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viewProps" Target="viewProps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theme" Target="theme/theme1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tableStyles" Target="tableStyles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customXml" Target="../customXml/item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presProps" Target="presProps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Relationship Id="rId16" Type="http://schemas.openxmlformats.org/officeDocument/2006/relationships/image" Target="../media/image36.png"/><Relationship Id="rId17" Type="http://schemas.openxmlformats.org/officeDocument/2006/relationships/image" Target="../media/image37.png"/><Relationship Id="rId18" Type="http://schemas.openxmlformats.org/officeDocument/2006/relationships/image" Target="../media/image38.png"/><Relationship Id="rId19" Type="http://schemas.openxmlformats.org/officeDocument/2006/relationships/image" Target="../media/image39.png"/><Relationship Id="rId20" Type="http://schemas.openxmlformats.org/officeDocument/2006/relationships/image" Target="../media/image40.png"/><Relationship Id="rId21" Type="http://schemas.openxmlformats.org/officeDocument/2006/relationships/image" Target="../media/image41.png"/><Relationship Id="rId22" Type="http://schemas.openxmlformats.org/officeDocument/2006/relationships/image" Target="../media/image42.png"/><Relationship Id="rId23" Type="http://schemas.openxmlformats.org/officeDocument/2006/relationships/image" Target="../media/image43.png"/><Relationship Id="rId24" Type="http://schemas.openxmlformats.org/officeDocument/2006/relationships/image" Target="../media/image44.png"/><Relationship Id="rId25" Type="http://schemas.openxmlformats.org/officeDocument/2006/relationships/image" Target="../media/image45.png"/><Relationship Id="rId26" Type="http://schemas.openxmlformats.org/officeDocument/2006/relationships/image" Target="../media/image46.png"/><Relationship Id="rId27" Type="http://schemas.openxmlformats.org/officeDocument/2006/relationships/image" Target="../media/image47.png"/><Relationship Id="rId28" Type="http://schemas.openxmlformats.org/officeDocument/2006/relationships/image" Target="../media/image48.png"/><Relationship Id="rId29" Type="http://schemas.openxmlformats.org/officeDocument/2006/relationships/image" Target="../media/image49.png"/><Relationship Id="rId30" Type="http://schemas.openxmlformats.org/officeDocument/2006/relationships/image" Target="../media/image50.png"/><Relationship Id="rId31" Type="http://schemas.openxmlformats.org/officeDocument/2006/relationships/image" Target="../media/image51.png"/><Relationship Id="rId32" Type="http://schemas.openxmlformats.org/officeDocument/2006/relationships/image" Target="../media/image52.png"/><Relationship Id="rId33" Type="http://schemas.openxmlformats.org/officeDocument/2006/relationships/image" Target="../media/image53.png"/><Relationship Id="rId34" Type="http://schemas.openxmlformats.org/officeDocument/2006/relationships/image" Target="../media/image54.png"/><Relationship Id="rId35" Type="http://schemas.openxmlformats.org/officeDocument/2006/relationships/image" Target="../media/image55.png"/><Relationship Id="rId36" Type="http://schemas.openxmlformats.org/officeDocument/2006/relationships/image" Target="../media/image56.png"/><Relationship Id="rId37" Type="http://schemas.openxmlformats.org/officeDocument/2006/relationships/image" Target="../media/image57.png"/><Relationship Id="rId38" Type="http://schemas.openxmlformats.org/officeDocument/2006/relationships/image" Target="../media/image58.png"/><Relationship Id="rId39" Type="http://schemas.openxmlformats.org/officeDocument/2006/relationships/image" Target="../media/image59.png"/><Relationship Id="rId40" Type="http://schemas.openxmlformats.org/officeDocument/2006/relationships/image" Target="../media/image60.png"/><Relationship Id="rId41" Type="http://schemas.openxmlformats.org/officeDocument/2006/relationships/image" Target="../media/image61.png"/><Relationship Id="rId42" Type="http://schemas.openxmlformats.org/officeDocument/2006/relationships/image" Target="../media/image62.png"/><Relationship Id="rId43" Type="http://schemas.openxmlformats.org/officeDocument/2006/relationships/image" Target="../media/image63.png"/><Relationship Id="rId44" Type="http://schemas.openxmlformats.org/officeDocument/2006/relationships/image" Target="../media/image64.png"/><Relationship Id="rId45" Type="http://schemas.openxmlformats.org/officeDocument/2006/relationships/image" Target="../media/image65.png"/><Relationship Id="rId46" Type="http://schemas.openxmlformats.org/officeDocument/2006/relationships/image" Target="../media/image66.png"/><Relationship Id="rId47" Type="http://schemas.openxmlformats.org/officeDocument/2006/relationships/image" Target="../media/image67.png"/><Relationship Id="rId48" Type="http://schemas.openxmlformats.org/officeDocument/2006/relationships/image" Target="../media/image68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image" Target="../media/image83.png"/><Relationship Id="rId17" Type="http://schemas.openxmlformats.org/officeDocument/2006/relationships/image" Target="../media/image84.png"/><Relationship Id="rId18" Type="http://schemas.openxmlformats.org/officeDocument/2006/relationships/image" Target="../media/image85.png"/><Relationship Id="rId19" Type="http://schemas.openxmlformats.org/officeDocument/2006/relationships/image" Target="../media/image86.png"/><Relationship Id="rId20" Type="http://schemas.openxmlformats.org/officeDocument/2006/relationships/image" Target="../media/image87.png"/><Relationship Id="rId21" Type="http://schemas.openxmlformats.org/officeDocument/2006/relationships/image" Target="../media/image88.png"/><Relationship Id="rId22" Type="http://schemas.openxmlformats.org/officeDocument/2006/relationships/image" Target="../media/image89.png"/><Relationship Id="rId23" Type="http://schemas.openxmlformats.org/officeDocument/2006/relationships/image" Target="../media/image90.png"/><Relationship Id="rId24" Type="http://schemas.openxmlformats.org/officeDocument/2006/relationships/image" Target="../media/image91.png"/><Relationship Id="rId25" Type="http://schemas.openxmlformats.org/officeDocument/2006/relationships/image" Target="../media/image92.png"/><Relationship Id="rId26" Type="http://schemas.openxmlformats.org/officeDocument/2006/relationships/image" Target="../media/image93.png"/><Relationship Id="rId27" Type="http://schemas.openxmlformats.org/officeDocument/2006/relationships/image" Target="../media/image94.png"/><Relationship Id="rId28" Type="http://schemas.openxmlformats.org/officeDocument/2006/relationships/image" Target="../media/image95.png"/><Relationship Id="rId29" Type="http://schemas.openxmlformats.org/officeDocument/2006/relationships/image" Target="../media/image96.png"/><Relationship Id="rId30" Type="http://schemas.openxmlformats.org/officeDocument/2006/relationships/image" Target="../media/image97.png"/><Relationship Id="rId31" Type="http://schemas.openxmlformats.org/officeDocument/2006/relationships/image" Target="../media/image98.png"/><Relationship Id="rId32" Type="http://schemas.openxmlformats.org/officeDocument/2006/relationships/image" Target="../media/image99.png"/><Relationship Id="rId33" Type="http://schemas.openxmlformats.org/officeDocument/2006/relationships/image" Target="../media/image100.png"/><Relationship Id="rId34" Type="http://schemas.openxmlformats.org/officeDocument/2006/relationships/image" Target="../media/image101.png"/><Relationship Id="rId35" Type="http://schemas.openxmlformats.org/officeDocument/2006/relationships/image" Target="../media/image102.png"/><Relationship Id="rId36" Type="http://schemas.openxmlformats.org/officeDocument/2006/relationships/image" Target="../media/image103.png"/><Relationship Id="rId37" Type="http://schemas.openxmlformats.org/officeDocument/2006/relationships/image" Target="../media/image104.png"/><Relationship Id="rId38" Type="http://schemas.openxmlformats.org/officeDocument/2006/relationships/image" Target="../media/image105.png"/><Relationship Id="rId39" Type="http://schemas.openxmlformats.org/officeDocument/2006/relationships/image" Target="../media/image106.png"/><Relationship Id="rId40" Type="http://schemas.openxmlformats.org/officeDocument/2006/relationships/image" Target="../media/image107.png"/><Relationship Id="rId41" Type="http://schemas.openxmlformats.org/officeDocument/2006/relationships/image" Target="../media/image108.png"/><Relationship Id="rId42" Type="http://schemas.openxmlformats.org/officeDocument/2006/relationships/image" Target="../media/image109.png"/><Relationship Id="rId43" Type="http://schemas.openxmlformats.org/officeDocument/2006/relationships/image" Target="../media/image110.png"/><Relationship Id="rId44" Type="http://schemas.openxmlformats.org/officeDocument/2006/relationships/image" Target="../media/image111.png"/><Relationship Id="rId45" Type="http://schemas.openxmlformats.org/officeDocument/2006/relationships/image" Target="../media/image112.png"/><Relationship Id="rId46" Type="http://schemas.openxmlformats.org/officeDocument/2006/relationships/image" Target="../media/image113.png"/><Relationship Id="rId47" Type="http://schemas.openxmlformats.org/officeDocument/2006/relationships/image" Target="../media/image114.png"/><Relationship Id="rId48" Type="http://schemas.openxmlformats.org/officeDocument/2006/relationships/image" Target="../media/image115.png"/><Relationship Id="rId49" Type="http://schemas.openxmlformats.org/officeDocument/2006/relationships/image" Target="../media/image116.png"/><Relationship Id="rId50" Type="http://schemas.openxmlformats.org/officeDocument/2006/relationships/image" Target="../media/image117.png"/><Relationship Id="rId51" Type="http://schemas.openxmlformats.org/officeDocument/2006/relationships/image" Target="../media/image118.png"/><Relationship Id="rId52" Type="http://schemas.openxmlformats.org/officeDocument/2006/relationships/image" Target="../media/image119.png"/><Relationship Id="rId53" Type="http://schemas.openxmlformats.org/officeDocument/2006/relationships/image" Target="../media/image120.png"/><Relationship Id="rId54" Type="http://schemas.openxmlformats.org/officeDocument/2006/relationships/image" Target="../media/image12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Relationship Id="rId9" Type="http://schemas.openxmlformats.org/officeDocument/2006/relationships/image" Target="../media/image129.png"/><Relationship Id="rId10" Type="http://schemas.openxmlformats.org/officeDocument/2006/relationships/image" Target="../media/image130.png"/><Relationship Id="rId11" Type="http://schemas.openxmlformats.org/officeDocument/2006/relationships/image" Target="../media/image131.png"/><Relationship Id="rId12" Type="http://schemas.openxmlformats.org/officeDocument/2006/relationships/image" Target="../media/image132.png"/><Relationship Id="rId13" Type="http://schemas.openxmlformats.org/officeDocument/2006/relationships/image" Target="../media/image133.png"/><Relationship Id="rId14" Type="http://schemas.openxmlformats.org/officeDocument/2006/relationships/image" Target="../media/image134.png"/><Relationship Id="rId15" Type="http://schemas.openxmlformats.org/officeDocument/2006/relationships/image" Target="../media/image135.png"/><Relationship Id="rId16" Type="http://schemas.openxmlformats.org/officeDocument/2006/relationships/image" Target="../media/image136.png"/><Relationship Id="rId17" Type="http://schemas.openxmlformats.org/officeDocument/2006/relationships/image" Target="../media/image137.png"/><Relationship Id="rId18" Type="http://schemas.openxmlformats.org/officeDocument/2006/relationships/image" Target="../media/image138.png"/><Relationship Id="rId19" Type="http://schemas.openxmlformats.org/officeDocument/2006/relationships/image" Target="../media/image139.png"/><Relationship Id="rId20" Type="http://schemas.openxmlformats.org/officeDocument/2006/relationships/image" Target="../media/image140.png"/><Relationship Id="rId21" Type="http://schemas.openxmlformats.org/officeDocument/2006/relationships/image" Target="../media/image141.png"/><Relationship Id="rId22" Type="http://schemas.openxmlformats.org/officeDocument/2006/relationships/image" Target="../media/image142.png"/><Relationship Id="rId23" Type="http://schemas.openxmlformats.org/officeDocument/2006/relationships/image" Target="../media/image143.png"/><Relationship Id="rId24" Type="http://schemas.openxmlformats.org/officeDocument/2006/relationships/image" Target="../media/image144.png"/><Relationship Id="rId25" Type="http://schemas.openxmlformats.org/officeDocument/2006/relationships/image" Target="../media/image145.png"/><Relationship Id="rId26" Type="http://schemas.openxmlformats.org/officeDocument/2006/relationships/image" Target="../media/image146.png"/><Relationship Id="rId27" Type="http://schemas.openxmlformats.org/officeDocument/2006/relationships/image" Target="../media/image147.png"/><Relationship Id="rId28" Type="http://schemas.openxmlformats.org/officeDocument/2006/relationships/image" Target="../media/image148.png"/><Relationship Id="rId29" Type="http://schemas.openxmlformats.org/officeDocument/2006/relationships/image" Target="../media/image149.png"/><Relationship Id="rId30" Type="http://schemas.openxmlformats.org/officeDocument/2006/relationships/image" Target="../media/image150.png"/><Relationship Id="rId31" Type="http://schemas.openxmlformats.org/officeDocument/2006/relationships/image" Target="../media/image151.png"/><Relationship Id="rId32" Type="http://schemas.openxmlformats.org/officeDocument/2006/relationships/image" Target="../media/image152.png"/><Relationship Id="rId33" Type="http://schemas.openxmlformats.org/officeDocument/2006/relationships/image" Target="../media/image153.png"/><Relationship Id="rId34" Type="http://schemas.openxmlformats.org/officeDocument/2006/relationships/image" Target="../media/image154.png"/><Relationship Id="rId35" Type="http://schemas.openxmlformats.org/officeDocument/2006/relationships/image" Target="../media/image155.png"/><Relationship Id="rId36" Type="http://schemas.openxmlformats.org/officeDocument/2006/relationships/image" Target="../media/image156.png"/><Relationship Id="rId37" Type="http://schemas.openxmlformats.org/officeDocument/2006/relationships/image" Target="../media/image157.png"/><Relationship Id="rId38" Type="http://schemas.openxmlformats.org/officeDocument/2006/relationships/image" Target="../media/image158.png"/><Relationship Id="rId39" Type="http://schemas.openxmlformats.org/officeDocument/2006/relationships/image" Target="../media/image159.png"/><Relationship Id="rId40" Type="http://schemas.openxmlformats.org/officeDocument/2006/relationships/image" Target="../media/image160.png"/><Relationship Id="rId41" Type="http://schemas.openxmlformats.org/officeDocument/2006/relationships/image" Target="../media/image161.png"/><Relationship Id="rId42" Type="http://schemas.openxmlformats.org/officeDocument/2006/relationships/image" Target="../media/image162.png"/><Relationship Id="rId43" Type="http://schemas.openxmlformats.org/officeDocument/2006/relationships/image" Target="../media/image163.png"/><Relationship Id="rId44" Type="http://schemas.openxmlformats.org/officeDocument/2006/relationships/image" Target="../media/image164.png"/><Relationship Id="rId45" Type="http://schemas.openxmlformats.org/officeDocument/2006/relationships/image" Target="../media/image165.png"/><Relationship Id="rId46" Type="http://schemas.openxmlformats.org/officeDocument/2006/relationships/image" Target="../media/image166.png"/><Relationship Id="rId47" Type="http://schemas.openxmlformats.org/officeDocument/2006/relationships/image" Target="../media/image167.png"/><Relationship Id="rId48" Type="http://schemas.openxmlformats.org/officeDocument/2006/relationships/image" Target="../media/image168.png"/><Relationship Id="rId49" Type="http://schemas.openxmlformats.org/officeDocument/2006/relationships/image" Target="../media/image169.png"/><Relationship Id="rId50" Type="http://schemas.openxmlformats.org/officeDocument/2006/relationships/image" Target="../media/image170.png"/><Relationship Id="rId51" Type="http://schemas.openxmlformats.org/officeDocument/2006/relationships/image" Target="../media/image171.png"/><Relationship Id="rId52" Type="http://schemas.openxmlformats.org/officeDocument/2006/relationships/image" Target="../media/image172.png"/><Relationship Id="rId53" Type="http://schemas.openxmlformats.org/officeDocument/2006/relationships/image" Target="../media/image173.png"/><Relationship Id="rId54" Type="http://schemas.openxmlformats.org/officeDocument/2006/relationships/image" Target="../media/image174.png"/><Relationship Id="rId55" Type="http://schemas.openxmlformats.org/officeDocument/2006/relationships/image" Target="../media/image175.png"/><Relationship Id="rId56" Type="http://schemas.openxmlformats.org/officeDocument/2006/relationships/image" Target="../media/image176.png"/><Relationship Id="rId57" Type="http://schemas.openxmlformats.org/officeDocument/2006/relationships/image" Target="../media/image177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8.png"/><Relationship Id="rId3" Type="http://schemas.openxmlformats.org/officeDocument/2006/relationships/image" Target="../media/image179.png"/><Relationship Id="rId4" Type="http://schemas.openxmlformats.org/officeDocument/2006/relationships/image" Target="../media/image180.png"/><Relationship Id="rId5" Type="http://schemas.openxmlformats.org/officeDocument/2006/relationships/image" Target="../media/image181.png"/><Relationship Id="rId6" Type="http://schemas.openxmlformats.org/officeDocument/2006/relationships/image" Target="../media/image182.png"/><Relationship Id="rId7" Type="http://schemas.openxmlformats.org/officeDocument/2006/relationships/image" Target="../media/image183.png"/><Relationship Id="rId8" Type="http://schemas.openxmlformats.org/officeDocument/2006/relationships/image" Target="../media/image184.png"/><Relationship Id="rId9" Type="http://schemas.openxmlformats.org/officeDocument/2006/relationships/image" Target="../media/image185.png"/><Relationship Id="rId10" Type="http://schemas.openxmlformats.org/officeDocument/2006/relationships/image" Target="../media/image186.png"/><Relationship Id="rId11" Type="http://schemas.openxmlformats.org/officeDocument/2006/relationships/image" Target="../media/image187.png"/><Relationship Id="rId12" Type="http://schemas.openxmlformats.org/officeDocument/2006/relationships/image" Target="../media/image188.png"/><Relationship Id="rId13" Type="http://schemas.openxmlformats.org/officeDocument/2006/relationships/image" Target="../media/image189.png"/><Relationship Id="rId14" Type="http://schemas.openxmlformats.org/officeDocument/2006/relationships/image" Target="../media/image190.png"/><Relationship Id="rId15" Type="http://schemas.openxmlformats.org/officeDocument/2006/relationships/image" Target="../media/image191.png"/><Relationship Id="rId16" Type="http://schemas.openxmlformats.org/officeDocument/2006/relationships/image" Target="../media/image192.png"/><Relationship Id="rId17" Type="http://schemas.openxmlformats.org/officeDocument/2006/relationships/image" Target="../media/image193.png"/><Relationship Id="rId18" Type="http://schemas.openxmlformats.org/officeDocument/2006/relationships/image" Target="../media/image194.png"/><Relationship Id="rId19" Type="http://schemas.openxmlformats.org/officeDocument/2006/relationships/image" Target="../media/image195.png"/><Relationship Id="rId20" Type="http://schemas.openxmlformats.org/officeDocument/2006/relationships/image" Target="../media/image196.png"/><Relationship Id="rId21" Type="http://schemas.openxmlformats.org/officeDocument/2006/relationships/image" Target="../media/image197.png"/><Relationship Id="rId22" Type="http://schemas.openxmlformats.org/officeDocument/2006/relationships/image" Target="../media/image198.png"/><Relationship Id="rId23" Type="http://schemas.openxmlformats.org/officeDocument/2006/relationships/image" Target="../media/image199.png"/><Relationship Id="rId24" Type="http://schemas.openxmlformats.org/officeDocument/2006/relationships/image" Target="../media/image200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1.png"/><Relationship Id="rId3" Type="http://schemas.openxmlformats.org/officeDocument/2006/relationships/image" Target="../media/image202.png"/><Relationship Id="rId4" Type="http://schemas.openxmlformats.org/officeDocument/2006/relationships/image" Target="../media/image203.png"/><Relationship Id="rId5" Type="http://schemas.openxmlformats.org/officeDocument/2006/relationships/image" Target="../media/image204.png"/><Relationship Id="rId6" Type="http://schemas.openxmlformats.org/officeDocument/2006/relationships/image" Target="../media/image205.png"/><Relationship Id="rId7" Type="http://schemas.openxmlformats.org/officeDocument/2006/relationships/image" Target="../media/image206.png"/><Relationship Id="rId8" Type="http://schemas.openxmlformats.org/officeDocument/2006/relationships/image" Target="../media/image207.png"/><Relationship Id="rId9" Type="http://schemas.openxmlformats.org/officeDocument/2006/relationships/image" Target="../media/image208.png"/><Relationship Id="rId10" Type="http://schemas.openxmlformats.org/officeDocument/2006/relationships/image" Target="../media/image209.png"/><Relationship Id="rId11" Type="http://schemas.openxmlformats.org/officeDocument/2006/relationships/image" Target="../media/image210.png"/><Relationship Id="rId12" Type="http://schemas.openxmlformats.org/officeDocument/2006/relationships/image" Target="../media/image211.png"/><Relationship Id="rId13" Type="http://schemas.openxmlformats.org/officeDocument/2006/relationships/image" Target="../media/image212.png"/><Relationship Id="rId14" Type="http://schemas.openxmlformats.org/officeDocument/2006/relationships/image" Target="../media/image213.png"/><Relationship Id="rId15" Type="http://schemas.openxmlformats.org/officeDocument/2006/relationships/image" Target="../media/image214.png"/><Relationship Id="rId16" Type="http://schemas.openxmlformats.org/officeDocument/2006/relationships/image" Target="../media/image215.png"/><Relationship Id="rId17" Type="http://schemas.openxmlformats.org/officeDocument/2006/relationships/image" Target="../media/image216.png"/><Relationship Id="rId18" Type="http://schemas.openxmlformats.org/officeDocument/2006/relationships/image" Target="../media/image217.png"/><Relationship Id="rId19" Type="http://schemas.openxmlformats.org/officeDocument/2006/relationships/image" Target="../media/image218.png"/><Relationship Id="rId20" Type="http://schemas.openxmlformats.org/officeDocument/2006/relationships/image" Target="../media/image219.png"/><Relationship Id="rId21" Type="http://schemas.openxmlformats.org/officeDocument/2006/relationships/image" Target="../media/image220.png"/><Relationship Id="rId22" Type="http://schemas.openxmlformats.org/officeDocument/2006/relationships/image" Target="../media/image221.png"/><Relationship Id="rId23" Type="http://schemas.openxmlformats.org/officeDocument/2006/relationships/image" Target="../media/image222.png"/><Relationship Id="rId24" Type="http://schemas.openxmlformats.org/officeDocument/2006/relationships/image" Target="../media/image223.png"/><Relationship Id="rId25" Type="http://schemas.openxmlformats.org/officeDocument/2006/relationships/image" Target="../media/image224.png"/><Relationship Id="rId26" Type="http://schemas.openxmlformats.org/officeDocument/2006/relationships/image" Target="../media/image225.png"/><Relationship Id="rId27" Type="http://schemas.openxmlformats.org/officeDocument/2006/relationships/image" Target="../media/image226.png"/><Relationship Id="rId28" Type="http://schemas.openxmlformats.org/officeDocument/2006/relationships/image" Target="../media/image227.png"/><Relationship Id="rId29" Type="http://schemas.openxmlformats.org/officeDocument/2006/relationships/image" Target="../media/image228.png"/><Relationship Id="rId30" Type="http://schemas.openxmlformats.org/officeDocument/2006/relationships/image" Target="../media/image229.png"/><Relationship Id="rId31" Type="http://schemas.openxmlformats.org/officeDocument/2006/relationships/image" Target="../media/image230.png"/><Relationship Id="rId32" Type="http://schemas.openxmlformats.org/officeDocument/2006/relationships/image" Target="../media/image231.png"/><Relationship Id="rId33" Type="http://schemas.openxmlformats.org/officeDocument/2006/relationships/image" Target="../media/image232.png"/><Relationship Id="rId34" Type="http://schemas.openxmlformats.org/officeDocument/2006/relationships/image" Target="../media/image233.png"/><Relationship Id="rId35" Type="http://schemas.openxmlformats.org/officeDocument/2006/relationships/image" Target="../media/image234.png"/><Relationship Id="rId36" Type="http://schemas.openxmlformats.org/officeDocument/2006/relationships/image" Target="../media/image235.png"/><Relationship Id="rId37" Type="http://schemas.openxmlformats.org/officeDocument/2006/relationships/image" Target="../media/image236.png"/><Relationship Id="rId38" Type="http://schemas.openxmlformats.org/officeDocument/2006/relationships/image" Target="../media/image237.png"/><Relationship Id="rId39" Type="http://schemas.openxmlformats.org/officeDocument/2006/relationships/image" Target="../media/image238.png"/><Relationship Id="rId40" Type="http://schemas.openxmlformats.org/officeDocument/2006/relationships/image" Target="../media/image239.png"/><Relationship Id="rId41" Type="http://schemas.openxmlformats.org/officeDocument/2006/relationships/image" Target="../media/image240.png"/><Relationship Id="rId42" Type="http://schemas.openxmlformats.org/officeDocument/2006/relationships/image" Target="../media/image241.png"/><Relationship Id="rId43" Type="http://schemas.openxmlformats.org/officeDocument/2006/relationships/image" Target="../media/image242.png"/><Relationship Id="rId44" Type="http://schemas.openxmlformats.org/officeDocument/2006/relationships/image" Target="../media/image243.png"/><Relationship Id="rId45" Type="http://schemas.openxmlformats.org/officeDocument/2006/relationships/image" Target="../media/image244.png"/><Relationship Id="rId46" Type="http://schemas.openxmlformats.org/officeDocument/2006/relationships/image" Target="../media/image245.png"/><Relationship Id="rId47" Type="http://schemas.openxmlformats.org/officeDocument/2006/relationships/image" Target="../media/image246.png"/><Relationship Id="rId48" Type="http://schemas.openxmlformats.org/officeDocument/2006/relationships/image" Target="../media/image247.png"/><Relationship Id="rId49" Type="http://schemas.openxmlformats.org/officeDocument/2006/relationships/image" Target="../media/image248.png"/><Relationship Id="rId50" Type="http://schemas.openxmlformats.org/officeDocument/2006/relationships/image" Target="../media/image249.png"/><Relationship Id="rId51" Type="http://schemas.openxmlformats.org/officeDocument/2006/relationships/image" Target="../media/image250.png"/><Relationship Id="rId52" Type="http://schemas.openxmlformats.org/officeDocument/2006/relationships/image" Target="../media/image251.png"/><Relationship Id="rId53" Type="http://schemas.openxmlformats.org/officeDocument/2006/relationships/image" Target="../media/image252.png"/><Relationship Id="rId54" Type="http://schemas.openxmlformats.org/officeDocument/2006/relationships/image" Target="../media/image25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4.png"/><Relationship Id="rId3" Type="http://schemas.openxmlformats.org/officeDocument/2006/relationships/image" Target="../media/image255.png"/><Relationship Id="rId4" Type="http://schemas.openxmlformats.org/officeDocument/2006/relationships/image" Target="../media/image256.png"/><Relationship Id="rId5" Type="http://schemas.openxmlformats.org/officeDocument/2006/relationships/image" Target="../media/image257.png"/><Relationship Id="rId6" Type="http://schemas.openxmlformats.org/officeDocument/2006/relationships/image" Target="../media/image258.png"/><Relationship Id="rId7" Type="http://schemas.openxmlformats.org/officeDocument/2006/relationships/image" Target="../media/image259.png"/><Relationship Id="rId8" Type="http://schemas.openxmlformats.org/officeDocument/2006/relationships/image" Target="../media/image260.png"/><Relationship Id="rId9" Type="http://schemas.openxmlformats.org/officeDocument/2006/relationships/image" Target="../media/image261.png"/><Relationship Id="rId10" Type="http://schemas.openxmlformats.org/officeDocument/2006/relationships/image" Target="../media/image262.png"/><Relationship Id="rId11" Type="http://schemas.openxmlformats.org/officeDocument/2006/relationships/image" Target="../media/image263.png"/><Relationship Id="rId12" Type="http://schemas.openxmlformats.org/officeDocument/2006/relationships/image" Target="../media/image264.png"/><Relationship Id="rId13" Type="http://schemas.openxmlformats.org/officeDocument/2006/relationships/image" Target="../media/image265.png"/><Relationship Id="rId14" Type="http://schemas.openxmlformats.org/officeDocument/2006/relationships/image" Target="../media/image266.png"/><Relationship Id="rId15" Type="http://schemas.openxmlformats.org/officeDocument/2006/relationships/image" Target="../media/image267.png"/><Relationship Id="rId16" Type="http://schemas.openxmlformats.org/officeDocument/2006/relationships/image" Target="../media/image268.png"/><Relationship Id="rId17" Type="http://schemas.openxmlformats.org/officeDocument/2006/relationships/image" Target="../media/image269.png"/><Relationship Id="rId18" Type="http://schemas.openxmlformats.org/officeDocument/2006/relationships/image" Target="../media/image270.png"/><Relationship Id="rId19" Type="http://schemas.openxmlformats.org/officeDocument/2006/relationships/image" Target="../media/image271.png"/><Relationship Id="rId20" Type="http://schemas.openxmlformats.org/officeDocument/2006/relationships/image" Target="../media/image272.png"/><Relationship Id="rId21" Type="http://schemas.openxmlformats.org/officeDocument/2006/relationships/image" Target="../media/image273.png"/><Relationship Id="rId22" Type="http://schemas.openxmlformats.org/officeDocument/2006/relationships/image" Target="../media/image274.png"/><Relationship Id="rId23" Type="http://schemas.openxmlformats.org/officeDocument/2006/relationships/image" Target="../media/image275.png"/><Relationship Id="rId24" Type="http://schemas.openxmlformats.org/officeDocument/2006/relationships/image" Target="../media/image276.png"/><Relationship Id="rId25" Type="http://schemas.openxmlformats.org/officeDocument/2006/relationships/image" Target="../media/image277.png"/><Relationship Id="rId26" Type="http://schemas.openxmlformats.org/officeDocument/2006/relationships/image" Target="../media/image278.png"/><Relationship Id="rId27" Type="http://schemas.openxmlformats.org/officeDocument/2006/relationships/image" Target="../media/image279.png"/><Relationship Id="rId28" Type="http://schemas.openxmlformats.org/officeDocument/2006/relationships/image" Target="../media/image280.png"/><Relationship Id="rId29" Type="http://schemas.openxmlformats.org/officeDocument/2006/relationships/image" Target="../media/image281.png"/><Relationship Id="rId30" Type="http://schemas.openxmlformats.org/officeDocument/2006/relationships/image" Target="../media/image282.png"/><Relationship Id="rId31" Type="http://schemas.openxmlformats.org/officeDocument/2006/relationships/image" Target="../media/image283.png"/><Relationship Id="rId32" Type="http://schemas.openxmlformats.org/officeDocument/2006/relationships/image" Target="../media/image284.png"/><Relationship Id="rId33" Type="http://schemas.openxmlformats.org/officeDocument/2006/relationships/image" Target="../media/image285.png"/><Relationship Id="rId34" Type="http://schemas.openxmlformats.org/officeDocument/2006/relationships/image" Target="../media/image286.png"/><Relationship Id="rId35" Type="http://schemas.openxmlformats.org/officeDocument/2006/relationships/image" Target="../media/image287.png"/><Relationship Id="rId36" Type="http://schemas.openxmlformats.org/officeDocument/2006/relationships/image" Target="../media/image288.png"/><Relationship Id="rId37" Type="http://schemas.openxmlformats.org/officeDocument/2006/relationships/image" Target="../media/image289.png"/><Relationship Id="rId38" Type="http://schemas.openxmlformats.org/officeDocument/2006/relationships/image" Target="../media/image290.png"/><Relationship Id="rId39" Type="http://schemas.openxmlformats.org/officeDocument/2006/relationships/image" Target="../media/image291.png"/><Relationship Id="rId40" Type="http://schemas.openxmlformats.org/officeDocument/2006/relationships/image" Target="../media/image292.png"/><Relationship Id="rId41" Type="http://schemas.openxmlformats.org/officeDocument/2006/relationships/image" Target="../media/image293.png"/><Relationship Id="rId42" Type="http://schemas.openxmlformats.org/officeDocument/2006/relationships/image" Target="../media/image294.png"/><Relationship Id="rId43" Type="http://schemas.openxmlformats.org/officeDocument/2006/relationships/image" Target="../media/image295.png"/><Relationship Id="rId44" Type="http://schemas.openxmlformats.org/officeDocument/2006/relationships/image" Target="../media/image296.png"/><Relationship Id="rId45" Type="http://schemas.openxmlformats.org/officeDocument/2006/relationships/image" Target="../media/image297.png"/><Relationship Id="rId46" Type="http://schemas.openxmlformats.org/officeDocument/2006/relationships/image" Target="../media/image298.png"/><Relationship Id="rId47" Type="http://schemas.openxmlformats.org/officeDocument/2006/relationships/image" Target="../media/image299.png"/><Relationship Id="rId48" Type="http://schemas.openxmlformats.org/officeDocument/2006/relationships/image" Target="../media/image300.png"/><Relationship Id="rId49" Type="http://schemas.openxmlformats.org/officeDocument/2006/relationships/image" Target="../media/image301.png"/><Relationship Id="rId50" Type="http://schemas.openxmlformats.org/officeDocument/2006/relationships/image" Target="../media/image302.png"/><Relationship Id="rId51" Type="http://schemas.openxmlformats.org/officeDocument/2006/relationships/image" Target="../media/image303.png"/><Relationship Id="rId52" Type="http://schemas.openxmlformats.org/officeDocument/2006/relationships/image" Target="../media/image304.png"/><Relationship Id="rId53" Type="http://schemas.openxmlformats.org/officeDocument/2006/relationships/image" Target="../media/image305.png"/><Relationship Id="rId54" Type="http://schemas.openxmlformats.org/officeDocument/2006/relationships/image" Target="../media/image306.png"/><Relationship Id="rId55" Type="http://schemas.openxmlformats.org/officeDocument/2006/relationships/image" Target="../media/image307.png"/><Relationship Id="rId56" Type="http://schemas.openxmlformats.org/officeDocument/2006/relationships/image" Target="../media/image308.png"/><Relationship Id="rId57" Type="http://schemas.openxmlformats.org/officeDocument/2006/relationships/image" Target="../media/image309.png"/><Relationship Id="rId58" Type="http://schemas.openxmlformats.org/officeDocument/2006/relationships/image" Target="../media/image310.png"/><Relationship Id="rId59" Type="http://schemas.openxmlformats.org/officeDocument/2006/relationships/image" Target="../media/image311.png"/><Relationship Id="rId60" Type="http://schemas.openxmlformats.org/officeDocument/2006/relationships/image" Target="../media/image312.png"/><Relationship Id="rId61" Type="http://schemas.openxmlformats.org/officeDocument/2006/relationships/image" Target="../media/image313.png"/><Relationship Id="rId62" Type="http://schemas.openxmlformats.org/officeDocument/2006/relationships/image" Target="../media/image314.png"/><Relationship Id="rId63" Type="http://schemas.openxmlformats.org/officeDocument/2006/relationships/image" Target="../media/image315.png"/><Relationship Id="rId64" Type="http://schemas.openxmlformats.org/officeDocument/2006/relationships/image" Target="../media/image316.png"/><Relationship Id="rId65" Type="http://schemas.openxmlformats.org/officeDocument/2006/relationships/image" Target="../media/image317.png"/><Relationship Id="rId66" Type="http://schemas.openxmlformats.org/officeDocument/2006/relationships/image" Target="../media/image318.png"/><Relationship Id="rId67" Type="http://schemas.openxmlformats.org/officeDocument/2006/relationships/image" Target="../media/image319.png"/><Relationship Id="rId68" Type="http://schemas.openxmlformats.org/officeDocument/2006/relationships/image" Target="../media/image320.png"/><Relationship Id="rId69" Type="http://schemas.openxmlformats.org/officeDocument/2006/relationships/image" Target="../media/image321.png"/><Relationship Id="rId70" Type="http://schemas.openxmlformats.org/officeDocument/2006/relationships/image" Target="../media/image322.png"/><Relationship Id="rId71" Type="http://schemas.openxmlformats.org/officeDocument/2006/relationships/image" Target="../media/image323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4.png"/><Relationship Id="rId3" Type="http://schemas.openxmlformats.org/officeDocument/2006/relationships/image" Target="../media/image325.png"/><Relationship Id="rId4" Type="http://schemas.openxmlformats.org/officeDocument/2006/relationships/image" Target="../media/image32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7.png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9.png"/><Relationship Id="rId3" Type="http://schemas.openxmlformats.org/officeDocument/2006/relationships/image" Target="../media/image340.png"/><Relationship Id="rId4" Type="http://schemas.openxmlformats.org/officeDocument/2006/relationships/image" Target="../media/image341.png"/><Relationship Id="rId5" Type="http://schemas.openxmlformats.org/officeDocument/2006/relationships/image" Target="../media/image342.png"/><Relationship Id="rId6" Type="http://schemas.openxmlformats.org/officeDocument/2006/relationships/image" Target="../media/image343.png"/><Relationship Id="rId7" Type="http://schemas.openxmlformats.org/officeDocument/2006/relationships/image" Target="../media/image344.png"/><Relationship Id="rId8" Type="http://schemas.openxmlformats.org/officeDocument/2006/relationships/image" Target="../media/image345.png"/><Relationship Id="rId9" Type="http://schemas.openxmlformats.org/officeDocument/2006/relationships/image" Target="../media/image346.png"/><Relationship Id="rId10" Type="http://schemas.openxmlformats.org/officeDocument/2006/relationships/image" Target="../media/image347.png"/><Relationship Id="rId11" Type="http://schemas.openxmlformats.org/officeDocument/2006/relationships/image" Target="../media/image348.png"/><Relationship Id="rId12" Type="http://schemas.openxmlformats.org/officeDocument/2006/relationships/image" Target="../media/image349.png"/><Relationship Id="rId13" Type="http://schemas.openxmlformats.org/officeDocument/2006/relationships/image" Target="../media/image350.png"/><Relationship Id="rId14" Type="http://schemas.openxmlformats.org/officeDocument/2006/relationships/image" Target="../media/image351.png"/><Relationship Id="rId15" Type="http://schemas.openxmlformats.org/officeDocument/2006/relationships/image" Target="../media/image352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3.png"/><Relationship Id="rId3" Type="http://schemas.openxmlformats.org/officeDocument/2006/relationships/image" Target="../media/image354.png"/><Relationship Id="rId4" Type="http://schemas.openxmlformats.org/officeDocument/2006/relationships/image" Target="../media/image355.png"/><Relationship Id="rId5" Type="http://schemas.openxmlformats.org/officeDocument/2006/relationships/image" Target="../media/image356.png"/><Relationship Id="rId6" Type="http://schemas.openxmlformats.org/officeDocument/2006/relationships/image" Target="../media/image357.png"/><Relationship Id="rId7" Type="http://schemas.openxmlformats.org/officeDocument/2006/relationships/image" Target="../media/image358.png"/><Relationship Id="rId8" Type="http://schemas.openxmlformats.org/officeDocument/2006/relationships/image" Target="../media/image359.png"/><Relationship Id="rId9" Type="http://schemas.openxmlformats.org/officeDocument/2006/relationships/image" Target="../media/image360.png"/><Relationship Id="rId10" Type="http://schemas.openxmlformats.org/officeDocument/2006/relationships/image" Target="../media/image361.png"/><Relationship Id="rId11" Type="http://schemas.openxmlformats.org/officeDocument/2006/relationships/image" Target="../media/image362.png"/><Relationship Id="rId12" Type="http://schemas.openxmlformats.org/officeDocument/2006/relationships/image" Target="../media/image363.png"/><Relationship Id="rId13" Type="http://schemas.openxmlformats.org/officeDocument/2006/relationships/image" Target="../media/image364.png"/><Relationship Id="rId14" Type="http://schemas.openxmlformats.org/officeDocument/2006/relationships/image" Target="../media/image365.png"/><Relationship Id="rId15" Type="http://schemas.openxmlformats.org/officeDocument/2006/relationships/image" Target="../media/image366.png"/><Relationship Id="rId16" Type="http://schemas.openxmlformats.org/officeDocument/2006/relationships/image" Target="../media/image367.png"/><Relationship Id="rId17" Type="http://schemas.openxmlformats.org/officeDocument/2006/relationships/image" Target="../media/image368.png"/><Relationship Id="rId18" Type="http://schemas.openxmlformats.org/officeDocument/2006/relationships/image" Target="../media/image369.png"/><Relationship Id="rId19" Type="http://schemas.openxmlformats.org/officeDocument/2006/relationships/image" Target="../media/image370.png"/><Relationship Id="rId20" Type="http://schemas.openxmlformats.org/officeDocument/2006/relationships/image" Target="../media/image371.png"/><Relationship Id="rId21" Type="http://schemas.openxmlformats.org/officeDocument/2006/relationships/image" Target="../media/image372.png"/><Relationship Id="rId22" Type="http://schemas.openxmlformats.org/officeDocument/2006/relationships/image" Target="../media/image373.png"/><Relationship Id="rId23" Type="http://schemas.openxmlformats.org/officeDocument/2006/relationships/image" Target="../media/image374.png"/><Relationship Id="rId24" Type="http://schemas.openxmlformats.org/officeDocument/2006/relationships/image" Target="../media/image375.png"/><Relationship Id="rId25" Type="http://schemas.openxmlformats.org/officeDocument/2006/relationships/image" Target="../media/image376.png"/><Relationship Id="rId26" Type="http://schemas.openxmlformats.org/officeDocument/2006/relationships/image" Target="../media/image377.png"/><Relationship Id="rId27" Type="http://schemas.openxmlformats.org/officeDocument/2006/relationships/image" Target="../media/image378.png"/><Relationship Id="rId28" Type="http://schemas.openxmlformats.org/officeDocument/2006/relationships/image" Target="../media/image379.png"/><Relationship Id="rId29" Type="http://schemas.openxmlformats.org/officeDocument/2006/relationships/image" Target="../media/image380.png"/><Relationship Id="rId30" Type="http://schemas.openxmlformats.org/officeDocument/2006/relationships/image" Target="../media/image381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2.png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Relationship Id="rId8" Type="http://schemas.openxmlformats.org/officeDocument/2006/relationships/image" Target="../media/image388.png"/><Relationship Id="rId9" Type="http://schemas.openxmlformats.org/officeDocument/2006/relationships/image" Target="../media/image389.png"/><Relationship Id="rId10" Type="http://schemas.openxmlformats.org/officeDocument/2006/relationships/image" Target="../media/image390.png"/><Relationship Id="rId11" Type="http://schemas.openxmlformats.org/officeDocument/2006/relationships/image" Target="../media/image391.png"/><Relationship Id="rId12" Type="http://schemas.openxmlformats.org/officeDocument/2006/relationships/image" Target="../media/image392.png"/><Relationship Id="rId13" Type="http://schemas.openxmlformats.org/officeDocument/2006/relationships/image" Target="../media/image393.png"/><Relationship Id="rId14" Type="http://schemas.openxmlformats.org/officeDocument/2006/relationships/image" Target="../media/image394.png"/><Relationship Id="rId15" Type="http://schemas.openxmlformats.org/officeDocument/2006/relationships/image" Target="../media/image395.png"/><Relationship Id="rId16" Type="http://schemas.openxmlformats.org/officeDocument/2006/relationships/image" Target="../media/image396.png"/><Relationship Id="rId17" Type="http://schemas.openxmlformats.org/officeDocument/2006/relationships/image" Target="../media/image397.png"/><Relationship Id="rId18" Type="http://schemas.openxmlformats.org/officeDocument/2006/relationships/image" Target="../media/image398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9.png"/><Relationship Id="rId3" Type="http://schemas.openxmlformats.org/officeDocument/2006/relationships/image" Target="../media/image400.png"/><Relationship Id="rId4" Type="http://schemas.openxmlformats.org/officeDocument/2006/relationships/image" Target="../media/image401.png"/><Relationship Id="rId5" Type="http://schemas.openxmlformats.org/officeDocument/2006/relationships/image" Target="../media/image402.png"/><Relationship Id="rId6" Type="http://schemas.openxmlformats.org/officeDocument/2006/relationships/image" Target="../media/image403.png"/><Relationship Id="rId7" Type="http://schemas.openxmlformats.org/officeDocument/2006/relationships/image" Target="../media/image404.png"/><Relationship Id="rId8" Type="http://schemas.openxmlformats.org/officeDocument/2006/relationships/image" Target="../media/image405.png"/><Relationship Id="rId9" Type="http://schemas.openxmlformats.org/officeDocument/2006/relationships/image" Target="../media/image406.png"/><Relationship Id="rId10" Type="http://schemas.openxmlformats.org/officeDocument/2006/relationships/image" Target="../media/image407.png"/><Relationship Id="rId11" Type="http://schemas.openxmlformats.org/officeDocument/2006/relationships/image" Target="../media/image408.png"/><Relationship Id="rId12" Type="http://schemas.openxmlformats.org/officeDocument/2006/relationships/image" Target="../media/image409.png"/><Relationship Id="rId13" Type="http://schemas.openxmlformats.org/officeDocument/2006/relationships/image" Target="../media/image410.png"/><Relationship Id="rId14" Type="http://schemas.openxmlformats.org/officeDocument/2006/relationships/image" Target="../media/image411.png"/><Relationship Id="rId15" Type="http://schemas.openxmlformats.org/officeDocument/2006/relationships/image" Target="../media/image412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3.png"/><Relationship Id="rId3" Type="http://schemas.openxmlformats.org/officeDocument/2006/relationships/image" Target="../media/image414.png"/><Relationship Id="rId4" Type="http://schemas.openxmlformats.org/officeDocument/2006/relationships/image" Target="../media/image415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6.png"/><Relationship Id="rId3" Type="http://schemas.openxmlformats.org/officeDocument/2006/relationships/image" Target="../media/image417.png"/><Relationship Id="rId4" Type="http://schemas.openxmlformats.org/officeDocument/2006/relationships/image" Target="../media/image418.png"/><Relationship Id="rId5" Type="http://schemas.openxmlformats.org/officeDocument/2006/relationships/image" Target="../media/image419.png"/><Relationship Id="rId6" Type="http://schemas.openxmlformats.org/officeDocument/2006/relationships/image" Target="../media/image420.png"/><Relationship Id="rId7" Type="http://schemas.openxmlformats.org/officeDocument/2006/relationships/image" Target="../media/image421.png"/><Relationship Id="rId8" Type="http://schemas.openxmlformats.org/officeDocument/2006/relationships/image" Target="../media/image422.png"/><Relationship Id="rId9" Type="http://schemas.openxmlformats.org/officeDocument/2006/relationships/image" Target="../media/image423.png"/><Relationship Id="rId10" Type="http://schemas.openxmlformats.org/officeDocument/2006/relationships/image" Target="../media/image424.png"/><Relationship Id="rId11" Type="http://schemas.openxmlformats.org/officeDocument/2006/relationships/image" Target="../media/image425.png"/><Relationship Id="rId12" Type="http://schemas.openxmlformats.org/officeDocument/2006/relationships/image" Target="../media/image426.png"/><Relationship Id="rId13" Type="http://schemas.openxmlformats.org/officeDocument/2006/relationships/image" Target="../media/image427.png"/><Relationship Id="rId14" Type="http://schemas.openxmlformats.org/officeDocument/2006/relationships/image" Target="../media/image428.png"/><Relationship Id="rId15" Type="http://schemas.openxmlformats.org/officeDocument/2006/relationships/image" Target="../media/image429.png"/><Relationship Id="rId16" Type="http://schemas.openxmlformats.org/officeDocument/2006/relationships/image" Target="../media/image430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1.png"/><Relationship Id="rId3" Type="http://schemas.openxmlformats.org/officeDocument/2006/relationships/image" Target="../media/image432.png"/><Relationship Id="rId4" Type="http://schemas.openxmlformats.org/officeDocument/2006/relationships/image" Target="../media/image433.png"/><Relationship Id="rId5" Type="http://schemas.openxmlformats.org/officeDocument/2006/relationships/image" Target="../media/image434.png"/><Relationship Id="rId6" Type="http://schemas.openxmlformats.org/officeDocument/2006/relationships/image" Target="../media/image435.png"/><Relationship Id="rId7" Type="http://schemas.openxmlformats.org/officeDocument/2006/relationships/image" Target="../media/image436.png"/><Relationship Id="rId8" Type="http://schemas.openxmlformats.org/officeDocument/2006/relationships/image" Target="../media/image437.png"/><Relationship Id="rId9" Type="http://schemas.openxmlformats.org/officeDocument/2006/relationships/image" Target="../media/image438.png"/><Relationship Id="rId10" Type="http://schemas.openxmlformats.org/officeDocument/2006/relationships/image" Target="../media/image439.png"/><Relationship Id="rId11" Type="http://schemas.openxmlformats.org/officeDocument/2006/relationships/image" Target="../media/image440.png"/><Relationship Id="rId12" Type="http://schemas.openxmlformats.org/officeDocument/2006/relationships/image" Target="../media/image441.png"/><Relationship Id="rId13" Type="http://schemas.openxmlformats.org/officeDocument/2006/relationships/image" Target="../media/image442.png"/><Relationship Id="rId14" Type="http://schemas.openxmlformats.org/officeDocument/2006/relationships/image" Target="../media/image443.png"/><Relationship Id="rId15" Type="http://schemas.openxmlformats.org/officeDocument/2006/relationships/image" Target="../media/image444.png"/><Relationship Id="rId16" Type="http://schemas.openxmlformats.org/officeDocument/2006/relationships/image" Target="../media/image445.png"/><Relationship Id="rId17" Type="http://schemas.openxmlformats.org/officeDocument/2006/relationships/image" Target="../media/image446.png"/><Relationship Id="rId18" Type="http://schemas.openxmlformats.org/officeDocument/2006/relationships/image" Target="../media/image447.png"/><Relationship Id="rId19" Type="http://schemas.openxmlformats.org/officeDocument/2006/relationships/image" Target="../media/image448.png"/><Relationship Id="rId20" Type="http://schemas.openxmlformats.org/officeDocument/2006/relationships/image" Target="../media/image449.png"/><Relationship Id="rId21" Type="http://schemas.openxmlformats.org/officeDocument/2006/relationships/image" Target="../media/image450.png"/><Relationship Id="rId22" Type="http://schemas.openxmlformats.org/officeDocument/2006/relationships/image" Target="../media/image451.png"/><Relationship Id="rId23" Type="http://schemas.openxmlformats.org/officeDocument/2006/relationships/image" Target="../media/image452.png"/><Relationship Id="rId24" Type="http://schemas.openxmlformats.org/officeDocument/2006/relationships/image" Target="../media/image453.png"/><Relationship Id="rId25" Type="http://schemas.openxmlformats.org/officeDocument/2006/relationships/image" Target="../media/image454.png"/><Relationship Id="rId26" Type="http://schemas.openxmlformats.org/officeDocument/2006/relationships/image" Target="../media/image455.png"/><Relationship Id="rId27" Type="http://schemas.openxmlformats.org/officeDocument/2006/relationships/image" Target="../media/image456.png"/><Relationship Id="rId28" Type="http://schemas.openxmlformats.org/officeDocument/2006/relationships/image" Target="../media/image457.png"/><Relationship Id="rId29" Type="http://schemas.openxmlformats.org/officeDocument/2006/relationships/image" Target="../media/image458.png"/><Relationship Id="rId30" Type="http://schemas.openxmlformats.org/officeDocument/2006/relationships/image" Target="../media/image459.png"/><Relationship Id="rId31" Type="http://schemas.openxmlformats.org/officeDocument/2006/relationships/image" Target="../media/image460.png"/><Relationship Id="rId32" Type="http://schemas.openxmlformats.org/officeDocument/2006/relationships/image" Target="../media/image461.png"/><Relationship Id="rId33" Type="http://schemas.openxmlformats.org/officeDocument/2006/relationships/image" Target="../media/image462.png"/><Relationship Id="rId34" Type="http://schemas.openxmlformats.org/officeDocument/2006/relationships/image" Target="../media/image463.png"/><Relationship Id="rId35" Type="http://schemas.openxmlformats.org/officeDocument/2006/relationships/image" Target="../media/image464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5.png"/><Relationship Id="rId3" Type="http://schemas.openxmlformats.org/officeDocument/2006/relationships/image" Target="../media/image466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7.png"/><Relationship Id="rId3" Type="http://schemas.openxmlformats.org/officeDocument/2006/relationships/image" Target="../media/image468.png"/><Relationship Id="rId4" Type="http://schemas.openxmlformats.org/officeDocument/2006/relationships/image" Target="../media/image469.png"/><Relationship Id="rId5" Type="http://schemas.openxmlformats.org/officeDocument/2006/relationships/image" Target="../media/image131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Relationship Id="rId8" Type="http://schemas.openxmlformats.org/officeDocument/2006/relationships/image" Target="../media/image472.png"/><Relationship Id="rId9" Type="http://schemas.openxmlformats.org/officeDocument/2006/relationships/image" Target="../media/image473.png"/><Relationship Id="rId10" Type="http://schemas.openxmlformats.org/officeDocument/2006/relationships/image" Target="../media/image474.png"/><Relationship Id="rId11" Type="http://schemas.openxmlformats.org/officeDocument/2006/relationships/image" Target="../media/image475.png"/><Relationship Id="rId12" Type="http://schemas.openxmlformats.org/officeDocument/2006/relationships/image" Target="../media/image476.png"/><Relationship Id="rId13" Type="http://schemas.openxmlformats.org/officeDocument/2006/relationships/image" Target="../media/image477.png"/><Relationship Id="rId14" Type="http://schemas.openxmlformats.org/officeDocument/2006/relationships/image" Target="../media/image478.png"/><Relationship Id="rId15" Type="http://schemas.openxmlformats.org/officeDocument/2006/relationships/image" Target="../media/image479.png"/><Relationship Id="rId16" Type="http://schemas.openxmlformats.org/officeDocument/2006/relationships/image" Target="../media/image480.png"/><Relationship Id="rId17" Type="http://schemas.openxmlformats.org/officeDocument/2006/relationships/image" Target="../media/image481.png"/><Relationship Id="rId18" Type="http://schemas.openxmlformats.org/officeDocument/2006/relationships/image" Target="../media/image482.png"/><Relationship Id="rId19" Type="http://schemas.openxmlformats.org/officeDocument/2006/relationships/image" Target="../media/image483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4.png"/><Relationship Id="rId3" Type="http://schemas.openxmlformats.org/officeDocument/2006/relationships/image" Target="../media/image485.png"/><Relationship Id="rId4" Type="http://schemas.openxmlformats.org/officeDocument/2006/relationships/image" Target="../media/image486.png"/><Relationship Id="rId5" Type="http://schemas.openxmlformats.org/officeDocument/2006/relationships/image" Target="../media/image487.png"/><Relationship Id="rId6" Type="http://schemas.openxmlformats.org/officeDocument/2006/relationships/image" Target="../media/image488.png"/><Relationship Id="rId7" Type="http://schemas.openxmlformats.org/officeDocument/2006/relationships/image" Target="../media/image489.png"/><Relationship Id="rId8" Type="http://schemas.openxmlformats.org/officeDocument/2006/relationships/image" Target="../media/image490.png"/><Relationship Id="rId9" Type="http://schemas.openxmlformats.org/officeDocument/2006/relationships/image" Target="../media/image491.png"/><Relationship Id="rId10" Type="http://schemas.openxmlformats.org/officeDocument/2006/relationships/image" Target="../media/image492.png"/><Relationship Id="rId11" Type="http://schemas.openxmlformats.org/officeDocument/2006/relationships/image" Target="../media/image493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4.png"/><Relationship Id="rId3" Type="http://schemas.openxmlformats.org/officeDocument/2006/relationships/image" Target="../media/image495.png"/><Relationship Id="rId4" Type="http://schemas.openxmlformats.org/officeDocument/2006/relationships/image" Target="../media/image496.png"/><Relationship Id="rId5" Type="http://schemas.openxmlformats.org/officeDocument/2006/relationships/image" Target="../media/image497.png"/><Relationship Id="rId6" Type="http://schemas.openxmlformats.org/officeDocument/2006/relationships/image" Target="../media/image498.png"/><Relationship Id="rId7" Type="http://schemas.openxmlformats.org/officeDocument/2006/relationships/image" Target="../media/image499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0.png"/><Relationship Id="rId3" Type="http://schemas.openxmlformats.org/officeDocument/2006/relationships/image" Target="../media/image501.png"/><Relationship Id="rId4" Type="http://schemas.openxmlformats.org/officeDocument/2006/relationships/image" Target="../media/image502.png"/><Relationship Id="rId5" Type="http://schemas.openxmlformats.org/officeDocument/2006/relationships/image" Target="../media/image503.png"/><Relationship Id="rId6" Type="http://schemas.openxmlformats.org/officeDocument/2006/relationships/hyperlink" Target="http://www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87" y="0"/>
            <a:ext cx="20097750" cy="11304905"/>
          </a:xfrm>
          <a:custGeom>
            <a:avLst/>
            <a:gdLst/>
            <a:ahLst/>
            <a:cxnLst/>
            <a:rect l="l" t="t" r="r" b="b"/>
            <a:pathLst>
              <a:path w="20097750" h="11304905">
                <a:moveTo>
                  <a:pt x="20097702" y="0"/>
                </a:moveTo>
                <a:lnTo>
                  <a:pt x="0" y="0"/>
                </a:lnTo>
                <a:lnTo>
                  <a:pt x="0" y="11304451"/>
                </a:lnTo>
                <a:lnTo>
                  <a:pt x="20097702" y="11304451"/>
                </a:lnTo>
                <a:lnTo>
                  <a:pt x="20097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18144" y="7395281"/>
            <a:ext cx="7367270" cy="21939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3199130">
              <a:lnSpc>
                <a:spcPct val="100000"/>
              </a:lnSpc>
              <a:spcBef>
                <a:spcPts val="90"/>
              </a:spcBef>
              <a:tabLst>
                <a:tab pos="2464435" algn="l"/>
              </a:tabLst>
            </a:pPr>
            <a:r>
              <a:rPr dirty="0" sz="4750" spc="-10" b="0">
                <a:solidFill>
                  <a:srgbClr val="7FC241"/>
                </a:solidFill>
                <a:latin typeface="Open Sans Light"/>
                <a:cs typeface="Open Sans Light"/>
              </a:rPr>
              <a:t>Avatars scenario</a:t>
            </a:r>
            <a:r>
              <a:rPr dirty="0" sz="4750" b="0">
                <a:solidFill>
                  <a:srgbClr val="7FC241"/>
                </a:solidFill>
                <a:latin typeface="Open Sans Light"/>
                <a:cs typeface="Open Sans Light"/>
              </a:rPr>
              <a:t>	</a:t>
            </a:r>
            <a:r>
              <a:rPr dirty="0" sz="4750" spc="-10" b="0">
                <a:solidFill>
                  <a:srgbClr val="7FC241"/>
                </a:solidFill>
                <a:latin typeface="Open Sans Light"/>
                <a:cs typeface="Open Sans Light"/>
              </a:rPr>
              <a:t>library</a:t>
            </a:r>
            <a:endParaRPr sz="4750">
              <a:latin typeface="Open Sans Light"/>
              <a:cs typeface="Open Sans Light"/>
            </a:endParaRPr>
          </a:p>
          <a:p>
            <a:pPr marL="12700">
              <a:lnSpc>
                <a:spcPts val="5680"/>
              </a:lnSpc>
              <a:tabLst>
                <a:tab pos="5782945" algn="l"/>
              </a:tabLst>
            </a:pPr>
            <a:r>
              <a:rPr dirty="0" sz="4750" b="0">
                <a:solidFill>
                  <a:srgbClr val="FFFFFF"/>
                </a:solidFill>
                <a:latin typeface="Open Sans Light"/>
                <a:cs typeface="Open Sans Light"/>
              </a:rPr>
              <a:t>Oﬃce/</a:t>
            </a:r>
            <a:r>
              <a:rPr dirty="0" sz="4750" spc="-190" b="0">
                <a:solidFill>
                  <a:srgbClr val="FFFFFF"/>
                </a:solidFill>
                <a:latin typeface="Open Sans Light"/>
                <a:cs typeface="Open Sans Light"/>
              </a:rPr>
              <a:t> </a:t>
            </a:r>
            <a:r>
              <a:rPr dirty="0" sz="4750" b="0">
                <a:solidFill>
                  <a:srgbClr val="FFFFFF"/>
                </a:solidFill>
                <a:latin typeface="Open Sans Light"/>
                <a:cs typeface="Open Sans Light"/>
              </a:rPr>
              <a:t>Working</a:t>
            </a:r>
            <a:r>
              <a:rPr dirty="0" sz="4750" spc="-190" b="0">
                <a:solidFill>
                  <a:srgbClr val="FFFFFF"/>
                </a:solidFill>
                <a:latin typeface="Open Sans Light"/>
                <a:cs typeface="Open Sans Light"/>
              </a:rPr>
              <a:t> </a:t>
            </a:r>
            <a:r>
              <a:rPr dirty="0" sz="4750" spc="-20" b="0">
                <a:solidFill>
                  <a:srgbClr val="FFFFFF"/>
                </a:solidFill>
                <a:latin typeface="Open Sans Light"/>
                <a:cs typeface="Open Sans Light"/>
              </a:rPr>
              <a:t>from</a:t>
            </a:r>
            <a:r>
              <a:rPr dirty="0" sz="4750" b="0">
                <a:solidFill>
                  <a:srgbClr val="FFFFFF"/>
                </a:solidFill>
                <a:latin typeface="Open Sans Light"/>
                <a:cs typeface="Open Sans Light"/>
              </a:rPr>
              <a:t>	</a:t>
            </a:r>
            <a:r>
              <a:rPr dirty="0" sz="4750" spc="-20" b="0">
                <a:solidFill>
                  <a:srgbClr val="FFFFFF"/>
                </a:solidFill>
                <a:latin typeface="Open Sans Light"/>
                <a:cs typeface="Open Sans Light"/>
              </a:rPr>
              <a:t>home</a:t>
            </a:r>
            <a:endParaRPr sz="4750">
              <a:latin typeface="Open Sans Light"/>
              <a:cs typeface="Open Sans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79099" y="10190748"/>
            <a:ext cx="192151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" b="1">
                <a:solidFill>
                  <a:srgbClr val="FFFFFF"/>
                </a:solidFill>
                <a:latin typeface="Open Sans"/>
                <a:cs typeface="Open Sans"/>
              </a:rPr>
              <a:t>DECEMBER</a:t>
            </a:r>
            <a:r>
              <a:rPr dirty="0" sz="1900" spc="-6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900" spc="-20" b="1">
                <a:solidFill>
                  <a:srgbClr val="FFFFFF"/>
                </a:solidFill>
                <a:latin typeface="Open Sans"/>
                <a:cs typeface="Open Sans"/>
              </a:rPr>
              <a:t>2021</a:t>
            </a:r>
            <a:endParaRPr sz="1900">
              <a:latin typeface="Open Sans"/>
              <a:cs typeface="Open San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811766" y="860821"/>
            <a:ext cx="137160" cy="546735"/>
          </a:xfrm>
          <a:custGeom>
            <a:avLst/>
            <a:gdLst/>
            <a:ahLst/>
            <a:cxnLst/>
            <a:rect l="l" t="t" r="r" b="b"/>
            <a:pathLst>
              <a:path w="137160" h="546735">
                <a:moveTo>
                  <a:pt x="136739" y="0"/>
                </a:moveTo>
                <a:lnTo>
                  <a:pt x="0" y="0"/>
                </a:lnTo>
                <a:lnTo>
                  <a:pt x="0" y="546245"/>
                </a:lnTo>
                <a:lnTo>
                  <a:pt x="136739" y="546245"/>
                </a:lnTo>
                <a:lnTo>
                  <a:pt x="1367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001734" y="994148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69">
                <a:moveTo>
                  <a:pt x="198999" y="0"/>
                </a:moveTo>
                <a:lnTo>
                  <a:pt x="154420" y="3435"/>
                </a:lnTo>
                <a:lnTo>
                  <a:pt x="115109" y="13741"/>
                </a:lnTo>
                <a:lnTo>
                  <a:pt x="81063" y="30917"/>
                </a:lnTo>
                <a:lnTo>
                  <a:pt x="29402" y="85215"/>
                </a:lnTo>
                <a:lnTo>
                  <a:pt x="13065" y="121002"/>
                </a:lnTo>
                <a:lnTo>
                  <a:pt x="3265" y="162320"/>
                </a:lnTo>
                <a:lnTo>
                  <a:pt x="0" y="209166"/>
                </a:lnTo>
                <a:lnTo>
                  <a:pt x="3340" y="255212"/>
                </a:lnTo>
                <a:lnTo>
                  <a:pt x="13332" y="296176"/>
                </a:lnTo>
                <a:lnTo>
                  <a:pt x="30003" y="332158"/>
                </a:lnTo>
                <a:lnTo>
                  <a:pt x="53349" y="363130"/>
                </a:lnTo>
                <a:lnTo>
                  <a:pt x="82311" y="388046"/>
                </a:lnTo>
                <a:lnTo>
                  <a:pt x="154085" y="416522"/>
                </a:lnTo>
                <a:lnTo>
                  <a:pt x="196894" y="420081"/>
                </a:lnTo>
                <a:lnTo>
                  <a:pt x="241311" y="416600"/>
                </a:lnTo>
                <a:lnTo>
                  <a:pt x="280509" y="406157"/>
                </a:lnTo>
                <a:lnTo>
                  <a:pt x="314485" y="388753"/>
                </a:lnTo>
                <a:lnTo>
                  <a:pt x="366117" y="333807"/>
                </a:lnTo>
                <a:lnTo>
                  <a:pt x="374081" y="316220"/>
                </a:lnTo>
                <a:lnTo>
                  <a:pt x="198276" y="316220"/>
                </a:lnTo>
                <a:lnTo>
                  <a:pt x="183353" y="314508"/>
                </a:lnTo>
                <a:lnTo>
                  <a:pt x="152477" y="288818"/>
                </a:lnTo>
                <a:lnTo>
                  <a:pt x="139696" y="233742"/>
                </a:lnTo>
                <a:lnTo>
                  <a:pt x="138843" y="209166"/>
                </a:lnTo>
                <a:lnTo>
                  <a:pt x="139696" y="184640"/>
                </a:lnTo>
                <a:lnTo>
                  <a:pt x="146512" y="145334"/>
                </a:lnTo>
                <a:lnTo>
                  <a:pt x="170569" y="110806"/>
                </a:lnTo>
                <a:lnTo>
                  <a:pt x="197575" y="104216"/>
                </a:lnTo>
                <a:lnTo>
                  <a:pt x="373745" y="104216"/>
                </a:lnTo>
                <a:lnTo>
                  <a:pt x="371213" y="98332"/>
                </a:lnTo>
                <a:lnTo>
                  <a:pt x="341797" y="56379"/>
                </a:lnTo>
                <a:lnTo>
                  <a:pt x="302147" y="25444"/>
                </a:lnTo>
                <a:lnTo>
                  <a:pt x="253977" y="6361"/>
                </a:lnTo>
                <a:lnTo>
                  <a:pt x="227336" y="1590"/>
                </a:lnTo>
                <a:lnTo>
                  <a:pt x="198999" y="0"/>
                </a:lnTo>
                <a:close/>
              </a:path>
              <a:path w="395605" h="420369">
                <a:moveTo>
                  <a:pt x="373745" y="104216"/>
                </a:moveTo>
                <a:lnTo>
                  <a:pt x="197575" y="104216"/>
                </a:lnTo>
                <a:lnTo>
                  <a:pt x="212489" y="105875"/>
                </a:lnTo>
                <a:lnTo>
                  <a:pt x="225036" y="110851"/>
                </a:lnTo>
                <a:lnTo>
                  <a:pt x="248861" y="145573"/>
                </a:lnTo>
                <a:lnTo>
                  <a:pt x="255498" y="184777"/>
                </a:lnTo>
                <a:lnTo>
                  <a:pt x="256327" y="209166"/>
                </a:lnTo>
                <a:lnTo>
                  <a:pt x="255510" y="233742"/>
                </a:lnTo>
                <a:lnTo>
                  <a:pt x="248963" y="273572"/>
                </a:lnTo>
                <a:lnTo>
                  <a:pt x="225432" y="309371"/>
                </a:lnTo>
                <a:lnTo>
                  <a:pt x="198276" y="316220"/>
                </a:lnTo>
                <a:lnTo>
                  <a:pt x="374081" y="316220"/>
                </a:lnTo>
                <a:lnTo>
                  <a:pt x="382450" y="297739"/>
                </a:lnTo>
                <a:lnTo>
                  <a:pt x="392243" y="256189"/>
                </a:lnTo>
                <a:lnTo>
                  <a:pt x="395506" y="209166"/>
                </a:lnTo>
                <a:lnTo>
                  <a:pt x="393988" y="178459"/>
                </a:lnTo>
                <a:lnTo>
                  <a:pt x="389434" y="149748"/>
                </a:lnTo>
                <a:lnTo>
                  <a:pt x="381843" y="123037"/>
                </a:lnTo>
                <a:lnTo>
                  <a:pt x="373745" y="1042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51534" y="1001322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749" y="0"/>
                </a:moveTo>
                <a:lnTo>
                  <a:pt x="0" y="0"/>
                </a:lnTo>
                <a:lnTo>
                  <a:pt x="0" y="405746"/>
                </a:lnTo>
                <a:lnTo>
                  <a:pt x="136749" y="405746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51537" y="860821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40">
                <a:moveTo>
                  <a:pt x="136749" y="0"/>
                </a:moveTo>
                <a:lnTo>
                  <a:pt x="0" y="0"/>
                </a:lnTo>
                <a:lnTo>
                  <a:pt x="0" y="91431"/>
                </a:lnTo>
                <a:lnTo>
                  <a:pt x="136749" y="91431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2642633" y="873767"/>
            <a:ext cx="1210945" cy="542290"/>
            <a:chOff x="2642633" y="873767"/>
            <a:chExt cx="1210945" cy="5422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5687" y="1258431"/>
              <a:ext cx="157314" cy="15730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642628" y="873778"/>
              <a:ext cx="1019810" cy="541020"/>
            </a:xfrm>
            <a:custGeom>
              <a:avLst/>
              <a:gdLst/>
              <a:ahLst/>
              <a:cxnLst/>
              <a:rect l="l" t="t" r="r" b="b"/>
              <a:pathLst>
                <a:path w="1019810" h="541019">
                  <a:moveTo>
                    <a:pt x="288836" y="415810"/>
                  </a:moveTo>
                  <a:lnTo>
                    <a:pt x="270281" y="421932"/>
                  </a:lnTo>
                  <a:lnTo>
                    <a:pt x="253072" y="426300"/>
                  </a:lnTo>
                  <a:lnTo>
                    <a:pt x="237223" y="428929"/>
                  </a:lnTo>
                  <a:lnTo>
                    <a:pt x="222719" y="429806"/>
                  </a:lnTo>
                  <a:lnTo>
                    <a:pt x="206527" y="427342"/>
                  </a:lnTo>
                  <a:lnTo>
                    <a:pt x="194945" y="419950"/>
                  </a:lnTo>
                  <a:lnTo>
                    <a:pt x="187998" y="407631"/>
                  </a:lnTo>
                  <a:lnTo>
                    <a:pt x="185674" y="390398"/>
                  </a:lnTo>
                  <a:lnTo>
                    <a:pt x="185674" y="232473"/>
                  </a:lnTo>
                  <a:lnTo>
                    <a:pt x="272935" y="232473"/>
                  </a:lnTo>
                  <a:lnTo>
                    <a:pt x="272935" y="127571"/>
                  </a:lnTo>
                  <a:lnTo>
                    <a:pt x="185674" y="127571"/>
                  </a:lnTo>
                  <a:lnTo>
                    <a:pt x="185674" y="0"/>
                  </a:lnTo>
                  <a:lnTo>
                    <a:pt x="47891" y="23977"/>
                  </a:lnTo>
                  <a:lnTo>
                    <a:pt x="47891" y="127571"/>
                  </a:lnTo>
                  <a:lnTo>
                    <a:pt x="0" y="127571"/>
                  </a:lnTo>
                  <a:lnTo>
                    <a:pt x="0" y="232473"/>
                  </a:lnTo>
                  <a:lnTo>
                    <a:pt x="47891" y="232473"/>
                  </a:lnTo>
                  <a:lnTo>
                    <a:pt x="47891" y="399732"/>
                  </a:lnTo>
                  <a:lnTo>
                    <a:pt x="49796" y="433222"/>
                  </a:lnTo>
                  <a:lnTo>
                    <a:pt x="64985" y="486295"/>
                  </a:lnTo>
                  <a:lnTo>
                    <a:pt x="95910" y="521004"/>
                  </a:lnTo>
                  <a:lnTo>
                    <a:pt x="145580" y="538289"/>
                  </a:lnTo>
                  <a:lnTo>
                    <a:pt x="177609" y="540448"/>
                  </a:lnTo>
                  <a:lnTo>
                    <a:pt x="193865" y="540131"/>
                  </a:lnTo>
                  <a:lnTo>
                    <a:pt x="236194" y="535241"/>
                  </a:lnTo>
                  <a:lnTo>
                    <a:pt x="275170" y="523544"/>
                  </a:lnTo>
                  <a:lnTo>
                    <a:pt x="288836" y="517906"/>
                  </a:lnTo>
                  <a:lnTo>
                    <a:pt x="288836" y="415810"/>
                  </a:lnTo>
                  <a:close/>
                </a:path>
                <a:path w="1019810" h="541019">
                  <a:moveTo>
                    <a:pt x="605332" y="415810"/>
                  </a:moveTo>
                  <a:lnTo>
                    <a:pt x="586778" y="421932"/>
                  </a:lnTo>
                  <a:lnTo>
                    <a:pt x="569582" y="426300"/>
                  </a:lnTo>
                  <a:lnTo>
                    <a:pt x="553732" y="428929"/>
                  </a:lnTo>
                  <a:lnTo>
                    <a:pt x="539229" y="429806"/>
                  </a:lnTo>
                  <a:lnTo>
                    <a:pt x="523024" y="427342"/>
                  </a:lnTo>
                  <a:lnTo>
                    <a:pt x="511454" y="419950"/>
                  </a:lnTo>
                  <a:lnTo>
                    <a:pt x="504507" y="407631"/>
                  </a:lnTo>
                  <a:lnTo>
                    <a:pt x="502183" y="390398"/>
                  </a:lnTo>
                  <a:lnTo>
                    <a:pt x="502183" y="232473"/>
                  </a:lnTo>
                  <a:lnTo>
                    <a:pt x="589470" y="232473"/>
                  </a:lnTo>
                  <a:lnTo>
                    <a:pt x="589470" y="127571"/>
                  </a:lnTo>
                  <a:lnTo>
                    <a:pt x="502183" y="127571"/>
                  </a:lnTo>
                  <a:lnTo>
                    <a:pt x="502183" y="0"/>
                  </a:lnTo>
                  <a:lnTo>
                    <a:pt x="364401" y="22402"/>
                  </a:lnTo>
                  <a:lnTo>
                    <a:pt x="364401" y="127571"/>
                  </a:lnTo>
                  <a:lnTo>
                    <a:pt x="316471" y="127571"/>
                  </a:lnTo>
                  <a:lnTo>
                    <a:pt x="316471" y="232473"/>
                  </a:lnTo>
                  <a:lnTo>
                    <a:pt x="364401" y="232473"/>
                  </a:lnTo>
                  <a:lnTo>
                    <a:pt x="364401" y="399732"/>
                  </a:lnTo>
                  <a:lnTo>
                    <a:pt x="366306" y="433222"/>
                  </a:lnTo>
                  <a:lnTo>
                    <a:pt x="381508" y="486295"/>
                  </a:lnTo>
                  <a:lnTo>
                    <a:pt x="412432" y="521004"/>
                  </a:lnTo>
                  <a:lnTo>
                    <a:pt x="462089" y="538289"/>
                  </a:lnTo>
                  <a:lnTo>
                    <a:pt x="494118" y="540448"/>
                  </a:lnTo>
                  <a:lnTo>
                    <a:pt x="510387" y="540131"/>
                  </a:lnTo>
                  <a:lnTo>
                    <a:pt x="552716" y="535241"/>
                  </a:lnTo>
                  <a:lnTo>
                    <a:pt x="591693" y="523544"/>
                  </a:lnTo>
                  <a:lnTo>
                    <a:pt x="605332" y="517906"/>
                  </a:lnTo>
                  <a:lnTo>
                    <a:pt x="605332" y="415810"/>
                  </a:lnTo>
                  <a:close/>
                </a:path>
                <a:path w="1019810" h="541019">
                  <a:moveTo>
                    <a:pt x="1019530" y="305917"/>
                  </a:moveTo>
                  <a:lnTo>
                    <a:pt x="1016482" y="263588"/>
                  </a:lnTo>
                  <a:lnTo>
                    <a:pt x="1007325" y="226529"/>
                  </a:lnTo>
                  <a:lnTo>
                    <a:pt x="970737" y="168198"/>
                  </a:lnTo>
                  <a:lnTo>
                    <a:pt x="911783" y="132346"/>
                  </a:lnTo>
                  <a:lnTo>
                    <a:pt x="895375" y="128384"/>
                  </a:lnTo>
                  <a:lnTo>
                    <a:pt x="895375" y="280111"/>
                  </a:lnTo>
                  <a:lnTo>
                    <a:pt x="777900" y="280111"/>
                  </a:lnTo>
                  <a:lnTo>
                    <a:pt x="789660" y="240118"/>
                  </a:lnTo>
                  <a:lnTo>
                    <a:pt x="825779" y="216611"/>
                  </a:lnTo>
                  <a:lnTo>
                    <a:pt x="837336" y="215646"/>
                  </a:lnTo>
                  <a:lnTo>
                    <a:pt x="849795" y="216738"/>
                  </a:lnTo>
                  <a:lnTo>
                    <a:pt x="885990" y="242722"/>
                  </a:lnTo>
                  <a:lnTo>
                    <a:pt x="895375" y="280111"/>
                  </a:lnTo>
                  <a:lnTo>
                    <a:pt x="895375" y="128384"/>
                  </a:lnTo>
                  <a:lnTo>
                    <a:pt x="874661" y="123380"/>
                  </a:lnTo>
                  <a:lnTo>
                    <a:pt x="832459" y="120396"/>
                  </a:lnTo>
                  <a:lnTo>
                    <a:pt x="788136" y="123825"/>
                  </a:lnTo>
                  <a:lnTo>
                    <a:pt x="749223" y="134124"/>
                  </a:lnTo>
                  <a:lnTo>
                    <a:pt x="687654" y="175361"/>
                  </a:lnTo>
                  <a:lnTo>
                    <a:pt x="649643" y="242277"/>
                  </a:lnTo>
                  <a:lnTo>
                    <a:pt x="640130" y="284708"/>
                  </a:lnTo>
                  <a:lnTo>
                    <a:pt x="636955" y="333108"/>
                  </a:lnTo>
                  <a:lnTo>
                    <a:pt x="640384" y="380022"/>
                  </a:lnTo>
                  <a:lnTo>
                    <a:pt x="650646" y="421246"/>
                  </a:lnTo>
                  <a:lnTo>
                    <a:pt x="667753" y="456755"/>
                  </a:lnTo>
                  <a:lnTo>
                    <a:pt x="691692" y="486562"/>
                  </a:lnTo>
                  <a:lnTo>
                    <a:pt x="721829" y="510133"/>
                  </a:lnTo>
                  <a:lnTo>
                    <a:pt x="757491" y="526973"/>
                  </a:lnTo>
                  <a:lnTo>
                    <a:pt x="798677" y="537083"/>
                  </a:lnTo>
                  <a:lnTo>
                    <a:pt x="845400" y="540448"/>
                  </a:lnTo>
                  <a:lnTo>
                    <a:pt x="868349" y="540042"/>
                  </a:lnTo>
                  <a:lnTo>
                    <a:pt x="909256" y="536816"/>
                  </a:lnTo>
                  <a:lnTo>
                    <a:pt x="960755" y="525030"/>
                  </a:lnTo>
                  <a:lnTo>
                    <a:pt x="993267" y="510921"/>
                  </a:lnTo>
                  <a:lnTo>
                    <a:pt x="977176" y="440918"/>
                  </a:lnTo>
                  <a:lnTo>
                    <a:pt x="972261" y="419506"/>
                  </a:lnTo>
                  <a:lnTo>
                    <a:pt x="928065" y="433908"/>
                  </a:lnTo>
                  <a:lnTo>
                    <a:pt x="879487" y="440474"/>
                  </a:lnTo>
                  <a:lnTo>
                    <a:pt x="861834" y="440918"/>
                  </a:lnTo>
                  <a:lnTo>
                    <a:pt x="843102" y="439699"/>
                  </a:lnTo>
                  <a:lnTo>
                    <a:pt x="799401" y="421576"/>
                  </a:lnTo>
                  <a:lnTo>
                    <a:pt x="777138" y="384289"/>
                  </a:lnTo>
                  <a:lnTo>
                    <a:pt x="775093" y="368198"/>
                  </a:lnTo>
                  <a:lnTo>
                    <a:pt x="1019530" y="368198"/>
                  </a:lnTo>
                  <a:lnTo>
                    <a:pt x="1019530" y="3059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884872" y="863110"/>
            <a:ext cx="874394" cy="551180"/>
          </a:xfrm>
          <a:custGeom>
            <a:avLst/>
            <a:gdLst/>
            <a:ahLst/>
            <a:cxnLst/>
            <a:rect l="l" t="t" r="r" b="b"/>
            <a:pathLst>
              <a:path w="874394" h="551180">
                <a:moveTo>
                  <a:pt x="450888" y="260464"/>
                </a:moveTo>
                <a:lnTo>
                  <a:pt x="446544" y="200914"/>
                </a:lnTo>
                <a:lnTo>
                  <a:pt x="433501" y="148831"/>
                </a:lnTo>
                <a:lnTo>
                  <a:pt x="418820" y="118681"/>
                </a:lnTo>
                <a:lnTo>
                  <a:pt x="411759" y="104178"/>
                </a:lnTo>
                <a:lnTo>
                  <a:pt x="381330" y="66967"/>
                </a:lnTo>
                <a:lnTo>
                  <a:pt x="342887" y="37680"/>
                </a:lnTo>
                <a:lnTo>
                  <a:pt x="301929" y="18948"/>
                </a:lnTo>
                <a:lnTo>
                  <a:pt x="301929" y="265645"/>
                </a:lnTo>
                <a:lnTo>
                  <a:pt x="300012" y="303072"/>
                </a:lnTo>
                <a:lnTo>
                  <a:pt x="284746" y="362521"/>
                </a:lnTo>
                <a:lnTo>
                  <a:pt x="253961" y="401535"/>
                </a:lnTo>
                <a:lnTo>
                  <a:pt x="206006" y="420966"/>
                </a:lnTo>
                <a:lnTo>
                  <a:pt x="175475" y="423405"/>
                </a:lnTo>
                <a:lnTo>
                  <a:pt x="143510" y="423405"/>
                </a:lnTo>
                <a:lnTo>
                  <a:pt x="143510" y="118681"/>
                </a:lnTo>
                <a:lnTo>
                  <a:pt x="185280" y="118681"/>
                </a:lnTo>
                <a:lnTo>
                  <a:pt x="236664" y="127711"/>
                </a:lnTo>
                <a:lnTo>
                  <a:pt x="273037" y="154774"/>
                </a:lnTo>
                <a:lnTo>
                  <a:pt x="294703" y="200558"/>
                </a:lnTo>
                <a:lnTo>
                  <a:pt x="301929" y="265645"/>
                </a:lnTo>
                <a:lnTo>
                  <a:pt x="301929" y="18948"/>
                </a:lnTo>
                <a:lnTo>
                  <a:pt x="297154" y="16751"/>
                </a:lnTo>
                <a:lnTo>
                  <a:pt x="244144" y="4191"/>
                </a:lnTo>
                <a:lnTo>
                  <a:pt x="183832" y="0"/>
                </a:lnTo>
                <a:lnTo>
                  <a:pt x="0" y="0"/>
                </a:lnTo>
                <a:lnTo>
                  <a:pt x="0" y="543966"/>
                </a:lnTo>
                <a:lnTo>
                  <a:pt x="171843" y="543966"/>
                </a:lnTo>
                <a:lnTo>
                  <a:pt x="222516" y="541020"/>
                </a:lnTo>
                <a:lnTo>
                  <a:pt x="268439" y="532180"/>
                </a:lnTo>
                <a:lnTo>
                  <a:pt x="309600" y="517436"/>
                </a:lnTo>
                <a:lnTo>
                  <a:pt x="346011" y="496811"/>
                </a:lnTo>
                <a:lnTo>
                  <a:pt x="377672" y="470281"/>
                </a:lnTo>
                <a:lnTo>
                  <a:pt x="404025" y="438315"/>
                </a:lnTo>
                <a:lnTo>
                  <a:pt x="424535" y="401358"/>
                </a:lnTo>
                <a:lnTo>
                  <a:pt x="439178" y="359384"/>
                </a:lnTo>
                <a:lnTo>
                  <a:pt x="447967" y="312420"/>
                </a:lnTo>
                <a:lnTo>
                  <a:pt x="450888" y="260464"/>
                </a:lnTo>
                <a:close/>
              </a:path>
              <a:path w="874394" h="551180">
                <a:moveTo>
                  <a:pt x="874001" y="316585"/>
                </a:moveTo>
                <a:lnTo>
                  <a:pt x="870953" y="274256"/>
                </a:lnTo>
                <a:lnTo>
                  <a:pt x="861822" y="237197"/>
                </a:lnTo>
                <a:lnTo>
                  <a:pt x="825233" y="178866"/>
                </a:lnTo>
                <a:lnTo>
                  <a:pt x="766267" y="143014"/>
                </a:lnTo>
                <a:lnTo>
                  <a:pt x="749858" y="139052"/>
                </a:lnTo>
                <a:lnTo>
                  <a:pt x="749858" y="290779"/>
                </a:lnTo>
                <a:lnTo>
                  <a:pt x="632371" y="290779"/>
                </a:lnTo>
                <a:lnTo>
                  <a:pt x="644144" y="250786"/>
                </a:lnTo>
                <a:lnTo>
                  <a:pt x="680250" y="227279"/>
                </a:lnTo>
                <a:lnTo>
                  <a:pt x="691832" y="226314"/>
                </a:lnTo>
                <a:lnTo>
                  <a:pt x="704265" y="227406"/>
                </a:lnTo>
                <a:lnTo>
                  <a:pt x="740460" y="253390"/>
                </a:lnTo>
                <a:lnTo>
                  <a:pt x="749858" y="290779"/>
                </a:lnTo>
                <a:lnTo>
                  <a:pt x="749858" y="139052"/>
                </a:lnTo>
                <a:lnTo>
                  <a:pt x="729145" y="134048"/>
                </a:lnTo>
                <a:lnTo>
                  <a:pt x="686917" y="131064"/>
                </a:lnTo>
                <a:lnTo>
                  <a:pt x="642594" y="134493"/>
                </a:lnTo>
                <a:lnTo>
                  <a:pt x="603694" y="144792"/>
                </a:lnTo>
                <a:lnTo>
                  <a:pt x="542150" y="186029"/>
                </a:lnTo>
                <a:lnTo>
                  <a:pt x="504113" y="252945"/>
                </a:lnTo>
                <a:lnTo>
                  <a:pt x="494601" y="295376"/>
                </a:lnTo>
                <a:lnTo>
                  <a:pt x="491426" y="343776"/>
                </a:lnTo>
                <a:lnTo>
                  <a:pt x="494855" y="390690"/>
                </a:lnTo>
                <a:lnTo>
                  <a:pt x="505117" y="431914"/>
                </a:lnTo>
                <a:lnTo>
                  <a:pt x="522224" y="467423"/>
                </a:lnTo>
                <a:lnTo>
                  <a:pt x="546176" y="497230"/>
                </a:lnTo>
                <a:lnTo>
                  <a:pt x="576300" y="520801"/>
                </a:lnTo>
                <a:lnTo>
                  <a:pt x="611962" y="537641"/>
                </a:lnTo>
                <a:lnTo>
                  <a:pt x="653148" y="547751"/>
                </a:lnTo>
                <a:lnTo>
                  <a:pt x="699871" y="551116"/>
                </a:lnTo>
                <a:lnTo>
                  <a:pt x="722820" y="550710"/>
                </a:lnTo>
                <a:lnTo>
                  <a:pt x="763727" y="547484"/>
                </a:lnTo>
                <a:lnTo>
                  <a:pt x="815238" y="535698"/>
                </a:lnTo>
                <a:lnTo>
                  <a:pt x="847750" y="521589"/>
                </a:lnTo>
                <a:lnTo>
                  <a:pt x="831646" y="451586"/>
                </a:lnTo>
                <a:lnTo>
                  <a:pt x="826731" y="430174"/>
                </a:lnTo>
                <a:lnTo>
                  <a:pt x="782561" y="444576"/>
                </a:lnTo>
                <a:lnTo>
                  <a:pt x="733958" y="451142"/>
                </a:lnTo>
                <a:lnTo>
                  <a:pt x="716305" y="451586"/>
                </a:lnTo>
                <a:lnTo>
                  <a:pt x="697585" y="450367"/>
                </a:lnTo>
                <a:lnTo>
                  <a:pt x="653872" y="432244"/>
                </a:lnTo>
                <a:lnTo>
                  <a:pt x="631621" y="394957"/>
                </a:lnTo>
                <a:lnTo>
                  <a:pt x="629577" y="378866"/>
                </a:lnTo>
                <a:lnTo>
                  <a:pt x="874001" y="378866"/>
                </a:lnTo>
                <a:lnTo>
                  <a:pt x="874001" y="3165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66536" y="4833373"/>
            <a:ext cx="618023" cy="153842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44792" y="6436252"/>
            <a:ext cx="218277" cy="214831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53970" y="6838007"/>
            <a:ext cx="153597" cy="153597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66542" y="7222308"/>
            <a:ext cx="130142" cy="130153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70931" y="7222308"/>
            <a:ext cx="130142" cy="130153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75321" y="7222308"/>
            <a:ext cx="130142" cy="130153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6484429" y="2061503"/>
            <a:ext cx="4907280" cy="4458335"/>
            <a:chOff x="6484429" y="2061503"/>
            <a:chExt cx="4907280" cy="4458335"/>
          </a:xfrm>
        </p:grpSpPr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72278" y="2061503"/>
              <a:ext cx="4457874" cy="4457906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6707335" y="3843581"/>
              <a:ext cx="127000" cy="178435"/>
            </a:xfrm>
            <a:custGeom>
              <a:avLst/>
              <a:gdLst/>
              <a:ahLst/>
              <a:cxnLst/>
              <a:rect l="l" t="t" r="r" b="b"/>
              <a:pathLst>
                <a:path w="127000" h="178435">
                  <a:moveTo>
                    <a:pt x="0" y="178151"/>
                  </a:moveTo>
                  <a:lnTo>
                    <a:pt x="3185" y="98558"/>
                  </a:lnTo>
                  <a:lnTo>
                    <a:pt x="17470" y="53469"/>
                  </a:lnTo>
                  <a:lnTo>
                    <a:pt x="54758" y="26184"/>
                  </a:lnTo>
                  <a:lnTo>
                    <a:pt x="126949" y="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84429" y="3872020"/>
              <a:ext cx="132106" cy="8452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16636" y="3695058"/>
              <a:ext cx="105592" cy="117856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29729" y="3872020"/>
              <a:ext cx="132106" cy="84525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24037" y="3695058"/>
              <a:ext cx="105592" cy="117856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39415" y="4863681"/>
              <a:ext cx="216485" cy="96493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95914" y="4891661"/>
              <a:ext cx="175495" cy="83976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91936" y="4990752"/>
              <a:ext cx="82939" cy="227208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552366" y="2355840"/>
              <a:ext cx="838728" cy="838738"/>
            </a:xfrm>
            <a:prstGeom prst="rect">
              <a:avLst/>
            </a:prstGeom>
          </p:spPr>
        </p:pic>
      </p:grpSp>
      <p:grpSp>
        <p:nvGrpSpPr>
          <p:cNvPr id="30" name="object 30" descr=""/>
          <p:cNvGrpSpPr/>
          <p:nvPr/>
        </p:nvGrpSpPr>
        <p:grpSpPr>
          <a:xfrm>
            <a:off x="6561941" y="2051347"/>
            <a:ext cx="7092950" cy="7115809"/>
            <a:chOff x="6561941" y="2051347"/>
            <a:chExt cx="7092950" cy="7115809"/>
          </a:xfrm>
        </p:grpSpPr>
        <p:pic>
          <p:nvPicPr>
            <p:cNvPr id="31" name="object 3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61941" y="2051347"/>
              <a:ext cx="7092577" cy="7092433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96686" y="4685831"/>
              <a:ext cx="4457832" cy="4457948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9344276" y="7955751"/>
              <a:ext cx="1538605" cy="618490"/>
            </a:xfrm>
            <a:custGeom>
              <a:avLst/>
              <a:gdLst/>
              <a:ahLst/>
              <a:cxnLst/>
              <a:rect l="l" t="t" r="r" b="b"/>
              <a:pathLst>
                <a:path w="1538604" h="618490">
                  <a:moveTo>
                    <a:pt x="1399643" y="0"/>
                  </a:moveTo>
                  <a:lnTo>
                    <a:pt x="1353054" y="11950"/>
                  </a:lnTo>
                  <a:lnTo>
                    <a:pt x="1306110" y="23002"/>
                  </a:lnTo>
                  <a:lnTo>
                    <a:pt x="1258822" y="33145"/>
                  </a:lnTo>
                  <a:lnTo>
                    <a:pt x="1211199" y="42371"/>
                  </a:lnTo>
                  <a:lnTo>
                    <a:pt x="1163251" y="50668"/>
                  </a:lnTo>
                  <a:lnTo>
                    <a:pt x="1114988" y="58027"/>
                  </a:lnTo>
                  <a:lnTo>
                    <a:pt x="1066419" y="64437"/>
                  </a:lnTo>
                  <a:lnTo>
                    <a:pt x="1017556" y="69889"/>
                  </a:lnTo>
                  <a:lnTo>
                    <a:pt x="968406" y="74372"/>
                  </a:lnTo>
                  <a:lnTo>
                    <a:pt x="918981" y="77876"/>
                  </a:lnTo>
                  <a:lnTo>
                    <a:pt x="869290" y="80391"/>
                  </a:lnTo>
                  <a:lnTo>
                    <a:pt x="819342" y="81908"/>
                  </a:lnTo>
                  <a:lnTo>
                    <a:pt x="769149" y="82416"/>
                  </a:lnTo>
                  <a:lnTo>
                    <a:pt x="718949" y="81908"/>
                  </a:lnTo>
                  <a:lnTo>
                    <a:pt x="668998" y="80391"/>
                  </a:lnTo>
                  <a:lnTo>
                    <a:pt x="619305" y="77876"/>
                  </a:lnTo>
                  <a:lnTo>
                    <a:pt x="569879" y="74372"/>
                  </a:lnTo>
                  <a:lnTo>
                    <a:pt x="520729" y="69889"/>
                  </a:lnTo>
                  <a:lnTo>
                    <a:pt x="471866" y="64437"/>
                  </a:lnTo>
                  <a:lnTo>
                    <a:pt x="423298" y="58027"/>
                  </a:lnTo>
                  <a:lnTo>
                    <a:pt x="375035" y="50668"/>
                  </a:lnTo>
                  <a:lnTo>
                    <a:pt x="327087" y="42371"/>
                  </a:lnTo>
                  <a:lnTo>
                    <a:pt x="279462" y="33145"/>
                  </a:lnTo>
                  <a:lnTo>
                    <a:pt x="232170" y="23002"/>
                  </a:lnTo>
                  <a:lnTo>
                    <a:pt x="185221" y="11950"/>
                  </a:lnTo>
                  <a:lnTo>
                    <a:pt x="138624" y="0"/>
                  </a:lnTo>
                  <a:lnTo>
                    <a:pt x="0" y="517418"/>
                  </a:lnTo>
                  <a:lnTo>
                    <a:pt x="49231" y="530127"/>
                  </a:lnTo>
                  <a:lnTo>
                    <a:pt x="98787" y="542012"/>
                  </a:lnTo>
                  <a:lnTo>
                    <a:pt x="148661" y="553065"/>
                  </a:lnTo>
                  <a:lnTo>
                    <a:pt x="198844" y="563279"/>
                  </a:lnTo>
                  <a:lnTo>
                    <a:pt x="249329" y="572646"/>
                  </a:lnTo>
                  <a:lnTo>
                    <a:pt x="300109" y="581158"/>
                  </a:lnTo>
                  <a:lnTo>
                    <a:pt x="351176" y="588807"/>
                  </a:lnTo>
                  <a:lnTo>
                    <a:pt x="402523" y="595586"/>
                  </a:lnTo>
                  <a:lnTo>
                    <a:pt x="454142" y="601486"/>
                  </a:lnTo>
                  <a:lnTo>
                    <a:pt x="506026" y="606500"/>
                  </a:lnTo>
                  <a:lnTo>
                    <a:pt x="558166" y="610620"/>
                  </a:lnTo>
                  <a:lnTo>
                    <a:pt x="610556" y="613838"/>
                  </a:lnTo>
                  <a:lnTo>
                    <a:pt x="663188" y="616146"/>
                  </a:lnTo>
                  <a:lnTo>
                    <a:pt x="716055" y="617536"/>
                  </a:lnTo>
                  <a:lnTo>
                    <a:pt x="769149" y="618002"/>
                  </a:lnTo>
                  <a:lnTo>
                    <a:pt x="822237" y="617536"/>
                  </a:lnTo>
                  <a:lnTo>
                    <a:pt x="875100" y="616146"/>
                  </a:lnTo>
                  <a:lnTo>
                    <a:pt x="927729" y="613838"/>
                  </a:lnTo>
                  <a:lnTo>
                    <a:pt x="980118" y="610620"/>
                  </a:lnTo>
                  <a:lnTo>
                    <a:pt x="1032258" y="606500"/>
                  </a:lnTo>
                  <a:lnTo>
                    <a:pt x="1084141" y="601486"/>
                  </a:lnTo>
                  <a:lnTo>
                    <a:pt x="1135761" y="595586"/>
                  </a:lnTo>
                  <a:lnTo>
                    <a:pt x="1187109" y="588807"/>
                  </a:lnTo>
                  <a:lnTo>
                    <a:pt x="1238177" y="581158"/>
                  </a:lnTo>
                  <a:lnTo>
                    <a:pt x="1288959" y="572646"/>
                  </a:lnTo>
                  <a:lnTo>
                    <a:pt x="1339445" y="563279"/>
                  </a:lnTo>
                  <a:lnTo>
                    <a:pt x="1389629" y="553065"/>
                  </a:lnTo>
                  <a:lnTo>
                    <a:pt x="1439502" y="542012"/>
                  </a:lnTo>
                  <a:lnTo>
                    <a:pt x="1489058" y="530127"/>
                  </a:lnTo>
                  <a:lnTo>
                    <a:pt x="1538288" y="517418"/>
                  </a:lnTo>
                  <a:lnTo>
                    <a:pt x="1399643" y="0"/>
                  </a:lnTo>
                  <a:close/>
                </a:path>
              </a:pathLst>
            </a:custGeom>
            <a:solidFill>
              <a:srgbClr val="0437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344276" y="2631472"/>
              <a:ext cx="1538605" cy="619125"/>
            </a:xfrm>
            <a:custGeom>
              <a:avLst/>
              <a:gdLst/>
              <a:ahLst/>
              <a:cxnLst/>
              <a:rect l="l" t="t" r="r" b="b"/>
              <a:pathLst>
                <a:path w="1538604" h="619125">
                  <a:moveTo>
                    <a:pt x="769149" y="0"/>
                  </a:moveTo>
                  <a:lnTo>
                    <a:pt x="716055" y="465"/>
                  </a:lnTo>
                  <a:lnTo>
                    <a:pt x="663188" y="1857"/>
                  </a:lnTo>
                  <a:lnTo>
                    <a:pt x="610556" y="4168"/>
                  </a:lnTo>
                  <a:lnTo>
                    <a:pt x="558166" y="7389"/>
                  </a:lnTo>
                  <a:lnTo>
                    <a:pt x="506026" y="11512"/>
                  </a:lnTo>
                  <a:lnTo>
                    <a:pt x="454142" y="16529"/>
                  </a:lnTo>
                  <a:lnTo>
                    <a:pt x="402523" y="22433"/>
                  </a:lnTo>
                  <a:lnTo>
                    <a:pt x="351176" y="29215"/>
                  </a:lnTo>
                  <a:lnTo>
                    <a:pt x="300109" y="36868"/>
                  </a:lnTo>
                  <a:lnTo>
                    <a:pt x="249329" y="45383"/>
                  </a:lnTo>
                  <a:lnTo>
                    <a:pt x="198844" y="54752"/>
                  </a:lnTo>
                  <a:lnTo>
                    <a:pt x="148661" y="64968"/>
                  </a:lnTo>
                  <a:lnTo>
                    <a:pt x="98787" y="76022"/>
                  </a:lnTo>
                  <a:lnTo>
                    <a:pt x="49231" y="87907"/>
                  </a:lnTo>
                  <a:lnTo>
                    <a:pt x="0" y="100614"/>
                  </a:lnTo>
                  <a:lnTo>
                    <a:pt x="138885" y="618965"/>
                  </a:lnTo>
                  <a:lnTo>
                    <a:pt x="186656" y="606649"/>
                  </a:lnTo>
                  <a:lnTo>
                    <a:pt x="234615" y="595316"/>
                  </a:lnTo>
                  <a:lnTo>
                    <a:pt x="282743" y="584965"/>
                  </a:lnTo>
                  <a:lnTo>
                    <a:pt x="331021" y="575598"/>
                  </a:lnTo>
                  <a:lnTo>
                    <a:pt x="379431" y="567214"/>
                  </a:lnTo>
                  <a:lnTo>
                    <a:pt x="427953" y="559815"/>
                  </a:lnTo>
                  <a:lnTo>
                    <a:pt x="476568" y="553401"/>
                  </a:lnTo>
                  <a:lnTo>
                    <a:pt x="525257" y="547972"/>
                  </a:lnTo>
                  <a:lnTo>
                    <a:pt x="574002" y="543529"/>
                  </a:lnTo>
                  <a:lnTo>
                    <a:pt x="622782" y="540073"/>
                  </a:lnTo>
                  <a:lnTo>
                    <a:pt x="671579" y="537603"/>
                  </a:lnTo>
                  <a:lnTo>
                    <a:pt x="720375" y="536121"/>
                  </a:lnTo>
                  <a:lnTo>
                    <a:pt x="769149" y="535627"/>
                  </a:lnTo>
                  <a:lnTo>
                    <a:pt x="819342" y="536135"/>
                  </a:lnTo>
                  <a:lnTo>
                    <a:pt x="869290" y="537651"/>
                  </a:lnTo>
                  <a:lnTo>
                    <a:pt x="918981" y="540166"/>
                  </a:lnTo>
                  <a:lnTo>
                    <a:pt x="968406" y="543669"/>
                  </a:lnTo>
                  <a:lnTo>
                    <a:pt x="1017556" y="548150"/>
                  </a:lnTo>
                  <a:lnTo>
                    <a:pt x="1066419" y="553600"/>
                  </a:lnTo>
                  <a:lnTo>
                    <a:pt x="1114988" y="560009"/>
                  </a:lnTo>
                  <a:lnTo>
                    <a:pt x="1163251" y="567365"/>
                  </a:lnTo>
                  <a:lnTo>
                    <a:pt x="1211199" y="575660"/>
                  </a:lnTo>
                  <a:lnTo>
                    <a:pt x="1258822" y="584884"/>
                  </a:lnTo>
                  <a:lnTo>
                    <a:pt x="1306110" y="595025"/>
                  </a:lnTo>
                  <a:lnTo>
                    <a:pt x="1353054" y="606075"/>
                  </a:lnTo>
                  <a:lnTo>
                    <a:pt x="1399643" y="618023"/>
                  </a:lnTo>
                  <a:lnTo>
                    <a:pt x="1538288" y="100614"/>
                  </a:lnTo>
                  <a:lnTo>
                    <a:pt x="1489049" y="87907"/>
                  </a:lnTo>
                  <a:lnTo>
                    <a:pt x="1439487" y="76022"/>
                  </a:lnTo>
                  <a:lnTo>
                    <a:pt x="1389609" y="64968"/>
                  </a:lnTo>
                  <a:lnTo>
                    <a:pt x="1339422" y="54752"/>
                  </a:lnTo>
                  <a:lnTo>
                    <a:pt x="1288935" y="45383"/>
                  </a:lnTo>
                  <a:lnTo>
                    <a:pt x="1238155" y="36868"/>
                  </a:lnTo>
                  <a:lnTo>
                    <a:pt x="1187088" y="29215"/>
                  </a:lnTo>
                  <a:lnTo>
                    <a:pt x="1135743" y="22433"/>
                  </a:lnTo>
                  <a:lnTo>
                    <a:pt x="1084126" y="16529"/>
                  </a:lnTo>
                  <a:lnTo>
                    <a:pt x="1032246" y="11512"/>
                  </a:lnTo>
                  <a:lnTo>
                    <a:pt x="980110" y="7389"/>
                  </a:lnTo>
                  <a:lnTo>
                    <a:pt x="927724" y="4168"/>
                  </a:lnTo>
                  <a:lnTo>
                    <a:pt x="875097" y="1857"/>
                  </a:lnTo>
                  <a:lnTo>
                    <a:pt x="822236" y="465"/>
                  </a:lnTo>
                  <a:lnTo>
                    <a:pt x="769149" y="0"/>
                  </a:lnTo>
                  <a:close/>
                </a:path>
              </a:pathLst>
            </a:custGeom>
            <a:solidFill>
              <a:srgbClr val="000A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142281" y="4833419"/>
              <a:ext cx="618490" cy="1538605"/>
            </a:xfrm>
            <a:custGeom>
              <a:avLst/>
              <a:gdLst/>
              <a:ahLst/>
              <a:cxnLst/>
              <a:rect l="l" t="t" r="r" b="b"/>
              <a:pathLst>
                <a:path w="618490" h="1538604">
                  <a:moveTo>
                    <a:pt x="100593" y="0"/>
                  </a:moveTo>
                  <a:lnTo>
                    <a:pt x="87890" y="49230"/>
                  </a:lnTo>
                  <a:lnTo>
                    <a:pt x="76009" y="98788"/>
                  </a:lnTo>
                  <a:lnTo>
                    <a:pt x="64957" y="148664"/>
                  </a:lnTo>
                  <a:lnTo>
                    <a:pt x="54744" y="198852"/>
                  </a:lnTo>
                  <a:lnTo>
                    <a:pt x="45376" y="249343"/>
                  </a:lnTo>
                  <a:lnTo>
                    <a:pt x="36863" y="300130"/>
                  </a:lnTo>
                  <a:lnTo>
                    <a:pt x="29212" y="351204"/>
                  </a:lnTo>
                  <a:lnTo>
                    <a:pt x="22431" y="402558"/>
                  </a:lnTo>
                  <a:lnTo>
                    <a:pt x="16528" y="454184"/>
                  </a:lnTo>
                  <a:lnTo>
                    <a:pt x="11511" y="506074"/>
                  </a:lnTo>
                  <a:lnTo>
                    <a:pt x="7388" y="558221"/>
                  </a:lnTo>
                  <a:lnTo>
                    <a:pt x="4168" y="610616"/>
                  </a:lnTo>
                  <a:lnTo>
                    <a:pt x="1857" y="663251"/>
                  </a:lnTo>
                  <a:lnTo>
                    <a:pt x="465" y="716119"/>
                  </a:lnTo>
                  <a:lnTo>
                    <a:pt x="0" y="769212"/>
                  </a:lnTo>
                  <a:lnTo>
                    <a:pt x="465" y="822301"/>
                  </a:lnTo>
                  <a:lnTo>
                    <a:pt x="1855" y="875165"/>
                  </a:lnTo>
                  <a:lnTo>
                    <a:pt x="4164" y="927798"/>
                  </a:lnTo>
                  <a:lnTo>
                    <a:pt x="7382" y="980191"/>
                  </a:lnTo>
                  <a:lnTo>
                    <a:pt x="11502" y="1032336"/>
                  </a:lnTo>
                  <a:lnTo>
                    <a:pt x="16516" y="1084225"/>
                  </a:lnTo>
                  <a:lnTo>
                    <a:pt x="22416" y="1135852"/>
                  </a:lnTo>
                  <a:lnTo>
                    <a:pt x="29195" y="1187207"/>
                  </a:lnTo>
                  <a:lnTo>
                    <a:pt x="36845" y="1238283"/>
                  </a:lnTo>
                  <a:lnTo>
                    <a:pt x="45358" y="1289073"/>
                  </a:lnTo>
                  <a:lnTo>
                    <a:pt x="54726" y="1339567"/>
                  </a:lnTo>
                  <a:lnTo>
                    <a:pt x="64941" y="1389760"/>
                  </a:lnTo>
                  <a:lnTo>
                    <a:pt x="75996" y="1439642"/>
                  </a:lnTo>
                  <a:lnTo>
                    <a:pt x="87883" y="1489206"/>
                  </a:lnTo>
                  <a:lnTo>
                    <a:pt x="100593" y="1538445"/>
                  </a:lnTo>
                  <a:lnTo>
                    <a:pt x="618023" y="1399758"/>
                  </a:lnTo>
                  <a:lnTo>
                    <a:pt x="606066" y="1353164"/>
                  </a:lnTo>
                  <a:lnTo>
                    <a:pt x="595010" y="1306217"/>
                  </a:lnTo>
                  <a:lnTo>
                    <a:pt x="584864" y="1258925"/>
                  </a:lnTo>
                  <a:lnTo>
                    <a:pt x="575637" y="1211299"/>
                  </a:lnTo>
                  <a:lnTo>
                    <a:pt x="567340" y="1163348"/>
                  </a:lnTo>
                  <a:lnTo>
                    <a:pt x="559983" y="1115082"/>
                  </a:lnTo>
                  <a:lnTo>
                    <a:pt x="553574" y="1066511"/>
                  </a:lnTo>
                  <a:lnTo>
                    <a:pt x="548125" y="1017644"/>
                  </a:lnTo>
                  <a:lnTo>
                    <a:pt x="543644" y="968491"/>
                  </a:lnTo>
                  <a:lnTo>
                    <a:pt x="540142" y="919061"/>
                  </a:lnTo>
                  <a:lnTo>
                    <a:pt x="537629" y="869365"/>
                  </a:lnTo>
                  <a:lnTo>
                    <a:pt x="536114" y="819412"/>
                  </a:lnTo>
                  <a:lnTo>
                    <a:pt x="535606" y="769212"/>
                  </a:lnTo>
                  <a:lnTo>
                    <a:pt x="536114" y="719012"/>
                  </a:lnTo>
                  <a:lnTo>
                    <a:pt x="537629" y="669061"/>
                  </a:lnTo>
                  <a:lnTo>
                    <a:pt x="540142" y="619368"/>
                  </a:lnTo>
                  <a:lnTo>
                    <a:pt x="543644" y="569942"/>
                  </a:lnTo>
                  <a:lnTo>
                    <a:pt x="548125" y="520792"/>
                  </a:lnTo>
                  <a:lnTo>
                    <a:pt x="553574" y="471929"/>
                  </a:lnTo>
                  <a:lnTo>
                    <a:pt x="559983" y="423361"/>
                  </a:lnTo>
                  <a:lnTo>
                    <a:pt x="567340" y="375098"/>
                  </a:lnTo>
                  <a:lnTo>
                    <a:pt x="575637" y="327150"/>
                  </a:lnTo>
                  <a:lnTo>
                    <a:pt x="584864" y="279525"/>
                  </a:lnTo>
                  <a:lnTo>
                    <a:pt x="595010" y="232233"/>
                  </a:lnTo>
                  <a:lnTo>
                    <a:pt x="606066" y="185284"/>
                  </a:lnTo>
                  <a:lnTo>
                    <a:pt x="618023" y="138686"/>
                  </a:lnTo>
                  <a:lnTo>
                    <a:pt x="10059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121549" y="5033732"/>
              <a:ext cx="754380" cy="902335"/>
            </a:xfrm>
            <a:custGeom>
              <a:avLst/>
              <a:gdLst/>
              <a:ahLst/>
              <a:cxnLst/>
              <a:rect l="l" t="t" r="r" b="b"/>
              <a:pathLst>
                <a:path w="754379" h="902335">
                  <a:moveTo>
                    <a:pt x="696031" y="0"/>
                  </a:moveTo>
                  <a:lnTo>
                    <a:pt x="0" y="599657"/>
                  </a:lnTo>
                  <a:lnTo>
                    <a:pt x="33318" y="901857"/>
                  </a:lnTo>
                  <a:lnTo>
                    <a:pt x="376128" y="835891"/>
                  </a:lnTo>
                  <a:lnTo>
                    <a:pt x="562777" y="775664"/>
                  </a:lnTo>
                  <a:lnTo>
                    <a:pt x="658406" y="686762"/>
                  </a:lnTo>
                  <a:lnTo>
                    <a:pt x="728155" y="534769"/>
                  </a:lnTo>
                  <a:lnTo>
                    <a:pt x="754248" y="373946"/>
                  </a:lnTo>
                  <a:lnTo>
                    <a:pt x="739748" y="198704"/>
                  </a:lnTo>
                  <a:lnTo>
                    <a:pt x="711421" y="57802"/>
                  </a:lnTo>
                  <a:lnTo>
                    <a:pt x="696031" y="0"/>
                  </a:lnTo>
                  <a:close/>
                </a:path>
              </a:pathLst>
            </a:custGeom>
            <a:solidFill>
              <a:srgbClr val="3858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607409" y="4928436"/>
              <a:ext cx="1424305" cy="1911985"/>
            </a:xfrm>
            <a:custGeom>
              <a:avLst/>
              <a:gdLst/>
              <a:ahLst/>
              <a:cxnLst/>
              <a:rect l="l" t="t" r="r" b="b"/>
              <a:pathLst>
                <a:path w="1424304" h="1911984">
                  <a:moveTo>
                    <a:pt x="517136" y="0"/>
                  </a:moveTo>
                  <a:lnTo>
                    <a:pt x="210171" y="105295"/>
                  </a:lnTo>
                  <a:lnTo>
                    <a:pt x="102719" y="327992"/>
                  </a:lnTo>
                  <a:lnTo>
                    <a:pt x="45009" y="454649"/>
                  </a:lnTo>
                  <a:lnTo>
                    <a:pt x="17337" y="532450"/>
                  </a:lnTo>
                  <a:lnTo>
                    <a:pt x="0" y="608578"/>
                  </a:lnTo>
                  <a:lnTo>
                    <a:pt x="6683" y="736740"/>
                  </a:lnTo>
                  <a:lnTo>
                    <a:pt x="45744" y="900373"/>
                  </a:lnTo>
                  <a:lnTo>
                    <a:pt x="89490" y="1041251"/>
                  </a:lnTo>
                  <a:lnTo>
                    <a:pt x="110227" y="1101149"/>
                  </a:lnTo>
                  <a:lnTo>
                    <a:pt x="103085" y="1911397"/>
                  </a:lnTo>
                  <a:lnTo>
                    <a:pt x="1241721" y="1911397"/>
                  </a:lnTo>
                  <a:lnTo>
                    <a:pt x="1179534" y="1573586"/>
                  </a:lnTo>
                  <a:lnTo>
                    <a:pt x="1132406" y="1377325"/>
                  </a:lnTo>
                  <a:lnTo>
                    <a:pt x="1076579" y="1247324"/>
                  </a:lnTo>
                  <a:lnTo>
                    <a:pt x="988294" y="1108290"/>
                  </a:lnTo>
                  <a:lnTo>
                    <a:pt x="1213942" y="723383"/>
                  </a:lnTo>
                  <a:lnTo>
                    <a:pt x="1334519" y="505288"/>
                  </a:lnTo>
                  <a:lnTo>
                    <a:pt x="1390849" y="373193"/>
                  </a:lnTo>
                  <a:lnTo>
                    <a:pt x="1423757" y="246285"/>
                  </a:lnTo>
                  <a:lnTo>
                    <a:pt x="1040052" y="12491"/>
                  </a:lnTo>
                  <a:lnTo>
                    <a:pt x="517136" y="0"/>
                  </a:lnTo>
                  <a:close/>
                </a:path>
              </a:pathLst>
            </a:custGeom>
            <a:solidFill>
              <a:srgbClr val="546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202188" y="4538359"/>
              <a:ext cx="339090" cy="511809"/>
            </a:xfrm>
            <a:custGeom>
              <a:avLst/>
              <a:gdLst/>
              <a:ahLst/>
              <a:cxnLst/>
              <a:rect l="l" t="t" r="r" b="b"/>
              <a:pathLst>
                <a:path w="339090" h="511810">
                  <a:moveTo>
                    <a:pt x="338795" y="0"/>
                  </a:moveTo>
                  <a:lnTo>
                    <a:pt x="23098" y="220841"/>
                  </a:lnTo>
                  <a:lnTo>
                    <a:pt x="24063" y="260399"/>
                  </a:lnTo>
                  <a:lnTo>
                    <a:pt x="21978" y="303829"/>
                  </a:lnTo>
                  <a:lnTo>
                    <a:pt x="14679" y="378352"/>
                  </a:lnTo>
                  <a:lnTo>
                    <a:pt x="0" y="511188"/>
                  </a:lnTo>
                  <a:lnTo>
                    <a:pt x="327110" y="370397"/>
                  </a:lnTo>
                  <a:lnTo>
                    <a:pt x="338795" y="0"/>
                  </a:lnTo>
                  <a:close/>
                </a:path>
              </a:pathLst>
            </a:custGeom>
            <a:solidFill>
              <a:srgbClr val="AC6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996708" y="3987249"/>
              <a:ext cx="692785" cy="789940"/>
            </a:xfrm>
            <a:custGeom>
              <a:avLst/>
              <a:gdLst/>
              <a:ahLst/>
              <a:cxnLst/>
              <a:rect l="l" t="t" r="r" b="b"/>
              <a:pathLst>
                <a:path w="692784" h="789939">
                  <a:moveTo>
                    <a:pt x="374476" y="0"/>
                  </a:moveTo>
                  <a:lnTo>
                    <a:pt x="331375" y="2355"/>
                  </a:lnTo>
                  <a:lnTo>
                    <a:pt x="289663" y="10982"/>
                  </a:lnTo>
                  <a:lnTo>
                    <a:pt x="249681" y="25581"/>
                  </a:lnTo>
                  <a:lnTo>
                    <a:pt x="211770" y="45849"/>
                  </a:lnTo>
                  <a:lnTo>
                    <a:pt x="176271" y="71488"/>
                  </a:lnTo>
                  <a:lnTo>
                    <a:pt x="143525" y="102197"/>
                  </a:lnTo>
                  <a:lnTo>
                    <a:pt x="113872" y="137674"/>
                  </a:lnTo>
                  <a:lnTo>
                    <a:pt x="87654" y="177620"/>
                  </a:lnTo>
                  <a:lnTo>
                    <a:pt x="65211" y="221734"/>
                  </a:lnTo>
                  <a:lnTo>
                    <a:pt x="46885" y="269716"/>
                  </a:lnTo>
                  <a:lnTo>
                    <a:pt x="30737" y="325228"/>
                  </a:lnTo>
                  <a:lnTo>
                    <a:pt x="17712" y="382290"/>
                  </a:lnTo>
                  <a:lnTo>
                    <a:pt x="8072" y="439718"/>
                  </a:lnTo>
                  <a:lnTo>
                    <a:pt x="2081" y="496329"/>
                  </a:lnTo>
                  <a:lnTo>
                    <a:pt x="0" y="550942"/>
                  </a:lnTo>
                  <a:lnTo>
                    <a:pt x="2091" y="602373"/>
                  </a:lnTo>
                  <a:lnTo>
                    <a:pt x="8617" y="649440"/>
                  </a:lnTo>
                  <a:lnTo>
                    <a:pt x="19841" y="690960"/>
                  </a:lnTo>
                  <a:lnTo>
                    <a:pt x="36024" y="725750"/>
                  </a:lnTo>
                  <a:lnTo>
                    <a:pt x="84319" y="770412"/>
                  </a:lnTo>
                  <a:lnTo>
                    <a:pt x="121326" y="782446"/>
                  </a:lnTo>
                  <a:lnTo>
                    <a:pt x="162174" y="788676"/>
                  </a:lnTo>
                  <a:lnTo>
                    <a:pt x="206047" y="789433"/>
                  </a:lnTo>
                  <a:lnTo>
                    <a:pt x="252129" y="785047"/>
                  </a:lnTo>
                  <a:lnTo>
                    <a:pt x="299605" y="775846"/>
                  </a:lnTo>
                  <a:lnTo>
                    <a:pt x="347660" y="762162"/>
                  </a:lnTo>
                  <a:lnTo>
                    <a:pt x="395478" y="744323"/>
                  </a:lnTo>
                  <a:lnTo>
                    <a:pt x="442245" y="722660"/>
                  </a:lnTo>
                  <a:lnTo>
                    <a:pt x="487145" y="697501"/>
                  </a:lnTo>
                  <a:lnTo>
                    <a:pt x="529362" y="669177"/>
                  </a:lnTo>
                  <a:lnTo>
                    <a:pt x="568081" y="638017"/>
                  </a:lnTo>
                  <a:lnTo>
                    <a:pt x="602487" y="604351"/>
                  </a:lnTo>
                  <a:lnTo>
                    <a:pt x="631764" y="568509"/>
                  </a:lnTo>
                  <a:lnTo>
                    <a:pt x="655098" y="530820"/>
                  </a:lnTo>
                  <a:lnTo>
                    <a:pt x="671673" y="491615"/>
                  </a:lnTo>
                  <a:lnTo>
                    <a:pt x="683828" y="445370"/>
                  </a:lnTo>
                  <a:lnTo>
                    <a:pt x="690597" y="398931"/>
                  </a:lnTo>
                  <a:lnTo>
                    <a:pt x="692167" y="352786"/>
                  </a:lnTo>
                  <a:lnTo>
                    <a:pt x="688729" y="307426"/>
                  </a:lnTo>
                  <a:lnTo>
                    <a:pt x="680470" y="263339"/>
                  </a:lnTo>
                  <a:lnTo>
                    <a:pt x="667578" y="221017"/>
                  </a:lnTo>
                  <a:lnTo>
                    <a:pt x="650243" y="180949"/>
                  </a:lnTo>
                  <a:lnTo>
                    <a:pt x="628653" y="143625"/>
                  </a:lnTo>
                  <a:lnTo>
                    <a:pt x="602997" y="109534"/>
                  </a:lnTo>
                  <a:lnTo>
                    <a:pt x="573463" y="79167"/>
                  </a:lnTo>
                  <a:lnTo>
                    <a:pt x="540240" y="53013"/>
                  </a:lnTo>
                  <a:lnTo>
                    <a:pt x="503516" y="31562"/>
                  </a:lnTo>
                  <a:lnTo>
                    <a:pt x="463480" y="15305"/>
                  </a:lnTo>
                  <a:lnTo>
                    <a:pt x="418624" y="4216"/>
                  </a:lnTo>
                  <a:lnTo>
                    <a:pt x="374476" y="0"/>
                  </a:lnTo>
                  <a:close/>
                </a:path>
              </a:pathLst>
            </a:custGeom>
            <a:solidFill>
              <a:srgbClr val="C17B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034083" y="3832510"/>
              <a:ext cx="1162685" cy="916305"/>
            </a:xfrm>
            <a:custGeom>
              <a:avLst/>
              <a:gdLst/>
              <a:ahLst/>
              <a:cxnLst/>
              <a:rect l="l" t="t" r="r" b="b"/>
              <a:pathLst>
                <a:path w="1162684" h="916304">
                  <a:moveTo>
                    <a:pt x="1162456" y="260794"/>
                  </a:moveTo>
                  <a:lnTo>
                    <a:pt x="1159916" y="218694"/>
                  </a:lnTo>
                  <a:lnTo>
                    <a:pt x="1149692" y="177444"/>
                  </a:lnTo>
                  <a:lnTo>
                    <a:pt x="1132497" y="138493"/>
                  </a:lnTo>
                  <a:lnTo>
                    <a:pt x="1109065" y="103289"/>
                  </a:lnTo>
                  <a:lnTo>
                    <a:pt x="1080135" y="73279"/>
                  </a:lnTo>
                  <a:lnTo>
                    <a:pt x="1046441" y="49923"/>
                  </a:lnTo>
                  <a:lnTo>
                    <a:pt x="1008722" y="34645"/>
                  </a:lnTo>
                  <a:lnTo>
                    <a:pt x="967701" y="28905"/>
                  </a:lnTo>
                  <a:lnTo>
                    <a:pt x="876935" y="30949"/>
                  </a:lnTo>
                  <a:lnTo>
                    <a:pt x="824953" y="51841"/>
                  </a:lnTo>
                  <a:lnTo>
                    <a:pt x="792200" y="109766"/>
                  </a:lnTo>
                  <a:lnTo>
                    <a:pt x="785279" y="133400"/>
                  </a:lnTo>
                  <a:lnTo>
                    <a:pt x="753237" y="74930"/>
                  </a:lnTo>
                  <a:lnTo>
                    <a:pt x="662559" y="34861"/>
                  </a:lnTo>
                  <a:lnTo>
                    <a:pt x="493534" y="6121"/>
                  </a:lnTo>
                  <a:lnTo>
                    <a:pt x="445363" y="1028"/>
                  </a:lnTo>
                  <a:lnTo>
                    <a:pt x="398145" y="0"/>
                  </a:lnTo>
                  <a:lnTo>
                    <a:pt x="352171" y="2882"/>
                  </a:lnTo>
                  <a:lnTo>
                    <a:pt x="307733" y="9563"/>
                  </a:lnTo>
                  <a:lnTo>
                    <a:pt x="265125" y="19900"/>
                  </a:lnTo>
                  <a:lnTo>
                    <a:pt x="224624" y="33743"/>
                  </a:lnTo>
                  <a:lnTo>
                    <a:pt x="186537" y="50965"/>
                  </a:lnTo>
                  <a:lnTo>
                    <a:pt x="151155" y="71437"/>
                  </a:lnTo>
                  <a:lnTo>
                    <a:pt x="118757" y="95008"/>
                  </a:lnTo>
                  <a:lnTo>
                    <a:pt x="89636" y="121551"/>
                  </a:lnTo>
                  <a:lnTo>
                    <a:pt x="64071" y="150926"/>
                  </a:lnTo>
                  <a:lnTo>
                    <a:pt x="42379" y="182994"/>
                  </a:lnTo>
                  <a:lnTo>
                    <a:pt x="24841" y="217627"/>
                  </a:lnTo>
                  <a:lnTo>
                    <a:pt x="11734" y="254685"/>
                  </a:lnTo>
                  <a:lnTo>
                    <a:pt x="3352" y="294043"/>
                  </a:lnTo>
                  <a:lnTo>
                    <a:pt x="0" y="335546"/>
                  </a:lnTo>
                  <a:lnTo>
                    <a:pt x="1955" y="379056"/>
                  </a:lnTo>
                  <a:lnTo>
                    <a:pt x="9512" y="424459"/>
                  </a:lnTo>
                  <a:lnTo>
                    <a:pt x="82740" y="270357"/>
                  </a:lnTo>
                  <a:lnTo>
                    <a:pt x="134543" y="192303"/>
                  </a:lnTo>
                  <a:lnTo>
                    <a:pt x="189534" y="166255"/>
                  </a:lnTo>
                  <a:lnTo>
                    <a:pt x="272364" y="168198"/>
                  </a:lnTo>
                  <a:lnTo>
                    <a:pt x="254876" y="298945"/>
                  </a:lnTo>
                  <a:lnTo>
                    <a:pt x="269494" y="378853"/>
                  </a:lnTo>
                  <a:lnTo>
                    <a:pt x="334632" y="440588"/>
                  </a:lnTo>
                  <a:lnTo>
                    <a:pt x="468668" y="516839"/>
                  </a:lnTo>
                  <a:lnTo>
                    <a:pt x="431838" y="575779"/>
                  </a:lnTo>
                  <a:lnTo>
                    <a:pt x="418401" y="616445"/>
                  </a:lnTo>
                  <a:lnTo>
                    <a:pt x="427304" y="657745"/>
                  </a:lnTo>
                  <a:lnTo>
                    <a:pt x="457530" y="718591"/>
                  </a:lnTo>
                  <a:lnTo>
                    <a:pt x="481520" y="680961"/>
                  </a:lnTo>
                  <a:lnTo>
                    <a:pt x="498690" y="662419"/>
                  </a:lnTo>
                  <a:lnTo>
                    <a:pt x="517296" y="657555"/>
                  </a:lnTo>
                  <a:lnTo>
                    <a:pt x="545604" y="660971"/>
                  </a:lnTo>
                  <a:lnTo>
                    <a:pt x="568045" y="681329"/>
                  </a:lnTo>
                  <a:lnTo>
                    <a:pt x="567778" y="720915"/>
                  </a:lnTo>
                  <a:lnTo>
                    <a:pt x="551205" y="764781"/>
                  </a:lnTo>
                  <a:lnTo>
                    <a:pt x="524675" y="798004"/>
                  </a:lnTo>
                  <a:lnTo>
                    <a:pt x="470687" y="837717"/>
                  </a:lnTo>
                  <a:lnTo>
                    <a:pt x="446087" y="854494"/>
                  </a:lnTo>
                  <a:lnTo>
                    <a:pt x="501154" y="912533"/>
                  </a:lnTo>
                  <a:lnTo>
                    <a:pt x="649008" y="916292"/>
                  </a:lnTo>
                  <a:lnTo>
                    <a:pt x="735164" y="893635"/>
                  </a:lnTo>
                  <a:lnTo>
                    <a:pt x="792835" y="823061"/>
                  </a:lnTo>
                  <a:lnTo>
                    <a:pt x="855205" y="683031"/>
                  </a:lnTo>
                  <a:lnTo>
                    <a:pt x="892822" y="520649"/>
                  </a:lnTo>
                  <a:lnTo>
                    <a:pt x="878865" y="413918"/>
                  </a:lnTo>
                  <a:lnTo>
                    <a:pt x="923315" y="428574"/>
                  </a:lnTo>
                  <a:lnTo>
                    <a:pt x="1022438" y="431266"/>
                  </a:lnTo>
                  <a:lnTo>
                    <a:pt x="1116507" y="377698"/>
                  </a:lnTo>
                  <a:lnTo>
                    <a:pt x="1141476" y="341744"/>
                  </a:lnTo>
                  <a:lnTo>
                    <a:pt x="1156550" y="302298"/>
                  </a:lnTo>
                  <a:lnTo>
                    <a:pt x="1162456" y="260794"/>
                  </a:lnTo>
                  <a:close/>
                </a:path>
              </a:pathLst>
            </a:custGeom>
            <a:solidFill>
              <a:srgbClr val="91C0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824079" y="5753480"/>
              <a:ext cx="772795" cy="829310"/>
            </a:xfrm>
            <a:custGeom>
              <a:avLst/>
              <a:gdLst/>
              <a:ahLst/>
              <a:cxnLst/>
              <a:rect l="l" t="t" r="r" b="b"/>
              <a:pathLst>
                <a:path w="772795" h="829309">
                  <a:moveTo>
                    <a:pt x="0" y="0"/>
                  </a:moveTo>
                  <a:lnTo>
                    <a:pt x="68546" y="347541"/>
                  </a:lnTo>
                  <a:lnTo>
                    <a:pt x="115423" y="540063"/>
                  </a:lnTo>
                  <a:lnTo>
                    <a:pt x="162257" y="646571"/>
                  </a:lnTo>
                  <a:lnTo>
                    <a:pt x="230673" y="736071"/>
                  </a:lnTo>
                  <a:lnTo>
                    <a:pt x="274260" y="780883"/>
                  </a:lnTo>
                  <a:lnTo>
                    <a:pt x="315924" y="809712"/>
                  </a:lnTo>
                  <a:lnTo>
                    <a:pt x="355598" y="824936"/>
                  </a:lnTo>
                  <a:lnTo>
                    <a:pt x="393217" y="828927"/>
                  </a:lnTo>
                  <a:lnTo>
                    <a:pt x="428714" y="824062"/>
                  </a:lnTo>
                  <a:lnTo>
                    <a:pt x="493085" y="797264"/>
                  </a:lnTo>
                  <a:lnTo>
                    <a:pt x="593070" y="722493"/>
                  </a:lnTo>
                  <a:lnTo>
                    <a:pt x="668287" y="646837"/>
                  </a:lnTo>
                  <a:lnTo>
                    <a:pt x="727826" y="580995"/>
                  </a:lnTo>
                  <a:lnTo>
                    <a:pt x="752039" y="552852"/>
                  </a:lnTo>
                  <a:lnTo>
                    <a:pt x="537816" y="552852"/>
                  </a:lnTo>
                  <a:lnTo>
                    <a:pt x="0" y="0"/>
                  </a:lnTo>
                  <a:close/>
                </a:path>
                <a:path w="772795" h="829309">
                  <a:moveTo>
                    <a:pt x="772674" y="316402"/>
                  </a:moveTo>
                  <a:lnTo>
                    <a:pt x="537816" y="552852"/>
                  </a:lnTo>
                  <a:lnTo>
                    <a:pt x="752039" y="552852"/>
                  </a:lnTo>
                  <a:lnTo>
                    <a:pt x="765685" y="472678"/>
                  </a:lnTo>
                  <a:lnTo>
                    <a:pt x="772349" y="430479"/>
                  </a:lnTo>
                  <a:lnTo>
                    <a:pt x="772674" y="426759"/>
                  </a:lnTo>
                  <a:lnTo>
                    <a:pt x="772674" y="405963"/>
                  </a:lnTo>
                  <a:lnTo>
                    <a:pt x="772342" y="404291"/>
                  </a:lnTo>
                  <a:lnTo>
                    <a:pt x="770968" y="386273"/>
                  </a:lnTo>
                  <a:lnTo>
                    <a:pt x="771242" y="356536"/>
                  </a:lnTo>
                  <a:lnTo>
                    <a:pt x="772150" y="328703"/>
                  </a:lnTo>
                  <a:lnTo>
                    <a:pt x="772674" y="316488"/>
                  </a:lnTo>
                  <a:close/>
                </a:path>
              </a:pathLst>
            </a:custGeom>
            <a:solidFill>
              <a:srgbClr val="D0D0CE">
                <a:alpha val="61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717620" y="4654973"/>
              <a:ext cx="543560" cy="1280795"/>
            </a:xfrm>
            <a:custGeom>
              <a:avLst/>
              <a:gdLst/>
              <a:ahLst/>
              <a:cxnLst/>
              <a:rect l="l" t="t" r="r" b="b"/>
              <a:pathLst>
                <a:path w="543559" h="1280795">
                  <a:moveTo>
                    <a:pt x="160696" y="0"/>
                  </a:moveTo>
                  <a:lnTo>
                    <a:pt x="0" y="6355"/>
                  </a:lnTo>
                  <a:lnTo>
                    <a:pt x="92535" y="586896"/>
                  </a:lnTo>
                  <a:lnTo>
                    <a:pt x="149097" y="898396"/>
                  </a:lnTo>
                  <a:lnTo>
                    <a:pt x="192831" y="1047046"/>
                  </a:lnTo>
                  <a:lnTo>
                    <a:pt x="246882" y="1139033"/>
                  </a:lnTo>
                  <a:lnTo>
                    <a:pt x="314271" y="1216873"/>
                  </a:lnTo>
                  <a:lnTo>
                    <a:pt x="375525" y="1259353"/>
                  </a:lnTo>
                  <a:lnTo>
                    <a:pt x="420047" y="1277069"/>
                  </a:lnTo>
                  <a:lnTo>
                    <a:pt x="437243" y="1280620"/>
                  </a:lnTo>
                  <a:lnTo>
                    <a:pt x="494451" y="1200830"/>
                  </a:lnTo>
                  <a:lnTo>
                    <a:pt x="524550" y="1146471"/>
                  </a:lnTo>
                  <a:lnTo>
                    <a:pt x="537469" y="1092558"/>
                  </a:lnTo>
                  <a:lnTo>
                    <a:pt x="543135" y="1014105"/>
                  </a:lnTo>
                  <a:lnTo>
                    <a:pt x="486391" y="799934"/>
                  </a:lnTo>
                  <a:lnTo>
                    <a:pt x="354593" y="457526"/>
                  </a:lnTo>
                  <a:lnTo>
                    <a:pt x="221456" y="139881"/>
                  </a:lnTo>
                  <a:lnTo>
                    <a:pt x="160696" y="0"/>
                  </a:lnTo>
                  <a:close/>
                </a:path>
              </a:pathLst>
            </a:custGeom>
            <a:solidFill>
              <a:srgbClr val="C17B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279198" y="5104652"/>
              <a:ext cx="832485" cy="1242695"/>
            </a:xfrm>
            <a:custGeom>
              <a:avLst/>
              <a:gdLst/>
              <a:ahLst/>
              <a:cxnLst/>
              <a:rect l="l" t="t" r="r" b="b"/>
              <a:pathLst>
                <a:path w="832484" h="1242695">
                  <a:moveTo>
                    <a:pt x="537428" y="0"/>
                  </a:moveTo>
                  <a:lnTo>
                    <a:pt x="387586" y="64987"/>
                  </a:lnTo>
                  <a:lnTo>
                    <a:pt x="231942" y="344544"/>
                  </a:lnTo>
                  <a:lnTo>
                    <a:pt x="0" y="918182"/>
                  </a:lnTo>
                  <a:lnTo>
                    <a:pt x="184434" y="1242602"/>
                  </a:lnTo>
                  <a:lnTo>
                    <a:pt x="251193" y="1150915"/>
                  </a:lnTo>
                  <a:lnTo>
                    <a:pt x="407967" y="932069"/>
                  </a:lnTo>
                  <a:lnTo>
                    <a:pt x="589505" y="670389"/>
                  </a:lnTo>
                  <a:lnTo>
                    <a:pt x="730553" y="450196"/>
                  </a:lnTo>
                  <a:lnTo>
                    <a:pt x="805171" y="315758"/>
                  </a:lnTo>
                  <a:lnTo>
                    <a:pt x="832274" y="231348"/>
                  </a:lnTo>
                  <a:lnTo>
                    <a:pt x="813870" y="161332"/>
                  </a:lnTo>
                  <a:lnTo>
                    <a:pt x="751966" y="70072"/>
                  </a:lnTo>
                  <a:lnTo>
                    <a:pt x="537428" y="0"/>
                  </a:lnTo>
                  <a:close/>
                </a:path>
              </a:pathLst>
            </a:custGeom>
            <a:solidFill>
              <a:srgbClr val="6D83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222413" y="4928436"/>
              <a:ext cx="1847566" cy="1911397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8087850" y="4928437"/>
              <a:ext cx="601345" cy="278765"/>
            </a:xfrm>
            <a:custGeom>
              <a:avLst/>
              <a:gdLst/>
              <a:ahLst/>
              <a:cxnLst/>
              <a:rect l="l" t="t" r="r" b="b"/>
              <a:pathLst>
                <a:path w="601345" h="278764">
                  <a:moveTo>
                    <a:pt x="36700" y="0"/>
                  </a:moveTo>
                  <a:lnTo>
                    <a:pt x="0" y="12586"/>
                  </a:lnTo>
                  <a:lnTo>
                    <a:pt x="15737" y="258798"/>
                  </a:lnTo>
                  <a:lnTo>
                    <a:pt x="18785" y="268461"/>
                  </a:lnTo>
                  <a:lnTo>
                    <a:pt x="25585" y="275261"/>
                  </a:lnTo>
                  <a:lnTo>
                    <a:pt x="34694" y="278287"/>
                  </a:lnTo>
                  <a:lnTo>
                    <a:pt x="44668" y="276630"/>
                  </a:lnTo>
                  <a:lnTo>
                    <a:pt x="70812" y="265569"/>
                  </a:lnTo>
                  <a:lnTo>
                    <a:pt x="239153" y="196745"/>
                  </a:lnTo>
                  <a:lnTo>
                    <a:pt x="291396" y="175217"/>
                  </a:lnTo>
                  <a:lnTo>
                    <a:pt x="345390" y="152688"/>
                  </a:lnTo>
                  <a:lnTo>
                    <a:pt x="399976" y="129522"/>
                  </a:lnTo>
                  <a:lnTo>
                    <a:pt x="454000" y="106086"/>
                  </a:lnTo>
                  <a:lnTo>
                    <a:pt x="506303" y="82742"/>
                  </a:lnTo>
                  <a:lnTo>
                    <a:pt x="555729" y="59854"/>
                  </a:lnTo>
                  <a:lnTo>
                    <a:pt x="601123" y="37789"/>
                  </a:lnTo>
                  <a:lnTo>
                    <a:pt x="559605" y="12491"/>
                  </a:lnTo>
                  <a:lnTo>
                    <a:pt x="39077" y="232307"/>
                  </a:lnTo>
                  <a:lnTo>
                    <a:pt x="36700" y="0"/>
                  </a:lnTo>
                  <a:close/>
                </a:path>
              </a:pathLst>
            </a:custGeom>
            <a:solidFill>
              <a:srgbClr val="C6E2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932383" y="4807083"/>
              <a:ext cx="1715135" cy="1626235"/>
            </a:xfrm>
            <a:custGeom>
              <a:avLst/>
              <a:gdLst/>
              <a:ahLst/>
              <a:cxnLst/>
              <a:rect l="l" t="t" r="r" b="b"/>
              <a:pathLst>
                <a:path w="1715134" h="1626235">
                  <a:moveTo>
                    <a:pt x="373583" y="941717"/>
                  </a:moveTo>
                  <a:lnTo>
                    <a:pt x="366420" y="844677"/>
                  </a:lnTo>
                  <a:lnTo>
                    <a:pt x="340220" y="779665"/>
                  </a:lnTo>
                  <a:lnTo>
                    <a:pt x="312013" y="743204"/>
                  </a:lnTo>
                  <a:lnTo>
                    <a:pt x="298831" y="731824"/>
                  </a:lnTo>
                  <a:lnTo>
                    <a:pt x="297916" y="871067"/>
                  </a:lnTo>
                  <a:lnTo>
                    <a:pt x="287566" y="947521"/>
                  </a:lnTo>
                  <a:lnTo>
                    <a:pt x="258686" y="988237"/>
                  </a:lnTo>
                  <a:lnTo>
                    <a:pt x="202247" y="1020241"/>
                  </a:lnTo>
                  <a:lnTo>
                    <a:pt x="131991" y="1030909"/>
                  </a:lnTo>
                  <a:lnTo>
                    <a:pt x="72605" y="1006703"/>
                  </a:lnTo>
                  <a:lnTo>
                    <a:pt x="31546" y="973340"/>
                  </a:lnTo>
                  <a:lnTo>
                    <a:pt x="16205" y="956500"/>
                  </a:lnTo>
                  <a:lnTo>
                    <a:pt x="3225" y="998689"/>
                  </a:lnTo>
                  <a:lnTo>
                    <a:pt x="7518" y="1050201"/>
                  </a:lnTo>
                  <a:lnTo>
                    <a:pt x="26758" y="1083310"/>
                  </a:lnTo>
                  <a:lnTo>
                    <a:pt x="51981" y="1114488"/>
                  </a:lnTo>
                  <a:lnTo>
                    <a:pt x="88836" y="1143419"/>
                  </a:lnTo>
                  <a:lnTo>
                    <a:pt x="136131" y="1166164"/>
                  </a:lnTo>
                  <a:lnTo>
                    <a:pt x="192608" y="1178775"/>
                  </a:lnTo>
                  <a:lnTo>
                    <a:pt x="193929" y="1128522"/>
                  </a:lnTo>
                  <a:lnTo>
                    <a:pt x="266065" y="1161491"/>
                  </a:lnTo>
                  <a:lnTo>
                    <a:pt x="322199" y="1120101"/>
                  </a:lnTo>
                  <a:lnTo>
                    <a:pt x="352107" y="1083411"/>
                  </a:lnTo>
                  <a:lnTo>
                    <a:pt x="365874" y="1030820"/>
                  </a:lnTo>
                  <a:lnTo>
                    <a:pt x="373583" y="941717"/>
                  </a:lnTo>
                  <a:close/>
                </a:path>
                <a:path w="1715134" h="1626235">
                  <a:moveTo>
                    <a:pt x="1663319" y="1490205"/>
                  </a:moveTo>
                  <a:lnTo>
                    <a:pt x="1651050" y="1445590"/>
                  </a:lnTo>
                  <a:lnTo>
                    <a:pt x="1643684" y="1418818"/>
                  </a:lnTo>
                  <a:lnTo>
                    <a:pt x="1550885" y="1445590"/>
                  </a:lnTo>
                  <a:lnTo>
                    <a:pt x="1577644" y="1361706"/>
                  </a:lnTo>
                  <a:lnTo>
                    <a:pt x="1535557" y="1322031"/>
                  </a:lnTo>
                  <a:lnTo>
                    <a:pt x="1495323" y="1291894"/>
                  </a:lnTo>
                  <a:lnTo>
                    <a:pt x="1433334" y="1256055"/>
                  </a:lnTo>
                  <a:lnTo>
                    <a:pt x="1326007" y="1199311"/>
                  </a:lnTo>
                  <a:lnTo>
                    <a:pt x="1290307" y="1249273"/>
                  </a:lnTo>
                  <a:lnTo>
                    <a:pt x="1330413" y="1294320"/>
                  </a:lnTo>
                  <a:lnTo>
                    <a:pt x="1363484" y="1348549"/>
                  </a:lnTo>
                  <a:lnTo>
                    <a:pt x="1407261" y="1447304"/>
                  </a:lnTo>
                  <a:lnTo>
                    <a:pt x="1479486" y="1625854"/>
                  </a:lnTo>
                  <a:lnTo>
                    <a:pt x="1663319" y="1490205"/>
                  </a:lnTo>
                  <a:close/>
                </a:path>
                <a:path w="1715134" h="1626235">
                  <a:moveTo>
                    <a:pt x="1715071" y="133858"/>
                  </a:moveTo>
                  <a:lnTo>
                    <a:pt x="1697342" y="95618"/>
                  </a:lnTo>
                  <a:lnTo>
                    <a:pt x="1680349" y="68935"/>
                  </a:lnTo>
                  <a:lnTo>
                    <a:pt x="1654086" y="41249"/>
                  </a:lnTo>
                  <a:lnTo>
                    <a:pt x="1608594" y="0"/>
                  </a:lnTo>
                  <a:lnTo>
                    <a:pt x="1553768" y="17119"/>
                  </a:lnTo>
                  <a:lnTo>
                    <a:pt x="1500212" y="47713"/>
                  </a:lnTo>
                  <a:lnTo>
                    <a:pt x="1416138" y="114185"/>
                  </a:lnTo>
                  <a:lnTo>
                    <a:pt x="1271841" y="237185"/>
                  </a:lnTo>
                  <a:lnTo>
                    <a:pt x="1290053" y="27000"/>
                  </a:lnTo>
                  <a:lnTo>
                    <a:pt x="1248511" y="45415"/>
                  </a:lnTo>
                  <a:lnTo>
                    <a:pt x="1224470" y="61379"/>
                  </a:lnTo>
                  <a:lnTo>
                    <a:pt x="1208747" y="83743"/>
                  </a:lnTo>
                  <a:lnTo>
                    <a:pt x="1192161" y="121361"/>
                  </a:lnTo>
                  <a:lnTo>
                    <a:pt x="1192161" y="367639"/>
                  </a:lnTo>
                  <a:lnTo>
                    <a:pt x="1715071" y="133858"/>
                  </a:lnTo>
                  <a:close/>
                </a:path>
              </a:pathLst>
            </a:custGeom>
            <a:solidFill>
              <a:srgbClr val="204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824584" y="5120176"/>
              <a:ext cx="441959" cy="499109"/>
            </a:xfrm>
            <a:custGeom>
              <a:avLst/>
              <a:gdLst/>
              <a:ahLst/>
              <a:cxnLst/>
              <a:rect l="l" t="t" r="r" b="b"/>
              <a:pathLst>
                <a:path w="441959" h="499110">
                  <a:moveTo>
                    <a:pt x="441706" y="352793"/>
                  </a:moveTo>
                  <a:lnTo>
                    <a:pt x="431673" y="308140"/>
                  </a:lnTo>
                  <a:lnTo>
                    <a:pt x="396354" y="212788"/>
                  </a:lnTo>
                  <a:lnTo>
                    <a:pt x="326567" y="37693"/>
                  </a:lnTo>
                  <a:lnTo>
                    <a:pt x="330911" y="30530"/>
                  </a:lnTo>
                  <a:lnTo>
                    <a:pt x="335064" y="20281"/>
                  </a:lnTo>
                  <a:lnTo>
                    <a:pt x="333476" y="13081"/>
                  </a:lnTo>
                  <a:lnTo>
                    <a:pt x="326720" y="4902"/>
                  </a:lnTo>
                  <a:lnTo>
                    <a:pt x="316255" y="0"/>
                  </a:lnTo>
                  <a:lnTo>
                    <a:pt x="304812" y="3962"/>
                  </a:lnTo>
                  <a:lnTo>
                    <a:pt x="294906" y="14782"/>
                  </a:lnTo>
                  <a:lnTo>
                    <a:pt x="290144" y="27406"/>
                  </a:lnTo>
                  <a:lnTo>
                    <a:pt x="148729" y="119024"/>
                  </a:lnTo>
                  <a:lnTo>
                    <a:pt x="69227" y="174155"/>
                  </a:lnTo>
                  <a:lnTo>
                    <a:pt x="31597" y="209042"/>
                  </a:lnTo>
                  <a:lnTo>
                    <a:pt x="8826" y="244487"/>
                  </a:lnTo>
                  <a:lnTo>
                    <a:pt x="0" y="280758"/>
                  </a:lnTo>
                  <a:lnTo>
                    <a:pt x="15633" y="302348"/>
                  </a:lnTo>
                  <a:lnTo>
                    <a:pt x="45859" y="306324"/>
                  </a:lnTo>
                  <a:lnTo>
                    <a:pt x="80759" y="289725"/>
                  </a:lnTo>
                  <a:lnTo>
                    <a:pt x="133680" y="236359"/>
                  </a:lnTo>
                  <a:lnTo>
                    <a:pt x="146138" y="222364"/>
                  </a:lnTo>
                  <a:lnTo>
                    <a:pt x="132308" y="242824"/>
                  </a:lnTo>
                  <a:lnTo>
                    <a:pt x="99339" y="316674"/>
                  </a:lnTo>
                  <a:lnTo>
                    <a:pt x="69151" y="417347"/>
                  </a:lnTo>
                  <a:lnTo>
                    <a:pt x="92354" y="446354"/>
                  </a:lnTo>
                  <a:lnTo>
                    <a:pt x="195402" y="236474"/>
                  </a:lnTo>
                  <a:lnTo>
                    <a:pt x="251091" y="125895"/>
                  </a:lnTo>
                  <a:lnTo>
                    <a:pt x="278599" y="78041"/>
                  </a:lnTo>
                  <a:lnTo>
                    <a:pt x="297129" y="56375"/>
                  </a:lnTo>
                  <a:lnTo>
                    <a:pt x="296900" y="55676"/>
                  </a:lnTo>
                  <a:lnTo>
                    <a:pt x="293446" y="264655"/>
                  </a:lnTo>
                  <a:lnTo>
                    <a:pt x="288505" y="386816"/>
                  </a:lnTo>
                  <a:lnTo>
                    <a:pt x="279311" y="450583"/>
                  </a:lnTo>
                  <a:lnTo>
                    <a:pt x="262610" y="498856"/>
                  </a:lnTo>
                  <a:lnTo>
                    <a:pt x="311632" y="495376"/>
                  </a:lnTo>
                  <a:lnTo>
                    <a:pt x="320840" y="403517"/>
                  </a:lnTo>
                  <a:lnTo>
                    <a:pt x="324827" y="341363"/>
                  </a:lnTo>
                  <a:lnTo>
                    <a:pt x="324408" y="280504"/>
                  </a:lnTo>
                  <a:lnTo>
                    <a:pt x="324078" y="273443"/>
                  </a:lnTo>
                  <a:lnTo>
                    <a:pt x="329933" y="325755"/>
                  </a:lnTo>
                  <a:lnTo>
                    <a:pt x="344119" y="391833"/>
                  </a:lnTo>
                  <a:lnTo>
                    <a:pt x="364820" y="407289"/>
                  </a:lnTo>
                  <a:lnTo>
                    <a:pt x="393128" y="410248"/>
                  </a:lnTo>
                  <a:lnTo>
                    <a:pt x="420141" y="400799"/>
                  </a:lnTo>
                  <a:lnTo>
                    <a:pt x="436930" y="379069"/>
                  </a:lnTo>
                  <a:lnTo>
                    <a:pt x="441706" y="352793"/>
                  </a:lnTo>
                  <a:close/>
                </a:path>
              </a:pathLst>
            </a:custGeom>
            <a:solidFill>
              <a:srgbClr val="C6E2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710499" y="6839831"/>
              <a:ext cx="1140460" cy="1542415"/>
            </a:xfrm>
            <a:custGeom>
              <a:avLst/>
              <a:gdLst/>
              <a:ahLst/>
              <a:cxnLst/>
              <a:rect l="l" t="t" r="r" b="b"/>
              <a:pathLst>
                <a:path w="1140459" h="1542415">
                  <a:moveTo>
                    <a:pt x="1138625" y="0"/>
                  </a:moveTo>
                  <a:lnTo>
                    <a:pt x="0" y="0"/>
                  </a:lnTo>
                  <a:lnTo>
                    <a:pt x="19280" y="539721"/>
                  </a:lnTo>
                  <a:lnTo>
                    <a:pt x="28167" y="551342"/>
                  </a:lnTo>
                  <a:lnTo>
                    <a:pt x="57932" y="589442"/>
                  </a:lnTo>
                  <a:lnTo>
                    <a:pt x="88319" y="627542"/>
                  </a:lnTo>
                  <a:lnTo>
                    <a:pt x="84445" y="627542"/>
                  </a:lnTo>
                  <a:lnTo>
                    <a:pt x="37861" y="640242"/>
                  </a:lnTo>
                  <a:lnTo>
                    <a:pt x="22870" y="640242"/>
                  </a:lnTo>
                  <a:lnTo>
                    <a:pt x="55081" y="1541942"/>
                  </a:lnTo>
                  <a:lnTo>
                    <a:pt x="131030" y="1541942"/>
                  </a:lnTo>
                  <a:lnTo>
                    <a:pt x="176269" y="1529242"/>
                  </a:lnTo>
                  <a:lnTo>
                    <a:pt x="219933" y="1516542"/>
                  </a:lnTo>
                  <a:lnTo>
                    <a:pt x="261793" y="1503842"/>
                  </a:lnTo>
                  <a:lnTo>
                    <a:pt x="301619" y="1491142"/>
                  </a:lnTo>
                  <a:lnTo>
                    <a:pt x="339184" y="1465742"/>
                  </a:lnTo>
                  <a:lnTo>
                    <a:pt x="374259" y="1440342"/>
                  </a:lnTo>
                  <a:lnTo>
                    <a:pt x="406613" y="1414942"/>
                  </a:lnTo>
                  <a:lnTo>
                    <a:pt x="436018" y="1376842"/>
                  </a:lnTo>
                  <a:lnTo>
                    <a:pt x="462245" y="1338742"/>
                  </a:lnTo>
                  <a:lnTo>
                    <a:pt x="485066" y="1300642"/>
                  </a:lnTo>
                  <a:lnTo>
                    <a:pt x="504251" y="1262542"/>
                  </a:lnTo>
                  <a:lnTo>
                    <a:pt x="519571" y="1224442"/>
                  </a:lnTo>
                  <a:lnTo>
                    <a:pt x="530798" y="1173642"/>
                  </a:lnTo>
                  <a:lnTo>
                    <a:pt x="537702" y="1135542"/>
                  </a:lnTo>
                  <a:lnTo>
                    <a:pt x="540051" y="1084789"/>
                  </a:lnTo>
                  <a:lnTo>
                    <a:pt x="1062786" y="1084742"/>
                  </a:lnTo>
                  <a:lnTo>
                    <a:pt x="1076332" y="958398"/>
                  </a:lnTo>
                  <a:lnTo>
                    <a:pt x="1124333" y="471363"/>
                  </a:lnTo>
                  <a:lnTo>
                    <a:pt x="1140185" y="209504"/>
                  </a:lnTo>
                  <a:lnTo>
                    <a:pt x="1138625" y="0"/>
                  </a:lnTo>
                  <a:close/>
                </a:path>
                <a:path w="1140459" h="1542415">
                  <a:moveTo>
                    <a:pt x="1062786" y="1084742"/>
                  </a:moveTo>
                  <a:lnTo>
                    <a:pt x="540054" y="1084742"/>
                  </a:lnTo>
                  <a:lnTo>
                    <a:pt x="578325" y="1110142"/>
                  </a:lnTo>
                  <a:lnTo>
                    <a:pt x="617179" y="1148242"/>
                  </a:lnTo>
                  <a:lnTo>
                    <a:pt x="656533" y="1173642"/>
                  </a:lnTo>
                  <a:lnTo>
                    <a:pt x="736713" y="1224442"/>
                  </a:lnTo>
                  <a:lnTo>
                    <a:pt x="777524" y="1262542"/>
                  </a:lnTo>
                  <a:lnTo>
                    <a:pt x="818805" y="1287942"/>
                  </a:lnTo>
                  <a:lnTo>
                    <a:pt x="945397" y="1364142"/>
                  </a:lnTo>
                  <a:lnTo>
                    <a:pt x="988485" y="1376842"/>
                  </a:lnTo>
                  <a:lnTo>
                    <a:pt x="1028961" y="1400237"/>
                  </a:lnTo>
                  <a:lnTo>
                    <a:pt x="1062786" y="1084742"/>
                  </a:lnTo>
                  <a:close/>
                </a:path>
                <a:path w="1140459" h="1542415">
                  <a:moveTo>
                    <a:pt x="540054" y="1084742"/>
                  </a:moveTo>
                  <a:close/>
                </a:path>
              </a:pathLst>
            </a:custGeom>
            <a:solidFill>
              <a:srgbClr val="000A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608452" y="4322538"/>
              <a:ext cx="404495" cy="384810"/>
            </a:xfrm>
            <a:custGeom>
              <a:avLst/>
              <a:gdLst/>
              <a:ahLst/>
              <a:cxnLst/>
              <a:rect l="l" t="t" r="r" b="b"/>
              <a:pathLst>
                <a:path w="404495" h="384810">
                  <a:moveTo>
                    <a:pt x="105295" y="0"/>
                  </a:moveTo>
                  <a:lnTo>
                    <a:pt x="0" y="204339"/>
                  </a:lnTo>
                  <a:lnTo>
                    <a:pt x="116896" y="372103"/>
                  </a:lnTo>
                  <a:lnTo>
                    <a:pt x="268599" y="384595"/>
                  </a:lnTo>
                  <a:lnTo>
                    <a:pt x="316142" y="281975"/>
                  </a:lnTo>
                  <a:lnTo>
                    <a:pt x="341099" y="226203"/>
                  </a:lnTo>
                  <a:lnTo>
                    <a:pt x="351669" y="197873"/>
                  </a:lnTo>
                  <a:lnTo>
                    <a:pt x="356051" y="177575"/>
                  </a:lnTo>
                  <a:lnTo>
                    <a:pt x="370858" y="119153"/>
                  </a:lnTo>
                  <a:lnTo>
                    <a:pt x="380813" y="84993"/>
                  </a:lnTo>
                  <a:lnTo>
                    <a:pt x="390434" y="61876"/>
                  </a:lnTo>
                  <a:lnTo>
                    <a:pt x="404239" y="36585"/>
                  </a:lnTo>
                  <a:lnTo>
                    <a:pt x="402368" y="29891"/>
                  </a:lnTo>
                  <a:lnTo>
                    <a:pt x="399328" y="26545"/>
                  </a:lnTo>
                  <a:lnTo>
                    <a:pt x="392942" y="25540"/>
                  </a:lnTo>
                  <a:lnTo>
                    <a:pt x="381035" y="25873"/>
                  </a:lnTo>
                  <a:lnTo>
                    <a:pt x="360944" y="40665"/>
                  </a:lnTo>
                  <a:lnTo>
                    <a:pt x="336084" y="74616"/>
                  </a:lnTo>
                  <a:lnTo>
                    <a:pt x="313399" y="114090"/>
                  </a:lnTo>
                  <a:lnTo>
                    <a:pt x="299833" y="145451"/>
                  </a:lnTo>
                  <a:lnTo>
                    <a:pt x="257210" y="111329"/>
                  </a:lnTo>
                  <a:lnTo>
                    <a:pt x="229896" y="90009"/>
                  </a:lnTo>
                  <a:lnTo>
                    <a:pt x="206096" y="72538"/>
                  </a:lnTo>
                  <a:lnTo>
                    <a:pt x="140687" y="26349"/>
                  </a:lnTo>
                  <a:lnTo>
                    <a:pt x="119574" y="10930"/>
                  </a:lnTo>
                  <a:lnTo>
                    <a:pt x="105295" y="0"/>
                  </a:lnTo>
                  <a:close/>
                </a:path>
              </a:pathLst>
            </a:custGeom>
            <a:solidFill>
              <a:srgbClr val="C17B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812918" y="4284244"/>
              <a:ext cx="134620" cy="194310"/>
            </a:xfrm>
            <a:custGeom>
              <a:avLst/>
              <a:gdLst/>
              <a:ahLst/>
              <a:cxnLst/>
              <a:rect l="l" t="t" r="r" b="b"/>
              <a:pathLst>
                <a:path w="134620" h="194310">
                  <a:moveTo>
                    <a:pt x="134414" y="0"/>
                  </a:moveTo>
                  <a:lnTo>
                    <a:pt x="0" y="0"/>
                  </a:lnTo>
                  <a:lnTo>
                    <a:pt x="0" y="126844"/>
                  </a:lnTo>
                  <a:lnTo>
                    <a:pt x="5280" y="152989"/>
                  </a:lnTo>
                  <a:lnTo>
                    <a:pt x="19690" y="174389"/>
                  </a:lnTo>
                  <a:lnTo>
                    <a:pt x="41081" y="188844"/>
                  </a:lnTo>
                  <a:lnTo>
                    <a:pt x="67306" y="194151"/>
                  </a:lnTo>
                  <a:lnTo>
                    <a:pt x="93416" y="188844"/>
                  </a:lnTo>
                  <a:lnTo>
                    <a:pt x="114749" y="174389"/>
                  </a:lnTo>
                  <a:lnTo>
                    <a:pt x="129137" y="152989"/>
                  </a:lnTo>
                  <a:lnTo>
                    <a:pt x="134414" y="126844"/>
                  </a:lnTo>
                  <a:lnTo>
                    <a:pt x="134414" y="0"/>
                  </a:lnTo>
                  <a:close/>
                </a:path>
              </a:pathLst>
            </a:custGeom>
            <a:solidFill>
              <a:srgbClr val="000A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812923" y="4284246"/>
              <a:ext cx="134620" cy="55880"/>
            </a:xfrm>
            <a:custGeom>
              <a:avLst/>
              <a:gdLst/>
              <a:ahLst/>
              <a:cxnLst/>
              <a:rect l="l" t="t" r="r" b="b"/>
              <a:pathLst>
                <a:path w="134620" h="55879">
                  <a:moveTo>
                    <a:pt x="134414" y="0"/>
                  </a:moveTo>
                  <a:lnTo>
                    <a:pt x="0" y="0"/>
                  </a:lnTo>
                  <a:lnTo>
                    <a:pt x="0" y="55359"/>
                  </a:lnTo>
                  <a:lnTo>
                    <a:pt x="134414" y="55359"/>
                  </a:lnTo>
                  <a:lnTo>
                    <a:pt x="134414" y="0"/>
                  </a:lnTo>
                  <a:close/>
                </a:path>
              </a:pathLst>
            </a:custGeom>
            <a:solidFill>
              <a:srgbClr val="3858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660590" y="3800172"/>
              <a:ext cx="439420" cy="492759"/>
            </a:xfrm>
            <a:custGeom>
              <a:avLst/>
              <a:gdLst/>
              <a:ahLst/>
              <a:cxnLst/>
              <a:rect l="l" t="t" r="r" b="b"/>
              <a:pathLst>
                <a:path w="439420" h="492760">
                  <a:moveTo>
                    <a:pt x="242510" y="0"/>
                  </a:moveTo>
                  <a:lnTo>
                    <a:pt x="193812" y="277"/>
                  </a:lnTo>
                  <a:lnTo>
                    <a:pt x="147571" y="10815"/>
                  </a:lnTo>
                  <a:lnTo>
                    <a:pt x="105354" y="30774"/>
                  </a:lnTo>
                  <a:lnTo>
                    <a:pt x="68472" y="58947"/>
                  </a:lnTo>
                  <a:lnTo>
                    <a:pt x="38236" y="94126"/>
                  </a:lnTo>
                  <a:lnTo>
                    <a:pt x="15957" y="135103"/>
                  </a:lnTo>
                  <a:lnTo>
                    <a:pt x="2949" y="180670"/>
                  </a:lnTo>
                  <a:lnTo>
                    <a:pt x="0" y="228573"/>
                  </a:lnTo>
                  <a:lnTo>
                    <a:pt x="6820" y="273912"/>
                  </a:lnTo>
                  <a:lnTo>
                    <a:pt x="22411" y="315706"/>
                  </a:lnTo>
                  <a:lnTo>
                    <a:pt x="45774" y="352973"/>
                  </a:lnTo>
                  <a:lnTo>
                    <a:pt x="75908" y="384729"/>
                  </a:lnTo>
                  <a:lnTo>
                    <a:pt x="111814" y="409993"/>
                  </a:lnTo>
                  <a:lnTo>
                    <a:pt x="118300" y="442117"/>
                  </a:lnTo>
                  <a:lnTo>
                    <a:pt x="135988" y="468351"/>
                  </a:lnTo>
                  <a:lnTo>
                    <a:pt x="162222" y="486038"/>
                  </a:lnTo>
                  <a:lnTo>
                    <a:pt x="194346" y="492524"/>
                  </a:lnTo>
                  <a:lnTo>
                    <a:pt x="249046" y="492524"/>
                  </a:lnTo>
                  <a:lnTo>
                    <a:pt x="281170" y="486038"/>
                  </a:lnTo>
                  <a:lnTo>
                    <a:pt x="307404" y="468351"/>
                  </a:lnTo>
                  <a:lnTo>
                    <a:pt x="325092" y="442117"/>
                  </a:lnTo>
                  <a:lnTo>
                    <a:pt x="331577" y="409993"/>
                  </a:lnTo>
                  <a:lnTo>
                    <a:pt x="331577" y="407365"/>
                  </a:lnTo>
                  <a:lnTo>
                    <a:pt x="367516" y="380734"/>
                  </a:lnTo>
                  <a:lnTo>
                    <a:pt x="397321" y="347506"/>
                  </a:lnTo>
                  <a:lnTo>
                    <a:pt x="419928" y="308714"/>
                  </a:lnTo>
                  <a:lnTo>
                    <a:pt x="434273" y="265389"/>
                  </a:lnTo>
                  <a:lnTo>
                    <a:pt x="439291" y="218564"/>
                  </a:lnTo>
                  <a:lnTo>
                    <a:pt x="434193" y="171288"/>
                  </a:lnTo>
                  <a:lnTo>
                    <a:pt x="419621" y="127559"/>
                  </a:lnTo>
                  <a:lnTo>
                    <a:pt x="396656" y="88460"/>
                  </a:lnTo>
                  <a:lnTo>
                    <a:pt x="366380" y="55073"/>
                  </a:lnTo>
                  <a:lnTo>
                    <a:pt x="329876" y="28479"/>
                  </a:lnTo>
                  <a:lnTo>
                    <a:pt x="288225" y="9761"/>
                  </a:lnTo>
                  <a:lnTo>
                    <a:pt x="242510" y="0"/>
                  </a:lnTo>
                  <a:close/>
                </a:path>
              </a:pathLst>
            </a:custGeom>
            <a:solidFill>
              <a:srgbClr val="FFDC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864148" y="4102806"/>
              <a:ext cx="30480" cy="170815"/>
            </a:xfrm>
            <a:custGeom>
              <a:avLst/>
              <a:gdLst/>
              <a:ahLst/>
              <a:cxnLst/>
              <a:rect l="l" t="t" r="r" b="b"/>
              <a:pathLst>
                <a:path w="30479" h="170814">
                  <a:moveTo>
                    <a:pt x="26355" y="0"/>
                  </a:moveTo>
                  <a:lnTo>
                    <a:pt x="3518" y="0"/>
                  </a:lnTo>
                  <a:lnTo>
                    <a:pt x="0" y="3518"/>
                  </a:lnTo>
                  <a:lnTo>
                    <a:pt x="0" y="167167"/>
                  </a:lnTo>
                  <a:lnTo>
                    <a:pt x="3518" y="170685"/>
                  </a:lnTo>
                  <a:lnTo>
                    <a:pt x="22020" y="170685"/>
                  </a:lnTo>
                  <a:lnTo>
                    <a:pt x="26355" y="170685"/>
                  </a:lnTo>
                  <a:lnTo>
                    <a:pt x="29873" y="167167"/>
                  </a:lnTo>
                  <a:lnTo>
                    <a:pt x="29873" y="3518"/>
                  </a:lnTo>
                  <a:lnTo>
                    <a:pt x="26355" y="0"/>
                  </a:lnTo>
                  <a:close/>
                </a:path>
              </a:pathLst>
            </a:custGeom>
            <a:solidFill>
              <a:srgbClr val="FF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675481" y="4282383"/>
              <a:ext cx="207645" cy="105410"/>
            </a:xfrm>
            <a:custGeom>
              <a:avLst/>
              <a:gdLst/>
              <a:ahLst/>
              <a:cxnLst/>
              <a:rect l="l" t="t" r="r" b="b"/>
              <a:pathLst>
                <a:path w="207645" h="105410">
                  <a:moveTo>
                    <a:pt x="200676" y="0"/>
                  </a:moveTo>
                  <a:lnTo>
                    <a:pt x="184335" y="2509"/>
                  </a:lnTo>
                  <a:lnTo>
                    <a:pt x="160298" y="3345"/>
                  </a:lnTo>
                  <a:lnTo>
                    <a:pt x="111833" y="2509"/>
                  </a:lnTo>
                  <a:lnTo>
                    <a:pt x="22211" y="0"/>
                  </a:lnTo>
                  <a:lnTo>
                    <a:pt x="12172" y="6803"/>
                  </a:lnTo>
                  <a:lnTo>
                    <a:pt x="4894" y="12421"/>
                  </a:lnTo>
                  <a:lnTo>
                    <a:pt x="798" y="16952"/>
                  </a:lnTo>
                  <a:lnTo>
                    <a:pt x="0" y="20786"/>
                  </a:lnTo>
                  <a:lnTo>
                    <a:pt x="1127" y="30894"/>
                  </a:lnTo>
                  <a:lnTo>
                    <a:pt x="5436" y="55224"/>
                  </a:lnTo>
                  <a:lnTo>
                    <a:pt x="14179" y="101724"/>
                  </a:lnTo>
                  <a:lnTo>
                    <a:pt x="102648" y="105295"/>
                  </a:lnTo>
                  <a:lnTo>
                    <a:pt x="84669" y="56218"/>
                  </a:lnTo>
                  <a:lnTo>
                    <a:pt x="119613" y="55381"/>
                  </a:lnTo>
                  <a:lnTo>
                    <a:pt x="184810" y="38644"/>
                  </a:lnTo>
                  <a:lnTo>
                    <a:pt x="207375" y="11371"/>
                  </a:lnTo>
                  <a:lnTo>
                    <a:pt x="205700" y="6437"/>
                  </a:lnTo>
                  <a:lnTo>
                    <a:pt x="200676" y="0"/>
                  </a:lnTo>
                  <a:close/>
                </a:path>
              </a:pathLst>
            </a:custGeom>
            <a:solidFill>
              <a:srgbClr val="C17B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6591503" y="4335036"/>
              <a:ext cx="254635" cy="216535"/>
            </a:xfrm>
            <a:custGeom>
              <a:avLst/>
              <a:gdLst/>
              <a:ahLst/>
              <a:cxnLst/>
              <a:rect l="l" t="t" r="r" b="b"/>
              <a:pathLst>
                <a:path w="254634" h="216535">
                  <a:moveTo>
                    <a:pt x="254304" y="40157"/>
                  </a:moveTo>
                  <a:lnTo>
                    <a:pt x="242252" y="38188"/>
                  </a:lnTo>
                  <a:lnTo>
                    <a:pt x="228104" y="34467"/>
                  </a:lnTo>
                  <a:lnTo>
                    <a:pt x="202742" y="26225"/>
                  </a:lnTo>
                  <a:lnTo>
                    <a:pt x="157048" y="10706"/>
                  </a:lnTo>
                  <a:lnTo>
                    <a:pt x="141859" y="8534"/>
                  </a:lnTo>
                  <a:lnTo>
                    <a:pt x="107848" y="4013"/>
                  </a:lnTo>
                  <a:lnTo>
                    <a:pt x="72339" y="165"/>
                  </a:lnTo>
                  <a:lnTo>
                    <a:pt x="52641" y="0"/>
                  </a:lnTo>
                  <a:lnTo>
                    <a:pt x="46443" y="4114"/>
                  </a:lnTo>
                  <a:lnTo>
                    <a:pt x="40589" y="10147"/>
                  </a:lnTo>
                  <a:lnTo>
                    <a:pt x="36080" y="16687"/>
                  </a:lnTo>
                  <a:lnTo>
                    <a:pt x="33909" y="22301"/>
                  </a:lnTo>
                  <a:lnTo>
                    <a:pt x="33985" y="27457"/>
                  </a:lnTo>
                  <a:lnTo>
                    <a:pt x="37922" y="40043"/>
                  </a:lnTo>
                  <a:lnTo>
                    <a:pt x="42710" y="52730"/>
                  </a:lnTo>
                  <a:lnTo>
                    <a:pt x="41046" y="52641"/>
                  </a:lnTo>
                  <a:lnTo>
                    <a:pt x="34010" y="57124"/>
                  </a:lnTo>
                  <a:lnTo>
                    <a:pt x="24904" y="66624"/>
                  </a:lnTo>
                  <a:lnTo>
                    <a:pt x="17030" y="76568"/>
                  </a:lnTo>
                  <a:lnTo>
                    <a:pt x="13677" y="82397"/>
                  </a:lnTo>
                  <a:lnTo>
                    <a:pt x="14008" y="85229"/>
                  </a:lnTo>
                  <a:lnTo>
                    <a:pt x="16319" y="93967"/>
                  </a:lnTo>
                  <a:lnTo>
                    <a:pt x="21628" y="112141"/>
                  </a:lnTo>
                  <a:lnTo>
                    <a:pt x="14935" y="118529"/>
                  </a:lnTo>
                  <a:lnTo>
                    <a:pt x="4533" y="129628"/>
                  </a:lnTo>
                  <a:lnTo>
                    <a:pt x="0" y="135928"/>
                  </a:lnTo>
                  <a:lnTo>
                    <a:pt x="266" y="138480"/>
                  </a:lnTo>
                  <a:lnTo>
                    <a:pt x="2120" y="145161"/>
                  </a:lnTo>
                  <a:lnTo>
                    <a:pt x="16954" y="191846"/>
                  </a:lnTo>
                  <a:lnTo>
                    <a:pt x="33896" y="216166"/>
                  </a:lnTo>
                  <a:lnTo>
                    <a:pt x="48780" y="169240"/>
                  </a:lnTo>
                  <a:lnTo>
                    <a:pt x="79705" y="170434"/>
                  </a:lnTo>
                  <a:lnTo>
                    <a:pt x="117182" y="200774"/>
                  </a:lnTo>
                  <a:lnTo>
                    <a:pt x="133438" y="201968"/>
                  </a:lnTo>
                  <a:lnTo>
                    <a:pt x="142392" y="201434"/>
                  </a:lnTo>
                  <a:lnTo>
                    <a:pt x="147218" y="198348"/>
                  </a:lnTo>
                  <a:lnTo>
                    <a:pt x="151104" y="191846"/>
                  </a:lnTo>
                  <a:lnTo>
                    <a:pt x="131025" y="156235"/>
                  </a:lnTo>
                  <a:lnTo>
                    <a:pt x="116459" y="131368"/>
                  </a:lnTo>
                  <a:lnTo>
                    <a:pt x="108267" y="119278"/>
                  </a:lnTo>
                  <a:lnTo>
                    <a:pt x="102463" y="117551"/>
                  </a:lnTo>
                  <a:lnTo>
                    <a:pt x="112725" y="114515"/>
                  </a:lnTo>
                  <a:lnTo>
                    <a:pt x="119367" y="118960"/>
                  </a:lnTo>
                  <a:lnTo>
                    <a:pt x="135775" y="128714"/>
                  </a:lnTo>
                  <a:lnTo>
                    <a:pt x="156654" y="138353"/>
                  </a:lnTo>
                  <a:lnTo>
                    <a:pt x="176682" y="142468"/>
                  </a:lnTo>
                  <a:lnTo>
                    <a:pt x="190614" y="141846"/>
                  </a:lnTo>
                  <a:lnTo>
                    <a:pt x="198907" y="139649"/>
                  </a:lnTo>
                  <a:lnTo>
                    <a:pt x="204876" y="134112"/>
                  </a:lnTo>
                  <a:lnTo>
                    <a:pt x="211785" y="123444"/>
                  </a:lnTo>
                  <a:lnTo>
                    <a:pt x="172440" y="92583"/>
                  </a:lnTo>
                  <a:lnTo>
                    <a:pt x="143764" y="70980"/>
                  </a:lnTo>
                  <a:lnTo>
                    <a:pt x="134696" y="65151"/>
                  </a:lnTo>
                  <a:lnTo>
                    <a:pt x="150799" y="63068"/>
                  </a:lnTo>
                  <a:lnTo>
                    <a:pt x="160197" y="65913"/>
                  </a:lnTo>
                  <a:lnTo>
                    <a:pt x="182473" y="71577"/>
                  </a:lnTo>
                  <a:lnTo>
                    <a:pt x="208775" y="75730"/>
                  </a:lnTo>
                  <a:lnTo>
                    <a:pt x="230212" y="74066"/>
                  </a:lnTo>
                  <a:lnTo>
                    <a:pt x="242646" y="69011"/>
                  </a:lnTo>
                  <a:lnTo>
                    <a:pt x="249288" y="63804"/>
                  </a:lnTo>
                  <a:lnTo>
                    <a:pt x="252425" y="55245"/>
                  </a:lnTo>
                  <a:lnTo>
                    <a:pt x="254304" y="40157"/>
                  </a:lnTo>
                  <a:close/>
                </a:path>
              </a:pathLst>
            </a:custGeom>
            <a:solidFill>
              <a:srgbClr val="B87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6853547" y="3615435"/>
              <a:ext cx="34290" cy="145415"/>
            </a:xfrm>
            <a:custGeom>
              <a:avLst/>
              <a:gdLst/>
              <a:ahLst/>
              <a:cxnLst/>
              <a:rect l="l" t="t" r="r" b="b"/>
              <a:pathLst>
                <a:path w="34290" h="145414">
                  <a:moveTo>
                    <a:pt x="8973" y="0"/>
                  </a:moveTo>
                  <a:lnTo>
                    <a:pt x="1612" y="7183"/>
                  </a:lnTo>
                  <a:lnTo>
                    <a:pt x="0" y="137639"/>
                  </a:lnTo>
                  <a:lnTo>
                    <a:pt x="7172" y="145000"/>
                  </a:lnTo>
                  <a:lnTo>
                    <a:pt x="16146" y="145116"/>
                  </a:lnTo>
                  <a:lnTo>
                    <a:pt x="25119" y="145231"/>
                  </a:lnTo>
                  <a:lnTo>
                    <a:pt x="32480" y="138048"/>
                  </a:lnTo>
                  <a:lnTo>
                    <a:pt x="34093" y="7580"/>
                  </a:lnTo>
                  <a:lnTo>
                    <a:pt x="26910" y="219"/>
                  </a:lnTo>
                  <a:lnTo>
                    <a:pt x="8973" y="0"/>
                  </a:lnTo>
                  <a:close/>
                </a:path>
              </a:pathLst>
            </a:custGeom>
            <a:solidFill>
              <a:srgbClr val="FF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846377" y="4987925"/>
              <a:ext cx="61594" cy="50165"/>
            </a:xfrm>
            <a:custGeom>
              <a:avLst/>
              <a:gdLst/>
              <a:ahLst/>
              <a:cxnLst/>
              <a:rect l="l" t="t" r="r" b="b"/>
              <a:pathLst>
                <a:path w="61595" h="50164">
                  <a:moveTo>
                    <a:pt x="9151" y="0"/>
                  </a:moveTo>
                  <a:lnTo>
                    <a:pt x="0" y="36606"/>
                  </a:lnTo>
                  <a:lnTo>
                    <a:pt x="52291" y="49684"/>
                  </a:lnTo>
                  <a:lnTo>
                    <a:pt x="61443" y="13078"/>
                  </a:lnTo>
                  <a:lnTo>
                    <a:pt x="9151" y="0"/>
                  </a:lnTo>
                  <a:close/>
                </a:path>
              </a:pathLst>
            </a:custGeom>
            <a:solidFill>
              <a:srgbClr val="C6E2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405298" y="4863681"/>
              <a:ext cx="463550" cy="175260"/>
            </a:xfrm>
            <a:custGeom>
              <a:avLst/>
              <a:gdLst/>
              <a:ahLst/>
              <a:cxnLst/>
              <a:rect l="l" t="t" r="r" b="b"/>
              <a:pathLst>
                <a:path w="463550" h="175260">
                  <a:moveTo>
                    <a:pt x="15695" y="0"/>
                  </a:moveTo>
                  <a:lnTo>
                    <a:pt x="0" y="62752"/>
                  </a:lnTo>
                  <a:lnTo>
                    <a:pt x="447609" y="174706"/>
                  </a:lnTo>
                  <a:lnTo>
                    <a:pt x="463305" y="111954"/>
                  </a:lnTo>
                  <a:lnTo>
                    <a:pt x="15695" y="0"/>
                  </a:lnTo>
                  <a:close/>
                </a:path>
              </a:pathLst>
            </a:custGeom>
            <a:solidFill>
              <a:srgbClr val="000A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515085" y="4930336"/>
              <a:ext cx="914400" cy="1581785"/>
            </a:xfrm>
            <a:custGeom>
              <a:avLst/>
              <a:gdLst/>
              <a:ahLst/>
              <a:cxnLst/>
              <a:rect l="l" t="t" r="r" b="b"/>
              <a:pathLst>
                <a:path w="914400" h="1581784">
                  <a:moveTo>
                    <a:pt x="914171" y="1469898"/>
                  </a:moveTo>
                  <a:lnTo>
                    <a:pt x="814793" y="1285201"/>
                  </a:lnTo>
                  <a:lnTo>
                    <a:pt x="600951" y="915022"/>
                  </a:lnTo>
                  <a:lnTo>
                    <a:pt x="388035" y="551789"/>
                  </a:lnTo>
                  <a:lnTo>
                    <a:pt x="291858" y="388696"/>
                  </a:lnTo>
                  <a:lnTo>
                    <a:pt x="291414" y="372541"/>
                  </a:lnTo>
                  <a:lnTo>
                    <a:pt x="289864" y="281774"/>
                  </a:lnTo>
                  <a:lnTo>
                    <a:pt x="284670" y="221627"/>
                  </a:lnTo>
                  <a:lnTo>
                    <a:pt x="274713" y="165900"/>
                  </a:lnTo>
                  <a:lnTo>
                    <a:pt x="258610" y="125298"/>
                  </a:lnTo>
                  <a:lnTo>
                    <a:pt x="239407" y="95885"/>
                  </a:lnTo>
                  <a:lnTo>
                    <a:pt x="227609" y="74028"/>
                  </a:lnTo>
                  <a:lnTo>
                    <a:pt x="218363" y="48920"/>
                  </a:lnTo>
                  <a:lnTo>
                    <a:pt x="206832" y="9702"/>
                  </a:lnTo>
                  <a:lnTo>
                    <a:pt x="191884" y="0"/>
                  </a:lnTo>
                  <a:lnTo>
                    <a:pt x="189788" y="5651"/>
                  </a:lnTo>
                  <a:lnTo>
                    <a:pt x="185318" y="19240"/>
                  </a:lnTo>
                  <a:lnTo>
                    <a:pt x="181241" y="35699"/>
                  </a:lnTo>
                  <a:lnTo>
                    <a:pt x="180289" y="49961"/>
                  </a:lnTo>
                  <a:lnTo>
                    <a:pt x="181952" y="60350"/>
                  </a:lnTo>
                  <a:lnTo>
                    <a:pt x="185978" y="75653"/>
                  </a:lnTo>
                  <a:lnTo>
                    <a:pt x="195478" y="106502"/>
                  </a:lnTo>
                  <a:lnTo>
                    <a:pt x="213575" y="163550"/>
                  </a:lnTo>
                  <a:lnTo>
                    <a:pt x="135712" y="100253"/>
                  </a:lnTo>
                  <a:lnTo>
                    <a:pt x="0" y="287616"/>
                  </a:lnTo>
                  <a:lnTo>
                    <a:pt x="11074" y="307086"/>
                  </a:lnTo>
                  <a:lnTo>
                    <a:pt x="37096" y="351586"/>
                  </a:lnTo>
                  <a:lnTo>
                    <a:pt x="67322" y="400342"/>
                  </a:lnTo>
                  <a:lnTo>
                    <a:pt x="90970" y="432523"/>
                  </a:lnTo>
                  <a:lnTo>
                    <a:pt x="118681" y="459054"/>
                  </a:lnTo>
                  <a:lnTo>
                    <a:pt x="174790" y="505777"/>
                  </a:lnTo>
                  <a:lnTo>
                    <a:pt x="355638" y="1034618"/>
                  </a:lnTo>
                  <a:lnTo>
                    <a:pt x="472605" y="1334541"/>
                  </a:lnTo>
                  <a:lnTo>
                    <a:pt x="560082" y="1468183"/>
                  </a:lnTo>
                  <a:lnTo>
                    <a:pt x="665251" y="1535607"/>
                  </a:lnTo>
                  <a:lnTo>
                    <a:pt x="726249" y="1569072"/>
                  </a:lnTo>
                  <a:lnTo>
                    <a:pt x="766076" y="1581315"/>
                  </a:lnTo>
                  <a:lnTo>
                    <a:pt x="802284" y="1573288"/>
                  </a:lnTo>
                  <a:lnTo>
                    <a:pt x="852424" y="1545983"/>
                  </a:lnTo>
                  <a:lnTo>
                    <a:pt x="882116" y="1525422"/>
                  </a:lnTo>
                  <a:lnTo>
                    <a:pt x="901776" y="1505191"/>
                  </a:lnTo>
                  <a:lnTo>
                    <a:pt x="912190" y="1486319"/>
                  </a:lnTo>
                  <a:lnTo>
                    <a:pt x="914171" y="1469898"/>
                  </a:lnTo>
                  <a:close/>
                </a:path>
              </a:pathLst>
            </a:custGeom>
            <a:solidFill>
              <a:srgbClr val="C17B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510517" y="4858548"/>
              <a:ext cx="100330" cy="294640"/>
            </a:xfrm>
            <a:custGeom>
              <a:avLst/>
              <a:gdLst/>
              <a:ahLst/>
              <a:cxnLst/>
              <a:rect l="l" t="t" r="r" b="b"/>
              <a:pathLst>
                <a:path w="100329" h="294639">
                  <a:moveTo>
                    <a:pt x="65819" y="0"/>
                  </a:moveTo>
                  <a:lnTo>
                    <a:pt x="54758" y="14893"/>
                  </a:lnTo>
                  <a:lnTo>
                    <a:pt x="30836" y="49261"/>
                  </a:lnTo>
                  <a:lnTo>
                    <a:pt x="7951" y="87636"/>
                  </a:lnTo>
                  <a:lnTo>
                    <a:pt x="0" y="114551"/>
                  </a:lnTo>
                  <a:lnTo>
                    <a:pt x="4121" y="129387"/>
                  </a:lnTo>
                  <a:lnTo>
                    <a:pt x="12198" y="153055"/>
                  </a:lnTo>
                  <a:lnTo>
                    <a:pt x="30265" y="202407"/>
                  </a:lnTo>
                  <a:lnTo>
                    <a:pt x="64354" y="294294"/>
                  </a:lnTo>
                  <a:lnTo>
                    <a:pt x="99996" y="244023"/>
                  </a:lnTo>
                  <a:lnTo>
                    <a:pt x="52961" y="99818"/>
                  </a:lnTo>
                  <a:lnTo>
                    <a:pt x="54948" y="96461"/>
                  </a:lnTo>
                  <a:lnTo>
                    <a:pt x="72866" y="53076"/>
                  </a:lnTo>
                  <a:lnTo>
                    <a:pt x="77970" y="25395"/>
                  </a:lnTo>
                  <a:lnTo>
                    <a:pt x="74382" y="14900"/>
                  </a:lnTo>
                  <a:lnTo>
                    <a:pt x="65819" y="0"/>
                  </a:lnTo>
                  <a:close/>
                </a:path>
              </a:pathLst>
            </a:custGeom>
            <a:solidFill>
              <a:srgbClr val="B87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562302" y="4817348"/>
              <a:ext cx="88900" cy="285750"/>
            </a:xfrm>
            <a:custGeom>
              <a:avLst/>
              <a:gdLst/>
              <a:ahLst/>
              <a:cxnLst/>
              <a:rect l="l" t="t" r="r" b="b"/>
              <a:pathLst>
                <a:path w="88900" h="285750">
                  <a:moveTo>
                    <a:pt x="46375" y="0"/>
                  </a:moveTo>
                  <a:lnTo>
                    <a:pt x="0" y="132173"/>
                  </a:lnTo>
                  <a:lnTo>
                    <a:pt x="48207" y="285226"/>
                  </a:lnTo>
                  <a:lnTo>
                    <a:pt x="88510" y="213239"/>
                  </a:lnTo>
                  <a:lnTo>
                    <a:pt x="43506" y="114038"/>
                  </a:lnTo>
                  <a:lnTo>
                    <a:pt x="45990" y="108599"/>
                  </a:lnTo>
                  <a:lnTo>
                    <a:pt x="51715" y="94528"/>
                  </a:lnTo>
                  <a:lnTo>
                    <a:pt x="58092" y="75191"/>
                  </a:lnTo>
                  <a:lnTo>
                    <a:pt x="62532" y="53956"/>
                  </a:lnTo>
                  <a:lnTo>
                    <a:pt x="64235" y="37316"/>
                  </a:lnTo>
                  <a:lnTo>
                    <a:pt x="63119" y="26149"/>
                  </a:lnTo>
                  <a:lnTo>
                    <a:pt x="57671" y="15396"/>
                  </a:lnTo>
                  <a:lnTo>
                    <a:pt x="46375" y="0"/>
                  </a:lnTo>
                  <a:close/>
                </a:path>
              </a:pathLst>
            </a:custGeom>
            <a:solidFill>
              <a:srgbClr val="C17B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254101" y="5660836"/>
              <a:ext cx="382905" cy="246379"/>
            </a:xfrm>
            <a:custGeom>
              <a:avLst/>
              <a:gdLst/>
              <a:ahLst/>
              <a:cxnLst/>
              <a:rect l="l" t="t" r="r" b="b"/>
              <a:pathLst>
                <a:path w="382904" h="246379">
                  <a:moveTo>
                    <a:pt x="350230" y="0"/>
                  </a:moveTo>
                  <a:lnTo>
                    <a:pt x="0" y="246118"/>
                  </a:lnTo>
                  <a:lnTo>
                    <a:pt x="64126" y="236579"/>
                  </a:lnTo>
                  <a:lnTo>
                    <a:pt x="125382" y="220582"/>
                  </a:lnTo>
                  <a:lnTo>
                    <a:pt x="219658" y="186589"/>
                  </a:lnTo>
                  <a:lnTo>
                    <a:pt x="382846" y="123064"/>
                  </a:lnTo>
                  <a:lnTo>
                    <a:pt x="350230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703471" y="6029586"/>
              <a:ext cx="120650" cy="1732280"/>
            </a:xfrm>
            <a:custGeom>
              <a:avLst/>
              <a:gdLst/>
              <a:ahLst/>
              <a:cxnLst/>
              <a:rect l="l" t="t" r="r" b="b"/>
              <a:pathLst>
                <a:path w="120650" h="1732279">
                  <a:moveTo>
                    <a:pt x="14166" y="0"/>
                  </a:moveTo>
                  <a:lnTo>
                    <a:pt x="0" y="335431"/>
                  </a:lnTo>
                  <a:lnTo>
                    <a:pt x="0" y="1249911"/>
                  </a:lnTo>
                  <a:lnTo>
                    <a:pt x="827" y="1267537"/>
                  </a:lnTo>
                  <a:lnTo>
                    <a:pt x="5475" y="1322706"/>
                  </a:lnTo>
                  <a:lnTo>
                    <a:pt x="35195" y="1361587"/>
                  </a:lnTo>
                  <a:lnTo>
                    <a:pt x="63603" y="1397950"/>
                  </a:lnTo>
                  <a:lnTo>
                    <a:pt x="81904" y="1131685"/>
                  </a:lnTo>
                  <a:lnTo>
                    <a:pt x="109830" y="670128"/>
                  </a:lnTo>
                  <a:lnTo>
                    <a:pt x="120602" y="357654"/>
                  </a:lnTo>
                  <a:lnTo>
                    <a:pt x="116507" y="221746"/>
                  </a:lnTo>
                  <a:lnTo>
                    <a:pt x="104054" y="139188"/>
                  </a:lnTo>
                  <a:lnTo>
                    <a:pt x="73267" y="76449"/>
                  </a:lnTo>
                  <a:lnTo>
                    <a:pt x="14166" y="0"/>
                  </a:lnTo>
                  <a:close/>
                </a:path>
                <a:path w="120650" h="1732279">
                  <a:moveTo>
                    <a:pt x="60281" y="1446291"/>
                  </a:moveTo>
                  <a:lnTo>
                    <a:pt x="44890" y="1450487"/>
                  </a:lnTo>
                  <a:lnTo>
                    <a:pt x="16241" y="1450487"/>
                  </a:lnTo>
                  <a:lnTo>
                    <a:pt x="39955" y="1731957"/>
                  </a:lnTo>
                  <a:lnTo>
                    <a:pt x="53166" y="1549802"/>
                  </a:lnTo>
                  <a:lnTo>
                    <a:pt x="60281" y="1446291"/>
                  </a:lnTo>
                  <a:close/>
                </a:path>
              </a:pathLst>
            </a:custGeom>
            <a:solidFill>
              <a:srgbClr val="D0D0CE">
                <a:alpha val="63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0773092" y="3542556"/>
              <a:ext cx="2316480" cy="3487420"/>
            </a:xfrm>
            <a:custGeom>
              <a:avLst/>
              <a:gdLst/>
              <a:ahLst/>
              <a:cxnLst/>
              <a:rect l="l" t="t" r="r" b="b"/>
              <a:pathLst>
                <a:path w="2316480" h="3487420">
                  <a:moveTo>
                    <a:pt x="496760" y="268579"/>
                  </a:moveTo>
                  <a:lnTo>
                    <a:pt x="394728" y="256870"/>
                  </a:lnTo>
                  <a:lnTo>
                    <a:pt x="337477" y="223393"/>
                  </a:lnTo>
                  <a:lnTo>
                    <a:pt x="304088" y="141516"/>
                  </a:lnTo>
                  <a:lnTo>
                    <a:pt x="276644" y="0"/>
                  </a:lnTo>
                  <a:lnTo>
                    <a:pt x="253123" y="32486"/>
                  </a:lnTo>
                  <a:lnTo>
                    <a:pt x="233553" y="70586"/>
                  </a:lnTo>
                  <a:lnTo>
                    <a:pt x="223481" y="121386"/>
                  </a:lnTo>
                  <a:lnTo>
                    <a:pt x="224434" y="159486"/>
                  </a:lnTo>
                  <a:lnTo>
                    <a:pt x="237896" y="210286"/>
                  </a:lnTo>
                  <a:lnTo>
                    <a:pt x="269519" y="248386"/>
                  </a:lnTo>
                  <a:lnTo>
                    <a:pt x="311010" y="286486"/>
                  </a:lnTo>
                  <a:lnTo>
                    <a:pt x="406501" y="311886"/>
                  </a:lnTo>
                  <a:lnTo>
                    <a:pt x="451954" y="311886"/>
                  </a:lnTo>
                  <a:lnTo>
                    <a:pt x="442658" y="328828"/>
                  </a:lnTo>
                  <a:lnTo>
                    <a:pt x="496760" y="268579"/>
                  </a:lnTo>
                  <a:close/>
                </a:path>
                <a:path w="2316480" h="3487420">
                  <a:moveTo>
                    <a:pt x="770001" y="1018578"/>
                  </a:moveTo>
                  <a:lnTo>
                    <a:pt x="735672" y="834428"/>
                  </a:lnTo>
                  <a:lnTo>
                    <a:pt x="732637" y="831303"/>
                  </a:lnTo>
                  <a:lnTo>
                    <a:pt x="713232" y="806577"/>
                  </a:lnTo>
                  <a:lnTo>
                    <a:pt x="685507" y="769086"/>
                  </a:lnTo>
                  <a:lnTo>
                    <a:pt x="676376" y="756742"/>
                  </a:lnTo>
                  <a:lnTo>
                    <a:pt x="676376" y="769086"/>
                  </a:lnTo>
                  <a:lnTo>
                    <a:pt x="676033" y="769086"/>
                  </a:lnTo>
                  <a:lnTo>
                    <a:pt x="674712" y="756386"/>
                  </a:lnTo>
                  <a:lnTo>
                    <a:pt x="674928" y="756386"/>
                  </a:lnTo>
                  <a:lnTo>
                    <a:pt x="676376" y="769086"/>
                  </a:lnTo>
                  <a:lnTo>
                    <a:pt x="676376" y="756742"/>
                  </a:lnTo>
                  <a:lnTo>
                    <a:pt x="676122" y="756386"/>
                  </a:lnTo>
                  <a:lnTo>
                    <a:pt x="661949" y="737222"/>
                  </a:lnTo>
                  <a:lnTo>
                    <a:pt x="563295" y="600189"/>
                  </a:lnTo>
                  <a:lnTo>
                    <a:pt x="468960" y="464362"/>
                  </a:lnTo>
                  <a:lnTo>
                    <a:pt x="430580" y="384543"/>
                  </a:lnTo>
                  <a:lnTo>
                    <a:pt x="441756" y="330466"/>
                  </a:lnTo>
                  <a:lnTo>
                    <a:pt x="431038" y="349986"/>
                  </a:lnTo>
                  <a:lnTo>
                    <a:pt x="413143" y="388086"/>
                  </a:lnTo>
                  <a:lnTo>
                    <a:pt x="399961" y="438886"/>
                  </a:lnTo>
                  <a:lnTo>
                    <a:pt x="393179" y="502386"/>
                  </a:lnTo>
                  <a:lnTo>
                    <a:pt x="394512" y="565886"/>
                  </a:lnTo>
                  <a:lnTo>
                    <a:pt x="454342" y="718286"/>
                  </a:lnTo>
                  <a:lnTo>
                    <a:pt x="564934" y="832586"/>
                  </a:lnTo>
                  <a:lnTo>
                    <a:pt x="671474" y="883386"/>
                  </a:lnTo>
                  <a:lnTo>
                    <a:pt x="719162" y="908786"/>
                  </a:lnTo>
                  <a:lnTo>
                    <a:pt x="731647" y="1035786"/>
                  </a:lnTo>
                  <a:lnTo>
                    <a:pt x="727252" y="1023086"/>
                  </a:lnTo>
                  <a:lnTo>
                    <a:pt x="718527" y="1023086"/>
                  </a:lnTo>
                  <a:lnTo>
                    <a:pt x="619264" y="1162646"/>
                  </a:lnTo>
                  <a:lnTo>
                    <a:pt x="678751" y="1185684"/>
                  </a:lnTo>
                  <a:lnTo>
                    <a:pt x="760704" y="1035786"/>
                  </a:lnTo>
                  <a:lnTo>
                    <a:pt x="770001" y="1018768"/>
                  </a:lnTo>
                  <a:lnTo>
                    <a:pt x="770001" y="1018578"/>
                  </a:lnTo>
                  <a:close/>
                </a:path>
                <a:path w="2316480" h="3487420">
                  <a:moveTo>
                    <a:pt x="1339989" y="2310663"/>
                  </a:moveTo>
                  <a:lnTo>
                    <a:pt x="1338211" y="2294255"/>
                  </a:lnTo>
                  <a:lnTo>
                    <a:pt x="1334782" y="2289441"/>
                  </a:lnTo>
                  <a:lnTo>
                    <a:pt x="1330947" y="2298852"/>
                  </a:lnTo>
                  <a:lnTo>
                    <a:pt x="1327505" y="2316861"/>
                  </a:lnTo>
                  <a:lnTo>
                    <a:pt x="1323073" y="2337993"/>
                  </a:lnTo>
                  <a:lnTo>
                    <a:pt x="1306817" y="2383409"/>
                  </a:lnTo>
                  <a:lnTo>
                    <a:pt x="1273213" y="2422702"/>
                  </a:lnTo>
                  <a:lnTo>
                    <a:pt x="1213307" y="2443492"/>
                  </a:lnTo>
                  <a:lnTo>
                    <a:pt x="1170698" y="2443073"/>
                  </a:lnTo>
                  <a:lnTo>
                    <a:pt x="1118158" y="2433396"/>
                  </a:lnTo>
                  <a:lnTo>
                    <a:pt x="1054582" y="2412898"/>
                  </a:lnTo>
                  <a:lnTo>
                    <a:pt x="978827" y="2380030"/>
                  </a:lnTo>
                  <a:lnTo>
                    <a:pt x="710222" y="2182457"/>
                  </a:lnTo>
                  <a:lnTo>
                    <a:pt x="411276" y="1888337"/>
                  </a:lnTo>
                  <a:lnTo>
                    <a:pt x="168490" y="1621231"/>
                  </a:lnTo>
                  <a:lnTo>
                    <a:pt x="68351" y="1504721"/>
                  </a:lnTo>
                  <a:lnTo>
                    <a:pt x="3886" y="1561185"/>
                  </a:lnTo>
                  <a:lnTo>
                    <a:pt x="65011" y="1745221"/>
                  </a:lnTo>
                  <a:lnTo>
                    <a:pt x="275031" y="1975586"/>
                  </a:lnTo>
                  <a:lnTo>
                    <a:pt x="292328" y="1988286"/>
                  </a:lnTo>
                  <a:lnTo>
                    <a:pt x="310667" y="2013686"/>
                  </a:lnTo>
                  <a:lnTo>
                    <a:pt x="329946" y="2026386"/>
                  </a:lnTo>
                  <a:lnTo>
                    <a:pt x="350050" y="2039086"/>
                  </a:lnTo>
                  <a:lnTo>
                    <a:pt x="369963" y="2089886"/>
                  </a:lnTo>
                  <a:lnTo>
                    <a:pt x="390715" y="2127986"/>
                  </a:lnTo>
                  <a:lnTo>
                    <a:pt x="412318" y="2178786"/>
                  </a:lnTo>
                  <a:lnTo>
                    <a:pt x="434759" y="2216886"/>
                  </a:lnTo>
                  <a:lnTo>
                    <a:pt x="458050" y="2267686"/>
                  </a:lnTo>
                  <a:lnTo>
                    <a:pt x="482193" y="2305786"/>
                  </a:lnTo>
                  <a:lnTo>
                    <a:pt x="507187" y="2356586"/>
                  </a:lnTo>
                  <a:lnTo>
                    <a:pt x="533031" y="2394686"/>
                  </a:lnTo>
                  <a:lnTo>
                    <a:pt x="559727" y="2432786"/>
                  </a:lnTo>
                  <a:lnTo>
                    <a:pt x="587286" y="2483586"/>
                  </a:lnTo>
                  <a:lnTo>
                    <a:pt x="615708" y="2521686"/>
                  </a:lnTo>
                  <a:lnTo>
                    <a:pt x="644994" y="2559786"/>
                  </a:lnTo>
                  <a:lnTo>
                    <a:pt x="675144" y="2597886"/>
                  </a:lnTo>
                  <a:lnTo>
                    <a:pt x="706158" y="2635986"/>
                  </a:lnTo>
                  <a:lnTo>
                    <a:pt x="612521" y="2750286"/>
                  </a:lnTo>
                  <a:lnTo>
                    <a:pt x="558761" y="2826486"/>
                  </a:lnTo>
                  <a:lnTo>
                    <a:pt x="524548" y="2902686"/>
                  </a:lnTo>
                  <a:lnTo>
                    <a:pt x="489610" y="3004286"/>
                  </a:lnTo>
                  <a:lnTo>
                    <a:pt x="439140" y="3143986"/>
                  </a:lnTo>
                  <a:lnTo>
                    <a:pt x="415798" y="3245586"/>
                  </a:lnTo>
                  <a:lnTo>
                    <a:pt x="413677" y="3347186"/>
                  </a:lnTo>
                  <a:lnTo>
                    <a:pt x="426885" y="3486658"/>
                  </a:lnTo>
                  <a:lnTo>
                    <a:pt x="623773" y="3486480"/>
                  </a:lnTo>
                  <a:lnTo>
                    <a:pt x="876604" y="3486886"/>
                  </a:lnTo>
                  <a:lnTo>
                    <a:pt x="860183" y="3437432"/>
                  </a:lnTo>
                  <a:lnTo>
                    <a:pt x="847115" y="3384575"/>
                  </a:lnTo>
                  <a:lnTo>
                    <a:pt x="837184" y="3328949"/>
                  </a:lnTo>
                  <a:lnTo>
                    <a:pt x="830160" y="3271164"/>
                  </a:lnTo>
                  <a:lnTo>
                    <a:pt x="825830" y="3211830"/>
                  </a:lnTo>
                  <a:lnTo>
                    <a:pt x="823950" y="3151594"/>
                  </a:lnTo>
                  <a:lnTo>
                    <a:pt x="824293" y="3091040"/>
                  </a:lnTo>
                  <a:lnTo>
                    <a:pt x="826643" y="3030817"/>
                  </a:lnTo>
                  <a:lnTo>
                    <a:pt x="830757" y="2971533"/>
                  </a:lnTo>
                  <a:lnTo>
                    <a:pt x="836422" y="2913811"/>
                  </a:lnTo>
                  <a:lnTo>
                    <a:pt x="843419" y="2858262"/>
                  </a:lnTo>
                  <a:lnTo>
                    <a:pt x="851496" y="2805519"/>
                  </a:lnTo>
                  <a:lnTo>
                    <a:pt x="860437" y="2756192"/>
                  </a:lnTo>
                  <a:lnTo>
                    <a:pt x="870026" y="2710904"/>
                  </a:lnTo>
                  <a:lnTo>
                    <a:pt x="880021" y="2670264"/>
                  </a:lnTo>
                  <a:lnTo>
                    <a:pt x="900341" y="2605455"/>
                  </a:lnTo>
                  <a:lnTo>
                    <a:pt x="919581" y="2566720"/>
                  </a:lnTo>
                  <a:lnTo>
                    <a:pt x="966330" y="2532888"/>
                  </a:lnTo>
                  <a:lnTo>
                    <a:pt x="1019352" y="2526893"/>
                  </a:lnTo>
                  <a:lnTo>
                    <a:pt x="1037602" y="2532443"/>
                  </a:lnTo>
                  <a:lnTo>
                    <a:pt x="1055420" y="2537053"/>
                  </a:lnTo>
                  <a:lnTo>
                    <a:pt x="1072769" y="2540673"/>
                  </a:lnTo>
                  <a:lnTo>
                    <a:pt x="1089634" y="2543327"/>
                  </a:lnTo>
                  <a:lnTo>
                    <a:pt x="1093190" y="2544762"/>
                  </a:lnTo>
                  <a:lnTo>
                    <a:pt x="1095248" y="2545715"/>
                  </a:lnTo>
                  <a:lnTo>
                    <a:pt x="1092669" y="2543733"/>
                  </a:lnTo>
                  <a:lnTo>
                    <a:pt x="1106716" y="2545054"/>
                  </a:lnTo>
                  <a:lnTo>
                    <a:pt x="1120355" y="2545575"/>
                  </a:lnTo>
                  <a:lnTo>
                    <a:pt x="1133525" y="2545245"/>
                  </a:lnTo>
                  <a:lnTo>
                    <a:pt x="1146187" y="2543949"/>
                  </a:lnTo>
                  <a:lnTo>
                    <a:pt x="1202194" y="2529382"/>
                  </a:lnTo>
                  <a:lnTo>
                    <a:pt x="1246644" y="2505392"/>
                  </a:lnTo>
                  <a:lnTo>
                    <a:pt x="1280782" y="2474607"/>
                  </a:lnTo>
                  <a:lnTo>
                    <a:pt x="1303083" y="2443492"/>
                  </a:lnTo>
                  <a:lnTo>
                    <a:pt x="1323035" y="2403144"/>
                  </a:lnTo>
                  <a:lnTo>
                    <a:pt x="1338884" y="2336025"/>
                  </a:lnTo>
                  <a:lnTo>
                    <a:pt x="1339989" y="2310663"/>
                  </a:lnTo>
                  <a:close/>
                </a:path>
                <a:path w="2316480" h="3487420">
                  <a:moveTo>
                    <a:pt x="2313343" y="2132571"/>
                  </a:moveTo>
                  <a:lnTo>
                    <a:pt x="2310511" y="2135289"/>
                  </a:lnTo>
                  <a:lnTo>
                    <a:pt x="2268347" y="2181441"/>
                  </a:lnTo>
                  <a:lnTo>
                    <a:pt x="2230920" y="2211679"/>
                  </a:lnTo>
                  <a:lnTo>
                    <a:pt x="2197557" y="2228024"/>
                  </a:lnTo>
                  <a:lnTo>
                    <a:pt x="2167623" y="2232495"/>
                  </a:lnTo>
                  <a:lnTo>
                    <a:pt x="2140432" y="2227084"/>
                  </a:lnTo>
                  <a:lnTo>
                    <a:pt x="2115324" y="2213800"/>
                  </a:lnTo>
                  <a:lnTo>
                    <a:pt x="2091651" y="2194661"/>
                  </a:lnTo>
                  <a:lnTo>
                    <a:pt x="2068741" y="2171687"/>
                  </a:lnTo>
                  <a:lnTo>
                    <a:pt x="2045919" y="2146858"/>
                  </a:lnTo>
                  <a:lnTo>
                    <a:pt x="2022551" y="2122195"/>
                  </a:lnTo>
                  <a:lnTo>
                    <a:pt x="1997951" y="2099716"/>
                  </a:lnTo>
                  <a:lnTo>
                    <a:pt x="1940013" y="2050313"/>
                  </a:lnTo>
                  <a:lnTo>
                    <a:pt x="1884108" y="1989366"/>
                  </a:lnTo>
                  <a:lnTo>
                    <a:pt x="1797329" y="1876831"/>
                  </a:lnTo>
                  <a:lnTo>
                    <a:pt x="1646732" y="1672678"/>
                  </a:lnTo>
                  <a:lnTo>
                    <a:pt x="1677695" y="1766900"/>
                  </a:lnTo>
                  <a:lnTo>
                    <a:pt x="1636471" y="1994166"/>
                  </a:lnTo>
                  <a:lnTo>
                    <a:pt x="1640420" y="2003336"/>
                  </a:lnTo>
                  <a:lnTo>
                    <a:pt x="1680514" y="2026386"/>
                  </a:lnTo>
                  <a:lnTo>
                    <a:pt x="1723986" y="2064486"/>
                  </a:lnTo>
                  <a:lnTo>
                    <a:pt x="1766239" y="2089886"/>
                  </a:lnTo>
                  <a:lnTo>
                    <a:pt x="1806740" y="2115286"/>
                  </a:lnTo>
                  <a:lnTo>
                    <a:pt x="1844979" y="2127986"/>
                  </a:lnTo>
                  <a:lnTo>
                    <a:pt x="1843379" y="2204186"/>
                  </a:lnTo>
                  <a:lnTo>
                    <a:pt x="2089404" y="2305786"/>
                  </a:lnTo>
                  <a:lnTo>
                    <a:pt x="2124011" y="2318486"/>
                  </a:lnTo>
                  <a:lnTo>
                    <a:pt x="2157552" y="2331186"/>
                  </a:lnTo>
                  <a:lnTo>
                    <a:pt x="2189442" y="2331186"/>
                  </a:lnTo>
                  <a:lnTo>
                    <a:pt x="2219096" y="2305786"/>
                  </a:lnTo>
                  <a:lnTo>
                    <a:pt x="2245893" y="2293086"/>
                  </a:lnTo>
                  <a:lnTo>
                    <a:pt x="2269261" y="2254986"/>
                  </a:lnTo>
                  <a:lnTo>
                    <a:pt x="2288590" y="2216886"/>
                  </a:lnTo>
                  <a:lnTo>
                    <a:pt x="2303284" y="2178786"/>
                  </a:lnTo>
                  <a:lnTo>
                    <a:pt x="2312759" y="2140686"/>
                  </a:lnTo>
                  <a:lnTo>
                    <a:pt x="2313343" y="2132571"/>
                  </a:lnTo>
                  <a:close/>
                </a:path>
                <a:path w="2316480" h="3487420">
                  <a:moveTo>
                    <a:pt x="2316403" y="2089886"/>
                  </a:moveTo>
                  <a:lnTo>
                    <a:pt x="2313635" y="2039086"/>
                  </a:lnTo>
                  <a:lnTo>
                    <a:pt x="2306294" y="2000986"/>
                  </a:lnTo>
                  <a:lnTo>
                    <a:pt x="1894776" y="2000986"/>
                  </a:lnTo>
                  <a:lnTo>
                    <a:pt x="2313343" y="2132571"/>
                  </a:lnTo>
                  <a:lnTo>
                    <a:pt x="2316403" y="2089886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1218934" y="6032357"/>
              <a:ext cx="2410460" cy="1020444"/>
            </a:xfrm>
            <a:custGeom>
              <a:avLst/>
              <a:gdLst/>
              <a:ahLst/>
              <a:cxnLst/>
              <a:rect l="l" t="t" r="r" b="b"/>
              <a:pathLst>
                <a:path w="2410459" h="1020445">
                  <a:moveTo>
                    <a:pt x="2410178" y="0"/>
                  </a:moveTo>
                  <a:lnTo>
                    <a:pt x="1098092" y="0"/>
                  </a:lnTo>
                  <a:lnTo>
                    <a:pt x="841545" y="953594"/>
                  </a:lnTo>
                  <a:lnTo>
                    <a:pt x="0" y="953594"/>
                  </a:lnTo>
                  <a:lnTo>
                    <a:pt x="0" y="1019927"/>
                  </a:lnTo>
                  <a:lnTo>
                    <a:pt x="2128944" y="1019927"/>
                  </a:lnTo>
                  <a:lnTo>
                    <a:pt x="2137766" y="1003216"/>
                  </a:lnTo>
                  <a:lnTo>
                    <a:pt x="2157272" y="952416"/>
                  </a:lnTo>
                  <a:lnTo>
                    <a:pt x="2176165" y="914316"/>
                  </a:lnTo>
                  <a:lnTo>
                    <a:pt x="2194440" y="863516"/>
                  </a:lnTo>
                  <a:lnTo>
                    <a:pt x="2212092" y="812716"/>
                  </a:lnTo>
                  <a:lnTo>
                    <a:pt x="2229115" y="774616"/>
                  </a:lnTo>
                  <a:lnTo>
                    <a:pt x="2245504" y="723816"/>
                  </a:lnTo>
                  <a:lnTo>
                    <a:pt x="2261254" y="673016"/>
                  </a:lnTo>
                  <a:lnTo>
                    <a:pt x="2276360" y="634916"/>
                  </a:lnTo>
                  <a:lnTo>
                    <a:pt x="2290816" y="584116"/>
                  </a:lnTo>
                  <a:lnTo>
                    <a:pt x="2304618" y="533316"/>
                  </a:lnTo>
                  <a:lnTo>
                    <a:pt x="2317760" y="482516"/>
                  </a:lnTo>
                  <a:lnTo>
                    <a:pt x="2330238" y="431716"/>
                  </a:lnTo>
                  <a:lnTo>
                    <a:pt x="2342045" y="393616"/>
                  </a:lnTo>
                  <a:lnTo>
                    <a:pt x="2353177" y="342816"/>
                  </a:lnTo>
                  <a:lnTo>
                    <a:pt x="2363628" y="292016"/>
                  </a:lnTo>
                  <a:lnTo>
                    <a:pt x="2373394" y="241216"/>
                  </a:lnTo>
                  <a:lnTo>
                    <a:pt x="2382468" y="190416"/>
                  </a:lnTo>
                  <a:lnTo>
                    <a:pt x="2390847" y="139616"/>
                  </a:lnTo>
                  <a:lnTo>
                    <a:pt x="2398524" y="88816"/>
                  </a:lnTo>
                  <a:lnTo>
                    <a:pt x="2405494" y="38016"/>
                  </a:lnTo>
                  <a:lnTo>
                    <a:pt x="2410178" y="0"/>
                  </a:lnTo>
                  <a:close/>
                </a:path>
              </a:pathLst>
            </a:custGeom>
            <a:solidFill>
              <a:srgbClr val="C6E2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8859570" y="5072170"/>
              <a:ext cx="3208020" cy="4070985"/>
            </a:xfrm>
            <a:custGeom>
              <a:avLst/>
              <a:gdLst/>
              <a:ahLst/>
              <a:cxnLst/>
              <a:rect l="l" t="t" r="r" b="b"/>
              <a:pathLst>
                <a:path w="3208020" h="4070984">
                  <a:moveTo>
                    <a:pt x="131813" y="3022854"/>
                  </a:moveTo>
                  <a:lnTo>
                    <a:pt x="81165" y="3128759"/>
                  </a:lnTo>
                  <a:lnTo>
                    <a:pt x="69291" y="3181743"/>
                  </a:lnTo>
                  <a:lnTo>
                    <a:pt x="43421" y="3448443"/>
                  </a:lnTo>
                  <a:lnTo>
                    <a:pt x="46507" y="3502266"/>
                  </a:lnTo>
                  <a:lnTo>
                    <a:pt x="46659" y="3496437"/>
                  </a:lnTo>
                  <a:lnTo>
                    <a:pt x="131813" y="3022854"/>
                  </a:lnTo>
                  <a:close/>
                </a:path>
                <a:path w="3208020" h="4070984">
                  <a:moveTo>
                    <a:pt x="722909" y="4070743"/>
                  </a:moveTo>
                  <a:lnTo>
                    <a:pt x="337108" y="3951744"/>
                  </a:lnTo>
                  <a:lnTo>
                    <a:pt x="130060" y="3873804"/>
                  </a:lnTo>
                  <a:lnTo>
                    <a:pt x="39662" y="3751059"/>
                  </a:lnTo>
                  <a:lnTo>
                    <a:pt x="40182" y="3732098"/>
                  </a:lnTo>
                  <a:lnTo>
                    <a:pt x="30124" y="3727843"/>
                  </a:lnTo>
                  <a:lnTo>
                    <a:pt x="9207" y="3804043"/>
                  </a:lnTo>
                  <a:lnTo>
                    <a:pt x="0" y="3854843"/>
                  </a:lnTo>
                  <a:lnTo>
                    <a:pt x="469" y="3892943"/>
                  </a:lnTo>
                  <a:lnTo>
                    <a:pt x="8597" y="3931043"/>
                  </a:lnTo>
                  <a:lnTo>
                    <a:pt x="32715" y="3969143"/>
                  </a:lnTo>
                  <a:lnTo>
                    <a:pt x="78092" y="3994543"/>
                  </a:lnTo>
                  <a:lnTo>
                    <a:pt x="131419" y="4019943"/>
                  </a:lnTo>
                  <a:lnTo>
                    <a:pt x="179374" y="4032643"/>
                  </a:lnTo>
                  <a:lnTo>
                    <a:pt x="208648" y="4045343"/>
                  </a:lnTo>
                  <a:lnTo>
                    <a:pt x="371538" y="4045343"/>
                  </a:lnTo>
                  <a:lnTo>
                    <a:pt x="424281" y="4058043"/>
                  </a:lnTo>
                  <a:lnTo>
                    <a:pt x="577748" y="4058043"/>
                  </a:lnTo>
                  <a:lnTo>
                    <a:pt x="627291" y="4070743"/>
                  </a:lnTo>
                  <a:lnTo>
                    <a:pt x="722909" y="4070743"/>
                  </a:lnTo>
                  <a:close/>
                </a:path>
                <a:path w="3208020" h="4070984">
                  <a:moveTo>
                    <a:pt x="1196467" y="1452930"/>
                  </a:moveTo>
                  <a:lnTo>
                    <a:pt x="1185379" y="1341551"/>
                  </a:lnTo>
                  <a:lnTo>
                    <a:pt x="1175524" y="1262938"/>
                  </a:lnTo>
                  <a:lnTo>
                    <a:pt x="1166380" y="1222908"/>
                  </a:lnTo>
                  <a:lnTo>
                    <a:pt x="1159433" y="1216418"/>
                  </a:lnTo>
                  <a:lnTo>
                    <a:pt x="1152067" y="1208963"/>
                  </a:lnTo>
                  <a:lnTo>
                    <a:pt x="1150391" y="1207274"/>
                  </a:lnTo>
                  <a:lnTo>
                    <a:pt x="1116825" y="1171816"/>
                  </a:lnTo>
                  <a:lnTo>
                    <a:pt x="1113942" y="1166660"/>
                  </a:lnTo>
                  <a:lnTo>
                    <a:pt x="1107452" y="1155941"/>
                  </a:lnTo>
                  <a:lnTo>
                    <a:pt x="1049832" y="1060843"/>
                  </a:lnTo>
                  <a:lnTo>
                    <a:pt x="1042149" y="1048143"/>
                  </a:lnTo>
                  <a:lnTo>
                    <a:pt x="1002042" y="981951"/>
                  </a:lnTo>
                  <a:lnTo>
                    <a:pt x="870165" y="762050"/>
                  </a:lnTo>
                  <a:lnTo>
                    <a:pt x="803084" y="622896"/>
                  </a:lnTo>
                  <a:lnTo>
                    <a:pt x="779983" y="505256"/>
                  </a:lnTo>
                  <a:lnTo>
                    <a:pt x="780059" y="349846"/>
                  </a:lnTo>
                  <a:lnTo>
                    <a:pt x="626897" y="327126"/>
                  </a:lnTo>
                  <a:lnTo>
                    <a:pt x="545084" y="282321"/>
                  </a:lnTo>
                  <a:lnTo>
                    <a:pt x="506920" y="181889"/>
                  </a:lnTo>
                  <a:lnTo>
                    <a:pt x="485597" y="0"/>
                  </a:lnTo>
                  <a:lnTo>
                    <a:pt x="466178" y="19443"/>
                  </a:lnTo>
                  <a:lnTo>
                    <a:pt x="445744" y="57543"/>
                  </a:lnTo>
                  <a:lnTo>
                    <a:pt x="430923" y="108343"/>
                  </a:lnTo>
                  <a:lnTo>
                    <a:pt x="422376" y="146443"/>
                  </a:lnTo>
                  <a:lnTo>
                    <a:pt x="420751" y="184543"/>
                  </a:lnTo>
                  <a:lnTo>
                    <a:pt x="426732" y="235343"/>
                  </a:lnTo>
                  <a:lnTo>
                    <a:pt x="440969" y="273443"/>
                  </a:lnTo>
                  <a:lnTo>
                    <a:pt x="469379" y="324243"/>
                  </a:lnTo>
                  <a:lnTo>
                    <a:pt x="505294" y="362343"/>
                  </a:lnTo>
                  <a:lnTo>
                    <a:pt x="546658" y="387743"/>
                  </a:lnTo>
                  <a:lnTo>
                    <a:pt x="682726" y="425843"/>
                  </a:lnTo>
                  <a:lnTo>
                    <a:pt x="725182" y="425843"/>
                  </a:lnTo>
                  <a:lnTo>
                    <a:pt x="705040" y="451243"/>
                  </a:lnTo>
                  <a:lnTo>
                    <a:pt x="686612" y="489343"/>
                  </a:lnTo>
                  <a:lnTo>
                    <a:pt x="670725" y="540143"/>
                  </a:lnTo>
                  <a:lnTo>
                    <a:pt x="658177" y="590943"/>
                  </a:lnTo>
                  <a:lnTo>
                    <a:pt x="649808" y="641743"/>
                  </a:lnTo>
                  <a:lnTo>
                    <a:pt x="646442" y="705243"/>
                  </a:lnTo>
                  <a:lnTo>
                    <a:pt x="648881" y="768743"/>
                  </a:lnTo>
                  <a:lnTo>
                    <a:pt x="659384" y="844943"/>
                  </a:lnTo>
                  <a:lnTo>
                    <a:pt x="678459" y="895743"/>
                  </a:lnTo>
                  <a:lnTo>
                    <a:pt x="704735" y="959243"/>
                  </a:lnTo>
                  <a:lnTo>
                    <a:pt x="736841" y="1010043"/>
                  </a:lnTo>
                  <a:lnTo>
                    <a:pt x="773391" y="1048143"/>
                  </a:lnTo>
                  <a:lnTo>
                    <a:pt x="813015" y="1098943"/>
                  </a:lnTo>
                  <a:lnTo>
                    <a:pt x="854316" y="1124343"/>
                  </a:lnTo>
                  <a:lnTo>
                    <a:pt x="895934" y="1162443"/>
                  </a:lnTo>
                  <a:lnTo>
                    <a:pt x="936472" y="1187843"/>
                  </a:lnTo>
                  <a:lnTo>
                    <a:pt x="974559" y="1200543"/>
                  </a:lnTo>
                  <a:lnTo>
                    <a:pt x="1008824" y="1225943"/>
                  </a:lnTo>
                  <a:lnTo>
                    <a:pt x="1037869" y="1238643"/>
                  </a:lnTo>
                  <a:lnTo>
                    <a:pt x="1060323" y="1251343"/>
                  </a:lnTo>
                  <a:lnTo>
                    <a:pt x="1079957" y="1251343"/>
                  </a:lnTo>
                  <a:lnTo>
                    <a:pt x="1096530" y="1429143"/>
                  </a:lnTo>
                  <a:lnTo>
                    <a:pt x="1090688" y="1429143"/>
                  </a:lnTo>
                  <a:lnTo>
                    <a:pt x="1085088" y="1416443"/>
                  </a:lnTo>
                  <a:lnTo>
                    <a:pt x="1079106" y="1416443"/>
                  </a:lnTo>
                  <a:lnTo>
                    <a:pt x="950963" y="1601457"/>
                  </a:lnTo>
                  <a:lnTo>
                    <a:pt x="1196467" y="1452930"/>
                  </a:lnTo>
                  <a:close/>
                </a:path>
                <a:path w="3208020" h="4070984">
                  <a:moveTo>
                    <a:pt x="1291348" y="3733355"/>
                  </a:moveTo>
                  <a:lnTo>
                    <a:pt x="1267180" y="3602698"/>
                  </a:lnTo>
                  <a:lnTo>
                    <a:pt x="1204150" y="3450691"/>
                  </a:lnTo>
                  <a:lnTo>
                    <a:pt x="1077976" y="3250971"/>
                  </a:lnTo>
                  <a:lnTo>
                    <a:pt x="950201" y="3075914"/>
                  </a:lnTo>
                  <a:lnTo>
                    <a:pt x="930656" y="3042043"/>
                  </a:lnTo>
                  <a:lnTo>
                    <a:pt x="880948" y="2955861"/>
                  </a:lnTo>
                  <a:lnTo>
                    <a:pt x="846226" y="2835313"/>
                  </a:lnTo>
                  <a:lnTo>
                    <a:pt x="822045" y="2658745"/>
                  </a:lnTo>
                  <a:lnTo>
                    <a:pt x="801204" y="2767076"/>
                  </a:lnTo>
                  <a:lnTo>
                    <a:pt x="646417" y="3137903"/>
                  </a:lnTo>
                  <a:lnTo>
                    <a:pt x="647115" y="3139808"/>
                  </a:lnTo>
                  <a:lnTo>
                    <a:pt x="687451" y="3042043"/>
                  </a:lnTo>
                  <a:lnTo>
                    <a:pt x="708850" y="3092843"/>
                  </a:lnTo>
                  <a:lnTo>
                    <a:pt x="731037" y="3130943"/>
                  </a:lnTo>
                  <a:lnTo>
                    <a:pt x="754037" y="3181743"/>
                  </a:lnTo>
                  <a:lnTo>
                    <a:pt x="777836" y="3232543"/>
                  </a:lnTo>
                  <a:lnTo>
                    <a:pt x="802462" y="3270643"/>
                  </a:lnTo>
                  <a:lnTo>
                    <a:pt x="827913" y="3321443"/>
                  </a:lnTo>
                  <a:lnTo>
                    <a:pt x="854214" y="3372243"/>
                  </a:lnTo>
                  <a:lnTo>
                    <a:pt x="881354" y="3410343"/>
                  </a:lnTo>
                  <a:lnTo>
                    <a:pt x="909370" y="3461143"/>
                  </a:lnTo>
                  <a:lnTo>
                    <a:pt x="938250" y="3499243"/>
                  </a:lnTo>
                  <a:lnTo>
                    <a:pt x="968006" y="3550043"/>
                  </a:lnTo>
                  <a:lnTo>
                    <a:pt x="998664" y="3588143"/>
                  </a:lnTo>
                  <a:lnTo>
                    <a:pt x="1030211" y="3626243"/>
                  </a:lnTo>
                  <a:lnTo>
                    <a:pt x="1062672" y="3664343"/>
                  </a:lnTo>
                  <a:lnTo>
                    <a:pt x="1058811" y="3677043"/>
                  </a:lnTo>
                  <a:lnTo>
                    <a:pt x="1055725" y="3677043"/>
                  </a:lnTo>
                  <a:lnTo>
                    <a:pt x="1054328" y="3681565"/>
                  </a:lnTo>
                  <a:lnTo>
                    <a:pt x="1062621" y="3688969"/>
                  </a:lnTo>
                  <a:lnTo>
                    <a:pt x="1291348" y="3733355"/>
                  </a:lnTo>
                  <a:close/>
                </a:path>
                <a:path w="3208020" h="4070984">
                  <a:moveTo>
                    <a:pt x="3195726" y="2534043"/>
                  </a:moveTo>
                  <a:lnTo>
                    <a:pt x="3165411" y="2534043"/>
                  </a:lnTo>
                  <a:lnTo>
                    <a:pt x="3161347" y="2554986"/>
                  </a:lnTo>
                  <a:lnTo>
                    <a:pt x="3107740" y="2587091"/>
                  </a:lnTo>
                  <a:lnTo>
                    <a:pt x="3003296" y="2580792"/>
                  </a:lnTo>
                  <a:lnTo>
                    <a:pt x="2825407" y="2538539"/>
                  </a:lnTo>
                  <a:lnTo>
                    <a:pt x="2610193" y="2465400"/>
                  </a:lnTo>
                  <a:lnTo>
                    <a:pt x="2428849" y="2396058"/>
                  </a:lnTo>
                  <a:lnTo>
                    <a:pt x="2352586" y="2365235"/>
                  </a:lnTo>
                  <a:lnTo>
                    <a:pt x="2333790" y="2536380"/>
                  </a:lnTo>
                  <a:lnTo>
                    <a:pt x="2599436" y="2622943"/>
                  </a:lnTo>
                  <a:lnTo>
                    <a:pt x="2833865" y="2673743"/>
                  </a:lnTo>
                  <a:lnTo>
                    <a:pt x="2997924" y="2686443"/>
                  </a:lnTo>
                  <a:lnTo>
                    <a:pt x="3059709" y="2673743"/>
                  </a:lnTo>
                  <a:lnTo>
                    <a:pt x="3127972" y="2648343"/>
                  </a:lnTo>
                  <a:lnTo>
                    <a:pt x="3165652" y="2622943"/>
                  </a:lnTo>
                  <a:lnTo>
                    <a:pt x="3184931" y="2587091"/>
                  </a:lnTo>
                  <a:lnTo>
                    <a:pt x="3186150" y="2584843"/>
                  </a:lnTo>
                  <a:lnTo>
                    <a:pt x="3195726" y="2534043"/>
                  </a:lnTo>
                  <a:close/>
                </a:path>
                <a:path w="3208020" h="4070984">
                  <a:moveTo>
                    <a:pt x="3208020" y="2385657"/>
                  </a:moveTo>
                  <a:lnTo>
                    <a:pt x="3193910" y="2308377"/>
                  </a:lnTo>
                  <a:lnTo>
                    <a:pt x="3188385" y="2292743"/>
                  </a:lnTo>
                  <a:lnTo>
                    <a:pt x="3183280" y="2283472"/>
                  </a:lnTo>
                  <a:lnTo>
                    <a:pt x="3181032" y="2453716"/>
                  </a:lnTo>
                  <a:lnTo>
                    <a:pt x="3165411" y="2534043"/>
                  </a:lnTo>
                  <a:lnTo>
                    <a:pt x="3208020" y="2385657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0999110" y="6935969"/>
              <a:ext cx="1387475" cy="1387475"/>
            </a:xfrm>
            <a:custGeom>
              <a:avLst/>
              <a:gdLst/>
              <a:ahLst/>
              <a:cxnLst/>
              <a:rect l="l" t="t" r="r" b="b"/>
              <a:pathLst>
                <a:path w="1387475" h="1387475">
                  <a:moveTo>
                    <a:pt x="693549" y="0"/>
                  </a:moveTo>
                  <a:lnTo>
                    <a:pt x="646060" y="1600"/>
                  </a:lnTo>
                  <a:lnTo>
                    <a:pt x="599430" y="6331"/>
                  </a:lnTo>
                  <a:lnTo>
                    <a:pt x="553763" y="14091"/>
                  </a:lnTo>
                  <a:lnTo>
                    <a:pt x="509162" y="24775"/>
                  </a:lnTo>
                  <a:lnTo>
                    <a:pt x="465730" y="38281"/>
                  </a:lnTo>
                  <a:lnTo>
                    <a:pt x="423571" y="54506"/>
                  </a:lnTo>
                  <a:lnTo>
                    <a:pt x="382788" y="73345"/>
                  </a:lnTo>
                  <a:lnTo>
                    <a:pt x="343483" y="94695"/>
                  </a:lnTo>
                  <a:lnTo>
                    <a:pt x="305761" y="118454"/>
                  </a:lnTo>
                  <a:lnTo>
                    <a:pt x="269724" y="144518"/>
                  </a:lnTo>
                  <a:lnTo>
                    <a:pt x="235476" y="172784"/>
                  </a:lnTo>
                  <a:lnTo>
                    <a:pt x="203120" y="203148"/>
                  </a:lnTo>
                  <a:lnTo>
                    <a:pt x="172759" y="235507"/>
                  </a:lnTo>
                  <a:lnTo>
                    <a:pt x="144497" y="269757"/>
                  </a:lnTo>
                  <a:lnTo>
                    <a:pt x="118436" y="305796"/>
                  </a:lnTo>
                  <a:lnTo>
                    <a:pt x="94680" y="343521"/>
                  </a:lnTo>
                  <a:lnTo>
                    <a:pt x="73333" y="382827"/>
                  </a:lnTo>
                  <a:lnTo>
                    <a:pt x="54496" y="423611"/>
                  </a:lnTo>
                  <a:lnTo>
                    <a:pt x="38275" y="465771"/>
                  </a:lnTo>
                  <a:lnTo>
                    <a:pt x="24771" y="509202"/>
                  </a:lnTo>
                  <a:lnTo>
                    <a:pt x="14088" y="553802"/>
                  </a:lnTo>
                  <a:lnTo>
                    <a:pt x="6330" y="599467"/>
                  </a:lnTo>
                  <a:lnTo>
                    <a:pt x="1599" y="646095"/>
                  </a:lnTo>
                  <a:lnTo>
                    <a:pt x="0" y="693580"/>
                  </a:lnTo>
                  <a:lnTo>
                    <a:pt x="1599" y="741075"/>
                  </a:lnTo>
                  <a:lnTo>
                    <a:pt x="6330" y="787709"/>
                  </a:lnTo>
                  <a:lnTo>
                    <a:pt x="14088" y="833380"/>
                  </a:lnTo>
                  <a:lnTo>
                    <a:pt x="24771" y="877985"/>
                  </a:lnTo>
                  <a:lnTo>
                    <a:pt x="38275" y="921420"/>
                  </a:lnTo>
                  <a:lnTo>
                    <a:pt x="54496" y="963583"/>
                  </a:lnTo>
                  <a:lnTo>
                    <a:pt x="73333" y="1004369"/>
                  </a:lnTo>
                  <a:lnTo>
                    <a:pt x="94680" y="1043676"/>
                  </a:lnTo>
                  <a:lnTo>
                    <a:pt x="118436" y="1081400"/>
                  </a:lnTo>
                  <a:lnTo>
                    <a:pt x="144497" y="1117439"/>
                  </a:lnTo>
                  <a:lnTo>
                    <a:pt x="172759" y="1151688"/>
                  </a:lnTo>
                  <a:lnTo>
                    <a:pt x="203120" y="1184046"/>
                  </a:lnTo>
                  <a:lnTo>
                    <a:pt x="235476" y="1214408"/>
                  </a:lnTo>
                  <a:lnTo>
                    <a:pt x="269724" y="1242671"/>
                  </a:lnTo>
                  <a:lnTo>
                    <a:pt x="305761" y="1268733"/>
                  </a:lnTo>
                  <a:lnTo>
                    <a:pt x="343483" y="1292490"/>
                  </a:lnTo>
                  <a:lnTo>
                    <a:pt x="382788" y="1313838"/>
                  </a:lnTo>
                  <a:lnTo>
                    <a:pt x="423571" y="1332674"/>
                  </a:lnTo>
                  <a:lnTo>
                    <a:pt x="465730" y="1348896"/>
                  </a:lnTo>
                  <a:lnTo>
                    <a:pt x="509162" y="1362400"/>
                  </a:lnTo>
                  <a:lnTo>
                    <a:pt x="553763" y="1373083"/>
                  </a:lnTo>
                  <a:lnTo>
                    <a:pt x="599430" y="1380841"/>
                  </a:lnTo>
                  <a:lnTo>
                    <a:pt x="646060" y="1385572"/>
                  </a:lnTo>
                  <a:lnTo>
                    <a:pt x="693549" y="1387172"/>
                  </a:lnTo>
                  <a:lnTo>
                    <a:pt x="741039" y="1385572"/>
                  </a:lnTo>
                  <a:lnTo>
                    <a:pt x="787669" y="1380841"/>
                  </a:lnTo>
                  <a:lnTo>
                    <a:pt x="833336" y="1373083"/>
                  </a:lnTo>
                  <a:lnTo>
                    <a:pt x="877938" y="1362400"/>
                  </a:lnTo>
                  <a:lnTo>
                    <a:pt x="921371" y="1348896"/>
                  </a:lnTo>
                  <a:lnTo>
                    <a:pt x="963532" y="1332674"/>
                  </a:lnTo>
                  <a:lnTo>
                    <a:pt x="1004317" y="1313838"/>
                  </a:lnTo>
                  <a:lnTo>
                    <a:pt x="1043623" y="1292490"/>
                  </a:lnTo>
                  <a:lnTo>
                    <a:pt x="1081347" y="1268733"/>
                  </a:lnTo>
                  <a:lnTo>
                    <a:pt x="1117386" y="1242671"/>
                  </a:lnTo>
                  <a:lnTo>
                    <a:pt x="1151636" y="1214408"/>
                  </a:lnTo>
                  <a:lnTo>
                    <a:pt x="1183994" y="1184046"/>
                  </a:lnTo>
                  <a:lnTo>
                    <a:pt x="1214356" y="1151688"/>
                  </a:lnTo>
                  <a:lnTo>
                    <a:pt x="1242621" y="1117439"/>
                  </a:lnTo>
                  <a:lnTo>
                    <a:pt x="1268683" y="1081400"/>
                  </a:lnTo>
                  <a:lnTo>
                    <a:pt x="1292441" y="1043676"/>
                  </a:lnTo>
                  <a:lnTo>
                    <a:pt x="1313790" y="1004369"/>
                  </a:lnTo>
                  <a:lnTo>
                    <a:pt x="1332628" y="963583"/>
                  </a:lnTo>
                  <a:lnTo>
                    <a:pt x="1348851" y="921420"/>
                  </a:lnTo>
                  <a:lnTo>
                    <a:pt x="1362356" y="877985"/>
                  </a:lnTo>
                  <a:lnTo>
                    <a:pt x="1373040" y="833380"/>
                  </a:lnTo>
                  <a:lnTo>
                    <a:pt x="1380799" y="787709"/>
                  </a:lnTo>
                  <a:lnTo>
                    <a:pt x="1385530" y="741075"/>
                  </a:lnTo>
                  <a:lnTo>
                    <a:pt x="1387130" y="693580"/>
                  </a:lnTo>
                  <a:lnTo>
                    <a:pt x="1385530" y="646095"/>
                  </a:lnTo>
                  <a:lnTo>
                    <a:pt x="1380799" y="599467"/>
                  </a:lnTo>
                  <a:lnTo>
                    <a:pt x="1373040" y="553802"/>
                  </a:lnTo>
                  <a:lnTo>
                    <a:pt x="1362356" y="509202"/>
                  </a:lnTo>
                  <a:lnTo>
                    <a:pt x="1348851" y="465771"/>
                  </a:lnTo>
                  <a:lnTo>
                    <a:pt x="1332628" y="423611"/>
                  </a:lnTo>
                  <a:lnTo>
                    <a:pt x="1313790" y="382827"/>
                  </a:lnTo>
                  <a:lnTo>
                    <a:pt x="1292441" y="343521"/>
                  </a:lnTo>
                  <a:lnTo>
                    <a:pt x="1268683" y="305796"/>
                  </a:lnTo>
                  <a:lnTo>
                    <a:pt x="1242621" y="269757"/>
                  </a:lnTo>
                  <a:lnTo>
                    <a:pt x="1214356" y="235507"/>
                  </a:lnTo>
                  <a:lnTo>
                    <a:pt x="1183994" y="203148"/>
                  </a:lnTo>
                  <a:lnTo>
                    <a:pt x="1151636" y="172784"/>
                  </a:lnTo>
                  <a:lnTo>
                    <a:pt x="1117386" y="144518"/>
                  </a:lnTo>
                  <a:lnTo>
                    <a:pt x="1081347" y="118454"/>
                  </a:lnTo>
                  <a:lnTo>
                    <a:pt x="1043623" y="94695"/>
                  </a:lnTo>
                  <a:lnTo>
                    <a:pt x="1004317" y="73345"/>
                  </a:lnTo>
                  <a:lnTo>
                    <a:pt x="963532" y="54506"/>
                  </a:lnTo>
                  <a:lnTo>
                    <a:pt x="921371" y="38281"/>
                  </a:lnTo>
                  <a:lnTo>
                    <a:pt x="877938" y="24775"/>
                  </a:lnTo>
                  <a:lnTo>
                    <a:pt x="833336" y="14091"/>
                  </a:lnTo>
                  <a:lnTo>
                    <a:pt x="787669" y="6331"/>
                  </a:lnTo>
                  <a:lnTo>
                    <a:pt x="741039" y="1600"/>
                  </a:lnTo>
                  <a:lnTo>
                    <a:pt x="693549" y="0"/>
                  </a:lnTo>
                  <a:close/>
                </a:path>
              </a:pathLst>
            </a:custGeom>
            <a:solidFill>
              <a:srgbClr val="FF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1689824" y="2488349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10">
                  <a:moveTo>
                    <a:pt x="134990" y="0"/>
                  </a:moveTo>
                  <a:lnTo>
                    <a:pt x="92323" y="6880"/>
                  </a:lnTo>
                  <a:lnTo>
                    <a:pt x="55267" y="26041"/>
                  </a:lnTo>
                  <a:lnTo>
                    <a:pt x="26045" y="55260"/>
                  </a:lnTo>
                  <a:lnTo>
                    <a:pt x="6881" y="92314"/>
                  </a:lnTo>
                  <a:lnTo>
                    <a:pt x="0" y="134980"/>
                  </a:lnTo>
                  <a:lnTo>
                    <a:pt x="6881" y="177646"/>
                  </a:lnTo>
                  <a:lnTo>
                    <a:pt x="26045" y="214699"/>
                  </a:lnTo>
                  <a:lnTo>
                    <a:pt x="55267" y="243918"/>
                  </a:lnTo>
                  <a:lnTo>
                    <a:pt x="92323" y="263079"/>
                  </a:lnTo>
                  <a:lnTo>
                    <a:pt x="134990" y="269960"/>
                  </a:lnTo>
                  <a:lnTo>
                    <a:pt x="177652" y="263079"/>
                  </a:lnTo>
                  <a:lnTo>
                    <a:pt x="214705" y="243918"/>
                  </a:lnTo>
                  <a:lnTo>
                    <a:pt x="243925" y="214699"/>
                  </a:lnTo>
                  <a:lnTo>
                    <a:pt x="263088" y="177646"/>
                  </a:lnTo>
                  <a:lnTo>
                    <a:pt x="269970" y="134980"/>
                  </a:lnTo>
                  <a:lnTo>
                    <a:pt x="263088" y="92314"/>
                  </a:lnTo>
                  <a:lnTo>
                    <a:pt x="243925" y="55260"/>
                  </a:lnTo>
                  <a:lnTo>
                    <a:pt x="214705" y="26041"/>
                  </a:lnTo>
                  <a:lnTo>
                    <a:pt x="177652" y="6880"/>
                  </a:lnTo>
                  <a:lnTo>
                    <a:pt x="134990" y="0"/>
                  </a:lnTo>
                  <a:close/>
                </a:path>
              </a:pathLst>
            </a:custGeom>
            <a:solidFill>
              <a:srgbClr val="FF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7694174" y="2258740"/>
              <a:ext cx="866775" cy="847090"/>
            </a:xfrm>
            <a:custGeom>
              <a:avLst/>
              <a:gdLst/>
              <a:ahLst/>
              <a:cxnLst/>
              <a:rect l="l" t="t" r="r" b="b"/>
              <a:pathLst>
                <a:path w="866775" h="847089">
                  <a:moveTo>
                    <a:pt x="634600" y="726166"/>
                  </a:moveTo>
                  <a:lnTo>
                    <a:pt x="333539" y="726166"/>
                  </a:lnTo>
                  <a:lnTo>
                    <a:pt x="346643" y="730246"/>
                  </a:lnTo>
                  <a:lnTo>
                    <a:pt x="359922" y="733753"/>
                  </a:lnTo>
                  <a:lnTo>
                    <a:pt x="373368" y="736690"/>
                  </a:lnTo>
                  <a:lnTo>
                    <a:pt x="386972" y="739056"/>
                  </a:lnTo>
                  <a:lnTo>
                    <a:pt x="452844" y="846895"/>
                  </a:lnTo>
                  <a:lnTo>
                    <a:pt x="639268" y="788541"/>
                  </a:lnTo>
                  <a:lnTo>
                    <a:pt x="634600" y="726166"/>
                  </a:lnTo>
                  <a:close/>
                </a:path>
                <a:path w="866775" h="847089">
                  <a:moveTo>
                    <a:pt x="403328" y="0"/>
                  </a:moveTo>
                  <a:lnTo>
                    <a:pt x="216904" y="58364"/>
                  </a:lnTo>
                  <a:lnTo>
                    <a:pt x="226087" y="181083"/>
                  </a:lnTo>
                  <a:lnTo>
                    <a:pt x="208158" y="197831"/>
                  </a:lnTo>
                  <a:lnTo>
                    <a:pt x="191676" y="215835"/>
                  </a:lnTo>
                  <a:lnTo>
                    <a:pt x="176663" y="234983"/>
                  </a:lnTo>
                  <a:lnTo>
                    <a:pt x="163146" y="255165"/>
                  </a:lnTo>
                  <a:lnTo>
                    <a:pt x="10209" y="282420"/>
                  </a:lnTo>
                  <a:lnTo>
                    <a:pt x="0" y="477503"/>
                  </a:lnTo>
                  <a:lnTo>
                    <a:pt x="129273" y="517104"/>
                  </a:lnTo>
                  <a:lnTo>
                    <a:pt x="129441" y="517649"/>
                  </a:lnTo>
                  <a:lnTo>
                    <a:pt x="129524" y="518204"/>
                  </a:lnTo>
                  <a:lnTo>
                    <a:pt x="132236" y="526853"/>
                  </a:lnTo>
                  <a:lnTo>
                    <a:pt x="135315" y="534622"/>
                  </a:lnTo>
                  <a:lnTo>
                    <a:pt x="138425" y="542370"/>
                  </a:lnTo>
                  <a:lnTo>
                    <a:pt x="63306" y="679727"/>
                  </a:lnTo>
                  <a:lnTo>
                    <a:pt x="206841" y="812237"/>
                  </a:lnTo>
                  <a:lnTo>
                    <a:pt x="333539" y="726166"/>
                  </a:lnTo>
                  <a:lnTo>
                    <a:pt x="634600" y="726166"/>
                  </a:lnTo>
                  <a:lnTo>
                    <a:pt x="630808" y="675497"/>
                  </a:lnTo>
                  <a:lnTo>
                    <a:pt x="646057" y="662919"/>
                  </a:lnTo>
                  <a:lnTo>
                    <a:pt x="660452" y="649523"/>
                  </a:lnTo>
                  <a:lnTo>
                    <a:pt x="673938" y="635324"/>
                  </a:lnTo>
                  <a:lnTo>
                    <a:pt x="686460" y="620337"/>
                  </a:lnTo>
                  <a:lnTo>
                    <a:pt x="824278" y="618944"/>
                  </a:lnTo>
                  <a:lnTo>
                    <a:pt x="837975" y="557290"/>
                  </a:lnTo>
                  <a:lnTo>
                    <a:pt x="432407" y="557290"/>
                  </a:lnTo>
                  <a:lnTo>
                    <a:pt x="391604" y="550121"/>
                  </a:lnTo>
                  <a:lnTo>
                    <a:pt x="355243" y="531096"/>
                  </a:lnTo>
                  <a:lnTo>
                    <a:pt x="326090" y="501665"/>
                  </a:lnTo>
                  <a:lnTo>
                    <a:pt x="306912" y="463273"/>
                  </a:lnTo>
                  <a:lnTo>
                    <a:pt x="300772" y="420794"/>
                  </a:lnTo>
                  <a:lnTo>
                    <a:pt x="307939" y="379991"/>
                  </a:lnTo>
                  <a:lnTo>
                    <a:pt x="326963" y="343628"/>
                  </a:lnTo>
                  <a:lnTo>
                    <a:pt x="356398" y="314472"/>
                  </a:lnTo>
                  <a:lnTo>
                    <a:pt x="394794" y="295289"/>
                  </a:lnTo>
                  <a:lnTo>
                    <a:pt x="437269" y="289155"/>
                  </a:lnTo>
                  <a:lnTo>
                    <a:pt x="759114" y="289155"/>
                  </a:lnTo>
                  <a:lnTo>
                    <a:pt x="810582" y="223752"/>
                  </a:lnTo>
                  <a:lnTo>
                    <a:pt x="737443" y="129325"/>
                  </a:lnTo>
                  <a:lnTo>
                    <a:pt x="560244" y="129325"/>
                  </a:lnTo>
                  <a:lnTo>
                    <a:pt x="537914" y="120732"/>
                  </a:lnTo>
                  <a:lnTo>
                    <a:pt x="514969" y="113796"/>
                  </a:lnTo>
                  <a:lnTo>
                    <a:pt x="491493" y="108586"/>
                  </a:lnTo>
                  <a:lnTo>
                    <a:pt x="467566" y="105169"/>
                  </a:lnTo>
                  <a:lnTo>
                    <a:pt x="403328" y="0"/>
                  </a:lnTo>
                  <a:close/>
                </a:path>
                <a:path w="866775" h="847089">
                  <a:moveTo>
                    <a:pt x="759114" y="289155"/>
                  </a:moveTo>
                  <a:lnTo>
                    <a:pt x="437269" y="289155"/>
                  </a:lnTo>
                  <a:lnTo>
                    <a:pt x="478071" y="296324"/>
                  </a:lnTo>
                  <a:lnTo>
                    <a:pt x="514434" y="315348"/>
                  </a:lnTo>
                  <a:lnTo>
                    <a:pt x="543589" y="344780"/>
                  </a:lnTo>
                  <a:lnTo>
                    <a:pt x="562768" y="383171"/>
                  </a:lnTo>
                  <a:lnTo>
                    <a:pt x="568907" y="425651"/>
                  </a:lnTo>
                  <a:lnTo>
                    <a:pt x="561741" y="466457"/>
                  </a:lnTo>
                  <a:lnTo>
                    <a:pt x="542716" y="502821"/>
                  </a:lnTo>
                  <a:lnTo>
                    <a:pt x="513282" y="531976"/>
                  </a:lnTo>
                  <a:lnTo>
                    <a:pt x="474886" y="551155"/>
                  </a:lnTo>
                  <a:lnTo>
                    <a:pt x="432407" y="557290"/>
                  </a:lnTo>
                  <a:lnTo>
                    <a:pt x="837975" y="557290"/>
                  </a:lnTo>
                  <a:lnTo>
                    <a:pt x="866643" y="428248"/>
                  </a:lnTo>
                  <a:lnTo>
                    <a:pt x="749767" y="369821"/>
                  </a:lnTo>
                  <a:lnTo>
                    <a:pt x="747843" y="359275"/>
                  </a:lnTo>
                  <a:lnTo>
                    <a:pt x="737537" y="321278"/>
                  </a:lnTo>
                  <a:lnTo>
                    <a:pt x="736406" y="318011"/>
                  </a:lnTo>
                  <a:lnTo>
                    <a:pt x="759114" y="289155"/>
                  </a:lnTo>
                  <a:close/>
                </a:path>
                <a:path w="866775" h="847089">
                  <a:moveTo>
                    <a:pt x="690963" y="69317"/>
                  </a:moveTo>
                  <a:lnTo>
                    <a:pt x="560244" y="129325"/>
                  </a:lnTo>
                  <a:lnTo>
                    <a:pt x="737443" y="129325"/>
                  </a:lnTo>
                  <a:lnTo>
                    <a:pt x="690963" y="69317"/>
                  </a:lnTo>
                  <a:close/>
                </a:path>
              </a:pathLst>
            </a:custGeom>
            <a:solidFill>
              <a:srgbClr val="000A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87134" y="2241449"/>
              <a:ext cx="4402371" cy="5359158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837890" y="4628627"/>
              <a:ext cx="1941776" cy="1915654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859577" y="4198991"/>
              <a:ext cx="3910113" cy="4967891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7086949" y="7167542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143828" y="0"/>
                  </a:moveTo>
                  <a:lnTo>
                    <a:pt x="98368" y="7330"/>
                  </a:lnTo>
                  <a:lnTo>
                    <a:pt x="58885" y="27743"/>
                  </a:lnTo>
                  <a:lnTo>
                    <a:pt x="27751" y="58872"/>
                  </a:lnTo>
                  <a:lnTo>
                    <a:pt x="7332" y="98349"/>
                  </a:lnTo>
                  <a:lnTo>
                    <a:pt x="0" y="143807"/>
                  </a:lnTo>
                  <a:lnTo>
                    <a:pt x="7332" y="189266"/>
                  </a:lnTo>
                  <a:lnTo>
                    <a:pt x="27751" y="228745"/>
                  </a:lnTo>
                  <a:lnTo>
                    <a:pt x="58885" y="259877"/>
                  </a:lnTo>
                  <a:lnTo>
                    <a:pt x="98368" y="280293"/>
                  </a:lnTo>
                  <a:lnTo>
                    <a:pt x="143828" y="287624"/>
                  </a:lnTo>
                  <a:lnTo>
                    <a:pt x="189281" y="280293"/>
                  </a:lnTo>
                  <a:lnTo>
                    <a:pt x="228758" y="259877"/>
                  </a:lnTo>
                  <a:lnTo>
                    <a:pt x="259888" y="228745"/>
                  </a:lnTo>
                  <a:lnTo>
                    <a:pt x="280303" y="189266"/>
                  </a:lnTo>
                  <a:lnTo>
                    <a:pt x="287635" y="143807"/>
                  </a:lnTo>
                  <a:lnTo>
                    <a:pt x="280303" y="98349"/>
                  </a:lnTo>
                  <a:lnTo>
                    <a:pt x="259888" y="58872"/>
                  </a:lnTo>
                  <a:lnTo>
                    <a:pt x="228758" y="27743"/>
                  </a:lnTo>
                  <a:lnTo>
                    <a:pt x="189281" y="7330"/>
                  </a:lnTo>
                  <a:lnTo>
                    <a:pt x="14382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9417316" y="2324944"/>
              <a:ext cx="1116965" cy="1217930"/>
            </a:xfrm>
            <a:custGeom>
              <a:avLst/>
              <a:gdLst/>
              <a:ahLst/>
              <a:cxnLst/>
              <a:rect l="l" t="t" r="r" b="b"/>
              <a:pathLst>
                <a:path w="1116965" h="1217929">
                  <a:moveTo>
                    <a:pt x="302780" y="513029"/>
                  </a:moveTo>
                  <a:lnTo>
                    <a:pt x="287642" y="497433"/>
                  </a:lnTo>
                  <a:lnTo>
                    <a:pt x="275691" y="482523"/>
                  </a:lnTo>
                  <a:lnTo>
                    <a:pt x="260705" y="459524"/>
                  </a:lnTo>
                  <a:lnTo>
                    <a:pt x="236461" y="419684"/>
                  </a:lnTo>
                  <a:lnTo>
                    <a:pt x="213639" y="385279"/>
                  </a:lnTo>
                  <a:lnTo>
                    <a:pt x="189179" y="348983"/>
                  </a:lnTo>
                  <a:lnTo>
                    <a:pt x="167284" y="308787"/>
                  </a:lnTo>
                  <a:lnTo>
                    <a:pt x="152133" y="262712"/>
                  </a:lnTo>
                  <a:lnTo>
                    <a:pt x="147916" y="208762"/>
                  </a:lnTo>
                  <a:lnTo>
                    <a:pt x="158838" y="144957"/>
                  </a:lnTo>
                  <a:lnTo>
                    <a:pt x="69723" y="122021"/>
                  </a:lnTo>
                  <a:lnTo>
                    <a:pt x="24879" y="98272"/>
                  </a:lnTo>
                  <a:lnTo>
                    <a:pt x="10680" y="59245"/>
                  </a:lnTo>
                  <a:lnTo>
                    <a:pt x="13119" y="0"/>
                  </a:lnTo>
                  <a:lnTo>
                    <a:pt x="0" y="36372"/>
                  </a:lnTo>
                  <a:lnTo>
                    <a:pt x="6604" y="87172"/>
                  </a:lnTo>
                  <a:lnTo>
                    <a:pt x="28867" y="125272"/>
                  </a:lnTo>
                  <a:lnTo>
                    <a:pt x="59715" y="150672"/>
                  </a:lnTo>
                  <a:lnTo>
                    <a:pt x="94157" y="150672"/>
                  </a:lnTo>
                  <a:lnTo>
                    <a:pt x="127203" y="163372"/>
                  </a:lnTo>
                  <a:lnTo>
                    <a:pt x="111023" y="188772"/>
                  </a:lnTo>
                  <a:lnTo>
                    <a:pt x="97637" y="214172"/>
                  </a:lnTo>
                  <a:lnTo>
                    <a:pt x="88938" y="264972"/>
                  </a:lnTo>
                  <a:lnTo>
                    <a:pt x="86842" y="315772"/>
                  </a:lnTo>
                  <a:lnTo>
                    <a:pt x="98374" y="366572"/>
                  </a:lnTo>
                  <a:lnTo>
                    <a:pt x="124383" y="417372"/>
                  </a:lnTo>
                  <a:lnTo>
                    <a:pt x="158978" y="455472"/>
                  </a:lnTo>
                  <a:lnTo>
                    <a:pt x="196202" y="493572"/>
                  </a:lnTo>
                  <a:lnTo>
                    <a:pt x="230136" y="506272"/>
                  </a:lnTo>
                  <a:lnTo>
                    <a:pt x="254850" y="518972"/>
                  </a:lnTo>
                  <a:lnTo>
                    <a:pt x="264401" y="531672"/>
                  </a:lnTo>
                  <a:lnTo>
                    <a:pt x="268097" y="607872"/>
                  </a:lnTo>
                  <a:lnTo>
                    <a:pt x="265595" y="607872"/>
                  </a:lnTo>
                  <a:lnTo>
                    <a:pt x="263232" y="595172"/>
                  </a:lnTo>
                  <a:lnTo>
                    <a:pt x="260680" y="595172"/>
                  </a:lnTo>
                  <a:lnTo>
                    <a:pt x="214299" y="662609"/>
                  </a:lnTo>
                  <a:lnTo>
                    <a:pt x="251028" y="635088"/>
                  </a:lnTo>
                  <a:lnTo>
                    <a:pt x="277876" y="615480"/>
                  </a:lnTo>
                  <a:lnTo>
                    <a:pt x="288798" y="608787"/>
                  </a:lnTo>
                  <a:lnTo>
                    <a:pt x="292493" y="608901"/>
                  </a:lnTo>
                  <a:lnTo>
                    <a:pt x="292735" y="607872"/>
                  </a:lnTo>
                  <a:lnTo>
                    <a:pt x="295795" y="594779"/>
                  </a:lnTo>
                  <a:lnTo>
                    <a:pt x="299135" y="561721"/>
                  </a:lnTo>
                  <a:lnTo>
                    <a:pt x="301739" y="528294"/>
                  </a:lnTo>
                  <a:lnTo>
                    <a:pt x="302780" y="513029"/>
                  </a:lnTo>
                  <a:close/>
                </a:path>
                <a:path w="1116965" h="1217929">
                  <a:moveTo>
                    <a:pt x="1116507" y="1140828"/>
                  </a:moveTo>
                  <a:lnTo>
                    <a:pt x="1116177" y="1131773"/>
                  </a:lnTo>
                  <a:lnTo>
                    <a:pt x="1105154" y="1135824"/>
                  </a:lnTo>
                  <a:lnTo>
                    <a:pt x="1073810" y="1143812"/>
                  </a:lnTo>
                  <a:lnTo>
                    <a:pt x="1024686" y="1149515"/>
                  </a:lnTo>
                  <a:lnTo>
                    <a:pt x="960335" y="1146721"/>
                  </a:lnTo>
                  <a:lnTo>
                    <a:pt x="904176" y="1138097"/>
                  </a:lnTo>
                  <a:lnTo>
                    <a:pt x="879538" y="1128572"/>
                  </a:lnTo>
                  <a:lnTo>
                    <a:pt x="866457" y="1123505"/>
                  </a:lnTo>
                  <a:lnTo>
                    <a:pt x="830084" y="1092377"/>
                  </a:lnTo>
                  <a:lnTo>
                    <a:pt x="777963" y="1034161"/>
                  </a:lnTo>
                  <a:lnTo>
                    <a:pt x="760793" y="1155242"/>
                  </a:lnTo>
                  <a:lnTo>
                    <a:pt x="762254" y="1158417"/>
                  </a:lnTo>
                  <a:lnTo>
                    <a:pt x="767537" y="1128572"/>
                  </a:lnTo>
                  <a:lnTo>
                    <a:pt x="818197" y="1141272"/>
                  </a:lnTo>
                  <a:lnTo>
                    <a:pt x="868946" y="1166672"/>
                  </a:lnTo>
                  <a:lnTo>
                    <a:pt x="917092" y="1179372"/>
                  </a:lnTo>
                  <a:lnTo>
                    <a:pt x="959967" y="1192072"/>
                  </a:lnTo>
                  <a:lnTo>
                    <a:pt x="970826" y="1204772"/>
                  </a:lnTo>
                  <a:lnTo>
                    <a:pt x="983983" y="1204772"/>
                  </a:lnTo>
                  <a:lnTo>
                    <a:pt x="998512" y="1217472"/>
                  </a:lnTo>
                  <a:lnTo>
                    <a:pt x="1013485" y="1217472"/>
                  </a:lnTo>
                  <a:lnTo>
                    <a:pt x="1057148" y="1204772"/>
                  </a:lnTo>
                  <a:lnTo>
                    <a:pt x="1087920" y="1179372"/>
                  </a:lnTo>
                  <a:lnTo>
                    <a:pt x="1107147" y="1153972"/>
                  </a:lnTo>
                  <a:lnTo>
                    <a:pt x="1110310" y="1149515"/>
                  </a:lnTo>
                  <a:lnTo>
                    <a:pt x="1116177" y="1141272"/>
                  </a:lnTo>
                  <a:lnTo>
                    <a:pt x="1116507" y="1140828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9474476" y="3439029"/>
              <a:ext cx="203835" cy="483870"/>
            </a:xfrm>
            <a:custGeom>
              <a:avLst/>
              <a:gdLst/>
              <a:ahLst/>
              <a:cxnLst/>
              <a:rect l="l" t="t" r="r" b="b"/>
              <a:pathLst>
                <a:path w="203834" h="483870">
                  <a:moveTo>
                    <a:pt x="129783" y="179576"/>
                  </a:moveTo>
                  <a:lnTo>
                    <a:pt x="722" y="179576"/>
                  </a:lnTo>
                  <a:lnTo>
                    <a:pt x="20762" y="230376"/>
                  </a:lnTo>
                  <a:lnTo>
                    <a:pt x="42706" y="281176"/>
                  </a:lnTo>
                  <a:lnTo>
                    <a:pt x="53574" y="304252"/>
                  </a:lnTo>
                  <a:lnTo>
                    <a:pt x="57101" y="310091"/>
                  </a:lnTo>
                  <a:lnTo>
                    <a:pt x="151086" y="456321"/>
                  </a:lnTo>
                  <a:lnTo>
                    <a:pt x="158195" y="472163"/>
                  </a:lnTo>
                  <a:lnTo>
                    <a:pt x="203377" y="483688"/>
                  </a:lnTo>
                  <a:lnTo>
                    <a:pt x="203377" y="451064"/>
                  </a:lnTo>
                  <a:lnTo>
                    <a:pt x="197406" y="433418"/>
                  </a:lnTo>
                  <a:lnTo>
                    <a:pt x="182371" y="386069"/>
                  </a:lnTo>
                  <a:lnTo>
                    <a:pt x="162591" y="317402"/>
                  </a:lnTo>
                  <a:lnTo>
                    <a:pt x="142384" y="235804"/>
                  </a:lnTo>
                  <a:lnTo>
                    <a:pt x="129783" y="179576"/>
                  </a:lnTo>
                  <a:close/>
                </a:path>
                <a:path w="203834" h="483870">
                  <a:moveTo>
                    <a:pt x="83266" y="0"/>
                  </a:moveTo>
                  <a:lnTo>
                    <a:pt x="682" y="177272"/>
                  </a:lnTo>
                  <a:lnTo>
                    <a:pt x="0" y="180107"/>
                  </a:lnTo>
                  <a:lnTo>
                    <a:pt x="0" y="181185"/>
                  </a:lnTo>
                  <a:lnTo>
                    <a:pt x="722" y="179576"/>
                  </a:lnTo>
                  <a:lnTo>
                    <a:pt x="129783" y="179576"/>
                  </a:lnTo>
                  <a:lnTo>
                    <a:pt x="127225" y="168161"/>
                  </a:lnTo>
                  <a:lnTo>
                    <a:pt x="116013" y="121051"/>
                  </a:lnTo>
                  <a:lnTo>
                    <a:pt x="103208" y="72366"/>
                  </a:lnTo>
                  <a:lnTo>
                    <a:pt x="83266" y="0"/>
                  </a:lnTo>
                  <a:close/>
                </a:path>
              </a:pathLst>
            </a:custGeom>
            <a:solidFill>
              <a:srgbClr val="D0D0CE">
                <a:alpha val="46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149131" y="2391381"/>
            <a:ext cx="473075" cy="971550"/>
          </a:xfrm>
          <a:custGeom>
            <a:avLst/>
            <a:gdLst/>
            <a:ahLst/>
            <a:cxnLst/>
            <a:rect l="l" t="t" r="r" b="b"/>
            <a:pathLst>
              <a:path w="473075" h="971550">
                <a:moveTo>
                  <a:pt x="0" y="970954"/>
                </a:moveTo>
                <a:lnTo>
                  <a:pt x="214129" y="0"/>
                </a:lnTo>
                <a:lnTo>
                  <a:pt x="347036" y="0"/>
                </a:lnTo>
                <a:lnTo>
                  <a:pt x="472561" y="970954"/>
                </a:lnTo>
              </a:path>
            </a:pathLst>
          </a:custGeom>
          <a:ln w="58155">
            <a:solidFill>
              <a:srgbClr val="23253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9860512" y="1302587"/>
            <a:ext cx="1855470" cy="2089150"/>
            <a:chOff x="9860512" y="1302587"/>
            <a:chExt cx="1855470" cy="2089150"/>
          </a:xfrm>
        </p:grpSpPr>
        <p:sp>
          <p:nvSpPr>
            <p:cNvPr id="4" name="object 4" descr=""/>
            <p:cNvSpPr/>
            <p:nvPr/>
          </p:nvSpPr>
          <p:spPr>
            <a:xfrm>
              <a:off x="9889589" y="2391381"/>
              <a:ext cx="473075" cy="971550"/>
            </a:xfrm>
            <a:custGeom>
              <a:avLst/>
              <a:gdLst/>
              <a:ahLst/>
              <a:cxnLst/>
              <a:rect l="l" t="t" r="r" b="b"/>
              <a:pathLst>
                <a:path w="473075" h="971550">
                  <a:moveTo>
                    <a:pt x="0" y="970954"/>
                  </a:moveTo>
                  <a:lnTo>
                    <a:pt x="214129" y="0"/>
                  </a:lnTo>
                  <a:lnTo>
                    <a:pt x="347036" y="0"/>
                  </a:lnTo>
                  <a:lnTo>
                    <a:pt x="472561" y="970954"/>
                  </a:lnTo>
                </a:path>
              </a:pathLst>
            </a:custGeom>
            <a:ln w="58155">
              <a:solidFill>
                <a:srgbClr val="2325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027223" y="1305851"/>
              <a:ext cx="1547495" cy="1361440"/>
            </a:xfrm>
            <a:custGeom>
              <a:avLst/>
              <a:gdLst/>
              <a:ahLst/>
              <a:cxnLst/>
              <a:rect l="l" t="t" r="r" b="b"/>
              <a:pathLst>
                <a:path w="1547495" h="1361439">
                  <a:moveTo>
                    <a:pt x="1442584" y="0"/>
                  </a:moveTo>
                  <a:lnTo>
                    <a:pt x="0" y="0"/>
                  </a:lnTo>
                  <a:lnTo>
                    <a:pt x="104394" y="1361110"/>
                  </a:lnTo>
                  <a:lnTo>
                    <a:pt x="1546979" y="1361110"/>
                  </a:lnTo>
                  <a:lnTo>
                    <a:pt x="1442584" y="0"/>
                  </a:lnTo>
                  <a:close/>
                </a:path>
              </a:pathLst>
            </a:custGeom>
            <a:solidFill>
              <a:srgbClr val="2325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073661" y="1310205"/>
              <a:ext cx="1547495" cy="1356995"/>
            </a:xfrm>
            <a:custGeom>
              <a:avLst/>
              <a:gdLst/>
              <a:ahLst/>
              <a:cxnLst/>
              <a:rect l="l" t="t" r="r" b="b"/>
              <a:pathLst>
                <a:path w="1547495" h="1356995">
                  <a:moveTo>
                    <a:pt x="1442584" y="0"/>
                  </a:moveTo>
                  <a:lnTo>
                    <a:pt x="0" y="0"/>
                  </a:lnTo>
                  <a:lnTo>
                    <a:pt x="104394" y="1356764"/>
                  </a:lnTo>
                  <a:lnTo>
                    <a:pt x="1546979" y="1356764"/>
                  </a:lnTo>
                  <a:lnTo>
                    <a:pt x="14425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073661" y="1310205"/>
              <a:ext cx="1547495" cy="1356995"/>
            </a:xfrm>
            <a:custGeom>
              <a:avLst/>
              <a:gdLst/>
              <a:ahLst/>
              <a:cxnLst/>
              <a:rect l="l" t="t" r="r" b="b"/>
              <a:pathLst>
                <a:path w="1547495" h="1356995">
                  <a:moveTo>
                    <a:pt x="1442584" y="0"/>
                  </a:moveTo>
                  <a:lnTo>
                    <a:pt x="0" y="0"/>
                  </a:lnTo>
                  <a:lnTo>
                    <a:pt x="104394" y="1356764"/>
                  </a:lnTo>
                  <a:lnTo>
                    <a:pt x="1546979" y="1356764"/>
                  </a:lnTo>
                  <a:lnTo>
                    <a:pt x="1442584" y="0"/>
                  </a:lnTo>
                  <a:close/>
                </a:path>
              </a:pathLst>
            </a:custGeom>
            <a:ln w="15235">
              <a:solidFill>
                <a:srgbClr val="2325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048342" y="2660882"/>
              <a:ext cx="1667510" cy="37465"/>
            </a:xfrm>
            <a:custGeom>
              <a:avLst/>
              <a:gdLst/>
              <a:ahLst/>
              <a:cxnLst/>
              <a:rect l="l" t="t" r="r" b="b"/>
              <a:pathLst>
                <a:path w="1667509" h="37464">
                  <a:moveTo>
                    <a:pt x="1667383" y="0"/>
                  </a:moveTo>
                  <a:lnTo>
                    <a:pt x="0" y="0"/>
                  </a:lnTo>
                  <a:lnTo>
                    <a:pt x="0" y="36920"/>
                  </a:lnTo>
                  <a:lnTo>
                    <a:pt x="1667383" y="36920"/>
                  </a:lnTo>
                  <a:lnTo>
                    <a:pt x="1667383" y="0"/>
                  </a:lnTo>
                  <a:close/>
                </a:path>
              </a:pathLst>
            </a:custGeom>
            <a:solidFill>
              <a:srgbClr val="2325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567814" y="1545460"/>
              <a:ext cx="580390" cy="580390"/>
            </a:xfrm>
            <a:custGeom>
              <a:avLst/>
              <a:gdLst/>
              <a:ahLst/>
              <a:cxnLst/>
              <a:rect l="l" t="t" r="r" b="b"/>
              <a:pathLst>
                <a:path w="580390" h="580389">
                  <a:moveTo>
                    <a:pt x="289896" y="0"/>
                  </a:moveTo>
                  <a:lnTo>
                    <a:pt x="242873" y="3794"/>
                  </a:lnTo>
                  <a:lnTo>
                    <a:pt x="198265" y="14778"/>
                  </a:lnTo>
                  <a:lnTo>
                    <a:pt x="156670" y="32356"/>
                  </a:lnTo>
                  <a:lnTo>
                    <a:pt x="118685" y="55931"/>
                  </a:lnTo>
                  <a:lnTo>
                    <a:pt x="84907" y="84905"/>
                  </a:lnTo>
                  <a:lnTo>
                    <a:pt x="55931" y="118683"/>
                  </a:lnTo>
                  <a:lnTo>
                    <a:pt x="32356" y="156666"/>
                  </a:lnTo>
                  <a:lnTo>
                    <a:pt x="14778" y="198259"/>
                  </a:lnTo>
                  <a:lnTo>
                    <a:pt x="3794" y="242865"/>
                  </a:lnTo>
                  <a:lnTo>
                    <a:pt x="0" y="289886"/>
                  </a:lnTo>
                  <a:lnTo>
                    <a:pt x="3794" y="336907"/>
                  </a:lnTo>
                  <a:lnTo>
                    <a:pt x="14778" y="381512"/>
                  </a:lnTo>
                  <a:lnTo>
                    <a:pt x="32356" y="423105"/>
                  </a:lnTo>
                  <a:lnTo>
                    <a:pt x="55931" y="461089"/>
                  </a:lnTo>
                  <a:lnTo>
                    <a:pt x="84907" y="494867"/>
                  </a:lnTo>
                  <a:lnTo>
                    <a:pt x="118685" y="523841"/>
                  </a:lnTo>
                  <a:lnTo>
                    <a:pt x="156670" y="547416"/>
                  </a:lnTo>
                  <a:lnTo>
                    <a:pt x="198265" y="564994"/>
                  </a:lnTo>
                  <a:lnTo>
                    <a:pt x="242873" y="575978"/>
                  </a:lnTo>
                  <a:lnTo>
                    <a:pt x="289896" y="579772"/>
                  </a:lnTo>
                  <a:lnTo>
                    <a:pt x="336918" y="575978"/>
                  </a:lnTo>
                  <a:lnTo>
                    <a:pt x="381523" y="564994"/>
                  </a:lnTo>
                  <a:lnTo>
                    <a:pt x="423116" y="547416"/>
                  </a:lnTo>
                  <a:lnTo>
                    <a:pt x="461100" y="523841"/>
                  </a:lnTo>
                  <a:lnTo>
                    <a:pt x="494877" y="494867"/>
                  </a:lnTo>
                  <a:lnTo>
                    <a:pt x="523852" y="461089"/>
                  </a:lnTo>
                  <a:lnTo>
                    <a:pt x="547426" y="423105"/>
                  </a:lnTo>
                  <a:lnTo>
                    <a:pt x="565004" y="381512"/>
                  </a:lnTo>
                  <a:lnTo>
                    <a:pt x="575989" y="336907"/>
                  </a:lnTo>
                  <a:lnTo>
                    <a:pt x="579783" y="289886"/>
                  </a:lnTo>
                  <a:lnTo>
                    <a:pt x="575989" y="242865"/>
                  </a:lnTo>
                  <a:lnTo>
                    <a:pt x="565004" y="198259"/>
                  </a:lnTo>
                  <a:lnTo>
                    <a:pt x="547426" y="156666"/>
                  </a:lnTo>
                  <a:lnTo>
                    <a:pt x="523852" y="118683"/>
                  </a:lnTo>
                  <a:lnTo>
                    <a:pt x="494877" y="84905"/>
                  </a:lnTo>
                  <a:lnTo>
                    <a:pt x="461100" y="55931"/>
                  </a:lnTo>
                  <a:lnTo>
                    <a:pt x="423116" y="32356"/>
                  </a:lnTo>
                  <a:lnTo>
                    <a:pt x="381523" y="14778"/>
                  </a:lnTo>
                  <a:lnTo>
                    <a:pt x="336918" y="3794"/>
                  </a:lnTo>
                  <a:lnTo>
                    <a:pt x="289896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634601" y="1545461"/>
              <a:ext cx="358775" cy="297180"/>
            </a:xfrm>
            <a:custGeom>
              <a:avLst/>
              <a:gdLst/>
              <a:ahLst/>
              <a:cxnLst/>
              <a:rect l="l" t="t" r="r" b="b"/>
              <a:pathLst>
                <a:path w="358775" h="297180">
                  <a:moveTo>
                    <a:pt x="223109" y="0"/>
                  </a:moveTo>
                  <a:lnTo>
                    <a:pt x="176085" y="3794"/>
                  </a:lnTo>
                  <a:lnTo>
                    <a:pt x="131477" y="14778"/>
                  </a:lnTo>
                  <a:lnTo>
                    <a:pt x="89883" y="32356"/>
                  </a:lnTo>
                  <a:lnTo>
                    <a:pt x="51898" y="55931"/>
                  </a:lnTo>
                  <a:lnTo>
                    <a:pt x="18119" y="84905"/>
                  </a:lnTo>
                  <a:lnTo>
                    <a:pt x="0" y="106028"/>
                  </a:lnTo>
                  <a:lnTo>
                    <a:pt x="223305" y="297062"/>
                  </a:lnTo>
                  <a:lnTo>
                    <a:pt x="358275" y="33564"/>
                  </a:lnTo>
                  <a:lnTo>
                    <a:pt x="356329" y="32356"/>
                  </a:lnTo>
                  <a:lnTo>
                    <a:pt x="314736" y="14778"/>
                  </a:lnTo>
                  <a:lnTo>
                    <a:pt x="270130" y="3794"/>
                  </a:lnTo>
                  <a:lnTo>
                    <a:pt x="223109" y="0"/>
                  </a:lnTo>
                  <a:close/>
                </a:path>
              </a:pathLst>
            </a:custGeom>
            <a:solidFill>
              <a:srgbClr val="E6CD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857902" y="1568295"/>
              <a:ext cx="290195" cy="546735"/>
            </a:xfrm>
            <a:custGeom>
              <a:avLst/>
              <a:gdLst/>
              <a:ahLst/>
              <a:cxnLst/>
              <a:rect l="l" t="t" r="r" b="b"/>
              <a:pathLst>
                <a:path w="290195" h="546735">
                  <a:moveTo>
                    <a:pt x="110498" y="0"/>
                  </a:moveTo>
                  <a:lnTo>
                    <a:pt x="0" y="274228"/>
                  </a:lnTo>
                  <a:lnTo>
                    <a:pt x="74300" y="546378"/>
                  </a:lnTo>
                  <a:lnTo>
                    <a:pt x="91434" y="542159"/>
                  </a:lnTo>
                  <a:lnTo>
                    <a:pt x="133027" y="524581"/>
                  </a:lnTo>
                  <a:lnTo>
                    <a:pt x="171011" y="501006"/>
                  </a:lnTo>
                  <a:lnTo>
                    <a:pt x="204788" y="472031"/>
                  </a:lnTo>
                  <a:lnTo>
                    <a:pt x="233763" y="438254"/>
                  </a:lnTo>
                  <a:lnTo>
                    <a:pt x="257337" y="400270"/>
                  </a:lnTo>
                  <a:lnTo>
                    <a:pt x="274915" y="358677"/>
                  </a:lnTo>
                  <a:lnTo>
                    <a:pt x="285900" y="314072"/>
                  </a:lnTo>
                  <a:lnTo>
                    <a:pt x="289694" y="267051"/>
                  </a:lnTo>
                  <a:lnTo>
                    <a:pt x="285900" y="220030"/>
                  </a:lnTo>
                  <a:lnTo>
                    <a:pt x="274915" y="175424"/>
                  </a:lnTo>
                  <a:lnTo>
                    <a:pt x="257337" y="133831"/>
                  </a:lnTo>
                  <a:lnTo>
                    <a:pt x="233763" y="95848"/>
                  </a:lnTo>
                  <a:lnTo>
                    <a:pt x="204788" y="62070"/>
                  </a:lnTo>
                  <a:lnTo>
                    <a:pt x="171011" y="33096"/>
                  </a:lnTo>
                  <a:lnTo>
                    <a:pt x="133027" y="9521"/>
                  </a:lnTo>
                  <a:lnTo>
                    <a:pt x="110498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9257" y="1568038"/>
              <a:ext cx="175784" cy="199949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0714867" y="1698462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139461" y="0"/>
                  </a:moveTo>
                  <a:lnTo>
                    <a:pt x="95380" y="7109"/>
                  </a:lnTo>
                  <a:lnTo>
                    <a:pt x="57096" y="26907"/>
                  </a:lnTo>
                  <a:lnTo>
                    <a:pt x="26907" y="57096"/>
                  </a:lnTo>
                  <a:lnTo>
                    <a:pt x="7109" y="95380"/>
                  </a:lnTo>
                  <a:lnTo>
                    <a:pt x="0" y="139461"/>
                  </a:lnTo>
                  <a:lnTo>
                    <a:pt x="7109" y="183542"/>
                  </a:lnTo>
                  <a:lnTo>
                    <a:pt x="26907" y="221826"/>
                  </a:lnTo>
                  <a:lnTo>
                    <a:pt x="57096" y="252015"/>
                  </a:lnTo>
                  <a:lnTo>
                    <a:pt x="95380" y="271813"/>
                  </a:lnTo>
                  <a:lnTo>
                    <a:pt x="139461" y="278923"/>
                  </a:lnTo>
                  <a:lnTo>
                    <a:pt x="183542" y="271813"/>
                  </a:lnTo>
                  <a:lnTo>
                    <a:pt x="221826" y="252015"/>
                  </a:lnTo>
                  <a:lnTo>
                    <a:pt x="252015" y="221826"/>
                  </a:lnTo>
                  <a:lnTo>
                    <a:pt x="271813" y="183542"/>
                  </a:lnTo>
                  <a:lnTo>
                    <a:pt x="278923" y="139461"/>
                  </a:lnTo>
                  <a:lnTo>
                    <a:pt x="271813" y="95380"/>
                  </a:lnTo>
                  <a:lnTo>
                    <a:pt x="252015" y="57096"/>
                  </a:lnTo>
                  <a:lnTo>
                    <a:pt x="221826" y="26907"/>
                  </a:lnTo>
                  <a:lnTo>
                    <a:pt x="183542" y="7109"/>
                  </a:lnTo>
                  <a:lnTo>
                    <a:pt x="1394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1022494" y="1543769"/>
              <a:ext cx="407670" cy="92710"/>
            </a:xfrm>
            <a:custGeom>
              <a:avLst/>
              <a:gdLst/>
              <a:ahLst/>
              <a:cxnLst/>
              <a:rect l="l" t="t" r="r" b="b"/>
              <a:pathLst>
                <a:path w="407670" h="92710">
                  <a:moveTo>
                    <a:pt x="0" y="92426"/>
                  </a:moveTo>
                  <a:lnTo>
                    <a:pt x="92426" y="0"/>
                  </a:lnTo>
                  <a:lnTo>
                    <a:pt x="407369" y="0"/>
                  </a:lnTo>
                </a:path>
              </a:pathLst>
            </a:custGeom>
            <a:ln w="898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116634" y="1441713"/>
              <a:ext cx="114935" cy="0"/>
            </a:xfrm>
            <a:custGeom>
              <a:avLst/>
              <a:gdLst/>
              <a:ahLst/>
              <a:cxnLst/>
              <a:rect l="l" t="t" r="r" b="b"/>
              <a:pathLst>
                <a:path w="114934" h="0">
                  <a:moveTo>
                    <a:pt x="0" y="0"/>
                  </a:moveTo>
                  <a:lnTo>
                    <a:pt x="114897" y="0"/>
                  </a:lnTo>
                </a:path>
              </a:pathLst>
            </a:custGeom>
            <a:ln w="898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1259127" y="1440429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29" h="0">
                  <a:moveTo>
                    <a:pt x="0" y="0"/>
                  </a:moveTo>
                  <a:lnTo>
                    <a:pt x="137995" y="0"/>
                  </a:lnTo>
                </a:path>
              </a:pathLst>
            </a:custGeom>
            <a:ln w="898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1115350" y="1476372"/>
              <a:ext cx="239395" cy="0"/>
            </a:xfrm>
            <a:custGeom>
              <a:avLst/>
              <a:gdLst/>
              <a:ahLst/>
              <a:cxnLst/>
              <a:rect l="l" t="t" r="r" b="b"/>
              <a:pathLst>
                <a:path w="239395" h="0">
                  <a:moveTo>
                    <a:pt x="0" y="0"/>
                  </a:moveTo>
                  <a:lnTo>
                    <a:pt x="238767" y="0"/>
                  </a:lnTo>
                </a:path>
              </a:pathLst>
            </a:custGeom>
            <a:ln w="898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115350" y="1512959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4" h="0">
                  <a:moveTo>
                    <a:pt x="0" y="0"/>
                  </a:moveTo>
                  <a:lnTo>
                    <a:pt x="279855" y="0"/>
                  </a:lnTo>
                </a:path>
              </a:pathLst>
            </a:custGeom>
            <a:ln w="898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391333" y="1489851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4" h="0">
                  <a:moveTo>
                    <a:pt x="0" y="0"/>
                  </a:moveTo>
                  <a:lnTo>
                    <a:pt x="279855" y="0"/>
                  </a:lnTo>
                </a:path>
              </a:pathLst>
            </a:custGeom>
            <a:ln w="898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313029" y="1854428"/>
              <a:ext cx="328930" cy="0"/>
            </a:xfrm>
            <a:custGeom>
              <a:avLst/>
              <a:gdLst/>
              <a:ahLst/>
              <a:cxnLst/>
              <a:rect l="l" t="t" r="r" b="b"/>
              <a:pathLst>
                <a:path w="328929" h="0">
                  <a:moveTo>
                    <a:pt x="328628" y="0"/>
                  </a:moveTo>
                  <a:lnTo>
                    <a:pt x="0" y="0"/>
                  </a:lnTo>
                </a:path>
              </a:pathLst>
            </a:custGeom>
            <a:ln w="898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313882" y="1734615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 h="0">
                  <a:moveTo>
                    <a:pt x="0" y="0"/>
                  </a:moveTo>
                  <a:lnTo>
                    <a:pt x="104405" y="0"/>
                  </a:lnTo>
                </a:path>
              </a:pathLst>
            </a:custGeom>
            <a:ln w="898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313882" y="1768847"/>
              <a:ext cx="176530" cy="0"/>
            </a:xfrm>
            <a:custGeom>
              <a:avLst/>
              <a:gdLst/>
              <a:ahLst/>
              <a:cxnLst/>
              <a:rect l="l" t="t" r="r" b="b"/>
              <a:pathLst>
                <a:path w="176529" h="0">
                  <a:moveTo>
                    <a:pt x="0" y="0"/>
                  </a:moveTo>
                  <a:lnTo>
                    <a:pt x="176298" y="0"/>
                  </a:lnTo>
                </a:path>
              </a:pathLst>
            </a:custGeom>
            <a:ln w="1167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0313882" y="1810781"/>
              <a:ext cx="176530" cy="0"/>
            </a:xfrm>
            <a:custGeom>
              <a:avLst/>
              <a:gdLst/>
              <a:ahLst/>
              <a:cxnLst/>
              <a:rect l="l" t="t" r="r" b="b"/>
              <a:pathLst>
                <a:path w="176529" h="0">
                  <a:moveTo>
                    <a:pt x="0" y="0"/>
                  </a:moveTo>
                  <a:lnTo>
                    <a:pt x="176298" y="0"/>
                  </a:lnTo>
                </a:path>
              </a:pathLst>
            </a:custGeom>
            <a:ln w="1167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439687" y="1734615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 h="0">
                  <a:moveTo>
                    <a:pt x="0" y="0"/>
                  </a:moveTo>
                  <a:lnTo>
                    <a:pt x="104405" y="0"/>
                  </a:lnTo>
                </a:path>
              </a:pathLst>
            </a:custGeom>
            <a:ln w="898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390049" y="1528364"/>
              <a:ext cx="390525" cy="80010"/>
            </a:xfrm>
            <a:custGeom>
              <a:avLst/>
              <a:gdLst/>
              <a:ahLst/>
              <a:cxnLst/>
              <a:rect l="l" t="t" r="r" b="b"/>
              <a:pathLst>
                <a:path w="390525" h="80009">
                  <a:moveTo>
                    <a:pt x="390249" y="79589"/>
                  </a:moveTo>
                  <a:lnTo>
                    <a:pt x="326063" y="0"/>
                  </a:lnTo>
                  <a:lnTo>
                    <a:pt x="0" y="0"/>
                  </a:lnTo>
                </a:path>
              </a:pathLst>
            </a:custGeom>
            <a:ln w="1167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0242786" y="2270878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4" h="0">
                  <a:moveTo>
                    <a:pt x="0" y="0"/>
                  </a:moveTo>
                  <a:lnTo>
                    <a:pt x="452761" y="0"/>
                  </a:lnTo>
                </a:path>
              </a:pathLst>
            </a:custGeom>
            <a:ln w="15235">
              <a:solidFill>
                <a:srgbClr val="2325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250042" y="2326023"/>
              <a:ext cx="1021715" cy="0"/>
            </a:xfrm>
            <a:custGeom>
              <a:avLst/>
              <a:gdLst/>
              <a:ahLst/>
              <a:cxnLst/>
              <a:rect l="l" t="t" r="r" b="b"/>
              <a:pathLst>
                <a:path w="1021715" h="0">
                  <a:moveTo>
                    <a:pt x="0" y="0"/>
                  </a:moveTo>
                  <a:lnTo>
                    <a:pt x="1021623" y="0"/>
                  </a:lnTo>
                </a:path>
              </a:pathLst>
            </a:custGeom>
            <a:ln w="15235">
              <a:solidFill>
                <a:srgbClr val="2325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268908" y="2437763"/>
              <a:ext cx="1021715" cy="0"/>
            </a:xfrm>
            <a:custGeom>
              <a:avLst/>
              <a:gdLst/>
              <a:ahLst/>
              <a:cxnLst/>
              <a:rect l="l" t="t" r="r" b="b"/>
              <a:pathLst>
                <a:path w="1021715" h="0">
                  <a:moveTo>
                    <a:pt x="0" y="0"/>
                  </a:moveTo>
                  <a:lnTo>
                    <a:pt x="1021623" y="0"/>
                  </a:lnTo>
                </a:path>
              </a:pathLst>
            </a:custGeom>
            <a:ln w="15235">
              <a:solidFill>
                <a:srgbClr val="2325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258750" y="2384070"/>
              <a:ext cx="701040" cy="0"/>
            </a:xfrm>
            <a:custGeom>
              <a:avLst/>
              <a:gdLst/>
              <a:ahLst/>
              <a:cxnLst/>
              <a:rect l="l" t="t" r="r" b="b"/>
              <a:pathLst>
                <a:path w="701040" h="0">
                  <a:moveTo>
                    <a:pt x="0" y="0"/>
                  </a:moveTo>
                  <a:lnTo>
                    <a:pt x="700921" y="0"/>
                  </a:lnTo>
                </a:path>
              </a:pathLst>
            </a:custGeom>
            <a:ln w="15235">
              <a:solidFill>
                <a:srgbClr val="2325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998849" y="2384070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5" h="0">
                  <a:moveTo>
                    <a:pt x="0" y="0"/>
                  </a:moveTo>
                  <a:lnTo>
                    <a:pt x="519523" y="0"/>
                  </a:lnTo>
                </a:path>
              </a:pathLst>
            </a:custGeom>
            <a:ln w="15235">
              <a:solidFill>
                <a:srgbClr val="2325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1046012" y="2270878"/>
              <a:ext cx="453390" cy="0"/>
            </a:xfrm>
            <a:custGeom>
              <a:avLst/>
              <a:gdLst/>
              <a:ahLst/>
              <a:cxnLst/>
              <a:rect l="l" t="t" r="r" b="b"/>
              <a:pathLst>
                <a:path w="453390" h="0">
                  <a:moveTo>
                    <a:pt x="0" y="0"/>
                  </a:moveTo>
                  <a:lnTo>
                    <a:pt x="452771" y="0"/>
                  </a:lnTo>
                </a:path>
              </a:pathLst>
            </a:custGeom>
            <a:ln w="15235">
              <a:solidFill>
                <a:srgbClr val="2325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736912" y="2270878"/>
              <a:ext cx="231775" cy="0"/>
            </a:xfrm>
            <a:custGeom>
              <a:avLst/>
              <a:gdLst/>
              <a:ahLst/>
              <a:cxnLst/>
              <a:rect l="l" t="t" r="r" b="b"/>
              <a:pathLst>
                <a:path w="231775" h="0">
                  <a:moveTo>
                    <a:pt x="0" y="0"/>
                  </a:moveTo>
                  <a:lnTo>
                    <a:pt x="231458" y="0"/>
                  </a:lnTo>
                </a:path>
              </a:pathLst>
            </a:custGeom>
            <a:ln w="15235">
              <a:solidFill>
                <a:srgbClr val="23253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7124414" y="4486326"/>
            <a:ext cx="1421130" cy="1091565"/>
            <a:chOff x="7124414" y="4486326"/>
            <a:chExt cx="1421130" cy="1091565"/>
          </a:xfrm>
        </p:grpSpPr>
        <p:sp>
          <p:nvSpPr>
            <p:cNvPr id="34" name="object 34" descr=""/>
            <p:cNvSpPr/>
            <p:nvPr/>
          </p:nvSpPr>
          <p:spPr>
            <a:xfrm>
              <a:off x="7124416" y="4486326"/>
              <a:ext cx="1421130" cy="885825"/>
            </a:xfrm>
            <a:custGeom>
              <a:avLst/>
              <a:gdLst/>
              <a:ahLst/>
              <a:cxnLst/>
              <a:rect l="l" t="t" r="r" b="b"/>
              <a:pathLst>
                <a:path w="1421129" h="885825">
                  <a:moveTo>
                    <a:pt x="1361665" y="0"/>
                  </a:moveTo>
                  <a:lnTo>
                    <a:pt x="59139" y="0"/>
                  </a:lnTo>
                  <a:lnTo>
                    <a:pt x="36116" y="4646"/>
                  </a:lnTo>
                  <a:lnTo>
                    <a:pt x="17318" y="17321"/>
                  </a:lnTo>
                  <a:lnTo>
                    <a:pt x="4646" y="36125"/>
                  </a:lnTo>
                  <a:lnTo>
                    <a:pt x="0" y="59160"/>
                  </a:lnTo>
                  <a:lnTo>
                    <a:pt x="0" y="826226"/>
                  </a:lnTo>
                  <a:lnTo>
                    <a:pt x="4646" y="849224"/>
                  </a:lnTo>
                  <a:lnTo>
                    <a:pt x="17318" y="868010"/>
                  </a:lnTo>
                  <a:lnTo>
                    <a:pt x="36116" y="880678"/>
                  </a:lnTo>
                  <a:lnTo>
                    <a:pt x="59139" y="885323"/>
                  </a:lnTo>
                  <a:lnTo>
                    <a:pt x="1361665" y="885323"/>
                  </a:lnTo>
                  <a:lnTo>
                    <a:pt x="1384676" y="880678"/>
                  </a:lnTo>
                  <a:lnTo>
                    <a:pt x="1403467" y="868010"/>
                  </a:lnTo>
                  <a:lnTo>
                    <a:pt x="1416137" y="849224"/>
                  </a:lnTo>
                  <a:lnTo>
                    <a:pt x="1420783" y="826226"/>
                  </a:lnTo>
                  <a:lnTo>
                    <a:pt x="1420783" y="59160"/>
                  </a:lnTo>
                  <a:lnTo>
                    <a:pt x="1416137" y="36125"/>
                  </a:lnTo>
                  <a:lnTo>
                    <a:pt x="1403467" y="17321"/>
                  </a:lnTo>
                  <a:lnTo>
                    <a:pt x="1384676" y="4646"/>
                  </a:lnTo>
                  <a:lnTo>
                    <a:pt x="1361665" y="0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124414" y="5195951"/>
              <a:ext cx="1421130" cy="175895"/>
            </a:xfrm>
            <a:custGeom>
              <a:avLst/>
              <a:gdLst/>
              <a:ahLst/>
              <a:cxnLst/>
              <a:rect l="l" t="t" r="r" b="b"/>
              <a:pathLst>
                <a:path w="1421129" h="175895">
                  <a:moveTo>
                    <a:pt x="1420783" y="0"/>
                  </a:moveTo>
                  <a:lnTo>
                    <a:pt x="0" y="0"/>
                  </a:lnTo>
                  <a:lnTo>
                    <a:pt x="0" y="116603"/>
                  </a:lnTo>
                  <a:lnTo>
                    <a:pt x="4647" y="139598"/>
                  </a:lnTo>
                  <a:lnTo>
                    <a:pt x="17322" y="158383"/>
                  </a:lnTo>
                  <a:lnTo>
                    <a:pt x="36121" y="171054"/>
                  </a:lnTo>
                  <a:lnTo>
                    <a:pt x="59139" y="175701"/>
                  </a:lnTo>
                  <a:lnTo>
                    <a:pt x="1361665" y="175701"/>
                  </a:lnTo>
                  <a:lnTo>
                    <a:pt x="1384676" y="171054"/>
                  </a:lnTo>
                  <a:lnTo>
                    <a:pt x="1403467" y="158383"/>
                  </a:lnTo>
                  <a:lnTo>
                    <a:pt x="1416137" y="139598"/>
                  </a:lnTo>
                  <a:lnTo>
                    <a:pt x="1420783" y="116603"/>
                  </a:lnTo>
                  <a:lnTo>
                    <a:pt x="1420783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503957" y="5371652"/>
              <a:ext cx="662305" cy="158750"/>
            </a:xfrm>
            <a:custGeom>
              <a:avLst/>
              <a:gdLst/>
              <a:ahLst/>
              <a:cxnLst/>
              <a:rect l="l" t="t" r="r" b="b"/>
              <a:pathLst>
                <a:path w="662304" h="158750">
                  <a:moveTo>
                    <a:pt x="604117" y="0"/>
                  </a:moveTo>
                  <a:lnTo>
                    <a:pt x="57610" y="0"/>
                  </a:lnTo>
                  <a:lnTo>
                    <a:pt x="57610" y="79337"/>
                  </a:lnTo>
                  <a:lnTo>
                    <a:pt x="48609" y="117247"/>
                  </a:lnTo>
                  <a:lnTo>
                    <a:pt x="28805" y="141639"/>
                  </a:lnTo>
                  <a:lnTo>
                    <a:pt x="9001" y="154684"/>
                  </a:lnTo>
                  <a:lnTo>
                    <a:pt x="0" y="158550"/>
                  </a:lnTo>
                  <a:lnTo>
                    <a:pt x="661707" y="158550"/>
                  </a:lnTo>
                  <a:lnTo>
                    <a:pt x="628413" y="146799"/>
                  </a:lnTo>
                  <a:lnTo>
                    <a:pt x="611316" y="134630"/>
                  </a:lnTo>
                  <a:lnTo>
                    <a:pt x="605017" y="114619"/>
                  </a:lnTo>
                  <a:lnTo>
                    <a:pt x="604117" y="79337"/>
                  </a:lnTo>
                  <a:lnTo>
                    <a:pt x="604117" y="0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503960" y="5530198"/>
              <a:ext cx="662305" cy="47625"/>
            </a:xfrm>
            <a:custGeom>
              <a:avLst/>
              <a:gdLst/>
              <a:ahLst/>
              <a:cxnLst/>
              <a:rect l="l" t="t" r="r" b="b"/>
              <a:pathLst>
                <a:path w="662304" h="47625">
                  <a:moveTo>
                    <a:pt x="661707" y="0"/>
                  </a:moveTo>
                  <a:lnTo>
                    <a:pt x="0" y="0"/>
                  </a:lnTo>
                  <a:lnTo>
                    <a:pt x="0" y="47590"/>
                  </a:lnTo>
                  <a:lnTo>
                    <a:pt x="661707" y="47590"/>
                  </a:lnTo>
                  <a:lnTo>
                    <a:pt x="661707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/>
          <p:nvPr/>
        </p:nvSpPr>
        <p:spPr>
          <a:xfrm>
            <a:off x="1445895" y="9877258"/>
            <a:ext cx="140970" cy="480059"/>
          </a:xfrm>
          <a:custGeom>
            <a:avLst/>
            <a:gdLst/>
            <a:ahLst/>
            <a:cxnLst/>
            <a:rect l="l" t="t" r="r" b="b"/>
            <a:pathLst>
              <a:path w="140969" h="480059">
                <a:moveTo>
                  <a:pt x="140917" y="0"/>
                </a:moveTo>
                <a:lnTo>
                  <a:pt x="97326" y="0"/>
                </a:lnTo>
                <a:lnTo>
                  <a:pt x="0" y="479765"/>
                </a:lnTo>
                <a:lnTo>
                  <a:pt x="14795" y="479765"/>
                </a:lnTo>
                <a:lnTo>
                  <a:pt x="140917" y="0"/>
                </a:lnTo>
                <a:close/>
              </a:path>
            </a:pathLst>
          </a:custGeom>
          <a:solidFill>
            <a:srgbClr val="45454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" name="object 39" descr=""/>
          <p:cNvGrpSpPr/>
          <p:nvPr/>
        </p:nvGrpSpPr>
        <p:grpSpPr>
          <a:xfrm>
            <a:off x="1380174" y="9309284"/>
            <a:ext cx="553720" cy="1047750"/>
            <a:chOff x="1380174" y="9309284"/>
            <a:chExt cx="553720" cy="1047750"/>
          </a:xfrm>
        </p:grpSpPr>
        <p:sp>
          <p:nvSpPr>
            <p:cNvPr id="40" name="object 40" descr=""/>
            <p:cNvSpPr/>
            <p:nvPr/>
          </p:nvSpPr>
          <p:spPr>
            <a:xfrm>
              <a:off x="1792802" y="9877258"/>
              <a:ext cx="140970" cy="480059"/>
            </a:xfrm>
            <a:custGeom>
              <a:avLst/>
              <a:gdLst/>
              <a:ahLst/>
              <a:cxnLst/>
              <a:rect l="l" t="t" r="r" b="b"/>
              <a:pathLst>
                <a:path w="140969" h="480059">
                  <a:moveTo>
                    <a:pt x="39967" y="0"/>
                  </a:moveTo>
                  <a:lnTo>
                    <a:pt x="0" y="0"/>
                  </a:lnTo>
                  <a:lnTo>
                    <a:pt x="126174" y="479765"/>
                  </a:lnTo>
                  <a:lnTo>
                    <a:pt x="140969" y="479765"/>
                  </a:lnTo>
                  <a:lnTo>
                    <a:pt x="39967" y="0"/>
                  </a:lnTo>
                  <a:close/>
                </a:path>
              </a:pathLst>
            </a:custGeom>
            <a:solidFill>
              <a:srgbClr val="454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380174" y="9309284"/>
              <a:ext cx="542290" cy="583565"/>
            </a:xfrm>
            <a:custGeom>
              <a:avLst/>
              <a:gdLst/>
              <a:ahLst/>
              <a:cxnLst/>
              <a:rect l="l" t="t" r="r" b="b"/>
              <a:pathLst>
                <a:path w="542289" h="583565">
                  <a:moveTo>
                    <a:pt x="0" y="0"/>
                  </a:moveTo>
                  <a:lnTo>
                    <a:pt x="20128" y="184777"/>
                  </a:lnTo>
                  <a:lnTo>
                    <a:pt x="32078" y="292077"/>
                  </a:lnTo>
                  <a:lnTo>
                    <a:pt x="40567" y="363037"/>
                  </a:lnTo>
                  <a:lnTo>
                    <a:pt x="56308" y="485893"/>
                  </a:lnTo>
                  <a:lnTo>
                    <a:pt x="65343" y="525688"/>
                  </a:lnTo>
                  <a:lnTo>
                    <a:pt x="117223" y="576099"/>
                  </a:lnTo>
                  <a:lnTo>
                    <a:pt x="172413" y="583081"/>
                  </a:lnTo>
                  <a:lnTo>
                    <a:pt x="497011" y="583081"/>
                  </a:lnTo>
                  <a:lnTo>
                    <a:pt x="520475" y="579007"/>
                  </a:lnTo>
                  <a:lnTo>
                    <a:pt x="534017" y="568440"/>
                  </a:lnTo>
                  <a:lnTo>
                    <a:pt x="540236" y="553865"/>
                  </a:lnTo>
                  <a:lnTo>
                    <a:pt x="541732" y="537763"/>
                  </a:lnTo>
                  <a:lnTo>
                    <a:pt x="332167" y="537763"/>
                  </a:lnTo>
                  <a:lnTo>
                    <a:pt x="297493" y="533356"/>
                  </a:lnTo>
                  <a:lnTo>
                    <a:pt x="268951" y="516017"/>
                  </a:lnTo>
                  <a:lnTo>
                    <a:pt x="246842" y="479564"/>
                  </a:lnTo>
                  <a:lnTo>
                    <a:pt x="231469" y="417819"/>
                  </a:lnTo>
                  <a:lnTo>
                    <a:pt x="223398" y="367297"/>
                  </a:lnTo>
                  <a:lnTo>
                    <a:pt x="197492" y="211689"/>
                  </a:lnTo>
                  <a:lnTo>
                    <a:pt x="189092" y="158832"/>
                  </a:lnTo>
                  <a:lnTo>
                    <a:pt x="181209" y="105661"/>
                  </a:lnTo>
                  <a:lnTo>
                    <a:pt x="166915" y="54492"/>
                  </a:lnTo>
                  <a:lnTo>
                    <a:pt x="141801" y="23266"/>
                  </a:lnTo>
                  <a:lnTo>
                    <a:pt x="105713" y="7057"/>
                  </a:lnTo>
                  <a:lnTo>
                    <a:pt x="58497" y="9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E2D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/>
          <p:nvPr/>
        </p:nvSpPr>
        <p:spPr>
          <a:xfrm>
            <a:off x="3171933" y="9877258"/>
            <a:ext cx="140970" cy="480059"/>
          </a:xfrm>
          <a:custGeom>
            <a:avLst/>
            <a:gdLst/>
            <a:ahLst/>
            <a:cxnLst/>
            <a:rect l="l" t="t" r="r" b="b"/>
            <a:pathLst>
              <a:path w="140970" h="480059">
                <a:moveTo>
                  <a:pt x="43485" y="0"/>
                </a:moveTo>
                <a:lnTo>
                  <a:pt x="0" y="0"/>
                </a:lnTo>
                <a:lnTo>
                  <a:pt x="126111" y="479765"/>
                </a:lnTo>
                <a:lnTo>
                  <a:pt x="140906" y="479765"/>
                </a:lnTo>
                <a:lnTo>
                  <a:pt x="43485" y="0"/>
                </a:lnTo>
                <a:close/>
              </a:path>
            </a:pathLst>
          </a:custGeom>
          <a:solidFill>
            <a:srgbClr val="45454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" name="object 43" descr=""/>
          <p:cNvGrpSpPr/>
          <p:nvPr/>
        </p:nvGrpSpPr>
        <p:grpSpPr>
          <a:xfrm>
            <a:off x="927353" y="9309284"/>
            <a:ext cx="2904490" cy="1209675"/>
            <a:chOff x="927353" y="9309284"/>
            <a:chExt cx="2904490" cy="1209675"/>
          </a:xfrm>
        </p:grpSpPr>
        <p:sp>
          <p:nvSpPr>
            <p:cNvPr id="44" name="object 44" descr=""/>
            <p:cNvSpPr/>
            <p:nvPr/>
          </p:nvSpPr>
          <p:spPr>
            <a:xfrm>
              <a:off x="2824975" y="9877258"/>
              <a:ext cx="140970" cy="480059"/>
            </a:xfrm>
            <a:custGeom>
              <a:avLst/>
              <a:gdLst/>
              <a:ahLst/>
              <a:cxnLst/>
              <a:rect l="l" t="t" r="r" b="b"/>
              <a:pathLst>
                <a:path w="140969" h="480059">
                  <a:moveTo>
                    <a:pt x="140917" y="0"/>
                  </a:moveTo>
                  <a:lnTo>
                    <a:pt x="100949" y="0"/>
                  </a:lnTo>
                  <a:lnTo>
                    <a:pt x="0" y="479765"/>
                  </a:lnTo>
                  <a:lnTo>
                    <a:pt x="14722" y="479765"/>
                  </a:lnTo>
                  <a:lnTo>
                    <a:pt x="140917" y="0"/>
                  </a:lnTo>
                  <a:close/>
                </a:path>
              </a:pathLst>
            </a:custGeom>
            <a:solidFill>
              <a:srgbClr val="454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836863" y="9309284"/>
              <a:ext cx="542290" cy="583565"/>
            </a:xfrm>
            <a:custGeom>
              <a:avLst/>
              <a:gdLst/>
              <a:ahLst/>
              <a:cxnLst/>
              <a:rect l="l" t="t" r="r" b="b"/>
              <a:pathLst>
                <a:path w="542289" h="583565">
                  <a:moveTo>
                    <a:pt x="541679" y="0"/>
                  </a:moveTo>
                  <a:lnTo>
                    <a:pt x="483213" y="943"/>
                  </a:lnTo>
                  <a:lnTo>
                    <a:pt x="435998" y="7057"/>
                  </a:lnTo>
                  <a:lnTo>
                    <a:pt x="399897" y="23266"/>
                  </a:lnTo>
                  <a:lnTo>
                    <a:pt x="374774" y="54492"/>
                  </a:lnTo>
                  <a:lnTo>
                    <a:pt x="360491" y="105661"/>
                  </a:lnTo>
                  <a:lnTo>
                    <a:pt x="352603" y="158832"/>
                  </a:lnTo>
                  <a:lnTo>
                    <a:pt x="344196" y="211689"/>
                  </a:lnTo>
                  <a:lnTo>
                    <a:pt x="318251" y="367297"/>
                  </a:lnTo>
                  <a:lnTo>
                    <a:pt x="310158" y="417819"/>
                  </a:lnTo>
                  <a:lnTo>
                    <a:pt x="294837" y="479564"/>
                  </a:lnTo>
                  <a:lnTo>
                    <a:pt x="272743" y="516017"/>
                  </a:lnTo>
                  <a:lnTo>
                    <a:pt x="244197" y="533356"/>
                  </a:lnTo>
                  <a:lnTo>
                    <a:pt x="209522" y="537763"/>
                  </a:lnTo>
                  <a:lnTo>
                    <a:pt x="0" y="537763"/>
                  </a:lnTo>
                  <a:lnTo>
                    <a:pt x="1494" y="553865"/>
                  </a:lnTo>
                  <a:lnTo>
                    <a:pt x="7707" y="568440"/>
                  </a:lnTo>
                  <a:lnTo>
                    <a:pt x="21234" y="579007"/>
                  </a:lnTo>
                  <a:lnTo>
                    <a:pt x="44668" y="583081"/>
                  </a:lnTo>
                  <a:lnTo>
                    <a:pt x="369339" y="583081"/>
                  </a:lnTo>
                  <a:lnTo>
                    <a:pt x="424492" y="576099"/>
                  </a:lnTo>
                  <a:lnTo>
                    <a:pt x="458097" y="556362"/>
                  </a:lnTo>
                  <a:lnTo>
                    <a:pt x="485353" y="485893"/>
                  </a:lnTo>
                  <a:lnTo>
                    <a:pt x="501091" y="363037"/>
                  </a:lnTo>
                  <a:lnTo>
                    <a:pt x="509582" y="292077"/>
                  </a:lnTo>
                  <a:lnTo>
                    <a:pt x="521539" y="184777"/>
                  </a:lnTo>
                  <a:lnTo>
                    <a:pt x="541679" y="0"/>
                  </a:lnTo>
                  <a:close/>
                </a:path>
              </a:pathLst>
            </a:custGeom>
            <a:solidFill>
              <a:srgbClr val="BEE2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927353" y="9626136"/>
              <a:ext cx="2904490" cy="46990"/>
            </a:xfrm>
            <a:custGeom>
              <a:avLst/>
              <a:gdLst/>
              <a:ahLst/>
              <a:cxnLst/>
              <a:rect l="l" t="t" r="r" b="b"/>
              <a:pathLst>
                <a:path w="2904490" h="46990">
                  <a:moveTo>
                    <a:pt x="2903984" y="0"/>
                  </a:moveTo>
                  <a:lnTo>
                    <a:pt x="0" y="0"/>
                  </a:lnTo>
                  <a:lnTo>
                    <a:pt x="0" y="46930"/>
                  </a:lnTo>
                  <a:lnTo>
                    <a:pt x="2903984" y="46930"/>
                  </a:lnTo>
                  <a:lnTo>
                    <a:pt x="2903984" y="0"/>
                  </a:lnTo>
                  <a:close/>
                </a:path>
              </a:pathLst>
            </a:custGeom>
            <a:solidFill>
              <a:srgbClr val="454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025989" y="9672637"/>
              <a:ext cx="95250" cy="815975"/>
            </a:xfrm>
            <a:custGeom>
              <a:avLst/>
              <a:gdLst/>
              <a:ahLst/>
              <a:cxnLst/>
              <a:rect l="l" t="t" r="r" b="b"/>
              <a:pathLst>
                <a:path w="95250" h="815975">
                  <a:moveTo>
                    <a:pt x="94876" y="0"/>
                  </a:moveTo>
                  <a:lnTo>
                    <a:pt x="0" y="0"/>
                  </a:lnTo>
                  <a:lnTo>
                    <a:pt x="0" y="815420"/>
                  </a:lnTo>
                  <a:lnTo>
                    <a:pt x="94876" y="815420"/>
                  </a:lnTo>
                  <a:lnTo>
                    <a:pt x="94876" y="0"/>
                  </a:lnTo>
                  <a:close/>
                </a:path>
              </a:pathLst>
            </a:custGeom>
            <a:solidFill>
              <a:srgbClr val="9293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025989" y="10488057"/>
              <a:ext cx="95250" cy="31115"/>
            </a:xfrm>
            <a:custGeom>
              <a:avLst/>
              <a:gdLst/>
              <a:ahLst/>
              <a:cxnLst/>
              <a:rect l="l" t="t" r="r" b="b"/>
              <a:pathLst>
                <a:path w="95250" h="31115">
                  <a:moveTo>
                    <a:pt x="94876" y="0"/>
                  </a:moveTo>
                  <a:lnTo>
                    <a:pt x="0" y="0"/>
                  </a:lnTo>
                  <a:lnTo>
                    <a:pt x="0" y="30616"/>
                  </a:lnTo>
                  <a:lnTo>
                    <a:pt x="94876" y="30616"/>
                  </a:lnTo>
                  <a:lnTo>
                    <a:pt x="94876" y="0"/>
                  </a:lnTo>
                  <a:close/>
                </a:path>
              </a:pathLst>
            </a:custGeom>
            <a:solidFill>
              <a:srgbClr val="454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637899" y="9672637"/>
              <a:ext cx="95250" cy="815975"/>
            </a:xfrm>
            <a:custGeom>
              <a:avLst/>
              <a:gdLst/>
              <a:ahLst/>
              <a:cxnLst/>
              <a:rect l="l" t="t" r="r" b="b"/>
              <a:pathLst>
                <a:path w="95250" h="815975">
                  <a:moveTo>
                    <a:pt x="94803" y="0"/>
                  </a:moveTo>
                  <a:lnTo>
                    <a:pt x="0" y="0"/>
                  </a:lnTo>
                  <a:lnTo>
                    <a:pt x="0" y="815420"/>
                  </a:lnTo>
                  <a:lnTo>
                    <a:pt x="94803" y="815420"/>
                  </a:lnTo>
                  <a:lnTo>
                    <a:pt x="94803" y="0"/>
                  </a:lnTo>
                  <a:close/>
                </a:path>
              </a:pathLst>
            </a:custGeom>
            <a:solidFill>
              <a:srgbClr val="9293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637899" y="10488057"/>
              <a:ext cx="95250" cy="31115"/>
            </a:xfrm>
            <a:custGeom>
              <a:avLst/>
              <a:gdLst/>
              <a:ahLst/>
              <a:cxnLst/>
              <a:rect l="l" t="t" r="r" b="b"/>
              <a:pathLst>
                <a:path w="95250" h="31115">
                  <a:moveTo>
                    <a:pt x="94803" y="0"/>
                  </a:moveTo>
                  <a:lnTo>
                    <a:pt x="0" y="0"/>
                  </a:lnTo>
                  <a:lnTo>
                    <a:pt x="0" y="30616"/>
                  </a:lnTo>
                  <a:lnTo>
                    <a:pt x="94803" y="30616"/>
                  </a:lnTo>
                  <a:lnTo>
                    <a:pt x="94803" y="0"/>
                  </a:lnTo>
                  <a:close/>
                </a:path>
              </a:pathLst>
            </a:custGeom>
            <a:solidFill>
              <a:srgbClr val="454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696639" y="9598053"/>
              <a:ext cx="471170" cy="28575"/>
            </a:xfrm>
            <a:custGeom>
              <a:avLst/>
              <a:gdLst/>
              <a:ahLst/>
              <a:cxnLst/>
              <a:rect l="l" t="t" r="r" b="b"/>
              <a:pathLst>
                <a:path w="471169" h="28575">
                  <a:moveTo>
                    <a:pt x="470655" y="0"/>
                  </a:moveTo>
                  <a:lnTo>
                    <a:pt x="0" y="0"/>
                  </a:lnTo>
                  <a:lnTo>
                    <a:pt x="0" y="28072"/>
                  </a:lnTo>
                  <a:lnTo>
                    <a:pt x="470655" y="28072"/>
                  </a:lnTo>
                  <a:lnTo>
                    <a:pt x="470655" y="0"/>
                  </a:lnTo>
                  <a:close/>
                </a:path>
              </a:pathLst>
            </a:custGeom>
            <a:solidFill>
              <a:srgbClr val="9293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868687" y="9383803"/>
              <a:ext cx="425450" cy="242570"/>
            </a:xfrm>
            <a:custGeom>
              <a:avLst/>
              <a:gdLst/>
              <a:ahLst/>
              <a:cxnLst/>
              <a:rect l="l" t="t" r="r" b="b"/>
              <a:pathLst>
                <a:path w="425450" h="242570">
                  <a:moveTo>
                    <a:pt x="425086" y="0"/>
                  </a:moveTo>
                  <a:lnTo>
                    <a:pt x="70332" y="0"/>
                  </a:lnTo>
                  <a:lnTo>
                    <a:pt x="0" y="242327"/>
                  </a:lnTo>
                  <a:lnTo>
                    <a:pt x="354858" y="242327"/>
                  </a:lnTo>
                  <a:lnTo>
                    <a:pt x="425086" y="0"/>
                  </a:lnTo>
                  <a:close/>
                </a:path>
              </a:pathLst>
            </a:custGeom>
            <a:solidFill>
              <a:srgbClr val="B5B7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3976" y="9446106"/>
              <a:ext cx="94540" cy="117650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2562833" y="9598053"/>
              <a:ext cx="471170" cy="28575"/>
            </a:xfrm>
            <a:custGeom>
              <a:avLst/>
              <a:gdLst/>
              <a:ahLst/>
              <a:cxnLst/>
              <a:rect l="l" t="t" r="r" b="b"/>
              <a:pathLst>
                <a:path w="471169" h="28575">
                  <a:moveTo>
                    <a:pt x="470676" y="0"/>
                  </a:moveTo>
                  <a:lnTo>
                    <a:pt x="0" y="0"/>
                  </a:lnTo>
                  <a:lnTo>
                    <a:pt x="0" y="28072"/>
                  </a:lnTo>
                  <a:lnTo>
                    <a:pt x="470676" y="28072"/>
                  </a:lnTo>
                  <a:lnTo>
                    <a:pt x="470676" y="0"/>
                  </a:lnTo>
                  <a:close/>
                </a:path>
              </a:pathLst>
            </a:custGeom>
            <a:solidFill>
              <a:srgbClr val="9293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436303" y="9383803"/>
              <a:ext cx="425450" cy="242570"/>
            </a:xfrm>
            <a:custGeom>
              <a:avLst/>
              <a:gdLst/>
              <a:ahLst/>
              <a:cxnLst/>
              <a:rect l="l" t="t" r="r" b="b"/>
              <a:pathLst>
                <a:path w="425450" h="242570">
                  <a:moveTo>
                    <a:pt x="354837" y="0"/>
                  </a:moveTo>
                  <a:lnTo>
                    <a:pt x="0" y="0"/>
                  </a:lnTo>
                  <a:lnTo>
                    <a:pt x="70280" y="242327"/>
                  </a:lnTo>
                  <a:lnTo>
                    <a:pt x="425055" y="242327"/>
                  </a:lnTo>
                  <a:lnTo>
                    <a:pt x="354837" y="0"/>
                  </a:lnTo>
                  <a:close/>
                </a:path>
              </a:pathLst>
            </a:custGeom>
            <a:solidFill>
              <a:srgbClr val="B5B7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01538" y="9446106"/>
              <a:ext cx="94595" cy="117650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7146" y="9435168"/>
              <a:ext cx="130697" cy="190962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64881" y="9435168"/>
              <a:ext cx="130676" cy="190962"/>
            </a:xfrm>
            <a:prstGeom prst="rect">
              <a:avLst/>
            </a:prstGeom>
          </p:spPr>
        </p:pic>
      </p:grpSp>
      <p:grpSp>
        <p:nvGrpSpPr>
          <p:cNvPr id="59" name="object 59" descr=""/>
          <p:cNvGrpSpPr/>
          <p:nvPr/>
        </p:nvGrpSpPr>
        <p:grpSpPr>
          <a:xfrm>
            <a:off x="5146647" y="4654863"/>
            <a:ext cx="1358900" cy="100965"/>
            <a:chOff x="5146647" y="4654863"/>
            <a:chExt cx="1358900" cy="100965"/>
          </a:xfrm>
        </p:grpSpPr>
        <p:sp>
          <p:nvSpPr>
            <p:cNvPr id="60" name="object 60" descr=""/>
            <p:cNvSpPr/>
            <p:nvPr/>
          </p:nvSpPr>
          <p:spPr>
            <a:xfrm>
              <a:off x="5146649" y="4654863"/>
              <a:ext cx="1358900" cy="61594"/>
            </a:xfrm>
            <a:custGeom>
              <a:avLst/>
              <a:gdLst/>
              <a:ahLst/>
              <a:cxnLst/>
              <a:rect l="l" t="t" r="r" b="b"/>
              <a:pathLst>
                <a:path w="1358900" h="61595">
                  <a:moveTo>
                    <a:pt x="1358691" y="0"/>
                  </a:moveTo>
                  <a:lnTo>
                    <a:pt x="0" y="0"/>
                  </a:lnTo>
                  <a:lnTo>
                    <a:pt x="0" y="61401"/>
                  </a:lnTo>
                  <a:lnTo>
                    <a:pt x="1358691" y="61401"/>
                  </a:lnTo>
                  <a:lnTo>
                    <a:pt x="1358691" y="0"/>
                  </a:lnTo>
                  <a:close/>
                </a:path>
              </a:pathLst>
            </a:custGeom>
            <a:solidFill>
              <a:srgbClr val="454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146647" y="4716264"/>
              <a:ext cx="1358900" cy="39370"/>
            </a:xfrm>
            <a:custGeom>
              <a:avLst/>
              <a:gdLst/>
              <a:ahLst/>
              <a:cxnLst/>
              <a:rect l="l" t="t" r="r" b="b"/>
              <a:pathLst>
                <a:path w="1358900" h="39370">
                  <a:moveTo>
                    <a:pt x="1358691" y="0"/>
                  </a:moveTo>
                  <a:lnTo>
                    <a:pt x="0" y="0"/>
                  </a:lnTo>
                  <a:lnTo>
                    <a:pt x="22449" y="39360"/>
                  </a:lnTo>
                  <a:lnTo>
                    <a:pt x="1336242" y="39360"/>
                  </a:lnTo>
                  <a:lnTo>
                    <a:pt x="1358691" y="0"/>
                  </a:lnTo>
                  <a:close/>
                </a:path>
              </a:pathLst>
            </a:custGeom>
            <a:solidFill>
              <a:srgbClr val="BCBEC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 descr=""/>
          <p:cNvGrpSpPr/>
          <p:nvPr/>
        </p:nvGrpSpPr>
        <p:grpSpPr>
          <a:xfrm>
            <a:off x="5146647" y="4939331"/>
            <a:ext cx="1358900" cy="415290"/>
            <a:chOff x="5146647" y="4939331"/>
            <a:chExt cx="1358900" cy="415290"/>
          </a:xfrm>
        </p:grpSpPr>
        <p:sp>
          <p:nvSpPr>
            <p:cNvPr id="63" name="object 63" descr=""/>
            <p:cNvSpPr/>
            <p:nvPr/>
          </p:nvSpPr>
          <p:spPr>
            <a:xfrm>
              <a:off x="5146649" y="5252363"/>
              <a:ext cx="1358900" cy="61594"/>
            </a:xfrm>
            <a:custGeom>
              <a:avLst/>
              <a:gdLst/>
              <a:ahLst/>
              <a:cxnLst/>
              <a:rect l="l" t="t" r="r" b="b"/>
              <a:pathLst>
                <a:path w="1358900" h="61595">
                  <a:moveTo>
                    <a:pt x="1358691" y="0"/>
                  </a:moveTo>
                  <a:lnTo>
                    <a:pt x="0" y="0"/>
                  </a:lnTo>
                  <a:lnTo>
                    <a:pt x="0" y="61348"/>
                  </a:lnTo>
                  <a:lnTo>
                    <a:pt x="1358691" y="61348"/>
                  </a:lnTo>
                  <a:lnTo>
                    <a:pt x="1358691" y="0"/>
                  </a:lnTo>
                  <a:close/>
                </a:path>
              </a:pathLst>
            </a:custGeom>
            <a:solidFill>
              <a:srgbClr val="454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146647" y="5313703"/>
              <a:ext cx="1358900" cy="41275"/>
            </a:xfrm>
            <a:custGeom>
              <a:avLst/>
              <a:gdLst/>
              <a:ahLst/>
              <a:cxnLst/>
              <a:rect l="l" t="t" r="r" b="b"/>
              <a:pathLst>
                <a:path w="1358900" h="41275">
                  <a:moveTo>
                    <a:pt x="1358691" y="0"/>
                  </a:moveTo>
                  <a:lnTo>
                    <a:pt x="0" y="0"/>
                  </a:lnTo>
                  <a:lnTo>
                    <a:pt x="22449" y="40857"/>
                  </a:lnTo>
                  <a:lnTo>
                    <a:pt x="1336242" y="40857"/>
                  </a:lnTo>
                  <a:lnTo>
                    <a:pt x="1358691" y="0"/>
                  </a:lnTo>
                  <a:close/>
                </a:path>
              </a:pathLst>
            </a:custGeom>
            <a:solidFill>
              <a:srgbClr val="BCBE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16791" y="4939331"/>
              <a:ext cx="231414" cy="312719"/>
            </a:xfrm>
            <a:prstGeom prst="rect">
              <a:avLst/>
            </a:prstGeom>
          </p:spPr>
        </p:pic>
      </p:grpSp>
      <p:graphicFrame>
        <p:nvGraphicFramePr>
          <p:cNvPr id="66" name="object 66" descr=""/>
          <p:cNvGraphicFramePr>
            <a:graphicFrameLocks noGrp="1"/>
          </p:cNvGraphicFramePr>
          <p:nvPr/>
        </p:nvGraphicFramePr>
        <p:xfrm>
          <a:off x="5479644" y="4783142"/>
          <a:ext cx="572770" cy="467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890"/>
                <a:gridCol w="143510"/>
                <a:gridCol w="143509"/>
                <a:gridCol w="135890"/>
              </a:tblGrid>
              <a:tr h="320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C9E5AF"/>
                      </a:solidFill>
                      <a:prstDash val="solid"/>
                    </a:lnL>
                    <a:lnR w="38100">
                      <a:solidFill>
                        <a:srgbClr val="C9E5AF"/>
                      </a:solidFill>
                      <a:prstDash val="solid"/>
                    </a:lnR>
                    <a:solidFill>
                      <a:srgbClr val="16A3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9E5AF"/>
                      </a:solidFill>
                      <a:prstDash val="solid"/>
                    </a:lnL>
                    <a:lnR w="38100">
                      <a:solidFill>
                        <a:srgbClr val="5A5A5A"/>
                      </a:solidFill>
                      <a:prstDash val="solid"/>
                    </a:lnR>
                    <a:solidFill>
                      <a:srgbClr val="2421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5A5A5A"/>
                      </a:solidFill>
                      <a:prstDash val="solid"/>
                    </a:lnL>
                    <a:lnR w="38100">
                      <a:solidFill>
                        <a:srgbClr val="7FC241"/>
                      </a:solidFill>
                      <a:prstDash val="solid"/>
                    </a:lnR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7FC241"/>
                      </a:solidFill>
                      <a:prstDash val="solid"/>
                    </a:lnL>
                    <a:lnR w="19050">
                      <a:solidFill>
                        <a:srgbClr val="BCCFA0"/>
                      </a:solidFill>
                      <a:prstDash val="solid"/>
                    </a:lnR>
                    <a:solidFill>
                      <a:srgbClr val="699129"/>
                    </a:solidFill>
                  </a:tcPr>
                </a:tc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C9E5AF"/>
                      </a:solidFill>
                      <a:prstDash val="solid"/>
                    </a:lnL>
                    <a:lnR w="38100">
                      <a:solidFill>
                        <a:srgbClr val="C9E5A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9E5AF"/>
                      </a:solidFill>
                      <a:prstDash val="solid"/>
                    </a:lnL>
                    <a:lnR w="38100">
                      <a:solidFill>
                        <a:srgbClr val="5A5A5A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5A5A5A"/>
                      </a:solidFill>
                      <a:prstDash val="solid"/>
                    </a:lnL>
                    <a:lnR w="38100">
                      <a:solidFill>
                        <a:srgbClr val="7FC24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7FC241"/>
                      </a:solidFill>
                      <a:prstDash val="solid"/>
                    </a:lnL>
                    <a:lnR w="19050">
                      <a:solidFill>
                        <a:srgbClr val="BCCFA0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pic>
        <p:nvPicPr>
          <p:cNvPr id="67" name="object 6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09097" y="5104242"/>
            <a:ext cx="143157" cy="147807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65949" y="5104242"/>
            <a:ext cx="143147" cy="147807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622792" y="5104242"/>
            <a:ext cx="143157" cy="147807"/>
          </a:xfrm>
          <a:prstGeom prst="rect">
            <a:avLst/>
          </a:prstGeom>
        </p:spPr>
      </p:pic>
      <p:pic>
        <p:nvPicPr>
          <p:cNvPr id="70" name="object 70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479644" y="5104242"/>
            <a:ext cx="143147" cy="147807"/>
          </a:xfrm>
          <a:prstGeom prst="rect">
            <a:avLst/>
          </a:prstGeom>
        </p:spPr>
      </p:pic>
      <p:grpSp>
        <p:nvGrpSpPr>
          <p:cNvPr id="71" name="object 71" descr=""/>
          <p:cNvGrpSpPr/>
          <p:nvPr/>
        </p:nvGrpSpPr>
        <p:grpSpPr>
          <a:xfrm>
            <a:off x="5236280" y="4360328"/>
            <a:ext cx="604520" cy="294640"/>
            <a:chOff x="5236280" y="4360328"/>
            <a:chExt cx="604520" cy="294640"/>
          </a:xfrm>
        </p:grpSpPr>
        <p:sp>
          <p:nvSpPr>
            <p:cNvPr id="72" name="object 72" descr=""/>
            <p:cNvSpPr/>
            <p:nvPr/>
          </p:nvSpPr>
          <p:spPr>
            <a:xfrm>
              <a:off x="5266394" y="4418577"/>
              <a:ext cx="544195" cy="236854"/>
            </a:xfrm>
            <a:custGeom>
              <a:avLst/>
              <a:gdLst/>
              <a:ahLst/>
              <a:cxnLst/>
              <a:rect l="l" t="t" r="r" b="b"/>
              <a:pathLst>
                <a:path w="544195" h="236854">
                  <a:moveTo>
                    <a:pt x="543711" y="0"/>
                  </a:moveTo>
                  <a:lnTo>
                    <a:pt x="0" y="0"/>
                  </a:lnTo>
                  <a:lnTo>
                    <a:pt x="0" y="236285"/>
                  </a:lnTo>
                  <a:lnTo>
                    <a:pt x="543711" y="236285"/>
                  </a:lnTo>
                  <a:lnTo>
                    <a:pt x="543711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266394" y="4418577"/>
              <a:ext cx="544195" cy="37465"/>
            </a:xfrm>
            <a:custGeom>
              <a:avLst/>
              <a:gdLst/>
              <a:ahLst/>
              <a:cxnLst/>
              <a:rect l="l" t="t" r="r" b="b"/>
              <a:pathLst>
                <a:path w="544195" h="37464">
                  <a:moveTo>
                    <a:pt x="543711" y="0"/>
                  </a:moveTo>
                  <a:lnTo>
                    <a:pt x="0" y="0"/>
                  </a:lnTo>
                  <a:lnTo>
                    <a:pt x="0" y="37286"/>
                  </a:lnTo>
                  <a:lnTo>
                    <a:pt x="543711" y="37286"/>
                  </a:lnTo>
                  <a:lnTo>
                    <a:pt x="543711" y="0"/>
                  </a:lnTo>
                  <a:close/>
                </a:path>
              </a:pathLst>
            </a:custGeom>
            <a:solidFill>
              <a:srgbClr val="B5B5B5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5236280" y="4360328"/>
              <a:ext cx="604520" cy="58419"/>
            </a:xfrm>
            <a:custGeom>
              <a:avLst/>
              <a:gdLst/>
              <a:ahLst/>
              <a:cxnLst/>
              <a:rect l="l" t="t" r="r" b="b"/>
              <a:pathLst>
                <a:path w="604520" h="58420">
                  <a:moveTo>
                    <a:pt x="603939" y="0"/>
                  </a:moveTo>
                  <a:lnTo>
                    <a:pt x="0" y="0"/>
                  </a:lnTo>
                  <a:lnTo>
                    <a:pt x="0" y="58249"/>
                  </a:lnTo>
                  <a:lnTo>
                    <a:pt x="603939" y="58249"/>
                  </a:lnTo>
                  <a:lnTo>
                    <a:pt x="603939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5468943" y="4478439"/>
              <a:ext cx="139065" cy="46990"/>
            </a:xfrm>
            <a:custGeom>
              <a:avLst/>
              <a:gdLst/>
              <a:ahLst/>
              <a:cxnLst/>
              <a:rect l="l" t="t" r="r" b="b"/>
              <a:pathLst>
                <a:path w="139064" h="46989">
                  <a:moveTo>
                    <a:pt x="138613" y="0"/>
                  </a:moveTo>
                  <a:lnTo>
                    <a:pt x="0" y="0"/>
                  </a:lnTo>
                  <a:lnTo>
                    <a:pt x="0" y="46742"/>
                  </a:lnTo>
                  <a:lnTo>
                    <a:pt x="138613" y="46742"/>
                  </a:lnTo>
                  <a:lnTo>
                    <a:pt x="138613" y="0"/>
                  </a:lnTo>
                  <a:close/>
                </a:path>
              </a:pathLst>
            </a:custGeom>
            <a:solidFill>
              <a:srgbClr val="64646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/>
          <p:nvPr/>
        </p:nvSpPr>
        <p:spPr>
          <a:xfrm>
            <a:off x="3076584" y="4911487"/>
            <a:ext cx="150495" cy="511175"/>
          </a:xfrm>
          <a:custGeom>
            <a:avLst/>
            <a:gdLst/>
            <a:ahLst/>
            <a:cxnLst/>
            <a:rect l="l" t="t" r="r" b="b"/>
            <a:pathLst>
              <a:path w="150494" h="511175">
                <a:moveTo>
                  <a:pt x="149995" y="0"/>
                </a:moveTo>
                <a:lnTo>
                  <a:pt x="103630" y="0"/>
                </a:lnTo>
                <a:lnTo>
                  <a:pt x="0" y="510727"/>
                </a:lnTo>
                <a:lnTo>
                  <a:pt x="15716" y="510727"/>
                </a:lnTo>
                <a:lnTo>
                  <a:pt x="149995" y="0"/>
                </a:lnTo>
                <a:close/>
              </a:path>
            </a:pathLst>
          </a:custGeom>
          <a:solidFill>
            <a:srgbClr val="45454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7" name="object 77" descr=""/>
          <p:cNvGrpSpPr/>
          <p:nvPr/>
        </p:nvGrpSpPr>
        <p:grpSpPr>
          <a:xfrm>
            <a:off x="3006600" y="4306881"/>
            <a:ext cx="1458595" cy="1115695"/>
            <a:chOff x="3006600" y="4306881"/>
            <a:chExt cx="1458595" cy="1115695"/>
          </a:xfrm>
        </p:grpSpPr>
        <p:sp>
          <p:nvSpPr>
            <p:cNvPr id="78" name="object 78" descr=""/>
            <p:cNvSpPr/>
            <p:nvPr/>
          </p:nvSpPr>
          <p:spPr>
            <a:xfrm>
              <a:off x="3445867" y="4911486"/>
              <a:ext cx="150495" cy="511175"/>
            </a:xfrm>
            <a:custGeom>
              <a:avLst/>
              <a:gdLst/>
              <a:ahLst/>
              <a:cxnLst/>
              <a:rect l="l" t="t" r="r" b="b"/>
              <a:pathLst>
                <a:path w="150495" h="511175">
                  <a:moveTo>
                    <a:pt x="42469" y="0"/>
                  </a:moveTo>
                  <a:lnTo>
                    <a:pt x="0" y="0"/>
                  </a:lnTo>
                  <a:lnTo>
                    <a:pt x="134299" y="510727"/>
                  </a:lnTo>
                  <a:lnTo>
                    <a:pt x="150079" y="510727"/>
                  </a:lnTo>
                  <a:lnTo>
                    <a:pt x="42469" y="0"/>
                  </a:lnTo>
                  <a:close/>
                </a:path>
              </a:pathLst>
            </a:custGeom>
            <a:solidFill>
              <a:srgbClr val="454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3006600" y="4306881"/>
              <a:ext cx="577215" cy="621030"/>
            </a:xfrm>
            <a:custGeom>
              <a:avLst/>
              <a:gdLst/>
              <a:ahLst/>
              <a:cxnLst/>
              <a:rect l="l" t="t" r="r" b="b"/>
              <a:pathLst>
                <a:path w="577214" h="621029">
                  <a:moveTo>
                    <a:pt x="0" y="0"/>
                  </a:moveTo>
                  <a:lnTo>
                    <a:pt x="21451" y="196716"/>
                  </a:lnTo>
                  <a:lnTo>
                    <a:pt x="34180" y="310946"/>
                  </a:lnTo>
                  <a:lnTo>
                    <a:pt x="43209" y="386478"/>
                  </a:lnTo>
                  <a:lnTo>
                    <a:pt x="59941" y="517244"/>
                  </a:lnTo>
                  <a:lnTo>
                    <a:pt x="69560" y="559604"/>
                  </a:lnTo>
                  <a:lnTo>
                    <a:pt x="124772" y="613261"/>
                  </a:lnTo>
                  <a:lnTo>
                    <a:pt x="183502" y="620693"/>
                  </a:lnTo>
                  <a:lnTo>
                    <a:pt x="529062" y="620693"/>
                  </a:lnTo>
                  <a:lnTo>
                    <a:pt x="554023" y="616360"/>
                  </a:lnTo>
                  <a:lnTo>
                    <a:pt x="568427" y="605121"/>
                  </a:lnTo>
                  <a:lnTo>
                    <a:pt x="575041" y="589616"/>
                  </a:lnTo>
                  <a:lnTo>
                    <a:pt x="576631" y="572485"/>
                  </a:lnTo>
                  <a:lnTo>
                    <a:pt x="353622" y="572485"/>
                  </a:lnTo>
                  <a:lnTo>
                    <a:pt x="316675" y="567801"/>
                  </a:lnTo>
                  <a:lnTo>
                    <a:pt x="286308" y="549353"/>
                  </a:lnTo>
                  <a:lnTo>
                    <a:pt x="262815" y="510548"/>
                  </a:lnTo>
                  <a:lnTo>
                    <a:pt x="246495" y="444792"/>
                  </a:lnTo>
                  <a:lnTo>
                    <a:pt x="239139" y="398759"/>
                  </a:lnTo>
                  <a:lnTo>
                    <a:pt x="215501" y="257343"/>
                  </a:lnTo>
                  <a:lnTo>
                    <a:pt x="207632" y="209354"/>
                  </a:lnTo>
                  <a:lnTo>
                    <a:pt x="200036" y="161068"/>
                  </a:lnTo>
                  <a:lnTo>
                    <a:pt x="192873" y="112562"/>
                  </a:lnTo>
                  <a:lnTo>
                    <a:pt x="181005" y="65521"/>
                  </a:lnTo>
                  <a:lnTo>
                    <a:pt x="161144" y="33840"/>
                  </a:lnTo>
                  <a:lnTo>
                    <a:pt x="133201" y="14482"/>
                  </a:lnTo>
                  <a:lnTo>
                    <a:pt x="97088" y="4413"/>
                  </a:lnTo>
                  <a:lnTo>
                    <a:pt x="52717" y="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3445853" y="4451990"/>
              <a:ext cx="1019175" cy="970280"/>
            </a:xfrm>
            <a:custGeom>
              <a:avLst/>
              <a:gdLst/>
              <a:ahLst/>
              <a:cxnLst/>
              <a:rect l="l" t="t" r="r" b="b"/>
              <a:pathLst>
                <a:path w="1019175" h="970279">
                  <a:moveTo>
                    <a:pt x="1018781" y="0"/>
                  </a:moveTo>
                  <a:lnTo>
                    <a:pt x="0" y="0"/>
                  </a:lnTo>
                  <a:lnTo>
                    <a:pt x="0" y="108102"/>
                  </a:lnTo>
                  <a:lnTo>
                    <a:pt x="110324" y="108102"/>
                  </a:lnTo>
                  <a:lnTo>
                    <a:pt x="110324" y="970241"/>
                  </a:lnTo>
                  <a:lnTo>
                    <a:pt x="908481" y="970241"/>
                  </a:lnTo>
                  <a:lnTo>
                    <a:pt x="908481" y="108102"/>
                  </a:lnTo>
                  <a:lnTo>
                    <a:pt x="1018781" y="108102"/>
                  </a:lnTo>
                  <a:lnTo>
                    <a:pt x="1018781" y="0"/>
                  </a:lnTo>
                  <a:close/>
                </a:path>
              </a:pathLst>
            </a:custGeom>
            <a:solidFill>
              <a:srgbClr val="B7B8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3556184" y="4560091"/>
              <a:ext cx="798195" cy="73025"/>
            </a:xfrm>
            <a:custGeom>
              <a:avLst/>
              <a:gdLst/>
              <a:ahLst/>
              <a:cxnLst/>
              <a:rect l="l" t="t" r="r" b="b"/>
              <a:pathLst>
                <a:path w="798195" h="73025">
                  <a:moveTo>
                    <a:pt x="798153" y="0"/>
                  </a:moveTo>
                  <a:lnTo>
                    <a:pt x="0" y="0"/>
                  </a:lnTo>
                  <a:lnTo>
                    <a:pt x="0" y="72793"/>
                  </a:lnTo>
                  <a:lnTo>
                    <a:pt x="798153" y="72793"/>
                  </a:lnTo>
                  <a:lnTo>
                    <a:pt x="798153" y="0"/>
                  </a:lnTo>
                  <a:close/>
                </a:path>
              </a:pathLst>
            </a:custGeom>
            <a:solidFill>
              <a:srgbClr val="C0C1C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 descr=""/>
          <p:cNvSpPr/>
          <p:nvPr/>
        </p:nvSpPr>
        <p:spPr>
          <a:xfrm>
            <a:off x="7338933" y="9864603"/>
            <a:ext cx="475615" cy="518795"/>
          </a:xfrm>
          <a:custGeom>
            <a:avLst/>
            <a:gdLst/>
            <a:ahLst/>
            <a:cxnLst/>
            <a:rect l="l" t="t" r="r" b="b"/>
            <a:pathLst>
              <a:path w="475615" h="518795">
                <a:moveTo>
                  <a:pt x="475032" y="0"/>
                </a:moveTo>
                <a:lnTo>
                  <a:pt x="0" y="0"/>
                </a:lnTo>
                <a:lnTo>
                  <a:pt x="79683" y="518256"/>
                </a:lnTo>
                <a:lnTo>
                  <a:pt x="379349" y="518256"/>
                </a:lnTo>
                <a:lnTo>
                  <a:pt x="475032" y="0"/>
                </a:lnTo>
                <a:close/>
              </a:path>
            </a:pathLst>
          </a:custGeom>
          <a:solidFill>
            <a:srgbClr val="0E3E4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3" name="object 83" descr=""/>
          <p:cNvGrpSpPr/>
          <p:nvPr/>
        </p:nvGrpSpPr>
        <p:grpSpPr>
          <a:xfrm>
            <a:off x="9351959" y="9469405"/>
            <a:ext cx="311785" cy="915035"/>
            <a:chOff x="9351959" y="9469405"/>
            <a:chExt cx="311785" cy="915035"/>
          </a:xfrm>
        </p:grpSpPr>
        <p:sp>
          <p:nvSpPr>
            <p:cNvPr id="84" name="object 84" descr=""/>
            <p:cNvSpPr/>
            <p:nvPr/>
          </p:nvSpPr>
          <p:spPr>
            <a:xfrm>
              <a:off x="9421105" y="10054185"/>
              <a:ext cx="173355" cy="42545"/>
            </a:xfrm>
            <a:custGeom>
              <a:avLst/>
              <a:gdLst/>
              <a:ahLst/>
              <a:cxnLst/>
              <a:rect l="l" t="t" r="r" b="b"/>
              <a:pathLst>
                <a:path w="173354" h="42545">
                  <a:moveTo>
                    <a:pt x="173293" y="0"/>
                  </a:moveTo>
                  <a:lnTo>
                    <a:pt x="0" y="0"/>
                  </a:lnTo>
                  <a:lnTo>
                    <a:pt x="0" y="42134"/>
                  </a:lnTo>
                  <a:lnTo>
                    <a:pt x="173293" y="42134"/>
                  </a:lnTo>
                  <a:lnTo>
                    <a:pt x="173293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9351959" y="9469405"/>
              <a:ext cx="311785" cy="915035"/>
            </a:xfrm>
            <a:custGeom>
              <a:avLst/>
              <a:gdLst/>
              <a:ahLst/>
              <a:cxnLst/>
              <a:rect l="l" t="t" r="r" b="b"/>
              <a:pathLst>
                <a:path w="311784" h="915034">
                  <a:moveTo>
                    <a:pt x="174769" y="0"/>
                  </a:moveTo>
                  <a:lnTo>
                    <a:pt x="136760" y="0"/>
                  </a:lnTo>
                  <a:lnTo>
                    <a:pt x="0" y="914516"/>
                  </a:lnTo>
                  <a:lnTo>
                    <a:pt x="39056" y="914516"/>
                  </a:lnTo>
                  <a:lnTo>
                    <a:pt x="155754" y="119964"/>
                  </a:lnTo>
                  <a:lnTo>
                    <a:pt x="272525" y="914516"/>
                  </a:lnTo>
                  <a:lnTo>
                    <a:pt x="311550" y="914516"/>
                  </a:lnTo>
                  <a:lnTo>
                    <a:pt x="174769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6" name="object 86" descr=""/>
          <p:cNvGrpSpPr/>
          <p:nvPr/>
        </p:nvGrpSpPr>
        <p:grpSpPr>
          <a:xfrm>
            <a:off x="7754063" y="8613685"/>
            <a:ext cx="1942464" cy="1901189"/>
            <a:chOff x="7754063" y="8613685"/>
            <a:chExt cx="1942464" cy="1901189"/>
          </a:xfrm>
        </p:grpSpPr>
        <p:sp>
          <p:nvSpPr>
            <p:cNvPr id="87" name="object 87" descr=""/>
            <p:cNvSpPr/>
            <p:nvPr/>
          </p:nvSpPr>
          <p:spPr>
            <a:xfrm>
              <a:off x="7904659" y="10054185"/>
              <a:ext cx="173355" cy="42545"/>
            </a:xfrm>
            <a:custGeom>
              <a:avLst/>
              <a:gdLst/>
              <a:ahLst/>
              <a:cxnLst/>
              <a:rect l="l" t="t" r="r" b="b"/>
              <a:pathLst>
                <a:path w="173354" h="42545">
                  <a:moveTo>
                    <a:pt x="173303" y="0"/>
                  </a:moveTo>
                  <a:lnTo>
                    <a:pt x="0" y="0"/>
                  </a:lnTo>
                  <a:lnTo>
                    <a:pt x="0" y="42134"/>
                  </a:lnTo>
                  <a:lnTo>
                    <a:pt x="173303" y="42134"/>
                  </a:lnTo>
                  <a:lnTo>
                    <a:pt x="173303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7835520" y="9469405"/>
              <a:ext cx="311785" cy="915035"/>
            </a:xfrm>
            <a:custGeom>
              <a:avLst/>
              <a:gdLst/>
              <a:ahLst/>
              <a:cxnLst/>
              <a:rect l="l" t="t" r="r" b="b"/>
              <a:pathLst>
                <a:path w="311784" h="915034">
                  <a:moveTo>
                    <a:pt x="174769" y="0"/>
                  </a:moveTo>
                  <a:lnTo>
                    <a:pt x="136781" y="0"/>
                  </a:lnTo>
                  <a:lnTo>
                    <a:pt x="0" y="914516"/>
                  </a:lnTo>
                  <a:lnTo>
                    <a:pt x="39056" y="914516"/>
                  </a:lnTo>
                  <a:lnTo>
                    <a:pt x="155775" y="119964"/>
                  </a:lnTo>
                  <a:lnTo>
                    <a:pt x="272504" y="914516"/>
                  </a:lnTo>
                  <a:lnTo>
                    <a:pt x="311498" y="914516"/>
                  </a:lnTo>
                  <a:lnTo>
                    <a:pt x="174769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7780956" y="9411063"/>
              <a:ext cx="1915795" cy="84455"/>
            </a:xfrm>
            <a:custGeom>
              <a:avLst/>
              <a:gdLst/>
              <a:ahLst/>
              <a:cxnLst/>
              <a:rect l="l" t="t" r="r" b="b"/>
              <a:pathLst>
                <a:path w="1915795" h="84454">
                  <a:moveTo>
                    <a:pt x="1915365" y="0"/>
                  </a:moveTo>
                  <a:lnTo>
                    <a:pt x="0" y="0"/>
                  </a:lnTo>
                  <a:lnTo>
                    <a:pt x="0" y="83966"/>
                  </a:lnTo>
                  <a:lnTo>
                    <a:pt x="1915365" y="83966"/>
                  </a:lnTo>
                  <a:lnTo>
                    <a:pt x="1915365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7782214" y="8643629"/>
              <a:ext cx="389255" cy="741045"/>
            </a:xfrm>
            <a:custGeom>
              <a:avLst/>
              <a:gdLst/>
              <a:ahLst/>
              <a:cxnLst/>
              <a:rect l="l" t="t" r="r" b="b"/>
              <a:pathLst>
                <a:path w="389254" h="741045">
                  <a:moveTo>
                    <a:pt x="389087" y="108656"/>
                  </a:moveTo>
                  <a:lnTo>
                    <a:pt x="260704" y="0"/>
                  </a:lnTo>
                  <a:lnTo>
                    <a:pt x="0" y="315938"/>
                  </a:lnTo>
                  <a:lnTo>
                    <a:pt x="285310" y="554559"/>
                  </a:lnTo>
                  <a:lnTo>
                    <a:pt x="284085" y="740584"/>
                  </a:lnTo>
                </a:path>
              </a:pathLst>
            </a:custGeom>
            <a:ln w="38239">
              <a:solidFill>
                <a:srgbClr val="000E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7754061" y="8613691"/>
              <a:ext cx="665480" cy="797560"/>
            </a:xfrm>
            <a:custGeom>
              <a:avLst/>
              <a:gdLst/>
              <a:ahLst/>
              <a:cxnLst/>
              <a:rect l="l" t="t" r="r" b="b"/>
              <a:pathLst>
                <a:path w="665479" h="797559">
                  <a:moveTo>
                    <a:pt x="59905" y="339509"/>
                  </a:moveTo>
                  <a:lnTo>
                    <a:pt x="57556" y="327863"/>
                  </a:lnTo>
                  <a:lnTo>
                    <a:pt x="51142" y="318350"/>
                  </a:lnTo>
                  <a:lnTo>
                    <a:pt x="41617" y="311937"/>
                  </a:lnTo>
                  <a:lnTo>
                    <a:pt x="29959" y="309587"/>
                  </a:lnTo>
                  <a:lnTo>
                    <a:pt x="18300" y="311937"/>
                  </a:lnTo>
                  <a:lnTo>
                    <a:pt x="8788" y="318350"/>
                  </a:lnTo>
                  <a:lnTo>
                    <a:pt x="2349" y="327863"/>
                  </a:lnTo>
                  <a:lnTo>
                    <a:pt x="0" y="339509"/>
                  </a:lnTo>
                  <a:lnTo>
                    <a:pt x="2349" y="351167"/>
                  </a:lnTo>
                  <a:lnTo>
                    <a:pt x="8788" y="360680"/>
                  </a:lnTo>
                  <a:lnTo>
                    <a:pt x="18300" y="367093"/>
                  </a:lnTo>
                  <a:lnTo>
                    <a:pt x="29959" y="369430"/>
                  </a:lnTo>
                  <a:lnTo>
                    <a:pt x="41617" y="367093"/>
                  </a:lnTo>
                  <a:lnTo>
                    <a:pt x="51142" y="360680"/>
                  </a:lnTo>
                  <a:lnTo>
                    <a:pt x="57556" y="351167"/>
                  </a:lnTo>
                  <a:lnTo>
                    <a:pt x="59905" y="339509"/>
                  </a:lnTo>
                  <a:close/>
                </a:path>
                <a:path w="665479" h="797559">
                  <a:moveTo>
                    <a:pt x="318389" y="29946"/>
                  </a:moveTo>
                  <a:lnTo>
                    <a:pt x="316026" y="18262"/>
                  </a:lnTo>
                  <a:lnTo>
                    <a:pt x="309600" y="8750"/>
                  </a:lnTo>
                  <a:lnTo>
                    <a:pt x="300075" y="2349"/>
                  </a:lnTo>
                  <a:lnTo>
                    <a:pt x="288417" y="0"/>
                  </a:lnTo>
                  <a:lnTo>
                    <a:pt x="276758" y="2349"/>
                  </a:lnTo>
                  <a:lnTo>
                    <a:pt x="267233" y="8750"/>
                  </a:lnTo>
                  <a:lnTo>
                    <a:pt x="260819" y="18262"/>
                  </a:lnTo>
                  <a:lnTo>
                    <a:pt x="258470" y="29946"/>
                  </a:lnTo>
                  <a:lnTo>
                    <a:pt x="260819" y="41567"/>
                  </a:lnTo>
                  <a:lnTo>
                    <a:pt x="267233" y="51066"/>
                  </a:lnTo>
                  <a:lnTo>
                    <a:pt x="276758" y="57480"/>
                  </a:lnTo>
                  <a:lnTo>
                    <a:pt x="288417" y="59842"/>
                  </a:lnTo>
                  <a:lnTo>
                    <a:pt x="300075" y="57480"/>
                  </a:lnTo>
                  <a:lnTo>
                    <a:pt x="309600" y="51066"/>
                  </a:lnTo>
                  <a:lnTo>
                    <a:pt x="316026" y="41567"/>
                  </a:lnTo>
                  <a:lnTo>
                    <a:pt x="318389" y="29946"/>
                  </a:lnTo>
                  <a:close/>
                </a:path>
                <a:path w="665479" h="797559">
                  <a:moveTo>
                    <a:pt x="337439" y="588162"/>
                  </a:moveTo>
                  <a:lnTo>
                    <a:pt x="335089" y="576529"/>
                  </a:lnTo>
                  <a:lnTo>
                    <a:pt x="328676" y="567029"/>
                  </a:lnTo>
                  <a:lnTo>
                    <a:pt x="319163" y="560628"/>
                  </a:lnTo>
                  <a:lnTo>
                    <a:pt x="307517" y="558279"/>
                  </a:lnTo>
                  <a:lnTo>
                    <a:pt x="295859" y="560628"/>
                  </a:lnTo>
                  <a:lnTo>
                    <a:pt x="286334" y="567029"/>
                  </a:lnTo>
                  <a:lnTo>
                    <a:pt x="279920" y="576529"/>
                  </a:lnTo>
                  <a:lnTo>
                    <a:pt x="277571" y="588162"/>
                  </a:lnTo>
                  <a:lnTo>
                    <a:pt x="279920" y="599821"/>
                  </a:lnTo>
                  <a:lnTo>
                    <a:pt x="286334" y="609346"/>
                  </a:lnTo>
                  <a:lnTo>
                    <a:pt x="295859" y="615784"/>
                  </a:lnTo>
                  <a:lnTo>
                    <a:pt x="307517" y="618134"/>
                  </a:lnTo>
                  <a:lnTo>
                    <a:pt x="319163" y="615784"/>
                  </a:lnTo>
                  <a:lnTo>
                    <a:pt x="328676" y="609346"/>
                  </a:lnTo>
                  <a:lnTo>
                    <a:pt x="335089" y="599821"/>
                  </a:lnTo>
                  <a:lnTo>
                    <a:pt x="337439" y="588162"/>
                  </a:lnTo>
                  <a:close/>
                </a:path>
                <a:path w="665479" h="797559">
                  <a:moveTo>
                    <a:pt x="402272" y="743661"/>
                  </a:moveTo>
                  <a:lnTo>
                    <a:pt x="212763" y="743661"/>
                  </a:lnTo>
                  <a:lnTo>
                    <a:pt x="212763" y="797382"/>
                  </a:lnTo>
                  <a:lnTo>
                    <a:pt x="402272" y="797382"/>
                  </a:lnTo>
                  <a:lnTo>
                    <a:pt x="402272" y="743661"/>
                  </a:lnTo>
                  <a:close/>
                </a:path>
                <a:path w="665479" h="797559">
                  <a:moveTo>
                    <a:pt x="665226" y="224688"/>
                  </a:moveTo>
                  <a:lnTo>
                    <a:pt x="542886" y="110972"/>
                  </a:lnTo>
                  <a:lnTo>
                    <a:pt x="505180" y="87871"/>
                  </a:lnTo>
                  <a:lnTo>
                    <a:pt x="463003" y="81254"/>
                  </a:lnTo>
                  <a:lnTo>
                    <a:pt x="421436" y="90932"/>
                  </a:lnTo>
                  <a:lnTo>
                    <a:pt x="419049" y="92646"/>
                  </a:lnTo>
                  <a:lnTo>
                    <a:pt x="380911" y="57200"/>
                  </a:lnTo>
                  <a:lnTo>
                    <a:pt x="325793" y="116560"/>
                  </a:lnTo>
                  <a:lnTo>
                    <a:pt x="363918" y="151980"/>
                  </a:lnTo>
                  <a:lnTo>
                    <a:pt x="362419" y="154432"/>
                  </a:lnTo>
                  <a:lnTo>
                    <a:pt x="355803" y="196608"/>
                  </a:lnTo>
                  <a:lnTo>
                    <a:pt x="365480" y="238175"/>
                  </a:lnTo>
                  <a:lnTo>
                    <a:pt x="391261" y="274104"/>
                  </a:lnTo>
                  <a:lnTo>
                    <a:pt x="522782" y="384860"/>
                  </a:lnTo>
                  <a:lnTo>
                    <a:pt x="665226" y="224688"/>
                  </a:lnTo>
                  <a:close/>
                </a:path>
              </a:pathLst>
            </a:custGeom>
            <a:solidFill>
              <a:srgbClr val="0E3E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8467893" y="8624478"/>
              <a:ext cx="1050925" cy="577215"/>
            </a:xfrm>
            <a:custGeom>
              <a:avLst/>
              <a:gdLst/>
              <a:ahLst/>
              <a:cxnLst/>
              <a:rect l="l" t="t" r="r" b="b"/>
              <a:pathLst>
                <a:path w="1050925" h="577215">
                  <a:moveTo>
                    <a:pt x="1015969" y="0"/>
                  </a:moveTo>
                  <a:lnTo>
                    <a:pt x="34606" y="0"/>
                  </a:lnTo>
                  <a:lnTo>
                    <a:pt x="21141" y="2711"/>
                  </a:lnTo>
                  <a:lnTo>
                    <a:pt x="10141" y="10110"/>
                  </a:lnTo>
                  <a:lnTo>
                    <a:pt x="2721" y="21093"/>
                  </a:lnTo>
                  <a:lnTo>
                    <a:pt x="0" y="34553"/>
                  </a:lnTo>
                  <a:lnTo>
                    <a:pt x="0" y="542454"/>
                  </a:lnTo>
                  <a:lnTo>
                    <a:pt x="2721" y="555920"/>
                  </a:lnTo>
                  <a:lnTo>
                    <a:pt x="10141" y="566913"/>
                  </a:lnTo>
                  <a:lnTo>
                    <a:pt x="21141" y="574323"/>
                  </a:lnTo>
                  <a:lnTo>
                    <a:pt x="34606" y="577040"/>
                  </a:lnTo>
                  <a:lnTo>
                    <a:pt x="1015969" y="577040"/>
                  </a:lnTo>
                  <a:lnTo>
                    <a:pt x="1029421" y="574323"/>
                  </a:lnTo>
                  <a:lnTo>
                    <a:pt x="1040415" y="566913"/>
                  </a:lnTo>
                  <a:lnTo>
                    <a:pt x="1047833" y="555920"/>
                  </a:lnTo>
                  <a:lnTo>
                    <a:pt x="1050554" y="542454"/>
                  </a:lnTo>
                  <a:lnTo>
                    <a:pt x="1050554" y="34553"/>
                  </a:lnTo>
                  <a:lnTo>
                    <a:pt x="1047833" y="21093"/>
                  </a:lnTo>
                  <a:lnTo>
                    <a:pt x="1040415" y="10110"/>
                  </a:lnTo>
                  <a:lnTo>
                    <a:pt x="1029421" y="2711"/>
                  </a:lnTo>
                  <a:lnTo>
                    <a:pt x="1015969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8467893" y="8624478"/>
              <a:ext cx="1050925" cy="498475"/>
            </a:xfrm>
            <a:custGeom>
              <a:avLst/>
              <a:gdLst/>
              <a:ahLst/>
              <a:cxnLst/>
              <a:rect l="l" t="t" r="r" b="b"/>
              <a:pathLst>
                <a:path w="1050925" h="498475">
                  <a:moveTo>
                    <a:pt x="1015969" y="0"/>
                  </a:moveTo>
                  <a:lnTo>
                    <a:pt x="34606" y="0"/>
                  </a:lnTo>
                  <a:lnTo>
                    <a:pt x="21141" y="2711"/>
                  </a:lnTo>
                  <a:lnTo>
                    <a:pt x="10141" y="10109"/>
                  </a:lnTo>
                  <a:lnTo>
                    <a:pt x="2721" y="21088"/>
                  </a:lnTo>
                  <a:lnTo>
                    <a:pt x="0" y="34543"/>
                  </a:lnTo>
                  <a:lnTo>
                    <a:pt x="0" y="498278"/>
                  </a:lnTo>
                  <a:lnTo>
                    <a:pt x="1050554" y="498278"/>
                  </a:lnTo>
                  <a:lnTo>
                    <a:pt x="1050554" y="34543"/>
                  </a:lnTo>
                  <a:lnTo>
                    <a:pt x="1047833" y="21088"/>
                  </a:lnTo>
                  <a:lnTo>
                    <a:pt x="1040415" y="10109"/>
                  </a:lnTo>
                  <a:lnTo>
                    <a:pt x="1029421" y="2711"/>
                  </a:lnTo>
                  <a:lnTo>
                    <a:pt x="1015969" y="0"/>
                  </a:lnTo>
                  <a:close/>
                </a:path>
              </a:pathLst>
            </a:custGeom>
            <a:solidFill>
              <a:srgbClr val="0E3E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8506536" y="8663348"/>
              <a:ext cx="973455" cy="422909"/>
            </a:xfrm>
            <a:custGeom>
              <a:avLst/>
              <a:gdLst/>
              <a:ahLst/>
              <a:cxnLst/>
              <a:rect l="l" t="t" r="r" b="b"/>
              <a:pathLst>
                <a:path w="973454" h="422909">
                  <a:moveTo>
                    <a:pt x="973264" y="0"/>
                  </a:moveTo>
                  <a:lnTo>
                    <a:pt x="0" y="0"/>
                  </a:lnTo>
                  <a:lnTo>
                    <a:pt x="0" y="94742"/>
                  </a:lnTo>
                  <a:lnTo>
                    <a:pt x="0" y="422567"/>
                  </a:lnTo>
                  <a:lnTo>
                    <a:pt x="973264" y="422567"/>
                  </a:lnTo>
                  <a:lnTo>
                    <a:pt x="973264" y="94742"/>
                  </a:lnTo>
                  <a:lnTo>
                    <a:pt x="973264" y="0"/>
                  </a:lnTo>
                  <a:close/>
                </a:path>
              </a:pathLst>
            </a:custGeom>
            <a:solidFill>
              <a:srgbClr val="707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8757202" y="9201520"/>
              <a:ext cx="441325" cy="163830"/>
            </a:xfrm>
            <a:custGeom>
              <a:avLst/>
              <a:gdLst/>
              <a:ahLst/>
              <a:cxnLst/>
              <a:rect l="l" t="t" r="r" b="b"/>
              <a:pathLst>
                <a:path w="441325" h="163829">
                  <a:moveTo>
                    <a:pt x="308095" y="0"/>
                  </a:moveTo>
                  <a:lnTo>
                    <a:pt x="124006" y="0"/>
                  </a:lnTo>
                  <a:lnTo>
                    <a:pt x="124247" y="38449"/>
                  </a:lnTo>
                  <a:lnTo>
                    <a:pt x="112621" y="83509"/>
                  </a:lnTo>
                  <a:lnTo>
                    <a:pt x="82891" y="117925"/>
                  </a:lnTo>
                  <a:lnTo>
                    <a:pt x="42777" y="143895"/>
                  </a:lnTo>
                  <a:lnTo>
                    <a:pt x="0" y="163618"/>
                  </a:lnTo>
                  <a:lnTo>
                    <a:pt x="440730" y="163618"/>
                  </a:lnTo>
                  <a:lnTo>
                    <a:pt x="396585" y="143589"/>
                  </a:lnTo>
                  <a:lnTo>
                    <a:pt x="353485" y="117108"/>
                  </a:lnTo>
                  <a:lnTo>
                    <a:pt x="320772" y="82591"/>
                  </a:lnTo>
                  <a:lnTo>
                    <a:pt x="307791" y="38449"/>
                  </a:lnTo>
                  <a:lnTo>
                    <a:pt x="308095" y="0"/>
                  </a:lnTo>
                  <a:close/>
                </a:path>
              </a:pathLst>
            </a:custGeom>
            <a:solidFill>
              <a:srgbClr val="D2D3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8757198" y="9365138"/>
              <a:ext cx="441325" cy="46355"/>
            </a:xfrm>
            <a:custGeom>
              <a:avLst/>
              <a:gdLst/>
              <a:ahLst/>
              <a:cxnLst/>
              <a:rect l="l" t="t" r="r" b="b"/>
              <a:pathLst>
                <a:path w="441325" h="46354">
                  <a:moveTo>
                    <a:pt x="440730" y="0"/>
                  </a:moveTo>
                  <a:lnTo>
                    <a:pt x="0" y="0"/>
                  </a:lnTo>
                  <a:lnTo>
                    <a:pt x="0" y="45925"/>
                  </a:lnTo>
                  <a:lnTo>
                    <a:pt x="440730" y="45925"/>
                  </a:lnTo>
                  <a:lnTo>
                    <a:pt x="440730" y="0"/>
                  </a:lnTo>
                  <a:close/>
                </a:path>
              </a:pathLst>
            </a:custGeom>
            <a:solidFill>
              <a:srgbClr val="0E3E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9356395" y="8643631"/>
              <a:ext cx="135255" cy="114935"/>
            </a:xfrm>
            <a:custGeom>
              <a:avLst/>
              <a:gdLst/>
              <a:ahLst/>
              <a:cxnLst/>
              <a:rect l="l" t="t" r="r" b="b"/>
              <a:pathLst>
                <a:path w="135254" h="114934">
                  <a:moveTo>
                    <a:pt x="135095" y="0"/>
                  </a:moveTo>
                  <a:lnTo>
                    <a:pt x="0" y="0"/>
                  </a:lnTo>
                  <a:lnTo>
                    <a:pt x="0" y="114457"/>
                  </a:lnTo>
                  <a:lnTo>
                    <a:pt x="135095" y="114457"/>
                  </a:lnTo>
                  <a:lnTo>
                    <a:pt x="135095" y="0"/>
                  </a:lnTo>
                  <a:close/>
                </a:path>
              </a:pathLst>
            </a:custGeom>
            <a:solidFill>
              <a:srgbClr val="6BC4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9408289" y="8624470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0878" y="0"/>
                  </a:moveTo>
                  <a:lnTo>
                    <a:pt x="0" y="0"/>
                  </a:lnTo>
                  <a:lnTo>
                    <a:pt x="0" y="30658"/>
                  </a:lnTo>
                  <a:lnTo>
                    <a:pt x="30878" y="30658"/>
                  </a:lnTo>
                  <a:lnTo>
                    <a:pt x="30878" y="0"/>
                  </a:lnTo>
                  <a:close/>
                </a:path>
              </a:pathLst>
            </a:custGeom>
            <a:solidFill>
              <a:srgbClr val="FFD2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8977523" y="9958784"/>
              <a:ext cx="189230" cy="556260"/>
            </a:xfrm>
            <a:custGeom>
              <a:avLst/>
              <a:gdLst/>
              <a:ahLst/>
              <a:cxnLst/>
              <a:rect l="l" t="t" r="r" b="b"/>
              <a:pathLst>
                <a:path w="189229" h="556259">
                  <a:moveTo>
                    <a:pt x="25889" y="0"/>
                  </a:moveTo>
                  <a:lnTo>
                    <a:pt x="16724" y="677"/>
                  </a:lnTo>
                  <a:lnTo>
                    <a:pt x="8538" y="4861"/>
                  </a:lnTo>
                  <a:lnTo>
                    <a:pt x="2792" y="11611"/>
                  </a:lnTo>
                  <a:lnTo>
                    <a:pt x="0" y="20022"/>
                  </a:lnTo>
                  <a:lnTo>
                    <a:pt x="672" y="29189"/>
                  </a:lnTo>
                  <a:lnTo>
                    <a:pt x="143914" y="538922"/>
                  </a:lnTo>
                  <a:lnTo>
                    <a:pt x="166175" y="555759"/>
                  </a:lnTo>
                  <a:lnTo>
                    <a:pt x="168248" y="555759"/>
                  </a:lnTo>
                  <a:lnTo>
                    <a:pt x="172447" y="554943"/>
                  </a:lnTo>
                  <a:lnTo>
                    <a:pt x="180632" y="550724"/>
                  </a:lnTo>
                  <a:lnTo>
                    <a:pt x="186374" y="543951"/>
                  </a:lnTo>
                  <a:lnTo>
                    <a:pt x="189158" y="535532"/>
                  </a:lnTo>
                  <a:lnTo>
                    <a:pt x="188467" y="526378"/>
                  </a:lnTo>
                  <a:lnTo>
                    <a:pt x="45226" y="16708"/>
                  </a:lnTo>
                  <a:lnTo>
                    <a:pt x="41055" y="8521"/>
                  </a:lnTo>
                  <a:lnTo>
                    <a:pt x="34304" y="2783"/>
                  </a:lnTo>
                  <a:lnTo>
                    <a:pt x="25889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8888743" y="9958786"/>
              <a:ext cx="164465" cy="467359"/>
            </a:xfrm>
            <a:custGeom>
              <a:avLst/>
              <a:gdLst/>
              <a:ahLst/>
              <a:cxnLst/>
              <a:rect l="l" t="t" r="r" b="b"/>
              <a:pathLst>
                <a:path w="164465" h="467359">
                  <a:moveTo>
                    <a:pt x="25843" y="0"/>
                  </a:moveTo>
                  <a:lnTo>
                    <a:pt x="16716" y="677"/>
                  </a:lnTo>
                  <a:lnTo>
                    <a:pt x="8526" y="4861"/>
                  </a:lnTo>
                  <a:lnTo>
                    <a:pt x="2784" y="11610"/>
                  </a:lnTo>
                  <a:lnTo>
                    <a:pt x="0" y="20018"/>
                  </a:lnTo>
                  <a:lnTo>
                    <a:pt x="686" y="29178"/>
                  </a:lnTo>
                  <a:lnTo>
                    <a:pt x="118912" y="450077"/>
                  </a:lnTo>
                  <a:lnTo>
                    <a:pt x="141205" y="466914"/>
                  </a:lnTo>
                  <a:lnTo>
                    <a:pt x="143278" y="466914"/>
                  </a:lnTo>
                  <a:lnTo>
                    <a:pt x="164167" y="446704"/>
                  </a:lnTo>
                  <a:lnTo>
                    <a:pt x="163497" y="437532"/>
                  </a:lnTo>
                  <a:lnTo>
                    <a:pt x="45166" y="16708"/>
                  </a:lnTo>
                  <a:lnTo>
                    <a:pt x="41005" y="8521"/>
                  </a:lnTo>
                  <a:lnTo>
                    <a:pt x="34251" y="2783"/>
                  </a:lnTo>
                  <a:lnTo>
                    <a:pt x="25843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8310684" y="9958784"/>
              <a:ext cx="189230" cy="556260"/>
            </a:xfrm>
            <a:custGeom>
              <a:avLst/>
              <a:gdLst/>
              <a:ahLst/>
              <a:cxnLst/>
              <a:rect l="l" t="t" r="r" b="b"/>
              <a:pathLst>
                <a:path w="189229" h="556259">
                  <a:moveTo>
                    <a:pt x="163281" y="0"/>
                  </a:moveTo>
                  <a:lnTo>
                    <a:pt x="669" y="526378"/>
                  </a:lnTo>
                  <a:lnTo>
                    <a:pt x="0" y="535532"/>
                  </a:lnTo>
                  <a:lnTo>
                    <a:pt x="2797" y="543951"/>
                  </a:lnTo>
                  <a:lnTo>
                    <a:pt x="8544" y="550724"/>
                  </a:lnTo>
                  <a:lnTo>
                    <a:pt x="16721" y="554943"/>
                  </a:lnTo>
                  <a:lnTo>
                    <a:pt x="20888" y="555759"/>
                  </a:lnTo>
                  <a:lnTo>
                    <a:pt x="22961" y="555759"/>
                  </a:lnTo>
                  <a:lnTo>
                    <a:pt x="188443" y="29189"/>
                  </a:lnTo>
                  <a:lnTo>
                    <a:pt x="189117" y="20022"/>
                  </a:lnTo>
                  <a:lnTo>
                    <a:pt x="186340" y="11611"/>
                  </a:lnTo>
                  <a:lnTo>
                    <a:pt x="180620" y="4861"/>
                  </a:lnTo>
                  <a:lnTo>
                    <a:pt x="172465" y="677"/>
                  </a:lnTo>
                  <a:lnTo>
                    <a:pt x="163281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8424472" y="9958786"/>
              <a:ext cx="164465" cy="467359"/>
            </a:xfrm>
            <a:custGeom>
              <a:avLst/>
              <a:gdLst/>
              <a:ahLst/>
              <a:cxnLst/>
              <a:rect l="l" t="t" r="r" b="b"/>
              <a:pathLst>
                <a:path w="164465" h="467359">
                  <a:moveTo>
                    <a:pt x="138274" y="0"/>
                  </a:moveTo>
                  <a:lnTo>
                    <a:pt x="691" y="437532"/>
                  </a:lnTo>
                  <a:lnTo>
                    <a:pt x="0" y="446704"/>
                  </a:lnTo>
                  <a:lnTo>
                    <a:pt x="2780" y="455125"/>
                  </a:lnTo>
                  <a:lnTo>
                    <a:pt x="8512" y="461883"/>
                  </a:lnTo>
                  <a:lnTo>
                    <a:pt x="16680" y="466066"/>
                  </a:lnTo>
                  <a:lnTo>
                    <a:pt x="18784" y="466673"/>
                  </a:lnTo>
                  <a:lnTo>
                    <a:pt x="20910" y="466914"/>
                  </a:lnTo>
                  <a:lnTo>
                    <a:pt x="22952" y="466914"/>
                  </a:lnTo>
                  <a:lnTo>
                    <a:pt x="163440" y="29178"/>
                  </a:lnTo>
                  <a:lnTo>
                    <a:pt x="164126" y="20018"/>
                  </a:lnTo>
                  <a:lnTo>
                    <a:pt x="161343" y="11610"/>
                  </a:lnTo>
                  <a:lnTo>
                    <a:pt x="155603" y="4861"/>
                  </a:lnTo>
                  <a:lnTo>
                    <a:pt x="147419" y="677"/>
                  </a:lnTo>
                  <a:lnTo>
                    <a:pt x="138274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8359884" y="9283328"/>
              <a:ext cx="759460" cy="788035"/>
            </a:xfrm>
            <a:custGeom>
              <a:avLst/>
              <a:gdLst/>
              <a:ahLst/>
              <a:cxnLst/>
              <a:rect l="l" t="t" r="r" b="b"/>
              <a:pathLst>
                <a:path w="759459" h="788034">
                  <a:moveTo>
                    <a:pt x="649865" y="0"/>
                  </a:moveTo>
                  <a:lnTo>
                    <a:pt x="109211" y="0"/>
                  </a:lnTo>
                  <a:lnTo>
                    <a:pt x="81352" y="5629"/>
                  </a:lnTo>
                  <a:lnTo>
                    <a:pt x="58592" y="20979"/>
                  </a:lnTo>
                  <a:lnTo>
                    <a:pt x="43241" y="43745"/>
                  </a:lnTo>
                  <a:lnTo>
                    <a:pt x="37611" y="71620"/>
                  </a:lnTo>
                  <a:lnTo>
                    <a:pt x="38105" y="79910"/>
                  </a:lnTo>
                  <a:lnTo>
                    <a:pt x="39534" y="87909"/>
                  </a:lnTo>
                  <a:lnTo>
                    <a:pt x="41821" y="95573"/>
                  </a:lnTo>
                  <a:lnTo>
                    <a:pt x="44888" y="102855"/>
                  </a:lnTo>
                  <a:lnTo>
                    <a:pt x="50122" y="129536"/>
                  </a:lnTo>
                  <a:lnTo>
                    <a:pt x="61070" y="202455"/>
                  </a:lnTo>
                  <a:lnTo>
                    <a:pt x="65495" y="246959"/>
                  </a:lnTo>
                  <a:lnTo>
                    <a:pt x="68363" y="295671"/>
                  </a:lnTo>
                  <a:lnTo>
                    <a:pt x="69030" y="347724"/>
                  </a:lnTo>
                  <a:lnTo>
                    <a:pt x="66850" y="402250"/>
                  </a:lnTo>
                  <a:lnTo>
                    <a:pt x="61181" y="458384"/>
                  </a:lnTo>
                  <a:lnTo>
                    <a:pt x="51378" y="515258"/>
                  </a:lnTo>
                  <a:lnTo>
                    <a:pt x="36798" y="572006"/>
                  </a:lnTo>
                  <a:lnTo>
                    <a:pt x="16795" y="627760"/>
                  </a:lnTo>
                  <a:lnTo>
                    <a:pt x="9581" y="636531"/>
                  </a:lnTo>
                  <a:lnTo>
                    <a:pt x="4317" y="645536"/>
                  </a:lnTo>
                  <a:lnTo>
                    <a:pt x="1094" y="654755"/>
                  </a:lnTo>
                  <a:lnTo>
                    <a:pt x="0" y="664168"/>
                  </a:lnTo>
                  <a:lnTo>
                    <a:pt x="6114" y="686371"/>
                  </a:lnTo>
                  <a:lnTo>
                    <a:pt x="51813" y="726515"/>
                  </a:lnTo>
                  <a:lnTo>
                    <a:pt x="89255" y="743756"/>
                  </a:lnTo>
                  <a:lnTo>
                    <a:pt x="134998" y="758646"/>
                  </a:lnTo>
                  <a:lnTo>
                    <a:pt x="187970" y="770835"/>
                  </a:lnTo>
                  <a:lnTo>
                    <a:pt x="247100" y="779974"/>
                  </a:lnTo>
                  <a:lnTo>
                    <a:pt x="311316" y="785713"/>
                  </a:lnTo>
                  <a:lnTo>
                    <a:pt x="379548" y="787703"/>
                  </a:lnTo>
                  <a:lnTo>
                    <a:pt x="447760" y="785713"/>
                  </a:lnTo>
                  <a:lnTo>
                    <a:pt x="511963" y="779974"/>
                  </a:lnTo>
                  <a:lnTo>
                    <a:pt x="571086" y="770835"/>
                  </a:lnTo>
                  <a:lnTo>
                    <a:pt x="624055" y="758646"/>
                  </a:lnTo>
                  <a:lnTo>
                    <a:pt x="669799" y="743756"/>
                  </a:lnTo>
                  <a:lnTo>
                    <a:pt x="707244" y="726515"/>
                  </a:lnTo>
                  <a:lnTo>
                    <a:pt x="752950" y="686371"/>
                  </a:lnTo>
                  <a:lnTo>
                    <a:pt x="759065" y="664168"/>
                  </a:lnTo>
                  <a:lnTo>
                    <a:pt x="757973" y="654755"/>
                  </a:lnTo>
                  <a:lnTo>
                    <a:pt x="754753" y="645536"/>
                  </a:lnTo>
                  <a:lnTo>
                    <a:pt x="749493" y="636531"/>
                  </a:lnTo>
                  <a:lnTo>
                    <a:pt x="742281" y="627760"/>
                  </a:lnTo>
                  <a:lnTo>
                    <a:pt x="722278" y="572006"/>
                  </a:lnTo>
                  <a:lnTo>
                    <a:pt x="707697" y="515258"/>
                  </a:lnTo>
                  <a:lnTo>
                    <a:pt x="697894" y="458384"/>
                  </a:lnTo>
                  <a:lnTo>
                    <a:pt x="692224" y="402250"/>
                  </a:lnTo>
                  <a:lnTo>
                    <a:pt x="690043" y="347724"/>
                  </a:lnTo>
                  <a:lnTo>
                    <a:pt x="690707" y="295671"/>
                  </a:lnTo>
                  <a:lnTo>
                    <a:pt x="693572" y="246959"/>
                  </a:lnTo>
                  <a:lnTo>
                    <a:pt x="697994" y="202455"/>
                  </a:lnTo>
                  <a:lnTo>
                    <a:pt x="703328" y="163025"/>
                  </a:lnTo>
                  <a:lnTo>
                    <a:pt x="714156" y="102855"/>
                  </a:lnTo>
                  <a:lnTo>
                    <a:pt x="717250" y="95573"/>
                  </a:lnTo>
                  <a:lnTo>
                    <a:pt x="719546" y="87909"/>
                  </a:lnTo>
                  <a:lnTo>
                    <a:pt x="720973" y="79910"/>
                  </a:lnTo>
                  <a:lnTo>
                    <a:pt x="721464" y="71620"/>
                  </a:lnTo>
                  <a:lnTo>
                    <a:pt x="715838" y="43745"/>
                  </a:lnTo>
                  <a:lnTo>
                    <a:pt x="700495" y="20979"/>
                  </a:lnTo>
                  <a:lnTo>
                    <a:pt x="677737" y="5629"/>
                  </a:lnTo>
                  <a:lnTo>
                    <a:pt x="649865" y="0"/>
                  </a:lnTo>
                  <a:close/>
                </a:path>
              </a:pathLst>
            </a:custGeom>
            <a:solidFill>
              <a:srgbClr val="FFD27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4" name="object 104" descr=""/>
          <p:cNvGrpSpPr/>
          <p:nvPr/>
        </p:nvGrpSpPr>
        <p:grpSpPr>
          <a:xfrm>
            <a:off x="1869984" y="6148786"/>
            <a:ext cx="499745" cy="996315"/>
            <a:chOff x="1869984" y="6148786"/>
            <a:chExt cx="499745" cy="996315"/>
          </a:xfrm>
        </p:grpSpPr>
        <p:sp>
          <p:nvSpPr>
            <p:cNvPr id="105" name="object 105" descr=""/>
            <p:cNvSpPr/>
            <p:nvPr/>
          </p:nvSpPr>
          <p:spPr>
            <a:xfrm>
              <a:off x="1869984" y="7120422"/>
              <a:ext cx="261620" cy="23495"/>
            </a:xfrm>
            <a:custGeom>
              <a:avLst/>
              <a:gdLst/>
              <a:ahLst/>
              <a:cxnLst/>
              <a:rect l="l" t="t" r="r" b="b"/>
              <a:pathLst>
                <a:path w="261619" h="23495">
                  <a:moveTo>
                    <a:pt x="260997" y="0"/>
                  </a:moveTo>
                  <a:lnTo>
                    <a:pt x="0" y="0"/>
                  </a:lnTo>
                  <a:lnTo>
                    <a:pt x="0" y="23203"/>
                  </a:lnTo>
                  <a:lnTo>
                    <a:pt x="260997" y="23203"/>
                  </a:lnTo>
                  <a:lnTo>
                    <a:pt x="260997" y="0"/>
                  </a:lnTo>
                  <a:close/>
                </a:path>
              </a:pathLst>
            </a:custGeom>
            <a:solidFill>
              <a:srgbClr val="979A9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47783" y="6907603"/>
              <a:ext cx="135001" cy="236118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2229806" y="6148786"/>
              <a:ext cx="53340" cy="765175"/>
            </a:xfrm>
            <a:custGeom>
              <a:avLst/>
              <a:gdLst/>
              <a:ahLst/>
              <a:cxnLst/>
              <a:rect l="l" t="t" r="r" b="b"/>
              <a:pathLst>
                <a:path w="53339" h="765175">
                  <a:moveTo>
                    <a:pt x="52982" y="0"/>
                  </a:moveTo>
                  <a:lnTo>
                    <a:pt x="0" y="0"/>
                  </a:lnTo>
                  <a:lnTo>
                    <a:pt x="0" y="764877"/>
                  </a:lnTo>
                  <a:lnTo>
                    <a:pt x="52982" y="764877"/>
                  </a:lnTo>
                  <a:lnTo>
                    <a:pt x="52982" y="0"/>
                  </a:lnTo>
                  <a:close/>
                </a:path>
              </a:pathLst>
            </a:custGeom>
            <a:solidFill>
              <a:srgbClr val="0E3E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2282789" y="6148787"/>
              <a:ext cx="86995" cy="765175"/>
            </a:xfrm>
            <a:custGeom>
              <a:avLst/>
              <a:gdLst/>
              <a:ahLst/>
              <a:cxnLst/>
              <a:rect l="l" t="t" r="r" b="b"/>
              <a:pathLst>
                <a:path w="86994" h="765175">
                  <a:moveTo>
                    <a:pt x="0" y="0"/>
                  </a:moveTo>
                  <a:lnTo>
                    <a:pt x="0" y="764877"/>
                  </a:lnTo>
                  <a:lnTo>
                    <a:pt x="50122" y="750297"/>
                  </a:lnTo>
                  <a:lnTo>
                    <a:pt x="75861" y="710199"/>
                  </a:lnTo>
                  <a:lnTo>
                    <a:pt x="85344" y="612869"/>
                  </a:lnTo>
                  <a:lnTo>
                    <a:pt x="86698" y="426594"/>
                  </a:lnTo>
                  <a:lnTo>
                    <a:pt x="73152" y="257989"/>
                  </a:lnTo>
                  <a:lnTo>
                    <a:pt x="43349" y="122675"/>
                  </a:lnTo>
                  <a:lnTo>
                    <a:pt x="13546" y="326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961985" y="7111354"/>
              <a:ext cx="150495" cy="33655"/>
            </a:xfrm>
            <a:custGeom>
              <a:avLst/>
              <a:gdLst/>
              <a:ahLst/>
              <a:cxnLst/>
              <a:rect l="l" t="t" r="r" b="b"/>
              <a:pathLst>
                <a:path w="150494" h="33654">
                  <a:moveTo>
                    <a:pt x="112897" y="0"/>
                  </a:moveTo>
                  <a:lnTo>
                    <a:pt x="37569" y="0"/>
                  </a:lnTo>
                  <a:lnTo>
                    <a:pt x="23890" y="2552"/>
                  </a:lnTo>
                  <a:lnTo>
                    <a:pt x="12427" y="9567"/>
                  </a:lnTo>
                  <a:lnTo>
                    <a:pt x="4143" y="20081"/>
                  </a:lnTo>
                  <a:lnTo>
                    <a:pt x="0" y="33129"/>
                  </a:lnTo>
                  <a:lnTo>
                    <a:pt x="150424" y="33129"/>
                  </a:lnTo>
                  <a:lnTo>
                    <a:pt x="146277" y="20081"/>
                  </a:lnTo>
                  <a:lnTo>
                    <a:pt x="137998" y="9567"/>
                  </a:lnTo>
                  <a:lnTo>
                    <a:pt x="126550" y="2552"/>
                  </a:lnTo>
                  <a:lnTo>
                    <a:pt x="112897" y="0"/>
                  </a:lnTo>
                  <a:close/>
                </a:path>
              </a:pathLst>
            </a:custGeom>
            <a:solidFill>
              <a:srgbClr val="D2D3D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0" name="object 110" descr=""/>
          <p:cNvGrpSpPr/>
          <p:nvPr/>
        </p:nvGrpSpPr>
        <p:grpSpPr>
          <a:xfrm>
            <a:off x="5272502" y="6148786"/>
            <a:ext cx="499745" cy="996315"/>
            <a:chOff x="5272502" y="6148786"/>
            <a:chExt cx="499745" cy="996315"/>
          </a:xfrm>
        </p:grpSpPr>
        <p:sp>
          <p:nvSpPr>
            <p:cNvPr id="111" name="object 111" descr=""/>
            <p:cNvSpPr/>
            <p:nvPr/>
          </p:nvSpPr>
          <p:spPr>
            <a:xfrm>
              <a:off x="5511004" y="7120422"/>
              <a:ext cx="260985" cy="23495"/>
            </a:xfrm>
            <a:custGeom>
              <a:avLst/>
              <a:gdLst/>
              <a:ahLst/>
              <a:cxnLst/>
              <a:rect l="l" t="t" r="r" b="b"/>
              <a:pathLst>
                <a:path w="260985" h="23495">
                  <a:moveTo>
                    <a:pt x="260986" y="0"/>
                  </a:moveTo>
                  <a:lnTo>
                    <a:pt x="0" y="0"/>
                  </a:lnTo>
                  <a:lnTo>
                    <a:pt x="0" y="23203"/>
                  </a:lnTo>
                  <a:lnTo>
                    <a:pt x="260986" y="23203"/>
                  </a:lnTo>
                  <a:lnTo>
                    <a:pt x="260986" y="0"/>
                  </a:lnTo>
                  <a:close/>
                </a:path>
              </a:pathLst>
            </a:custGeom>
            <a:solidFill>
              <a:srgbClr val="979A9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59197" y="6907603"/>
              <a:ext cx="135105" cy="236118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5359197" y="6148786"/>
              <a:ext cx="53340" cy="765175"/>
            </a:xfrm>
            <a:custGeom>
              <a:avLst/>
              <a:gdLst/>
              <a:ahLst/>
              <a:cxnLst/>
              <a:rect l="l" t="t" r="r" b="b"/>
              <a:pathLst>
                <a:path w="53339" h="765175">
                  <a:moveTo>
                    <a:pt x="52993" y="0"/>
                  </a:moveTo>
                  <a:lnTo>
                    <a:pt x="0" y="0"/>
                  </a:lnTo>
                  <a:lnTo>
                    <a:pt x="0" y="764877"/>
                  </a:lnTo>
                  <a:lnTo>
                    <a:pt x="52993" y="764877"/>
                  </a:lnTo>
                  <a:lnTo>
                    <a:pt x="52993" y="0"/>
                  </a:lnTo>
                  <a:close/>
                </a:path>
              </a:pathLst>
            </a:custGeom>
            <a:solidFill>
              <a:srgbClr val="0E3E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5272502" y="6148787"/>
              <a:ext cx="86995" cy="765175"/>
            </a:xfrm>
            <a:custGeom>
              <a:avLst/>
              <a:gdLst/>
              <a:ahLst/>
              <a:cxnLst/>
              <a:rect l="l" t="t" r="r" b="b"/>
              <a:pathLst>
                <a:path w="86995" h="765175">
                  <a:moveTo>
                    <a:pt x="86698" y="0"/>
                  </a:moveTo>
                  <a:lnTo>
                    <a:pt x="73152" y="32672"/>
                  </a:lnTo>
                  <a:lnTo>
                    <a:pt x="43349" y="122675"/>
                  </a:lnTo>
                  <a:lnTo>
                    <a:pt x="13546" y="257989"/>
                  </a:lnTo>
                  <a:lnTo>
                    <a:pt x="0" y="426594"/>
                  </a:lnTo>
                  <a:lnTo>
                    <a:pt x="1354" y="612869"/>
                  </a:lnTo>
                  <a:lnTo>
                    <a:pt x="10837" y="710199"/>
                  </a:lnTo>
                  <a:lnTo>
                    <a:pt x="36576" y="750297"/>
                  </a:lnTo>
                  <a:lnTo>
                    <a:pt x="86698" y="764877"/>
                  </a:lnTo>
                  <a:lnTo>
                    <a:pt x="86698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5529579" y="7111354"/>
              <a:ext cx="150495" cy="33655"/>
            </a:xfrm>
            <a:custGeom>
              <a:avLst/>
              <a:gdLst/>
              <a:ahLst/>
              <a:cxnLst/>
              <a:rect l="l" t="t" r="r" b="b"/>
              <a:pathLst>
                <a:path w="150495" h="33654">
                  <a:moveTo>
                    <a:pt x="112855" y="0"/>
                  </a:moveTo>
                  <a:lnTo>
                    <a:pt x="37569" y="0"/>
                  </a:lnTo>
                  <a:lnTo>
                    <a:pt x="23914" y="2552"/>
                  </a:lnTo>
                  <a:lnTo>
                    <a:pt x="12451" y="9567"/>
                  </a:lnTo>
                  <a:lnTo>
                    <a:pt x="4154" y="20081"/>
                  </a:lnTo>
                  <a:lnTo>
                    <a:pt x="0" y="33129"/>
                  </a:lnTo>
                  <a:lnTo>
                    <a:pt x="150382" y="33129"/>
                  </a:lnTo>
                  <a:lnTo>
                    <a:pt x="146281" y="20081"/>
                  </a:lnTo>
                  <a:lnTo>
                    <a:pt x="138007" y="9567"/>
                  </a:lnTo>
                  <a:lnTo>
                    <a:pt x="126539" y="2552"/>
                  </a:lnTo>
                  <a:lnTo>
                    <a:pt x="112855" y="0"/>
                  </a:lnTo>
                  <a:close/>
                </a:path>
              </a:pathLst>
            </a:custGeom>
            <a:solidFill>
              <a:srgbClr val="D2D3D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6" name="object 116" descr=""/>
          <p:cNvSpPr/>
          <p:nvPr/>
        </p:nvSpPr>
        <p:spPr>
          <a:xfrm>
            <a:off x="1678946" y="7625463"/>
            <a:ext cx="197485" cy="561340"/>
          </a:xfrm>
          <a:custGeom>
            <a:avLst/>
            <a:gdLst/>
            <a:ahLst/>
            <a:cxnLst/>
            <a:rect l="l" t="t" r="r" b="b"/>
            <a:pathLst>
              <a:path w="197485" h="561340">
                <a:moveTo>
                  <a:pt x="31038" y="0"/>
                </a:moveTo>
                <a:lnTo>
                  <a:pt x="20041" y="807"/>
                </a:lnTo>
                <a:lnTo>
                  <a:pt x="10217" y="5831"/>
                </a:lnTo>
                <a:lnTo>
                  <a:pt x="3336" y="13956"/>
                </a:lnTo>
                <a:lnTo>
                  <a:pt x="0" y="24087"/>
                </a:lnTo>
                <a:lnTo>
                  <a:pt x="806" y="35131"/>
                </a:lnTo>
                <a:lnTo>
                  <a:pt x="142875" y="540592"/>
                </a:lnTo>
                <a:lnTo>
                  <a:pt x="169607" y="560832"/>
                </a:lnTo>
                <a:lnTo>
                  <a:pt x="172047" y="560832"/>
                </a:lnTo>
                <a:lnTo>
                  <a:pt x="197163" y="536505"/>
                </a:lnTo>
                <a:lnTo>
                  <a:pt x="196340" y="525503"/>
                </a:lnTo>
                <a:lnTo>
                  <a:pt x="54365" y="19990"/>
                </a:lnTo>
                <a:lnTo>
                  <a:pt x="49305" y="10196"/>
                </a:lnTo>
                <a:lnTo>
                  <a:pt x="41161" y="3331"/>
                </a:lnTo>
                <a:lnTo>
                  <a:pt x="31038" y="0"/>
                </a:lnTo>
                <a:close/>
              </a:path>
            </a:pathLst>
          </a:custGeom>
          <a:solidFill>
            <a:srgbClr val="83858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7" name="object 117" descr=""/>
          <p:cNvGrpSpPr/>
          <p:nvPr/>
        </p:nvGrpSpPr>
        <p:grpSpPr>
          <a:xfrm>
            <a:off x="928719" y="6730103"/>
            <a:ext cx="1084580" cy="1563370"/>
            <a:chOff x="928719" y="6730103"/>
            <a:chExt cx="1084580" cy="1563370"/>
          </a:xfrm>
        </p:grpSpPr>
        <p:sp>
          <p:nvSpPr>
            <p:cNvPr id="118" name="object 118" descr=""/>
            <p:cNvSpPr/>
            <p:nvPr/>
          </p:nvSpPr>
          <p:spPr>
            <a:xfrm>
              <a:off x="1108335" y="7625463"/>
              <a:ext cx="197485" cy="561340"/>
            </a:xfrm>
            <a:custGeom>
              <a:avLst/>
              <a:gdLst/>
              <a:ahLst/>
              <a:cxnLst/>
              <a:rect l="l" t="t" r="r" b="b"/>
              <a:pathLst>
                <a:path w="197484" h="561340">
                  <a:moveTo>
                    <a:pt x="166133" y="0"/>
                  </a:moveTo>
                  <a:lnTo>
                    <a:pt x="836" y="525503"/>
                  </a:lnTo>
                  <a:lnTo>
                    <a:pt x="0" y="536505"/>
                  </a:lnTo>
                  <a:lnTo>
                    <a:pt x="3322" y="546633"/>
                  </a:lnTo>
                  <a:lnTo>
                    <a:pt x="10200" y="554767"/>
                  </a:lnTo>
                  <a:lnTo>
                    <a:pt x="20029" y="559785"/>
                  </a:lnTo>
                  <a:lnTo>
                    <a:pt x="22605" y="560549"/>
                  </a:lnTo>
                  <a:lnTo>
                    <a:pt x="25087" y="560832"/>
                  </a:lnTo>
                  <a:lnTo>
                    <a:pt x="27569" y="560832"/>
                  </a:lnTo>
                  <a:lnTo>
                    <a:pt x="196370" y="35131"/>
                  </a:lnTo>
                  <a:lnTo>
                    <a:pt x="197215" y="24087"/>
                  </a:lnTo>
                  <a:lnTo>
                    <a:pt x="193863" y="13956"/>
                  </a:lnTo>
                  <a:lnTo>
                    <a:pt x="186956" y="5831"/>
                  </a:lnTo>
                  <a:lnTo>
                    <a:pt x="177135" y="807"/>
                  </a:lnTo>
                  <a:lnTo>
                    <a:pt x="166133" y="0"/>
                  </a:lnTo>
                  <a:close/>
                </a:path>
              </a:pathLst>
            </a:custGeom>
            <a:solidFill>
              <a:srgbClr val="8385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928719" y="6730103"/>
              <a:ext cx="966469" cy="951230"/>
            </a:xfrm>
            <a:custGeom>
              <a:avLst/>
              <a:gdLst/>
              <a:ahLst/>
              <a:cxnLst/>
              <a:rect l="l" t="t" r="r" b="b"/>
              <a:pathLst>
                <a:path w="966469" h="951229">
                  <a:moveTo>
                    <a:pt x="32788" y="0"/>
                  </a:moveTo>
                  <a:lnTo>
                    <a:pt x="14533" y="7012"/>
                  </a:lnTo>
                  <a:lnTo>
                    <a:pt x="2325" y="35052"/>
                  </a:lnTo>
                  <a:lnTo>
                    <a:pt x="0" y="88700"/>
                  </a:lnTo>
                  <a:lnTo>
                    <a:pt x="2909" y="135788"/>
                  </a:lnTo>
                  <a:lnTo>
                    <a:pt x="6378" y="185165"/>
                  </a:lnTo>
                  <a:lnTo>
                    <a:pt x="10420" y="236277"/>
                  </a:lnTo>
                  <a:lnTo>
                    <a:pt x="15050" y="288567"/>
                  </a:lnTo>
                  <a:lnTo>
                    <a:pt x="20283" y="341481"/>
                  </a:lnTo>
                  <a:lnTo>
                    <a:pt x="26133" y="394464"/>
                  </a:lnTo>
                  <a:lnTo>
                    <a:pt x="32615" y="446961"/>
                  </a:lnTo>
                  <a:lnTo>
                    <a:pt x="39743" y="498416"/>
                  </a:lnTo>
                  <a:lnTo>
                    <a:pt x="47532" y="548275"/>
                  </a:lnTo>
                  <a:lnTo>
                    <a:pt x="55998" y="595983"/>
                  </a:lnTo>
                  <a:lnTo>
                    <a:pt x="60772" y="624858"/>
                  </a:lnTo>
                  <a:lnTo>
                    <a:pt x="71050" y="691682"/>
                  </a:lnTo>
                  <a:lnTo>
                    <a:pt x="88268" y="764035"/>
                  </a:lnTo>
                  <a:lnTo>
                    <a:pt x="101718" y="799821"/>
                  </a:lnTo>
                  <a:lnTo>
                    <a:pt x="119588" y="834033"/>
                  </a:lnTo>
                  <a:lnTo>
                    <a:pt x="142775" y="865685"/>
                  </a:lnTo>
                  <a:lnTo>
                    <a:pt x="172174" y="893793"/>
                  </a:lnTo>
                  <a:lnTo>
                    <a:pt x="208679" y="917369"/>
                  </a:lnTo>
                  <a:lnTo>
                    <a:pt x="253187" y="935430"/>
                  </a:lnTo>
                  <a:lnTo>
                    <a:pt x="306592" y="946989"/>
                  </a:lnTo>
                  <a:lnTo>
                    <a:pt x="369789" y="951061"/>
                  </a:lnTo>
                  <a:lnTo>
                    <a:pt x="893103" y="951061"/>
                  </a:lnTo>
                  <a:lnTo>
                    <a:pt x="917824" y="947137"/>
                  </a:lnTo>
                  <a:lnTo>
                    <a:pt x="941349" y="936178"/>
                  </a:lnTo>
                  <a:lnTo>
                    <a:pt x="958939" y="919401"/>
                  </a:lnTo>
                  <a:lnTo>
                    <a:pt x="965855" y="898026"/>
                  </a:lnTo>
                  <a:lnTo>
                    <a:pt x="959967" y="878754"/>
                  </a:lnTo>
                  <a:lnTo>
                    <a:pt x="908380" y="840404"/>
                  </a:lnTo>
                  <a:lnTo>
                    <a:pt x="859691" y="822929"/>
                  </a:lnTo>
                  <a:lnTo>
                    <a:pt x="789332" y="804646"/>
                  </a:lnTo>
                  <a:lnTo>
                    <a:pt x="731741" y="793430"/>
                  </a:lnTo>
                  <a:lnTo>
                    <a:pt x="683670" y="787213"/>
                  </a:lnTo>
                  <a:lnTo>
                    <a:pt x="641870" y="783932"/>
                  </a:lnTo>
                  <a:lnTo>
                    <a:pt x="603094" y="781522"/>
                  </a:lnTo>
                  <a:lnTo>
                    <a:pt x="564093" y="777918"/>
                  </a:lnTo>
                  <a:lnTo>
                    <a:pt x="521619" y="771055"/>
                  </a:lnTo>
                  <a:lnTo>
                    <a:pt x="472425" y="758868"/>
                  </a:lnTo>
                  <a:lnTo>
                    <a:pt x="410718" y="734520"/>
                  </a:lnTo>
                  <a:lnTo>
                    <a:pt x="358264" y="698982"/>
                  </a:lnTo>
                  <a:lnTo>
                    <a:pt x="312785" y="650287"/>
                  </a:lnTo>
                  <a:lnTo>
                    <a:pt x="272000" y="586467"/>
                  </a:lnTo>
                  <a:lnTo>
                    <a:pt x="252656" y="548270"/>
                  </a:lnTo>
                  <a:lnTo>
                    <a:pt x="233631" y="505554"/>
                  </a:lnTo>
                  <a:lnTo>
                    <a:pt x="214640" y="458072"/>
                  </a:lnTo>
                  <a:lnTo>
                    <a:pt x="195398" y="405580"/>
                  </a:lnTo>
                  <a:lnTo>
                    <a:pt x="175620" y="347830"/>
                  </a:lnTo>
                  <a:lnTo>
                    <a:pt x="155022" y="284577"/>
                  </a:lnTo>
                  <a:lnTo>
                    <a:pt x="133317" y="215575"/>
                  </a:lnTo>
                  <a:lnTo>
                    <a:pt x="110223" y="140578"/>
                  </a:lnTo>
                  <a:lnTo>
                    <a:pt x="85452" y="59339"/>
                  </a:lnTo>
                  <a:lnTo>
                    <a:pt x="72085" y="30742"/>
                  </a:lnTo>
                  <a:lnTo>
                    <a:pt x="53251" y="9436"/>
                  </a:lnTo>
                  <a:lnTo>
                    <a:pt x="32788" y="0"/>
                  </a:lnTo>
                  <a:close/>
                </a:path>
              </a:pathLst>
            </a:custGeom>
            <a:solidFill>
              <a:srgbClr val="FFDF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971664" y="7625467"/>
              <a:ext cx="1041400" cy="668020"/>
            </a:xfrm>
            <a:custGeom>
              <a:avLst/>
              <a:gdLst/>
              <a:ahLst/>
              <a:cxnLst/>
              <a:rect l="l" t="t" r="r" b="b"/>
              <a:pathLst>
                <a:path w="1041400" h="668020">
                  <a:moveTo>
                    <a:pt x="227177" y="24079"/>
                  </a:moveTo>
                  <a:lnTo>
                    <a:pt x="223824" y="13957"/>
                  </a:lnTo>
                  <a:lnTo>
                    <a:pt x="216928" y="5829"/>
                  </a:lnTo>
                  <a:lnTo>
                    <a:pt x="207111" y="800"/>
                  </a:lnTo>
                  <a:lnTo>
                    <a:pt x="196100" y="0"/>
                  </a:lnTo>
                  <a:lnTo>
                    <a:pt x="185991" y="3327"/>
                  </a:lnTo>
                  <a:lnTo>
                    <a:pt x="177876" y="10198"/>
                  </a:lnTo>
                  <a:lnTo>
                    <a:pt x="172821" y="20002"/>
                  </a:lnTo>
                  <a:lnTo>
                    <a:pt x="774" y="632206"/>
                  </a:lnTo>
                  <a:lnTo>
                    <a:pt x="0" y="643229"/>
                  </a:lnTo>
                  <a:lnTo>
                    <a:pt x="3365" y="653364"/>
                  </a:lnTo>
                  <a:lnTo>
                    <a:pt x="10261" y="661479"/>
                  </a:lnTo>
                  <a:lnTo>
                    <a:pt x="20066" y="666432"/>
                  </a:lnTo>
                  <a:lnTo>
                    <a:pt x="22644" y="667296"/>
                  </a:lnTo>
                  <a:lnTo>
                    <a:pt x="25069" y="667575"/>
                  </a:lnTo>
                  <a:lnTo>
                    <a:pt x="27609" y="667575"/>
                  </a:lnTo>
                  <a:lnTo>
                    <a:pt x="226339" y="35128"/>
                  </a:lnTo>
                  <a:lnTo>
                    <a:pt x="227177" y="24079"/>
                  </a:lnTo>
                  <a:close/>
                </a:path>
                <a:path w="1041400" h="668020">
                  <a:moveTo>
                    <a:pt x="1041082" y="643229"/>
                  </a:moveTo>
                  <a:lnTo>
                    <a:pt x="868248" y="20002"/>
                  </a:lnTo>
                  <a:lnTo>
                    <a:pt x="844994" y="0"/>
                  </a:lnTo>
                  <a:lnTo>
                    <a:pt x="834021" y="800"/>
                  </a:lnTo>
                  <a:lnTo>
                    <a:pt x="824179" y="5829"/>
                  </a:lnTo>
                  <a:lnTo>
                    <a:pt x="817270" y="13957"/>
                  </a:lnTo>
                  <a:lnTo>
                    <a:pt x="813943" y="24079"/>
                  </a:lnTo>
                  <a:lnTo>
                    <a:pt x="814819" y="35128"/>
                  </a:lnTo>
                  <a:lnTo>
                    <a:pt x="986777" y="647293"/>
                  </a:lnTo>
                  <a:lnTo>
                    <a:pt x="1013472" y="667575"/>
                  </a:lnTo>
                  <a:lnTo>
                    <a:pt x="1015987" y="667575"/>
                  </a:lnTo>
                  <a:lnTo>
                    <a:pt x="1041082" y="643229"/>
                  </a:lnTo>
                  <a:close/>
                </a:path>
              </a:pathLst>
            </a:custGeom>
            <a:solidFill>
              <a:srgbClr val="B0B3B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1" name="object 121" descr=""/>
          <p:cNvSpPr/>
          <p:nvPr/>
        </p:nvSpPr>
        <p:spPr>
          <a:xfrm>
            <a:off x="5751352" y="7626778"/>
            <a:ext cx="197485" cy="561340"/>
          </a:xfrm>
          <a:custGeom>
            <a:avLst/>
            <a:gdLst/>
            <a:ahLst/>
            <a:cxnLst/>
            <a:rect l="l" t="t" r="r" b="b"/>
            <a:pathLst>
              <a:path w="197485" h="561340">
                <a:moveTo>
                  <a:pt x="166106" y="0"/>
                </a:moveTo>
                <a:lnTo>
                  <a:pt x="830" y="525524"/>
                </a:lnTo>
                <a:lnTo>
                  <a:pt x="0" y="536512"/>
                </a:lnTo>
                <a:lnTo>
                  <a:pt x="3324" y="546618"/>
                </a:lnTo>
                <a:lnTo>
                  <a:pt x="10200" y="554748"/>
                </a:lnTo>
                <a:lnTo>
                  <a:pt x="20024" y="559805"/>
                </a:lnTo>
                <a:lnTo>
                  <a:pt x="22505" y="560475"/>
                </a:lnTo>
                <a:lnTo>
                  <a:pt x="25081" y="560758"/>
                </a:lnTo>
                <a:lnTo>
                  <a:pt x="27521" y="560758"/>
                </a:lnTo>
                <a:lnTo>
                  <a:pt x="196280" y="35057"/>
                </a:lnTo>
                <a:lnTo>
                  <a:pt x="197157" y="24070"/>
                </a:lnTo>
                <a:lnTo>
                  <a:pt x="193838" y="13974"/>
                </a:lnTo>
                <a:lnTo>
                  <a:pt x="186965" y="5873"/>
                </a:lnTo>
                <a:lnTo>
                  <a:pt x="177181" y="869"/>
                </a:lnTo>
                <a:lnTo>
                  <a:pt x="166106" y="0"/>
                </a:lnTo>
                <a:close/>
              </a:path>
            </a:pathLst>
          </a:custGeom>
          <a:solidFill>
            <a:srgbClr val="83858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2" name="object 122" descr=""/>
          <p:cNvGrpSpPr/>
          <p:nvPr/>
        </p:nvGrpSpPr>
        <p:grpSpPr>
          <a:xfrm>
            <a:off x="5600715" y="6731427"/>
            <a:ext cx="1098550" cy="1563370"/>
            <a:chOff x="5600715" y="6731427"/>
            <a:chExt cx="1098550" cy="1563370"/>
          </a:xfrm>
        </p:grpSpPr>
        <p:sp>
          <p:nvSpPr>
            <p:cNvPr id="123" name="object 123" descr=""/>
            <p:cNvSpPr/>
            <p:nvPr/>
          </p:nvSpPr>
          <p:spPr>
            <a:xfrm>
              <a:off x="6321917" y="7626778"/>
              <a:ext cx="197485" cy="561340"/>
            </a:xfrm>
            <a:custGeom>
              <a:avLst/>
              <a:gdLst/>
              <a:ahLst/>
              <a:cxnLst/>
              <a:rect l="l" t="t" r="r" b="b"/>
              <a:pathLst>
                <a:path w="197484" h="561340">
                  <a:moveTo>
                    <a:pt x="31028" y="0"/>
                  </a:moveTo>
                  <a:lnTo>
                    <a:pt x="20046" y="869"/>
                  </a:lnTo>
                  <a:lnTo>
                    <a:pt x="10233" y="5873"/>
                  </a:lnTo>
                  <a:lnTo>
                    <a:pt x="3347" y="13974"/>
                  </a:lnTo>
                  <a:lnTo>
                    <a:pt x="0" y="24070"/>
                  </a:lnTo>
                  <a:lnTo>
                    <a:pt x="800" y="35057"/>
                  </a:lnTo>
                  <a:lnTo>
                    <a:pt x="142827" y="540612"/>
                  </a:lnTo>
                  <a:lnTo>
                    <a:pt x="169559" y="560758"/>
                  </a:lnTo>
                  <a:lnTo>
                    <a:pt x="172041" y="560758"/>
                  </a:lnTo>
                  <a:lnTo>
                    <a:pt x="197174" y="536512"/>
                  </a:lnTo>
                  <a:lnTo>
                    <a:pt x="196386" y="525524"/>
                  </a:lnTo>
                  <a:lnTo>
                    <a:pt x="54223" y="20115"/>
                  </a:lnTo>
                  <a:lnTo>
                    <a:pt x="49224" y="10248"/>
                  </a:lnTo>
                  <a:lnTo>
                    <a:pt x="41124" y="3334"/>
                  </a:lnTo>
                  <a:lnTo>
                    <a:pt x="31028" y="0"/>
                  </a:lnTo>
                  <a:close/>
                </a:path>
              </a:pathLst>
            </a:custGeom>
            <a:solidFill>
              <a:srgbClr val="8385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5732846" y="6731427"/>
              <a:ext cx="966469" cy="951230"/>
            </a:xfrm>
            <a:custGeom>
              <a:avLst/>
              <a:gdLst/>
              <a:ahLst/>
              <a:cxnLst/>
              <a:rect l="l" t="t" r="r" b="b"/>
              <a:pathLst>
                <a:path w="966470" h="951229">
                  <a:moveTo>
                    <a:pt x="933064" y="0"/>
                  </a:moveTo>
                  <a:lnTo>
                    <a:pt x="912609" y="9422"/>
                  </a:lnTo>
                  <a:lnTo>
                    <a:pt x="893795" y="30704"/>
                  </a:lnTo>
                  <a:lnTo>
                    <a:pt x="880465" y="59266"/>
                  </a:lnTo>
                  <a:lnTo>
                    <a:pt x="855685" y="140519"/>
                  </a:lnTo>
                  <a:lnTo>
                    <a:pt x="832582" y="215529"/>
                  </a:lnTo>
                  <a:lnTo>
                    <a:pt x="810869" y="284544"/>
                  </a:lnTo>
                  <a:lnTo>
                    <a:pt x="790262" y="347808"/>
                  </a:lnTo>
                  <a:lnTo>
                    <a:pt x="770476" y="405569"/>
                  </a:lnTo>
                  <a:lnTo>
                    <a:pt x="751227" y="458070"/>
                  </a:lnTo>
                  <a:lnTo>
                    <a:pt x="732229" y="505560"/>
                  </a:lnTo>
                  <a:lnTo>
                    <a:pt x="713198" y="548283"/>
                  </a:lnTo>
                  <a:lnTo>
                    <a:pt x="693850" y="586485"/>
                  </a:lnTo>
                  <a:lnTo>
                    <a:pt x="673898" y="620413"/>
                  </a:lnTo>
                  <a:lnTo>
                    <a:pt x="631048" y="676429"/>
                  </a:lnTo>
                  <a:lnTo>
                    <a:pt x="582370" y="718298"/>
                  </a:lnTo>
                  <a:lnTo>
                    <a:pt x="525585" y="747986"/>
                  </a:lnTo>
                  <a:lnTo>
                    <a:pt x="444278" y="771033"/>
                  </a:lnTo>
                  <a:lnTo>
                    <a:pt x="401823" y="777870"/>
                  </a:lnTo>
                  <a:lnTo>
                    <a:pt x="362831" y="781456"/>
                  </a:lnTo>
                  <a:lnTo>
                    <a:pt x="324056" y="783858"/>
                  </a:lnTo>
                  <a:lnTo>
                    <a:pt x="282254" y="787142"/>
                  </a:lnTo>
                  <a:lnTo>
                    <a:pt x="234178" y="793374"/>
                  </a:lnTo>
                  <a:lnTo>
                    <a:pt x="176584" y="804621"/>
                  </a:lnTo>
                  <a:lnTo>
                    <a:pt x="106227" y="822950"/>
                  </a:lnTo>
                  <a:lnTo>
                    <a:pt x="57483" y="840423"/>
                  </a:lnTo>
                  <a:lnTo>
                    <a:pt x="5882" y="878766"/>
                  </a:lnTo>
                  <a:lnTo>
                    <a:pt x="0" y="898036"/>
                  </a:lnTo>
                  <a:lnTo>
                    <a:pt x="6903" y="919458"/>
                  </a:lnTo>
                  <a:lnTo>
                    <a:pt x="24469" y="936233"/>
                  </a:lnTo>
                  <a:lnTo>
                    <a:pt x="47977" y="947171"/>
                  </a:lnTo>
                  <a:lnTo>
                    <a:pt x="72709" y="951082"/>
                  </a:lnTo>
                  <a:lnTo>
                    <a:pt x="596128" y="951082"/>
                  </a:lnTo>
                  <a:lnTo>
                    <a:pt x="659303" y="947009"/>
                  </a:lnTo>
                  <a:lnTo>
                    <a:pt x="712690" y="935447"/>
                  </a:lnTo>
                  <a:lnTo>
                    <a:pt x="757182" y="917384"/>
                  </a:lnTo>
                  <a:lnTo>
                    <a:pt x="793675" y="893804"/>
                  </a:lnTo>
                  <a:lnTo>
                    <a:pt x="823065" y="865694"/>
                  </a:lnTo>
                  <a:lnTo>
                    <a:pt x="846246" y="834041"/>
                  </a:lnTo>
                  <a:lnTo>
                    <a:pt x="864113" y="799830"/>
                  </a:lnTo>
                  <a:lnTo>
                    <a:pt x="877563" y="764048"/>
                  </a:lnTo>
                  <a:lnTo>
                    <a:pt x="894787" y="691715"/>
                  </a:lnTo>
                  <a:lnTo>
                    <a:pt x="905081" y="624932"/>
                  </a:lnTo>
                  <a:lnTo>
                    <a:pt x="909867" y="596087"/>
                  </a:lnTo>
                  <a:lnTo>
                    <a:pt x="918322" y="548342"/>
                  </a:lnTo>
                  <a:lnTo>
                    <a:pt x="926111" y="498450"/>
                  </a:lnTo>
                  <a:lnTo>
                    <a:pt x="933245" y="446967"/>
                  </a:lnTo>
                  <a:lnTo>
                    <a:pt x="939737" y="394450"/>
                  </a:lnTo>
                  <a:lnTo>
                    <a:pt x="945598" y="341452"/>
                  </a:lnTo>
                  <a:lnTo>
                    <a:pt x="950840" y="288531"/>
                  </a:lnTo>
                  <a:lnTo>
                    <a:pt x="955476" y="236240"/>
                  </a:lnTo>
                  <a:lnTo>
                    <a:pt x="959518" y="185136"/>
                  </a:lnTo>
                  <a:lnTo>
                    <a:pt x="962977" y="135775"/>
                  </a:lnTo>
                  <a:lnTo>
                    <a:pt x="965865" y="88710"/>
                  </a:lnTo>
                  <a:lnTo>
                    <a:pt x="963534" y="35063"/>
                  </a:lnTo>
                  <a:lnTo>
                    <a:pt x="951319" y="7019"/>
                  </a:lnTo>
                  <a:lnTo>
                    <a:pt x="933064" y="0"/>
                  </a:lnTo>
                  <a:close/>
                </a:path>
              </a:pathLst>
            </a:custGeom>
            <a:solidFill>
              <a:srgbClr val="86C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5614657" y="7626787"/>
              <a:ext cx="1041400" cy="668020"/>
            </a:xfrm>
            <a:custGeom>
              <a:avLst/>
              <a:gdLst/>
              <a:ahLst/>
              <a:cxnLst/>
              <a:rect l="l" t="t" r="r" b="b"/>
              <a:pathLst>
                <a:path w="1041400" h="668020">
                  <a:moveTo>
                    <a:pt x="227152" y="24066"/>
                  </a:moveTo>
                  <a:lnTo>
                    <a:pt x="223837" y="13970"/>
                  </a:lnTo>
                  <a:lnTo>
                    <a:pt x="216954" y="5867"/>
                  </a:lnTo>
                  <a:lnTo>
                    <a:pt x="207124" y="876"/>
                  </a:lnTo>
                  <a:lnTo>
                    <a:pt x="196088" y="0"/>
                  </a:lnTo>
                  <a:lnTo>
                    <a:pt x="185966" y="3327"/>
                  </a:lnTo>
                  <a:lnTo>
                    <a:pt x="177850" y="10236"/>
                  </a:lnTo>
                  <a:lnTo>
                    <a:pt x="172859" y="20104"/>
                  </a:lnTo>
                  <a:lnTo>
                    <a:pt x="838" y="632269"/>
                  </a:lnTo>
                  <a:lnTo>
                    <a:pt x="0" y="643255"/>
                  </a:lnTo>
                  <a:lnTo>
                    <a:pt x="3340" y="653351"/>
                  </a:lnTo>
                  <a:lnTo>
                    <a:pt x="10223" y="661454"/>
                  </a:lnTo>
                  <a:lnTo>
                    <a:pt x="20027" y="666457"/>
                  </a:lnTo>
                  <a:lnTo>
                    <a:pt x="22618" y="667207"/>
                  </a:lnTo>
                  <a:lnTo>
                    <a:pt x="25107" y="667499"/>
                  </a:lnTo>
                  <a:lnTo>
                    <a:pt x="27533" y="667499"/>
                  </a:lnTo>
                  <a:lnTo>
                    <a:pt x="226263" y="35052"/>
                  </a:lnTo>
                  <a:lnTo>
                    <a:pt x="227152" y="24066"/>
                  </a:lnTo>
                  <a:close/>
                </a:path>
                <a:path w="1041400" h="668020">
                  <a:moveTo>
                    <a:pt x="1041082" y="643255"/>
                  </a:moveTo>
                  <a:lnTo>
                    <a:pt x="868172" y="20104"/>
                  </a:lnTo>
                  <a:lnTo>
                    <a:pt x="844956" y="0"/>
                  </a:lnTo>
                  <a:lnTo>
                    <a:pt x="833932" y="876"/>
                  </a:lnTo>
                  <a:lnTo>
                    <a:pt x="824153" y="5867"/>
                  </a:lnTo>
                  <a:lnTo>
                    <a:pt x="817257" y="13970"/>
                  </a:lnTo>
                  <a:lnTo>
                    <a:pt x="813904" y="24066"/>
                  </a:lnTo>
                  <a:lnTo>
                    <a:pt x="814755" y="35052"/>
                  </a:lnTo>
                  <a:lnTo>
                    <a:pt x="986701" y="647217"/>
                  </a:lnTo>
                  <a:lnTo>
                    <a:pt x="1013485" y="667499"/>
                  </a:lnTo>
                  <a:lnTo>
                    <a:pt x="1015974" y="667499"/>
                  </a:lnTo>
                  <a:lnTo>
                    <a:pt x="1041082" y="643255"/>
                  </a:lnTo>
                  <a:close/>
                </a:path>
              </a:pathLst>
            </a:custGeom>
            <a:solidFill>
              <a:srgbClr val="B0B3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5678769" y="7853991"/>
              <a:ext cx="196215" cy="54610"/>
            </a:xfrm>
            <a:custGeom>
              <a:avLst/>
              <a:gdLst/>
              <a:ahLst/>
              <a:cxnLst/>
              <a:rect l="l" t="t" r="r" b="b"/>
              <a:pathLst>
                <a:path w="196214" h="54609">
                  <a:moveTo>
                    <a:pt x="196161" y="0"/>
                  </a:moveTo>
                  <a:lnTo>
                    <a:pt x="0" y="0"/>
                  </a:lnTo>
                  <a:lnTo>
                    <a:pt x="0" y="54511"/>
                  </a:lnTo>
                  <a:lnTo>
                    <a:pt x="196161" y="54511"/>
                  </a:lnTo>
                  <a:lnTo>
                    <a:pt x="196161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5600715" y="7219811"/>
              <a:ext cx="353060" cy="1060450"/>
            </a:xfrm>
            <a:custGeom>
              <a:avLst/>
              <a:gdLst/>
              <a:ahLst/>
              <a:cxnLst/>
              <a:rect l="l" t="t" r="r" b="b"/>
              <a:pathLst>
                <a:path w="353060" h="1060450">
                  <a:moveTo>
                    <a:pt x="197690" y="0"/>
                  </a:moveTo>
                  <a:lnTo>
                    <a:pt x="154675" y="0"/>
                  </a:lnTo>
                  <a:lnTo>
                    <a:pt x="0" y="1060103"/>
                  </a:lnTo>
                  <a:lnTo>
                    <a:pt x="44061" y="1060103"/>
                  </a:lnTo>
                  <a:lnTo>
                    <a:pt x="176099" y="154969"/>
                  </a:lnTo>
                  <a:lnTo>
                    <a:pt x="308252" y="1060103"/>
                  </a:lnTo>
                  <a:lnTo>
                    <a:pt x="352502" y="1060103"/>
                  </a:lnTo>
                  <a:lnTo>
                    <a:pt x="197690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8" name="object 128" descr=""/>
          <p:cNvGrpSpPr/>
          <p:nvPr/>
        </p:nvGrpSpPr>
        <p:grpSpPr>
          <a:xfrm>
            <a:off x="1481536" y="7144484"/>
            <a:ext cx="4509135" cy="1136015"/>
            <a:chOff x="1481536" y="7144484"/>
            <a:chExt cx="4509135" cy="1136015"/>
          </a:xfrm>
        </p:grpSpPr>
        <p:sp>
          <p:nvSpPr>
            <p:cNvPr id="129" name="object 129" descr=""/>
            <p:cNvSpPr/>
            <p:nvPr/>
          </p:nvSpPr>
          <p:spPr>
            <a:xfrm>
              <a:off x="1621510" y="7853991"/>
              <a:ext cx="196215" cy="54610"/>
            </a:xfrm>
            <a:custGeom>
              <a:avLst/>
              <a:gdLst/>
              <a:ahLst/>
              <a:cxnLst/>
              <a:rect l="l" t="t" r="r" b="b"/>
              <a:pathLst>
                <a:path w="196214" h="54609">
                  <a:moveTo>
                    <a:pt x="196109" y="0"/>
                  </a:moveTo>
                  <a:lnTo>
                    <a:pt x="0" y="0"/>
                  </a:lnTo>
                  <a:lnTo>
                    <a:pt x="0" y="54511"/>
                  </a:lnTo>
                  <a:lnTo>
                    <a:pt x="196109" y="54511"/>
                  </a:lnTo>
                  <a:lnTo>
                    <a:pt x="196109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543170" y="7219811"/>
              <a:ext cx="353060" cy="1060450"/>
            </a:xfrm>
            <a:custGeom>
              <a:avLst/>
              <a:gdLst/>
              <a:ahLst/>
              <a:cxnLst/>
              <a:rect l="l" t="t" r="r" b="b"/>
              <a:pathLst>
                <a:path w="353060" h="1060450">
                  <a:moveTo>
                    <a:pt x="197784" y="0"/>
                  </a:moveTo>
                  <a:lnTo>
                    <a:pt x="154812" y="0"/>
                  </a:lnTo>
                  <a:lnTo>
                    <a:pt x="0" y="1060103"/>
                  </a:lnTo>
                  <a:lnTo>
                    <a:pt x="44249" y="1060103"/>
                  </a:lnTo>
                  <a:lnTo>
                    <a:pt x="176350" y="154969"/>
                  </a:lnTo>
                  <a:lnTo>
                    <a:pt x="308440" y="1060103"/>
                  </a:lnTo>
                  <a:lnTo>
                    <a:pt x="352596" y="1060103"/>
                  </a:lnTo>
                  <a:lnTo>
                    <a:pt x="197784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481536" y="7144484"/>
              <a:ext cx="4509135" cy="75565"/>
            </a:xfrm>
            <a:custGeom>
              <a:avLst/>
              <a:gdLst/>
              <a:ahLst/>
              <a:cxnLst/>
              <a:rect l="l" t="t" r="r" b="b"/>
              <a:pathLst>
                <a:path w="4509135" h="75565">
                  <a:moveTo>
                    <a:pt x="4508773" y="0"/>
                  </a:moveTo>
                  <a:lnTo>
                    <a:pt x="0" y="0"/>
                  </a:lnTo>
                  <a:lnTo>
                    <a:pt x="0" y="75327"/>
                  </a:lnTo>
                  <a:lnTo>
                    <a:pt x="4508773" y="75327"/>
                  </a:lnTo>
                  <a:lnTo>
                    <a:pt x="4508773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2" name="object 132" descr=""/>
          <p:cNvGrpSpPr/>
          <p:nvPr/>
        </p:nvGrpSpPr>
        <p:grpSpPr>
          <a:xfrm>
            <a:off x="2504351" y="6155181"/>
            <a:ext cx="1172845" cy="989330"/>
            <a:chOff x="2504351" y="6155181"/>
            <a:chExt cx="1172845" cy="989330"/>
          </a:xfrm>
        </p:grpSpPr>
        <p:sp>
          <p:nvSpPr>
            <p:cNvPr id="133" name="object 133" descr=""/>
            <p:cNvSpPr/>
            <p:nvPr/>
          </p:nvSpPr>
          <p:spPr>
            <a:xfrm>
              <a:off x="2504351" y="6155181"/>
              <a:ext cx="1172845" cy="755650"/>
            </a:xfrm>
            <a:custGeom>
              <a:avLst/>
              <a:gdLst/>
              <a:ahLst/>
              <a:cxnLst/>
              <a:rect l="l" t="t" r="r" b="b"/>
              <a:pathLst>
                <a:path w="1172845" h="755650">
                  <a:moveTo>
                    <a:pt x="1133797" y="0"/>
                  </a:moveTo>
                  <a:lnTo>
                    <a:pt x="38522" y="0"/>
                  </a:lnTo>
                  <a:lnTo>
                    <a:pt x="23500" y="3040"/>
                  </a:lnTo>
                  <a:lnTo>
                    <a:pt x="11258" y="11326"/>
                  </a:lnTo>
                  <a:lnTo>
                    <a:pt x="3018" y="23606"/>
                  </a:lnTo>
                  <a:lnTo>
                    <a:pt x="0" y="38627"/>
                  </a:lnTo>
                  <a:lnTo>
                    <a:pt x="0" y="716857"/>
                  </a:lnTo>
                  <a:lnTo>
                    <a:pt x="3018" y="731872"/>
                  </a:lnTo>
                  <a:lnTo>
                    <a:pt x="11258" y="744148"/>
                  </a:lnTo>
                  <a:lnTo>
                    <a:pt x="23500" y="752434"/>
                  </a:lnTo>
                  <a:lnTo>
                    <a:pt x="38522" y="755474"/>
                  </a:lnTo>
                  <a:lnTo>
                    <a:pt x="1133797" y="755474"/>
                  </a:lnTo>
                  <a:lnTo>
                    <a:pt x="1148836" y="752434"/>
                  </a:lnTo>
                  <a:lnTo>
                    <a:pt x="1161113" y="744148"/>
                  </a:lnTo>
                  <a:lnTo>
                    <a:pt x="1169390" y="731872"/>
                  </a:lnTo>
                  <a:lnTo>
                    <a:pt x="1172425" y="716857"/>
                  </a:lnTo>
                  <a:lnTo>
                    <a:pt x="1172425" y="38627"/>
                  </a:lnTo>
                  <a:lnTo>
                    <a:pt x="1169390" y="23606"/>
                  </a:lnTo>
                  <a:lnTo>
                    <a:pt x="1161113" y="11326"/>
                  </a:lnTo>
                  <a:lnTo>
                    <a:pt x="1148836" y="3040"/>
                  </a:lnTo>
                  <a:lnTo>
                    <a:pt x="1133797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2504351" y="6155184"/>
              <a:ext cx="1172845" cy="668020"/>
            </a:xfrm>
            <a:custGeom>
              <a:avLst/>
              <a:gdLst/>
              <a:ahLst/>
              <a:cxnLst/>
              <a:rect l="l" t="t" r="r" b="b"/>
              <a:pathLst>
                <a:path w="1172845" h="668020">
                  <a:moveTo>
                    <a:pt x="1133797" y="0"/>
                  </a:moveTo>
                  <a:lnTo>
                    <a:pt x="38522" y="0"/>
                  </a:lnTo>
                  <a:lnTo>
                    <a:pt x="23500" y="3040"/>
                  </a:lnTo>
                  <a:lnTo>
                    <a:pt x="11258" y="11325"/>
                  </a:lnTo>
                  <a:lnTo>
                    <a:pt x="3018" y="23602"/>
                  </a:lnTo>
                  <a:lnTo>
                    <a:pt x="0" y="38616"/>
                  </a:lnTo>
                  <a:lnTo>
                    <a:pt x="0" y="667539"/>
                  </a:lnTo>
                  <a:lnTo>
                    <a:pt x="1172425" y="667539"/>
                  </a:lnTo>
                  <a:lnTo>
                    <a:pt x="1172425" y="38616"/>
                  </a:lnTo>
                  <a:lnTo>
                    <a:pt x="1169390" y="23602"/>
                  </a:lnTo>
                  <a:lnTo>
                    <a:pt x="1161113" y="11325"/>
                  </a:lnTo>
                  <a:lnTo>
                    <a:pt x="1148836" y="3040"/>
                  </a:lnTo>
                  <a:lnTo>
                    <a:pt x="1133797" y="0"/>
                  </a:lnTo>
                  <a:close/>
                </a:path>
              </a:pathLst>
            </a:custGeom>
            <a:solidFill>
              <a:srgbClr val="0E3E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2547451" y="6198575"/>
              <a:ext cx="1086485" cy="583565"/>
            </a:xfrm>
            <a:custGeom>
              <a:avLst/>
              <a:gdLst/>
              <a:ahLst/>
              <a:cxnLst/>
              <a:rect l="l" t="t" r="r" b="b"/>
              <a:pathLst>
                <a:path w="1086485" h="583565">
                  <a:moveTo>
                    <a:pt x="1086260" y="0"/>
                  </a:moveTo>
                  <a:lnTo>
                    <a:pt x="0" y="0"/>
                  </a:lnTo>
                  <a:lnTo>
                    <a:pt x="0" y="583039"/>
                  </a:lnTo>
                  <a:lnTo>
                    <a:pt x="1086260" y="583039"/>
                  </a:lnTo>
                  <a:lnTo>
                    <a:pt x="1086260" y="0"/>
                  </a:lnTo>
                  <a:close/>
                </a:path>
              </a:pathLst>
            </a:custGeom>
            <a:solidFill>
              <a:srgbClr val="707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2827115" y="6910657"/>
              <a:ext cx="492125" cy="182880"/>
            </a:xfrm>
            <a:custGeom>
              <a:avLst/>
              <a:gdLst/>
              <a:ahLst/>
              <a:cxnLst/>
              <a:rect l="l" t="t" r="r" b="b"/>
              <a:pathLst>
                <a:path w="492125" h="182879">
                  <a:moveTo>
                    <a:pt x="343863" y="0"/>
                  </a:moveTo>
                  <a:lnTo>
                    <a:pt x="138435" y="0"/>
                  </a:lnTo>
                  <a:lnTo>
                    <a:pt x="138728" y="42867"/>
                  </a:lnTo>
                  <a:lnTo>
                    <a:pt x="130239" y="84143"/>
                  </a:lnTo>
                  <a:lnTo>
                    <a:pt x="107712" y="117488"/>
                  </a:lnTo>
                  <a:lnTo>
                    <a:pt x="75556" y="144164"/>
                  </a:lnTo>
                  <a:lnTo>
                    <a:pt x="38182" y="165434"/>
                  </a:lnTo>
                  <a:lnTo>
                    <a:pt x="0" y="182559"/>
                  </a:lnTo>
                  <a:lnTo>
                    <a:pt x="491953" y="182559"/>
                  </a:lnTo>
                  <a:lnTo>
                    <a:pt x="452784" y="165205"/>
                  </a:lnTo>
                  <a:lnTo>
                    <a:pt x="413030" y="143477"/>
                  </a:lnTo>
                  <a:lnTo>
                    <a:pt x="378028" y="116456"/>
                  </a:lnTo>
                  <a:lnTo>
                    <a:pt x="353113" y="83226"/>
                  </a:lnTo>
                  <a:lnTo>
                    <a:pt x="343623" y="42867"/>
                  </a:lnTo>
                  <a:lnTo>
                    <a:pt x="343863" y="0"/>
                  </a:lnTo>
                  <a:close/>
                </a:path>
              </a:pathLst>
            </a:custGeom>
            <a:solidFill>
              <a:srgbClr val="E8E8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2827107" y="7093218"/>
              <a:ext cx="492125" cy="51435"/>
            </a:xfrm>
            <a:custGeom>
              <a:avLst/>
              <a:gdLst/>
              <a:ahLst/>
              <a:cxnLst/>
              <a:rect l="l" t="t" r="r" b="b"/>
              <a:pathLst>
                <a:path w="492125" h="51434">
                  <a:moveTo>
                    <a:pt x="491953" y="0"/>
                  </a:moveTo>
                  <a:lnTo>
                    <a:pt x="0" y="0"/>
                  </a:lnTo>
                  <a:lnTo>
                    <a:pt x="0" y="51265"/>
                  </a:lnTo>
                  <a:lnTo>
                    <a:pt x="491953" y="51265"/>
                  </a:lnTo>
                  <a:lnTo>
                    <a:pt x="491953" y="0"/>
                  </a:lnTo>
                  <a:close/>
                </a:path>
              </a:pathLst>
            </a:custGeom>
            <a:solidFill>
              <a:srgbClr val="D2D3D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8" name="object 138" descr=""/>
          <p:cNvGrpSpPr/>
          <p:nvPr/>
        </p:nvGrpSpPr>
        <p:grpSpPr>
          <a:xfrm>
            <a:off x="4004740" y="6155181"/>
            <a:ext cx="1232535" cy="989330"/>
            <a:chOff x="4004740" y="6155181"/>
            <a:chExt cx="1232535" cy="989330"/>
          </a:xfrm>
        </p:grpSpPr>
        <p:sp>
          <p:nvSpPr>
            <p:cNvPr id="139" name="object 139" descr=""/>
            <p:cNvSpPr/>
            <p:nvPr/>
          </p:nvSpPr>
          <p:spPr>
            <a:xfrm>
              <a:off x="4004740" y="6155181"/>
              <a:ext cx="1172845" cy="755650"/>
            </a:xfrm>
            <a:custGeom>
              <a:avLst/>
              <a:gdLst/>
              <a:ahLst/>
              <a:cxnLst/>
              <a:rect l="l" t="t" r="r" b="b"/>
              <a:pathLst>
                <a:path w="1172844" h="755650">
                  <a:moveTo>
                    <a:pt x="1133860" y="0"/>
                  </a:moveTo>
                  <a:lnTo>
                    <a:pt x="38574" y="0"/>
                  </a:lnTo>
                  <a:lnTo>
                    <a:pt x="23566" y="3040"/>
                  </a:lnTo>
                  <a:lnTo>
                    <a:pt x="11304" y="11326"/>
                  </a:lnTo>
                  <a:lnTo>
                    <a:pt x="3033" y="23606"/>
                  </a:lnTo>
                  <a:lnTo>
                    <a:pt x="0" y="38627"/>
                  </a:lnTo>
                  <a:lnTo>
                    <a:pt x="0" y="716857"/>
                  </a:lnTo>
                  <a:lnTo>
                    <a:pt x="3033" y="731872"/>
                  </a:lnTo>
                  <a:lnTo>
                    <a:pt x="11304" y="744148"/>
                  </a:lnTo>
                  <a:lnTo>
                    <a:pt x="23566" y="752434"/>
                  </a:lnTo>
                  <a:lnTo>
                    <a:pt x="38574" y="755474"/>
                  </a:lnTo>
                  <a:lnTo>
                    <a:pt x="1133860" y="755474"/>
                  </a:lnTo>
                  <a:lnTo>
                    <a:pt x="1148860" y="752434"/>
                  </a:lnTo>
                  <a:lnTo>
                    <a:pt x="1161104" y="744148"/>
                  </a:lnTo>
                  <a:lnTo>
                    <a:pt x="1169357" y="731872"/>
                  </a:lnTo>
                  <a:lnTo>
                    <a:pt x="1172383" y="716857"/>
                  </a:lnTo>
                  <a:lnTo>
                    <a:pt x="1172383" y="38627"/>
                  </a:lnTo>
                  <a:lnTo>
                    <a:pt x="1169357" y="23606"/>
                  </a:lnTo>
                  <a:lnTo>
                    <a:pt x="1161104" y="11326"/>
                  </a:lnTo>
                  <a:lnTo>
                    <a:pt x="1148860" y="3040"/>
                  </a:lnTo>
                  <a:lnTo>
                    <a:pt x="1133860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4004740" y="6183043"/>
              <a:ext cx="1232535" cy="640080"/>
            </a:xfrm>
            <a:custGeom>
              <a:avLst/>
              <a:gdLst/>
              <a:ahLst/>
              <a:cxnLst/>
              <a:rect l="l" t="t" r="r" b="b"/>
              <a:pathLst>
                <a:path w="1232535" h="640079">
                  <a:moveTo>
                    <a:pt x="6215" y="0"/>
                  </a:moveTo>
                  <a:lnTo>
                    <a:pt x="1306" y="2691"/>
                  </a:lnTo>
                  <a:lnTo>
                    <a:pt x="4" y="10729"/>
                  </a:lnTo>
                  <a:lnTo>
                    <a:pt x="0" y="639680"/>
                  </a:lnTo>
                  <a:lnTo>
                    <a:pt x="1172383" y="639680"/>
                  </a:lnTo>
                  <a:lnTo>
                    <a:pt x="1172383" y="238289"/>
                  </a:lnTo>
                  <a:lnTo>
                    <a:pt x="136823" y="238289"/>
                  </a:lnTo>
                  <a:lnTo>
                    <a:pt x="91605" y="140766"/>
                  </a:lnTo>
                  <a:lnTo>
                    <a:pt x="57422" y="73066"/>
                  </a:lnTo>
                  <a:lnTo>
                    <a:pt x="32787" y="30297"/>
                  </a:lnTo>
                  <a:lnTo>
                    <a:pt x="16213" y="7572"/>
                  </a:lnTo>
                  <a:lnTo>
                    <a:pt x="6215" y="0"/>
                  </a:lnTo>
                  <a:close/>
                </a:path>
                <a:path w="1232535" h="640079">
                  <a:moveTo>
                    <a:pt x="1172380" y="10729"/>
                  </a:moveTo>
                  <a:lnTo>
                    <a:pt x="1172383" y="238289"/>
                  </a:lnTo>
                  <a:lnTo>
                    <a:pt x="1232150" y="238289"/>
                  </a:lnTo>
                  <a:lnTo>
                    <a:pt x="1200986" y="127544"/>
                  </a:lnTo>
                  <a:lnTo>
                    <a:pt x="1182432" y="56281"/>
                  </a:lnTo>
                  <a:lnTo>
                    <a:pt x="1173390" y="16735"/>
                  </a:lnTo>
                  <a:lnTo>
                    <a:pt x="1172380" y="10729"/>
                  </a:lnTo>
                  <a:close/>
                </a:path>
                <a:path w="1232535" h="640079">
                  <a:moveTo>
                    <a:pt x="1170766" y="1142"/>
                  </a:moveTo>
                  <a:lnTo>
                    <a:pt x="1172380" y="10729"/>
                  </a:lnTo>
                  <a:lnTo>
                    <a:pt x="1171462" y="1737"/>
                  </a:lnTo>
                  <a:lnTo>
                    <a:pt x="1170766" y="1142"/>
                  </a:lnTo>
                  <a:close/>
                </a:path>
              </a:pathLst>
            </a:custGeom>
            <a:solidFill>
              <a:srgbClr val="0E3E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4047845" y="6198575"/>
              <a:ext cx="1086485" cy="583565"/>
            </a:xfrm>
            <a:custGeom>
              <a:avLst/>
              <a:gdLst/>
              <a:ahLst/>
              <a:cxnLst/>
              <a:rect l="l" t="t" r="r" b="b"/>
              <a:pathLst>
                <a:path w="1086485" h="583565">
                  <a:moveTo>
                    <a:pt x="1086260" y="0"/>
                  </a:moveTo>
                  <a:lnTo>
                    <a:pt x="0" y="0"/>
                  </a:lnTo>
                  <a:lnTo>
                    <a:pt x="0" y="583039"/>
                  </a:lnTo>
                  <a:lnTo>
                    <a:pt x="1086260" y="583039"/>
                  </a:lnTo>
                  <a:lnTo>
                    <a:pt x="1086260" y="0"/>
                  </a:lnTo>
                  <a:close/>
                </a:path>
              </a:pathLst>
            </a:custGeom>
            <a:solidFill>
              <a:srgbClr val="707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4327600" y="6910657"/>
              <a:ext cx="492125" cy="182880"/>
            </a:xfrm>
            <a:custGeom>
              <a:avLst/>
              <a:gdLst/>
              <a:ahLst/>
              <a:cxnLst/>
              <a:rect l="l" t="t" r="r" b="b"/>
              <a:pathLst>
                <a:path w="492125" h="182879">
                  <a:moveTo>
                    <a:pt x="343769" y="0"/>
                  </a:moveTo>
                  <a:lnTo>
                    <a:pt x="138404" y="0"/>
                  </a:lnTo>
                  <a:lnTo>
                    <a:pt x="138686" y="42867"/>
                  </a:lnTo>
                  <a:lnTo>
                    <a:pt x="130199" y="84143"/>
                  </a:lnTo>
                  <a:lnTo>
                    <a:pt x="107676" y="117488"/>
                  </a:lnTo>
                  <a:lnTo>
                    <a:pt x="75528" y="144164"/>
                  </a:lnTo>
                  <a:lnTo>
                    <a:pt x="38166" y="165434"/>
                  </a:lnTo>
                  <a:lnTo>
                    <a:pt x="0" y="182559"/>
                  </a:lnTo>
                  <a:lnTo>
                    <a:pt x="491859" y="182559"/>
                  </a:lnTo>
                  <a:lnTo>
                    <a:pt x="452705" y="165205"/>
                  </a:lnTo>
                  <a:lnTo>
                    <a:pt x="412944" y="143477"/>
                  </a:lnTo>
                  <a:lnTo>
                    <a:pt x="377921" y="116456"/>
                  </a:lnTo>
                  <a:lnTo>
                    <a:pt x="352986" y="83226"/>
                  </a:lnTo>
                  <a:lnTo>
                    <a:pt x="343486" y="42867"/>
                  </a:lnTo>
                  <a:lnTo>
                    <a:pt x="343769" y="0"/>
                  </a:lnTo>
                  <a:close/>
                </a:path>
              </a:pathLst>
            </a:custGeom>
            <a:solidFill>
              <a:srgbClr val="E8E8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4327606" y="7093218"/>
              <a:ext cx="492125" cy="51435"/>
            </a:xfrm>
            <a:custGeom>
              <a:avLst/>
              <a:gdLst/>
              <a:ahLst/>
              <a:cxnLst/>
              <a:rect l="l" t="t" r="r" b="b"/>
              <a:pathLst>
                <a:path w="492125" h="51434">
                  <a:moveTo>
                    <a:pt x="491859" y="0"/>
                  </a:moveTo>
                  <a:lnTo>
                    <a:pt x="0" y="0"/>
                  </a:lnTo>
                  <a:lnTo>
                    <a:pt x="0" y="51265"/>
                  </a:lnTo>
                  <a:lnTo>
                    <a:pt x="491859" y="51265"/>
                  </a:lnTo>
                  <a:lnTo>
                    <a:pt x="491859" y="0"/>
                  </a:lnTo>
                  <a:close/>
                </a:path>
              </a:pathLst>
            </a:custGeom>
            <a:solidFill>
              <a:srgbClr val="D2D3D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4" name="object 144" descr=""/>
          <p:cNvGrpSpPr/>
          <p:nvPr/>
        </p:nvGrpSpPr>
        <p:grpSpPr>
          <a:xfrm>
            <a:off x="4739498" y="7732182"/>
            <a:ext cx="289560" cy="578485"/>
            <a:chOff x="4739498" y="7732182"/>
            <a:chExt cx="289560" cy="578485"/>
          </a:xfrm>
        </p:grpSpPr>
        <p:sp>
          <p:nvSpPr>
            <p:cNvPr id="145" name="object 145" descr=""/>
            <p:cNvSpPr/>
            <p:nvPr/>
          </p:nvSpPr>
          <p:spPr>
            <a:xfrm>
              <a:off x="4831814" y="7732182"/>
              <a:ext cx="196850" cy="578485"/>
            </a:xfrm>
            <a:custGeom>
              <a:avLst/>
              <a:gdLst/>
              <a:ahLst/>
              <a:cxnLst/>
              <a:rect l="l" t="t" r="r" b="b"/>
              <a:pathLst>
                <a:path w="196850" h="578484">
                  <a:moveTo>
                    <a:pt x="26938" y="0"/>
                  </a:moveTo>
                  <a:lnTo>
                    <a:pt x="17394" y="731"/>
                  </a:lnTo>
                  <a:lnTo>
                    <a:pt x="8882" y="5103"/>
                  </a:lnTo>
                  <a:lnTo>
                    <a:pt x="2909" y="12136"/>
                  </a:lnTo>
                  <a:lnTo>
                    <a:pt x="0" y="20877"/>
                  </a:lnTo>
                  <a:lnTo>
                    <a:pt x="682" y="30374"/>
                  </a:lnTo>
                  <a:lnTo>
                    <a:pt x="149672" y="560578"/>
                  </a:lnTo>
                  <a:lnTo>
                    <a:pt x="172824" y="578095"/>
                  </a:lnTo>
                  <a:lnTo>
                    <a:pt x="174928" y="578095"/>
                  </a:lnTo>
                  <a:lnTo>
                    <a:pt x="196733" y="557054"/>
                  </a:lnTo>
                  <a:lnTo>
                    <a:pt x="196027" y="547541"/>
                  </a:lnTo>
                  <a:lnTo>
                    <a:pt x="47037" y="17348"/>
                  </a:lnTo>
                  <a:lnTo>
                    <a:pt x="42700" y="8844"/>
                  </a:lnTo>
                  <a:lnTo>
                    <a:pt x="35686" y="2883"/>
                  </a:lnTo>
                  <a:lnTo>
                    <a:pt x="26938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4739498" y="7732185"/>
              <a:ext cx="170815" cy="485775"/>
            </a:xfrm>
            <a:custGeom>
              <a:avLst/>
              <a:gdLst/>
              <a:ahLst/>
              <a:cxnLst/>
              <a:rect l="l" t="t" r="r" b="b"/>
              <a:pathLst>
                <a:path w="170814" h="485775">
                  <a:moveTo>
                    <a:pt x="26835" y="0"/>
                  </a:moveTo>
                  <a:lnTo>
                    <a:pt x="17326" y="731"/>
                  </a:lnTo>
                  <a:lnTo>
                    <a:pt x="8828" y="5104"/>
                  </a:lnTo>
                  <a:lnTo>
                    <a:pt x="2878" y="12136"/>
                  </a:lnTo>
                  <a:lnTo>
                    <a:pt x="0" y="20877"/>
                  </a:lnTo>
                  <a:lnTo>
                    <a:pt x="719" y="30374"/>
                  </a:lnTo>
                  <a:lnTo>
                    <a:pt x="123689" y="468193"/>
                  </a:lnTo>
                  <a:lnTo>
                    <a:pt x="146799" y="485763"/>
                  </a:lnTo>
                  <a:lnTo>
                    <a:pt x="149039" y="485763"/>
                  </a:lnTo>
                  <a:lnTo>
                    <a:pt x="153385" y="484800"/>
                  </a:lnTo>
                  <a:lnTo>
                    <a:pt x="161853" y="480432"/>
                  </a:lnTo>
                  <a:lnTo>
                    <a:pt x="167795" y="473391"/>
                  </a:lnTo>
                  <a:lnTo>
                    <a:pt x="170686" y="464620"/>
                  </a:lnTo>
                  <a:lnTo>
                    <a:pt x="170002" y="455063"/>
                  </a:lnTo>
                  <a:lnTo>
                    <a:pt x="47021" y="17338"/>
                  </a:lnTo>
                  <a:lnTo>
                    <a:pt x="42642" y="8840"/>
                  </a:lnTo>
                  <a:lnTo>
                    <a:pt x="35594" y="2881"/>
                  </a:lnTo>
                  <a:lnTo>
                    <a:pt x="26835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7" name="object 147" descr=""/>
          <p:cNvGrpSpPr/>
          <p:nvPr/>
        </p:nvGrpSpPr>
        <p:grpSpPr>
          <a:xfrm>
            <a:off x="4138236" y="7032870"/>
            <a:ext cx="840740" cy="1277620"/>
            <a:chOff x="4138236" y="7032870"/>
            <a:chExt cx="840740" cy="1277620"/>
          </a:xfrm>
        </p:grpSpPr>
        <p:sp>
          <p:nvSpPr>
            <p:cNvPr id="148" name="object 148" descr=""/>
            <p:cNvSpPr/>
            <p:nvPr/>
          </p:nvSpPr>
          <p:spPr>
            <a:xfrm>
              <a:off x="4138236" y="7732181"/>
              <a:ext cx="196850" cy="578485"/>
            </a:xfrm>
            <a:custGeom>
              <a:avLst/>
              <a:gdLst/>
              <a:ahLst/>
              <a:cxnLst/>
              <a:rect l="l" t="t" r="r" b="b"/>
              <a:pathLst>
                <a:path w="196850" h="578484">
                  <a:moveTo>
                    <a:pt x="169810" y="0"/>
                  </a:moveTo>
                  <a:lnTo>
                    <a:pt x="746" y="547541"/>
                  </a:lnTo>
                  <a:lnTo>
                    <a:pt x="0" y="557054"/>
                  </a:lnTo>
                  <a:lnTo>
                    <a:pt x="2901" y="565783"/>
                  </a:lnTo>
                  <a:lnTo>
                    <a:pt x="8892" y="572802"/>
                  </a:lnTo>
                  <a:lnTo>
                    <a:pt x="17416" y="577184"/>
                  </a:lnTo>
                  <a:lnTo>
                    <a:pt x="19562" y="577802"/>
                  </a:lnTo>
                  <a:lnTo>
                    <a:pt x="21751" y="578095"/>
                  </a:lnTo>
                  <a:lnTo>
                    <a:pt x="23855" y="578095"/>
                  </a:lnTo>
                  <a:lnTo>
                    <a:pt x="196007" y="30374"/>
                  </a:lnTo>
                  <a:lnTo>
                    <a:pt x="196725" y="20877"/>
                  </a:lnTo>
                  <a:lnTo>
                    <a:pt x="193815" y="12136"/>
                  </a:lnTo>
                  <a:lnTo>
                    <a:pt x="187837" y="5103"/>
                  </a:lnTo>
                  <a:lnTo>
                    <a:pt x="179348" y="731"/>
                  </a:lnTo>
                  <a:lnTo>
                    <a:pt x="169810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4256551" y="7732184"/>
              <a:ext cx="170815" cy="485775"/>
            </a:xfrm>
            <a:custGeom>
              <a:avLst/>
              <a:gdLst/>
              <a:ahLst/>
              <a:cxnLst/>
              <a:rect l="l" t="t" r="r" b="b"/>
              <a:pathLst>
                <a:path w="170814" h="485775">
                  <a:moveTo>
                    <a:pt x="143875" y="0"/>
                  </a:moveTo>
                  <a:lnTo>
                    <a:pt x="735" y="455063"/>
                  </a:lnTo>
                  <a:lnTo>
                    <a:pt x="0" y="464620"/>
                  </a:lnTo>
                  <a:lnTo>
                    <a:pt x="2882" y="473391"/>
                  </a:lnTo>
                  <a:lnTo>
                    <a:pt x="8843" y="480432"/>
                  </a:lnTo>
                  <a:lnTo>
                    <a:pt x="17342" y="484800"/>
                  </a:lnTo>
                  <a:lnTo>
                    <a:pt x="21740" y="485763"/>
                  </a:lnTo>
                  <a:lnTo>
                    <a:pt x="23887" y="485763"/>
                  </a:lnTo>
                  <a:lnTo>
                    <a:pt x="170060" y="30374"/>
                  </a:lnTo>
                  <a:lnTo>
                    <a:pt x="170766" y="20877"/>
                  </a:lnTo>
                  <a:lnTo>
                    <a:pt x="167865" y="12136"/>
                  </a:lnTo>
                  <a:lnTo>
                    <a:pt x="161883" y="5104"/>
                  </a:lnTo>
                  <a:lnTo>
                    <a:pt x="153349" y="731"/>
                  </a:lnTo>
                  <a:lnTo>
                    <a:pt x="143875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4189399" y="7032870"/>
              <a:ext cx="789940" cy="816610"/>
            </a:xfrm>
            <a:custGeom>
              <a:avLst/>
              <a:gdLst/>
              <a:ahLst/>
              <a:cxnLst/>
              <a:rect l="l" t="t" r="r" b="b"/>
              <a:pathLst>
                <a:path w="789939" h="816609">
                  <a:moveTo>
                    <a:pt x="675895" y="0"/>
                  </a:moveTo>
                  <a:lnTo>
                    <a:pt x="113525" y="0"/>
                  </a:lnTo>
                  <a:lnTo>
                    <a:pt x="84583" y="5848"/>
                  </a:lnTo>
                  <a:lnTo>
                    <a:pt x="60941" y="21797"/>
                  </a:lnTo>
                  <a:lnTo>
                    <a:pt x="44998" y="45455"/>
                  </a:lnTo>
                  <a:lnTo>
                    <a:pt x="39150" y="74427"/>
                  </a:lnTo>
                  <a:lnTo>
                    <a:pt x="39657" y="83064"/>
                  </a:lnTo>
                  <a:lnTo>
                    <a:pt x="41129" y="91397"/>
                  </a:lnTo>
                  <a:lnTo>
                    <a:pt x="43497" y="99373"/>
                  </a:lnTo>
                  <a:lnTo>
                    <a:pt x="46689" y="106939"/>
                  </a:lnTo>
                  <a:lnTo>
                    <a:pt x="52134" y="134612"/>
                  </a:lnTo>
                  <a:lnTo>
                    <a:pt x="63523" y="209948"/>
                  </a:lnTo>
                  <a:lnTo>
                    <a:pt x="68128" y="255865"/>
                  </a:lnTo>
                  <a:lnTo>
                    <a:pt x="71112" y="306115"/>
                  </a:lnTo>
                  <a:lnTo>
                    <a:pt x="71807" y="359826"/>
                  </a:lnTo>
                  <a:lnTo>
                    <a:pt x="69541" y="416125"/>
                  </a:lnTo>
                  <a:lnTo>
                    <a:pt x="63645" y="474138"/>
                  </a:lnTo>
                  <a:lnTo>
                    <a:pt x="53449" y="532992"/>
                  </a:lnTo>
                  <a:lnTo>
                    <a:pt x="38283" y="591813"/>
                  </a:lnTo>
                  <a:lnTo>
                    <a:pt x="17475" y="649728"/>
                  </a:lnTo>
                  <a:lnTo>
                    <a:pt x="9952" y="658867"/>
                  </a:lnTo>
                  <a:lnTo>
                    <a:pt x="4477" y="668233"/>
                  </a:lnTo>
                  <a:lnTo>
                    <a:pt x="1132" y="677823"/>
                  </a:lnTo>
                  <a:lnTo>
                    <a:pt x="0" y="687633"/>
                  </a:lnTo>
                  <a:lnTo>
                    <a:pt x="6362" y="710710"/>
                  </a:lnTo>
                  <a:lnTo>
                    <a:pt x="53910" y="752439"/>
                  </a:lnTo>
                  <a:lnTo>
                    <a:pt x="92860" y="770364"/>
                  </a:lnTo>
                  <a:lnTo>
                    <a:pt x="140437" y="785845"/>
                  </a:lnTo>
                  <a:lnTo>
                    <a:pt x="195523" y="798518"/>
                  </a:lnTo>
                  <a:lnTo>
                    <a:pt x="257000" y="808020"/>
                  </a:lnTo>
                  <a:lnTo>
                    <a:pt x="323751" y="813988"/>
                  </a:lnTo>
                  <a:lnTo>
                    <a:pt x="394658" y="816058"/>
                  </a:lnTo>
                  <a:lnTo>
                    <a:pt x="465644" y="813988"/>
                  </a:lnTo>
                  <a:lnTo>
                    <a:pt x="532448" y="808020"/>
                  </a:lnTo>
                  <a:lnTo>
                    <a:pt x="593956" y="798518"/>
                  </a:lnTo>
                  <a:lnTo>
                    <a:pt x="649056" y="785845"/>
                  </a:lnTo>
                  <a:lnTo>
                    <a:pt x="696634" y="770364"/>
                  </a:lnTo>
                  <a:lnTo>
                    <a:pt x="735576" y="752439"/>
                  </a:lnTo>
                  <a:lnTo>
                    <a:pt x="783104" y="710710"/>
                  </a:lnTo>
                  <a:lnTo>
                    <a:pt x="789462" y="687633"/>
                  </a:lnTo>
                  <a:lnTo>
                    <a:pt x="788338" y="677823"/>
                  </a:lnTo>
                  <a:lnTo>
                    <a:pt x="785011" y="668233"/>
                  </a:lnTo>
                  <a:lnTo>
                    <a:pt x="779554" y="658867"/>
                  </a:lnTo>
                  <a:lnTo>
                    <a:pt x="772039" y="649728"/>
                  </a:lnTo>
                  <a:lnTo>
                    <a:pt x="751241" y="591813"/>
                  </a:lnTo>
                  <a:lnTo>
                    <a:pt x="736081" y="532992"/>
                  </a:lnTo>
                  <a:lnTo>
                    <a:pt x="725888" y="474138"/>
                  </a:lnTo>
                  <a:lnTo>
                    <a:pt x="719993" y="416125"/>
                  </a:lnTo>
                  <a:lnTo>
                    <a:pt x="717728" y="359826"/>
                  </a:lnTo>
                  <a:lnTo>
                    <a:pt x="718423" y="306115"/>
                  </a:lnTo>
                  <a:lnTo>
                    <a:pt x="721408" y="255865"/>
                  </a:lnTo>
                  <a:lnTo>
                    <a:pt x="726014" y="209948"/>
                  </a:lnTo>
                  <a:lnTo>
                    <a:pt x="731572" y="169240"/>
                  </a:lnTo>
                  <a:lnTo>
                    <a:pt x="742867" y="106939"/>
                  </a:lnTo>
                  <a:lnTo>
                    <a:pt x="746075" y="99373"/>
                  </a:lnTo>
                  <a:lnTo>
                    <a:pt x="748426" y="91397"/>
                  </a:lnTo>
                  <a:lnTo>
                    <a:pt x="749871" y="83064"/>
                  </a:lnTo>
                  <a:lnTo>
                    <a:pt x="750364" y="74427"/>
                  </a:lnTo>
                  <a:lnTo>
                    <a:pt x="744515" y="45455"/>
                  </a:lnTo>
                  <a:lnTo>
                    <a:pt x="728561" y="21797"/>
                  </a:lnTo>
                  <a:lnTo>
                    <a:pt x="704891" y="5848"/>
                  </a:lnTo>
                  <a:lnTo>
                    <a:pt x="675895" y="0"/>
                  </a:lnTo>
                  <a:close/>
                </a:path>
              </a:pathLst>
            </a:custGeom>
            <a:solidFill>
              <a:srgbClr val="0E3E4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1" name="object 151" descr=""/>
          <p:cNvGrpSpPr/>
          <p:nvPr/>
        </p:nvGrpSpPr>
        <p:grpSpPr>
          <a:xfrm>
            <a:off x="3245819" y="7732182"/>
            <a:ext cx="289560" cy="578485"/>
            <a:chOff x="3245819" y="7732182"/>
            <a:chExt cx="289560" cy="578485"/>
          </a:xfrm>
        </p:grpSpPr>
        <p:sp>
          <p:nvSpPr>
            <p:cNvPr id="152" name="object 152" descr=""/>
            <p:cNvSpPr/>
            <p:nvPr/>
          </p:nvSpPr>
          <p:spPr>
            <a:xfrm>
              <a:off x="3338211" y="7732182"/>
              <a:ext cx="196850" cy="578485"/>
            </a:xfrm>
            <a:custGeom>
              <a:avLst/>
              <a:gdLst/>
              <a:ahLst/>
              <a:cxnLst/>
              <a:rect l="l" t="t" r="r" b="b"/>
              <a:pathLst>
                <a:path w="196850" h="578484">
                  <a:moveTo>
                    <a:pt x="26961" y="0"/>
                  </a:moveTo>
                  <a:lnTo>
                    <a:pt x="17423" y="731"/>
                  </a:lnTo>
                  <a:lnTo>
                    <a:pt x="8871" y="5103"/>
                  </a:lnTo>
                  <a:lnTo>
                    <a:pt x="2891" y="12136"/>
                  </a:lnTo>
                  <a:lnTo>
                    <a:pt x="0" y="20877"/>
                  </a:lnTo>
                  <a:lnTo>
                    <a:pt x="712" y="30374"/>
                  </a:lnTo>
                  <a:lnTo>
                    <a:pt x="149608" y="560578"/>
                  </a:lnTo>
                  <a:lnTo>
                    <a:pt x="172811" y="578095"/>
                  </a:lnTo>
                  <a:lnTo>
                    <a:pt x="174958" y="578095"/>
                  </a:lnTo>
                  <a:lnTo>
                    <a:pt x="196719" y="557054"/>
                  </a:lnTo>
                  <a:lnTo>
                    <a:pt x="196015" y="547541"/>
                  </a:lnTo>
                  <a:lnTo>
                    <a:pt x="47024" y="17348"/>
                  </a:lnTo>
                  <a:lnTo>
                    <a:pt x="42694" y="8844"/>
                  </a:lnTo>
                  <a:lnTo>
                    <a:pt x="35695" y="2883"/>
                  </a:lnTo>
                  <a:lnTo>
                    <a:pt x="26961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3245819" y="7732185"/>
              <a:ext cx="170815" cy="485775"/>
            </a:xfrm>
            <a:custGeom>
              <a:avLst/>
              <a:gdLst/>
              <a:ahLst/>
              <a:cxnLst/>
              <a:rect l="l" t="t" r="r" b="b"/>
              <a:pathLst>
                <a:path w="170814" h="485775">
                  <a:moveTo>
                    <a:pt x="26947" y="0"/>
                  </a:moveTo>
                  <a:lnTo>
                    <a:pt x="17395" y="731"/>
                  </a:lnTo>
                  <a:lnTo>
                    <a:pt x="8861" y="5104"/>
                  </a:lnTo>
                  <a:lnTo>
                    <a:pt x="2885" y="12136"/>
                  </a:lnTo>
                  <a:lnTo>
                    <a:pt x="0" y="20877"/>
                  </a:lnTo>
                  <a:lnTo>
                    <a:pt x="736" y="30374"/>
                  </a:lnTo>
                  <a:lnTo>
                    <a:pt x="123800" y="468193"/>
                  </a:lnTo>
                  <a:lnTo>
                    <a:pt x="146857" y="485763"/>
                  </a:lnTo>
                  <a:lnTo>
                    <a:pt x="149014" y="485763"/>
                  </a:lnTo>
                  <a:lnTo>
                    <a:pt x="153402" y="484800"/>
                  </a:lnTo>
                  <a:lnTo>
                    <a:pt x="161894" y="480432"/>
                  </a:lnTo>
                  <a:lnTo>
                    <a:pt x="167844" y="473391"/>
                  </a:lnTo>
                  <a:lnTo>
                    <a:pt x="170727" y="464620"/>
                  </a:lnTo>
                  <a:lnTo>
                    <a:pt x="170019" y="455063"/>
                  </a:lnTo>
                  <a:lnTo>
                    <a:pt x="47080" y="17338"/>
                  </a:lnTo>
                  <a:lnTo>
                    <a:pt x="42741" y="8840"/>
                  </a:lnTo>
                  <a:lnTo>
                    <a:pt x="35713" y="2881"/>
                  </a:lnTo>
                  <a:lnTo>
                    <a:pt x="26947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4" name="object 154" descr=""/>
          <p:cNvGrpSpPr/>
          <p:nvPr/>
        </p:nvGrpSpPr>
        <p:grpSpPr>
          <a:xfrm>
            <a:off x="2644640" y="7032870"/>
            <a:ext cx="840740" cy="1277620"/>
            <a:chOff x="2644640" y="7032870"/>
            <a:chExt cx="840740" cy="1277620"/>
          </a:xfrm>
        </p:grpSpPr>
        <p:sp>
          <p:nvSpPr>
            <p:cNvPr id="155" name="object 155" descr=""/>
            <p:cNvSpPr/>
            <p:nvPr/>
          </p:nvSpPr>
          <p:spPr>
            <a:xfrm>
              <a:off x="2644640" y="7732181"/>
              <a:ext cx="196850" cy="578485"/>
            </a:xfrm>
            <a:custGeom>
              <a:avLst/>
              <a:gdLst/>
              <a:ahLst/>
              <a:cxnLst/>
              <a:rect l="l" t="t" r="r" b="b"/>
              <a:pathLst>
                <a:path w="196850" h="578484">
                  <a:moveTo>
                    <a:pt x="169798" y="0"/>
                  </a:moveTo>
                  <a:lnTo>
                    <a:pt x="723" y="547541"/>
                  </a:lnTo>
                  <a:lnTo>
                    <a:pt x="0" y="557054"/>
                  </a:lnTo>
                  <a:lnTo>
                    <a:pt x="2901" y="565783"/>
                  </a:lnTo>
                  <a:lnTo>
                    <a:pt x="8880" y="572802"/>
                  </a:lnTo>
                  <a:lnTo>
                    <a:pt x="17392" y="577184"/>
                  </a:lnTo>
                  <a:lnTo>
                    <a:pt x="19486" y="577802"/>
                  </a:lnTo>
                  <a:lnTo>
                    <a:pt x="21780" y="578095"/>
                  </a:lnTo>
                  <a:lnTo>
                    <a:pt x="23884" y="578095"/>
                  </a:lnTo>
                  <a:lnTo>
                    <a:pt x="195984" y="30374"/>
                  </a:lnTo>
                  <a:lnTo>
                    <a:pt x="196691" y="20877"/>
                  </a:lnTo>
                  <a:lnTo>
                    <a:pt x="193795" y="12136"/>
                  </a:lnTo>
                  <a:lnTo>
                    <a:pt x="187829" y="5103"/>
                  </a:lnTo>
                  <a:lnTo>
                    <a:pt x="179325" y="731"/>
                  </a:lnTo>
                  <a:lnTo>
                    <a:pt x="169798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2762958" y="7732184"/>
              <a:ext cx="170815" cy="485775"/>
            </a:xfrm>
            <a:custGeom>
              <a:avLst/>
              <a:gdLst/>
              <a:ahLst/>
              <a:cxnLst/>
              <a:rect l="l" t="t" r="r" b="b"/>
              <a:pathLst>
                <a:path w="170814" h="485775">
                  <a:moveTo>
                    <a:pt x="143844" y="0"/>
                  </a:moveTo>
                  <a:lnTo>
                    <a:pt x="751" y="455063"/>
                  </a:lnTo>
                  <a:lnTo>
                    <a:pt x="0" y="464620"/>
                  </a:lnTo>
                  <a:lnTo>
                    <a:pt x="2893" y="473391"/>
                  </a:lnTo>
                  <a:lnTo>
                    <a:pt x="8883" y="480432"/>
                  </a:lnTo>
                  <a:lnTo>
                    <a:pt x="17420" y="484800"/>
                  </a:lnTo>
                  <a:lnTo>
                    <a:pt x="21671" y="485763"/>
                  </a:lnTo>
                  <a:lnTo>
                    <a:pt x="23912" y="485763"/>
                  </a:lnTo>
                  <a:lnTo>
                    <a:pt x="170044" y="30374"/>
                  </a:lnTo>
                  <a:lnTo>
                    <a:pt x="170734" y="20877"/>
                  </a:lnTo>
                  <a:lnTo>
                    <a:pt x="167845" y="12136"/>
                  </a:lnTo>
                  <a:lnTo>
                    <a:pt x="161878" y="5104"/>
                  </a:lnTo>
                  <a:lnTo>
                    <a:pt x="153332" y="731"/>
                  </a:lnTo>
                  <a:lnTo>
                    <a:pt x="143844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2695786" y="7032870"/>
              <a:ext cx="789940" cy="816610"/>
            </a:xfrm>
            <a:custGeom>
              <a:avLst/>
              <a:gdLst/>
              <a:ahLst/>
              <a:cxnLst/>
              <a:rect l="l" t="t" r="r" b="b"/>
              <a:pathLst>
                <a:path w="789939" h="816609">
                  <a:moveTo>
                    <a:pt x="675885" y="0"/>
                  </a:moveTo>
                  <a:lnTo>
                    <a:pt x="113619" y="0"/>
                  </a:lnTo>
                  <a:lnTo>
                    <a:pt x="84632" y="5848"/>
                  </a:lnTo>
                  <a:lnTo>
                    <a:pt x="60943" y="21797"/>
                  </a:lnTo>
                  <a:lnTo>
                    <a:pt x="44961" y="45455"/>
                  </a:lnTo>
                  <a:lnTo>
                    <a:pt x="39098" y="74427"/>
                  </a:lnTo>
                  <a:lnTo>
                    <a:pt x="39612" y="83064"/>
                  </a:lnTo>
                  <a:lnTo>
                    <a:pt x="41096" y="91397"/>
                  </a:lnTo>
                  <a:lnTo>
                    <a:pt x="43467" y="99373"/>
                  </a:lnTo>
                  <a:lnTo>
                    <a:pt x="46637" y="106939"/>
                  </a:lnTo>
                  <a:lnTo>
                    <a:pt x="52083" y="134612"/>
                  </a:lnTo>
                  <a:lnTo>
                    <a:pt x="63487" y="209948"/>
                  </a:lnTo>
                  <a:lnTo>
                    <a:pt x="68101" y="255865"/>
                  </a:lnTo>
                  <a:lnTo>
                    <a:pt x="71096" y="306115"/>
                  </a:lnTo>
                  <a:lnTo>
                    <a:pt x="71800" y="359826"/>
                  </a:lnTo>
                  <a:lnTo>
                    <a:pt x="69541" y="416125"/>
                  </a:lnTo>
                  <a:lnTo>
                    <a:pt x="63650" y="474138"/>
                  </a:lnTo>
                  <a:lnTo>
                    <a:pt x="53454" y="532992"/>
                  </a:lnTo>
                  <a:lnTo>
                    <a:pt x="38283" y="591813"/>
                  </a:lnTo>
                  <a:lnTo>
                    <a:pt x="17465" y="649728"/>
                  </a:lnTo>
                  <a:lnTo>
                    <a:pt x="9965" y="658867"/>
                  </a:lnTo>
                  <a:lnTo>
                    <a:pt x="4492" y="668233"/>
                  </a:lnTo>
                  <a:lnTo>
                    <a:pt x="1138" y="677823"/>
                  </a:lnTo>
                  <a:lnTo>
                    <a:pt x="0" y="687633"/>
                  </a:lnTo>
                  <a:lnTo>
                    <a:pt x="6359" y="710710"/>
                  </a:lnTo>
                  <a:lnTo>
                    <a:pt x="53893" y="752439"/>
                  </a:lnTo>
                  <a:lnTo>
                    <a:pt x="92837" y="770364"/>
                  </a:lnTo>
                  <a:lnTo>
                    <a:pt x="140414" y="785845"/>
                  </a:lnTo>
                  <a:lnTo>
                    <a:pt x="195509" y="798518"/>
                  </a:lnTo>
                  <a:lnTo>
                    <a:pt x="257006" y="808020"/>
                  </a:lnTo>
                  <a:lnTo>
                    <a:pt x="323792" y="813988"/>
                  </a:lnTo>
                  <a:lnTo>
                    <a:pt x="394752" y="816058"/>
                  </a:lnTo>
                  <a:lnTo>
                    <a:pt x="465723" y="813988"/>
                  </a:lnTo>
                  <a:lnTo>
                    <a:pt x="532514" y="808020"/>
                  </a:lnTo>
                  <a:lnTo>
                    <a:pt x="594014" y="798518"/>
                  </a:lnTo>
                  <a:lnTo>
                    <a:pt x="649107" y="785845"/>
                  </a:lnTo>
                  <a:lnTo>
                    <a:pt x="696680" y="770364"/>
                  </a:lnTo>
                  <a:lnTo>
                    <a:pt x="735620" y="752439"/>
                  </a:lnTo>
                  <a:lnTo>
                    <a:pt x="783146" y="710710"/>
                  </a:lnTo>
                  <a:lnTo>
                    <a:pt x="789504" y="687633"/>
                  </a:lnTo>
                  <a:lnTo>
                    <a:pt x="788366" y="677823"/>
                  </a:lnTo>
                  <a:lnTo>
                    <a:pt x="785017" y="668233"/>
                  </a:lnTo>
                  <a:lnTo>
                    <a:pt x="779556" y="658867"/>
                  </a:lnTo>
                  <a:lnTo>
                    <a:pt x="772081" y="649728"/>
                  </a:lnTo>
                  <a:lnTo>
                    <a:pt x="751272" y="591813"/>
                  </a:lnTo>
                  <a:lnTo>
                    <a:pt x="736103" y="532992"/>
                  </a:lnTo>
                  <a:lnTo>
                    <a:pt x="725902" y="474138"/>
                  </a:lnTo>
                  <a:lnTo>
                    <a:pt x="720001" y="416125"/>
                  </a:lnTo>
                  <a:lnTo>
                    <a:pt x="717731" y="359826"/>
                  </a:lnTo>
                  <a:lnTo>
                    <a:pt x="718422" y="306115"/>
                  </a:lnTo>
                  <a:lnTo>
                    <a:pt x="721405" y="255865"/>
                  </a:lnTo>
                  <a:lnTo>
                    <a:pt x="726010" y="209948"/>
                  </a:lnTo>
                  <a:lnTo>
                    <a:pt x="731569" y="169240"/>
                  </a:lnTo>
                  <a:lnTo>
                    <a:pt x="742867" y="106939"/>
                  </a:lnTo>
                  <a:lnTo>
                    <a:pt x="746037" y="99373"/>
                  </a:lnTo>
                  <a:lnTo>
                    <a:pt x="748407" y="91397"/>
                  </a:lnTo>
                  <a:lnTo>
                    <a:pt x="749892" y="83064"/>
                  </a:lnTo>
                  <a:lnTo>
                    <a:pt x="750406" y="74427"/>
                  </a:lnTo>
                  <a:lnTo>
                    <a:pt x="744562" y="45455"/>
                  </a:lnTo>
                  <a:lnTo>
                    <a:pt x="728612" y="21797"/>
                  </a:lnTo>
                  <a:lnTo>
                    <a:pt x="704929" y="5848"/>
                  </a:lnTo>
                  <a:lnTo>
                    <a:pt x="675885" y="0"/>
                  </a:lnTo>
                  <a:close/>
                </a:path>
              </a:pathLst>
            </a:custGeom>
            <a:solidFill>
              <a:srgbClr val="77B9D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8" name="object 158" descr=""/>
          <p:cNvSpPr/>
          <p:nvPr/>
        </p:nvSpPr>
        <p:spPr>
          <a:xfrm>
            <a:off x="8968491" y="7059523"/>
            <a:ext cx="290830" cy="26034"/>
          </a:xfrm>
          <a:custGeom>
            <a:avLst/>
            <a:gdLst/>
            <a:ahLst/>
            <a:cxnLst/>
            <a:rect l="l" t="t" r="r" b="b"/>
            <a:pathLst>
              <a:path w="290829" h="26034">
                <a:moveTo>
                  <a:pt x="290650" y="0"/>
                </a:moveTo>
                <a:lnTo>
                  <a:pt x="0" y="0"/>
                </a:lnTo>
                <a:lnTo>
                  <a:pt x="0" y="25946"/>
                </a:lnTo>
                <a:lnTo>
                  <a:pt x="290650" y="25946"/>
                </a:lnTo>
                <a:lnTo>
                  <a:pt x="290650" y="0"/>
                </a:lnTo>
                <a:close/>
              </a:path>
            </a:pathLst>
          </a:custGeom>
          <a:solidFill>
            <a:srgbClr val="979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 descr=""/>
          <p:cNvSpPr/>
          <p:nvPr/>
        </p:nvSpPr>
        <p:spPr>
          <a:xfrm>
            <a:off x="8846481" y="7542114"/>
            <a:ext cx="187325" cy="532765"/>
          </a:xfrm>
          <a:custGeom>
            <a:avLst/>
            <a:gdLst/>
            <a:ahLst/>
            <a:cxnLst/>
            <a:rect l="l" t="t" r="r" b="b"/>
            <a:pathLst>
              <a:path w="187325" h="532765">
                <a:moveTo>
                  <a:pt x="29492" y="0"/>
                </a:moveTo>
                <a:lnTo>
                  <a:pt x="19056" y="786"/>
                </a:lnTo>
                <a:lnTo>
                  <a:pt x="9724" y="5575"/>
                </a:lnTo>
                <a:lnTo>
                  <a:pt x="3177" y="13291"/>
                </a:lnTo>
                <a:lnTo>
                  <a:pt x="0" y="22888"/>
                </a:lnTo>
                <a:lnTo>
                  <a:pt x="774" y="33319"/>
                </a:lnTo>
                <a:lnTo>
                  <a:pt x="135587" y="513084"/>
                </a:lnTo>
                <a:lnTo>
                  <a:pt x="160968" y="532393"/>
                </a:lnTo>
                <a:lnTo>
                  <a:pt x="163303" y="532393"/>
                </a:lnTo>
                <a:lnTo>
                  <a:pt x="187112" y="509271"/>
                </a:lnTo>
                <a:lnTo>
                  <a:pt x="186287" y="498802"/>
                </a:lnTo>
                <a:lnTo>
                  <a:pt x="51579" y="19068"/>
                </a:lnTo>
                <a:lnTo>
                  <a:pt x="46809" y="9735"/>
                </a:lnTo>
                <a:lnTo>
                  <a:pt x="39095" y="3181"/>
                </a:lnTo>
                <a:lnTo>
                  <a:pt x="29492" y="0"/>
                </a:lnTo>
                <a:close/>
              </a:path>
            </a:pathLst>
          </a:custGeom>
          <a:solidFill>
            <a:srgbClr val="83858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0" name="object 160" descr=""/>
          <p:cNvGrpSpPr/>
          <p:nvPr/>
        </p:nvGrpSpPr>
        <p:grpSpPr>
          <a:xfrm>
            <a:off x="8134418" y="5977294"/>
            <a:ext cx="1949450" cy="2199005"/>
            <a:chOff x="8134418" y="5977294"/>
            <a:chExt cx="1949450" cy="2199005"/>
          </a:xfrm>
        </p:grpSpPr>
        <p:sp>
          <p:nvSpPr>
            <p:cNvPr id="161" name="object 161" descr=""/>
            <p:cNvSpPr/>
            <p:nvPr/>
          </p:nvSpPr>
          <p:spPr>
            <a:xfrm>
              <a:off x="8304944" y="7542114"/>
              <a:ext cx="187325" cy="532765"/>
            </a:xfrm>
            <a:custGeom>
              <a:avLst/>
              <a:gdLst/>
              <a:ahLst/>
              <a:cxnLst/>
              <a:rect l="l" t="t" r="r" b="b"/>
              <a:pathLst>
                <a:path w="187325" h="532765">
                  <a:moveTo>
                    <a:pt x="157667" y="0"/>
                  </a:moveTo>
                  <a:lnTo>
                    <a:pt x="768" y="498802"/>
                  </a:lnTo>
                  <a:lnTo>
                    <a:pt x="0" y="509271"/>
                  </a:lnTo>
                  <a:lnTo>
                    <a:pt x="3179" y="518877"/>
                  </a:lnTo>
                  <a:lnTo>
                    <a:pt x="9724" y="526588"/>
                  </a:lnTo>
                  <a:lnTo>
                    <a:pt x="19050" y="531367"/>
                  </a:lnTo>
                  <a:lnTo>
                    <a:pt x="21459" y="532037"/>
                  </a:lnTo>
                  <a:lnTo>
                    <a:pt x="23825" y="532393"/>
                  </a:lnTo>
                  <a:lnTo>
                    <a:pt x="26191" y="532393"/>
                  </a:lnTo>
                  <a:lnTo>
                    <a:pt x="186386" y="33319"/>
                  </a:lnTo>
                  <a:lnTo>
                    <a:pt x="187129" y="22888"/>
                  </a:lnTo>
                  <a:lnTo>
                    <a:pt x="183955" y="13291"/>
                  </a:lnTo>
                  <a:lnTo>
                    <a:pt x="177426" y="5575"/>
                  </a:lnTo>
                  <a:lnTo>
                    <a:pt x="168103" y="786"/>
                  </a:lnTo>
                  <a:lnTo>
                    <a:pt x="157667" y="0"/>
                  </a:lnTo>
                  <a:close/>
                </a:path>
              </a:pathLst>
            </a:custGeom>
            <a:solidFill>
              <a:srgbClr val="8385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8134418" y="6694257"/>
              <a:ext cx="916940" cy="901065"/>
            </a:xfrm>
            <a:custGeom>
              <a:avLst/>
              <a:gdLst/>
              <a:ahLst/>
              <a:cxnLst/>
              <a:rect l="l" t="t" r="r" b="b"/>
              <a:pathLst>
                <a:path w="916940" h="901065">
                  <a:moveTo>
                    <a:pt x="20254" y="0"/>
                  </a:moveTo>
                  <a:lnTo>
                    <a:pt x="3887" y="24304"/>
                  </a:lnTo>
                  <a:lnTo>
                    <a:pt x="0" y="82358"/>
                  </a:lnTo>
                  <a:lnTo>
                    <a:pt x="2774" y="127026"/>
                  </a:lnTo>
                  <a:lnTo>
                    <a:pt x="6079" y="173873"/>
                  </a:lnTo>
                  <a:lnTo>
                    <a:pt x="9929" y="222370"/>
                  </a:lnTo>
                  <a:lnTo>
                    <a:pt x="14337" y="271992"/>
                  </a:lnTo>
                  <a:lnTo>
                    <a:pt x="19314" y="322210"/>
                  </a:lnTo>
                  <a:lnTo>
                    <a:pt x="24875" y="372497"/>
                  </a:lnTo>
                  <a:lnTo>
                    <a:pt x="31033" y="422326"/>
                  </a:lnTo>
                  <a:lnTo>
                    <a:pt x="37799" y="471169"/>
                  </a:lnTo>
                  <a:lnTo>
                    <a:pt x="45188" y="518499"/>
                  </a:lnTo>
                  <a:lnTo>
                    <a:pt x="53213" y="563789"/>
                  </a:lnTo>
                  <a:lnTo>
                    <a:pt x="58110" y="593622"/>
                  </a:lnTo>
                  <a:lnTo>
                    <a:pt x="69038" y="663046"/>
                  </a:lnTo>
                  <a:lnTo>
                    <a:pt x="77232" y="700256"/>
                  </a:lnTo>
                  <a:lnTo>
                    <a:pt x="88686" y="737546"/>
                  </a:lnTo>
                  <a:lnTo>
                    <a:pt x="104482" y="773725"/>
                  </a:lnTo>
                  <a:lnTo>
                    <a:pt x="125701" y="807603"/>
                  </a:lnTo>
                  <a:lnTo>
                    <a:pt x="153424" y="837990"/>
                  </a:lnTo>
                  <a:lnTo>
                    <a:pt x="188731" y="863695"/>
                  </a:lnTo>
                  <a:lnTo>
                    <a:pt x="232705" y="883530"/>
                  </a:lnTo>
                  <a:lnTo>
                    <a:pt x="286425" y="896303"/>
                  </a:lnTo>
                  <a:lnTo>
                    <a:pt x="350973" y="900826"/>
                  </a:lnTo>
                  <a:lnTo>
                    <a:pt x="847649" y="900826"/>
                  </a:lnTo>
                  <a:lnTo>
                    <a:pt x="871142" y="897097"/>
                  </a:lnTo>
                  <a:lnTo>
                    <a:pt x="893464" y="886687"/>
                  </a:lnTo>
                  <a:lnTo>
                    <a:pt x="910141" y="870761"/>
                  </a:lnTo>
                  <a:lnTo>
                    <a:pt x="916694" y="850482"/>
                  </a:lnTo>
                  <a:lnTo>
                    <a:pt x="911123" y="832167"/>
                  </a:lnTo>
                  <a:lnTo>
                    <a:pt x="862223" y="795790"/>
                  </a:lnTo>
                  <a:lnTo>
                    <a:pt x="816006" y="779248"/>
                  </a:lnTo>
                  <a:lnTo>
                    <a:pt x="749204" y="761859"/>
                  </a:lnTo>
                  <a:lnTo>
                    <a:pt x="694524" y="751183"/>
                  </a:lnTo>
                  <a:lnTo>
                    <a:pt x="648882" y="745261"/>
                  </a:lnTo>
                  <a:lnTo>
                    <a:pt x="609196" y="742133"/>
                  </a:lnTo>
                  <a:lnTo>
                    <a:pt x="572381" y="739839"/>
                  </a:lnTo>
                  <a:lnTo>
                    <a:pt x="535357" y="736419"/>
                  </a:lnTo>
                  <a:lnTo>
                    <a:pt x="495038" y="729912"/>
                  </a:lnTo>
                  <a:lnTo>
                    <a:pt x="448342" y="718360"/>
                  </a:lnTo>
                  <a:lnTo>
                    <a:pt x="386454" y="693492"/>
                  </a:lnTo>
                  <a:lnTo>
                    <a:pt x="334322" y="656501"/>
                  </a:lnTo>
                  <a:lnTo>
                    <a:pt x="289353" y="605147"/>
                  </a:lnTo>
                  <a:lnTo>
                    <a:pt x="248951" y="537189"/>
                  </a:lnTo>
                  <a:lnTo>
                    <a:pt x="229653" y="496283"/>
                  </a:lnTo>
                  <a:lnTo>
                    <a:pt x="210524" y="450386"/>
                  </a:lnTo>
                  <a:lnTo>
                    <a:pt x="191239" y="399217"/>
                  </a:lnTo>
                  <a:lnTo>
                    <a:pt x="171475" y="342496"/>
                  </a:lnTo>
                  <a:lnTo>
                    <a:pt x="150907" y="279944"/>
                  </a:lnTo>
                  <a:lnTo>
                    <a:pt x="129212" y="211280"/>
                  </a:lnTo>
                  <a:lnTo>
                    <a:pt x="106063" y="136224"/>
                  </a:lnTo>
                  <a:lnTo>
                    <a:pt x="81138" y="54495"/>
                  </a:lnTo>
                  <a:lnTo>
                    <a:pt x="65188" y="22604"/>
                  </a:lnTo>
                  <a:lnTo>
                    <a:pt x="42790" y="1936"/>
                  </a:lnTo>
                  <a:lnTo>
                    <a:pt x="20254" y="0"/>
                  </a:lnTo>
                  <a:close/>
                </a:path>
              </a:pathLst>
            </a:custGeom>
            <a:solidFill>
              <a:srgbClr val="FFDF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8175244" y="7542117"/>
              <a:ext cx="988060" cy="633730"/>
            </a:xfrm>
            <a:custGeom>
              <a:avLst/>
              <a:gdLst/>
              <a:ahLst/>
              <a:cxnLst/>
              <a:rect l="l" t="t" r="r" b="b"/>
              <a:pathLst>
                <a:path w="988059" h="633729">
                  <a:moveTo>
                    <a:pt x="215582" y="22898"/>
                  </a:moveTo>
                  <a:lnTo>
                    <a:pt x="212420" y="13296"/>
                  </a:lnTo>
                  <a:lnTo>
                    <a:pt x="205905" y="5575"/>
                  </a:lnTo>
                  <a:lnTo>
                    <a:pt x="196659" y="787"/>
                  </a:lnTo>
                  <a:lnTo>
                    <a:pt x="186169" y="0"/>
                  </a:lnTo>
                  <a:lnTo>
                    <a:pt x="176555" y="3187"/>
                  </a:lnTo>
                  <a:lnTo>
                    <a:pt x="168833" y="9740"/>
                  </a:lnTo>
                  <a:lnTo>
                    <a:pt x="164058" y="19075"/>
                  </a:lnTo>
                  <a:lnTo>
                    <a:pt x="787" y="600176"/>
                  </a:lnTo>
                  <a:lnTo>
                    <a:pt x="0" y="610552"/>
                  </a:lnTo>
                  <a:lnTo>
                    <a:pt x="3175" y="620115"/>
                  </a:lnTo>
                  <a:lnTo>
                    <a:pt x="9728" y="627799"/>
                  </a:lnTo>
                  <a:lnTo>
                    <a:pt x="19062" y="632561"/>
                  </a:lnTo>
                  <a:lnTo>
                    <a:pt x="21437" y="633336"/>
                  </a:lnTo>
                  <a:lnTo>
                    <a:pt x="23837" y="633615"/>
                  </a:lnTo>
                  <a:lnTo>
                    <a:pt x="26162" y="633615"/>
                  </a:lnTo>
                  <a:lnTo>
                    <a:pt x="214744" y="33324"/>
                  </a:lnTo>
                  <a:lnTo>
                    <a:pt x="215582" y="22898"/>
                  </a:lnTo>
                  <a:close/>
                </a:path>
                <a:path w="988059" h="633729">
                  <a:moveTo>
                    <a:pt x="988047" y="610552"/>
                  </a:moveTo>
                  <a:lnTo>
                    <a:pt x="824001" y="19075"/>
                  </a:lnTo>
                  <a:lnTo>
                    <a:pt x="801954" y="0"/>
                  </a:lnTo>
                  <a:lnTo>
                    <a:pt x="791514" y="787"/>
                  </a:lnTo>
                  <a:lnTo>
                    <a:pt x="782180" y="5575"/>
                  </a:lnTo>
                  <a:lnTo>
                    <a:pt x="775652" y="13296"/>
                  </a:lnTo>
                  <a:lnTo>
                    <a:pt x="772502" y="22898"/>
                  </a:lnTo>
                  <a:lnTo>
                    <a:pt x="773303" y="33324"/>
                  </a:lnTo>
                  <a:lnTo>
                    <a:pt x="936498" y="614413"/>
                  </a:lnTo>
                  <a:lnTo>
                    <a:pt x="961885" y="633615"/>
                  </a:lnTo>
                  <a:lnTo>
                    <a:pt x="964247" y="633615"/>
                  </a:lnTo>
                  <a:lnTo>
                    <a:pt x="988047" y="610552"/>
                  </a:lnTo>
                  <a:close/>
                </a:path>
              </a:pathLst>
            </a:custGeom>
            <a:solidFill>
              <a:srgbClr val="B0B3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8648731" y="7085868"/>
              <a:ext cx="1435100" cy="58419"/>
            </a:xfrm>
            <a:custGeom>
              <a:avLst/>
              <a:gdLst/>
              <a:ahLst/>
              <a:cxnLst/>
              <a:rect l="l" t="t" r="r" b="b"/>
              <a:pathLst>
                <a:path w="1435100" h="58420">
                  <a:moveTo>
                    <a:pt x="1434542" y="0"/>
                  </a:moveTo>
                  <a:lnTo>
                    <a:pt x="0" y="0"/>
                  </a:lnTo>
                  <a:lnTo>
                    <a:pt x="0" y="57841"/>
                  </a:lnTo>
                  <a:lnTo>
                    <a:pt x="1434542" y="57841"/>
                  </a:lnTo>
                  <a:lnTo>
                    <a:pt x="1434542" y="0"/>
                  </a:lnTo>
                  <a:close/>
                </a:path>
              </a:pathLst>
            </a:custGeom>
            <a:solidFill>
              <a:srgbClr val="0E3E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8764780" y="7781899"/>
              <a:ext cx="189230" cy="46355"/>
            </a:xfrm>
            <a:custGeom>
              <a:avLst/>
              <a:gdLst/>
              <a:ahLst/>
              <a:cxnLst/>
              <a:rect l="l" t="t" r="r" b="b"/>
              <a:pathLst>
                <a:path w="189229" h="46354">
                  <a:moveTo>
                    <a:pt x="188968" y="0"/>
                  </a:moveTo>
                  <a:lnTo>
                    <a:pt x="0" y="0"/>
                  </a:lnTo>
                  <a:lnTo>
                    <a:pt x="0" y="45893"/>
                  </a:lnTo>
                  <a:lnTo>
                    <a:pt x="188968" y="45893"/>
                  </a:lnTo>
                  <a:lnTo>
                    <a:pt x="188968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8689255" y="7143711"/>
              <a:ext cx="340360" cy="998219"/>
            </a:xfrm>
            <a:custGeom>
              <a:avLst/>
              <a:gdLst/>
              <a:ahLst/>
              <a:cxnLst/>
              <a:rect l="l" t="t" r="r" b="b"/>
              <a:pathLst>
                <a:path w="340359" h="998220">
                  <a:moveTo>
                    <a:pt x="190706" y="0"/>
                  </a:moveTo>
                  <a:lnTo>
                    <a:pt x="149304" y="0"/>
                  </a:lnTo>
                  <a:lnTo>
                    <a:pt x="0" y="997969"/>
                  </a:lnTo>
                  <a:lnTo>
                    <a:pt x="42564" y="997969"/>
                  </a:lnTo>
                  <a:lnTo>
                    <a:pt x="170015" y="130917"/>
                  </a:lnTo>
                  <a:lnTo>
                    <a:pt x="297404" y="997969"/>
                  </a:lnTo>
                  <a:lnTo>
                    <a:pt x="339937" y="997969"/>
                  </a:lnTo>
                  <a:lnTo>
                    <a:pt x="190706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9794843" y="7781899"/>
              <a:ext cx="189230" cy="46355"/>
            </a:xfrm>
            <a:custGeom>
              <a:avLst/>
              <a:gdLst/>
              <a:ahLst/>
              <a:cxnLst/>
              <a:rect l="l" t="t" r="r" b="b"/>
              <a:pathLst>
                <a:path w="189229" h="46354">
                  <a:moveTo>
                    <a:pt x="189009" y="0"/>
                  </a:moveTo>
                  <a:lnTo>
                    <a:pt x="0" y="0"/>
                  </a:lnTo>
                  <a:lnTo>
                    <a:pt x="0" y="45893"/>
                  </a:lnTo>
                  <a:lnTo>
                    <a:pt x="189009" y="45893"/>
                  </a:lnTo>
                  <a:lnTo>
                    <a:pt x="189009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9719434" y="7143711"/>
              <a:ext cx="340360" cy="998219"/>
            </a:xfrm>
            <a:custGeom>
              <a:avLst/>
              <a:gdLst/>
              <a:ahLst/>
              <a:cxnLst/>
              <a:rect l="l" t="t" r="r" b="b"/>
              <a:pathLst>
                <a:path w="340359" h="998220">
                  <a:moveTo>
                    <a:pt x="190674" y="0"/>
                  </a:moveTo>
                  <a:lnTo>
                    <a:pt x="149272" y="0"/>
                  </a:lnTo>
                  <a:lnTo>
                    <a:pt x="0" y="997969"/>
                  </a:lnTo>
                  <a:lnTo>
                    <a:pt x="42532" y="997969"/>
                  </a:lnTo>
                  <a:lnTo>
                    <a:pt x="169984" y="130917"/>
                  </a:lnTo>
                  <a:lnTo>
                    <a:pt x="297373" y="997969"/>
                  </a:lnTo>
                  <a:lnTo>
                    <a:pt x="339947" y="997969"/>
                  </a:lnTo>
                  <a:lnTo>
                    <a:pt x="190674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9" name="object 16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77777" y="6920936"/>
              <a:ext cx="150466" cy="164612"/>
            </a:xfrm>
            <a:prstGeom prst="rect">
              <a:avLst/>
            </a:prstGeom>
          </p:spPr>
        </p:pic>
        <p:sp>
          <p:nvSpPr>
            <p:cNvPr id="170" name="object 170" descr=""/>
            <p:cNvSpPr/>
            <p:nvPr/>
          </p:nvSpPr>
          <p:spPr>
            <a:xfrm>
              <a:off x="9369201" y="5977294"/>
              <a:ext cx="59055" cy="950594"/>
            </a:xfrm>
            <a:custGeom>
              <a:avLst/>
              <a:gdLst/>
              <a:ahLst/>
              <a:cxnLst/>
              <a:rect l="l" t="t" r="r" b="b"/>
              <a:pathLst>
                <a:path w="59054" h="950595">
                  <a:moveTo>
                    <a:pt x="59045" y="0"/>
                  </a:moveTo>
                  <a:lnTo>
                    <a:pt x="0" y="0"/>
                  </a:lnTo>
                  <a:lnTo>
                    <a:pt x="0" y="950494"/>
                  </a:lnTo>
                  <a:lnTo>
                    <a:pt x="59045" y="950494"/>
                  </a:lnTo>
                  <a:lnTo>
                    <a:pt x="59045" y="0"/>
                  </a:lnTo>
                  <a:close/>
                </a:path>
              </a:pathLst>
            </a:custGeom>
            <a:solidFill>
              <a:srgbClr val="0E3E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9428246" y="5977296"/>
              <a:ext cx="96520" cy="950594"/>
            </a:xfrm>
            <a:custGeom>
              <a:avLst/>
              <a:gdLst/>
              <a:ahLst/>
              <a:cxnLst/>
              <a:rect l="l" t="t" r="r" b="b"/>
              <a:pathLst>
                <a:path w="96520" h="950595">
                  <a:moveTo>
                    <a:pt x="0" y="0"/>
                  </a:moveTo>
                  <a:lnTo>
                    <a:pt x="0" y="950494"/>
                  </a:lnTo>
                  <a:lnTo>
                    <a:pt x="55758" y="877319"/>
                  </a:lnTo>
                  <a:lnTo>
                    <a:pt x="84391" y="803419"/>
                  </a:lnTo>
                  <a:lnTo>
                    <a:pt x="94940" y="684235"/>
                  </a:lnTo>
                  <a:lnTo>
                    <a:pt x="96447" y="475210"/>
                  </a:lnTo>
                  <a:lnTo>
                    <a:pt x="81377" y="287378"/>
                  </a:lnTo>
                  <a:lnTo>
                    <a:pt x="48223" y="136645"/>
                  </a:lnTo>
                  <a:lnTo>
                    <a:pt x="15069" y="363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9070878" y="7049491"/>
              <a:ext cx="167640" cy="37465"/>
            </a:xfrm>
            <a:custGeom>
              <a:avLst/>
              <a:gdLst/>
              <a:ahLst/>
              <a:cxnLst/>
              <a:rect l="l" t="t" r="r" b="b"/>
              <a:pathLst>
                <a:path w="167640" h="37465">
                  <a:moveTo>
                    <a:pt x="125619" y="0"/>
                  </a:moveTo>
                  <a:lnTo>
                    <a:pt x="41862" y="0"/>
                  </a:lnTo>
                  <a:lnTo>
                    <a:pt x="26583" y="2838"/>
                  </a:lnTo>
                  <a:lnTo>
                    <a:pt x="13808" y="10648"/>
                  </a:lnTo>
                  <a:lnTo>
                    <a:pt x="4594" y="22369"/>
                  </a:lnTo>
                  <a:lnTo>
                    <a:pt x="0" y="36941"/>
                  </a:lnTo>
                  <a:lnTo>
                    <a:pt x="167439" y="36941"/>
                  </a:lnTo>
                  <a:lnTo>
                    <a:pt x="162877" y="22369"/>
                  </a:lnTo>
                  <a:lnTo>
                    <a:pt x="153672" y="10648"/>
                  </a:lnTo>
                  <a:lnTo>
                    <a:pt x="140895" y="2838"/>
                  </a:lnTo>
                  <a:lnTo>
                    <a:pt x="125619" y="0"/>
                  </a:lnTo>
                  <a:close/>
                </a:path>
              </a:pathLst>
            </a:custGeom>
            <a:solidFill>
              <a:srgbClr val="D2D3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9422803" y="6161717"/>
              <a:ext cx="468630" cy="891540"/>
            </a:xfrm>
            <a:custGeom>
              <a:avLst/>
              <a:gdLst/>
              <a:ahLst/>
              <a:cxnLst/>
              <a:rect l="l" t="t" r="r" b="b"/>
              <a:pathLst>
                <a:path w="468629" h="891540">
                  <a:moveTo>
                    <a:pt x="0" y="130812"/>
                  </a:moveTo>
                  <a:lnTo>
                    <a:pt x="154571" y="0"/>
                  </a:lnTo>
                  <a:lnTo>
                    <a:pt x="468383" y="380344"/>
                  </a:lnTo>
                  <a:lnTo>
                    <a:pt x="125085" y="667466"/>
                  </a:lnTo>
                  <a:lnTo>
                    <a:pt x="126425" y="891407"/>
                  </a:lnTo>
                </a:path>
              </a:pathLst>
            </a:custGeom>
            <a:ln w="35475">
              <a:solidFill>
                <a:srgbClr val="0E3E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9124328" y="6194532"/>
              <a:ext cx="408940" cy="394335"/>
            </a:xfrm>
            <a:custGeom>
              <a:avLst/>
              <a:gdLst/>
              <a:ahLst/>
              <a:cxnLst/>
              <a:rect l="l" t="t" r="r" b="b"/>
              <a:pathLst>
                <a:path w="408940" h="394334">
                  <a:moveTo>
                    <a:pt x="408609" y="71424"/>
                  </a:moveTo>
                  <a:lnTo>
                    <a:pt x="342239" y="0"/>
                  </a:lnTo>
                  <a:lnTo>
                    <a:pt x="296125" y="42862"/>
                  </a:lnTo>
                  <a:lnTo>
                    <a:pt x="263906" y="31280"/>
                  </a:lnTo>
                  <a:lnTo>
                    <a:pt x="222897" y="29768"/>
                  </a:lnTo>
                  <a:lnTo>
                    <a:pt x="182981" y="40868"/>
                  </a:lnTo>
                  <a:lnTo>
                    <a:pt x="147294" y="64693"/>
                  </a:lnTo>
                  <a:lnTo>
                    <a:pt x="0" y="201587"/>
                  </a:lnTo>
                  <a:lnTo>
                    <a:pt x="171551" y="394284"/>
                  </a:lnTo>
                  <a:lnTo>
                    <a:pt x="329793" y="261023"/>
                  </a:lnTo>
                  <a:lnTo>
                    <a:pt x="356184" y="227190"/>
                  </a:lnTo>
                  <a:lnTo>
                    <a:pt x="370192" y="188226"/>
                  </a:lnTo>
                  <a:lnTo>
                    <a:pt x="371703" y="147231"/>
                  </a:lnTo>
                  <a:lnTo>
                    <a:pt x="362496" y="114236"/>
                  </a:lnTo>
                  <a:lnTo>
                    <a:pt x="408609" y="71424"/>
                  </a:lnTo>
                  <a:close/>
                </a:path>
              </a:pathLst>
            </a:custGeom>
            <a:solidFill>
              <a:srgbClr val="B8DD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9440874" y="7020812"/>
              <a:ext cx="228600" cy="64769"/>
            </a:xfrm>
            <a:custGeom>
              <a:avLst/>
              <a:gdLst/>
              <a:ahLst/>
              <a:cxnLst/>
              <a:rect l="l" t="t" r="r" b="b"/>
              <a:pathLst>
                <a:path w="228600" h="64770">
                  <a:moveTo>
                    <a:pt x="228108" y="0"/>
                  </a:moveTo>
                  <a:lnTo>
                    <a:pt x="0" y="0"/>
                  </a:lnTo>
                  <a:lnTo>
                    <a:pt x="0" y="64668"/>
                  </a:lnTo>
                  <a:lnTo>
                    <a:pt x="228108" y="64668"/>
                  </a:lnTo>
                  <a:lnTo>
                    <a:pt x="228108" y="0"/>
                  </a:lnTo>
                  <a:close/>
                </a:path>
              </a:pathLst>
            </a:custGeom>
            <a:solidFill>
              <a:srgbClr val="00272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6" name="object 17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52973" y="6498257"/>
              <a:ext cx="72123" cy="72092"/>
            </a:xfrm>
            <a:prstGeom prst="rect">
              <a:avLst/>
            </a:prstGeom>
          </p:spPr>
        </p:pic>
        <p:pic>
          <p:nvPicPr>
            <p:cNvPr id="177" name="object 17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41916" y="6125652"/>
              <a:ext cx="72092" cy="72050"/>
            </a:xfrm>
            <a:prstGeom prst="rect">
              <a:avLst/>
            </a:prstGeom>
          </p:spPr>
        </p:pic>
        <p:pic>
          <p:nvPicPr>
            <p:cNvPr id="178" name="object 17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518898" y="6797612"/>
              <a:ext cx="72123" cy="72092"/>
            </a:xfrm>
            <a:prstGeom prst="rect">
              <a:avLst/>
            </a:prstGeom>
          </p:spPr>
        </p:pic>
        <p:sp>
          <p:nvSpPr>
            <p:cNvPr id="179" name="object 179" descr=""/>
            <p:cNvSpPr/>
            <p:nvPr/>
          </p:nvSpPr>
          <p:spPr>
            <a:xfrm>
              <a:off x="9546052" y="7749164"/>
              <a:ext cx="362585" cy="395605"/>
            </a:xfrm>
            <a:custGeom>
              <a:avLst/>
              <a:gdLst/>
              <a:ahLst/>
              <a:cxnLst/>
              <a:rect l="l" t="t" r="r" b="b"/>
              <a:pathLst>
                <a:path w="362584" h="395604">
                  <a:moveTo>
                    <a:pt x="362072" y="0"/>
                  </a:moveTo>
                  <a:lnTo>
                    <a:pt x="0" y="0"/>
                  </a:lnTo>
                  <a:lnTo>
                    <a:pt x="60814" y="395097"/>
                  </a:lnTo>
                  <a:lnTo>
                    <a:pt x="289101" y="395097"/>
                  </a:lnTo>
                  <a:lnTo>
                    <a:pt x="362072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0" name="object 180" descr=""/>
          <p:cNvGrpSpPr/>
          <p:nvPr/>
        </p:nvGrpSpPr>
        <p:grpSpPr>
          <a:xfrm>
            <a:off x="4614644" y="9464011"/>
            <a:ext cx="1946275" cy="1054735"/>
            <a:chOff x="4614644" y="9464011"/>
            <a:chExt cx="1946275" cy="1054735"/>
          </a:xfrm>
        </p:grpSpPr>
        <p:sp>
          <p:nvSpPr>
            <p:cNvPr id="181" name="object 181" descr=""/>
            <p:cNvSpPr/>
            <p:nvPr/>
          </p:nvSpPr>
          <p:spPr>
            <a:xfrm>
              <a:off x="4673836" y="10187114"/>
              <a:ext cx="160655" cy="36195"/>
            </a:xfrm>
            <a:custGeom>
              <a:avLst/>
              <a:gdLst/>
              <a:ahLst/>
              <a:cxnLst/>
              <a:rect l="l" t="t" r="r" b="b"/>
              <a:pathLst>
                <a:path w="160654" h="36195">
                  <a:moveTo>
                    <a:pt x="160288" y="0"/>
                  </a:moveTo>
                  <a:lnTo>
                    <a:pt x="0" y="0"/>
                  </a:lnTo>
                  <a:lnTo>
                    <a:pt x="0" y="35946"/>
                  </a:lnTo>
                  <a:lnTo>
                    <a:pt x="160288" y="35946"/>
                  </a:lnTo>
                  <a:lnTo>
                    <a:pt x="160288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4614633" y="9599364"/>
              <a:ext cx="1946275" cy="919480"/>
            </a:xfrm>
            <a:custGeom>
              <a:avLst/>
              <a:gdLst/>
              <a:ahLst/>
              <a:cxnLst/>
              <a:rect l="l" t="t" r="r" b="b"/>
              <a:pathLst>
                <a:path w="1946275" h="919479">
                  <a:moveTo>
                    <a:pt x="1946084" y="0"/>
                  </a:moveTo>
                  <a:lnTo>
                    <a:pt x="12725" y="0"/>
                  </a:lnTo>
                  <a:lnTo>
                    <a:pt x="12725" y="50495"/>
                  </a:lnTo>
                  <a:lnTo>
                    <a:pt x="122085" y="50495"/>
                  </a:lnTo>
                  <a:lnTo>
                    <a:pt x="0" y="919314"/>
                  </a:lnTo>
                  <a:lnTo>
                    <a:pt x="31038" y="919314"/>
                  </a:lnTo>
                  <a:lnTo>
                    <a:pt x="139369" y="142862"/>
                  </a:lnTo>
                  <a:lnTo>
                    <a:pt x="247624" y="919314"/>
                  </a:lnTo>
                  <a:lnTo>
                    <a:pt x="278650" y="919314"/>
                  </a:lnTo>
                  <a:lnTo>
                    <a:pt x="156552" y="50495"/>
                  </a:lnTo>
                  <a:lnTo>
                    <a:pt x="1361770" y="50495"/>
                  </a:lnTo>
                  <a:lnTo>
                    <a:pt x="1361770" y="919314"/>
                  </a:lnTo>
                  <a:lnTo>
                    <a:pt x="1946084" y="919314"/>
                  </a:lnTo>
                  <a:lnTo>
                    <a:pt x="1946084" y="50495"/>
                  </a:lnTo>
                  <a:lnTo>
                    <a:pt x="1946084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5976404" y="9649872"/>
              <a:ext cx="584835" cy="664845"/>
            </a:xfrm>
            <a:custGeom>
              <a:avLst/>
              <a:gdLst/>
              <a:ahLst/>
              <a:cxnLst/>
              <a:rect l="l" t="t" r="r" b="b"/>
              <a:pathLst>
                <a:path w="584834" h="664845">
                  <a:moveTo>
                    <a:pt x="395693" y="631913"/>
                  </a:moveTo>
                  <a:lnTo>
                    <a:pt x="195326" y="631913"/>
                  </a:lnTo>
                  <a:lnTo>
                    <a:pt x="195326" y="664641"/>
                  </a:lnTo>
                  <a:lnTo>
                    <a:pt x="395693" y="664641"/>
                  </a:lnTo>
                  <a:lnTo>
                    <a:pt x="395693" y="631913"/>
                  </a:lnTo>
                  <a:close/>
                </a:path>
                <a:path w="584834" h="664845">
                  <a:moveTo>
                    <a:pt x="395693" y="207137"/>
                  </a:moveTo>
                  <a:lnTo>
                    <a:pt x="195326" y="207137"/>
                  </a:lnTo>
                  <a:lnTo>
                    <a:pt x="195326" y="239877"/>
                  </a:lnTo>
                  <a:lnTo>
                    <a:pt x="395693" y="239877"/>
                  </a:lnTo>
                  <a:lnTo>
                    <a:pt x="395693" y="207137"/>
                  </a:lnTo>
                  <a:close/>
                </a:path>
                <a:path w="584834" h="664845">
                  <a:moveTo>
                    <a:pt x="584314" y="422554"/>
                  </a:moveTo>
                  <a:lnTo>
                    <a:pt x="0" y="422554"/>
                  </a:lnTo>
                  <a:lnTo>
                    <a:pt x="0" y="446328"/>
                  </a:lnTo>
                  <a:lnTo>
                    <a:pt x="584314" y="446328"/>
                  </a:lnTo>
                  <a:lnTo>
                    <a:pt x="584314" y="422554"/>
                  </a:lnTo>
                  <a:close/>
                </a:path>
                <a:path w="584834" h="664845">
                  <a:moveTo>
                    <a:pt x="584314" y="0"/>
                  </a:moveTo>
                  <a:lnTo>
                    <a:pt x="0" y="0"/>
                  </a:lnTo>
                  <a:lnTo>
                    <a:pt x="0" y="23876"/>
                  </a:lnTo>
                  <a:lnTo>
                    <a:pt x="584314" y="23876"/>
                  </a:lnTo>
                  <a:lnTo>
                    <a:pt x="584314" y="0"/>
                  </a:lnTo>
                  <a:close/>
                </a:path>
              </a:pathLst>
            </a:custGeom>
            <a:solidFill>
              <a:srgbClr val="3131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4" name="object 18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54377" y="9464011"/>
              <a:ext cx="185763" cy="135357"/>
            </a:xfrm>
            <a:prstGeom prst="rect">
              <a:avLst/>
            </a:prstGeom>
          </p:spPr>
        </p:pic>
      </p:grpSp>
      <p:grpSp>
        <p:nvGrpSpPr>
          <p:cNvPr id="185" name="object 185" descr=""/>
          <p:cNvGrpSpPr/>
          <p:nvPr/>
        </p:nvGrpSpPr>
        <p:grpSpPr>
          <a:xfrm>
            <a:off x="4784432" y="9262554"/>
            <a:ext cx="125730" cy="302260"/>
            <a:chOff x="4784432" y="9262554"/>
            <a:chExt cx="125730" cy="302260"/>
          </a:xfrm>
        </p:grpSpPr>
        <p:sp>
          <p:nvSpPr>
            <p:cNvPr id="186" name="object 186" descr=""/>
            <p:cNvSpPr/>
            <p:nvPr/>
          </p:nvSpPr>
          <p:spPr>
            <a:xfrm>
              <a:off x="4798767" y="9262554"/>
              <a:ext cx="19685" cy="68580"/>
            </a:xfrm>
            <a:custGeom>
              <a:avLst/>
              <a:gdLst/>
              <a:ahLst/>
              <a:cxnLst/>
              <a:rect l="l" t="t" r="r" b="b"/>
              <a:pathLst>
                <a:path w="19685" h="68579">
                  <a:moveTo>
                    <a:pt x="14921" y="0"/>
                  </a:moveTo>
                  <a:lnTo>
                    <a:pt x="4324" y="0"/>
                  </a:lnTo>
                  <a:lnTo>
                    <a:pt x="0" y="4293"/>
                  </a:lnTo>
                  <a:lnTo>
                    <a:pt x="0" y="64196"/>
                  </a:lnTo>
                  <a:lnTo>
                    <a:pt x="4324" y="68552"/>
                  </a:lnTo>
                  <a:lnTo>
                    <a:pt x="14921" y="68552"/>
                  </a:lnTo>
                  <a:lnTo>
                    <a:pt x="19245" y="64196"/>
                  </a:lnTo>
                  <a:lnTo>
                    <a:pt x="19245" y="58846"/>
                  </a:lnTo>
                  <a:lnTo>
                    <a:pt x="19245" y="4293"/>
                  </a:lnTo>
                  <a:lnTo>
                    <a:pt x="14921" y="0"/>
                  </a:lnTo>
                  <a:close/>
                </a:path>
              </a:pathLst>
            </a:custGeom>
            <a:solidFill>
              <a:srgbClr val="0E3E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4784432" y="9308791"/>
              <a:ext cx="125730" cy="255904"/>
            </a:xfrm>
            <a:custGeom>
              <a:avLst/>
              <a:gdLst/>
              <a:ahLst/>
              <a:cxnLst/>
              <a:rect l="l" t="t" r="r" b="b"/>
              <a:pathLst>
                <a:path w="125729" h="255904">
                  <a:moveTo>
                    <a:pt x="100719" y="0"/>
                  </a:moveTo>
                  <a:lnTo>
                    <a:pt x="25014" y="0"/>
                  </a:lnTo>
                  <a:lnTo>
                    <a:pt x="15253" y="1972"/>
                  </a:lnTo>
                  <a:lnTo>
                    <a:pt x="7304" y="7346"/>
                  </a:lnTo>
                  <a:lnTo>
                    <a:pt x="1957" y="15306"/>
                  </a:lnTo>
                  <a:lnTo>
                    <a:pt x="0" y="25035"/>
                  </a:lnTo>
                  <a:lnTo>
                    <a:pt x="0" y="230851"/>
                  </a:lnTo>
                  <a:lnTo>
                    <a:pt x="1957" y="240600"/>
                  </a:lnTo>
                  <a:lnTo>
                    <a:pt x="7304" y="248550"/>
                  </a:lnTo>
                  <a:lnTo>
                    <a:pt x="15253" y="253904"/>
                  </a:lnTo>
                  <a:lnTo>
                    <a:pt x="25014" y="255866"/>
                  </a:lnTo>
                  <a:lnTo>
                    <a:pt x="100719" y="255866"/>
                  </a:lnTo>
                  <a:lnTo>
                    <a:pt x="110410" y="253904"/>
                  </a:lnTo>
                  <a:lnTo>
                    <a:pt x="118336" y="248550"/>
                  </a:lnTo>
                  <a:lnTo>
                    <a:pt x="123687" y="240600"/>
                  </a:lnTo>
                  <a:lnTo>
                    <a:pt x="125650" y="230851"/>
                  </a:lnTo>
                  <a:lnTo>
                    <a:pt x="125650" y="25035"/>
                  </a:lnTo>
                  <a:lnTo>
                    <a:pt x="123687" y="15306"/>
                  </a:lnTo>
                  <a:lnTo>
                    <a:pt x="118336" y="7346"/>
                  </a:lnTo>
                  <a:lnTo>
                    <a:pt x="110410" y="1972"/>
                  </a:lnTo>
                  <a:lnTo>
                    <a:pt x="100719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4798758" y="9342532"/>
              <a:ext cx="97155" cy="186055"/>
            </a:xfrm>
            <a:custGeom>
              <a:avLst/>
              <a:gdLst/>
              <a:ahLst/>
              <a:cxnLst/>
              <a:rect l="l" t="t" r="r" b="b"/>
              <a:pathLst>
                <a:path w="97154" h="186054">
                  <a:moveTo>
                    <a:pt x="19240" y="171894"/>
                  </a:moveTo>
                  <a:lnTo>
                    <a:pt x="0" y="171894"/>
                  </a:lnTo>
                  <a:lnTo>
                    <a:pt x="0" y="185559"/>
                  </a:lnTo>
                  <a:lnTo>
                    <a:pt x="19240" y="185559"/>
                  </a:lnTo>
                  <a:lnTo>
                    <a:pt x="19240" y="171894"/>
                  </a:lnTo>
                  <a:close/>
                </a:path>
                <a:path w="97154" h="186054">
                  <a:moveTo>
                    <a:pt x="19240" y="151333"/>
                  </a:moveTo>
                  <a:lnTo>
                    <a:pt x="0" y="151333"/>
                  </a:lnTo>
                  <a:lnTo>
                    <a:pt x="0" y="164998"/>
                  </a:lnTo>
                  <a:lnTo>
                    <a:pt x="19240" y="164998"/>
                  </a:lnTo>
                  <a:lnTo>
                    <a:pt x="19240" y="151333"/>
                  </a:lnTo>
                  <a:close/>
                </a:path>
                <a:path w="97154" h="186054">
                  <a:moveTo>
                    <a:pt x="19240" y="130746"/>
                  </a:moveTo>
                  <a:lnTo>
                    <a:pt x="0" y="130746"/>
                  </a:lnTo>
                  <a:lnTo>
                    <a:pt x="0" y="144513"/>
                  </a:lnTo>
                  <a:lnTo>
                    <a:pt x="19240" y="144513"/>
                  </a:lnTo>
                  <a:lnTo>
                    <a:pt x="19240" y="130746"/>
                  </a:lnTo>
                  <a:close/>
                </a:path>
                <a:path w="97154" h="186054">
                  <a:moveTo>
                    <a:pt x="19240" y="110210"/>
                  </a:moveTo>
                  <a:lnTo>
                    <a:pt x="0" y="110210"/>
                  </a:lnTo>
                  <a:lnTo>
                    <a:pt x="0" y="123875"/>
                  </a:lnTo>
                  <a:lnTo>
                    <a:pt x="19240" y="123875"/>
                  </a:lnTo>
                  <a:lnTo>
                    <a:pt x="19240" y="110210"/>
                  </a:lnTo>
                  <a:close/>
                </a:path>
                <a:path w="97154" h="186054">
                  <a:moveTo>
                    <a:pt x="19240" y="89611"/>
                  </a:moveTo>
                  <a:lnTo>
                    <a:pt x="0" y="89611"/>
                  </a:lnTo>
                  <a:lnTo>
                    <a:pt x="0" y="103339"/>
                  </a:lnTo>
                  <a:lnTo>
                    <a:pt x="19240" y="103339"/>
                  </a:lnTo>
                  <a:lnTo>
                    <a:pt x="19240" y="89611"/>
                  </a:lnTo>
                  <a:close/>
                </a:path>
                <a:path w="97154" h="186054">
                  <a:moveTo>
                    <a:pt x="45161" y="171894"/>
                  </a:moveTo>
                  <a:lnTo>
                    <a:pt x="25920" y="171894"/>
                  </a:lnTo>
                  <a:lnTo>
                    <a:pt x="25920" y="185559"/>
                  </a:lnTo>
                  <a:lnTo>
                    <a:pt x="45161" y="185559"/>
                  </a:lnTo>
                  <a:lnTo>
                    <a:pt x="45161" y="171894"/>
                  </a:lnTo>
                  <a:close/>
                </a:path>
                <a:path w="97154" h="186054">
                  <a:moveTo>
                    <a:pt x="45161" y="151333"/>
                  </a:moveTo>
                  <a:lnTo>
                    <a:pt x="25920" y="151333"/>
                  </a:lnTo>
                  <a:lnTo>
                    <a:pt x="25920" y="164998"/>
                  </a:lnTo>
                  <a:lnTo>
                    <a:pt x="45161" y="164998"/>
                  </a:lnTo>
                  <a:lnTo>
                    <a:pt x="45161" y="151333"/>
                  </a:lnTo>
                  <a:close/>
                </a:path>
                <a:path w="97154" h="186054">
                  <a:moveTo>
                    <a:pt x="45161" y="130746"/>
                  </a:moveTo>
                  <a:lnTo>
                    <a:pt x="25920" y="130746"/>
                  </a:lnTo>
                  <a:lnTo>
                    <a:pt x="25920" y="144513"/>
                  </a:lnTo>
                  <a:lnTo>
                    <a:pt x="45161" y="144513"/>
                  </a:lnTo>
                  <a:lnTo>
                    <a:pt x="45161" y="130746"/>
                  </a:lnTo>
                  <a:close/>
                </a:path>
                <a:path w="97154" h="186054">
                  <a:moveTo>
                    <a:pt x="45161" y="110210"/>
                  </a:moveTo>
                  <a:lnTo>
                    <a:pt x="25920" y="110210"/>
                  </a:lnTo>
                  <a:lnTo>
                    <a:pt x="25920" y="123875"/>
                  </a:lnTo>
                  <a:lnTo>
                    <a:pt x="45161" y="123875"/>
                  </a:lnTo>
                  <a:lnTo>
                    <a:pt x="45161" y="110210"/>
                  </a:lnTo>
                  <a:close/>
                </a:path>
                <a:path w="97154" h="186054">
                  <a:moveTo>
                    <a:pt x="45161" y="89611"/>
                  </a:moveTo>
                  <a:lnTo>
                    <a:pt x="25920" y="89611"/>
                  </a:lnTo>
                  <a:lnTo>
                    <a:pt x="25920" y="103339"/>
                  </a:lnTo>
                  <a:lnTo>
                    <a:pt x="45161" y="103339"/>
                  </a:lnTo>
                  <a:lnTo>
                    <a:pt x="45161" y="89611"/>
                  </a:lnTo>
                  <a:close/>
                </a:path>
                <a:path w="97154" h="186054">
                  <a:moveTo>
                    <a:pt x="71094" y="171894"/>
                  </a:moveTo>
                  <a:lnTo>
                    <a:pt x="51803" y="171894"/>
                  </a:lnTo>
                  <a:lnTo>
                    <a:pt x="51803" y="185559"/>
                  </a:lnTo>
                  <a:lnTo>
                    <a:pt x="71094" y="185559"/>
                  </a:lnTo>
                  <a:lnTo>
                    <a:pt x="71094" y="171894"/>
                  </a:lnTo>
                  <a:close/>
                </a:path>
                <a:path w="97154" h="186054">
                  <a:moveTo>
                    <a:pt x="71094" y="151333"/>
                  </a:moveTo>
                  <a:lnTo>
                    <a:pt x="51803" y="151333"/>
                  </a:lnTo>
                  <a:lnTo>
                    <a:pt x="51803" y="164998"/>
                  </a:lnTo>
                  <a:lnTo>
                    <a:pt x="71094" y="164998"/>
                  </a:lnTo>
                  <a:lnTo>
                    <a:pt x="71094" y="151333"/>
                  </a:lnTo>
                  <a:close/>
                </a:path>
                <a:path w="97154" h="186054">
                  <a:moveTo>
                    <a:pt x="71094" y="130746"/>
                  </a:moveTo>
                  <a:lnTo>
                    <a:pt x="51803" y="130746"/>
                  </a:lnTo>
                  <a:lnTo>
                    <a:pt x="51803" y="144513"/>
                  </a:lnTo>
                  <a:lnTo>
                    <a:pt x="71094" y="144513"/>
                  </a:lnTo>
                  <a:lnTo>
                    <a:pt x="71094" y="130746"/>
                  </a:lnTo>
                  <a:close/>
                </a:path>
                <a:path w="97154" h="186054">
                  <a:moveTo>
                    <a:pt x="71094" y="110210"/>
                  </a:moveTo>
                  <a:lnTo>
                    <a:pt x="51803" y="110210"/>
                  </a:lnTo>
                  <a:lnTo>
                    <a:pt x="51803" y="123875"/>
                  </a:lnTo>
                  <a:lnTo>
                    <a:pt x="71094" y="123875"/>
                  </a:lnTo>
                  <a:lnTo>
                    <a:pt x="71094" y="110210"/>
                  </a:lnTo>
                  <a:close/>
                </a:path>
                <a:path w="97154" h="186054">
                  <a:moveTo>
                    <a:pt x="71094" y="89611"/>
                  </a:moveTo>
                  <a:lnTo>
                    <a:pt x="51803" y="89611"/>
                  </a:lnTo>
                  <a:lnTo>
                    <a:pt x="51803" y="103339"/>
                  </a:lnTo>
                  <a:lnTo>
                    <a:pt x="71094" y="103339"/>
                  </a:lnTo>
                  <a:lnTo>
                    <a:pt x="71094" y="89611"/>
                  </a:lnTo>
                  <a:close/>
                </a:path>
                <a:path w="97154" h="186054">
                  <a:moveTo>
                    <a:pt x="97015" y="171894"/>
                  </a:moveTo>
                  <a:lnTo>
                    <a:pt x="77762" y="171894"/>
                  </a:lnTo>
                  <a:lnTo>
                    <a:pt x="77762" y="185559"/>
                  </a:lnTo>
                  <a:lnTo>
                    <a:pt x="97015" y="185559"/>
                  </a:lnTo>
                  <a:lnTo>
                    <a:pt x="97015" y="171894"/>
                  </a:lnTo>
                  <a:close/>
                </a:path>
                <a:path w="97154" h="186054">
                  <a:moveTo>
                    <a:pt x="97015" y="151333"/>
                  </a:moveTo>
                  <a:lnTo>
                    <a:pt x="77762" y="151333"/>
                  </a:lnTo>
                  <a:lnTo>
                    <a:pt x="77762" y="164998"/>
                  </a:lnTo>
                  <a:lnTo>
                    <a:pt x="97015" y="164998"/>
                  </a:lnTo>
                  <a:lnTo>
                    <a:pt x="97015" y="151333"/>
                  </a:lnTo>
                  <a:close/>
                </a:path>
                <a:path w="97154" h="186054">
                  <a:moveTo>
                    <a:pt x="97015" y="130746"/>
                  </a:moveTo>
                  <a:lnTo>
                    <a:pt x="77762" y="130746"/>
                  </a:lnTo>
                  <a:lnTo>
                    <a:pt x="77762" y="144513"/>
                  </a:lnTo>
                  <a:lnTo>
                    <a:pt x="97015" y="144513"/>
                  </a:lnTo>
                  <a:lnTo>
                    <a:pt x="97015" y="130746"/>
                  </a:lnTo>
                  <a:close/>
                </a:path>
                <a:path w="97154" h="186054">
                  <a:moveTo>
                    <a:pt x="97015" y="110210"/>
                  </a:moveTo>
                  <a:lnTo>
                    <a:pt x="77762" y="110210"/>
                  </a:lnTo>
                  <a:lnTo>
                    <a:pt x="77762" y="123875"/>
                  </a:lnTo>
                  <a:lnTo>
                    <a:pt x="97015" y="123875"/>
                  </a:lnTo>
                  <a:lnTo>
                    <a:pt x="97015" y="110210"/>
                  </a:lnTo>
                  <a:close/>
                </a:path>
                <a:path w="97154" h="186054">
                  <a:moveTo>
                    <a:pt x="97015" y="89611"/>
                  </a:moveTo>
                  <a:lnTo>
                    <a:pt x="77762" y="89611"/>
                  </a:lnTo>
                  <a:lnTo>
                    <a:pt x="77762" y="103339"/>
                  </a:lnTo>
                  <a:lnTo>
                    <a:pt x="97015" y="103339"/>
                  </a:lnTo>
                  <a:lnTo>
                    <a:pt x="97015" y="89611"/>
                  </a:lnTo>
                  <a:close/>
                </a:path>
                <a:path w="97154" h="186054">
                  <a:moveTo>
                    <a:pt x="97015" y="0"/>
                  </a:moveTo>
                  <a:lnTo>
                    <a:pt x="0" y="0"/>
                  </a:lnTo>
                  <a:lnTo>
                    <a:pt x="0" y="79717"/>
                  </a:lnTo>
                  <a:lnTo>
                    <a:pt x="97015" y="79717"/>
                  </a:lnTo>
                  <a:lnTo>
                    <a:pt x="97015" y="0"/>
                  </a:lnTo>
                  <a:close/>
                </a:path>
              </a:pathLst>
            </a:custGeom>
            <a:solidFill>
              <a:srgbClr val="92D2E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9" name="object 189" descr=""/>
          <p:cNvGrpSpPr/>
          <p:nvPr/>
        </p:nvGrpSpPr>
        <p:grpSpPr>
          <a:xfrm>
            <a:off x="5102182" y="8882239"/>
            <a:ext cx="850265" cy="717550"/>
            <a:chOff x="5102182" y="8882239"/>
            <a:chExt cx="850265" cy="717550"/>
          </a:xfrm>
        </p:grpSpPr>
        <p:sp>
          <p:nvSpPr>
            <p:cNvPr id="190" name="object 190" descr=""/>
            <p:cNvSpPr/>
            <p:nvPr/>
          </p:nvSpPr>
          <p:spPr>
            <a:xfrm>
              <a:off x="5102182" y="8882240"/>
              <a:ext cx="850265" cy="548005"/>
            </a:xfrm>
            <a:custGeom>
              <a:avLst/>
              <a:gdLst/>
              <a:ahLst/>
              <a:cxnLst/>
              <a:rect l="l" t="t" r="r" b="b"/>
              <a:pathLst>
                <a:path w="850264" h="548004">
                  <a:moveTo>
                    <a:pt x="821880" y="0"/>
                  </a:moveTo>
                  <a:lnTo>
                    <a:pt x="27946" y="0"/>
                  </a:lnTo>
                  <a:lnTo>
                    <a:pt x="17064" y="2196"/>
                  </a:lnTo>
                  <a:lnTo>
                    <a:pt x="8181" y="8189"/>
                  </a:lnTo>
                  <a:lnTo>
                    <a:pt x="2194" y="17082"/>
                  </a:lnTo>
                  <a:lnTo>
                    <a:pt x="0" y="27978"/>
                  </a:lnTo>
                  <a:lnTo>
                    <a:pt x="0" y="519575"/>
                  </a:lnTo>
                  <a:lnTo>
                    <a:pt x="2194" y="530465"/>
                  </a:lnTo>
                  <a:lnTo>
                    <a:pt x="8181" y="539373"/>
                  </a:lnTo>
                  <a:lnTo>
                    <a:pt x="17064" y="545388"/>
                  </a:lnTo>
                  <a:lnTo>
                    <a:pt x="27946" y="547595"/>
                  </a:lnTo>
                  <a:lnTo>
                    <a:pt x="821880" y="547595"/>
                  </a:lnTo>
                  <a:lnTo>
                    <a:pt x="832771" y="545388"/>
                  </a:lnTo>
                  <a:lnTo>
                    <a:pt x="841653" y="539373"/>
                  </a:lnTo>
                  <a:lnTo>
                    <a:pt x="847635" y="530465"/>
                  </a:lnTo>
                  <a:lnTo>
                    <a:pt x="849827" y="519575"/>
                  </a:lnTo>
                  <a:lnTo>
                    <a:pt x="849827" y="27978"/>
                  </a:lnTo>
                  <a:lnTo>
                    <a:pt x="847635" y="17082"/>
                  </a:lnTo>
                  <a:lnTo>
                    <a:pt x="841653" y="8189"/>
                  </a:lnTo>
                  <a:lnTo>
                    <a:pt x="832771" y="2196"/>
                  </a:lnTo>
                  <a:lnTo>
                    <a:pt x="821880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5102182" y="8882239"/>
              <a:ext cx="850265" cy="483870"/>
            </a:xfrm>
            <a:custGeom>
              <a:avLst/>
              <a:gdLst/>
              <a:ahLst/>
              <a:cxnLst/>
              <a:rect l="l" t="t" r="r" b="b"/>
              <a:pathLst>
                <a:path w="850264" h="483870">
                  <a:moveTo>
                    <a:pt x="821880" y="0"/>
                  </a:moveTo>
                  <a:lnTo>
                    <a:pt x="27946" y="0"/>
                  </a:lnTo>
                  <a:lnTo>
                    <a:pt x="17064" y="2196"/>
                  </a:lnTo>
                  <a:lnTo>
                    <a:pt x="8181" y="8189"/>
                  </a:lnTo>
                  <a:lnTo>
                    <a:pt x="2194" y="17082"/>
                  </a:lnTo>
                  <a:lnTo>
                    <a:pt x="0" y="27978"/>
                  </a:lnTo>
                  <a:lnTo>
                    <a:pt x="0" y="483859"/>
                  </a:lnTo>
                  <a:lnTo>
                    <a:pt x="849827" y="483859"/>
                  </a:lnTo>
                  <a:lnTo>
                    <a:pt x="849827" y="27978"/>
                  </a:lnTo>
                  <a:lnTo>
                    <a:pt x="847635" y="17082"/>
                  </a:lnTo>
                  <a:lnTo>
                    <a:pt x="841653" y="8189"/>
                  </a:lnTo>
                  <a:lnTo>
                    <a:pt x="832771" y="2196"/>
                  </a:lnTo>
                  <a:lnTo>
                    <a:pt x="821880" y="0"/>
                  </a:lnTo>
                  <a:close/>
                </a:path>
              </a:pathLst>
            </a:custGeom>
            <a:solidFill>
              <a:srgbClr val="0E3E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5133372" y="8913665"/>
              <a:ext cx="787400" cy="422909"/>
            </a:xfrm>
            <a:custGeom>
              <a:avLst/>
              <a:gdLst/>
              <a:ahLst/>
              <a:cxnLst/>
              <a:rect l="l" t="t" r="r" b="b"/>
              <a:pathLst>
                <a:path w="787400" h="422909">
                  <a:moveTo>
                    <a:pt x="787400" y="0"/>
                  </a:moveTo>
                  <a:lnTo>
                    <a:pt x="0" y="0"/>
                  </a:lnTo>
                  <a:lnTo>
                    <a:pt x="0" y="422636"/>
                  </a:lnTo>
                  <a:lnTo>
                    <a:pt x="787400" y="422636"/>
                  </a:lnTo>
                  <a:lnTo>
                    <a:pt x="787400" y="0"/>
                  </a:lnTo>
                  <a:close/>
                </a:path>
              </a:pathLst>
            </a:custGeom>
            <a:solidFill>
              <a:srgbClr val="707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5336218" y="9429838"/>
              <a:ext cx="356870" cy="132715"/>
            </a:xfrm>
            <a:custGeom>
              <a:avLst/>
              <a:gdLst/>
              <a:ahLst/>
              <a:cxnLst/>
              <a:rect l="l" t="t" r="r" b="b"/>
              <a:pathLst>
                <a:path w="356870" h="132715">
                  <a:moveTo>
                    <a:pt x="249175" y="0"/>
                  </a:moveTo>
                  <a:lnTo>
                    <a:pt x="100311" y="0"/>
                  </a:lnTo>
                  <a:lnTo>
                    <a:pt x="100541" y="31088"/>
                  </a:lnTo>
                  <a:lnTo>
                    <a:pt x="91128" y="67543"/>
                  </a:lnTo>
                  <a:lnTo>
                    <a:pt x="67060" y="95384"/>
                  </a:lnTo>
                  <a:lnTo>
                    <a:pt x="34598" y="116385"/>
                  </a:lnTo>
                  <a:lnTo>
                    <a:pt x="0" y="132320"/>
                  </a:lnTo>
                  <a:lnTo>
                    <a:pt x="356554" y="132320"/>
                  </a:lnTo>
                  <a:lnTo>
                    <a:pt x="320854" y="116146"/>
                  </a:lnTo>
                  <a:lnTo>
                    <a:pt x="285988" y="94748"/>
                  </a:lnTo>
                  <a:lnTo>
                    <a:pt x="259521" y="66828"/>
                  </a:lnTo>
                  <a:lnTo>
                    <a:pt x="249018" y="31088"/>
                  </a:lnTo>
                  <a:lnTo>
                    <a:pt x="249175" y="0"/>
                  </a:lnTo>
                  <a:close/>
                </a:path>
              </a:pathLst>
            </a:custGeom>
            <a:solidFill>
              <a:srgbClr val="D0D2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5336224" y="9562158"/>
              <a:ext cx="356870" cy="37465"/>
            </a:xfrm>
            <a:custGeom>
              <a:avLst/>
              <a:gdLst/>
              <a:ahLst/>
              <a:cxnLst/>
              <a:rect l="l" t="t" r="r" b="b"/>
              <a:pathLst>
                <a:path w="356870" h="37465">
                  <a:moveTo>
                    <a:pt x="356554" y="0"/>
                  </a:moveTo>
                  <a:lnTo>
                    <a:pt x="0" y="0"/>
                  </a:lnTo>
                  <a:lnTo>
                    <a:pt x="0" y="37213"/>
                  </a:lnTo>
                  <a:lnTo>
                    <a:pt x="356554" y="37213"/>
                  </a:lnTo>
                  <a:lnTo>
                    <a:pt x="356554" y="0"/>
                  </a:lnTo>
                  <a:close/>
                </a:path>
              </a:pathLst>
            </a:custGeom>
            <a:solidFill>
              <a:srgbClr val="31313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5" name="object 195" descr=""/>
          <p:cNvGrpSpPr/>
          <p:nvPr/>
        </p:nvGrpSpPr>
        <p:grpSpPr>
          <a:xfrm>
            <a:off x="6032731" y="9204116"/>
            <a:ext cx="307340" cy="394970"/>
            <a:chOff x="6032731" y="9204116"/>
            <a:chExt cx="307340" cy="394970"/>
          </a:xfrm>
        </p:grpSpPr>
        <p:pic>
          <p:nvPicPr>
            <p:cNvPr id="196" name="object 19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071234" y="9372253"/>
              <a:ext cx="268570" cy="199145"/>
            </a:xfrm>
            <a:prstGeom prst="rect">
              <a:avLst/>
            </a:prstGeom>
          </p:spPr>
        </p:pic>
        <p:sp>
          <p:nvSpPr>
            <p:cNvPr id="197" name="object 197" descr=""/>
            <p:cNvSpPr/>
            <p:nvPr/>
          </p:nvSpPr>
          <p:spPr>
            <a:xfrm>
              <a:off x="6032731" y="9571397"/>
              <a:ext cx="286385" cy="27940"/>
            </a:xfrm>
            <a:custGeom>
              <a:avLst/>
              <a:gdLst/>
              <a:ahLst/>
              <a:cxnLst/>
              <a:rect l="l" t="t" r="r" b="b"/>
              <a:pathLst>
                <a:path w="286385" h="27940">
                  <a:moveTo>
                    <a:pt x="286378" y="0"/>
                  </a:moveTo>
                  <a:lnTo>
                    <a:pt x="0" y="0"/>
                  </a:lnTo>
                  <a:lnTo>
                    <a:pt x="28673" y="11371"/>
                  </a:lnTo>
                  <a:lnTo>
                    <a:pt x="62804" y="20033"/>
                  </a:lnTo>
                  <a:lnTo>
                    <a:pt x="101341" y="25550"/>
                  </a:lnTo>
                  <a:lnTo>
                    <a:pt x="143231" y="27486"/>
                  </a:lnTo>
                  <a:lnTo>
                    <a:pt x="185044" y="25550"/>
                  </a:lnTo>
                  <a:lnTo>
                    <a:pt x="223549" y="20033"/>
                  </a:lnTo>
                  <a:lnTo>
                    <a:pt x="257681" y="11371"/>
                  </a:lnTo>
                  <a:lnTo>
                    <a:pt x="286378" y="0"/>
                  </a:lnTo>
                  <a:close/>
                </a:path>
              </a:pathLst>
            </a:custGeom>
            <a:solidFill>
              <a:srgbClr val="DBDCD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8" name="object 19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110659" y="9204116"/>
              <a:ext cx="128224" cy="157607"/>
            </a:xfrm>
            <a:prstGeom prst="rect">
              <a:avLst/>
            </a:prstGeom>
          </p:spPr>
        </p:pic>
      </p:grpSp>
      <p:sp>
        <p:nvSpPr>
          <p:cNvPr id="199" name="object 199" descr=""/>
          <p:cNvSpPr/>
          <p:nvPr/>
        </p:nvSpPr>
        <p:spPr>
          <a:xfrm>
            <a:off x="7722697" y="2203076"/>
            <a:ext cx="943610" cy="671830"/>
          </a:xfrm>
          <a:custGeom>
            <a:avLst/>
            <a:gdLst/>
            <a:ahLst/>
            <a:cxnLst/>
            <a:rect l="l" t="t" r="r" b="b"/>
            <a:pathLst>
              <a:path w="943609" h="671830">
                <a:moveTo>
                  <a:pt x="800216" y="0"/>
                </a:moveTo>
                <a:lnTo>
                  <a:pt x="143168" y="0"/>
                </a:lnTo>
                <a:lnTo>
                  <a:pt x="97909" y="7287"/>
                </a:lnTo>
                <a:lnTo>
                  <a:pt x="58607" y="27580"/>
                </a:lnTo>
                <a:lnTo>
                  <a:pt x="27618" y="58524"/>
                </a:lnTo>
                <a:lnTo>
                  <a:pt x="7297" y="97764"/>
                </a:lnTo>
                <a:lnTo>
                  <a:pt x="0" y="142948"/>
                </a:lnTo>
                <a:lnTo>
                  <a:pt x="0" y="671487"/>
                </a:lnTo>
                <a:lnTo>
                  <a:pt x="943384" y="671487"/>
                </a:lnTo>
                <a:lnTo>
                  <a:pt x="943384" y="142948"/>
                </a:lnTo>
                <a:lnTo>
                  <a:pt x="936087" y="97764"/>
                </a:lnTo>
                <a:lnTo>
                  <a:pt x="915766" y="58524"/>
                </a:lnTo>
                <a:lnTo>
                  <a:pt x="884777" y="27580"/>
                </a:lnTo>
                <a:lnTo>
                  <a:pt x="845475" y="7287"/>
                </a:lnTo>
                <a:lnTo>
                  <a:pt x="800216" y="0"/>
                </a:lnTo>
                <a:close/>
              </a:path>
            </a:pathLst>
          </a:custGeom>
          <a:solidFill>
            <a:srgbClr val="6071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 descr=""/>
          <p:cNvSpPr/>
          <p:nvPr/>
        </p:nvSpPr>
        <p:spPr>
          <a:xfrm>
            <a:off x="7669255" y="3236595"/>
            <a:ext cx="99060" cy="163830"/>
          </a:xfrm>
          <a:custGeom>
            <a:avLst/>
            <a:gdLst/>
            <a:ahLst/>
            <a:cxnLst/>
            <a:rect l="l" t="t" r="r" b="b"/>
            <a:pathLst>
              <a:path w="99059" h="163829">
                <a:moveTo>
                  <a:pt x="98897" y="0"/>
                </a:moveTo>
                <a:lnTo>
                  <a:pt x="0" y="0"/>
                </a:lnTo>
                <a:lnTo>
                  <a:pt x="32983" y="163712"/>
                </a:lnTo>
                <a:lnTo>
                  <a:pt x="65914" y="163712"/>
                </a:lnTo>
                <a:lnTo>
                  <a:pt x="98897" y="0"/>
                </a:lnTo>
                <a:close/>
              </a:path>
            </a:pathLst>
          </a:custGeom>
          <a:solidFill>
            <a:srgbClr val="4442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 descr=""/>
          <p:cNvSpPr/>
          <p:nvPr/>
        </p:nvSpPr>
        <p:spPr>
          <a:xfrm>
            <a:off x="8620587" y="3236595"/>
            <a:ext cx="99060" cy="163830"/>
          </a:xfrm>
          <a:custGeom>
            <a:avLst/>
            <a:gdLst/>
            <a:ahLst/>
            <a:cxnLst/>
            <a:rect l="l" t="t" r="r" b="b"/>
            <a:pathLst>
              <a:path w="99059" h="163829">
                <a:moveTo>
                  <a:pt x="98928" y="0"/>
                </a:moveTo>
                <a:lnTo>
                  <a:pt x="0" y="0"/>
                </a:lnTo>
                <a:lnTo>
                  <a:pt x="32930" y="163712"/>
                </a:lnTo>
                <a:lnTo>
                  <a:pt x="65997" y="163712"/>
                </a:lnTo>
                <a:lnTo>
                  <a:pt x="98928" y="0"/>
                </a:lnTo>
                <a:close/>
              </a:path>
            </a:pathLst>
          </a:custGeom>
          <a:solidFill>
            <a:srgbClr val="4442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 descr=""/>
          <p:cNvSpPr/>
          <p:nvPr/>
        </p:nvSpPr>
        <p:spPr>
          <a:xfrm>
            <a:off x="7783245" y="3236592"/>
            <a:ext cx="99060" cy="162560"/>
          </a:xfrm>
          <a:custGeom>
            <a:avLst/>
            <a:gdLst/>
            <a:ahLst/>
            <a:cxnLst/>
            <a:rect l="l" t="t" r="r" b="b"/>
            <a:pathLst>
              <a:path w="99059" h="162560">
                <a:moveTo>
                  <a:pt x="98981" y="0"/>
                </a:moveTo>
                <a:lnTo>
                  <a:pt x="0" y="0"/>
                </a:lnTo>
                <a:lnTo>
                  <a:pt x="32972" y="162361"/>
                </a:lnTo>
                <a:lnTo>
                  <a:pt x="65956" y="162361"/>
                </a:lnTo>
                <a:lnTo>
                  <a:pt x="98981" y="0"/>
                </a:lnTo>
                <a:close/>
              </a:path>
            </a:pathLst>
          </a:custGeom>
          <a:solidFill>
            <a:srgbClr val="3331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 descr=""/>
          <p:cNvSpPr/>
          <p:nvPr/>
        </p:nvSpPr>
        <p:spPr>
          <a:xfrm>
            <a:off x="8506598" y="3236592"/>
            <a:ext cx="99060" cy="162560"/>
          </a:xfrm>
          <a:custGeom>
            <a:avLst/>
            <a:gdLst/>
            <a:ahLst/>
            <a:cxnLst/>
            <a:rect l="l" t="t" r="r" b="b"/>
            <a:pathLst>
              <a:path w="99059" h="162560">
                <a:moveTo>
                  <a:pt x="98981" y="0"/>
                </a:moveTo>
                <a:lnTo>
                  <a:pt x="0" y="0"/>
                </a:lnTo>
                <a:lnTo>
                  <a:pt x="32983" y="162361"/>
                </a:lnTo>
                <a:lnTo>
                  <a:pt x="65956" y="162361"/>
                </a:lnTo>
                <a:lnTo>
                  <a:pt x="98981" y="0"/>
                </a:lnTo>
                <a:close/>
              </a:path>
            </a:pathLst>
          </a:custGeom>
          <a:solidFill>
            <a:srgbClr val="3331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4" name="object 204" descr=""/>
          <p:cNvGrpSpPr/>
          <p:nvPr/>
        </p:nvGrpSpPr>
        <p:grpSpPr>
          <a:xfrm>
            <a:off x="7430985" y="2642271"/>
            <a:ext cx="292100" cy="598805"/>
            <a:chOff x="7430985" y="2642271"/>
            <a:chExt cx="292100" cy="598805"/>
          </a:xfrm>
        </p:grpSpPr>
        <p:sp>
          <p:nvSpPr>
            <p:cNvPr id="205" name="object 205" descr=""/>
            <p:cNvSpPr/>
            <p:nvPr/>
          </p:nvSpPr>
          <p:spPr>
            <a:xfrm>
              <a:off x="7430985" y="2642271"/>
              <a:ext cx="292100" cy="598805"/>
            </a:xfrm>
            <a:custGeom>
              <a:avLst/>
              <a:gdLst/>
              <a:ahLst/>
              <a:cxnLst/>
              <a:rect l="l" t="t" r="r" b="b"/>
              <a:pathLst>
                <a:path w="292100" h="598805">
                  <a:moveTo>
                    <a:pt x="291708" y="0"/>
                  </a:moveTo>
                  <a:lnTo>
                    <a:pt x="171701" y="0"/>
                  </a:lnTo>
                  <a:lnTo>
                    <a:pt x="153017" y="1957"/>
                  </a:lnTo>
                  <a:lnTo>
                    <a:pt x="106360" y="48699"/>
                  </a:lnTo>
                  <a:lnTo>
                    <a:pt x="83336" y="80746"/>
                  </a:lnTo>
                  <a:lnTo>
                    <a:pt x="54515" y="124997"/>
                  </a:lnTo>
                  <a:lnTo>
                    <a:pt x="16449" y="187449"/>
                  </a:lnTo>
                  <a:lnTo>
                    <a:pt x="9572" y="198267"/>
                  </a:lnTo>
                  <a:lnTo>
                    <a:pt x="4396" y="210127"/>
                  </a:lnTo>
                  <a:lnTo>
                    <a:pt x="1134" y="222862"/>
                  </a:lnTo>
                  <a:lnTo>
                    <a:pt x="95" y="235176"/>
                  </a:lnTo>
                  <a:lnTo>
                    <a:pt x="0" y="451933"/>
                  </a:lnTo>
                  <a:lnTo>
                    <a:pt x="34100" y="548143"/>
                  </a:lnTo>
                  <a:lnTo>
                    <a:pt x="109122" y="589720"/>
                  </a:lnTo>
                  <a:lnTo>
                    <a:pt x="184143" y="598588"/>
                  </a:lnTo>
                  <a:lnTo>
                    <a:pt x="218244" y="596672"/>
                  </a:lnTo>
                  <a:lnTo>
                    <a:pt x="213061" y="596672"/>
                  </a:lnTo>
                  <a:lnTo>
                    <a:pt x="193502" y="592721"/>
                  </a:lnTo>
                  <a:lnTo>
                    <a:pt x="177526" y="581949"/>
                  </a:lnTo>
                  <a:lnTo>
                    <a:pt x="166752" y="565976"/>
                  </a:lnTo>
                  <a:lnTo>
                    <a:pt x="162801" y="546423"/>
                  </a:lnTo>
                  <a:lnTo>
                    <a:pt x="162801" y="395925"/>
                  </a:lnTo>
                  <a:lnTo>
                    <a:pt x="163366" y="392082"/>
                  </a:lnTo>
                  <a:lnTo>
                    <a:pt x="163535" y="391433"/>
                  </a:lnTo>
                  <a:lnTo>
                    <a:pt x="162675" y="391433"/>
                  </a:lnTo>
                  <a:lnTo>
                    <a:pt x="162759" y="239228"/>
                  </a:lnTo>
                  <a:lnTo>
                    <a:pt x="162895" y="237793"/>
                  </a:lnTo>
                  <a:lnTo>
                    <a:pt x="162843" y="236003"/>
                  </a:lnTo>
                  <a:lnTo>
                    <a:pt x="162843" y="235176"/>
                  </a:lnTo>
                  <a:lnTo>
                    <a:pt x="163361" y="235176"/>
                  </a:lnTo>
                  <a:lnTo>
                    <a:pt x="291708" y="30491"/>
                  </a:lnTo>
                  <a:lnTo>
                    <a:pt x="291708" y="0"/>
                  </a:lnTo>
                  <a:close/>
                </a:path>
                <a:path w="292100" h="598805">
                  <a:moveTo>
                    <a:pt x="164330" y="388375"/>
                  </a:moveTo>
                  <a:lnTo>
                    <a:pt x="162675" y="391433"/>
                  </a:lnTo>
                  <a:lnTo>
                    <a:pt x="163535" y="391433"/>
                  </a:lnTo>
                  <a:lnTo>
                    <a:pt x="164330" y="388375"/>
                  </a:lnTo>
                  <a:close/>
                </a:path>
                <a:path w="292100" h="598805">
                  <a:moveTo>
                    <a:pt x="162891" y="235927"/>
                  </a:moveTo>
                  <a:close/>
                </a:path>
                <a:path w="292100" h="598805">
                  <a:moveTo>
                    <a:pt x="163361" y="235176"/>
                  </a:moveTo>
                  <a:lnTo>
                    <a:pt x="162843" y="235176"/>
                  </a:lnTo>
                  <a:lnTo>
                    <a:pt x="162891" y="235927"/>
                  </a:lnTo>
                  <a:lnTo>
                    <a:pt x="163361" y="235176"/>
                  </a:lnTo>
                  <a:close/>
                </a:path>
              </a:pathLst>
            </a:custGeom>
            <a:solidFill>
              <a:srgbClr val="536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7593662" y="2672759"/>
              <a:ext cx="129539" cy="361315"/>
            </a:xfrm>
            <a:custGeom>
              <a:avLst/>
              <a:gdLst/>
              <a:ahLst/>
              <a:cxnLst/>
              <a:rect l="l" t="t" r="r" b="b"/>
              <a:pathLst>
                <a:path w="129540" h="361314">
                  <a:moveTo>
                    <a:pt x="129032" y="0"/>
                  </a:moveTo>
                  <a:lnTo>
                    <a:pt x="0" y="205815"/>
                  </a:lnTo>
                  <a:lnTo>
                    <a:pt x="0" y="360941"/>
                  </a:lnTo>
                  <a:lnTo>
                    <a:pt x="303" y="360543"/>
                  </a:lnTo>
                  <a:lnTo>
                    <a:pt x="718" y="352091"/>
                  </a:lnTo>
                  <a:lnTo>
                    <a:pt x="2160" y="341755"/>
                  </a:lnTo>
                  <a:lnTo>
                    <a:pt x="48285" y="265963"/>
                  </a:lnTo>
                  <a:lnTo>
                    <a:pt x="84395" y="234221"/>
                  </a:lnTo>
                  <a:lnTo>
                    <a:pt x="112801" y="216197"/>
                  </a:lnTo>
                  <a:lnTo>
                    <a:pt x="127901" y="204077"/>
                  </a:lnTo>
                  <a:lnTo>
                    <a:pt x="129032" y="201805"/>
                  </a:lnTo>
                  <a:lnTo>
                    <a:pt x="129032" y="0"/>
                  </a:lnTo>
                  <a:close/>
                </a:path>
              </a:pathLst>
            </a:custGeom>
            <a:solidFill>
              <a:srgbClr val="384D8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7" name="object 207" descr=""/>
          <p:cNvGrpSpPr/>
          <p:nvPr/>
        </p:nvGrpSpPr>
        <p:grpSpPr>
          <a:xfrm>
            <a:off x="7593788" y="2642272"/>
            <a:ext cx="1363980" cy="611505"/>
            <a:chOff x="7593788" y="2642272"/>
            <a:chExt cx="1363980" cy="611505"/>
          </a:xfrm>
        </p:grpSpPr>
        <p:sp>
          <p:nvSpPr>
            <p:cNvPr id="208" name="object 208" descr=""/>
            <p:cNvSpPr/>
            <p:nvPr/>
          </p:nvSpPr>
          <p:spPr>
            <a:xfrm>
              <a:off x="8665952" y="2642272"/>
              <a:ext cx="292100" cy="611505"/>
            </a:xfrm>
            <a:custGeom>
              <a:avLst/>
              <a:gdLst/>
              <a:ahLst/>
              <a:cxnLst/>
              <a:rect l="l" t="t" r="r" b="b"/>
              <a:pathLst>
                <a:path w="292100" h="611504">
                  <a:moveTo>
                    <a:pt x="127378" y="388375"/>
                  </a:moveTo>
                  <a:lnTo>
                    <a:pt x="128289" y="392082"/>
                  </a:lnTo>
                  <a:lnTo>
                    <a:pt x="128865" y="395925"/>
                  </a:lnTo>
                  <a:lnTo>
                    <a:pt x="128865" y="546423"/>
                  </a:lnTo>
                  <a:lnTo>
                    <a:pt x="124920" y="565976"/>
                  </a:lnTo>
                  <a:lnTo>
                    <a:pt x="114162" y="581949"/>
                  </a:lnTo>
                  <a:lnTo>
                    <a:pt x="98203" y="592721"/>
                  </a:lnTo>
                  <a:lnTo>
                    <a:pt x="78657" y="596672"/>
                  </a:lnTo>
                  <a:lnTo>
                    <a:pt x="73421" y="596672"/>
                  </a:lnTo>
                  <a:lnTo>
                    <a:pt x="199594" y="611120"/>
                  </a:lnTo>
                  <a:lnTo>
                    <a:pt x="264385" y="600859"/>
                  </a:lnTo>
                  <a:lnTo>
                    <a:pt x="288256" y="552320"/>
                  </a:lnTo>
                  <a:lnTo>
                    <a:pt x="291666" y="451933"/>
                  </a:lnTo>
                  <a:lnTo>
                    <a:pt x="291666" y="391433"/>
                  </a:lnTo>
                  <a:lnTo>
                    <a:pt x="128990" y="391433"/>
                  </a:lnTo>
                  <a:lnTo>
                    <a:pt x="127378" y="388375"/>
                  </a:lnTo>
                  <a:close/>
                </a:path>
                <a:path w="292100" h="611504">
                  <a:moveTo>
                    <a:pt x="291571" y="235165"/>
                  </a:moveTo>
                  <a:lnTo>
                    <a:pt x="128812" y="235165"/>
                  </a:lnTo>
                  <a:lnTo>
                    <a:pt x="128729" y="237783"/>
                  </a:lnTo>
                  <a:lnTo>
                    <a:pt x="128907" y="239228"/>
                  </a:lnTo>
                  <a:lnTo>
                    <a:pt x="128990" y="391433"/>
                  </a:lnTo>
                  <a:lnTo>
                    <a:pt x="291666" y="391433"/>
                  </a:lnTo>
                  <a:lnTo>
                    <a:pt x="291571" y="235165"/>
                  </a:lnTo>
                  <a:close/>
                </a:path>
                <a:path w="292100" h="611504">
                  <a:moveTo>
                    <a:pt x="119923" y="0"/>
                  </a:moveTo>
                  <a:lnTo>
                    <a:pt x="0" y="0"/>
                  </a:lnTo>
                  <a:lnTo>
                    <a:pt x="0" y="30491"/>
                  </a:lnTo>
                  <a:lnTo>
                    <a:pt x="128729" y="236003"/>
                  </a:lnTo>
                  <a:lnTo>
                    <a:pt x="128812" y="235165"/>
                  </a:lnTo>
                  <a:lnTo>
                    <a:pt x="291571" y="235165"/>
                  </a:lnTo>
                  <a:lnTo>
                    <a:pt x="290544" y="222862"/>
                  </a:lnTo>
                  <a:lnTo>
                    <a:pt x="287306" y="210127"/>
                  </a:lnTo>
                  <a:lnTo>
                    <a:pt x="282147" y="198267"/>
                  </a:lnTo>
                  <a:lnTo>
                    <a:pt x="275258" y="187449"/>
                  </a:lnTo>
                  <a:lnTo>
                    <a:pt x="237146" y="124997"/>
                  </a:lnTo>
                  <a:lnTo>
                    <a:pt x="208315" y="80746"/>
                  </a:lnTo>
                  <a:lnTo>
                    <a:pt x="185299" y="48699"/>
                  </a:lnTo>
                  <a:lnTo>
                    <a:pt x="157951" y="14444"/>
                  </a:lnTo>
                  <a:lnTo>
                    <a:pt x="138621" y="1957"/>
                  </a:lnTo>
                  <a:lnTo>
                    <a:pt x="119923" y="0"/>
                  </a:lnTo>
                  <a:close/>
                </a:path>
              </a:pathLst>
            </a:custGeom>
            <a:solidFill>
              <a:srgbClr val="536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8665951" y="2672759"/>
              <a:ext cx="129539" cy="361315"/>
            </a:xfrm>
            <a:custGeom>
              <a:avLst/>
              <a:gdLst/>
              <a:ahLst/>
              <a:cxnLst/>
              <a:rect l="l" t="t" r="r" b="b"/>
              <a:pathLst>
                <a:path w="129540" h="361314">
                  <a:moveTo>
                    <a:pt x="0" y="0"/>
                  </a:moveTo>
                  <a:lnTo>
                    <a:pt x="0" y="201805"/>
                  </a:lnTo>
                  <a:lnTo>
                    <a:pt x="1088" y="204077"/>
                  </a:lnTo>
                  <a:lnTo>
                    <a:pt x="16190" y="216197"/>
                  </a:lnTo>
                  <a:lnTo>
                    <a:pt x="44600" y="234221"/>
                  </a:lnTo>
                  <a:lnTo>
                    <a:pt x="80723" y="265963"/>
                  </a:lnTo>
                  <a:lnTo>
                    <a:pt x="118959" y="319236"/>
                  </a:lnTo>
                  <a:lnTo>
                    <a:pt x="128729" y="360543"/>
                  </a:lnTo>
                  <a:lnTo>
                    <a:pt x="128990" y="360941"/>
                  </a:lnTo>
                  <a:lnTo>
                    <a:pt x="128990" y="2058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4D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7593859" y="2874564"/>
              <a:ext cx="1201420" cy="165735"/>
            </a:xfrm>
            <a:custGeom>
              <a:avLst/>
              <a:gdLst/>
              <a:ahLst/>
              <a:cxnLst/>
              <a:rect l="l" t="t" r="r" b="b"/>
              <a:pathLst>
                <a:path w="1201420" h="165735">
                  <a:moveTo>
                    <a:pt x="1072132" y="0"/>
                  </a:moveTo>
                  <a:lnTo>
                    <a:pt x="128925" y="0"/>
                  </a:lnTo>
                  <a:lnTo>
                    <a:pt x="90477" y="13761"/>
                  </a:lnTo>
                  <a:lnTo>
                    <a:pt x="42115" y="61468"/>
                  </a:lnTo>
                  <a:lnTo>
                    <a:pt x="9881" y="117430"/>
                  </a:lnTo>
                  <a:lnTo>
                    <a:pt x="0" y="159515"/>
                  </a:lnTo>
                  <a:lnTo>
                    <a:pt x="143" y="165460"/>
                  </a:lnTo>
                  <a:lnTo>
                    <a:pt x="4640" y="146709"/>
                  </a:lnTo>
                  <a:lnTo>
                    <a:pt x="15449" y="131448"/>
                  </a:lnTo>
                  <a:lnTo>
                    <a:pt x="31115" y="121186"/>
                  </a:lnTo>
                  <a:lnTo>
                    <a:pt x="50184" y="117430"/>
                  </a:lnTo>
                  <a:lnTo>
                    <a:pt x="1150873" y="117430"/>
                  </a:lnTo>
                  <a:lnTo>
                    <a:pt x="1169966" y="121189"/>
                  </a:lnTo>
                  <a:lnTo>
                    <a:pt x="1185643" y="131471"/>
                  </a:lnTo>
                  <a:lnTo>
                    <a:pt x="1196444" y="146784"/>
                  </a:lnTo>
                  <a:lnTo>
                    <a:pt x="1200913" y="165638"/>
                  </a:lnTo>
                  <a:lnTo>
                    <a:pt x="1200975" y="159951"/>
                  </a:lnTo>
                  <a:lnTo>
                    <a:pt x="1191227" y="117430"/>
                  </a:lnTo>
                  <a:lnTo>
                    <a:pt x="1155320" y="64520"/>
                  </a:lnTo>
                  <a:lnTo>
                    <a:pt x="1116303" y="27993"/>
                  </a:lnTo>
                  <a:lnTo>
                    <a:pt x="1084974" y="6827"/>
                  </a:lnTo>
                  <a:lnTo>
                    <a:pt x="1072132" y="0"/>
                  </a:lnTo>
                  <a:close/>
                </a:path>
              </a:pathLst>
            </a:custGeom>
            <a:solidFill>
              <a:srgbClr val="4355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7593788" y="2991994"/>
              <a:ext cx="1201420" cy="247015"/>
            </a:xfrm>
            <a:custGeom>
              <a:avLst/>
              <a:gdLst/>
              <a:ahLst/>
              <a:cxnLst/>
              <a:rect l="l" t="t" r="r" b="b"/>
              <a:pathLst>
                <a:path w="1201420" h="247014">
                  <a:moveTo>
                    <a:pt x="1150949" y="0"/>
                  </a:moveTo>
                  <a:lnTo>
                    <a:pt x="50249" y="0"/>
                  </a:lnTo>
                  <a:lnTo>
                    <a:pt x="30696" y="3951"/>
                  </a:lnTo>
                  <a:lnTo>
                    <a:pt x="14723" y="14729"/>
                  </a:lnTo>
                  <a:lnTo>
                    <a:pt x="3950" y="30718"/>
                  </a:lnTo>
                  <a:lnTo>
                    <a:pt x="0" y="50302"/>
                  </a:lnTo>
                  <a:lnTo>
                    <a:pt x="0" y="196695"/>
                  </a:lnTo>
                  <a:lnTo>
                    <a:pt x="3950" y="216253"/>
                  </a:lnTo>
                  <a:lnTo>
                    <a:pt x="14723" y="232225"/>
                  </a:lnTo>
                  <a:lnTo>
                    <a:pt x="30696" y="242995"/>
                  </a:lnTo>
                  <a:lnTo>
                    <a:pt x="50249" y="246945"/>
                  </a:lnTo>
                  <a:lnTo>
                    <a:pt x="1150949" y="246945"/>
                  </a:lnTo>
                  <a:lnTo>
                    <a:pt x="1170518" y="242995"/>
                  </a:lnTo>
                  <a:lnTo>
                    <a:pt x="1186474" y="232225"/>
                  </a:lnTo>
                  <a:lnTo>
                    <a:pt x="1197220" y="216253"/>
                  </a:lnTo>
                  <a:lnTo>
                    <a:pt x="1201157" y="196695"/>
                  </a:lnTo>
                  <a:lnTo>
                    <a:pt x="1201157" y="50302"/>
                  </a:lnTo>
                  <a:lnTo>
                    <a:pt x="1197220" y="30718"/>
                  </a:lnTo>
                  <a:lnTo>
                    <a:pt x="1186474" y="14729"/>
                  </a:lnTo>
                  <a:lnTo>
                    <a:pt x="1170518" y="3951"/>
                  </a:lnTo>
                  <a:lnTo>
                    <a:pt x="1150949" y="0"/>
                  </a:lnTo>
                  <a:close/>
                </a:path>
              </a:pathLst>
            </a:custGeom>
            <a:solidFill>
              <a:srgbClr val="60719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2" name="object 212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205815" y="2402827"/>
            <a:ext cx="74868" cy="72720"/>
          </a:xfrm>
          <a:prstGeom prst="rect">
            <a:avLst/>
          </a:prstGeom>
        </p:spPr>
      </p:pic>
      <p:pic>
        <p:nvPicPr>
          <p:cNvPr id="213" name="object 213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704646" y="2527195"/>
            <a:ext cx="71055" cy="63977"/>
          </a:xfrm>
          <a:prstGeom prst="rect">
            <a:avLst/>
          </a:prstGeom>
        </p:spPr>
      </p:pic>
      <p:pic>
        <p:nvPicPr>
          <p:cNvPr id="214" name="object 214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123856" y="2783643"/>
            <a:ext cx="71013" cy="63918"/>
          </a:xfrm>
          <a:prstGeom prst="rect">
            <a:avLst/>
          </a:prstGeom>
        </p:spPr>
      </p:pic>
      <p:grpSp>
        <p:nvGrpSpPr>
          <p:cNvPr id="215" name="object 215" descr=""/>
          <p:cNvGrpSpPr/>
          <p:nvPr/>
        </p:nvGrpSpPr>
        <p:grpSpPr>
          <a:xfrm>
            <a:off x="8174464" y="2445840"/>
            <a:ext cx="548640" cy="526415"/>
            <a:chOff x="8174464" y="2445840"/>
            <a:chExt cx="548640" cy="526415"/>
          </a:xfrm>
        </p:grpSpPr>
        <p:pic>
          <p:nvPicPr>
            <p:cNvPr id="216" name="object 21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618891" y="2899207"/>
              <a:ext cx="74872" cy="72678"/>
            </a:xfrm>
            <a:prstGeom prst="rect">
              <a:avLst/>
            </a:prstGeom>
          </p:spPr>
        </p:pic>
        <p:sp>
          <p:nvSpPr>
            <p:cNvPr id="217" name="object 217" descr=""/>
            <p:cNvSpPr/>
            <p:nvPr/>
          </p:nvSpPr>
          <p:spPr>
            <a:xfrm>
              <a:off x="8174467" y="2445840"/>
              <a:ext cx="548640" cy="490855"/>
            </a:xfrm>
            <a:custGeom>
              <a:avLst/>
              <a:gdLst/>
              <a:ahLst/>
              <a:cxnLst/>
              <a:rect l="l" t="t" r="r" b="b"/>
              <a:pathLst>
                <a:path w="548640" h="490855">
                  <a:moveTo>
                    <a:pt x="125357" y="0"/>
                  </a:moveTo>
                  <a:lnTo>
                    <a:pt x="104832" y="715"/>
                  </a:lnTo>
                  <a:lnTo>
                    <a:pt x="88252" y="8117"/>
                  </a:lnTo>
                  <a:lnTo>
                    <a:pt x="77356" y="20761"/>
                  </a:lnTo>
                  <a:lnTo>
                    <a:pt x="73882" y="37203"/>
                  </a:lnTo>
                  <a:lnTo>
                    <a:pt x="74335" y="92771"/>
                  </a:lnTo>
                  <a:lnTo>
                    <a:pt x="70140" y="145955"/>
                  </a:lnTo>
                  <a:lnTo>
                    <a:pt x="61152" y="197387"/>
                  </a:lnTo>
                  <a:lnTo>
                    <a:pt x="47223" y="247700"/>
                  </a:lnTo>
                  <a:lnTo>
                    <a:pt x="28207" y="297525"/>
                  </a:lnTo>
                  <a:lnTo>
                    <a:pt x="3957" y="347497"/>
                  </a:lnTo>
                  <a:lnTo>
                    <a:pt x="0" y="363850"/>
                  </a:lnTo>
                  <a:lnTo>
                    <a:pt x="34491" y="403160"/>
                  </a:lnTo>
                  <a:lnTo>
                    <a:pt x="83679" y="417597"/>
                  </a:lnTo>
                  <a:lnTo>
                    <a:pt x="131909" y="430864"/>
                  </a:lnTo>
                  <a:lnTo>
                    <a:pt x="179569" y="443048"/>
                  </a:lnTo>
                  <a:lnTo>
                    <a:pt x="227045" y="454233"/>
                  </a:lnTo>
                  <a:lnTo>
                    <a:pt x="274725" y="464506"/>
                  </a:lnTo>
                  <a:lnTo>
                    <a:pt x="322997" y="473952"/>
                  </a:lnTo>
                  <a:lnTo>
                    <a:pt x="372248" y="482657"/>
                  </a:lnTo>
                  <a:lnTo>
                    <a:pt x="422866" y="490707"/>
                  </a:lnTo>
                  <a:lnTo>
                    <a:pt x="443397" y="490024"/>
                  </a:lnTo>
                  <a:lnTo>
                    <a:pt x="459987" y="482651"/>
                  </a:lnTo>
                  <a:lnTo>
                    <a:pt x="470885" y="470026"/>
                  </a:lnTo>
                  <a:lnTo>
                    <a:pt x="474341" y="453588"/>
                  </a:lnTo>
                  <a:lnTo>
                    <a:pt x="473874" y="398004"/>
                  </a:lnTo>
                  <a:lnTo>
                    <a:pt x="478068" y="344815"/>
                  </a:lnTo>
                  <a:lnTo>
                    <a:pt x="487067" y="293382"/>
                  </a:lnTo>
                  <a:lnTo>
                    <a:pt x="501019" y="243069"/>
                  </a:lnTo>
                  <a:lnTo>
                    <a:pt x="520068" y="193238"/>
                  </a:lnTo>
                  <a:lnTo>
                    <a:pt x="544360" y="143252"/>
                  </a:lnTo>
                  <a:lnTo>
                    <a:pt x="548246" y="126900"/>
                  </a:lnTo>
                  <a:lnTo>
                    <a:pt x="513733" y="87588"/>
                  </a:lnTo>
                  <a:lnTo>
                    <a:pt x="464546" y="73153"/>
                  </a:lnTo>
                  <a:lnTo>
                    <a:pt x="416321" y="59891"/>
                  </a:lnTo>
                  <a:lnTo>
                    <a:pt x="368668" y="47712"/>
                  </a:lnTo>
                  <a:lnTo>
                    <a:pt x="321198" y="36530"/>
                  </a:lnTo>
                  <a:lnTo>
                    <a:pt x="273521" y="26255"/>
                  </a:lnTo>
                  <a:lnTo>
                    <a:pt x="225248" y="16801"/>
                  </a:lnTo>
                  <a:lnTo>
                    <a:pt x="175990" y="8078"/>
                  </a:lnTo>
                  <a:lnTo>
                    <a:pt x="125357" y="0"/>
                  </a:lnTo>
                  <a:close/>
                </a:path>
              </a:pathLst>
            </a:custGeom>
            <a:solidFill>
              <a:srgbClr val="93D4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8174464" y="2521526"/>
              <a:ext cx="548640" cy="415290"/>
            </a:xfrm>
            <a:custGeom>
              <a:avLst/>
              <a:gdLst/>
              <a:ahLst/>
              <a:cxnLst/>
              <a:rect l="l" t="t" r="r" b="b"/>
              <a:pathLst>
                <a:path w="548640" h="415289">
                  <a:moveTo>
                    <a:pt x="473346" y="0"/>
                  </a:moveTo>
                  <a:lnTo>
                    <a:pt x="476129" y="24547"/>
                  </a:lnTo>
                  <a:lnTo>
                    <a:pt x="476629" y="49427"/>
                  </a:lnTo>
                  <a:lnTo>
                    <a:pt x="474733" y="74512"/>
                  </a:lnTo>
                  <a:lnTo>
                    <a:pt x="455448" y="145573"/>
                  </a:lnTo>
                  <a:lnTo>
                    <a:pt x="433052" y="187099"/>
                  </a:lnTo>
                  <a:lnTo>
                    <a:pt x="404111" y="223639"/>
                  </a:lnTo>
                  <a:lnTo>
                    <a:pt x="369595" y="254580"/>
                  </a:lnTo>
                  <a:lnTo>
                    <a:pt x="330473" y="279307"/>
                  </a:lnTo>
                  <a:lnTo>
                    <a:pt x="287713" y="297209"/>
                  </a:lnTo>
                  <a:lnTo>
                    <a:pt x="242286" y="307673"/>
                  </a:lnTo>
                  <a:lnTo>
                    <a:pt x="195160" y="310085"/>
                  </a:lnTo>
                  <a:lnTo>
                    <a:pt x="147304" y="303833"/>
                  </a:lnTo>
                  <a:lnTo>
                    <a:pt x="112002" y="293221"/>
                  </a:lnTo>
                  <a:lnTo>
                    <a:pt x="79121" y="278098"/>
                  </a:lnTo>
                  <a:lnTo>
                    <a:pt x="48956" y="258896"/>
                  </a:lnTo>
                  <a:lnTo>
                    <a:pt x="21800" y="236045"/>
                  </a:lnTo>
                  <a:lnTo>
                    <a:pt x="13209" y="253894"/>
                  </a:lnTo>
                  <a:lnTo>
                    <a:pt x="3957" y="271813"/>
                  </a:lnTo>
                  <a:lnTo>
                    <a:pt x="0" y="288164"/>
                  </a:lnTo>
                  <a:lnTo>
                    <a:pt x="4421" y="304255"/>
                  </a:lnTo>
                  <a:lnTo>
                    <a:pt x="83679" y="341913"/>
                  </a:lnTo>
                  <a:lnTo>
                    <a:pt x="131909" y="355179"/>
                  </a:lnTo>
                  <a:lnTo>
                    <a:pt x="179569" y="367362"/>
                  </a:lnTo>
                  <a:lnTo>
                    <a:pt x="227045" y="378546"/>
                  </a:lnTo>
                  <a:lnTo>
                    <a:pt x="274725" y="388818"/>
                  </a:lnTo>
                  <a:lnTo>
                    <a:pt x="322997" y="398264"/>
                  </a:lnTo>
                  <a:lnTo>
                    <a:pt x="372248" y="406970"/>
                  </a:lnTo>
                  <a:lnTo>
                    <a:pt x="422866" y="415024"/>
                  </a:lnTo>
                  <a:lnTo>
                    <a:pt x="443403" y="414340"/>
                  </a:lnTo>
                  <a:lnTo>
                    <a:pt x="459995" y="406967"/>
                  </a:lnTo>
                  <a:lnTo>
                    <a:pt x="470891" y="394343"/>
                  </a:lnTo>
                  <a:lnTo>
                    <a:pt x="474341" y="377904"/>
                  </a:lnTo>
                  <a:lnTo>
                    <a:pt x="473875" y="322321"/>
                  </a:lnTo>
                  <a:lnTo>
                    <a:pt x="478070" y="269131"/>
                  </a:lnTo>
                  <a:lnTo>
                    <a:pt x="487071" y="217698"/>
                  </a:lnTo>
                  <a:lnTo>
                    <a:pt x="501023" y="167385"/>
                  </a:lnTo>
                  <a:lnTo>
                    <a:pt x="520071" y="117554"/>
                  </a:lnTo>
                  <a:lnTo>
                    <a:pt x="544360" y="67568"/>
                  </a:lnTo>
                  <a:lnTo>
                    <a:pt x="548252" y="51215"/>
                  </a:lnTo>
                  <a:lnTo>
                    <a:pt x="543806" y="35123"/>
                  </a:lnTo>
                  <a:lnTo>
                    <a:pt x="531981" y="21337"/>
                  </a:lnTo>
                  <a:lnTo>
                    <a:pt x="513733" y="11905"/>
                  </a:lnTo>
                  <a:lnTo>
                    <a:pt x="473346" y="0"/>
                  </a:lnTo>
                  <a:close/>
                </a:path>
              </a:pathLst>
            </a:custGeom>
            <a:solidFill>
              <a:srgbClr val="77C9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9" name="object 219" descr=""/>
          <p:cNvGrpSpPr/>
          <p:nvPr/>
        </p:nvGrpSpPr>
        <p:grpSpPr>
          <a:xfrm>
            <a:off x="17029879" y="3873701"/>
            <a:ext cx="2143760" cy="1763395"/>
            <a:chOff x="17029879" y="3873701"/>
            <a:chExt cx="2143760" cy="1763395"/>
          </a:xfrm>
        </p:grpSpPr>
        <p:sp>
          <p:nvSpPr>
            <p:cNvPr id="220" name="object 220" descr=""/>
            <p:cNvSpPr/>
            <p:nvPr/>
          </p:nvSpPr>
          <p:spPr>
            <a:xfrm>
              <a:off x="17693438" y="3873709"/>
              <a:ext cx="816610" cy="1089660"/>
            </a:xfrm>
            <a:custGeom>
              <a:avLst/>
              <a:gdLst/>
              <a:ahLst/>
              <a:cxnLst/>
              <a:rect l="l" t="t" r="r" b="b"/>
              <a:pathLst>
                <a:path w="816609" h="1089660">
                  <a:moveTo>
                    <a:pt x="816216" y="979297"/>
                  </a:moveTo>
                  <a:lnTo>
                    <a:pt x="813549" y="966990"/>
                  </a:lnTo>
                  <a:lnTo>
                    <a:pt x="806234" y="956945"/>
                  </a:lnTo>
                  <a:lnTo>
                    <a:pt x="795388" y="950163"/>
                  </a:lnTo>
                  <a:lnTo>
                    <a:pt x="782091" y="947686"/>
                  </a:lnTo>
                  <a:lnTo>
                    <a:pt x="716013" y="947686"/>
                  </a:lnTo>
                  <a:lnTo>
                    <a:pt x="716013" y="90576"/>
                  </a:lnTo>
                  <a:lnTo>
                    <a:pt x="708901" y="55295"/>
                  </a:lnTo>
                  <a:lnTo>
                    <a:pt x="689508" y="26504"/>
                  </a:lnTo>
                  <a:lnTo>
                    <a:pt x="660742" y="7112"/>
                  </a:lnTo>
                  <a:lnTo>
                    <a:pt x="625538" y="0"/>
                  </a:lnTo>
                  <a:lnTo>
                    <a:pt x="186055" y="0"/>
                  </a:lnTo>
                  <a:lnTo>
                    <a:pt x="150812" y="7112"/>
                  </a:lnTo>
                  <a:lnTo>
                    <a:pt x="122047" y="26504"/>
                  </a:lnTo>
                  <a:lnTo>
                    <a:pt x="102666" y="55295"/>
                  </a:lnTo>
                  <a:lnTo>
                    <a:pt x="95554" y="90576"/>
                  </a:lnTo>
                  <a:lnTo>
                    <a:pt x="95554" y="947686"/>
                  </a:lnTo>
                  <a:lnTo>
                    <a:pt x="34175" y="947686"/>
                  </a:lnTo>
                  <a:lnTo>
                    <a:pt x="20878" y="950163"/>
                  </a:lnTo>
                  <a:lnTo>
                    <a:pt x="10007" y="956945"/>
                  </a:lnTo>
                  <a:lnTo>
                    <a:pt x="2679" y="966990"/>
                  </a:lnTo>
                  <a:lnTo>
                    <a:pt x="0" y="979297"/>
                  </a:lnTo>
                  <a:lnTo>
                    <a:pt x="0" y="1057656"/>
                  </a:lnTo>
                  <a:lnTo>
                    <a:pt x="2679" y="1070013"/>
                  </a:lnTo>
                  <a:lnTo>
                    <a:pt x="10007" y="1080096"/>
                  </a:lnTo>
                  <a:lnTo>
                    <a:pt x="20878" y="1086866"/>
                  </a:lnTo>
                  <a:lnTo>
                    <a:pt x="34175" y="1089355"/>
                  </a:lnTo>
                  <a:lnTo>
                    <a:pt x="782091" y="1089355"/>
                  </a:lnTo>
                  <a:lnTo>
                    <a:pt x="795388" y="1086866"/>
                  </a:lnTo>
                  <a:lnTo>
                    <a:pt x="806234" y="1080096"/>
                  </a:lnTo>
                  <a:lnTo>
                    <a:pt x="813549" y="1070013"/>
                  </a:lnTo>
                  <a:lnTo>
                    <a:pt x="816216" y="1057656"/>
                  </a:lnTo>
                  <a:lnTo>
                    <a:pt x="816216" y="979297"/>
                  </a:lnTo>
                  <a:close/>
                </a:path>
              </a:pathLst>
            </a:custGeom>
            <a:solidFill>
              <a:srgbClr val="3644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8074748" y="4963053"/>
              <a:ext cx="53975" cy="356235"/>
            </a:xfrm>
            <a:custGeom>
              <a:avLst/>
              <a:gdLst/>
              <a:ahLst/>
              <a:cxnLst/>
              <a:rect l="l" t="t" r="r" b="b"/>
              <a:pathLst>
                <a:path w="53975" h="356235">
                  <a:moveTo>
                    <a:pt x="53631" y="0"/>
                  </a:moveTo>
                  <a:lnTo>
                    <a:pt x="0" y="0"/>
                  </a:lnTo>
                  <a:lnTo>
                    <a:pt x="0" y="356041"/>
                  </a:lnTo>
                  <a:lnTo>
                    <a:pt x="53631" y="356041"/>
                  </a:lnTo>
                  <a:lnTo>
                    <a:pt x="53631" y="0"/>
                  </a:lnTo>
                  <a:close/>
                </a:path>
              </a:pathLst>
            </a:custGeom>
            <a:solidFill>
              <a:srgbClr val="92939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2" name="object 22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7883372" y="5275513"/>
              <a:ext cx="436432" cy="291358"/>
            </a:xfrm>
            <a:prstGeom prst="rect">
              <a:avLst/>
            </a:prstGeom>
          </p:spPr>
        </p:pic>
        <p:sp>
          <p:nvSpPr>
            <p:cNvPr id="223" name="object 223" descr=""/>
            <p:cNvSpPr/>
            <p:nvPr/>
          </p:nvSpPr>
          <p:spPr>
            <a:xfrm>
              <a:off x="17721479" y="4566024"/>
              <a:ext cx="760730" cy="255904"/>
            </a:xfrm>
            <a:custGeom>
              <a:avLst/>
              <a:gdLst/>
              <a:ahLst/>
              <a:cxnLst/>
              <a:rect l="l" t="t" r="r" b="b"/>
              <a:pathLst>
                <a:path w="760730" h="255904">
                  <a:moveTo>
                    <a:pt x="69837" y="62979"/>
                  </a:moveTo>
                  <a:lnTo>
                    <a:pt x="0" y="62979"/>
                  </a:lnTo>
                  <a:lnTo>
                    <a:pt x="0" y="255371"/>
                  </a:lnTo>
                  <a:lnTo>
                    <a:pt x="69837" y="255371"/>
                  </a:lnTo>
                  <a:lnTo>
                    <a:pt x="69837" y="62979"/>
                  </a:lnTo>
                  <a:close/>
                </a:path>
                <a:path w="760730" h="255904">
                  <a:moveTo>
                    <a:pt x="69837" y="0"/>
                  </a:moveTo>
                  <a:lnTo>
                    <a:pt x="0" y="0"/>
                  </a:lnTo>
                  <a:lnTo>
                    <a:pt x="0" y="1016"/>
                  </a:lnTo>
                  <a:lnTo>
                    <a:pt x="69837" y="1016"/>
                  </a:lnTo>
                  <a:lnTo>
                    <a:pt x="69837" y="0"/>
                  </a:lnTo>
                  <a:close/>
                </a:path>
                <a:path w="760730" h="255904">
                  <a:moveTo>
                    <a:pt x="760171" y="62979"/>
                  </a:moveTo>
                  <a:lnTo>
                    <a:pt x="690372" y="62979"/>
                  </a:lnTo>
                  <a:lnTo>
                    <a:pt x="690372" y="255371"/>
                  </a:lnTo>
                  <a:lnTo>
                    <a:pt x="760171" y="255371"/>
                  </a:lnTo>
                  <a:lnTo>
                    <a:pt x="760171" y="62979"/>
                  </a:lnTo>
                  <a:close/>
                </a:path>
                <a:path w="760730" h="255904">
                  <a:moveTo>
                    <a:pt x="760171" y="0"/>
                  </a:moveTo>
                  <a:lnTo>
                    <a:pt x="690372" y="0"/>
                  </a:lnTo>
                  <a:lnTo>
                    <a:pt x="690372" y="1016"/>
                  </a:lnTo>
                  <a:lnTo>
                    <a:pt x="760171" y="1016"/>
                  </a:lnTo>
                  <a:lnTo>
                    <a:pt x="760171" y="0"/>
                  </a:lnTo>
                  <a:close/>
                </a:path>
              </a:pathLst>
            </a:custGeom>
            <a:solidFill>
              <a:srgbClr val="9293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7064674" y="4677417"/>
              <a:ext cx="2073910" cy="48895"/>
            </a:xfrm>
            <a:custGeom>
              <a:avLst/>
              <a:gdLst/>
              <a:ahLst/>
              <a:cxnLst/>
              <a:rect l="l" t="t" r="r" b="b"/>
              <a:pathLst>
                <a:path w="2073909" h="48895">
                  <a:moveTo>
                    <a:pt x="2073664" y="0"/>
                  </a:moveTo>
                  <a:lnTo>
                    <a:pt x="0" y="0"/>
                  </a:lnTo>
                  <a:lnTo>
                    <a:pt x="0" y="48469"/>
                  </a:lnTo>
                  <a:lnTo>
                    <a:pt x="2073664" y="48469"/>
                  </a:lnTo>
                  <a:lnTo>
                    <a:pt x="2073664" y="0"/>
                  </a:lnTo>
                  <a:close/>
                </a:path>
              </a:pathLst>
            </a:custGeom>
            <a:solidFill>
              <a:srgbClr val="2E3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7029879" y="4629000"/>
              <a:ext cx="2143760" cy="48895"/>
            </a:xfrm>
            <a:custGeom>
              <a:avLst/>
              <a:gdLst/>
              <a:ahLst/>
              <a:cxnLst/>
              <a:rect l="l" t="t" r="r" b="b"/>
              <a:pathLst>
                <a:path w="2143759" h="48895">
                  <a:moveTo>
                    <a:pt x="2143295" y="0"/>
                  </a:moveTo>
                  <a:lnTo>
                    <a:pt x="0" y="0"/>
                  </a:lnTo>
                  <a:lnTo>
                    <a:pt x="0" y="48417"/>
                  </a:lnTo>
                  <a:lnTo>
                    <a:pt x="2143295" y="48417"/>
                  </a:lnTo>
                  <a:lnTo>
                    <a:pt x="2143295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7166367" y="4725426"/>
              <a:ext cx="98425" cy="880110"/>
            </a:xfrm>
            <a:custGeom>
              <a:avLst/>
              <a:gdLst/>
              <a:ahLst/>
              <a:cxnLst/>
              <a:rect l="l" t="t" r="r" b="b"/>
              <a:pathLst>
                <a:path w="98425" h="880110">
                  <a:moveTo>
                    <a:pt x="97850" y="0"/>
                  </a:moveTo>
                  <a:lnTo>
                    <a:pt x="0" y="0"/>
                  </a:lnTo>
                  <a:lnTo>
                    <a:pt x="0" y="879774"/>
                  </a:lnTo>
                  <a:lnTo>
                    <a:pt x="97850" y="879774"/>
                  </a:lnTo>
                  <a:lnTo>
                    <a:pt x="97850" y="0"/>
                  </a:lnTo>
                  <a:close/>
                </a:path>
              </a:pathLst>
            </a:custGeom>
            <a:solidFill>
              <a:srgbClr val="2E3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7166409" y="5605201"/>
              <a:ext cx="98425" cy="31750"/>
            </a:xfrm>
            <a:custGeom>
              <a:avLst/>
              <a:gdLst/>
              <a:ahLst/>
              <a:cxnLst/>
              <a:rect l="l" t="t" r="r" b="b"/>
              <a:pathLst>
                <a:path w="98425" h="31750">
                  <a:moveTo>
                    <a:pt x="97808" y="0"/>
                  </a:moveTo>
                  <a:lnTo>
                    <a:pt x="0" y="0"/>
                  </a:lnTo>
                  <a:lnTo>
                    <a:pt x="0" y="31559"/>
                  </a:lnTo>
                  <a:lnTo>
                    <a:pt x="97808" y="31559"/>
                  </a:lnTo>
                  <a:lnTo>
                    <a:pt x="97808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8938889" y="4725426"/>
              <a:ext cx="98425" cy="880110"/>
            </a:xfrm>
            <a:custGeom>
              <a:avLst/>
              <a:gdLst/>
              <a:ahLst/>
              <a:cxnLst/>
              <a:rect l="l" t="t" r="r" b="b"/>
              <a:pathLst>
                <a:path w="98425" h="880110">
                  <a:moveTo>
                    <a:pt x="97819" y="0"/>
                  </a:moveTo>
                  <a:lnTo>
                    <a:pt x="0" y="0"/>
                  </a:lnTo>
                  <a:lnTo>
                    <a:pt x="0" y="879774"/>
                  </a:lnTo>
                  <a:lnTo>
                    <a:pt x="97819" y="879774"/>
                  </a:lnTo>
                  <a:lnTo>
                    <a:pt x="97819" y="0"/>
                  </a:lnTo>
                  <a:close/>
                </a:path>
              </a:pathLst>
            </a:custGeom>
            <a:solidFill>
              <a:srgbClr val="2E3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8938889" y="5605201"/>
              <a:ext cx="98425" cy="31750"/>
            </a:xfrm>
            <a:custGeom>
              <a:avLst/>
              <a:gdLst/>
              <a:ahLst/>
              <a:cxnLst/>
              <a:rect l="l" t="t" r="r" b="b"/>
              <a:pathLst>
                <a:path w="98425" h="31750">
                  <a:moveTo>
                    <a:pt x="97819" y="0"/>
                  </a:moveTo>
                  <a:lnTo>
                    <a:pt x="0" y="0"/>
                  </a:lnTo>
                  <a:lnTo>
                    <a:pt x="0" y="31559"/>
                  </a:lnTo>
                  <a:lnTo>
                    <a:pt x="97819" y="31559"/>
                  </a:lnTo>
                  <a:lnTo>
                    <a:pt x="97819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7741418" y="4070891"/>
              <a:ext cx="720725" cy="496570"/>
            </a:xfrm>
            <a:custGeom>
              <a:avLst/>
              <a:gdLst/>
              <a:ahLst/>
              <a:cxnLst/>
              <a:rect l="l" t="t" r="r" b="b"/>
              <a:pathLst>
                <a:path w="720725" h="496570">
                  <a:moveTo>
                    <a:pt x="720281" y="0"/>
                  </a:moveTo>
                  <a:lnTo>
                    <a:pt x="0" y="0"/>
                  </a:lnTo>
                  <a:lnTo>
                    <a:pt x="0" y="496141"/>
                  </a:lnTo>
                  <a:lnTo>
                    <a:pt x="720281" y="496141"/>
                  </a:lnTo>
                  <a:lnTo>
                    <a:pt x="720281" y="0"/>
                  </a:lnTo>
                  <a:close/>
                </a:path>
              </a:pathLst>
            </a:custGeom>
            <a:solidFill>
              <a:srgbClr val="9395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7631631" y="4567033"/>
              <a:ext cx="940435" cy="62230"/>
            </a:xfrm>
            <a:custGeom>
              <a:avLst/>
              <a:gdLst/>
              <a:ahLst/>
              <a:cxnLst/>
              <a:rect l="l" t="t" r="r" b="b"/>
              <a:pathLst>
                <a:path w="940434" h="62229">
                  <a:moveTo>
                    <a:pt x="939856" y="0"/>
                  </a:moveTo>
                  <a:lnTo>
                    <a:pt x="0" y="0"/>
                  </a:lnTo>
                  <a:lnTo>
                    <a:pt x="0" y="61966"/>
                  </a:lnTo>
                  <a:lnTo>
                    <a:pt x="939856" y="61966"/>
                  </a:lnTo>
                  <a:lnTo>
                    <a:pt x="939856" y="0"/>
                  </a:lnTo>
                  <a:close/>
                </a:path>
              </a:pathLst>
            </a:custGeom>
            <a:solidFill>
              <a:srgbClr val="6E6F7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2" name="object 232" descr=""/>
          <p:cNvGrpSpPr/>
          <p:nvPr/>
        </p:nvGrpSpPr>
        <p:grpSpPr>
          <a:xfrm>
            <a:off x="4683621" y="2258450"/>
            <a:ext cx="973455" cy="973455"/>
            <a:chOff x="4683621" y="2258450"/>
            <a:chExt cx="973455" cy="973455"/>
          </a:xfrm>
        </p:grpSpPr>
        <p:sp>
          <p:nvSpPr>
            <p:cNvPr id="233" name="object 233" descr=""/>
            <p:cNvSpPr/>
            <p:nvPr/>
          </p:nvSpPr>
          <p:spPr>
            <a:xfrm>
              <a:off x="4683621" y="2258450"/>
              <a:ext cx="973455" cy="973455"/>
            </a:xfrm>
            <a:custGeom>
              <a:avLst/>
              <a:gdLst/>
              <a:ahLst/>
              <a:cxnLst/>
              <a:rect l="l" t="t" r="r" b="b"/>
              <a:pathLst>
                <a:path w="973454" h="973455">
                  <a:moveTo>
                    <a:pt x="486519" y="0"/>
                  </a:moveTo>
                  <a:lnTo>
                    <a:pt x="439661" y="2227"/>
                  </a:lnTo>
                  <a:lnTo>
                    <a:pt x="394064" y="8773"/>
                  </a:lnTo>
                  <a:lnTo>
                    <a:pt x="349932" y="19435"/>
                  </a:lnTo>
                  <a:lnTo>
                    <a:pt x="307468" y="34007"/>
                  </a:lnTo>
                  <a:lnTo>
                    <a:pt x="266876" y="52287"/>
                  </a:lnTo>
                  <a:lnTo>
                    <a:pt x="228360" y="74069"/>
                  </a:lnTo>
                  <a:lnTo>
                    <a:pt x="192124" y="99151"/>
                  </a:lnTo>
                  <a:lnTo>
                    <a:pt x="158372" y="127327"/>
                  </a:lnTo>
                  <a:lnTo>
                    <a:pt x="127308" y="158394"/>
                  </a:lnTo>
                  <a:lnTo>
                    <a:pt x="99134" y="192149"/>
                  </a:lnTo>
                  <a:lnTo>
                    <a:pt x="74056" y="228386"/>
                  </a:lnTo>
                  <a:lnTo>
                    <a:pt x="52277" y="266903"/>
                  </a:lnTo>
                  <a:lnTo>
                    <a:pt x="34001" y="307494"/>
                  </a:lnTo>
                  <a:lnTo>
                    <a:pt x="19431" y="349956"/>
                  </a:lnTo>
                  <a:lnTo>
                    <a:pt x="8772" y="394086"/>
                  </a:lnTo>
                  <a:lnTo>
                    <a:pt x="2226" y="439678"/>
                  </a:lnTo>
                  <a:lnTo>
                    <a:pt x="0" y="486529"/>
                  </a:lnTo>
                  <a:lnTo>
                    <a:pt x="2226" y="533381"/>
                  </a:lnTo>
                  <a:lnTo>
                    <a:pt x="8772" y="578976"/>
                  </a:lnTo>
                  <a:lnTo>
                    <a:pt x="19431" y="623109"/>
                  </a:lnTo>
                  <a:lnTo>
                    <a:pt x="34001" y="665576"/>
                  </a:lnTo>
                  <a:lnTo>
                    <a:pt x="52277" y="706173"/>
                  </a:lnTo>
                  <a:lnTo>
                    <a:pt x="74056" y="744696"/>
                  </a:lnTo>
                  <a:lnTo>
                    <a:pt x="99134" y="780940"/>
                  </a:lnTo>
                  <a:lnTo>
                    <a:pt x="127308" y="814702"/>
                  </a:lnTo>
                  <a:lnTo>
                    <a:pt x="158372" y="845777"/>
                  </a:lnTo>
                  <a:lnTo>
                    <a:pt x="192124" y="873961"/>
                  </a:lnTo>
                  <a:lnTo>
                    <a:pt x="228360" y="899049"/>
                  </a:lnTo>
                  <a:lnTo>
                    <a:pt x="266876" y="920838"/>
                  </a:lnTo>
                  <a:lnTo>
                    <a:pt x="307468" y="939123"/>
                  </a:lnTo>
                  <a:lnTo>
                    <a:pt x="349932" y="953700"/>
                  </a:lnTo>
                  <a:lnTo>
                    <a:pt x="394064" y="964365"/>
                  </a:lnTo>
                  <a:lnTo>
                    <a:pt x="439661" y="970914"/>
                  </a:lnTo>
                  <a:lnTo>
                    <a:pt x="486519" y="973143"/>
                  </a:lnTo>
                  <a:lnTo>
                    <a:pt x="533385" y="970914"/>
                  </a:lnTo>
                  <a:lnTo>
                    <a:pt x="578990" y="964365"/>
                  </a:lnTo>
                  <a:lnTo>
                    <a:pt x="623129" y="953700"/>
                  </a:lnTo>
                  <a:lnTo>
                    <a:pt x="665599" y="939123"/>
                  </a:lnTo>
                  <a:lnTo>
                    <a:pt x="706195" y="920838"/>
                  </a:lnTo>
                  <a:lnTo>
                    <a:pt x="744715" y="899049"/>
                  </a:lnTo>
                  <a:lnTo>
                    <a:pt x="780955" y="873961"/>
                  </a:lnTo>
                  <a:lnTo>
                    <a:pt x="814710" y="845777"/>
                  </a:lnTo>
                  <a:lnTo>
                    <a:pt x="845777" y="814702"/>
                  </a:lnTo>
                  <a:lnTo>
                    <a:pt x="873952" y="780940"/>
                  </a:lnTo>
                  <a:lnTo>
                    <a:pt x="899031" y="744696"/>
                  </a:lnTo>
                  <a:lnTo>
                    <a:pt x="920811" y="706173"/>
                  </a:lnTo>
                  <a:lnTo>
                    <a:pt x="939088" y="665576"/>
                  </a:lnTo>
                  <a:lnTo>
                    <a:pt x="953659" y="623109"/>
                  </a:lnTo>
                  <a:lnTo>
                    <a:pt x="964318" y="578976"/>
                  </a:lnTo>
                  <a:lnTo>
                    <a:pt x="970863" y="533381"/>
                  </a:lnTo>
                  <a:lnTo>
                    <a:pt x="973090" y="486529"/>
                  </a:lnTo>
                  <a:lnTo>
                    <a:pt x="970863" y="439678"/>
                  </a:lnTo>
                  <a:lnTo>
                    <a:pt x="964318" y="394086"/>
                  </a:lnTo>
                  <a:lnTo>
                    <a:pt x="953659" y="349956"/>
                  </a:lnTo>
                  <a:lnTo>
                    <a:pt x="939088" y="307494"/>
                  </a:lnTo>
                  <a:lnTo>
                    <a:pt x="920811" y="266903"/>
                  </a:lnTo>
                  <a:lnTo>
                    <a:pt x="899031" y="228386"/>
                  </a:lnTo>
                  <a:lnTo>
                    <a:pt x="873952" y="192149"/>
                  </a:lnTo>
                  <a:lnTo>
                    <a:pt x="845777" y="158394"/>
                  </a:lnTo>
                  <a:lnTo>
                    <a:pt x="814710" y="127327"/>
                  </a:lnTo>
                  <a:lnTo>
                    <a:pt x="780955" y="99151"/>
                  </a:lnTo>
                  <a:lnTo>
                    <a:pt x="744715" y="74069"/>
                  </a:lnTo>
                  <a:lnTo>
                    <a:pt x="706195" y="52287"/>
                  </a:lnTo>
                  <a:lnTo>
                    <a:pt x="665599" y="34007"/>
                  </a:lnTo>
                  <a:lnTo>
                    <a:pt x="623129" y="19435"/>
                  </a:lnTo>
                  <a:lnTo>
                    <a:pt x="578990" y="8773"/>
                  </a:lnTo>
                  <a:lnTo>
                    <a:pt x="533385" y="2227"/>
                  </a:lnTo>
                  <a:lnTo>
                    <a:pt x="486519" y="0"/>
                  </a:lnTo>
                  <a:close/>
                </a:path>
              </a:pathLst>
            </a:custGeom>
            <a:solidFill>
              <a:srgbClr val="4442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4745950" y="2320794"/>
              <a:ext cx="848994" cy="848994"/>
            </a:xfrm>
            <a:custGeom>
              <a:avLst/>
              <a:gdLst/>
              <a:ahLst/>
              <a:cxnLst/>
              <a:rect l="l" t="t" r="r" b="b"/>
              <a:pathLst>
                <a:path w="848995" h="848994">
                  <a:moveTo>
                    <a:pt x="424196" y="0"/>
                  </a:moveTo>
                  <a:lnTo>
                    <a:pt x="377970" y="2489"/>
                  </a:lnTo>
                  <a:lnTo>
                    <a:pt x="333187" y="9784"/>
                  </a:lnTo>
                  <a:lnTo>
                    <a:pt x="290106" y="21626"/>
                  </a:lnTo>
                  <a:lnTo>
                    <a:pt x="248985" y="37757"/>
                  </a:lnTo>
                  <a:lnTo>
                    <a:pt x="210083" y="57917"/>
                  </a:lnTo>
                  <a:lnTo>
                    <a:pt x="173658" y="81848"/>
                  </a:lnTo>
                  <a:lnTo>
                    <a:pt x="139970" y="109290"/>
                  </a:lnTo>
                  <a:lnTo>
                    <a:pt x="109276" y="139985"/>
                  </a:lnTo>
                  <a:lnTo>
                    <a:pt x="81836" y="173674"/>
                  </a:lnTo>
                  <a:lnTo>
                    <a:pt x="57908" y="210098"/>
                  </a:lnTo>
                  <a:lnTo>
                    <a:pt x="37751" y="248999"/>
                  </a:lnTo>
                  <a:lnTo>
                    <a:pt x="21622" y="290116"/>
                  </a:lnTo>
                  <a:lnTo>
                    <a:pt x="9782" y="333193"/>
                  </a:lnTo>
                  <a:lnTo>
                    <a:pt x="2488" y="377969"/>
                  </a:lnTo>
                  <a:lnTo>
                    <a:pt x="0" y="424186"/>
                  </a:lnTo>
                  <a:lnTo>
                    <a:pt x="2488" y="470410"/>
                  </a:lnTo>
                  <a:lnTo>
                    <a:pt x="9782" y="515193"/>
                  </a:lnTo>
                  <a:lnTo>
                    <a:pt x="21622" y="558276"/>
                  </a:lnTo>
                  <a:lnTo>
                    <a:pt x="37751" y="599400"/>
                  </a:lnTo>
                  <a:lnTo>
                    <a:pt x="57908" y="638305"/>
                  </a:lnTo>
                  <a:lnTo>
                    <a:pt x="81836" y="674734"/>
                  </a:lnTo>
                  <a:lnTo>
                    <a:pt x="109276" y="708426"/>
                  </a:lnTo>
                  <a:lnTo>
                    <a:pt x="139970" y="739125"/>
                  </a:lnTo>
                  <a:lnTo>
                    <a:pt x="173658" y="766569"/>
                  </a:lnTo>
                  <a:lnTo>
                    <a:pt x="210083" y="790502"/>
                  </a:lnTo>
                  <a:lnTo>
                    <a:pt x="248985" y="810664"/>
                  </a:lnTo>
                  <a:lnTo>
                    <a:pt x="290106" y="826796"/>
                  </a:lnTo>
                  <a:lnTo>
                    <a:pt x="333187" y="838639"/>
                  </a:lnTo>
                  <a:lnTo>
                    <a:pt x="377970" y="845935"/>
                  </a:lnTo>
                  <a:lnTo>
                    <a:pt x="424196" y="848424"/>
                  </a:lnTo>
                  <a:lnTo>
                    <a:pt x="470421" y="845935"/>
                  </a:lnTo>
                  <a:lnTo>
                    <a:pt x="515203" y="838639"/>
                  </a:lnTo>
                  <a:lnTo>
                    <a:pt x="558286" y="826796"/>
                  </a:lnTo>
                  <a:lnTo>
                    <a:pt x="599408" y="810664"/>
                  </a:lnTo>
                  <a:lnTo>
                    <a:pt x="638313" y="790502"/>
                  </a:lnTo>
                  <a:lnTo>
                    <a:pt x="674740" y="766569"/>
                  </a:lnTo>
                  <a:lnTo>
                    <a:pt x="708432" y="739125"/>
                  </a:lnTo>
                  <a:lnTo>
                    <a:pt x="739129" y="708426"/>
                  </a:lnTo>
                  <a:lnTo>
                    <a:pt x="766573" y="674734"/>
                  </a:lnTo>
                  <a:lnTo>
                    <a:pt x="790505" y="638305"/>
                  </a:lnTo>
                  <a:lnTo>
                    <a:pt x="810666" y="599400"/>
                  </a:lnTo>
                  <a:lnTo>
                    <a:pt x="826797" y="558276"/>
                  </a:lnTo>
                  <a:lnTo>
                    <a:pt x="838639" y="515193"/>
                  </a:lnTo>
                  <a:lnTo>
                    <a:pt x="845935" y="470410"/>
                  </a:lnTo>
                  <a:lnTo>
                    <a:pt x="848424" y="424186"/>
                  </a:lnTo>
                  <a:lnTo>
                    <a:pt x="845935" y="377969"/>
                  </a:lnTo>
                  <a:lnTo>
                    <a:pt x="838639" y="333193"/>
                  </a:lnTo>
                  <a:lnTo>
                    <a:pt x="826797" y="290116"/>
                  </a:lnTo>
                  <a:lnTo>
                    <a:pt x="810666" y="248999"/>
                  </a:lnTo>
                  <a:lnTo>
                    <a:pt x="790505" y="210098"/>
                  </a:lnTo>
                  <a:lnTo>
                    <a:pt x="766573" y="173674"/>
                  </a:lnTo>
                  <a:lnTo>
                    <a:pt x="739129" y="139985"/>
                  </a:lnTo>
                  <a:lnTo>
                    <a:pt x="708432" y="109290"/>
                  </a:lnTo>
                  <a:lnTo>
                    <a:pt x="674740" y="81848"/>
                  </a:lnTo>
                  <a:lnTo>
                    <a:pt x="638313" y="57917"/>
                  </a:lnTo>
                  <a:lnTo>
                    <a:pt x="599408" y="37757"/>
                  </a:lnTo>
                  <a:lnTo>
                    <a:pt x="558286" y="21626"/>
                  </a:lnTo>
                  <a:lnTo>
                    <a:pt x="515203" y="9784"/>
                  </a:lnTo>
                  <a:lnTo>
                    <a:pt x="470421" y="2489"/>
                  </a:lnTo>
                  <a:lnTo>
                    <a:pt x="424196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4822152" y="2397004"/>
              <a:ext cx="696595" cy="696595"/>
            </a:xfrm>
            <a:custGeom>
              <a:avLst/>
              <a:gdLst/>
              <a:ahLst/>
              <a:cxnLst/>
              <a:rect l="l" t="t" r="r" b="b"/>
              <a:pathLst>
                <a:path w="696595" h="696594">
                  <a:moveTo>
                    <a:pt x="35255" y="338302"/>
                  </a:moveTo>
                  <a:lnTo>
                    <a:pt x="27393" y="330403"/>
                  </a:lnTo>
                  <a:lnTo>
                    <a:pt x="7899" y="330403"/>
                  </a:lnTo>
                  <a:lnTo>
                    <a:pt x="0" y="338302"/>
                  </a:lnTo>
                  <a:lnTo>
                    <a:pt x="0" y="357708"/>
                  </a:lnTo>
                  <a:lnTo>
                    <a:pt x="7899" y="365645"/>
                  </a:lnTo>
                  <a:lnTo>
                    <a:pt x="17627" y="365645"/>
                  </a:lnTo>
                  <a:lnTo>
                    <a:pt x="27393" y="365645"/>
                  </a:lnTo>
                  <a:lnTo>
                    <a:pt x="35255" y="357708"/>
                  </a:lnTo>
                  <a:lnTo>
                    <a:pt x="35255" y="338302"/>
                  </a:lnTo>
                  <a:close/>
                </a:path>
                <a:path w="696595" h="696594">
                  <a:moveTo>
                    <a:pt x="76796" y="506641"/>
                  </a:moveTo>
                  <a:lnTo>
                    <a:pt x="74688" y="500011"/>
                  </a:lnTo>
                  <a:lnTo>
                    <a:pt x="70129" y="494639"/>
                  </a:lnTo>
                  <a:lnTo>
                    <a:pt x="64084" y="491566"/>
                  </a:lnTo>
                  <a:lnTo>
                    <a:pt x="57340" y="490982"/>
                  </a:lnTo>
                  <a:lnTo>
                    <a:pt x="50647" y="493064"/>
                  </a:lnTo>
                  <a:lnTo>
                    <a:pt x="45351" y="497636"/>
                  </a:lnTo>
                  <a:lnTo>
                    <a:pt x="42291" y="503656"/>
                  </a:lnTo>
                  <a:lnTo>
                    <a:pt x="41719" y="510400"/>
                  </a:lnTo>
                  <a:lnTo>
                    <a:pt x="43840" y="517067"/>
                  </a:lnTo>
                  <a:lnTo>
                    <a:pt x="48374" y="522401"/>
                  </a:lnTo>
                  <a:lnTo>
                    <a:pt x="54394" y="525487"/>
                  </a:lnTo>
                  <a:lnTo>
                    <a:pt x="61125" y="526084"/>
                  </a:lnTo>
                  <a:lnTo>
                    <a:pt x="67792" y="523951"/>
                  </a:lnTo>
                  <a:lnTo>
                    <a:pt x="73139" y="519379"/>
                  </a:lnTo>
                  <a:lnTo>
                    <a:pt x="76212" y="513359"/>
                  </a:lnTo>
                  <a:lnTo>
                    <a:pt x="76796" y="506641"/>
                  </a:lnTo>
                  <a:close/>
                </a:path>
                <a:path w="696595" h="696594">
                  <a:moveTo>
                    <a:pt x="78892" y="185928"/>
                  </a:moveTo>
                  <a:lnTo>
                    <a:pt x="78397" y="179158"/>
                  </a:lnTo>
                  <a:lnTo>
                    <a:pt x="75399" y="173075"/>
                  </a:lnTo>
                  <a:lnTo>
                    <a:pt x="70154" y="168478"/>
                  </a:lnTo>
                  <a:lnTo>
                    <a:pt x="63500" y="166243"/>
                  </a:lnTo>
                  <a:lnTo>
                    <a:pt x="56756" y="166725"/>
                  </a:lnTo>
                  <a:lnTo>
                    <a:pt x="50698" y="169722"/>
                  </a:lnTo>
                  <a:lnTo>
                    <a:pt x="46113" y="175018"/>
                  </a:lnTo>
                  <a:lnTo>
                    <a:pt x="43878" y="181648"/>
                  </a:lnTo>
                  <a:lnTo>
                    <a:pt x="44361" y="188391"/>
                  </a:lnTo>
                  <a:lnTo>
                    <a:pt x="47345" y="194475"/>
                  </a:lnTo>
                  <a:lnTo>
                    <a:pt x="52616" y="199136"/>
                  </a:lnTo>
                  <a:lnTo>
                    <a:pt x="59258" y="201320"/>
                  </a:lnTo>
                  <a:lnTo>
                    <a:pt x="66014" y="200825"/>
                  </a:lnTo>
                  <a:lnTo>
                    <a:pt x="72072" y="197853"/>
                  </a:lnTo>
                  <a:lnTo>
                    <a:pt x="76695" y="192595"/>
                  </a:lnTo>
                  <a:lnTo>
                    <a:pt x="78892" y="185928"/>
                  </a:lnTo>
                  <a:close/>
                </a:path>
                <a:path w="696595" h="696594">
                  <a:moveTo>
                    <a:pt x="201282" y="636803"/>
                  </a:moveTo>
                  <a:lnTo>
                    <a:pt x="200761" y="630047"/>
                  </a:lnTo>
                  <a:lnTo>
                    <a:pt x="197764" y="623963"/>
                  </a:lnTo>
                  <a:lnTo>
                    <a:pt x="192506" y="619353"/>
                  </a:lnTo>
                  <a:lnTo>
                    <a:pt x="185864" y="617156"/>
                  </a:lnTo>
                  <a:lnTo>
                    <a:pt x="179120" y="617651"/>
                  </a:lnTo>
                  <a:lnTo>
                    <a:pt x="173050" y="620623"/>
                  </a:lnTo>
                  <a:lnTo>
                    <a:pt x="168427" y="625856"/>
                  </a:lnTo>
                  <a:lnTo>
                    <a:pt x="166243" y="632536"/>
                  </a:lnTo>
                  <a:lnTo>
                    <a:pt x="166738" y="639305"/>
                  </a:lnTo>
                  <a:lnTo>
                    <a:pt x="169710" y="645375"/>
                  </a:lnTo>
                  <a:lnTo>
                    <a:pt x="174929" y="649986"/>
                  </a:lnTo>
                  <a:lnTo>
                    <a:pt x="181610" y="652195"/>
                  </a:lnTo>
                  <a:lnTo>
                    <a:pt x="188379" y="651700"/>
                  </a:lnTo>
                  <a:lnTo>
                    <a:pt x="194462" y="648716"/>
                  </a:lnTo>
                  <a:lnTo>
                    <a:pt x="199097" y="643445"/>
                  </a:lnTo>
                  <a:lnTo>
                    <a:pt x="201282" y="636803"/>
                  </a:lnTo>
                  <a:close/>
                </a:path>
                <a:path w="696595" h="696594">
                  <a:moveTo>
                    <a:pt x="205054" y="57404"/>
                  </a:moveTo>
                  <a:lnTo>
                    <a:pt x="202895" y="50736"/>
                  </a:lnTo>
                  <a:lnTo>
                    <a:pt x="198361" y="45377"/>
                  </a:lnTo>
                  <a:lnTo>
                    <a:pt x="192341" y="42303"/>
                  </a:lnTo>
                  <a:lnTo>
                    <a:pt x="185610" y="41719"/>
                  </a:lnTo>
                  <a:lnTo>
                    <a:pt x="178943" y="43840"/>
                  </a:lnTo>
                  <a:lnTo>
                    <a:pt x="173621" y="48374"/>
                  </a:lnTo>
                  <a:lnTo>
                    <a:pt x="170573" y="54406"/>
                  </a:lnTo>
                  <a:lnTo>
                    <a:pt x="170002" y="61150"/>
                  </a:lnTo>
                  <a:lnTo>
                    <a:pt x="172135" y="67830"/>
                  </a:lnTo>
                  <a:lnTo>
                    <a:pt x="176682" y="73139"/>
                  </a:lnTo>
                  <a:lnTo>
                    <a:pt x="182714" y="76200"/>
                  </a:lnTo>
                  <a:lnTo>
                    <a:pt x="189458" y="76784"/>
                  </a:lnTo>
                  <a:lnTo>
                    <a:pt x="196126" y="74688"/>
                  </a:lnTo>
                  <a:lnTo>
                    <a:pt x="201447" y="70154"/>
                  </a:lnTo>
                  <a:lnTo>
                    <a:pt x="204508" y="64135"/>
                  </a:lnTo>
                  <a:lnTo>
                    <a:pt x="205054" y="57404"/>
                  </a:lnTo>
                  <a:close/>
                </a:path>
                <a:path w="696595" h="696594">
                  <a:moveTo>
                    <a:pt x="365658" y="668616"/>
                  </a:moveTo>
                  <a:lnTo>
                    <a:pt x="357759" y="660755"/>
                  </a:lnTo>
                  <a:lnTo>
                    <a:pt x="338302" y="660755"/>
                  </a:lnTo>
                  <a:lnTo>
                    <a:pt x="330365" y="668616"/>
                  </a:lnTo>
                  <a:lnTo>
                    <a:pt x="330365" y="688149"/>
                  </a:lnTo>
                  <a:lnTo>
                    <a:pt x="338302" y="696010"/>
                  </a:lnTo>
                  <a:lnTo>
                    <a:pt x="357759" y="696010"/>
                  </a:lnTo>
                  <a:lnTo>
                    <a:pt x="365658" y="688149"/>
                  </a:lnTo>
                  <a:lnTo>
                    <a:pt x="365658" y="678421"/>
                  </a:lnTo>
                  <a:lnTo>
                    <a:pt x="365658" y="668616"/>
                  </a:lnTo>
                  <a:close/>
                </a:path>
                <a:path w="696595" h="696594">
                  <a:moveTo>
                    <a:pt x="365658" y="7937"/>
                  </a:moveTo>
                  <a:lnTo>
                    <a:pt x="357759" y="0"/>
                  </a:lnTo>
                  <a:lnTo>
                    <a:pt x="338302" y="0"/>
                  </a:lnTo>
                  <a:lnTo>
                    <a:pt x="330365" y="7937"/>
                  </a:lnTo>
                  <a:lnTo>
                    <a:pt x="330365" y="27393"/>
                  </a:lnTo>
                  <a:lnTo>
                    <a:pt x="338302" y="35293"/>
                  </a:lnTo>
                  <a:lnTo>
                    <a:pt x="357759" y="35293"/>
                  </a:lnTo>
                  <a:lnTo>
                    <a:pt x="365658" y="27393"/>
                  </a:lnTo>
                  <a:lnTo>
                    <a:pt x="365658" y="17627"/>
                  </a:lnTo>
                  <a:lnTo>
                    <a:pt x="365658" y="7937"/>
                  </a:lnTo>
                  <a:close/>
                </a:path>
                <a:path w="696595" h="696594">
                  <a:moveTo>
                    <a:pt x="526046" y="634873"/>
                  </a:moveTo>
                  <a:lnTo>
                    <a:pt x="523913" y="628218"/>
                  </a:lnTo>
                  <a:lnTo>
                    <a:pt x="519366" y="622896"/>
                  </a:lnTo>
                  <a:lnTo>
                    <a:pt x="513346" y="619836"/>
                  </a:lnTo>
                  <a:lnTo>
                    <a:pt x="506628" y="619239"/>
                  </a:lnTo>
                  <a:lnTo>
                    <a:pt x="499960" y="621322"/>
                  </a:lnTo>
                  <a:lnTo>
                    <a:pt x="494626" y="625894"/>
                  </a:lnTo>
                  <a:lnTo>
                    <a:pt x="491553" y="631939"/>
                  </a:lnTo>
                  <a:lnTo>
                    <a:pt x="490956" y="638683"/>
                  </a:lnTo>
                  <a:lnTo>
                    <a:pt x="493077" y="645363"/>
                  </a:lnTo>
                  <a:lnTo>
                    <a:pt x="497636" y="650697"/>
                  </a:lnTo>
                  <a:lnTo>
                    <a:pt x="503669" y="653757"/>
                  </a:lnTo>
                  <a:lnTo>
                    <a:pt x="510413" y="654316"/>
                  </a:lnTo>
                  <a:lnTo>
                    <a:pt x="517105" y="652170"/>
                  </a:lnTo>
                  <a:lnTo>
                    <a:pt x="522414" y="647649"/>
                  </a:lnTo>
                  <a:lnTo>
                    <a:pt x="525462" y="641616"/>
                  </a:lnTo>
                  <a:lnTo>
                    <a:pt x="526046" y="634873"/>
                  </a:lnTo>
                  <a:close/>
                </a:path>
                <a:path w="696595" h="696594">
                  <a:moveTo>
                    <a:pt x="529793" y="63500"/>
                  </a:moveTo>
                  <a:lnTo>
                    <a:pt x="529297" y="56756"/>
                  </a:lnTo>
                  <a:lnTo>
                    <a:pt x="526313" y="50685"/>
                  </a:lnTo>
                  <a:lnTo>
                    <a:pt x="521030" y="46062"/>
                  </a:lnTo>
                  <a:lnTo>
                    <a:pt x="514400" y="43878"/>
                  </a:lnTo>
                  <a:lnTo>
                    <a:pt x="507644" y="44386"/>
                  </a:lnTo>
                  <a:lnTo>
                    <a:pt x="501573" y="47383"/>
                  </a:lnTo>
                  <a:lnTo>
                    <a:pt x="496989" y="52654"/>
                  </a:lnTo>
                  <a:lnTo>
                    <a:pt x="494792" y="59283"/>
                  </a:lnTo>
                  <a:lnTo>
                    <a:pt x="495274" y="66014"/>
                  </a:lnTo>
                  <a:lnTo>
                    <a:pt x="498246" y="72072"/>
                  </a:lnTo>
                  <a:lnTo>
                    <a:pt x="503491" y="76695"/>
                  </a:lnTo>
                  <a:lnTo>
                    <a:pt x="510159" y="78879"/>
                  </a:lnTo>
                  <a:lnTo>
                    <a:pt x="516902" y="78371"/>
                  </a:lnTo>
                  <a:lnTo>
                    <a:pt x="522973" y="75399"/>
                  </a:lnTo>
                  <a:lnTo>
                    <a:pt x="527583" y="70154"/>
                  </a:lnTo>
                  <a:lnTo>
                    <a:pt x="529793" y="63500"/>
                  </a:lnTo>
                  <a:close/>
                </a:path>
                <a:path w="696595" h="696594">
                  <a:moveTo>
                    <a:pt x="634669" y="337299"/>
                  </a:moveTo>
                  <a:lnTo>
                    <a:pt x="358889" y="337299"/>
                  </a:lnTo>
                  <a:lnTo>
                    <a:pt x="358889" y="61709"/>
                  </a:lnTo>
                  <a:lnTo>
                    <a:pt x="337159" y="61709"/>
                  </a:lnTo>
                  <a:lnTo>
                    <a:pt x="337159" y="337299"/>
                  </a:lnTo>
                  <a:lnTo>
                    <a:pt x="337159" y="358889"/>
                  </a:lnTo>
                  <a:lnTo>
                    <a:pt x="634669" y="358889"/>
                  </a:lnTo>
                  <a:lnTo>
                    <a:pt x="634669" y="337299"/>
                  </a:lnTo>
                  <a:close/>
                </a:path>
                <a:path w="696595" h="696594">
                  <a:moveTo>
                    <a:pt x="652157" y="514362"/>
                  </a:moveTo>
                  <a:lnTo>
                    <a:pt x="651687" y="507631"/>
                  </a:lnTo>
                  <a:lnTo>
                    <a:pt x="648703" y="501586"/>
                  </a:lnTo>
                  <a:lnTo>
                    <a:pt x="643445" y="497001"/>
                  </a:lnTo>
                  <a:lnTo>
                    <a:pt x="636790" y="494804"/>
                  </a:lnTo>
                  <a:lnTo>
                    <a:pt x="630047" y="495274"/>
                  </a:lnTo>
                  <a:lnTo>
                    <a:pt x="623963" y="498259"/>
                  </a:lnTo>
                  <a:lnTo>
                    <a:pt x="619315" y="503542"/>
                  </a:lnTo>
                  <a:lnTo>
                    <a:pt x="617131" y="510197"/>
                  </a:lnTo>
                  <a:lnTo>
                    <a:pt x="617639" y="516940"/>
                  </a:lnTo>
                  <a:lnTo>
                    <a:pt x="620610" y="522986"/>
                  </a:lnTo>
                  <a:lnTo>
                    <a:pt x="625868" y="527570"/>
                  </a:lnTo>
                  <a:lnTo>
                    <a:pt x="632523" y="529805"/>
                  </a:lnTo>
                  <a:lnTo>
                    <a:pt x="639279" y="529310"/>
                  </a:lnTo>
                  <a:lnTo>
                    <a:pt x="645350" y="526313"/>
                  </a:lnTo>
                  <a:lnTo>
                    <a:pt x="649947" y="521030"/>
                  </a:lnTo>
                  <a:lnTo>
                    <a:pt x="652157" y="514362"/>
                  </a:lnTo>
                  <a:close/>
                </a:path>
                <a:path w="696595" h="696594">
                  <a:moveTo>
                    <a:pt x="654329" y="185661"/>
                  </a:moveTo>
                  <a:lnTo>
                    <a:pt x="652208" y="178993"/>
                  </a:lnTo>
                  <a:lnTo>
                    <a:pt x="647661" y="173647"/>
                  </a:lnTo>
                  <a:lnTo>
                    <a:pt x="641604" y="170573"/>
                  </a:lnTo>
                  <a:lnTo>
                    <a:pt x="634834" y="169976"/>
                  </a:lnTo>
                  <a:lnTo>
                    <a:pt x="628129" y="172085"/>
                  </a:lnTo>
                  <a:lnTo>
                    <a:pt x="622833" y="176657"/>
                  </a:lnTo>
                  <a:lnTo>
                    <a:pt x="619798" y="182676"/>
                  </a:lnTo>
                  <a:lnTo>
                    <a:pt x="619239" y="189395"/>
                  </a:lnTo>
                  <a:lnTo>
                    <a:pt x="621372" y="196049"/>
                  </a:lnTo>
                  <a:lnTo>
                    <a:pt x="625919" y="201409"/>
                  </a:lnTo>
                  <a:lnTo>
                    <a:pt x="631952" y="204495"/>
                  </a:lnTo>
                  <a:lnTo>
                    <a:pt x="638695" y="205105"/>
                  </a:lnTo>
                  <a:lnTo>
                    <a:pt x="645363" y="202984"/>
                  </a:lnTo>
                  <a:lnTo>
                    <a:pt x="650684" y="198424"/>
                  </a:lnTo>
                  <a:lnTo>
                    <a:pt x="653745" y="192392"/>
                  </a:lnTo>
                  <a:lnTo>
                    <a:pt x="654329" y="185661"/>
                  </a:lnTo>
                  <a:close/>
                </a:path>
                <a:path w="696595" h="696594">
                  <a:moveTo>
                    <a:pt x="696010" y="338302"/>
                  </a:moveTo>
                  <a:lnTo>
                    <a:pt x="688149" y="330403"/>
                  </a:lnTo>
                  <a:lnTo>
                    <a:pt x="668693" y="330403"/>
                  </a:lnTo>
                  <a:lnTo>
                    <a:pt x="660755" y="338302"/>
                  </a:lnTo>
                  <a:lnTo>
                    <a:pt x="660755" y="357708"/>
                  </a:lnTo>
                  <a:lnTo>
                    <a:pt x="668693" y="365645"/>
                  </a:lnTo>
                  <a:lnTo>
                    <a:pt x="678345" y="365645"/>
                  </a:lnTo>
                  <a:lnTo>
                    <a:pt x="688149" y="365645"/>
                  </a:lnTo>
                  <a:lnTo>
                    <a:pt x="696010" y="357708"/>
                  </a:lnTo>
                  <a:lnTo>
                    <a:pt x="696010" y="338302"/>
                  </a:lnTo>
                  <a:close/>
                </a:path>
              </a:pathLst>
            </a:custGeom>
            <a:solidFill>
              <a:srgbClr val="44424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6" name="object 236" descr=""/>
          <p:cNvGrpSpPr/>
          <p:nvPr/>
        </p:nvGrpSpPr>
        <p:grpSpPr>
          <a:xfrm>
            <a:off x="6189250" y="2050918"/>
            <a:ext cx="699135" cy="1316990"/>
            <a:chOff x="6189250" y="2050918"/>
            <a:chExt cx="699135" cy="1316990"/>
          </a:xfrm>
        </p:grpSpPr>
        <p:sp>
          <p:nvSpPr>
            <p:cNvPr id="237" name="object 237" descr=""/>
            <p:cNvSpPr/>
            <p:nvPr/>
          </p:nvSpPr>
          <p:spPr>
            <a:xfrm>
              <a:off x="6189250" y="2050918"/>
              <a:ext cx="699135" cy="1316990"/>
            </a:xfrm>
            <a:custGeom>
              <a:avLst/>
              <a:gdLst/>
              <a:ahLst/>
              <a:cxnLst/>
              <a:rect l="l" t="t" r="r" b="b"/>
              <a:pathLst>
                <a:path w="699134" h="1316989">
                  <a:moveTo>
                    <a:pt x="671948" y="0"/>
                  </a:moveTo>
                  <a:lnTo>
                    <a:pt x="26805" y="0"/>
                  </a:lnTo>
                  <a:lnTo>
                    <a:pt x="16379" y="2108"/>
                  </a:lnTo>
                  <a:lnTo>
                    <a:pt x="7858" y="7858"/>
                  </a:lnTo>
                  <a:lnTo>
                    <a:pt x="2109" y="16388"/>
                  </a:lnTo>
                  <a:lnTo>
                    <a:pt x="0" y="26836"/>
                  </a:lnTo>
                  <a:lnTo>
                    <a:pt x="0" y="1289573"/>
                  </a:lnTo>
                  <a:lnTo>
                    <a:pt x="2109" y="1299999"/>
                  </a:lnTo>
                  <a:lnTo>
                    <a:pt x="7858" y="1308520"/>
                  </a:lnTo>
                  <a:lnTo>
                    <a:pt x="16379" y="1314269"/>
                  </a:lnTo>
                  <a:lnTo>
                    <a:pt x="26805" y="1316378"/>
                  </a:lnTo>
                  <a:lnTo>
                    <a:pt x="671948" y="1316378"/>
                  </a:lnTo>
                  <a:lnTo>
                    <a:pt x="682373" y="1314269"/>
                  </a:lnTo>
                  <a:lnTo>
                    <a:pt x="690895" y="1308520"/>
                  </a:lnTo>
                  <a:lnTo>
                    <a:pt x="696644" y="1299999"/>
                  </a:lnTo>
                  <a:lnTo>
                    <a:pt x="698753" y="1289573"/>
                  </a:lnTo>
                  <a:lnTo>
                    <a:pt x="698753" y="26836"/>
                  </a:lnTo>
                  <a:lnTo>
                    <a:pt x="696644" y="16388"/>
                  </a:lnTo>
                  <a:lnTo>
                    <a:pt x="690895" y="7858"/>
                  </a:lnTo>
                  <a:lnTo>
                    <a:pt x="682373" y="2108"/>
                  </a:lnTo>
                  <a:lnTo>
                    <a:pt x="671948" y="0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6212307" y="2089067"/>
              <a:ext cx="652780" cy="1240155"/>
            </a:xfrm>
            <a:custGeom>
              <a:avLst/>
              <a:gdLst/>
              <a:ahLst/>
              <a:cxnLst/>
              <a:rect l="l" t="t" r="r" b="b"/>
              <a:pathLst>
                <a:path w="652779" h="1240154">
                  <a:moveTo>
                    <a:pt x="185610" y="1219238"/>
                  </a:moveTo>
                  <a:lnTo>
                    <a:pt x="183984" y="1211148"/>
                  </a:lnTo>
                  <a:lnTo>
                    <a:pt x="179527" y="1204544"/>
                  </a:lnTo>
                  <a:lnTo>
                    <a:pt x="172923" y="1200073"/>
                  </a:lnTo>
                  <a:lnTo>
                    <a:pt x="164820" y="1198448"/>
                  </a:lnTo>
                  <a:lnTo>
                    <a:pt x="105308" y="1198448"/>
                  </a:lnTo>
                  <a:lnTo>
                    <a:pt x="97218" y="1200073"/>
                  </a:lnTo>
                  <a:lnTo>
                    <a:pt x="90614" y="1204544"/>
                  </a:lnTo>
                  <a:lnTo>
                    <a:pt x="86156" y="1211148"/>
                  </a:lnTo>
                  <a:lnTo>
                    <a:pt x="84518" y="1219238"/>
                  </a:lnTo>
                  <a:lnTo>
                    <a:pt x="86156" y="1227366"/>
                  </a:lnTo>
                  <a:lnTo>
                    <a:pt x="90614" y="1233982"/>
                  </a:lnTo>
                  <a:lnTo>
                    <a:pt x="97218" y="1238440"/>
                  </a:lnTo>
                  <a:lnTo>
                    <a:pt x="105308" y="1240078"/>
                  </a:lnTo>
                  <a:lnTo>
                    <a:pt x="164820" y="1240078"/>
                  </a:lnTo>
                  <a:lnTo>
                    <a:pt x="172923" y="1238440"/>
                  </a:lnTo>
                  <a:lnTo>
                    <a:pt x="179527" y="1233982"/>
                  </a:lnTo>
                  <a:lnTo>
                    <a:pt x="183984" y="1227366"/>
                  </a:lnTo>
                  <a:lnTo>
                    <a:pt x="185610" y="1219238"/>
                  </a:lnTo>
                  <a:close/>
                </a:path>
                <a:path w="652779" h="1240154">
                  <a:moveTo>
                    <a:pt x="425742" y="0"/>
                  </a:moveTo>
                  <a:lnTo>
                    <a:pt x="226847" y="0"/>
                  </a:lnTo>
                  <a:lnTo>
                    <a:pt x="226847" y="25717"/>
                  </a:lnTo>
                  <a:lnTo>
                    <a:pt x="425742" y="25717"/>
                  </a:lnTo>
                  <a:lnTo>
                    <a:pt x="425742" y="0"/>
                  </a:lnTo>
                  <a:close/>
                </a:path>
                <a:path w="652779" h="1240154">
                  <a:moveTo>
                    <a:pt x="568121" y="1219238"/>
                  </a:moveTo>
                  <a:lnTo>
                    <a:pt x="566483" y="1211148"/>
                  </a:lnTo>
                  <a:lnTo>
                    <a:pt x="562013" y="1204544"/>
                  </a:lnTo>
                  <a:lnTo>
                    <a:pt x="555409" y="1200073"/>
                  </a:lnTo>
                  <a:lnTo>
                    <a:pt x="547319" y="1198448"/>
                  </a:lnTo>
                  <a:lnTo>
                    <a:pt x="487819" y="1198448"/>
                  </a:lnTo>
                  <a:lnTo>
                    <a:pt x="479704" y="1200073"/>
                  </a:lnTo>
                  <a:lnTo>
                    <a:pt x="473087" y="1204544"/>
                  </a:lnTo>
                  <a:lnTo>
                    <a:pt x="468617" y="1211148"/>
                  </a:lnTo>
                  <a:lnTo>
                    <a:pt x="466979" y="1219238"/>
                  </a:lnTo>
                  <a:lnTo>
                    <a:pt x="468617" y="1227366"/>
                  </a:lnTo>
                  <a:lnTo>
                    <a:pt x="473087" y="1233982"/>
                  </a:lnTo>
                  <a:lnTo>
                    <a:pt x="479704" y="1238440"/>
                  </a:lnTo>
                  <a:lnTo>
                    <a:pt x="487819" y="1240078"/>
                  </a:lnTo>
                  <a:lnTo>
                    <a:pt x="547319" y="1240078"/>
                  </a:lnTo>
                  <a:lnTo>
                    <a:pt x="555409" y="1238440"/>
                  </a:lnTo>
                  <a:lnTo>
                    <a:pt x="562013" y="1233982"/>
                  </a:lnTo>
                  <a:lnTo>
                    <a:pt x="566483" y="1227366"/>
                  </a:lnTo>
                  <a:lnTo>
                    <a:pt x="568121" y="1219238"/>
                  </a:lnTo>
                  <a:close/>
                </a:path>
                <a:path w="652779" h="1240154">
                  <a:moveTo>
                    <a:pt x="652627" y="58978"/>
                  </a:moveTo>
                  <a:lnTo>
                    <a:pt x="0" y="58978"/>
                  </a:lnTo>
                  <a:lnTo>
                    <a:pt x="0" y="1161415"/>
                  </a:lnTo>
                  <a:lnTo>
                    <a:pt x="652627" y="1161415"/>
                  </a:lnTo>
                  <a:lnTo>
                    <a:pt x="652627" y="58978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9" name="object 239" descr=""/>
          <p:cNvGrpSpPr/>
          <p:nvPr/>
        </p:nvGrpSpPr>
        <p:grpSpPr>
          <a:xfrm>
            <a:off x="13785192" y="2219618"/>
            <a:ext cx="1797685" cy="1102995"/>
            <a:chOff x="13785192" y="2219618"/>
            <a:chExt cx="1797685" cy="1102995"/>
          </a:xfrm>
        </p:grpSpPr>
        <p:sp>
          <p:nvSpPr>
            <p:cNvPr id="240" name="object 240" descr=""/>
            <p:cNvSpPr/>
            <p:nvPr/>
          </p:nvSpPr>
          <p:spPr>
            <a:xfrm>
              <a:off x="13785192" y="2351185"/>
              <a:ext cx="1797685" cy="971550"/>
            </a:xfrm>
            <a:custGeom>
              <a:avLst/>
              <a:gdLst/>
              <a:ahLst/>
              <a:cxnLst/>
              <a:rect l="l" t="t" r="r" b="b"/>
              <a:pathLst>
                <a:path w="1797684" h="971550">
                  <a:moveTo>
                    <a:pt x="0" y="971185"/>
                  </a:moveTo>
                  <a:lnTo>
                    <a:pt x="1797285" y="971185"/>
                  </a:lnTo>
                  <a:lnTo>
                    <a:pt x="1797285" y="0"/>
                  </a:lnTo>
                  <a:lnTo>
                    <a:pt x="0" y="0"/>
                  </a:lnTo>
                  <a:lnTo>
                    <a:pt x="0" y="971185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3785192" y="2219618"/>
              <a:ext cx="1797685" cy="132080"/>
            </a:xfrm>
            <a:custGeom>
              <a:avLst/>
              <a:gdLst/>
              <a:ahLst/>
              <a:cxnLst/>
              <a:rect l="l" t="t" r="r" b="b"/>
              <a:pathLst>
                <a:path w="1797684" h="132080">
                  <a:moveTo>
                    <a:pt x="1797285" y="0"/>
                  </a:moveTo>
                  <a:lnTo>
                    <a:pt x="0" y="0"/>
                  </a:lnTo>
                  <a:lnTo>
                    <a:pt x="0" y="131566"/>
                  </a:lnTo>
                  <a:lnTo>
                    <a:pt x="1797285" y="131566"/>
                  </a:lnTo>
                  <a:lnTo>
                    <a:pt x="1797285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5261882" y="2256973"/>
              <a:ext cx="234315" cy="57150"/>
            </a:xfrm>
            <a:custGeom>
              <a:avLst/>
              <a:gdLst/>
              <a:ahLst/>
              <a:cxnLst/>
              <a:rect l="l" t="t" r="r" b="b"/>
              <a:pathLst>
                <a:path w="234315" h="57150">
                  <a:moveTo>
                    <a:pt x="56959" y="28486"/>
                  </a:moveTo>
                  <a:lnTo>
                    <a:pt x="54711" y="17386"/>
                  </a:lnTo>
                  <a:lnTo>
                    <a:pt x="48615" y="8331"/>
                  </a:lnTo>
                  <a:lnTo>
                    <a:pt x="39560" y="2235"/>
                  </a:lnTo>
                  <a:lnTo>
                    <a:pt x="28473" y="0"/>
                  </a:lnTo>
                  <a:lnTo>
                    <a:pt x="17386" y="2235"/>
                  </a:lnTo>
                  <a:lnTo>
                    <a:pt x="8331" y="8331"/>
                  </a:lnTo>
                  <a:lnTo>
                    <a:pt x="2235" y="17386"/>
                  </a:lnTo>
                  <a:lnTo>
                    <a:pt x="0" y="28486"/>
                  </a:lnTo>
                  <a:lnTo>
                    <a:pt x="2235" y="39547"/>
                  </a:lnTo>
                  <a:lnTo>
                    <a:pt x="8331" y="48590"/>
                  </a:lnTo>
                  <a:lnTo>
                    <a:pt x="17386" y="54686"/>
                  </a:lnTo>
                  <a:lnTo>
                    <a:pt x="28473" y="56921"/>
                  </a:lnTo>
                  <a:lnTo>
                    <a:pt x="39560" y="54686"/>
                  </a:lnTo>
                  <a:lnTo>
                    <a:pt x="48615" y="48590"/>
                  </a:lnTo>
                  <a:lnTo>
                    <a:pt x="54711" y="39547"/>
                  </a:lnTo>
                  <a:lnTo>
                    <a:pt x="56959" y="28486"/>
                  </a:lnTo>
                  <a:close/>
                </a:path>
                <a:path w="234315" h="57150">
                  <a:moveTo>
                    <a:pt x="145529" y="28486"/>
                  </a:moveTo>
                  <a:lnTo>
                    <a:pt x="143294" y="17386"/>
                  </a:lnTo>
                  <a:lnTo>
                    <a:pt x="137198" y="8331"/>
                  </a:lnTo>
                  <a:lnTo>
                    <a:pt x="128143" y="2235"/>
                  </a:lnTo>
                  <a:lnTo>
                    <a:pt x="117043" y="0"/>
                  </a:lnTo>
                  <a:lnTo>
                    <a:pt x="105968" y="2235"/>
                  </a:lnTo>
                  <a:lnTo>
                    <a:pt x="96926" y="8331"/>
                  </a:lnTo>
                  <a:lnTo>
                    <a:pt x="90817" y="17386"/>
                  </a:lnTo>
                  <a:lnTo>
                    <a:pt x="88582" y="28486"/>
                  </a:lnTo>
                  <a:lnTo>
                    <a:pt x="90817" y="39547"/>
                  </a:lnTo>
                  <a:lnTo>
                    <a:pt x="96926" y="48590"/>
                  </a:lnTo>
                  <a:lnTo>
                    <a:pt x="105968" y="54686"/>
                  </a:lnTo>
                  <a:lnTo>
                    <a:pt x="117043" y="56921"/>
                  </a:lnTo>
                  <a:lnTo>
                    <a:pt x="128143" y="54686"/>
                  </a:lnTo>
                  <a:lnTo>
                    <a:pt x="137198" y="48590"/>
                  </a:lnTo>
                  <a:lnTo>
                    <a:pt x="143294" y="39547"/>
                  </a:lnTo>
                  <a:lnTo>
                    <a:pt x="145529" y="28486"/>
                  </a:lnTo>
                  <a:close/>
                </a:path>
                <a:path w="234315" h="57150">
                  <a:moveTo>
                    <a:pt x="234137" y="28486"/>
                  </a:moveTo>
                  <a:lnTo>
                    <a:pt x="231889" y="17386"/>
                  </a:lnTo>
                  <a:lnTo>
                    <a:pt x="225780" y="8331"/>
                  </a:lnTo>
                  <a:lnTo>
                    <a:pt x="216725" y="2235"/>
                  </a:lnTo>
                  <a:lnTo>
                    <a:pt x="205651" y="0"/>
                  </a:lnTo>
                  <a:lnTo>
                    <a:pt x="194564" y="2235"/>
                  </a:lnTo>
                  <a:lnTo>
                    <a:pt x="185521" y="8331"/>
                  </a:lnTo>
                  <a:lnTo>
                    <a:pt x="179412" y="17386"/>
                  </a:lnTo>
                  <a:lnTo>
                    <a:pt x="177177" y="28486"/>
                  </a:lnTo>
                  <a:lnTo>
                    <a:pt x="179412" y="39547"/>
                  </a:lnTo>
                  <a:lnTo>
                    <a:pt x="185521" y="48590"/>
                  </a:lnTo>
                  <a:lnTo>
                    <a:pt x="194564" y="54686"/>
                  </a:lnTo>
                  <a:lnTo>
                    <a:pt x="205651" y="56921"/>
                  </a:lnTo>
                  <a:lnTo>
                    <a:pt x="216725" y="54686"/>
                  </a:lnTo>
                  <a:lnTo>
                    <a:pt x="225780" y="48590"/>
                  </a:lnTo>
                  <a:lnTo>
                    <a:pt x="231889" y="39547"/>
                  </a:lnTo>
                  <a:lnTo>
                    <a:pt x="234137" y="28486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3857609" y="2417371"/>
              <a:ext cx="1271270" cy="812800"/>
            </a:xfrm>
            <a:custGeom>
              <a:avLst/>
              <a:gdLst/>
              <a:ahLst/>
              <a:cxnLst/>
              <a:rect l="l" t="t" r="r" b="b"/>
              <a:pathLst>
                <a:path w="1271269" h="812800">
                  <a:moveTo>
                    <a:pt x="1271196" y="0"/>
                  </a:moveTo>
                  <a:lnTo>
                    <a:pt x="0" y="0"/>
                  </a:lnTo>
                  <a:lnTo>
                    <a:pt x="0" y="812383"/>
                  </a:lnTo>
                  <a:lnTo>
                    <a:pt x="1271196" y="812383"/>
                  </a:lnTo>
                  <a:lnTo>
                    <a:pt x="1271196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4234793" y="2645770"/>
              <a:ext cx="516890" cy="355600"/>
            </a:xfrm>
            <a:custGeom>
              <a:avLst/>
              <a:gdLst/>
              <a:ahLst/>
              <a:cxnLst/>
              <a:rect l="l" t="t" r="r" b="b"/>
              <a:pathLst>
                <a:path w="516890" h="355600">
                  <a:moveTo>
                    <a:pt x="476540" y="0"/>
                  </a:moveTo>
                  <a:lnTo>
                    <a:pt x="40271" y="0"/>
                  </a:lnTo>
                  <a:lnTo>
                    <a:pt x="24600" y="3169"/>
                  </a:lnTo>
                  <a:lnTo>
                    <a:pt x="11799" y="11807"/>
                  </a:lnTo>
                  <a:lnTo>
                    <a:pt x="3166" y="24609"/>
                  </a:lnTo>
                  <a:lnTo>
                    <a:pt x="0" y="40271"/>
                  </a:lnTo>
                  <a:lnTo>
                    <a:pt x="0" y="315309"/>
                  </a:lnTo>
                  <a:lnTo>
                    <a:pt x="3166" y="330987"/>
                  </a:lnTo>
                  <a:lnTo>
                    <a:pt x="11799" y="343784"/>
                  </a:lnTo>
                  <a:lnTo>
                    <a:pt x="24600" y="352408"/>
                  </a:lnTo>
                  <a:lnTo>
                    <a:pt x="40271" y="355570"/>
                  </a:lnTo>
                  <a:lnTo>
                    <a:pt x="476540" y="355570"/>
                  </a:lnTo>
                  <a:lnTo>
                    <a:pt x="492204" y="352408"/>
                  </a:lnTo>
                  <a:lnTo>
                    <a:pt x="505002" y="343784"/>
                  </a:lnTo>
                  <a:lnTo>
                    <a:pt x="513634" y="330987"/>
                  </a:lnTo>
                  <a:lnTo>
                    <a:pt x="516801" y="315309"/>
                  </a:lnTo>
                  <a:lnTo>
                    <a:pt x="516801" y="40271"/>
                  </a:lnTo>
                  <a:lnTo>
                    <a:pt x="513634" y="24609"/>
                  </a:lnTo>
                  <a:lnTo>
                    <a:pt x="505002" y="11807"/>
                  </a:lnTo>
                  <a:lnTo>
                    <a:pt x="492204" y="3169"/>
                  </a:lnTo>
                  <a:lnTo>
                    <a:pt x="476540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4388346" y="2717269"/>
              <a:ext cx="210185" cy="212725"/>
            </a:xfrm>
            <a:custGeom>
              <a:avLst/>
              <a:gdLst/>
              <a:ahLst/>
              <a:cxnLst/>
              <a:rect l="l" t="t" r="r" b="b"/>
              <a:pathLst>
                <a:path w="210184" h="212725">
                  <a:moveTo>
                    <a:pt x="0" y="0"/>
                  </a:moveTo>
                  <a:lnTo>
                    <a:pt x="0" y="106269"/>
                  </a:lnTo>
                  <a:lnTo>
                    <a:pt x="0" y="212621"/>
                  </a:lnTo>
                  <a:lnTo>
                    <a:pt x="209700" y="106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5235975" y="2421675"/>
              <a:ext cx="274320" cy="147320"/>
            </a:xfrm>
            <a:custGeom>
              <a:avLst/>
              <a:gdLst/>
              <a:ahLst/>
              <a:cxnLst/>
              <a:rect l="l" t="t" r="r" b="b"/>
              <a:pathLst>
                <a:path w="274319" h="147319">
                  <a:moveTo>
                    <a:pt x="274064" y="0"/>
                  </a:moveTo>
                  <a:lnTo>
                    <a:pt x="0" y="0"/>
                  </a:lnTo>
                  <a:lnTo>
                    <a:pt x="0" y="146969"/>
                  </a:lnTo>
                  <a:lnTo>
                    <a:pt x="274064" y="146969"/>
                  </a:lnTo>
                  <a:lnTo>
                    <a:pt x="274064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5235974" y="2582741"/>
              <a:ext cx="241935" cy="76835"/>
            </a:xfrm>
            <a:custGeom>
              <a:avLst/>
              <a:gdLst/>
              <a:ahLst/>
              <a:cxnLst/>
              <a:rect l="l" t="t" r="r" b="b"/>
              <a:pathLst>
                <a:path w="241934" h="76835">
                  <a:moveTo>
                    <a:pt x="104470" y="60858"/>
                  </a:moveTo>
                  <a:lnTo>
                    <a:pt x="0" y="60858"/>
                  </a:lnTo>
                  <a:lnTo>
                    <a:pt x="0" y="76568"/>
                  </a:lnTo>
                  <a:lnTo>
                    <a:pt x="104470" y="76568"/>
                  </a:lnTo>
                  <a:lnTo>
                    <a:pt x="104470" y="60858"/>
                  </a:lnTo>
                  <a:close/>
                </a:path>
                <a:path w="241934" h="76835">
                  <a:moveTo>
                    <a:pt x="240969" y="0"/>
                  </a:moveTo>
                  <a:lnTo>
                    <a:pt x="0" y="0"/>
                  </a:lnTo>
                  <a:lnTo>
                    <a:pt x="0" y="15709"/>
                  </a:lnTo>
                  <a:lnTo>
                    <a:pt x="240969" y="15709"/>
                  </a:lnTo>
                  <a:lnTo>
                    <a:pt x="240969" y="0"/>
                  </a:lnTo>
                  <a:close/>
                </a:path>
                <a:path w="241934" h="76835">
                  <a:moveTo>
                    <a:pt x="241617" y="30111"/>
                  </a:moveTo>
                  <a:lnTo>
                    <a:pt x="0" y="30111"/>
                  </a:lnTo>
                  <a:lnTo>
                    <a:pt x="0" y="45859"/>
                  </a:lnTo>
                  <a:lnTo>
                    <a:pt x="241617" y="45859"/>
                  </a:lnTo>
                  <a:lnTo>
                    <a:pt x="241617" y="30111"/>
                  </a:lnTo>
                  <a:close/>
                </a:path>
              </a:pathLst>
            </a:custGeom>
            <a:solidFill>
              <a:srgbClr val="C0C1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15235975" y="2706933"/>
              <a:ext cx="274320" cy="147320"/>
            </a:xfrm>
            <a:custGeom>
              <a:avLst/>
              <a:gdLst/>
              <a:ahLst/>
              <a:cxnLst/>
              <a:rect l="l" t="t" r="r" b="b"/>
              <a:pathLst>
                <a:path w="274319" h="147319">
                  <a:moveTo>
                    <a:pt x="274064" y="0"/>
                  </a:moveTo>
                  <a:lnTo>
                    <a:pt x="0" y="0"/>
                  </a:lnTo>
                  <a:lnTo>
                    <a:pt x="0" y="146969"/>
                  </a:lnTo>
                  <a:lnTo>
                    <a:pt x="274064" y="146969"/>
                  </a:lnTo>
                  <a:lnTo>
                    <a:pt x="274064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15235974" y="2867945"/>
              <a:ext cx="241935" cy="76835"/>
            </a:xfrm>
            <a:custGeom>
              <a:avLst/>
              <a:gdLst/>
              <a:ahLst/>
              <a:cxnLst/>
              <a:rect l="l" t="t" r="r" b="b"/>
              <a:pathLst>
                <a:path w="241934" h="76835">
                  <a:moveTo>
                    <a:pt x="104470" y="60858"/>
                  </a:moveTo>
                  <a:lnTo>
                    <a:pt x="0" y="60858"/>
                  </a:lnTo>
                  <a:lnTo>
                    <a:pt x="0" y="76606"/>
                  </a:lnTo>
                  <a:lnTo>
                    <a:pt x="104470" y="76606"/>
                  </a:lnTo>
                  <a:lnTo>
                    <a:pt x="104470" y="60858"/>
                  </a:lnTo>
                  <a:close/>
                </a:path>
                <a:path w="241934" h="76835">
                  <a:moveTo>
                    <a:pt x="240969" y="0"/>
                  </a:moveTo>
                  <a:lnTo>
                    <a:pt x="0" y="0"/>
                  </a:lnTo>
                  <a:lnTo>
                    <a:pt x="0" y="15748"/>
                  </a:lnTo>
                  <a:lnTo>
                    <a:pt x="240969" y="15748"/>
                  </a:lnTo>
                  <a:lnTo>
                    <a:pt x="240969" y="0"/>
                  </a:lnTo>
                  <a:close/>
                </a:path>
                <a:path w="241934" h="76835">
                  <a:moveTo>
                    <a:pt x="241617" y="30111"/>
                  </a:moveTo>
                  <a:lnTo>
                    <a:pt x="0" y="30111"/>
                  </a:lnTo>
                  <a:lnTo>
                    <a:pt x="0" y="45808"/>
                  </a:lnTo>
                  <a:lnTo>
                    <a:pt x="241617" y="45808"/>
                  </a:lnTo>
                  <a:lnTo>
                    <a:pt x="241617" y="30111"/>
                  </a:lnTo>
                  <a:close/>
                </a:path>
              </a:pathLst>
            </a:custGeom>
            <a:solidFill>
              <a:srgbClr val="C0C1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15235975" y="2992139"/>
              <a:ext cx="274320" cy="147320"/>
            </a:xfrm>
            <a:custGeom>
              <a:avLst/>
              <a:gdLst/>
              <a:ahLst/>
              <a:cxnLst/>
              <a:rect l="l" t="t" r="r" b="b"/>
              <a:pathLst>
                <a:path w="274319" h="147319">
                  <a:moveTo>
                    <a:pt x="274064" y="0"/>
                  </a:moveTo>
                  <a:lnTo>
                    <a:pt x="0" y="0"/>
                  </a:lnTo>
                  <a:lnTo>
                    <a:pt x="0" y="147011"/>
                  </a:lnTo>
                  <a:lnTo>
                    <a:pt x="274064" y="147011"/>
                  </a:lnTo>
                  <a:lnTo>
                    <a:pt x="274064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15235974" y="3153200"/>
              <a:ext cx="241935" cy="76835"/>
            </a:xfrm>
            <a:custGeom>
              <a:avLst/>
              <a:gdLst/>
              <a:ahLst/>
              <a:cxnLst/>
              <a:rect l="l" t="t" r="r" b="b"/>
              <a:pathLst>
                <a:path w="241934" h="76835">
                  <a:moveTo>
                    <a:pt x="104470" y="60858"/>
                  </a:moveTo>
                  <a:lnTo>
                    <a:pt x="0" y="60858"/>
                  </a:lnTo>
                  <a:lnTo>
                    <a:pt x="0" y="76555"/>
                  </a:lnTo>
                  <a:lnTo>
                    <a:pt x="104470" y="76555"/>
                  </a:lnTo>
                  <a:lnTo>
                    <a:pt x="104470" y="60858"/>
                  </a:lnTo>
                  <a:close/>
                </a:path>
                <a:path w="241934" h="76835">
                  <a:moveTo>
                    <a:pt x="240969" y="0"/>
                  </a:moveTo>
                  <a:lnTo>
                    <a:pt x="0" y="0"/>
                  </a:lnTo>
                  <a:lnTo>
                    <a:pt x="0" y="15659"/>
                  </a:lnTo>
                  <a:lnTo>
                    <a:pt x="240969" y="15659"/>
                  </a:lnTo>
                  <a:lnTo>
                    <a:pt x="240969" y="0"/>
                  </a:lnTo>
                  <a:close/>
                </a:path>
                <a:path w="241934" h="76835">
                  <a:moveTo>
                    <a:pt x="241617" y="30099"/>
                  </a:moveTo>
                  <a:lnTo>
                    <a:pt x="0" y="30099"/>
                  </a:lnTo>
                  <a:lnTo>
                    <a:pt x="0" y="45808"/>
                  </a:lnTo>
                  <a:lnTo>
                    <a:pt x="241617" y="45808"/>
                  </a:lnTo>
                  <a:lnTo>
                    <a:pt x="241617" y="30099"/>
                  </a:lnTo>
                  <a:close/>
                </a:path>
              </a:pathLst>
            </a:custGeom>
            <a:solidFill>
              <a:srgbClr val="C0C1C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2" name="object 252" descr=""/>
          <p:cNvSpPr/>
          <p:nvPr/>
        </p:nvSpPr>
        <p:spPr>
          <a:xfrm>
            <a:off x="11657655" y="4625796"/>
            <a:ext cx="443230" cy="789940"/>
          </a:xfrm>
          <a:custGeom>
            <a:avLst/>
            <a:gdLst/>
            <a:ahLst/>
            <a:cxnLst/>
            <a:rect l="l" t="t" r="r" b="b"/>
            <a:pathLst>
              <a:path w="443229" h="789939">
                <a:moveTo>
                  <a:pt x="443012" y="0"/>
                </a:moveTo>
                <a:lnTo>
                  <a:pt x="0" y="0"/>
                </a:lnTo>
                <a:lnTo>
                  <a:pt x="0" y="789525"/>
                </a:lnTo>
                <a:lnTo>
                  <a:pt x="443012" y="789525"/>
                </a:lnTo>
                <a:lnTo>
                  <a:pt x="443012" y="0"/>
                </a:lnTo>
                <a:close/>
              </a:path>
            </a:pathLst>
          </a:custGeom>
          <a:solidFill>
            <a:srgbClr val="CCCEC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3" name="object 253" descr=""/>
          <p:cNvGrpSpPr/>
          <p:nvPr/>
        </p:nvGrpSpPr>
        <p:grpSpPr>
          <a:xfrm>
            <a:off x="9794109" y="4587870"/>
            <a:ext cx="2386965" cy="849630"/>
            <a:chOff x="9794109" y="4587870"/>
            <a:chExt cx="2386965" cy="849630"/>
          </a:xfrm>
        </p:grpSpPr>
        <p:sp>
          <p:nvSpPr>
            <p:cNvPr id="254" name="object 254" descr=""/>
            <p:cNvSpPr/>
            <p:nvPr/>
          </p:nvSpPr>
          <p:spPr>
            <a:xfrm>
              <a:off x="9794100" y="4587880"/>
              <a:ext cx="2386965" cy="828040"/>
            </a:xfrm>
            <a:custGeom>
              <a:avLst/>
              <a:gdLst/>
              <a:ahLst/>
              <a:cxnLst/>
              <a:rect l="l" t="t" r="r" b="b"/>
              <a:pathLst>
                <a:path w="2386965" h="828039">
                  <a:moveTo>
                    <a:pt x="2386711" y="0"/>
                  </a:moveTo>
                  <a:lnTo>
                    <a:pt x="0" y="0"/>
                  </a:lnTo>
                  <a:lnTo>
                    <a:pt x="0" y="38506"/>
                  </a:lnTo>
                  <a:lnTo>
                    <a:pt x="80175" y="38506"/>
                  </a:lnTo>
                  <a:lnTo>
                    <a:pt x="80175" y="827443"/>
                  </a:lnTo>
                  <a:lnTo>
                    <a:pt x="874179" y="827443"/>
                  </a:lnTo>
                  <a:lnTo>
                    <a:pt x="874179" y="38506"/>
                  </a:lnTo>
                  <a:lnTo>
                    <a:pt x="2386711" y="38506"/>
                  </a:lnTo>
                  <a:lnTo>
                    <a:pt x="2386711" y="0"/>
                  </a:lnTo>
                  <a:close/>
                </a:path>
              </a:pathLst>
            </a:custGeom>
            <a:solidFill>
              <a:srgbClr val="CCCE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9920173" y="4672399"/>
              <a:ext cx="2154555" cy="765175"/>
            </a:xfrm>
            <a:custGeom>
              <a:avLst/>
              <a:gdLst/>
              <a:ahLst/>
              <a:cxnLst/>
              <a:rect l="l" t="t" r="r" b="b"/>
              <a:pathLst>
                <a:path w="2154554" h="765175">
                  <a:moveTo>
                    <a:pt x="101434" y="743254"/>
                  </a:moveTo>
                  <a:lnTo>
                    <a:pt x="0" y="743254"/>
                  </a:lnTo>
                  <a:lnTo>
                    <a:pt x="0" y="764908"/>
                  </a:lnTo>
                  <a:lnTo>
                    <a:pt x="101434" y="764908"/>
                  </a:lnTo>
                  <a:lnTo>
                    <a:pt x="101434" y="743254"/>
                  </a:lnTo>
                  <a:close/>
                </a:path>
                <a:path w="2154554" h="765175">
                  <a:moveTo>
                    <a:pt x="683069" y="0"/>
                  </a:moveTo>
                  <a:lnTo>
                    <a:pt x="19126" y="0"/>
                  </a:lnTo>
                  <a:lnTo>
                    <a:pt x="19126" y="233235"/>
                  </a:lnTo>
                  <a:lnTo>
                    <a:pt x="683069" y="233235"/>
                  </a:lnTo>
                  <a:lnTo>
                    <a:pt x="683069" y="0"/>
                  </a:lnTo>
                  <a:close/>
                </a:path>
                <a:path w="2154554" h="765175">
                  <a:moveTo>
                    <a:pt x="690359" y="743254"/>
                  </a:moveTo>
                  <a:lnTo>
                    <a:pt x="588899" y="743254"/>
                  </a:lnTo>
                  <a:lnTo>
                    <a:pt x="588899" y="764908"/>
                  </a:lnTo>
                  <a:lnTo>
                    <a:pt x="690359" y="764908"/>
                  </a:lnTo>
                  <a:lnTo>
                    <a:pt x="690359" y="743254"/>
                  </a:lnTo>
                  <a:close/>
                </a:path>
                <a:path w="2154554" h="765175">
                  <a:moveTo>
                    <a:pt x="1864296" y="743254"/>
                  </a:moveTo>
                  <a:lnTo>
                    <a:pt x="1762874" y="743254"/>
                  </a:lnTo>
                  <a:lnTo>
                    <a:pt x="1762874" y="764908"/>
                  </a:lnTo>
                  <a:lnTo>
                    <a:pt x="1864296" y="764908"/>
                  </a:lnTo>
                  <a:lnTo>
                    <a:pt x="1864296" y="743254"/>
                  </a:lnTo>
                  <a:close/>
                </a:path>
                <a:path w="2154554" h="765175">
                  <a:moveTo>
                    <a:pt x="2154529" y="743254"/>
                  </a:moveTo>
                  <a:lnTo>
                    <a:pt x="2053145" y="743254"/>
                  </a:lnTo>
                  <a:lnTo>
                    <a:pt x="2053145" y="764908"/>
                  </a:lnTo>
                  <a:lnTo>
                    <a:pt x="2154529" y="764908"/>
                  </a:lnTo>
                  <a:lnTo>
                    <a:pt x="2154529" y="743254"/>
                  </a:lnTo>
                  <a:close/>
                </a:path>
              </a:pathLst>
            </a:custGeom>
            <a:solidFill>
              <a:srgbClr val="B1B4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0216830" y="4700233"/>
              <a:ext cx="109220" cy="26034"/>
            </a:xfrm>
            <a:custGeom>
              <a:avLst/>
              <a:gdLst/>
              <a:ahLst/>
              <a:cxnLst/>
              <a:rect l="l" t="t" r="r" b="b"/>
              <a:pathLst>
                <a:path w="109220" h="26035">
                  <a:moveTo>
                    <a:pt x="108918" y="0"/>
                  </a:moveTo>
                  <a:lnTo>
                    <a:pt x="0" y="0"/>
                  </a:lnTo>
                  <a:lnTo>
                    <a:pt x="0" y="25695"/>
                  </a:lnTo>
                  <a:lnTo>
                    <a:pt x="108918" y="25695"/>
                  </a:lnTo>
                  <a:lnTo>
                    <a:pt x="108918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1692429" y="4679983"/>
              <a:ext cx="372745" cy="179705"/>
            </a:xfrm>
            <a:custGeom>
              <a:avLst/>
              <a:gdLst/>
              <a:ahLst/>
              <a:cxnLst/>
              <a:rect l="l" t="t" r="r" b="b"/>
              <a:pathLst>
                <a:path w="372745" h="179704">
                  <a:moveTo>
                    <a:pt x="372690" y="0"/>
                  </a:moveTo>
                  <a:lnTo>
                    <a:pt x="0" y="0"/>
                  </a:lnTo>
                  <a:lnTo>
                    <a:pt x="0" y="179272"/>
                  </a:lnTo>
                  <a:lnTo>
                    <a:pt x="372690" y="179272"/>
                  </a:lnTo>
                  <a:lnTo>
                    <a:pt x="372690" y="0"/>
                  </a:lnTo>
                  <a:close/>
                </a:path>
              </a:pathLst>
            </a:custGeom>
            <a:solidFill>
              <a:srgbClr val="B1B4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11824372" y="4700233"/>
              <a:ext cx="109220" cy="26034"/>
            </a:xfrm>
            <a:custGeom>
              <a:avLst/>
              <a:gdLst/>
              <a:ahLst/>
              <a:cxnLst/>
              <a:rect l="l" t="t" r="r" b="b"/>
              <a:pathLst>
                <a:path w="109220" h="26035">
                  <a:moveTo>
                    <a:pt x="108813" y="0"/>
                  </a:moveTo>
                  <a:lnTo>
                    <a:pt x="0" y="0"/>
                  </a:lnTo>
                  <a:lnTo>
                    <a:pt x="0" y="25695"/>
                  </a:lnTo>
                  <a:lnTo>
                    <a:pt x="108813" y="25695"/>
                  </a:lnTo>
                  <a:lnTo>
                    <a:pt x="108813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9939309" y="4948404"/>
              <a:ext cx="664210" cy="404495"/>
            </a:xfrm>
            <a:custGeom>
              <a:avLst/>
              <a:gdLst/>
              <a:ahLst/>
              <a:cxnLst/>
              <a:rect l="l" t="t" r="r" b="b"/>
              <a:pathLst>
                <a:path w="664209" h="404495">
                  <a:moveTo>
                    <a:pt x="663937" y="0"/>
                  </a:moveTo>
                  <a:lnTo>
                    <a:pt x="0" y="0"/>
                  </a:lnTo>
                  <a:lnTo>
                    <a:pt x="0" y="404102"/>
                  </a:lnTo>
                  <a:lnTo>
                    <a:pt x="663937" y="404102"/>
                  </a:lnTo>
                  <a:lnTo>
                    <a:pt x="663937" y="0"/>
                  </a:lnTo>
                  <a:close/>
                </a:path>
              </a:pathLst>
            </a:custGeom>
            <a:solidFill>
              <a:srgbClr val="B1B4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10216830" y="4971408"/>
              <a:ext cx="109220" cy="26034"/>
            </a:xfrm>
            <a:custGeom>
              <a:avLst/>
              <a:gdLst/>
              <a:ahLst/>
              <a:cxnLst/>
              <a:rect l="l" t="t" r="r" b="b"/>
              <a:pathLst>
                <a:path w="109220" h="26035">
                  <a:moveTo>
                    <a:pt x="108918" y="0"/>
                  </a:moveTo>
                  <a:lnTo>
                    <a:pt x="0" y="0"/>
                  </a:lnTo>
                  <a:lnTo>
                    <a:pt x="0" y="25747"/>
                  </a:lnTo>
                  <a:lnTo>
                    <a:pt x="108918" y="25747"/>
                  </a:lnTo>
                  <a:lnTo>
                    <a:pt x="108918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1" name="object 261" descr=""/>
          <p:cNvGrpSpPr/>
          <p:nvPr/>
        </p:nvGrpSpPr>
        <p:grpSpPr>
          <a:xfrm>
            <a:off x="10686543" y="3989459"/>
            <a:ext cx="806450" cy="1550670"/>
            <a:chOff x="10686543" y="3989459"/>
            <a:chExt cx="806450" cy="1550670"/>
          </a:xfrm>
        </p:grpSpPr>
        <p:sp>
          <p:nvSpPr>
            <p:cNvPr id="262" name="object 262" descr=""/>
            <p:cNvSpPr/>
            <p:nvPr/>
          </p:nvSpPr>
          <p:spPr>
            <a:xfrm>
              <a:off x="10686543" y="3989459"/>
              <a:ext cx="806450" cy="454025"/>
            </a:xfrm>
            <a:custGeom>
              <a:avLst/>
              <a:gdLst/>
              <a:ahLst/>
              <a:cxnLst/>
              <a:rect l="l" t="t" r="r" b="b"/>
              <a:pathLst>
                <a:path w="806450" h="454025">
                  <a:moveTo>
                    <a:pt x="806059" y="0"/>
                  </a:moveTo>
                  <a:lnTo>
                    <a:pt x="0" y="0"/>
                  </a:lnTo>
                  <a:lnTo>
                    <a:pt x="0" y="453829"/>
                  </a:lnTo>
                  <a:lnTo>
                    <a:pt x="806059" y="453829"/>
                  </a:lnTo>
                  <a:lnTo>
                    <a:pt x="806059" y="0"/>
                  </a:lnTo>
                  <a:close/>
                </a:path>
              </a:pathLst>
            </a:custGeom>
            <a:solidFill>
              <a:srgbClr val="5758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10712982" y="4027772"/>
              <a:ext cx="753745" cy="364490"/>
            </a:xfrm>
            <a:custGeom>
              <a:avLst/>
              <a:gdLst/>
              <a:ahLst/>
              <a:cxnLst/>
              <a:rect l="l" t="t" r="r" b="b"/>
              <a:pathLst>
                <a:path w="753745" h="364489">
                  <a:moveTo>
                    <a:pt x="753170" y="0"/>
                  </a:moveTo>
                  <a:lnTo>
                    <a:pt x="0" y="0"/>
                  </a:lnTo>
                  <a:lnTo>
                    <a:pt x="0" y="364460"/>
                  </a:lnTo>
                  <a:lnTo>
                    <a:pt x="753170" y="364460"/>
                  </a:lnTo>
                  <a:lnTo>
                    <a:pt x="753170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11079633" y="3999489"/>
              <a:ext cx="387985" cy="425450"/>
            </a:xfrm>
            <a:custGeom>
              <a:avLst/>
              <a:gdLst/>
              <a:ahLst/>
              <a:cxnLst/>
              <a:rect l="l" t="t" r="r" b="b"/>
              <a:pathLst>
                <a:path w="387984" h="425450">
                  <a:moveTo>
                    <a:pt x="19875" y="4470"/>
                  </a:moveTo>
                  <a:lnTo>
                    <a:pt x="15455" y="0"/>
                  </a:lnTo>
                  <a:lnTo>
                    <a:pt x="4445" y="0"/>
                  </a:lnTo>
                  <a:lnTo>
                    <a:pt x="0" y="4470"/>
                  </a:lnTo>
                  <a:lnTo>
                    <a:pt x="0" y="15570"/>
                  </a:lnTo>
                  <a:lnTo>
                    <a:pt x="4445" y="20040"/>
                  </a:lnTo>
                  <a:lnTo>
                    <a:pt x="15455" y="20040"/>
                  </a:lnTo>
                  <a:lnTo>
                    <a:pt x="19875" y="15570"/>
                  </a:lnTo>
                  <a:lnTo>
                    <a:pt x="19875" y="10020"/>
                  </a:lnTo>
                  <a:lnTo>
                    <a:pt x="19875" y="4470"/>
                  </a:lnTo>
                  <a:close/>
                </a:path>
                <a:path w="387984" h="425450">
                  <a:moveTo>
                    <a:pt x="309003" y="406209"/>
                  </a:moveTo>
                  <a:lnTo>
                    <a:pt x="303403" y="400659"/>
                  </a:lnTo>
                  <a:lnTo>
                    <a:pt x="289775" y="400659"/>
                  </a:lnTo>
                  <a:lnTo>
                    <a:pt x="284226" y="406209"/>
                  </a:lnTo>
                  <a:lnTo>
                    <a:pt x="284226" y="419887"/>
                  </a:lnTo>
                  <a:lnTo>
                    <a:pt x="289775" y="425386"/>
                  </a:lnTo>
                  <a:lnTo>
                    <a:pt x="303403" y="425386"/>
                  </a:lnTo>
                  <a:lnTo>
                    <a:pt x="309003" y="419887"/>
                  </a:lnTo>
                  <a:lnTo>
                    <a:pt x="309003" y="413054"/>
                  </a:lnTo>
                  <a:lnTo>
                    <a:pt x="309003" y="406209"/>
                  </a:lnTo>
                  <a:close/>
                </a:path>
                <a:path w="387984" h="425450">
                  <a:moveTo>
                    <a:pt x="348488" y="406209"/>
                  </a:moveTo>
                  <a:lnTo>
                    <a:pt x="342976" y="400659"/>
                  </a:lnTo>
                  <a:lnTo>
                    <a:pt x="329247" y="400659"/>
                  </a:lnTo>
                  <a:lnTo>
                    <a:pt x="323735" y="406209"/>
                  </a:lnTo>
                  <a:lnTo>
                    <a:pt x="323735" y="419887"/>
                  </a:lnTo>
                  <a:lnTo>
                    <a:pt x="329247" y="425386"/>
                  </a:lnTo>
                  <a:lnTo>
                    <a:pt x="342976" y="425386"/>
                  </a:lnTo>
                  <a:lnTo>
                    <a:pt x="348488" y="419887"/>
                  </a:lnTo>
                  <a:lnTo>
                    <a:pt x="348488" y="413054"/>
                  </a:lnTo>
                  <a:lnTo>
                    <a:pt x="348488" y="406209"/>
                  </a:lnTo>
                  <a:close/>
                </a:path>
                <a:path w="387984" h="425450">
                  <a:moveTo>
                    <a:pt x="387972" y="406209"/>
                  </a:moveTo>
                  <a:lnTo>
                    <a:pt x="382460" y="400659"/>
                  </a:lnTo>
                  <a:lnTo>
                    <a:pt x="368858" y="400659"/>
                  </a:lnTo>
                  <a:lnTo>
                    <a:pt x="363308" y="406209"/>
                  </a:lnTo>
                  <a:lnTo>
                    <a:pt x="363308" y="419887"/>
                  </a:lnTo>
                  <a:lnTo>
                    <a:pt x="368858" y="425386"/>
                  </a:lnTo>
                  <a:lnTo>
                    <a:pt x="382460" y="425386"/>
                  </a:lnTo>
                  <a:lnTo>
                    <a:pt x="387972" y="419887"/>
                  </a:lnTo>
                  <a:lnTo>
                    <a:pt x="387972" y="413054"/>
                  </a:lnTo>
                  <a:lnTo>
                    <a:pt x="387972" y="406209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10901746" y="4443287"/>
              <a:ext cx="410845" cy="113030"/>
            </a:xfrm>
            <a:custGeom>
              <a:avLst/>
              <a:gdLst/>
              <a:ahLst/>
              <a:cxnLst/>
              <a:rect l="l" t="t" r="r" b="b"/>
              <a:pathLst>
                <a:path w="410845" h="113029">
                  <a:moveTo>
                    <a:pt x="349591" y="0"/>
                  </a:moveTo>
                  <a:lnTo>
                    <a:pt x="61076" y="0"/>
                  </a:lnTo>
                  <a:lnTo>
                    <a:pt x="61076" y="83767"/>
                  </a:lnTo>
                  <a:lnTo>
                    <a:pt x="51533" y="97012"/>
                  </a:lnTo>
                  <a:lnTo>
                    <a:pt x="30538" y="105927"/>
                  </a:lnTo>
                  <a:lnTo>
                    <a:pt x="9543" y="110953"/>
                  </a:lnTo>
                  <a:lnTo>
                    <a:pt x="0" y="112530"/>
                  </a:lnTo>
                  <a:lnTo>
                    <a:pt x="410615" y="112530"/>
                  </a:lnTo>
                  <a:lnTo>
                    <a:pt x="375336" y="107569"/>
                  </a:lnTo>
                  <a:lnTo>
                    <a:pt x="357219" y="102919"/>
                  </a:lnTo>
                  <a:lnTo>
                    <a:pt x="350544" y="95884"/>
                  </a:lnTo>
                  <a:lnTo>
                    <a:pt x="349591" y="83767"/>
                  </a:lnTo>
                  <a:lnTo>
                    <a:pt x="349591" y="0"/>
                  </a:lnTo>
                  <a:close/>
                </a:path>
              </a:pathLst>
            </a:custGeom>
            <a:solidFill>
              <a:srgbClr val="474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10962828" y="4443299"/>
              <a:ext cx="288925" cy="45085"/>
            </a:xfrm>
            <a:custGeom>
              <a:avLst/>
              <a:gdLst/>
              <a:ahLst/>
              <a:cxnLst/>
              <a:rect l="l" t="t" r="r" b="b"/>
              <a:pathLst>
                <a:path w="288925" h="45085">
                  <a:moveTo>
                    <a:pt x="288514" y="0"/>
                  </a:moveTo>
                  <a:lnTo>
                    <a:pt x="0" y="0"/>
                  </a:lnTo>
                  <a:lnTo>
                    <a:pt x="0" y="44815"/>
                  </a:lnTo>
                  <a:lnTo>
                    <a:pt x="288514" y="44815"/>
                  </a:lnTo>
                  <a:lnTo>
                    <a:pt x="288514" y="0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0901741" y="4555819"/>
              <a:ext cx="410845" cy="32384"/>
            </a:xfrm>
            <a:custGeom>
              <a:avLst/>
              <a:gdLst/>
              <a:ahLst/>
              <a:cxnLst/>
              <a:rect l="l" t="t" r="r" b="b"/>
              <a:pathLst>
                <a:path w="410845" h="32385">
                  <a:moveTo>
                    <a:pt x="410626" y="0"/>
                  </a:moveTo>
                  <a:lnTo>
                    <a:pt x="0" y="0"/>
                  </a:lnTo>
                  <a:lnTo>
                    <a:pt x="0" y="32051"/>
                  </a:lnTo>
                  <a:lnTo>
                    <a:pt x="410626" y="32051"/>
                  </a:lnTo>
                  <a:lnTo>
                    <a:pt x="410626" y="0"/>
                  </a:lnTo>
                  <a:close/>
                </a:path>
              </a:pathLst>
            </a:custGeom>
            <a:solidFill>
              <a:srgbClr val="5758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0753204" y="4071625"/>
              <a:ext cx="708025" cy="944880"/>
            </a:xfrm>
            <a:custGeom>
              <a:avLst/>
              <a:gdLst/>
              <a:ahLst/>
              <a:cxnLst/>
              <a:rect l="l" t="t" r="r" b="b"/>
              <a:pathLst>
                <a:path w="708025" h="944879">
                  <a:moveTo>
                    <a:pt x="707720" y="849210"/>
                  </a:moveTo>
                  <a:lnTo>
                    <a:pt x="705396" y="838504"/>
                  </a:lnTo>
                  <a:lnTo>
                    <a:pt x="699046" y="829767"/>
                  </a:lnTo>
                  <a:lnTo>
                    <a:pt x="689622" y="823887"/>
                  </a:lnTo>
                  <a:lnTo>
                    <a:pt x="678091" y="821728"/>
                  </a:lnTo>
                  <a:lnTo>
                    <a:pt x="620890" y="821728"/>
                  </a:lnTo>
                  <a:lnTo>
                    <a:pt x="620890" y="78473"/>
                  </a:lnTo>
                  <a:lnTo>
                    <a:pt x="614705" y="47942"/>
                  </a:lnTo>
                  <a:lnTo>
                    <a:pt x="597865" y="22999"/>
                  </a:lnTo>
                  <a:lnTo>
                    <a:pt x="572909" y="6172"/>
                  </a:lnTo>
                  <a:lnTo>
                    <a:pt x="542353" y="0"/>
                  </a:lnTo>
                  <a:lnTo>
                    <a:pt x="161315" y="0"/>
                  </a:lnTo>
                  <a:lnTo>
                    <a:pt x="130784" y="6172"/>
                  </a:lnTo>
                  <a:lnTo>
                    <a:pt x="105829" y="22999"/>
                  </a:lnTo>
                  <a:lnTo>
                    <a:pt x="89014" y="47942"/>
                  </a:lnTo>
                  <a:lnTo>
                    <a:pt x="82842" y="78473"/>
                  </a:lnTo>
                  <a:lnTo>
                    <a:pt x="82842" y="821728"/>
                  </a:lnTo>
                  <a:lnTo>
                    <a:pt x="29654" y="821728"/>
                  </a:lnTo>
                  <a:lnTo>
                    <a:pt x="18110" y="823887"/>
                  </a:lnTo>
                  <a:lnTo>
                    <a:pt x="8686" y="829767"/>
                  </a:lnTo>
                  <a:lnTo>
                    <a:pt x="2324" y="838504"/>
                  </a:lnTo>
                  <a:lnTo>
                    <a:pt x="0" y="849210"/>
                  </a:lnTo>
                  <a:lnTo>
                    <a:pt x="0" y="917130"/>
                  </a:lnTo>
                  <a:lnTo>
                    <a:pt x="2324" y="927836"/>
                  </a:lnTo>
                  <a:lnTo>
                    <a:pt x="8686" y="936561"/>
                  </a:lnTo>
                  <a:lnTo>
                    <a:pt x="18110" y="942454"/>
                  </a:lnTo>
                  <a:lnTo>
                    <a:pt x="29654" y="944600"/>
                  </a:lnTo>
                  <a:lnTo>
                    <a:pt x="678091" y="944600"/>
                  </a:lnTo>
                  <a:lnTo>
                    <a:pt x="689622" y="942454"/>
                  </a:lnTo>
                  <a:lnTo>
                    <a:pt x="699046" y="936561"/>
                  </a:lnTo>
                  <a:lnTo>
                    <a:pt x="705396" y="927836"/>
                  </a:lnTo>
                  <a:lnTo>
                    <a:pt x="707720" y="917130"/>
                  </a:lnTo>
                  <a:lnTo>
                    <a:pt x="707720" y="849210"/>
                  </a:lnTo>
                  <a:close/>
                </a:path>
              </a:pathLst>
            </a:custGeom>
            <a:solidFill>
              <a:srgbClr val="7071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1083788" y="5016213"/>
              <a:ext cx="46990" cy="309245"/>
            </a:xfrm>
            <a:custGeom>
              <a:avLst/>
              <a:gdLst/>
              <a:ahLst/>
              <a:cxnLst/>
              <a:rect l="l" t="t" r="r" b="b"/>
              <a:pathLst>
                <a:path w="46990" h="309245">
                  <a:moveTo>
                    <a:pt x="46564" y="0"/>
                  </a:moveTo>
                  <a:lnTo>
                    <a:pt x="0" y="0"/>
                  </a:lnTo>
                  <a:lnTo>
                    <a:pt x="0" y="308713"/>
                  </a:lnTo>
                  <a:lnTo>
                    <a:pt x="46564" y="308713"/>
                  </a:lnTo>
                  <a:lnTo>
                    <a:pt x="46564" y="0"/>
                  </a:lnTo>
                  <a:close/>
                </a:path>
              </a:pathLst>
            </a:custGeom>
            <a:solidFill>
              <a:srgbClr val="4545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0" name="object 27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917869" y="5287166"/>
              <a:ext cx="378393" cy="252588"/>
            </a:xfrm>
            <a:prstGeom prst="rect">
              <a:avLst/>
            </a:prstGeom>
          </p:spPr>
        </p:pic>
        <p:sp>
          <p:nvSpPr>
            <p:cNvPr id="271" name="object 271" descr=""/>
            <p:cNvSpPr/>
            <p:nvPr/>
          </p:nvSpPr>
          <p:spPr>
            <a:xfrm>
              <a:off x="10777461" y="4671904"/>
              <a:ext cx="659765" cy="221615"/>
            </a:xfrm>
            <a:custGeom>
              <a:avLst/>
              <a:gdLst/>
              <a:ahLst/>
              <a:cxnLst/>
              <a:rect l="l" t="t" r="r" b="b"/>
              <a:pathLst>
                <a:path w="659765" h="221614">
                  <a:moveTo>
                    <a:pt x="60579" y="0"/>
                  </a:moveTo>
                  <a:lnTo>
                    <a:pt x="0" y="0"/>
                  </a:lnTo>
                  <a:lnTo>
                    <a:pt x="0" y="221449"/>
                  </a:lnTo>
                  <a:lnTo>
                    <a:pt x="60579" y="221449"/>
                  </a:lnTo>
                  <a:lnTo>
                    <a:pt x="60579" y="0"/>
                  </a:lnTo>
                  <a:close/>
                </a:path>
                <a:path w="659765" h="221614">
                  <a:moveTo>
                    <a:pt x="659206" y="0"/>
                  </a:moveTo>
                  <a:lnTo>
                    <a:pt x="598652" y="0"/>
                  </a:lnTo>
                  <a:lnTo>
                    <a:pt x="598652" y="221449"/>
                  </a:lnTo>
                  <a:lnTo>
                    <a:pt x="659206" y="221449"/>
                  </a:lnTo>
                  <a:lnTo>
                    <a:pt x="659206" y="0"/>
                  </a:lnTo>
                  <a:close/>
                </a:path>
              </a:pathLst>
            </a:custGeom>
            <a:solidFill>
              <a:srgbClr val="4545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2" name="object 272" descr=""/>
          <p:cNvSpPr/>
          <p:nvPr/>
        </p:nvSpPr>
        <p:spPr>
          <a:xfrm>
            <a:off x="12821213" y="4963123"/>
            <a:ext cx="174625" cy="594995"/>
          </a:xfrm>
          <a:custGeom>
            <a:avLst/>
            <a:gdLst/>
            <a:ahLst/>
            <a:cxnLst/>
            <a:rect l="l" t="t" r="r" b="b"/>
            <a:pathLst>
              <a:path w="174625" h="594995">
                <a:moveTo>
                  <a:pt x="174560" y="0"/>
                </a:moveTo>
                <a:lnTo>
                  <a:pt x="120614" y="0"/>
                </a:lnTo>
                <a:lnTo>
                  <a:pt x="0" y="594369"/>
                </a:lnTo>
                <a:lnTo>
                  <a:pt x="18292" y="594369"/>
                </a:lnTo>
                <a:lnTo>
                  <a:pt x="174560" y="0"/>
                </a:lnTo>
                <a:close/>
              </a:path>
            </a:pathLst>
          </a:custGeom>
          <a:solidFill>
            <a:srgbClr val="45454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3" name="object 273" descr=""/>
          <p:cNvGrpSpPr/>
          <p:nvPr/>
        </p:nvGrpSpPr>
        <p:grpSpPr>
          <a:xfrm>
            <a:off x="12739754" y="4259427"/>
            <a:ext cx="686435" cy="1298575"/>
            <a:chOff x="12739754" y="4259427"/>
            <a:chExt cx="686435" cy="1298575"/>
          </a:xfrm>
        </p:grpSpPr>
        <p:sp>
          <p:nvSpPr>
            <p:cNvPr id="274" name="object 274" descr=""/>
            <p:cNvSpPr/>
            <p:nvPr/>
          </p:nvSpPr>
          <p:spPr>
            <a:xfrm>
              <a:off x="13250966" y="4963123"/>
              <a:ext cx="175260" cy="594995"/>
            </a:xfrm>
            <a:custGeom>
              <a:avLst/>
              <a:gdLst/>
              <a:ahLst/>
              <a:cxnLst/>
              <a:rect l="l" t="t" r="r" b="b"/>
              <a:pathLst>
                <a:path w="175259" h="594995">
                  <a:moveTo>
                    <a:pt x="49527" y="0"/>
                  </a:moveTo>
                  <a:lnTo>
                    <a:pt x="0" y="0"/>
                  </a:lnTo>
                  <a:lnTo>
                    <a:pt x="156319" y="594369"/>
                  </a:lnTo>
                  <a:lnTo>
                    <a:pt x="174654" y="594369"/>
                  </a:lnTo>
                  <a:lnTo>
                    <a:pt x="49527" y="0"/>
                  </a:lnTo>
                  <a:close/>
                </a:path>
              </a:pathLst>
            </a:custGeom>
            <a:solidFill>
              <a:srgbClr val="454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12739754" y="4259427"/>
              <a:ext cx="671195" cy="722630"/>
            </a:xfrm>
            <a:custGeom>
              <a:avLst/>
              <a:gdLst/>
              <a:ahLst/>
              <a:cxnLst/>
              <a:rect l="l" t="t" r="r" b="b"/>
              <a:pathLst>
                <a:path w="671194" h="722629">
                  <a:moveTo>
                    <a:pt x="0" y="0"/>
                  </a:moveTo>
                  <a:lnTo>
                    <a:pt x="24952" y="228929"/>
                  </a:lnTo>
                  <a:lnTo>
                    <a:pt x="39768" y="361873"/>
                  </a:lnTo>
                  <a:lnTo>
                    <a:pt x="50296" y="449803"/>
                  </a:lnTo>
                  <a:lnTo>
                    <a:pt x="62385" y="543690"/>
                  </a:lnTo>
                  <a:lnTo>
                    <a:pt x="68502" y="592856"/>
                  </a:lnTo>
                  <a:lnTo>
                    <a:pt x="76350" y="636009"/>
                  </a:lnTo>
                  <a:lnTo>
                    <a:pt x="90357" y="671846"/>
                  </a:lnTo>
                  <a:lnTo>
                    <a:pt x="154552" y="716344"/>
                  </a:lnTo>
                  <a:lnTo>
                    <a:pt x="213595" y="722396"/>
                  </a:lnTo>
                  <a:lnTo>
                    <a:pt x="615792" y="722396"/>
                  </a:lnTo>
                  <a:lnTo>
                    <a:pt x="644836" y="717348"/>
                  </a:lnTo>
                  <a:lnTo>
                    <a:pt x="661608" y="704258"/>
                  </a:lnTo>
                  <a:lnTo>
                    <a:pt x="669316" y="686209"/>
                  </a:lnTo>
                  <a:lnTo>
                    <a:pt x="671173" y="666283"/>
                  </a:lnTo>
                  <a:lnTo>
                    <a:pt x="411516" y="666283"/>
                  </a:lnTo>
                  <a:lnTo>
                    <a:pt x="376551" y="662949"/>
                  </a:lnTo>
                  <a:lnTo>
                    <a:pt x="321296" y="624527"/>
                  </a:lnTo>
                  <a:lnTo>
                    <a:pt x="301379" y="581607"/>
                  </a:lnTo>
                  <a:lnTo>
                    <a:pt x="286849" y="517659"/>
                  </a:lnTo>
                  <a:lnTo>
                    <a:pt x="279392" y="470819"/>
                  </a:lnTo>
                  <a:lnTo>
                    <a:pt x="247330" y="278573"/>
                  </a:lnTo>
                  <a:lnTo>
                    <a:pt x="239386" y="229590"/>
                  </a:lnTo>
                  <a:lnTo>
                    <a:pt x="231722" y="180358"/>
                  </a:lnTo>
                  <a:lnTo>
                    <a:pt x="224464" y="130938"/>
                  </a:lnTo>
                  <a:lnTo>
                    <a:pt x="213208" y="82849"/>
                  </a:lnTo>
                  <a:lnTo>
                    <a:pt x="195116" y="48262"/>
                  </a:lnTo>
                  <a:lnTo>
                    <a:pt x="138181" y="10699"/>
                  </a:lnTo>
                  <a:lnTo>
                    <a:pt x="99218" y="3271"/>
                  </a:lnTo>
                  <a:lnTo>
                    <a:pt x="53178" y="4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6" name="object 276" descr=""/>
          <p:cNvSpPr/>
          <p:nvPr/>
        </p:nvSpPr>
        <p:spPr>
          <a:xfrm>
            <a:off x="15939236" y="4963123"/>
            <a:ext cx="174625" cy="594995"/>
          </a:xfrm>
          <a:custGeom>
            <a:avLst/>
            <a:gdLst/>
            <a:ahLst/>
            <a:cxnLst/>
            <a:rect l="l" t="t" r="r" b="b"/>
            <a:pathLst>
              <a:path w="174625" h="594995">
                <a:moveTo>
                  <a:pt x="53946" y="0"/>
                </a:moveTo>
                <a:lnTo>
                  <a:pt x="0" y="0"/>
                </a:lnTo>
                <a:lnTo>
                  <a:pt x="156319" y="594369"/>
                </a:lnTo>
                <a:lnTo>
                  <a:pt x="174602" y="594369"/>
                </a:lnTo>
                <a:lnTo>
                  <a:pt x="53946" y="0"/>
                </a:lnTo>
                <a:close/>
              </a:path>
            </a:pathLst>
          </a:custGeom>
          <a:solidFill>
            <a:srgbClr val="45454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7" name="object 277" descr=""/>
          <p:cNvGrpSpPr/>
          <p:nvPr/>
        </p:nvGrpSpPr>
        <p:grpSpPr>
          <a:xfrm>
            <a:off x="15509388" y="4259427"/>
            <a:ext cx="686435" cy="1298575"/>
            <a:chOff x="15509388" y="4259427"/>
            <a:chExt cx="686435" cy="1298575"/>
          </a:xfrm>
        </p:grpSpPr>
        <p:sp>
          <p:nvSpPr>
            <p:cNvPr id="278" name="object 278" descr=""/>
            <p:cNvSpPr/>
            <p:nvPr/>
          </p:nvSpPr>
          <p:spPr>
            <a:xfrm>
              <a:off x="15509388" y="4963123"/>
              <a:ext cx="175260" cy="594995"/>
            </a:xfrm>
            <a:custGeom>
              <a:avLst/>
              <a:gdLst/>
              <a:ahLst/>
              <a:cxnLst/>
              <a:rect l="l" t="t" r="r" b="b"/>
              <a:pathLst>
                <a:path w="175259" h="594995">
                  <a:moveTo>
                    <a:pt x="174654" y="0"/>
                  </a:moveTo>
                  <a:lnTo>
                    <a:pt x="125127" y="0"/>
                  </a:lnTo>
                  <a:lnTo>
                    <a:pt x="0" y="594369"/>
                  </a:lnTo>
                  <a:lnTo>
                    <a:pt x="18334" y="594369"/>
                  </a:lnTo>
                  <a:lnTo>
                    <a:pt x="174654" y="0"/>
                  </a:lnTo>
                  <a:close/>
                </a:path>
              </a:pathLst>
            </a:custGeom>
            <a:solidFill>
              <a:srgbClr val="454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15524079" y="4259427"/>
              <a:ext cx="671830" cy="722630"/>
            </a:xfrm>
            <a:custGeom>
              <a:avLst/>
              <a:gdLst/>
              <a:ahLst/>
              <a:cxnLst/>
              <a:rect l="l" t="t" r="r" b="b"/>
              <a:pathLst>
                <a:path w="671830" h="722629">
                  <a:moveTo>
                    <a:pt x="671215" y="0"/>
                  </a:moveTo>
                  <a:lnTo>
                    <a:pt x="618039" y="447"/>
                  </a:lnTo>
                  <a:lnTo>
                    <a:pt x="572005" y="3271"/>
                  </a:lnTo>
                  <a:lnTo>
                    <a:pt x="533049" y="10699"/>
                  </a:lnTo>
                  <a:lnTo>
                    <a:pt x="476121" y="48262"/>
                  </a:lnTo>
                  <a:lnTo>
                    <a:pt x="458023" y="82849"/>
                  </a:lnTo>
                  <a:lnTo>
                    <a:pt x="446750" y="130938"/>
                  </a:lnTo>
                  <a:lnTo>
                    <a:pt x="439492" y="180358"/>
                  </a:lnTo>
                  <a:lnTo>
                    <a:pt x="431828" y="229590"/>
                  </a:lnTo>
                  <a:lnTo>
                    <a:pt x="423882" y="278573"/>
                  </a:lnTo>
                  <a:lnTo>
                    <a:pt x="391794" y="470819"/>
                  </a:lnTo>
                  <a:lnTo>
                    <a:pt x="384323" y="517659"/>
                  </a:lnTo>
                  <a:lnTo>
                    <a:pt x="369810" y="581607"/>
                  </a:lnTo>
                  <a:lnTo>
                    <a:pt x="349898" y="624527"/>
                  </a:lnTo>
                  <a:lnTo>
                    <a:pt x="294653" y="662949"/>
                  </a:lnTo>
                  <a:lnTo>
                    <a:pt x="259709" y="666283"/>
                  </a:lnTo>
                  <a:lnTo>
                    <a:pt x="0" y="666283"/>
                  </a:lnTo>
                  <a:lnTo>
                    <a:pt x="1856" y="686209"/>
                  </a:lnTo>
                  <a:lnTo>
                    <a:pt x="9570" y="704258"/>
                  </a:lnTo>
                  <a:lnTo>
                    <a:pt x="26354" y="717348"/>
                  </a:lnTo>
                  <a:lnTo>
                    <a:pt x="55422" y="722396"/>
                  </a:lnTo>
                  <a:lnTo>
                    <a:pt x="457630" y="722396"/>
                  </a:lnTo>
                  <a:lnTo>
                    <a:pt x="516655" y="716344"/>
                  </a:lnTo>
                  <a:lnTo>
                    <a:pt x="556255" y="699059"/>
                  </a:lnTo>
                  <a:lnTo>
                    <a:pt x="594875" y="636009"/>
                  </a:lnTo>
                  <a:lnTo>
                    <a:pt x="602743" y="592856"/>
                  </a:lnTo>
                  <a:lnTo>
                    <a:pt x="608881" y="543690"/>
                  </a:lnTo>
                  <a:lnTo>
                    <a:pt x="620946" y="449803"/>
                  </a:lnTo>
                  <a:lnTo>
                    <a:pt x="631461" y="361873"/>
                  </a:lnTo>
                  <a:lnTo>
                    <a:pt x="646269" y="228929"/>
                  </a:lnTo>
                  <a:lnTo>
                    <a:pt x="671215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0" name="object 280" descr=""/>
          <p:cNvSpPr/>
          <p:nvPr/>
        </p:nvSpPr>
        <p:spPr>
          <a:xfrm>
            <a:off x="14175015" y="4887335"/>
            <a:ext cx="164465" cy="548005"/>
          </a:xfrm>
          <a:custGeom>
            <a:avLst/>
            <a:gdLst/>
            <a:ahLst/>
            <a:cxnLst/>
            <a:rect l="l" t="t" r="r" b="b"/>
            <a:pathLst>
              <a:path w="164465" h="548004">
                <a:moveTo>
                  <a:pt x="46490" y="0"/>
                </a:moveTo>
                <a:lnTo>
                  <a:pt x="0" y="0"/>
                </a:lnTo>
                <a:lnTo>
                  <a:pt x="146644" y="547470"/>
                </a:lnTo>
                <a:lnTo>
                  <a:pt x="163837" y="547470"/>
                </a:lnTo>
                <a:lnTo>
                  <a:pt x="46490" y="0"/>
                </a:lnTo>
                <a:close/>
              </a:path>
            </a:pathLst>
          </a:custGeom>
          <a:solidFill>
            <a:srgbClr val="4545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 descr=""/>
          <p:cNvSpPr/>
          <p:nvPr/>
        </p:nvSpPr>
        <p:spPr>
          <a:xfrm>
            <a:off x="13563145" y="4887335"/>
            <a:ext cx="163830" cy="548005"/>
          </a:xfrm>
          <a:custGeom>
            <a:avLst/>
            <a:gdLst/>
            <a:ahLst/>
            <a:cxnLst/>
            <a:rect l="l" t="t" r="r" b="b"/>
            <a:pathLst>
              <a:path w="163830" h="548004">
                <a:moveTo>
                  <a:pt x="163827" y="0"/>
                </a:moveTo>
                <a:lnTo>
                  <a:pt x="117389" y="0"/>
                </a:lnTo>
                <a:lnTo>
                  <a:pt x="0" y="547470"/>
                </a:lnTo>
                <a:lnTo>
                  <a:pt x="17235" y="547470"/>
                </a:lnTo>
                <a:lnTo>
                  <a:pt x="163827" y="0"/>
                </a:lnTo>
                <a:close/>
              </a:path>
            </a:pathLst>
          </a:custGeom>
          <a:solidFill>
            <a:srgbClr val="4545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object 282" descr=""/>
          <p:cNvSpPr/>
          <p:nvPr/>
        </p:nvSpPr>
        <p:spPr>
          <a:xfrm>
            <a:off x="14073198" y="4887335"/>
            <a:ext cx="163830" cy="548005"/>
          </a:xfrm>
          <a:custGeom>
            <a:avLst/>
            <a:gdLst/>
            <a:ahLst/>
            <a:cxnLst/>
            <a:rect l="l" t="t" r="r" b="b"/>
            <a:pathLst>
              <a:path w="163830" h="548004">
                <a:moveTo>
                  <a:pt x="46354" y="0"/>
                </a:moveTo>
                <a:lnTo>
                  <a:pt x="0" y="0"/>
                </a:lnTo>
                <a:lnTo>
                  <a:pt x="146508" y="547470"/>
                </a:lnTo>
                <a:lnTo>
                  <a:pt x="163743" y="547470"/>
                </a:lnTo>
                <a:lnTo>
                  <a:pt x="46354" y="0"/>
                </a:lnTo>
                <a:close/>
              </a:path>
            </a:pathLst>
          </a:custGeom>
          <a:solidFill>
            <a:srgbClr val="3836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3" name="object 283" descr=""/>
          <p:cNvGrpSpPr/>
          <p:nvPr/>
        </p:nvGrpSpPr>
        <p:grpSpPr>
          <a:xfrm>
            <a:off x="13552047" y="4164933"/>
            <a:ext cx="798195" cy="1270000"/>
            <a:chOff x="13552047" y="4164933"/>
            <a:chExt cx="798195" cy="1270000"/>
          </a:xfrm>
        </p:grpSpPr>
        <p:sp>
          <p:nvSpPr>
            <p:cNvPr id="284" name="object 284" descr=""/>
            <p:cNvSpPr/>
            <p:nvPr/>
          </p:nvSpPr>
          <p:spPr>
            <a:xfrm>
              <a:off x="13665052" y="4887334"/>
              <a:ext cx="163830" cy="548005"/>
            </a:xfrm>
            <a:custGeom>
              <a:avLst/>
              <a:gdLst/>
              <a:ahLst/>
              <a:cxnLst/>
              <a:rect l="l" t="t" r="r" b="b"/>
              <a:pathLst>
                <a:path w="163830" h="548004">
                  <a:moveTo>
                    <a:pt x="163785" y="0"/>
                  </a:moveTo>
                  <a:lnTo>
                    <a:pt x="117347" y="0"/>
                  </a:lnTo>
                  <a:lnTo>
                    <a:pt x="0" y="547470"/>
                  </a:lnTo>
                  <a:lnTo>
                    <a:pt x="17193" y="547470"/>
                  </a:lnTo>
                  <a:lnTo>
                    <a:pt x="163785" y="0"/>
                  </a:lnTo>
                  <a:close/>
                </a:path>
              </a:pathLst>
            </a:custGeom>
            <a:solidFill>
              <a:srgbClr val="3836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13552047" y="4164933"/>
              <a:ext cx="798195" cy="762000"/>
            </a:xfrm>
            <a:custGeom>
              <a:avLst/>
              <a:gdLst/>
              <a:ahLst/>
              <a:cxnLst/>
              <a:rect l="l" t="t" r="r" b="b"/>
              <a:pathLst>
                <a:path w="798194" h="762000">
                  <a:moveTo>
                    <a:pt x="506915" y="0"/>
                  </a:moveTo>
                  <a:lnTo>
                    <a:pt x="290472" y="0"/>
                  </a:lnTo>
                  <a:lnTo>
                    <a:pt x="263965" y="2524"/>
                  </a:lnTo>
                  <a:lnTo>
                    <a:pt x="233790" y="14427"/>
                  </a:lnTo>
                  <a:lnTo>
                    <a:pt x="206697" y="42199"/>
                  </a:lnTo>
                  <a:lnTo>
                    <a:pt x="189438" y="92332"/>
                  </a:lnTo>
                  <a:lnTo>
                    <a:pt x="157278" y="295098"/>
                  </a:lnTo>
                  <a:lnTo>
                    <a:pt x="139731" y="402921"/>
                  </a:lnTo>
                  <a:lnTo>
                    <a:pt x="131151" y="453995"/>
                  </a:lnTo>
                  <a:lnTo>
                    <a:pt x="122914" y="501481"/>
                  </a:lnTo>
                  <a:lnTo>
                    <a:pt x="115178" y="544109"/>
                  </a:lnTo>
                  <a:lnTo>
                    <a:pt x="98969" y="591998"/>
                  </a:lnTo>
                  <a:lnTo>
                    <a:pt x="73987" y="628944"/>
                  </a:lnTo>
                  <a:lnTo>
                    <a:pt x="45308" y="658013"/>
                  </a:lnTo>
                  <a:lnTo>
                    <a:pt x="18009" y="682272"/>
                  </a:lnTo>
                  <a:lnTo>
                    <a:pt x="0" y="709908"/>
                  </a:lnTo>
                  <a:lnTo>
                    <a:pt x="2743" y="735404"/>
                  </a:lnTo>
                  <a:lnTo>
                    <a:pt x="22460" y="754111"/>
                  </a:lnTo>
                  <a:lnTo>
                    <a:pt x="55369" y="761379"/>
                  </a:lnTo>
                  <a:lnTo>
                    <a:pt x="742531" y="761379"/>
                  </a:lnTo>
                  <a:lnTo>
                    <a:pt x="775435" y="754111"/>
                  </a:lnTo>
                  <a:lnTo>
                    <a:pt x="795176" y="735404"/>
                  </a:lnTo>
                  <a:lnTo>
                    <a:pt x="797934" y="709908"/>
                  </a:lnTo>
                  <a:lnTo>
                    <a:pt x="779891" y="682272"/>
                  </a:lnTo>
                  <a:lnTo>
                    <a:pt x="752286" y="657549"/>
                  </a:lnTo>
                  <a:lnTo>
                    <a:pt x="723414" y="627812"/>
                  </a:lnTo>
                  <a:lnTo>
                    <a:pt x="698213" y="589944"/>
                  </a:lnTo>
                  <a:lnTo>
                    <a:pt x="681622" y="540831"/>
                  </a:lnTo>
                  <a:lnTo>
                    <a:pt x="667348" y="460333"/>
                  </a:lnTo>
                  <a:lnTo>
                    <a:pt x="650165" y="356611"/>
                  </a:lnTo>
                  <a:lnTo>
                    <a:pt x="608001" y="92332"/>
                  </a:lnTo>
                  <a:lnTo>
                    <a:pt x="590718" y="42199"/>
                  </a:lnTo>
                  <a:lnTo>
                    <a:pt x="563611" y="14427"/>
                  </a:lnTo>
                  <a:lnTo>
                    <a:pt x="533428" y="2524"/>
                  </a:lnTo>
                  <a:lnTo>
                    <a:pt x="506915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6" name="object 286" descr=""/>
          <p:cNvSpPr/>
          <p:nvPr/>
        </p:nvSpPr>
        <p:spPr>
          <a:xfrm>
            <a:off x="15208119" y="4887335"/>
            <a:ext cx="163830" cy="548005"/>
          </a:xfrm>
          <a:custGeom>
            <a:avLst/>
            <a:gdLst/>
            <a:ahLst/>
            <a:cxnLst/>
            <a:rect l="l" t="t" r="r" b="b"/>
            <a:pathLst>
              <a:path w="163830" h="548004">
                <a:moveTo>
                  <a:pt x="46354" y="0"/>
                </a:moveTo>
                <a:lnTo>
                  <a:pt x="0" y="0"/>
                </a:lnTo>
                <a:lnTo>
                  <a:pt x="146560" y="547470"/>
                </a:lnTo>
                <a:lnTo>
                  <a:pt x="163743" y="547470"/>
                </a:lnTo>
                <a:lnTo>
                  <a:pt x="46354" y="0"/>
                </a:lnTo>
                <a:close/>
              </a:path>
            </a:pathLst>
          </a:custGeom>
          <a:solidFill>
            <a:srgbClr val="4545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7" name="object 287" descr=""/>
          <p:cNvSpPr/>
          <p:nvPr/>
        </p:nvSpPr>
        <p:spPr>
          <a:xfrm>
            <a:off x="14596200" y="4887335"/>
            <a:ext cx="163830" cy="548005"/>
          </a:xfrm>
          <a:custGeom>
            <a:avLst/>
            <a:gdLst/>
            <a:ahLst/>
            <a:cxnLst/>
            <a:rect l="l" t="t" r="r" b="b"/>
            <a:pathLst>
              <a:path w="163830" h="548004">
                <a:moveTo>
                  <a:pt x="163785" y="0"/>
                </a:moveTo>
                <a:lnTo>
                  <a:pt x="117347" y="0"/>
                </a:lnTo>
                <a:lnTo>
                  <a:pt x="0" y="547470"/>
                </a:lnTo>
                <a:lnTo>
                  <a:pt x="17182" y="547470"/>
                </a:lnTo>
                <a:lnTo>
                  <a:pt x="163785" y="0"/>
                </a:lnTo>
                <a:close/>
              </a:path>
            </a:pathLst>
          </a:custGeom>
          <a:solidFill>
            <a:srgbClr val="4545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8" name="object 288" descr=""/>
          <p:cNvSpPr/>
          <p:nvPr/>
        </p:nvSpPr>
        <p:spPr>
          <a:xfrm>
            <a:off x="15106170" y="4887335"/>
            <a:ext cx="163830" cy="548005"/>
          </a:xfrm>
          <a:custGeom>
            <a:avLst/>
            <a:gdLst/>
            <a:ahLst/>
            <a:cxnLst/>
            <a:rect l="l" t="t" r="r" b="b"/>
            <a:pathLst>
              <a:path w="163830" h="548004">
                <a:moveTo>
                  <a:pt x="46438" y="0"/>
                </a:moveTo>
                <a:lnTo>
                  <a:pt x="0" y="0"/>
                </a:lnTo>
                <a:lnTo>
                  <a:pt x="146602" y="547470"/>
                </a:lnTo>
                <a:lnTo>
                  <a:pt x="163827" y="547470"/>
                </a:lnTo>
                <a:lnTo>
                  <a:pt x="46438" y="0"/>
                </a:lnTo>
                <a:close/>
              </a:path>
            </a:pathLst>
          </a:custGeom>
          <a:solidFill>
            <a:srgbClr val="3836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9" name="object 289" descr=""/>
          <p:cNvGrpSpPr/>
          <p:nvPr/>
        </p:nvGrpSpPr>
        <p:grpSpPr>
          <a:xfrm>
            <a:off x="13091748" y="4164933"/>
            <a:ext cx="2568575" cy="1270000"/>
            <a:chOff x="13091748" y="4164933"/>
            <a:chExt cx="2568575" cy="1270000"/>
          </a:xfrm>
        </p:grpSpPr>
        <p:sp>
          <p:nvSpPr>
            <p:cNvPr id="290" name="object 290" descr=""/>
            <p:cNvSpPr/>
            <p:nvPr/>
          </p:nvSpPr>
          <p:spPr>
            <a:xfrm>
              <a:off x="14698065" y="4887334"/>
              <a:ext cx="163830" cy="548005"/>
            </a:xfrm>
            <a:custGeom>
              <a:avLst/>
              <a:gdLst/>
              <a:ahLst/>
              <a:cxnLst/>
              <a:rect l="l" t="t" r="r" b="b"/>
              <a:pathLst>
                <a:path w="163830" h="548004">
                  <a:moveTo>
                    <a:pt x="163785" y="0"/>
                  </a:moveTo>
                  <a:lnTo>
                    <a:pt x="117347" y="0"/>
                  </a:lnTo>
                  <a:lnTo>
                    <a:pt x="0" y="547470"/>
                  </a:lnTo>
                  <a:lnTo>
                    <a:pt x="17182" y="547470"/>
                  </a:lnTo>
                  <a:lnTo>
                    <a:pt x="163785" y="0"/>
                  </a:lnTo>
                  <a:close/>
                </a:path>
              </a:pathLst>
            </a:custGeom>
            <a:solidFill>
              <a:srgbClr val="3836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14585058" y="4164933"/>
              <a:ext cx="798195" cy="762000"/>
            </a:xfrm>
            <a:custGeom>
              <a:avLst/>
              <a:gdLst/>
              <a:ahLst/>
              <a:cxnLst/>
              <a:rect l="l" t="t" r="r" b="b"/>
              <a:pathLst>
                <a:path w="798194" h="762000">
                  <a:moveTo>
                    <a:pt x="506963" y="0"/>
                  </a:moveTo>
                  <a:lnTo>
                    <a:pt x="290477" y="0"/>
                  </a:lnTo>
                  <a:lnTo>
                    <a:pt x="264006" y="2524"/>
                  </a:lnTo>
                  <a:lnTo>
                    <a:pt x="233821" y="14427"/>
                  </a:lnTo>
                  <a:lnTo>
                    <a:pt x="206692" y="42199"/>
                  </a:lnTo>
                  <a:lnTo>
                    <a:pt x="189391" y="92332"/>
                  </a:lnTo>
                  <a:lnTo>
                    <a:pt x="157270" y="295098"/>
                  </a:lnTo>
                  <a:lnTo>
                    <a:pt x="139752" y="402921"/>
                  </a:lnTo>
                  <a:lnTo>
                    <a:pt x="131182" y="453995"/>
                  </a:lnTo>
                  <a:lnTo>
                    <a:pt x="122951" y="501481"/>
                  </a:lnTo>
                  <a:lnTo>
                    <a:pt x="115216" y="544109"/>
                  </a:lnTo>
                  <a:lnTo>
                    <a:pt x="98987" y="591998"/>
                  </a:lnTo>
                  <a:lnTo>
                    <a:pt x="73993" y="628944"/>
                  </a:lnTo>
                  <a:lnTo>
                    <a:pt x="45310" y="658013"/>
                  </a:lnTo>
                  <a:lnTo>
                    <a:pt x="18014" y="682272"/>
                  </a:lnTo>
                  <a:lnTo>
                    <a:pt x="0" y="709908"/>
                  </a:lnTo>
                  <a:lnTo>
                    <a:pt x="2741" y="735404"/>
                  </a:lnTo>
                  <a:lnTo>
                    <a:pt x="22460" y="754111"/>
                  </a:lnTo>
                  <a:lnTo>
                    <a:pt x="55375" y="761379"/>
                  </a:lnTo>
                  <a:lnTo>
                    <a:pt x="742579" y="761379"/>
                  </a:lnTo>
                  <a:lnTo>
                    <a:pt x="775464" y="754111"/>
                  </a:lnTo>
                  <a:lnTo>
                    <a:pt x="795173" y="735404"/>
                  </a:lnTo>
                  <a:lnTo>
                    <a:pt x="797924" y="709908"/>
                  </a:lnTo>
                  <a:lnTo>
                    <a:pt x="779939" y="682272"/>
                  </a:lnTo>
                  <a:lnTo>
                    <a:pt x="752327" y="657549"/>
                  </a:lnTo>
                  <a:lnTo>
                    <a:pt x="723439" y="627812"/>
                  </a:lnTo>
                  <a:lnTo>
                    <a:pt x="698221" y="589944"/>
                  </a:lnTo>
                  <a:lnTo>
                    <a:pt x="681617" y="540831"/>
                  </a:lnTo>
                  <a:lnTo>
                    <a:pt x="667345" y="460333"/>
                  </a:lnTo>
                  <a:lnTo>
                    <a:pt x="650164" y="356611"/>
                  </a:lnTo>
                  <a:lnTo>
                    <a:pt x="607997" y="92332"/>
                  </a:lnTo>
                  <a:lnTo>
                    <a:pt x="590730" y="42199"/>
                  </a:lnTo>
                  <a:lnTo>
                    <a:pt x="563617" y="14427"/>
                  </a:lnTo>
                  <a:lnTo>
                    <a:pt x="533435" y="2524"/>
                  </a:lnTo>
                  <a:lnTo>
                    <a:pt x="506963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13091748" y="4723133"/>
              <a:ext cx="2568575" cy="635"/>
            </a:xfrm>
            <a:custGeom>
              <a:avLst/>
              <a:gdLst/>
              <a:ahLst/>
              <a:cxnLst/>
              <a:rect l="l" t="t" r="r" b="b"/>
              <a:pathLst>
                <a:path w="2568575" h="635">
                  <a:moveTo>
                    <a:pt x="0" y="460"/>
                  </a:moveTo>
                  <a:lnTo>
                    <a:pt x="2568246" y="460"/>
                  </a:lnTo>
                  <a:lnTo>
                    <a:pt x="2568246" y="0"/>
                  </a:lnTo>
                  <a:lnTo>
                    <a:pt x="0" y="0"/>
                  </a:lnTo>
                  <a:lnTo>
                    <a:pt x="0" y="460"/>
                  </a:lnTo>
                  <a:close/>
                </a:path>
              </a:pathLst>
            </a:custGeom>
            <a:solidFill>
              <a:srgbClr val="61626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3" name="object 293" descr=""/>
          <p:cNvGrpSpPr/>
          <p:nvPr/>
        </p:nvGrpSpPr>
        <p:grpSpPr>
          <a:xfrm>
            <a:off x="13091748" y="4679040"/>
            <a:ext cx="2752090" cy="934719"/>
            <a:chOff x="13091748" y="4679040"/>
            <a:chExt cx="2752090" cy="934719"/>
          </a:xfrm>
        </p:grpSpPr>
        <p:sp>
          <p:nvSpPr>
            <p:cNvPr id="294" name="object 294" descr=""/>
            <p:cNvSpPr/>
            <p:nvPr/>
          </p:nvSpPr>
          <p:spPr>
            <a:xfrm>
              <a:off x="13091745" y="4679041"/>
              <a:ext cx="2752090" cy="45085"/>
            </a:xfrm>
            <a:custGeom>
              <a:avLst/>
              <a:gdLst/>
              <a:ahLst/>
              <a:cxnLst/>
              <a:rect l="l" t="t" r="r" b="b"/>
              <a:pathLst>
                <a:path w="2752090" h="45085">
                  <a:moveTo>
                    <a:pt x="2751607" y="0"/>
                  </a:moveTo>
                  <a:lnTo>
                    <a:pt x="0" y="0"/>
                  </a:lnTo>
                  <a:lnTo>
                    <a:pt x="0" y="44094"/>
                  </a:lnTo>
                  <a:lnTo>
                    <a:pt x="2658173" y="44094"/>
                  </a:lnTo>
                  <a:lnTo>
                    <a:pt x="2658173" y="44564"/>
                  </a:lnTo>
                  <a:lnTo>
                    <a:pt x="2751607" y="44564"/>
                  </a:lnTo>
                  <a:lnTo>
                    <a:pt x="2751607" y="44094"/>
                  </a:lnTo>
                  <a:lnTo>
                    <a:pt x="2751607" y="0"/>
                  </a:lnTo>
                  <a:close/>
                </a:path>
              </a:pathLst>
            </a:custGeom>
            <a:solidFill>
              <a:srgbClr val="6162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13185179" y="4723133"/>
              <a:ext cx="90170" cy="861694"/>
            </a:xfrm>
            <a:custGeom>
              <a:avLst/>
              <a:gdLst/>
              <a:ahLst/>
              <a:cxnLst/>
              <a:rect l="l" t="t" r="r" b="b"/>
              <a:pathLst>
                <a:path w="90169" h="861695">
                  <a:moveTo>
                    <a:pt x="89882" y="0"/>
                  </a:moveTo>
                  <a:lnTo>
                    <a:pt x="0" y="0"/>
                  </a:lnTo>
                  <a:lnTo>
                    <a:pt x="0" y="861533"/>
                  </a:lnTo>
                  <a:lnTo>
                    <a:pt x="89882" y="861533"/>
                  </a:lnTo>
                  <a:lnTo>
                    <a:pt x="89882" y="0"/>
                  </a:lnTo>
                  <a:close/>
                </a:path>
              </a:pathLst>
            </a:custGeom>
            <a:solidFill>
              <a:srgbClr val="9293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13185179" y="5584667"/>
              <a:ext cx="90170" cy="29209"/>
            </a:xfrm>
            <a:custGeom>
              <a:avLst/>
              <a:gdLst/>
              <a:ahLst/>
              <a:cxnLst/>
              <a:rect l="l" t="t" r="r" b="b"/>
              <a:pathLst>
                <a:path w="90169" h="29210">
                  <a:moveTo>
                    <a:pt x="89882" y="0"/>
                  </a:moveTo>
                  <a:lnTo>
                    <a:pt x="0" y="0"/>
                  </a:lnTo>
                  <a:lnTo>
                    <a:pt x="0" y="29025"/>
                  </a:lnTo>
                  <a:lnTo>
                    <a:pt x="89882" y="29025"/>
                  </a:lnTo>
                  <a:lnTo>
                    <a:pt x="89882" y="0"/>
                  </a:lnTo>
                  <a:close/>
                </a:path>
              </a:pathLst>
            </a:custGeom>
            <a:solidFill>
              <a:srgbClr val="6162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15659994" y="4723133"/>
              <a:ext cx="90170" cy="861694"/>
            </a:xfrm>
            <a:custGeom>
              <a:avLst/>
              <a:gdLst/>
              <a:ahLst/>
              <a:cxnLst/>
              <a:rect l="l" t="t" r="r" b="b"/>
              <a:pathLst>
                <a:path w="90169" h="861695">
                  <a:moveTo>
                    <a:pt x="89934" y="0"/>
                  </a:moveTo>
                  <a:lnTo>
                    <a:pt x="0" y="0"/>
                  </a:lnTo>
                  <a:lnTo>
                    <a:pt x="0" y="861533"/>
                  </a:lnTo>
                  <a:lnTo>
                    <a:pt x="89934" y="861533"/>
                  </a:lnTo>
                  <a:lnTo>
                    <a:pt x="89934" y="0"/>
                  </a:lnTo>
                  <a:close/>
                </a:path>
              </a:pathLst>
            </a:custGeom>
            <a:solidFill>
              <a:srgbClr val="9293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15659994" y="5584667"/>
              <a:ext cx="90170" cy="29209"/>
            </a:xfrm>
            <a:custGeom>
              <a:avLst/>
              <a:gdLst/>
              <a:ahLst/>
              <a:cxnLst/>
              <a:rect l="l" t="t" r="r" b="b"/>
              <a:pathLst>
                <a:path w="90169" h="29210">
                  <a:moveTo>
                    <a:pt x="89934" y="0"/>
                  </a:moveTo>
                  <a:lnTo>
                    <a:pt x="0" y="0"/>
                  </a:lnTo>
                  <a:lnTo>
                    <a:pt x="0" y="29025"/>
                  </a:lnTo>
                  <a:lnTo>
                    <a:pt x="89934" y="29025"/>
                  </a:lnTo>
                  <a:lnTo>
                    <a:pt x="89934" y="0"/>
                  </a:lnTo>
                  <a:close/>
                </a:path>
              </a:pathLst>
            </a:custGeom>
            <a:solidFill>
              <a:srgbClr val="6162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9" name="object 299" descr=""/>
          <p:cNvSpPr/>
          <p:nvPr/>
        </p:nvSpPr>
        <p:spPr>
          <a:xfrm>
            <a:off x="17815960" y="7395272"/>
            <a:ext cx="426084" cy="759460"/>
          </a:xfrm>
          <a:custGeom>
            <a:avLst/>
            <a:gdLst/>
            <a:ahLst/>
            <a:cxnLst/>
            <a:rect l="l" t="t" r="r" b="b"/>
            <a:pathLst>
              <a:path w="426084" h="759459">
                <a:moveTo>
                  <a:pt x="426070" y="0"/>
                </a:moveTo>
                <a:lnTo>
                  <a:pt x="0" y="0"/>
                </a:lnTo>
                <a:lnTo>
                  <a:pt x="0" y="759380"/>
                </a:lnTo>
                <a:lnTo>
                  <a:pt x="426070" y="759380"/>
                </a:lnTo>
                <a:lnTo>
                  <a:pt x="426070" y="0"/>
                </a:lnTo>
                <a:close/>
              </a:path>
            </a:pathLst>
          </a:custGeom>
          <a:solidFill>
            <a:srgbClr val="92939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0" name="object 300" descr=""/>
          <p:cNvGrpSpPr/>
          <p:nvPr/>
        </p:nvGrpSpPr>
        <p:grpSpPr>
          <a:xfrm>
            <a:off x="16023617" y="7358791"/>
            <a:ext cx="2296160" cy="817244"/>
            <a:chOff x="16023617" y="7358791"/>
            <a:chExt cx="2296160" cy="817244"/>
          </a:xfrm>
        </p:grpSpPr>
        <p:sp>
          <p:nvSpPr>
            <p:cNvPr id="301" name="object 301" descr=""/>
            <p:cNvSpPr/>
            <p:nvPr/>
          </p:nvSpPr>
          <p:spPr>
            <a:xfrm>
              <a:off x="16100724" y="7395272"/>
              <a:ext cx="763905" cy="759460"/>
            </a:xfrm>
            <a:custGeom>
              <a:avLst/>
              <a:gdLst/>
              <a:ahLst/>
              <a:cxnLst/>
              <a:rect l="l" t="t" r="r" b="b"/>
              <a:pathLst>
                <a:path w="763905" h="759459">
                  <a:moveTo>
                    <a:pt x="763725" y="0"/>
                  </a:moveTo>
                  <a:lnTo>
                    <a:pt x="0" y="0"/>
                  </a:lnTo>
                  <a:lnTo>
                    <a:pt x="0" y="759380"/>
                  </a:lnTo>
                  <a:lnTo>
                    <a:pt x="763725" y="759380"/>
                  </a:lnTo>
                  <a:lnTo>
                    <a:pt x="763725" y="0"/>
                  </a:lnTo>
                  <a:close/>
                </a:path>
              </a:pathLst>
            </a:custGeom>
            <a:solidFill>
              <a:srgbClr val="9293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16023617" y="7358791"/>
              <a:ext cx="2296160" cy="37465"/>
            </a:xfrm>
            <a:custGeom>
              <a:avLst/>
              <a:gdLst/>
              <a:ahLst/>
              <a:cxnLst/>
              <a:rect l="l" t="t" r="r" b="b"/>
              <a:pathLst>
                <a:path w="2296159" h="37465">
                  <a:moveTo>
                    <a:pt x="2295532" y="0"/>
                  </a:moveTo>
                  <a:lnTo>
                    <a:pt x="0" y="0"/>
                  </a:lnTo>
                  <a:lnTo>
                    <a:pt x="0" y="37045"/>
                  </a:lnTo>
                  <a:lnTo>
                    <a:pt x="2295532" y="37045"/>
                  </a:lnTo>
                  <a:lnTo>
                    <a:pt x="2295532" y="0"/>
                  </a:lnTo>
                  <a:close/>
                </a:path>
              </a:pathLst>
            </a:custGeom>
            <a:solidFill>
              <a:srgbClr val="6162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16144876" y="8154968"/>
              <a:ext cx="2072639" cy="20955"/>
            </a:xfrm>
            <a:custGeom>
              <a:avLst/>
              <a:gdLst/>
              <a:ahLst/>
              <a:cxnLst/>
              <a:rect l="l" t="t" r="r" b="b"/>
              <a:pathLst>
                <a:path w="2072640" h="20954">
                  <a:moveTo>
                    <a:pt x="97574" y="0"/>
                  </a:moveTo>
                  <a:lnTo>
                    <a:pt x="0" y="0"/>
                  </a:lnTo>
                  <a:lnTo>
                    <a:pt x="0" y="20764"/>
                  </a:lnTo>
                  <a:lnTo>
                    <a:pt x="97574" y="20764"/>
                  </a:lnTo>
                  <a:lnTo>
                    <a:pt x="97574" y="0"/>
                  </a:lnTo>
                  <a:close/>
                </a:path>
                <a:path w="2072640" h="20954">
                  <a:moveTo>
                    <a:pt x="663994" y="0"/>
                  </a:moveTo>
                  <a:lnTo>
                    <a:pt x="566420" y="0"/>
                  </a:lnTo>
                  <a:lnTo>
                    <a:pt x="566420" y="20764"/>
                  </a:lnTo>
                  <a:lnTo>
                    <a:pt x="663994" y="20764"/>
                  </a:lnTo>
                  <a:lnTo>
                    <a:pt x="663994" y="0"/>
                  </a:lnTo>
                  <a:close/>
                </a:path>
                <a:path w="2072640" h="20954">
                  <a:moveTo>
                    <a:pt x="1793062" y="0"/>
                  </a:moveTo>
                  <a:lnTo>
                    <a:pt x="1695488" y="0"/>
                  </a:lnTo>
                  <a:lnTo>
                    <a:pt x="1695488" y="20764"/>
                  </a:lnTo>
                  <a:lnTo>
                    <a:pt x="1793062" y="20764"/>
                  </a:lnTo>
                  <a:lnTo>
                    <a:pt x="1793062" y="0"/>
                  </a:lnTo>
                  <a:close/>
                </a:path>
                <a:path w="2072640" h="20954">
                  <a:moveTo>
                    <a:pt x="2072182" y="0"/>
                  </a:moveTo>
                  <a:lnTo>
                    <a:pt x="1974659" y="0"/>
                  </a:lnTo>
                  <a:lnTo>
                    <a:pt x="1974659" y="20764"/>
                  </a:lnTo>
                  <a:lnTo>
                    <a:pt x="2072182" y="20764"/>
                  </a:lnTo>
                  <a:lnTo>
                    <a:pt x="2072182" y="0"/>
                  </a:lnTo>
                  <a:close/>
                </a:path>
              </a:pathLst>
            </a:custGeom>
            <a:solidFill>
              <a:srgbClr val="9293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16163309" y="7440150"/>
              <a:ext cx="638810" cy="224790"/>
            </a:xfrm>
            <a:custGeom>
              <a:avLst/>
              <a:gdLst/>
              <a:ahLst/>
              <a:cxnLst/>
              <a:rect l="l" t="t" r="r" b="b"/>
              <a:pathLst>
                <a:path w="638809" h="224790">
                  <a:moveTo>
                    <a:pt x="638566" y="0"/>
                  </a:moveTo>
                  <a:lnTo>
                    <a:pt x="0" y="0"/>
                  </a:lnTo>
                  <a:lnTo>
                    <a:pt x="0" y="224265"/>
                  </a:lnTo>
                  <a:lnTo>
                    <a:pt x="638566" y="224265"/>
                  </a:lnTo>
                  <a:lnTo>
                    <a:pt x="638566" y="0"/>
                  </a:lnTo>
                  <a:close/>
                </a:path>
              </a:pathLst>
            </a:custGeom>
            <a:solidFill>
              <a:srgbClr val="5E5F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16430254" y="7466861"/>
              <a:ext cx="104775" cy="24765"/>
            </a:xfrm>
            <a:custGeom>
              <a:avLst/>
              <a:gdLst/>
              <a:ahLst/>
              <a:cxnLst/>
              <a:rect l="l" t="t" r="r" b="b"/>
              <a:pathLst>
                <a:path w="104775" h="24765">
                  <a:moveTo>
                    <a:pt x="104687" y="0"/>
                  </a:moveTo>
                  <a:lnTo>
                    <a:pt x="0" y="0"/>
                  </a:lnTo>
                  <a:lnTo>
                    <a:pt x="0" y="24711"/>
                  </a:lnTo>
                  <a:lnTo>
                    <a:pt x="104687" y="24711"/>
                  </a:lnTo>
                  <a:lnTo>
                    <a:pt x="104687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17849373" y="7447365"/>
              <a:ext cx="358775" cy="172720"/>
            </a:xfrm>
            <a:custGeom>
              <a:avLst/>
              <a:gdLst/>
              <a:ahLst/>
              <a:cxnLst/>
              <a:rect l="l" t="t" r="r" b="b"/>
              <a:pathLst>
                <a:path w="358775" h="172720">
                  <a:moveTo>
                    <a:pt x="358533" y="0"/>
                  </a:moveTo>
                  <a:lnTo>
                    <a:pt x="0" y="0"/>
                  </a:lnTo>
                  <a:lnTo>
                    <a:pt x="0" y="172434"/>
                  </a:lnTo>
                  <a:lnTo>
                    <a:pt x="358533" y="172434"/>
                  </a:lnTo>
                  <a:lnTo>
                    <a:pt x="358533" y="0"/>
                  </a:lnTo>
                  <a:close/>
                </a:path>
              </a:pathLst>
            </a:custGeom>
            <a:solidFill>
              <a:srgbClr val="5E5F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17976269" y="7466861"/>
              <a:ext cx="104775" cy="24765"/>
            </a:xfrm>
            <a:custGeom>
              <a:avLst/>
              <a:gdLst/>
              <a:ahLst/>
              <a:cxnLst/>
              <a:rect l="l" t="t" r="r" b="b"/>
              <a:pathLst>
                <a:path w="104775" h="24765">
                  <a:moveTo>
                    <a:pt x="104740" y="0"/>
                  </a:moveTo>
                  <a:lnTo>
                    <a:pt x="0" y="0"/>
                  </a:lnTo>
                  <a:lnTo>
                    <a:pt x="0" y="24711"/>
                  </a:lnTo>
                  <a:lnTo>
                    <a:pt x="104740" y="24711"/>
                  </a:lnTo>
                  <a:lnTo>
                    <a:pt x="104740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16163309" y="7705545"/>
              <a:ext cx="638810" cy="389255"/>
            </a:xfrm>
            <a:custGeom>
              <a:avLst/>
              <a:gdLst/>
              <a:ahLst/>
              <a:cxnLst/>
              <a:rect l="l" t="t" r="r" b="b"/>
              <a:pathLst>
                <a:path w="638809" h="389254">
                  <a:moveTo>
                    <a:pt x="638566" y="0"/>
                  </a:moveTo>
                  <a:lnTo>
                    <a:pt x="0" y="0"/>
                  </a:lnTo>
                  <a:lnTo>
                    <a:pt x="0" y="388721"/>
                  </a:lnTo>
                  <a:lnTo>
                    <a:pt x="638566" y="388721"/>
                  </a:lnTo>
                  <a:lnTo>
                    <a:pt x="638566" y="0"/>
                  </a:lnTo>
                  <a:close/>
                </a:path>
              </a:pathLst>
            </a:custGeom>
            <a:solidFill>
              <a:srgbClr val="5E5F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16430254" y="7727712"/>
              <a:ext cx="104775" cy="24765"/>
            </a:xfrm>
            <a:custGeom>
              <a:avLst/>
              <a:gdLst/>
              <a:ahLst/>
              <a:cxnLst/>
              <a:rect l="l" t="t" r="r" b="b"/>
              <a:pathLst>
                <a:path w="104775" h="24765">
                  <a:moveTo>
                    <a:pt x="104687" y="0"/>
                  </a:moveTo>
                  <a:lnTo>
                    <a:pt x="0" y="0"/>
                  </a:lnTo>
                  <a:lnTo>
                    <a:pt x="0" y="24711"/>
                  </a:lnTo>
                  <a:lnTo>
                    <a:pt x="104687" y="24711"/>
                  </a:lnTo>
                  <a:lnTo>
                    <a:pt x="104687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0" name="object 310" descr=""/>
          <p:cNvGrpSpPr/>
          <p:nvPr/>
        </p:nvGrpSpPr>
        <p:grpSpPr>
          <a:xfrm>
            <a:off x="16790514" y="6647557"/>
            <a:ext cx="958215" cy="711835"/>
            <a:chOff x="16790514" y="6647557"/>
            <a:chExt cx="958215" cy="711835"/>
          </a:xfrm>
        </p:grpSpPr>
        <p:sp>
          <p:nvSpPr>
            <p:cNvPr id="311" name="object 311" descr=""/>
            <p:cNvSpPr/>
            <p:nvPr/>
          </p:nvSpPr>
          <p:spPr>
            <a:xfrm>
              <a:off x="16790514" y="6647557"/>
              <a:ext cx="958215" cy="539750"/>
            </a:xfrm>
            <a:custGeom>
              <a:avLst/>
              <a:gdLst/>
              <a:ahLst/>
              <a:cxnLst/>
              <a:rect l="l" t="t" r="r" b="b"/>
              <a:pathLst>
                <a:path w="958215" h="539750">
                  <a:moveTo>
                    <a:pt x="958159" y="0"/>
                  </a:moveTo>
                  <a:lnTo>
                    <a:pt x="0" y="0"/>
                  </a:lnTo>
                  <a:lnTo>
                    <a:pt x="0" y="539460"/>
                  </a:lnTo>
                  <a:lnTo>
                    <a:pt x="958159" y="539460"/>
                  </a:lnTo>
                  <a:lnTo>
                    <a:pt x="958159" y="0"/>
                  </a:lnTo>
                  <a:close/>
                </a:path>
              </a:pathLst>
            </a:custGeom>
            <a:solidFill>
              <a:srgbClr val="5758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16821979" y="6693105"/>
              <a:ext cx="895350" cy="433705"/>
            </a:xfrm>
            <a:custGeom>
              <a:avLst/>
              <a:gdLst/>
              <a:ahLst/>
              <a:cxnLst/>
              <a:rect l="l" t="t" r="r" b="b"/>
              <a:pathLst>
                <a:path w="895350" h="433704">
                  <a:moveTo>
                    <a:pt x="895229" y="0"/>
                  </a:moveTo>
                  <a:lnTo>
                    <a:pt x="0" y="0"/>
                  </a:lnTo>
                  <a:lnTo>
                    <a:pt x="0" y="433180"/>
                  </a:lnTo>
                  <a:lnTo>
                    <a:pt x="895229" y="433180"/>
                  </a:lnTo>
                  <a:lnTo>
                    <a:pt x="895229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7257725" y="6659530"/>
              <a:ext cx="461645" cy="506095"/>
            </a:xfrm>
            <a:custGeom>
              <a:avLst/>
              <a:gdLst/>
              <a:ahLst/>
              <a:cxnLst/>
              <a:rect l="l" t="t" r="r" b="b"/>
              <a:pathLst>
                <a:path w="461644" h="506095">
                  <a:moveTo>
                    <a:pt x="23736" y="5334"/>
                  </a:moveTo>
                  <a:lnTo>
                    <a:pt x="18415" y="0"/>
                  </a:lnTo>
                  <a:lnTo>
                    <a:pt x="5321" y="0"/>
                  </a:lnTo>
                  <a:lnTo>
                    <a:pt x="0" y="5334"/>
                  </a:lnTo>
                  <a:lnTo>
                    <a:pt x="0" y="18427"/>
                  </a:lnTo>
                  <a:lnTo>
                    <a:pt x="5321" y="23698"/>
                  </a:lnTo>
                  <a:lnTo>
                    <a:pt x="18415" y="23698"/>
                  </a:lnTo>
                  <a:lnTo>
                    <a:pt x="23736" y="18427"/>
                  </a:lnTo>
                  <a:lnTo>
                    <a:pt x="23736" y="11874"/>
                  </a:lnTo>
                  <a:lnTo>
                    <a:pt x="23736" y="5334"/>
                  </a:lnTo>
                  <a:close/>
                </a:path>
                <a:path w="461644" h="506095">
                  <a:moveTo>
                    <a:pt x="367271" y="482777"/>
                  </a:moveTo>
                  <a:lnTo>
                    <a:pt x="360730" y="476173"/>
                  </a:lnTo>
                  <a:lnTo>
                    <a:pt x="344462" y="476173"/>
                  </a:lnTo>
                  <a:lnTo>
                    <a:pt x="337908" y="482777"/>
                  </a:lnTo>
                  <a:lnTo>
                    <a:pt x="337908" y="498995"/>
                  </a:lnTo>
                  <a:lnTo>
                    <a:pt x="344462" y="505587"/>
                  </a:lnTo>
                  <a:lnTo>
                    <a:pt x="360730" y="505587"/>
                  </a:lnTo>
                  <a:lnTo>
                    <a:pt x="367271" y="498995"/>
                  </a:lnTo>
                  <a:lnTo>
                    <a:pt x="367271" y="490905"/>
                  </a:lnTo>
                  <a:lnTo>
                    <a:pt x="367271" y="482777"/>
                  </a:lnTo>
                  <a:close/>
                </a:path>
                <a:path w="461644" h="506095">
                  <a:moveTo>
                    <a:pt x="414299" y="482777"/>
                  </a:moveTo>
                  <a:lnTo>
                    <a:pt x="407708" y="476173"/>
                  </a:lnTo>
                  <a:lnTo>
                    <a:pt x="391490" y="476173"/>
                  </a:lnTo>
                  <a:lnTo>
                    <a:pt x="384873" y="482777"/>
                  </a:lnTo>
                  <a:lnTo>
                    <a:pt x="384873" y="498995"/>
                  </a:lnTo>
                  <a:lnTo>
                    <a:pt x="391490" y="505587"/>
                  </a:lnTo>
                  <a:lnTo>
                    <a:pt x="407708" y="505587"/>
                  </a:lnTo>
                  <a:lnTo>
                    <a:pt x="414299" y="498995"/>
                  </a:lnTo>
                  <a:lnTo>
                    <a:pt x="414299" y="490905"/>
                  </a:lnTo>
                  <a:lnTo>
                    <a:pt x="414299" y="482777"/>
                  </a:lnTo>
                  <a:close/>
                </a:path>
                <a:path w="461644" h="506095">
                  <a:moveTo>
                    <a:pt x="461225" y="482777"/>
                  </a:moveTo>
                  <a:lnTo>
                    <a:pt x="454672" y="476173"/>
                  </a:lnTo>
                  <a:lnTo>
                    <a:pt x="438442" y="476173"/>
                  </a:lnTo>
                  <a:lnTo>
                    <a:pt x="431850" y="482777"/>
                  </a:lnTo>
                  <a:lnTo>
                    <a:pt x="431850" y="498995"/>
                  </a:lnTo>
                  <a:lnTo>
                    <a:pt x="438442" y="505587"/>
                  </a:lnTo>
                  <a:lnTo>
                    <a:pt x="454672" y="505587"/>
                  </a:lnTo>
                  <a:lnTo>
                    <a:pt x="461225" y="498995"/>
                  </a:lnTo>
                  <a:lnTo>
                    <a:pt x="461225" y="490905"/>
                  </a:lnTo>
                  <a:lnTo>
                    <a:pt x="461225" y="482777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17046402" y="7187018"/>
              <a:ext cx="488315" cy="133985"/>
            </a:xfrm>
            <a:custGeom>
              <a:avLst/>
              <a:gdLst/>
              <a:ahLst/>
              <a:cxnLst/>
              <a:rect l="l" t="t" r="r" b="b"/>
              <a:pathLst>
                <a:path w="488315" h="133984">
                  <a:moveTo>
                    <a:pt x="415432" y="0"/>
                  </a:moveTo>
                  <a:lnTo>
                    <a:pt x="72563" y="0"/>
                  </a:lnTo>
                  <a:lnTo>
                    <a:pt x="72563" y="99421"/>
                  </a:lnTo>
                  <a:lnTo>
                    <a:pt x="61225" y="115224"/>
                  </a:lnTo>
                  <a:lnTo>
                    <a:pt x="36281" y="125848"/>
                  </a:lnTo>
                  <a:lnTo>
                    <a:pt x="11338" y="131828"/>
                  </a:lnTo>
                  <a:lnTo>
                    <a:pt x="0" y="133702"/>
                  </a:lnTo>
                  <a:lnTo>
                    <a:pt x="488037" y="133702"/>
                  </a:lnTo>
                  <a:lnTo>
                    <a:pt x="446062" y="127813"/>
                  </a:lnTo>
                  <a:lnTo>
                    <a:pt x="424508" y="122278"/>
                  </a:lnTo>
                  <a:lnTo>
                    <a:pt x="416566" y="113886"/>
                  </a:lnTo>
                  <a:lnTo>
                    <a:pt x="415432" y="99421"/>
                  </a:lnTo>
                  <a:lnTo>
                    <a:pt x="415432" y="0"/>
                  </a:lnTo>
                  <a:close/>
                </a:path>
              </a:pathLst>
            </a:custGeom>
            <a:solidFill>
              <a:srgbClr val="474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17118965" y="7187017"/>
              <a:ext cx="342900" cy="53340"/>
            </a:xfrm>
            <a:custGeom>
              <a:avLst/>
              <a:gdLst/>
              <a:ahLst/>
              <a:cxnLst/>
              <a:rect l="l" t="t" r="r" b="b"/>
              <a:pathLst>
                <a:path w="342900" h="53340">
                  <a:moveTo>
                    <a:pt x="342869" y="0"/>
                  </a:moveTo>
                  <a:lnTo>
                    <a:pt x="0" y="0"/>
                  </a:lnTo>
                  <a:lnTo>
                    <a:pt x="0" y="53213"/>
                  </a:lnTo>
                  <a:lnTo>
                    <a:pt x="342869" y="53213"/>
                  </a:lnTo>
                  <a:lnTo>
                    <a:pt x="342869" y="0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17046402" y="7320719"/>
              <a:ext cx="488315" cy="38100"/>
            </a:xfrm>
            <a:custGeom>
              <a:avLst/>
              <a:gdLst/>
              <a:ahLst/>
              <a:cxnLst/>
              <a:rect l="l" t="t" r="r" b="b"/>
              <a:pathLst>
                <a:path w="488315" h="38100">
                  <a:moveTo>
                    <a:pt x="488037" y="0"/>
                  </a:moveTo>
                  <a:lnTo>
                    <a:pt x="0" y="0"/>
                  </a:lnTo>
                  <a:lnTo>
                    <a:pt x="0" y="38072"/>
                  </a:lnTo>
                  <a:lnTo>
                    <a:pt x="488037" y="38072"/>
                  </a:lnTo>
                  <a:lnTo>
                    <a:pt x="488037" y="0"/>
                  </a:lnTo>
                  <a:close/>
                </a:path>
              </a:pathLst>
            </a:custGeom>
            <a:solidFill>
              <a:srgbClr val="57585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7" name="object 317" descr=""/>
          <p:cNvGrpSpPr/>
          <p:nvPr/>
        </p:nvGrpSpPr>
        <p:grpSpPr>
          <a:xfrm>
            <a:off x="16257892" y="9277308"/>
            <a:ext cx="1136650" cy="1209040"/>
            <a:chOff x="16257892" y="9277308"/>
            <a:chExt cx="1136650" cy="1209040"/>
          </a:xfrm>
        </p:grpSpPr>
        <p:sp>
          <p:nvSpPr>
            <p:cNvPr id="318" name="object 318" descr=""/>
            <p:cNvSpPr/>
            <p:nvPr/>
          </p:nvSpPr>
          <p:spPr>
            <a:xfrm>
              <a:off x="16257892" y="9277308"/>
              <a:ext cx="1136650" cy="1181735"/>
            </a:xfrm>
            <a:custGeom>
              <a:avLst/>
              <a:gdLst/>
              <a:ahLst/>
              <a:cxnLst/>
              <a:rect l="l" t="t" r="r" b="b"/>
              <a:pathLst>
                <a:path w="1136650" h="1181734">
                  <a:moveTo>
                    <a:pt x="1136363" y="0"/>
                  </a:moveTo>
                  <a:lnTo>
                    <a:pt x="0" y="0"/>
                  </a:lnTo>
                  <a:lnTo>
                    <a:pt x="0" y="1181492"/>
                  </a:lnTo>
                  <a:lnTo>
                    <a:pt x="1136363" y="1181492"/>
                  </a:lnTo>
                  <a:lnTo>
                    <a:pt x="1136363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6297441" y="9313855"/>
              <a:ext cx="1057275" cy="1172845"/>
            </a:xfrm>
            <a:custGeom>
              <a:avLst/>
              <a:gdLst/>
              <a:ahLst/>
              <a:cxnLst/>
              <a:rect l="l" t="t" r="r" b="b"/>
              <a:pathLst>
                <a:path w="1057275" h="1172845">
                  <a:moveTo>
                    <a:pt x="123355" y="1144955"/>
                  </a:moveTo>
                  <a:lnTo>
                    <a:pt x="9372" y="1144955"/>
                  </a:lnTo>
                  <a:lnTo>
                    <a:pt x="9372" y="1172400"/>
                  </a:lnTo>
                  <a:lnTo>
                    <a:pt x="123355" y="1172400"/>
                  </a:lnTo>
                  <a:lnTo>
                    <a:pt x="123355" y="1144955"/>
                  </a:lnTo>
                  <a:close/>
                </a:path>
                <a:path w="1057275" h="1172845">
                  <a:moveTo>
                    <a:pt x="322795" y="738771"/>
                  </a:moveTo>
                  <a:lnTo>
                    <a:pt x="0" y="738771"/>
                  </a:lnTo>
                  <a:lnTo>
                    <a:pt x="0" y="1061516"/>
                  </a:lnTo>
                  <a:lnTo>
                    <a:pt x="322795" y="1061516"/>
                  </a:lnTo>
                  <a:lnTo>
                    <a:pt x="322795" y="738771"/>
                  </a:lnTo>
                  <a:close/>
                </a:path>
                <a:path w="1057275" h="1172845">
                  <a:moveTo>
                    <a:pt x="322795" y="369354"/>
                  </a:moveTo>
                  <a:lnTo>
                    <a:pt x="0" y="369354"/>
                  </a:lnTo>
                  <a:lnTo>
                    <a:pt x="0" y="692150"/>
                  </a:lnTo>
                  <a:lnTo>
                    <a:pt x="322795" y="692150"/>
                  </a:lnTo>
                  <a:lnTo>
                    <a:pt x="322795" y="369354"/>
                  </a:lnTo>
                  <a:close/>
                </a:path>
                <a:path w="1057275" h="1172845">
                  <a:moveTo>
                    <a:pt x="322795" y="0"/>
                  </a:moveTo>
                  <a:lnTo>
                    <a:pt x="0" y="0"/>
                  </a:lnTo>
                  <a:lnTo>
                    <a:pt x="0" y="322745"/>
                  </a:lnTo>
                  <a:lnTo>
                    <a:pt x="322795" y="322745"/>
                  </a:lnTo>
                  <a:lnTo>
                    <a:pt x="322795" y="0"/>
                  </a:lnTo>
                  <a:close/>
                </a:path>
                <a:path w="1057275" h="1172845">
                  <a:moveTo>
                    <a:pt x="690029" y="738771"/>
                  </a:moveTo>
                  <a:lnTo>
                    <a:pt x="367233" y="738771"/>
                  </a:lnTo>
                  <a:lnTo>
                    <a:pt x="367233" y="1061516"/>
                  </a:lnTo>
                  <a:lnTo>
                    <a:pt x="690029" y="1061516"/>
                  </a:lnTo>
                  <a:lnTo>
                    <a:pt x="690029" y="738771"/>
                  </a:lnTo>
                  <a:close/>
                </a:path>
                <a:path w="1057275" h="1172845">
                  <a:moveTo>
                    <a:pt x="690029" y="369354"/>
                  </a:moveTo>
                  <a:lnTo>
                    <a:pt x="367233" y="369354"/>
                  </a:lnTo>
                  <a:lnTo>
                    <a:pt x="367233" y="692150"/>
                  </a:lnTo>
                  <a:lnTo>
                    <a:pt x="690029" y="692150"/>
                  </a:lnTo>
                  <a:lnTo>
                    <a:pt x="690029" y="369354"/>
                  </a:lnTo>
                  <a:close/>
                </a:path>
                <a:path w="1057275" h="1172845">
                  <a:moveTo>
                    <a:pt x="690029" y="0"/>
                  </a:moveTo>
                  <a:lnTo>
                    <a:pt x="367233" y="0"/>
                  </a:lnTo>
                  <a:lnTo>
                    <a:pt x="367233" y="322745"/>
                  </a:lnTo>
                  <a:lnTo>
                    <a:pt x="690029" y="322745"/>
                  </a:lnTo>
                  <a:lnTo>
                    <a:pt x="690029" y="0"/>
                  </a:lnTo>
                  <a:close/>
                </a:path>
                <a:path w="1057275" h="1172845">
                  <a:moveTo>
                    <a:pt x="1047877" y="1144955"/>
                  </a:moveTo>
                  <a:lnTo>
                    <a:pt x="933907" y="1144955"/>
                  </a:lnTo>
                  <a:lnTo>
                    <a:pt x="933907" y="1172400"/>
                  </a:lnTo>
                  <a:lnTo>
                    <a:pt x="1047877" y="1172400"/>
                  </a:lnTo>
                  <a:lnTo>
                    <a:pt x="1047877" y="1144955"/>
                  </a:lnTo>
                  <a:close/>
                </a:path>
                <a:path w="1057275" h="1172845">
                  <a:moveTo>
                    <a:pt x="1057262" y="738771"/>
                  </a:moveTo>
                  <a:lnTo>
                    <a:pt x="734466" y="738771"/>
                  </a:lnTo>
                  <a:lnTo>
                    <a:pt x="734466" y="1061516"/>
                  </a:lnTo>
                  <a:lnTo>
                    <a:pt x="1057262" y="1061516"/>
                  </a:lnTo>
                  <a:lnTo>
                    <a:pt x="1057262" y="738771"/>
                  </a:lnTo>
                  <a:close/>
                </a:path>
                <a:path w="1057275" h="1172845">
                  <a:moveTo>
                    <a:pt x="1057262" y="369354"/>
                  </a:moveTo>
                  <a:lnTo>
                    <a:pt x="734466" y="369354"/>
                  </a:lnTo>
                  <a:lnTo>
                    <a:pt x="734466" y="692150"/>
                  </a:lnTo>
                  <a:lnTo>
                    <a:pt x="1057262" y="692150"/>
                  </a:lnTo>
                  <a:lnTo>
                    <a:pt x="1057262" y="369354"/>
                  </a:lnTo>
                  <a:close/>
                </a:path>
                <a:path w="1057275" h="1172845">
                  <a:moveTo>
                    <a:pt x="1057262" y="0"/>
                  </a:moveTo>
                  <a:lnTo>
                    <a:pt x="734466" y="0"/>
                  </a:lnTo>
                  <a:lnTo>
                    <a:pt x="734466" y="322745"/>
                  </a:lnTo>
                  <a:lnTo>
                    <a:pt x="1057262" y="322745"/>
                  </a:lnTo>
                  <a:lnTo>
                    <a:pt x="1057262" y="0"/>
                  </a:lnTo>
                  <a:close/>
                </a:path>
              </a:pathLst>
            </a:custGeom>
            <a:solidFill>
              <a:srgbClr val="E7C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16332644" y="9368499"/>
              <a:ext cx="95885" cy="268605"/>
            </a:xfrm>
            <a:custGeom>
              <a:avLst/>
              <a:gdLst/>
              <a:ahLst/>
              <a:cxnLst/>
              <a:rect l="l" t="t" r="r" b="b"/>
              <a:pathLst>
                <a:path w="95884" h="268604">
                  <a:moveTo>
                    <a:pt x="95358" y="0"/>
                  </a:moveTo>
                  <a:lnTo>
                    <a:pt x="0" y="0"/>
                  </a:lnTo>
                  <a:lnTo>
                    <a:pt x="0" y="268096"/>
                  </a:lnTo>
                  <a:lnTo>
                    <a:pt x="95358" y="268096"/>
                  </a:lnTo>
                  <a:lnTo>
                    <a:pt x="95358" y="0"/>
                  </a:lnTo>
                  <a:close/>
                </a:path>
              </a:pathLst>
            </a:custGeom>
            <a:solidFill>
              <a:srgbClr val="807C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6461907" y="9400519"/>
              <a:ext cx="46355" cy="236220"/>
            </a:xfrm>
            <a:custGeom>
              <a:avLst/>
              <a:gdLst/>
              <a:ahLst/>
              <a:cxnLst/>
              <a:rect l="l" t="t" r="r" b="b"/>
              <a:pathLst>
                <a:path w="46355" h="236220">
                  <a:moveTo>
                    <a:pt x="45789" y="0"/>
                  </a:moveTo>
                  <a:lnTo>
                    <a:pt x="0" y="0"/>
                  </a:lnTo>
                  <a:lnTo>
                    <a:pt x="0" y="236076"/>
                  </a:lnTo>
                  <a:lnTo>
                    <a:pt x="45789" y="236076"/>
                  </a:lnTo>
                  <a:lnTo>
                    <a:pt x="45789" y="0"/>
                  </a:lnTo>
                  <a:close/>
                </a:path>
              </a:pathLst>
            </a:custGeom>
            <a:solidFill>
              <a:srgbClr val="6474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16540041" y="9357830"/>
              <a:ext cx="47625" cy="278765"/>
            </a:xfrm>
            <a:custGeom>
              <a:avLst/>
              <a:gdLst/>
              <a:ahLst/>
              <a:cxnLst/>
              <a:rect l="l" t="t" r="r" b="b"/>
              <a:pathLst>
                <a:path w="47625" h="278765">
                  <a:moveTo>
                    <a:pt x="47443" y="0"/>
                  </a:moveTo>
                  <a:lnTo>
                    <a:pt x="0" y="0"/>
                  </a:lnTo>
                  <a:lnTo>
                    <a:pt x="0" y="278766"/>
                  </a:lnTo>
                  <a:lnTo>
                    <a:pt x="47443" y="278766"/>
                  </a:lnTo>
                  <a:lnTo>
                    <a:pt x="47443" y="0"/>
                  </a:lnTo>
                  <a:close/>
                </a:path>
              </a:pathLst>
            </a:custGeom>
            <a:solidFill>
              <a:srgbClr val="7EC5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16694759" y="9400519"/>
              <a:ext cx="60325" cy="236220"/>
            </a:xfrm>
            <a:custGeom>
              <a:avLst/>
              <a:gdLst/>
              <a:ahLst/>
              <a:cxnLst/>
              <a:rect l="l" t="t" r="r" b="b"/>
              <a:pathLst>
                <a:path w="60325" h="236220">
                  <a:moveTo>
                    <a:pt x="59778" y="0"/>
                  </a:moveTo>
                  <a:lnTo>
                    <a:pt x="0" y="0"/>
                  </a:lnTo>
                  <a:lnTo>
                    <a:pt x="0" y="236076"/>
                  </a:lnTo>
                  <a:lnTo>
                    <a:pt x="59778" y="236076"/>
                  </a:lnTo>
                  <a:lnTo>
                    <a:pt x="59778" y="0"/>
                  </a:lnTo>
                  <a:close/>
                </a:path>
              </a:pathLst>
            </a:custGeom>
            <a:solidFill>
              <a:srgbClr val="807C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16791635" y="9357830"/>
              <a:ext cx="43180" cy="278765"/>
            </a:xfrm>
            <a:custGeom>
              <a:avLst/>
              <a:gdLst/>
              <a:ahLst/>
              <a:cxnLst/>
              <a:rect l="l" t="t" r="r" b="b"/>
              <a:pathLst>
                <a:path w="43180" h="278765">
                  <a:moveTo>
                    <a:pt x="42920" y="0"/>
                  </a:moveTo>
                  <a:lnTo>
                    <a:pt x="0" y="0"/>
                  </a:lnTo>
                  <a:lnTo>
                    <a:pt x="0" y="278766"/>
                  </a:lnTo>
                  <a:lnTo>
                    <a:pt x="42920" y="278766"/>
                  </a:lnTo>
                  <a:lnTo>
                    <a:pt x="42920" y="0"/>
                  </a:lnTo>
                  <a:close/>
                </a:path>
              </a:pathLst>
            </a:custGeom>
            <a:solidFill>
              <a:srgbClr val="BB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16297441" y="9349288"/>
              <a:ext cx="635000" cy="287655"/>
            </a:xfrm>
            <a:custGeom>
              <a:avLst/>
              <a:gdLst/>
              <a:ahLst/>
              <a:cxnLst/>
              <a:rect l="l" t="t" r="r" b="b"/>
              <a:pathLst>
                <a:path w="635000" h="287654">
                  <a:moveTo>
                    <a:pt x="35204" y="0"/>
                  </a:moveTo>
                  <a:lnTo>
                    <a:pt x="0" y="0"/>
                  </a:lnTo>
                  <a:lnTo>
                    <a:pt x="0" y="287312"/>
                  </a:lnTo>
                  <a:lnTo>
                    <a:pt x="35204" y="287312"/>
                  </a:lnTo>
                  <a:lnTo>
                    <a:pt x="35204" y="0"/>
                  </a:lnTo>
                  <a:close/>
                </a:path>
                <a:path w="635000" h="287654">
                  <a:moveTo>
                    <a:pt x="634733" y="34150"/>
                  </a:moveTo>
                  <a:lnTo>
                    <a:pt x="565607" y="34150"/>
                  </a:lnTo>
                  <a:lnTo>
                    <a:pt x="565607" y="287312"/>
                  </a:lnTo>
                  <a:lnTo>
                    <a:pt x="634733" y="287312"/>
                  </a:lnTo>
                  <a:lnTo>
                    <a:pt x="634733" y="34150"/>
                  </a:lnTo>
                  <a:close/>
                </a:path>
              </a:pathLst>
            </a:custGeom>
            <a:solidFill>
              <a:srgbClr val="AADD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16428002" y="9357830"/>
              <a:ext cx="34290" cy="278765"/>
            </a:xfrm>
            <a:custGeom>
              <a:avLst/>
              <a:gdLst/>
              <a:ahLst/>
              <a:cxnLst/>
              <a:rect l="l" t="t" r="r" b="b"/>
              <a:pathLst>
                <a:path w="34290" h="278765">
                  <a:moveTo>
                    <a:pt x="33904" y="0"/>
                  </a:moveTo>
                  <a:lnTo>
                    <a:pt x="0" y="0"/>
                  </a:lnTo>
                  <a:lnTo>
                    <a:pt x="0" y="278766"/>
                  </a:lnTo>
                  <a:lnTo>
                    <a:pt x="33904" y="278766"/>
                  </a:lnTo>
                  <a:lnTo>
                    <a:pt x="33904" y="0"/>
                  </a:lnTo>
                  <a:close/>
                </a:path>
              </a:pathLst>
            </a:custGeom>
            <a:solidFill>
              <a:srgbClr val="C5E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16507686" y="9400519"/>
              <a:ext cx="32384" cy="236220"/>
            </a:xfrm>
            <a:custGeom>
              <a:avLst/>
              <a:gdLst/>
              <a:ahLst/>
              <a:cxnLst/>
              <a:rect l="l" t="t" r="r" b="b"/>
              <a:pathLst>
                <a:path w="32384" h="236220">
                  <a:moveTo>
                    <a:pt x="32344" y="0"/>
                  </a:moveTo>
                  <a:lnTo>
                    <a:pt x="0" y="0"/>
                  </a:lnTo>
                  <a:lnTo>
                    <a:pt x="0" y="236076"/>
                  </a:lnTo>
                  <a:lnTo>
                    <a:pt x="32344" y="236076"/>
                  </a:lnTo>
                  <a:lnTo>
                    <a:pt x="32344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16587568" y="9375986"/>
              <a:ext cx="33020" cy="260985"/>
            </a:xfrm>
            <a:custGeom>
              <a:avLst/>
              <a:gdLst/>
              <a:ahLst/>
              <a:cxnLst/>
              <a:rect l="l" t="t" r="r" b="b"/>
              <a:pathLst>
                <a:path w="33019" h="260984">
                  <a:moveTo>
                    <a:pt x="32669" y="0"/>
                  </a:moveTo>
                  <a:lnTo>
                    <a:pt x="0" y="0"/>
                  </a:lnTo>
                  <a:lnTo>
                    <a:pt x="0" y="260609"/>
                  </a:lnTo>
                  <a:lnTo>
                    <a:pt x="32669" y="260609"/>
                  </a:lnTo>
                  <a:lnTo>
                    <a:pt x="32669" y="0"/>
                  </a:lnTo>
                  <a:close/>
                </a:path>
              </a:pathLst>
            </a:custGeom>
            <a:solidFill>
              <a:srgbClr val="87CF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16664686" y="9406938"/>
              <a:ext cx="30480" cy="229870"/>
            </a:xfrm>
            <a:custGeom>
              <a:avLst/>
              <a:gdLst/>
              <a:ahLst/>
              <a:cxnLst/>
              <a:rect l="l" t="t" r="r" b="b"/>
              <a:pathLst>
                <a:path w="30480" h="229870">
                  <a:moveTo>
                    <a:pt x="30072" y="0"/>
                  </a:moveTo>
                  <a:lnTo>
                    <a:pt x="0" y="0"/>
                  </a:lnTo>
                  <a:lnTo>
                    <a:pt x="0" y="229657"/>
                  </a:lnTo>
                  <a:lnTo>
                    <a:pt x="30072" y="229657"/>
                  </a:lnTo>
                  <a:lnTo>
                    <a:pt x="30072" y="0"/>
                  </a:lnTo>
                  <a:close/>
                </a:path>
              </a:pathLst>
            </a:custGeom>
            <a:solidFill>
              <a:srgbClr val="BAE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16754537" y="9375986"/>
              <a:ext cx="37465" cy="260985"/>
            </a:xfrm>
            <a:custGeom>
              <a:avLst/>
              <a:gdLst/>
              <a:ahLst/>
              <a:cxnLst/>
              <a:rect l="l" t="t" r="r" b="b"/>
              <a:pathLst>
                <a:path w="37465" h="260984">
                  <a:moveTo>
                    <a:pt x="37098" y="0"/>
                  </a:moveTo>
                  <a:lnTo>
                    <a:pt x="0" y="0"/>
                  </a:lnTo>
                  <a:lnTo>
                    <a:pt x="0" y="260609"/>
                  </a:lnTo>
                  <a:lnTo>
                    <a:pt x="37098" y="260609"/>
                  </a:lnTo>
                  <a:lnTo>
                    <a:pt x="37098" y="0"/>
                  </a:lnTo>
                  <a:close/>
                </a:path>
              </a:pathLst>
            </a:custGeom>
            <a:solidFill>
              <a:srgbClr val="D6E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16834555" y="9392666"/>
              <a:ext cx="28575" cy="244475"/>
            </a:xfrm>
            <a:custGeom>
              <a:avLst/>
              <a:gdLst/>
              <a:ahLst/>
              <a:cxnLst/>
              <a:rect l="l" t="t" r="r" b="b"/>
              <a:pathLst>
                <a:path w="28575" h="244475">
                  <a:moveTo>
                    <a:pt x="28501" y="0"/>
                  </a:moveTo>
                  <a:lnTo>
                    <a:pt x="0" y="0"/>
                  </a:lnTo>
                  <a:lnTo>
                    <a:pt x="0" y="243929"/>
                  </a:lnTo>
                  <a:lnTo>
                    <a:pt x="28501" y="243929"/>
                  </a:lnTo>
                  <a:lnTo>
                    <a:pt x="28501" y="0"/>
                  </a:lnTo>
                  <a:close/>
                </a:path>
              </a:pathLst>
            </a:custGeom>
            <a:solidFill>
              <a:srgbClr val="4FB6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16932176" y="9364259"/>
              <a:ext cx="55880" cy="272415"/>
            </a:xfrm>
            <a:custGeom>
              <a:avLst/>
              <a:gdLst/>
              <a:ahLst/>
              <a:cxnLst/>
              <a:rect l="l" t="t" r="r" b="b"/>
              <a:pathLst>
                <a:path w="55880" h="272415">
                  <a:moveTo>
                    <a:pt x="55296" y="0"/>
                  </a:moveTo>
                  <a:lnTo>
                    <a:pt x="0" y="0"/>
                  </a:lnTo>
                  <a:lnTo>
                    <a:pt x="0" y="272337"/>
                  </a:lnTo>
                  <a:lnTo>
                    <a:pt x="55296" y="272337"/>
                  </a:lnTo>
                  <a:lnTo>
                    <a:pt x="55296" y="0"/>
                  </a:lnTo>
                  <a:close/>
                </a:path>
              </a:pathLst>
            </a:custGeom>
            <a:solidFill>
              <a:srgbClr val="807C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7031921" y="9751671"/>
              <a:ext cx="87630" cy="254635"/>
            </a:xfrm>
            <a:custGeom>
              <a:avLst/>
              <a:gdLst/>
              <a:ahLst/>
              <a:cxnLst/>
              <a:rect l="l" t="t" r="r" b="b"/>
              <a:pathLst>
                <a:path w="87630" h="254634">
                  <a:moveTo>
                    <a:pt x="87588" y="0"/>
                  </a:moveTo>
                  <a:lnTo>
                    <a:pt x="0" y="0"/>
                  </a:lnTo>
                  <a:lnTo>
                    <a:pt x="0" y="254327"/>
                  </a:lnTo>
                  <a:lnTo>
                    <a:pt x="87588" y="254327"/>
                  </a:lnTo>
                  <a:lnTo>
                    <a:pt x="87588" y="0"/>
                  </a:lnTo>
                  <a:close/>
                </a:path>
              </a:pathLst>
            </a:custGeom>
            <a:solidFill>
              <a:srgbClr val="BBDF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6785353" y="9782026"/>
              <a:ext cx="46990" cy="224154"/>
            </a:xfrm>
            <a:custGeom>
              <a:avLst/>
              <a:gdLst/>
              <a:ahLst/>
              <a:cxnLst/>
              <a:rect l="l" t="t" r="r" b="b"/>
              <a:pathLst>
                <a:path w="46990" h="224154">
                  <a:moveTo>
                    <a:pt x="46616" y="0"/>
                  </a:moveTo>
                  <a:lnTo>
                    <a:pt x="0" y="0"/>
                  </a:lnTo>
                  <a:lnTo>
                    <a:pt x="0" y="223972"/>
                  </a:lnTo>
                  <a:lnTo>
                    <a:pt x="46616" y="223972"/>
                  </a:lnTo>
                  <a:lnTo>
                    <a:pt x="46616" y="0"/>
                  </a:lnTo>
                  <a:close/>
                </a:path>
              </a:pathLst>
            </a:custGeom>
            <a:solidFill>
              <a:srgbClr val="26A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17163299" y="9741556"/>
              <a:ext cx="48895" cy="264795"/>
            </a:xfrm>
            <a:custGeom>
              <a:avLst/>
              <a:gdLst/>
              <a:ahLst/>
              <a:cxnLst/>
              <a:rect l="l" t="t" r="r" b="b"/>
              <a:pathLst>
                <a:path w="48894" h="264795">
                  <a:moveTo>
                    <a:pt x="48281" y="0"/>
                  </a:moveTo>
                  <a:lnTo>
                    <a:pt x="0" y="0"/>
                  </a:lnTo>
                  <a:lnTo>
                    <a:pt x="0" y="264442"/>
                  </a:lnTo>
                  <a:lnTo>
                    <a:pt x="48281" y="264442"/>
                  </a:lnTo>
                  <a:lnTo>
                    <a:pt x="48281" y="0"/>
                  </a:lnTo>
                  <a:close/>
                </a:path>
              </a:pathLst>
            </a:custGeom>
            <a:solidFill>
              <a:srgbClr val="BCCF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6943348" y="9741556"/>
              <a:ext cx="44450" cy="264795"/>
            </a:xfrm>
            <a:custGeom>
              <a:avLst/>
              <a:gdLst/>
              <a:ahLst/>
              <a:cxnLst/>
              <a:rect l="l" t="t" r="r" b="b"/>
              <a:pathLst>
                <a:path w="44450" h="264795">
                  <a:moveTo>
                    <a:pt x="44124" y="0"/>
                  </a:moveTo>
                  <a:lnTo>
                    <a:pt x="0" y="0"/>
                  </a:lnTo>
                  <a:lnTo>
                    <a:pt x="0" y="264442"/>
                  </a:lnTo>
                  <a:lnTo>
                    <a:pt x="44124" y="264442"/>
                  </a:lnTo>
                  <a:lnTo>
                    <a:pt x="44124" y="0"/>
                  </a:lnTo>
                  <a:close/>
                </a:path>
              </a:pathLst>
            </a:custGeom>
            <a:solidFill>
              <a:srgbClr val="DBEE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16700528" y="9758791"/>
              <a:ext cx="50800" cy="247650"/>
            </a:xfrm>
            <a:custGeom>
              <a:avLst/>
              <a:gdLst/>
              <a:ahLst/>
              <a:cxnLst/>
              <a:rect l="l" t="t" r="r" b="b"/>
              <a:pathLst>
                <a:path w="50800" h="247650">
                  <a:moveTo>
                    <a:pt x="50312" y="0"/>
                  </a:moveTo>
                  <a:lnTo>
                    <a:pt x="0" y="0"/>
                  </a:lnTo>
                  <a:lnTo>
                    <a:pt x="0" y="247207"/>
                  </a:lnTo>
                  <a:lnTo>
                    <a:pt x="50312" y="247207"/>
                  </a:lnTo>
                  <a:lnTo>
                    <a:pt x="50312" y="0"/>
                  </a:lnTo>
                  <a:close/>
                </a:path>
              </a:pathLst>
            </a:custGeom>
            <a:solidFill>
              <a:srgbClr val="BCCF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7311002" y="9741556"/>
              <a:ext cx="43815" cy="264795"/>
            </a:xfrm>
            <a:custGeom>
              <a:avLst/>
              <a:gdLst/>
              <a:ahLst/>
              <a:cxnLst/>
              <a:rect l="l" t="t" r="r" b="b"/>
              <a:pathLst>
                <a:path w="43815" h="264795">
                  <a:moveTo>
                    <a:pt x="43705" y="0"/>
                  </a:moveTo>
                  <a:lnTo>
                    <a:pt x="0" y="0"/>
                  </a:lnTo>
                  <a:lnTo>
                    <a:pt x="0" y="264442"/>
                  </a:lnTo>
                  <a:lnTo>
                    <a:pt x="43705" y="264442"/>
                  </a:lnTo>
                  <a:lnTo>
                    <a:pt x="43705" y="0"/>
                  </a:lnTo>
                  <a:close/>
                </a:path>
              </a:pathLst>
            </a:custGeom>
            <a:solidFill>
              <a:srgbClr val="7474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17240596" y="9765859"/>
              <a:ext cx="70485" cy="240665"/>
            </a:xfrm>
            <a:custGeom>
              <a:avLst/>
              <a:gdLst/>
              <a:ahLst/>
              <a:cxnLst/>
              <a:rect l="l" t="t" r="r" b="b"/>
              <a:pathLst>
                <a:path w="70484" h="240665">
                  <a:moveTo>
                    <a:pt x="70406" y="0"/>
                  </a:moveTo>
                  <a:lnTo>
                    <a:pt x="0" y="0"/>
                  </a:lnTo>
                  <a:lnTo>
                    <a:pt x="0" y="240139"/>
                  </a:lnTo>
                  <a:lnTo>
                    <a:pt x="70406" y="240139"/>
                  </a:lnTo>
                  <a:lnTo>
                    <a:pt x="70406" y="0"/>
                  </a:lnTo>
                  <a:close/>
                </a:path>
              </a:pathLst>
            </a:custGeom>
            <a:solidFill>
              <a:srgbClr val="26A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16664676" y="9733473"/>
              <a:ext cx="36195" cy="273050"/>
            </a:xfrm>
            <a:custGeom>
              <a:avLst/>
              <a:gdLst/>
              <a:ahLst/>
              <a:cxnLst/>
              <a:rect l="l" t="t" r="r" b="b"/>
              <a:pathLst>
                <a:path w="36194" h="273050">
                  <a:moveTo>
                    <a:pt x="35852" y="0"/>
                  </a:moveTo>
                  <a:lnTo>
                    <a:pt x="0" y="0"/>
                  </a:lnTo>
                  <a:lnTo>
                    <a:pt x="0" y="272525"/>
                  </a:lnTo>
                  <a:lnTo>
                    <a:pt x="35852" y="272525"/>
                  </a:lnTo>
                  <a:lnTo>
                    <a:pt x="35852" y="0"/>
                  </a:lnTo>
                  <a:close/>
                </a:path>
              </a:pathLst>
            </a:custGeom>
            <a:solidFill>
              <a:srgbClr val="707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16750841" y="9741556"/>
              <a:ext cx="34925" cy="264795"/>
            </a:xfrm>
            <a:custGeom>
              <a:avLst/>
              <a:gdLst/>
              <a:ahLst/>
              <a:cxnLst/>
              <a:rect l="l" t="t" r="r" b="b"/>
              <a:pathLst>
                <a:path w="34925" h="264795">
                  <a:moveTo>
                    <a:pt x="34512" y="0"/>
                  </a:moveTo>
                  <a:lnTo>
                    <a:pt x="0" y="0"/>
                  </a:lnTo>
                  <a:lnTo>
                    <a:pt x="0" y="264442"/>
                  </a:lnTo>
                  <a:lnTo>
                    <a:pt x="34512" y="264442"/>
                  </a:lnTo>
                  <a:lnTo>
                    <a:pt x="34512" y="0"/>
                  </a:lnTo>
                  <a:close/>
                </a:path>
              </a:pathLst>
            </a:custGeom>
            <a:solidFill>
              <a:srgbClr val="9FD1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6831969" y="9782026"/>
              <a:ext cx="33020" cy="224154"/>
            </a:xfrm>
            <a:custGeom>
              <a:avLst/>
              <a:gdLst/>
              <a:ahLst/>
              <a:cxnLst/>
              <a:rect l="l" t="t" r="r" b="b"/>
              <a:pathLst>
                <a:path w="33019" h="224154">
                  <a:moveTo>
                    <a:pt x="32941" y="0"/>
                  </a:moveTo>
                  <a:lnTo>
                    <a:pt x="0" y="0"/>
                  </a:lnTo>
                  <a:lnTo>
                    <a:pt x="0" y="223972"/>
                  </a:lnTo>
                  <a:lnTo>
                    <a:pt x="32941" y="223972"/>
                  </a:lnTo>
                  <a:lnTo>
                    <a:pt x="32941" y="0"/>
                  </a:lnTo>
                  <a:close/>
                </a:path>
              </a:pathLst>
            </a:custGeom>
            <a:solidFill>
              <a:srgbClr val="7474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16913328" y="9758791"/>
              <a:ext cx="30480" cy="247650"/>
            </a:xfrm>
            <a:custGeom>
              <a:avLst/>
              <a:gdLst/>
              <a:ahLst/>
              <a:cxnLst/>
              <a:rect l="l" t="t" r="r" b="b"/>
              <a:pathLst>
                <a:path w="30480" h="247650">
                  <a:moveTo>
                    <a:pt x="30030" y="0"/>
                  </a:moveTo>
                  <a:lnTo>
                    <a:pt x="0" y="0"/>
                  </a:lnTo>
                  <a:lnTo>
                    <a:pt x="0" y="247207"/>
                  </a:lnTo>
                  <a:lnTo>
                    <a:pt x="30030" y="247207"/>
                  </a:lnTo>
                  <a:lnTo>
                    <a:pt x="30030" y="0"/>
                  </a:lnTo>
                  <a:close/>
                </a:path>
              </a:pathLst>
            </a:custGeom>
            <a:solidFill>
              <a:srgbClr val="C9E5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17119510" y="9758791"/>
              <a:ext cx="43815" cy="247650"/>
            </a:xfrm>
            <a:custGeom>
              <a:avLst/>
              <a:gdLst/>
              <a:ahLst/>
              <a:cxnLst/>
              <a:rect l="l" t="t" r="r" b="b"/>
              <a:pathLst>
                <a:path w="43815" h="247650">
                  <a:moveTo>
                    <a:pt x="43799" y="0"/>
                  </a:moveTo>
                  <a:lnTo>
                    <a:pt x="0" y="0"/>
                  </a:lnTo>
                  <a:lnTo>
                    <a:pt x="0" y="247207"/>
                  </a:lnTo>
                  <a:lnTo>
                    <a:pt x="43799" y="247207"/>
                  </a:lnTo>
                  <a:lnTo>
                    <a:pt x="43799" y="0"/>
                  </a:lnTo>
                  <a:close/>
                </a:path>
              </a:pathLst>
            </a:custGeom>
            <a:solidFill>
              <a:srgbClr val="707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17211581" y="9774592"/>
              <a:ext cx="29209" cy="231775"/>
            </a:xfrm>
            <a:custGeom>
              <a:avLst/>
              <a:gdLst/>
              <a:ahLst/>
              <a:cxnLst/>
              <a:rect l="l" t="t" r="r" b="b"/>
              <a:pathLst>
                <a:path w="29209" h="231775">
                  <a:moveTo>
                    <a:pt x="29014" y="0"/>
                  </a:moveTo>
                  <a:lnTo>
                    <a:pt x="0" y="0"/>
                  </a:lnTo>
                  <a:lnTo>
                    <a:pt x="0" y="231406"/>
                  </a:lnTo>
                  <a:lnTo>
                    <a:pt x="29014" y="231406"/>
                  </a:lnTo>
                  <a:lnTo>
                    <a:pt x="29014" y="0"/>
                  </a:lnTo>
                  <a:close/>
                </a:path>
              </a:pathLst>
            </a:custGeom>
            <a:solidFill>
              <a:srgbClr val="9FD1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6864900" y="9747650"/>
              <a:ext cx="48895" cy="258445"/>
            </a:xfrm>
            <a:custGeom>
              <a:avLst/>
              <a:gdLst/>
              <a:ahLst/>
              <a:cxnLst/>
              <a:rect l="l" t="t" r="r" b="b"/>
              <a:pathLst>
                <a:path w="48894" h="258445">
                  <a:moveTo>
                    <a:pt x="48417" y="0"/>
                  </a:moveTo>
                  <a:lnTo>
                    <a:pt x="0" y="0"/>
                  </a:lnTo>
                  <a:lnTo>
                    <a:pt x="0" y="258348"/>
                  </a:lnTo>
                  <a:lnTo>
                    <a:pt x="48417" y="258348"/>
                  </a:lnTo>
                  <a:lnTo>
                    <a:pt x="48417" y="0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6576113" y="10100990"/>
              <a:ext cx="44450" cy="274955"/>
            </a:xfrm>
            <a:custGeom>
              <a:avLst/>
              <a:gdLst/>
              <a:ahLst/>
              <a:cxnLst/>
              <a:rect l="l" t="t" r="r" b="b"/>
              <a:pathLst>
                <a:path w="44450" h="274954">
                  <a:moveTo>
                    <a:pt x="44124" y="0"/>
                  </a:moveTo>
                  <a:lnTo>
                    <a:pt x="0" y="0"/>
                  </a:lnTo>
                  <a:lnTo>
                    <a:pt x="0" y="274379"/>
                  </a:lnTo>
                  <a:lnTo>
                    <a:pt x="44124" y="274379"/>
                  </a:lnTo>
                  <a:lnTo>
                    <a:pt x="44124" y="0"/>
                  </a:lnTo>
                  <a:close/>
                </a:path>
              </a:pathLst>
            </a:custGeom>
            <a:solidFill>
              <a:srgbClr val="EEB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6499466" y="10100990"/>
              <a:ext cx="49530" cy="274955"/>
            </a:xfrm>
            <a:custGeom>
              <a:avLst/>
              <a:gdLst/>
              <a:ahLst/>
              <a:cxnLst/>
              <a:rect l="l" t="t" r="r" b="b"/>
              <a:pathLst>
                <a:path w="49530" h="274954">
                  <a:moveTo>
                    <a:pt x="49108" y="0"/>
                  </a:moveTo>
                  <a:lnTo>
                    <a:pt x="0" y="0"/>
                  </a:lnTo>
                  <a:lnTo>
                    <a:pt x="0" y="274379"/>
                  </a:lnTo>
                  <a:lnTo>
                    <a:pt x="49108" y="274379"/>
                  </a:lnTo>
                  <a:lnTo>
                    <a:pt x="49108" y="0"/>
                  </a:lnTo>
                  <a:close/>
                </a:path>
              </a:pathLst>
            </a:custGeom>
            <a:solidFill>
              <a:srgbClr val="EEE2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16420746" y="10142989"/>
              <a:ext cx="55880" cy="232410"/>
            </a:xfrm>
            <a:custGeom>
              <a:avLst/>
              <a:gdLst/>
              <a:ahLst/>
              <a:cxnLst/>
              <a:rect l="l" t="t" r="r" b="b"/>
              <a:pathLst>
                <a:path w="55880" h="232409">
                  <a:moveTo>
                    <a:pt x="55621" y="0"/>
                  </a:moveTo>
                  <a:lnTo>
                    <a:pt x="0" y="0"/>
                  </a:lnTo>
                  <a:lnTo>
                    <a:pt x="0" y="232380"/>
                  </a:lnTo>
                  <a:lnTo>
                    <a:pt x="55621" y="232380"/>
                  </a:lnTo>
                  <a:lnTo>
                    <a:pt x="55621" y="0"/>
                  </a:lnTo>
                  <a:close/>
                </a:path>
              </a:pathLst>
            </a:custGeom>
            <a:solidFill>
              <a:srgbClr val="E6D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16346319" y="10100990"/>
              <a:ext cx="40005" cy="274955"/>
            </a:xfrm>
            <a:custGeom>
              <a:avLst/>
              <a:gdLst/>
              <a:ahLst/>
              <a:cxnLst/>
              <a:rect l="l" t="t" r="r" b="b"/>
              <a:pathLst>
                <a:path w="40005" h="274954">
                  <a:moveTo>
                    <a:pt x="39967" y="0"/>
                  </a:moveTo>
                  <a:lnTo>
                    <a:pt x="0" y="0"/>
                  </a:lnTo>
                  <a:lnTo>
                    <a:pt x="0" y="274379"/>
                  </a:lnTo>
                  <a:lnTo>
                    <a:pt x="39967" y="274379"/>
                  </a:lnTo>
                  <a:lnTo>
                    <a:pt x="39967" y="0"/>
                  </a:lnTo>
                  <a:close/>
                </a:path>
              </a:pathLst>
            </a:custGeom>
            <a:solidFill>
              <a:srgbClr val="198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16548585" y="10118874"/>
              <a:ext cx="27940" cy="256540"/>
            </a:xfrm>
            <a:custGeom>
              <a:avLst/>
              <a:gdLst/>
              <a:ahLst/>
              <a:cxnLst/>
              <a:rect l="l" t="t" r="r" b="b"/>
              <a:pathLst>
                <a:path w="27940" h="256540">
                  <a:moveTo>
                    <a:pt x="27391" y="0"/>
                  </a:moveTo>
                  <a:lnTo>
                    <a:pt x="0" y="0"/>
                  </a:lnTo>
                  <a:lnTo>
                    <a:pt x="0" y="256494"/>
                  </a:lnTo>
                  <a:lnTo>
                    <a:pt x="27391" y="256494"/>
                  </a:lnTo>
                  <a:lnTo>
                    <a:pt x="27391" y="0"/>
                  </a:lnTo>
                  <a:close/>
                </a:path>
              </a:pathLst>
            </a:custGeom>
            <a:solidFill>
              <a:srgbClr val="9AA4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16476378" y="10149313"/>
              <a:ext cx="23495" cy="226060"/>
            </a:xfrm>
            <a:custGeom>
              <a:avLst/>
              <a:gdLst/>
              <a:ahLst/>
              <a:cxnLst/>
              <a:rect l="l" t="t" r="r" b="b"/>
              <a:pathLst>
                <a:path w="23494" h="226059">
                  <a:moveTo>
                    <a:pt x="23098" y="0"/>
                  </a:moveTo>
                  <a:lnTo>
                    <a:pt x="0" y="0"/>
                  </a:lnTo>
                  <a:lnTo>
                    <a:pt x="0" y="226055"/>
                  </a:lnTo>
                  <a:lnTo>
                    <a:pt x="23098" y="226055"/>
                  </a:lnTo>
                  <a:lnTo>
                    <a:pt x="23098" y="0"/>
                  </a:lnTo>
                  <a:close/>
                </a:path>
              </a:pathLst>
            </a:custGeom>
            <a:solidFill>
              <a:srgbClr val="E3C8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16386286" y="10118874"/>
              <a:ext cx="34925" cy="256540"/>
            </a:xfrm>
            <a:custGeom>
              <a:avLst/>
              <a:gdLst/>
              <a:ahLst/>
              <a:cxnLst/>
              <a:rect l="l" t="t" r="r" b="b"/>
              <a:pathLst>
                <a:path w="34925" h="256540">
                  <a:moveTo>
                    <a:pt x="34459" y="0"/>
                  </a:moveTo>
                  <a:lnTo>
                    <a:pt x="0" y="0"/>
                  </a:lnTo>
                  <a:lnTo>
                    <a:pt x="0" y="256494"/>
                  </a:lnTo>
                  <a:lnTo>
                    <a:pt x="34459" y="256494"/>
                  </a:lnTo>
                  <a:lnTo>
                    <a:pt x="34459" y="0"/>
                  </a:lnTo>
                  <a:close/>
                </a:path>
              </a:pathLst>
            </a:custGeom>
            <a:solidFill>
              <a:srgbClr val="3A9A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16297441" y="10135314"/>
              <a:ext cx="48895" cy="240665"/>
            </a:xfrm>
            <a:custGeom>
              <a:avLst/>
              <a:gdLst/>
              <a:ahLst/>
              <a:cxnLst/>
              <a:rect l="l" t="t" r="r" b="b"/>
              <a:pathLst>
                <a:path w="48894" h="240665">
                  <a:moveTo>
                    <a:pt x="48878" y="0"/>
                  </a:moveTo>
                  <a:lnTo>
                    <a:pt x="0" y="0"/>
                  </a:lnTo>
                  <a:lnTo>
                    <a:pt x="0" y="240055"/>
                  </a:lnTo>
                  <a:lnTo>
                    <a:pt x="48878" y="240055"/>
                  </a:lnTo>
                  <a:lnTo>
                    <a:pt x="48878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16695911" y="10233534"/>
              <a:ext cx="280035" cy="62230"/>
            </a:xfrm>
            <a:custGeom>
              <a:avLst/>
              <a:gdLst/>
              <a:ahLst/>
              <a:cxnLst/>
              <a:rect l="l" t="t" r="r" b="b"/>
              <a:pathLst>
                <a:path w="280034" h="62229">
                  <a:moveTo>
                    <a:pt x="279782" y="0"/>
                  </a:moveTo>
                  <a:lnTo>
                    <a:pt x="31004" y="0"/>
                  </a:lnTo>
                  <a:lnTo>
                    <a:pt x="18946" y="2440"/>
                  </a:lnTo>
                  <a:lnTo>
                    <a:pt x="9090" y="9095"/>
                  </a:lnTo>
                  <a:lnTo>
                    <a:pt x="2439" y="18963"/>
                  </a:lnTo>
                  <a:lnTo>
                    <a:pt x="0" y="31046"/>
                  </a:lnTo>
                  <a:lnTo>
                    <a:pt x="2439" y="43091"/>
                  </a:lnTo>
                  <a:lnTo>
                    <a:pt x="9090" y="52930"/>
                  </a:lnTo>
                  <a:lnTo>
                    <a:pt x="18946" y="59564"/>
                  </a:lnTo>
                  <a:lnTo>
                    <a:pt x="31004" y="61998"/>
                  </a:lnTo>
                  <a:lnTo>
                    <a:pt x="279782" y="61998"/>
                  </a:lnTo>
                  <a:lnTo>
                    <a:pt x="279782" y="0"/>
                  </a:lnTo>
                  <a:close/>
                </a:path>
              </a:pathLst>
            </a:custGeom>
            <a:solidFill>
              <a:srgbClr val="6071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16695912" y="10233534"/>
              <a:ext cx="99695" cy="62230"/>
            </a:xfrm>
            <a:custGeom>
              <a:avLst/>
              <a:gdLst/>
              <a:ahLst/>
              <a:cxnLst/>
              <a:rect l="l" t="t" r="r" b="b"/>
              <a:pathLst>
                <a:path w="99694" h="62229">
                  <a:moveTo>
                    <a:pt x="99368" y="0"/>
                  </a:moveTo>
                  <a:lnTo>
                    <a:pt x="31004" y="0"/>
                  </a:lnTo>
                  <a:lnTo>
                    <a:pt x="18946" y="2440"/>
                  </a:lnTo>
                  <a:lnTo>
                    <a:pt x="9090" y="9095"/>
                  </a:lnTo>
                  <a:lnTo>
                    <a:pt x="2439" y="18963"/>
                  </a:lnTo>
                  <a:lnTo>
                    <a:pt x="0" y="31046"/>
                  </a:lnTo>
                  <a:lnTo>
                    <a:pt x="2439" y="43091"/>
                  </a:lnTo>
                  <a:lnTo>
                    <a:pt x="9090" y="52930"/>
                  </a:lnTo>
                  <a:lnTo>
                    <a:pt x="18946" y="59564"/>
                  </a:lnTo>
                  <a:lnTo>
                    <a:pt x="31004" y="61998"/>
                  </a:lnTo>
                  <a:lnTo>
                    <a:pt x="99368" y="61998"/>
                  </a:lnTo>
                  <a:lnTo>
                    <a:pt x="87294" y="59564"/>
                  </a:lnTo>
                  <a:lnTo>
                    <a:pt x="77443" y="52930"/>
                  </a:lnTo>
                  <a:lnTo>
                    <a:pt x="70807" y="43091"/>
                  </a:lnTo>
                  <a:lnTo>
                    <a:pt x="68374" y="31046"/>
                  </a:lnTo>
                  <a:lnTo>
                    <a:pt x="70807" y="18963"/>
                  </a:lnTo>
                  <a:lnTo>
                    <a:pt x="77443" y="9095"/>
                  </a:lnTo>
                  <a:lnTo>
                    <a:pt x="87294" y="2440"/>
                  </a:lnTo>
                  <a:lnTo>
                    <a:pt x="99368" y="0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16785301" y="10240970"/>
              <a:ext cx="190500" cy="47625"/>
            </a:xfrm>
            <a:custGeom>
              <a:avLst/>
              <a:gdLst/>
              <a:ahLst/>
              <a:cxnLst/>
              <a:rect l="l" t="t" r="r" b="b"/>
              <a:pathLst>
                <a:path w="190500" h="47625">
                  <a:moveTo>
                    <a:pt x="190392" y="0"/>
                  </a:moveTo>
                  <a:lnTo>
                    <a:pt x="23611" y="0"/>
                  </a:lnTo>
                  <a:lnTo>
                    <a:pt x="14427" y="1850"/>
                  </a:lnTo>
                  <a:lnTo>
                    <a:pt x="6921" y="6901"/>
                  </a:lnTo>
                  <a:lnTo>
                    <a:pt x="1857" y="14405"/>
                  </a:lnTo>
                  <a:lnTo>
                    <a:pt x="0" y="23611"/>
                  </a:lnTo>
                  <a:lnTo>
                    <a:pt x="1857" y="32794"/>
                  </a:lnTo>
                  <a:lnTo>
                    <a:pt x="6921" y="40297"/>
                  </a:lnTo>
                  <a:lnTo>
                    <a:pt x="14427" y="45357"/>
                  </a:lnTo>
                  <a:lnTo>
                    <a:pt x="23611" y="47213"/>
                  </a:lnTo>
                  <a:lnTo>
                    <a:pt x="190392" y="47213"/>
                  </a:lnTo>
                  <a:lnTo>
                    <a:pt x="190392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16785476" y="10240650"/>
              <a:ext cx="190500" cy="48260"/>
            </a:xfrm>
            <a:custGeom>
              <a:avLst/>
              <a:gdLst/>
              <a:ahLst/>
              <a:cxnLst/>
              <a:rect l="l" t="t" r="r" b="b"/>
              <a:pathLst>
                <a:path w="190500" h="48259">
                  <a:moveTo>
                    <a:pt x="190207" y="35763"/>
                  </a:moveTo>
                  <a:lnTo>
                    <a:pt x="2959" y="35763"/>
                  </a:lnTo>
                  <a:lnTo>
                    <a:pt x="3238" y="36271"/>
                  </a:lnTo>
                  <a:lnTo>
                    <a:pt x="5003" y="38811"/>
                  </a:lnTo>
                  <a:lnTo>
                    <a:pt x="190207" y="38912"/>
                  </a:lnTo>
                  <a:lnTo>
                    <a:pt x="190207" y="35763"/>
                  </a:lnTo>
                  <a:close/>
                </a:path>
                <a:path w="190500" h="48259">
                  <a:moveTo>
                    <a:pt x="190207" y="17881"/>
                  </a:moveTo>
                  <a:lnTo>
                    <a:pt x="609" y="17881"/>
                  </a:lnTo>
                  <a:lnTo>
                    <a:pt x="520" y="18110"/>
                  </a:lnTo>
                  <a:lnTo>
                    <a:pt x="0" y="21018"/>
                  </a:lnTo>
                  <a:lnTo>
                    <a:pt x="190207" y="21018"/>
                  </a:lnTo>
                  <a:lnTo>
                    <a:pt x="190207" y="17881"/>
                  </a:lnTo>
                  <a:close/>
                </a:path>
                <a:path w="190500" h="48259">
                  <a:moveTo>
                    <a:pt x="190207" y="8966"/>
                  </a:moveTo>
                  <a:lnTo>
                    <a:pt x="5003" y="9055"/>
                  </a:lnTo>
                  <a:lnTo>
                    <a:pt x="2971" y="12065"/>
                  </a:lnTo>
                  <a:lnTo>
                    <a:pt x="190207" y="12065"/>
                  </a:lnTo>
                  <a:lnTo>
                    <a:pt x="190207" y="8966"/>
                  </a:lnTo>
                  <a:close/>
                </a:path>
                <a:path w="190500" h="48259">
                  <a:moveTo>
                    <a:pt x="190207" y="0"/>
                  </a:moveTo>
                  <a:lnTo>
                    <a:pt x="17360" y="0"/>
                  </a:lnTo>
                  <a:lnTo>
                    <a:pt x="17360" y="1270"/>
                  </a:lnTo>
                  <a:lnTo>
                    <a:pt x="14262" y="1270"/>
                  </a:lnTo>
                  <a:lnTo>
                    <a:pt x="14262" y="2540"/>
                  </a:lnTo>
                  <a:lnTo>
                    <a:pt x="190207" y="2540"/>
                  </a:lnTo>
                  <a:lnTo>
                    <a:pt x="190207" y="1270"/>
                  </a:lnTo>
                  <a:lnTo>
                    <a:pt x="190207" y="0"/>
                  </a:lnTo>
                  <a:close/>
                </a:path>
                <a:path w="190500" h="48259">
                  <a:moveTo>
                    <a:pt x="190220" y="45326"/>
                  </a:moveTo>
                  <a:lnTo>
                    <a:pt x="14312" y="45326"/>
                  </a:lnTo>
                  <a:lnTo>
                    <a:pt x="14312" y="46596"/>
                  </a:lnTo>
                  <a:lnTo>
                    <a:pt x="17411" y="46596"/>
                  </a:lnTo>
                  <a:lnTo>
                    <a:pt x="17411" y="47866"/>
                  </a:lnTo>
                  <a:lnTo>
                    <a:pt x="190220" y="47866"/>
                  </a:lnTo>
                  <a:lnTo>
                    <a:pt x="190220" y="46596"/>
                  </a:lnTo>
                  <a:lnTo>
                    <a:pt x="190220" y="45326"/>
                  </a:lnTo>
                  <a:close/>
                </a:path>
                <a:path w="190500" h="48259">
                  <a:moveTo>
                    <a:pt x="190220" y="26847"/>
                  </a:moveTo>
                  <a:lnTo>
                    <a:pt x="0" y="26847"/>
                  </a:lnTo>
                  <a:lnTo>
                    <a:pt x="50" y="27165"/>
                  </a:lnTo>
                  <a:lnTo>
                    <a:pt x="609" y="29946"/>
                  </a:lnTo>
                  <a:lnTo>
                    <a:pt x="190220" y="29946"/>
                  </a:lnTo>
                  <a:lnTo>
                    <a:pt x="190220" y="26847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16682554" y="10295533"/>
              <a:ext cx="283210" cy="78740"/>
            </a:xfrm>
            <a:custGeom>
              <a:avLst/>
              <a:gdLst/>
              <a:ahLst/>
              <a:cxnLst/>
              <a:rect l="l" t="t" r="r" b="b"/>
              <a:pathLst>
                <a:path w="283209" h="78740">
                  <a:moveTo>
                    <a:pt x="282651" y="0"/>
                  </a:moveTo>
                  <a:lnTo>
                    <a:pt x="30585" y="0"/>
                  </a:lnTo>
                  <a:lnTo>
                    <a:pt x="20722" y="2460"/>
                  </a:lnTo>
                  <a:lnTo>
                    <a:pt x="10773" y="9840"/>
                  </a:lnTo>
                  <a:lnTo>
                    <a:pt x="3084" y="22140"/>
                  </a:lnTo>
                  <a:lnTo>
                    <a:pt x="0" y="39360"/>
                  </a:lnTo>
                  <a:lnTo>
                    <a:pt x="3084" y="55756"/>
                  </a:lnTo>
                  <a:lnTo>
                    <a:pt x="10773" y="68132"/>
                  </a:lnTo>
                  <a:lnTo>
                    <a:pt x="20722" y="75952"/>
                  </a:lnTo>
                  <a:lnTo>
                    <a:pt x="30585" y="78678"/>
                  </a:lnTo>
                  <a:lnTo>
                    <a:pt x="282651" y="78678"/>
                  </a:lnTo>
                  <a:lnTo>
                    <a:pt x="282651" y="0"/>
                  </a:lnTo>
                  <a:close/>
                </a:path>
              </a:pathLst>
            </a:custGeom>
            <a:solidFill>
              <a:srgbClr val="BAE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0" name="object 36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6682559" y="10295533"/>
              <a:ext cx="282647" cy="78678"/>
            </a:xfrm>
            <a:prstGeom prst="rect">
              <a:avLst/>
            </a:prstGeom>
          </p:spPr>
        </p:pic>
        <p:sp>
          <p:nvSpPr>
            <p:cNvPr id="361" name="object 361" descr=""/>
            <p:cNvSpPr/>
            <p:nvPr/>
          </p:nvSpPr>
          <p:spPr>
            <a:xfrm>
              <a:off x="16672491" y="10154901"/>
              <a:ext cx="283210" cy="78740"/>
            </a:xfrm>
            <a:custGeom>
              <a:avLst/>
              <a:gdLst/>
              <a:ahLst/>
              <a:cxnLst/>
              <a:rect l="l" t="t" r="r" b="b"/>
              <a:pathLst>
                <a:path w="283209" h="78740">
                  <a:moveTo>
                    <a:pt x="282640" y="0"/>
                  </a:moveTo>
                  <a:lnTo>
                    <a:pt x="30574" y="0"/>
                  </a:lnTo>
                  <a:lnTo>
                    <a:pt x="20713" y="2459"/>
                  </a:lnTo>
                  <a:lnTo>
                    <a:pt x="10767" y="9834"/>
                  </a:lnTo>
                  <a:lnTo>
                    <a:pt x="3082" y="22122"/>
                  </a:lnTo>
                  <a:lnTo>
                    <a:pt x="0" y="39318"/>
                  </a:lnTo>
                  <a:lnTo>
                    <a:pt x="3082" y="55714"/>
                  </a:lnTo>
                  <a:lnTo>
                    <a:pt x="10767" y="68090"/>
                  </a:lnTo>
                  <a:lnTo>
                    <a:pt x="20713" y="75910"/>
                  </a:lnTo>
                  <a:lnTo>
                    <a:pt x="30574" y="78636"/>
                  </a:lnTo>
                  <a:lnTo>
                    <a:pt x="282640" y="78636"/>
                  </a:lnTo>
                  <a:lnTo>
                    <a:pt x="282640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2" name="object 36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6672490" y="10154897"/>
              <a:ext cx="282645" cy="78636"/>
            </a:xfrm>
            <a:prstGeom prst="rect">
              <a:avLst/>
            </a:prstGeom>
          </p:spPr>
        </p:pic>
        <p:sp>
          <p:nvSpPr>
            <p:cNvPr id="363" name="object 363" descr=""/>
            <p:cNvSpPr/>
            <p:nvPr/>
          </p:nvSpPr>
          <p:spPr>
            <a:xfrm>
              <a:off x="16331212" y="9880988"/>
              <a:ext cx="267335" cy="55244"/>
            </a:xfrm>
            <a:custGeom>
              <a:avLst/>
              <a:gdLst/>
              <a:ahLst/>
              <a:cxnLst/>
              <a:rect l="l" t="t" r="r" b="b"/>
              <a:pathLst>
                <a:path w="267334" h="55245">
                  <a:moveTo>
                    <a:pt x="267080" y="0"/>
                  </a:moveTo>
                  <a:lnTo>
                    <a:pt x="27496" y="0"/>
                  </a:lnTo>
                  <a:lnTo>
                    <a:pt x="16786" y="2158"/>
                  </a:lnTo>
                  <a:lnTo>
                    <a:pt x="8046" y="8045"/>
                  </a:lnTo>
                  <a:lnTo>
                    <a:pt x="2158" y="16781"/>
                  </a:lnTo>
                  <a:lnTo>
                    <a:pt x="0" y="27486"/>
                  </a:lnTo>
                  <a:lnTo>
                    <a:pt x="2158" y="38194"/>
                  </a:lnTo>
                  <a:lnTo>
                    <a:pt x="8046" y="46930"/>
                  </a:lnTo>
                  <a:lnTo>
                    <a:pt x="16786" y="52815"/>
                  </a:lnTo>
                  <a:lnTo>
                    <a:pt x="27496" y="54972"/>
                  </a:lnTo>
                  <a:lnTo>
                    <a:pt x="267080" y="54972"/>
                  </a:lnTo>
                  <a:lnTo>
                    <a:pt x="267080" y="0"/>
                  </a:lnTo>
                  <a:close/>
                </a:path>
              </a:pathLst>
            </a:custGeom>
            <a:solidFill>
              <a:srgbClr val="9FD1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16331213" y="9880991"/>
              <a:ext cx="88265" cy="55244"/>
            </a:xfrm>
            <a:custGeom>
              <a:avLst/>
              <a:gdLst/>
              <a:ahLst/>
              <a:cxnLst/>
              <a:rect l="l" t="t" r="r" b="b"/>
              <a:pathLst>
                <a:path w="88265" h="55245">
                  <a:moveTo>
                    <a:pt x="88102" y="0"/>
                  </a:moveTo>
                  <a:lnTo>
                    <a:pt x="27496" y="0"/>
                  </a:lnTo>
                  <a:lnTo>
                    <a:pt x="16786" y="2156"/>
                  </a:lnTo>
                  <a:lnTo>
                    <a:pt x="8046" y="8041"/>
                  </a:lnTo>
                  <a:lnTo>
                    <a:pt x="2158" y="16777"/>
                  </a:lnTo>
                  <a:lnTo>
                    <a:pt x="0" y="27486"/>
                  </a:lnTo>
                  <a:lnTo>
                    <a:pt x="2158" y="38190"/>
                  </a:lnTo>
                  <a:lnTo>
                    <a:pt x="8046" y="46926"/>
                  </a:lnTo>
                  <a:lnTo>
                    <a:pt x="16786" y="52814"/>
                  </a:lnTo>
                  <a:lnTo>
                    <a:pt x="27496" y="54972"/>
                  </a:lnTo>
                  <a:lnTo>
                    <a:pt x="88102" y="54972"/>
                  </a:lnTo>
                  <a:lnTo>
                    <a:pt x="77397" y="52814"/>
                  </a:lnTo>
                  <a:lnTo>
                    <a:pt x="68661" y="46926"/>
                  </a:lnTo>
                  <a:lnTo>
                    <a:pt x="62774" y="38190"/>
                  </a:lnTo>
                  <a:lnTo>
                    <a:pt x="60615" y="27486"/>
                  </a:lnTo>
                  <a:lnTo>
                    <a:pt x="62774" y="16777"/>
                  </a:lnTo>
                  <a:lnTo>
                    <a:pt x="68661" y="8041"/>
                  </a:lnTo>
                  <a:lnTo>
                    <a:pt x="77397" y="2156"/>
                  </a:lnTo>
                  <a:lnTo>
                    <a:pt x="88102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16410445" y="9887547"/>
              <a:ext cx="187960" cy="41910"/>
            </a:xfrm>
            <a:custGeom>
              <a:avLst/>
              <a:gdLst/>
              <a:ahLst/>
              <a:cxnLst/>
              <a:rect l="l" t="t" r="r" b="b"/>
              <a:pathLst>
                <a:path w="187959" h="41909">
                  <a:moveTo>
                    <a:pt x="187847" y="0"/>
                  </a:moveTo>
                  <a:lnTo>
                    <a:pt x="20931" y="0"/>
                  </a:lnTo>
                  <a:lnTo>
                    <a:pt x="12788" y="1639"/>
                  </a:lnTo>
                  <a:lnTo>
                    <a:pt x="6134" y="6114"/>
                  </a:lnTo>
                  <a:lnTo>
                    <a:pt x="1646" y="12766"/>
                  </a:lnTo>
                  <a:lnTo>
                    <a:pt x="0" y="20931"/>
                  </a:lnTo>
                  <a:lnTo>
                    <a:pt x="1646" y="29090"/>
                  </a:lnTo>
                  <a:lnTo>
                    <a:pt x="6134" y="35738"/>
                  </a:lnTo>
                  <a:lnTo>
                    <a:pt x="12788" y="40213"/>
                  </a:lnTo>
                  <a:lnTo>
                    <a:pt x="20931" y="41852"/>
                  </a:lnTo>
                  <a:lnTo>
                    <a:pt x="187847" y="41852"/>
                  </a:lnTo>
                  <a:lnTo>
                    <a:pt x="187847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16410623" y="9887235"/>
              <a:ext cx="187960" cy="43180"/>
            </a:xfrm>
            <a:custGeom>
              <a:avLst/>
              <a:gdLst/>
              <a:ahLst/>
              <a:cxnLst/>
              <a:rect l="l" t="t" r="r" b="b"/>
              <a:pathLst>
                <a:path w="187959" h="43179">
                  <a:moveTo>
                    <a:pt x="187667" y="40195"/>
                  </a:moveTo>
                  <a:lnTo>
                    <a:pt x="12776" y="40195"/>
                  </a:lnTo>
                  <a:lnTo>
                    <a:pt x="12776" y="41465"/>
                  </a:lnTo>
                  <a:lnTo>
                    <a:pt x="16141" y="41465"/>
                  </a:lnTo>
                  <a:lnTo>
                    <a:pt x="16141" y="42735"/>
                  </a:lnTo>
                  <a:lnTo>
                    <a:pt x="187667" y="42735"/>
                  </a:lnTo>
                  <a:lnTo>
                    <a:pt x="187667" y="41465"/>
                  </a:lnTo>
                  <a:lnTo>
                    <a:pt x="187667" y="40195"/>
                  </a:lnTo>
                  <a:close/>
                </a:path>
                <a:path w="187959" h="43179">
                  <a:moveTo>
                    <a:pt x="187667" y="31775"/>
                  </a:moveTo>
                  <a:lnTo>
                    <a:pt x="2641" y="31775"/>
                  </a:lnTo>
                  <a:lnTo>
                    <a:pt x="2870" y="32194"/>
                  </a:lnTo>
                  <a:lnTo>
                    <a:pt x="4483" y="34556"/>
                  </a:lnTo>
                  <a:lnTo>
                    <a:pt x="187667" y="34556"/>
                  </a:lnTo>
                  <a:lnTo>
                    <a:pt x="187667" y="31775"/>
                  </a:lnTo>
                  <a:close/>
                </a:path>
                <a:path w="187959" h="43179">
                  <a:moveTo>
                    <a:pt x="187667" y="23837"/>
                  </a:moveTo>
                  <a:lnTo>
                    <a:pt x="0" y="23837"/>
                  </a:lnTo>
                  <a:lnTo>
                    <a:pt x="50" y="24155"/>
                  </a:lnTo>
                  <a:lnTo>
                    <a:pt x="508" y="26606"/>
                  </a:lnTo>
                  <a:lnTo>
                    <a:pt x="187667" y="26606"/>
                  </a:lnTo>
                  <a:lnTo>
                    <a:pt x="187667" y="23837"/>
                  </a:lnTo>
                  <a:close/>
                </a:path>
                <a:path w="187959" h="43179">
                  <a:moveTo>
                    <a:pt x="187667" y="15887"/>
                  </a:moveTo>
                  <a:lnTo>
                    <a:pt x="508" y="15887"/>
                  </a:lnTo>
                  <a:lnTo>
                    <a:pt x="508" y="16116"/>
                  </a:lnTo>
                  <a:lnTo>
                    <a:pt x="0" y="18669"/>
                  </a:lnTo>
                  <a:lnTo>
                    <a:pt x="187667" y="18669"/>
                  </a:lnTo>
                  <a:lnTo>
                    <a:pt x="187667" y="15887"/>
                  </a:lnTo>
                  <a:close/>
                </a:path>
                <a:path w="187959" h="43179">
                  <a:moveTo>
                    <a:pt x="187667" y="7937"/>
                  </a:moveTo>
                  <a:lnTo>
                    <a:pt x="4483" y="7937"/>
                  </a:lnTo>
                  <a:lnTo>
                    <a:pt x="4432" y="8077"/>
                  </a:lnTo>
                  <a:lnTo>
                    <a:pt x="2641" y="10718"/>
                  </a:lnTo>
                  <a:lnTo>
                    <a:pt x="187667" y="10718"/>
                  </a:lnTo>
                  <a:lnTo>
                    <a:pt x="187667" y="7937"/>
                  </a:lnTo>
                  <a:close/>
                </a:path>
                <a:path w="187959" h="43179">
                  <a:moveTo>
                    <a:pt x="187667" y="0"/>
                  </a:moveTo>
                  <a:lnTo>
                    <a:pt x="15113" y="0"/>
                  </a:lnTo>
                  <a:lnTo>
                    <a:pt x="15113" y="1270"/>
                  </a:lnTo>
                  <a:lnTo>
                    <a:pt x="12293" y="1270"/>
                  </a:lnTo>
                  <a:lnTo>
                    <a:pt x="12293" y="2540"/>
                  </a:lnTo>
                  <a:lnTo>
                    <a:pt x="187667" y="2540"/>
                  </a:lnTo>
                  <a:lnTo>
                    <a:pt x="187667" y="1270"/>
                  </a:lnTo>
                  <a:lnTo>
                    <a:pt x="187667" y="0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16319339" y="9935965"/>
              <a:ext cx="269875" cy="69850"/>
            </a:xfrm>
            <a:custGeom>
              <a:avLst/>
              <a:gdLst/>
              <a:ahLst/>
              <a:cxnLst/>
              <a:rect l="l" t="t" r="r" b="b"/>
              <a:pathLst>
                <a:path w="269875" h="69850">
                  <a:moveTo>
                    <a:pt x="269667" y="0"/>
                  </a:moveTo>
                  <a:lnTo>
                    <a:pt x="27119" y="0"/>
                  </a:lnTo>
                  <a:lnTo>
                    <a:pt x="18380" y="2174"/>
                  </a:lnTo>
                  <a:lnTo>
                    <a:pt x="9558" y="8706"/>
                  </a:lnTo>
                  <a:lnTo>
                    <a:pt x="2736" y="19604"/>
                  </a:lnTo>
                  <a:lnTo>
                    <a:pt x="0" y="34878"/>
                  </a:lnTo>
                  <a:lnTo>
                    <a:pt x="2736" y="49410"/>
                  </a:lnTo>
                  <a:lnTo>
                    <a:pt x="9558" y="60390"/>
                  </a:lnTo>
                  <a:lnTo>
                    <a:pt x="18380" y="67334"/>
                  </a:lnTo>
                  <a:lnTo>
                    <a:pt x="27119" y="69757"/>
                  </a:lnTo>
                  <a:lnTo>
                    <a:pt x="269667" y="69757"/>
                  </a:lnTo>
                  <a:lnTo>
                    <a:pt x="269667" y="0"/>
                  </a:lnTo>
                  <a:close/>
                </a:path>
              </a:pathLst>
            </a:custGeom>
            <a:solidFill>
              <a:srgbClr val="26A9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8" name="object 36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6319341" y="9935967"/>
              <a:ext cx="269670" cy="69757"/>
            </a:xfrm>
            <a:prstGeom prst="rect">
              <a:avLst/>
            </a:prstGeom>
          </p:spPr>
        </p:pic>
        <p:sp>
          <p:nvSpPr>
            <p:cNvPr id="369" name="object 369" descr=""/>
            <p:cNvSpPr/>
            <p:nvPr/>
          </p:nvSpPr>
          <p:spPr>
            <a:xfrm>
              <a:off x="16320641" y="9756297"/>
              <a:ext cx="267335" cy="55244"/>
            </a:xfrm>
            <a:custGeom>
              <a:avLst/>
              <a:gdLst/>
              <a:ahLst/>
              <a:cxnLst/>
              <a:rect l="l" t="t" r="r" b="b"/>
              <a:pathLst>
                <a:path w="267334" h="55245">
                  <a:moveTo>
                    <a:pt x="267070" y="0"/>
                  </a:moveTo>
                  <a:lnTo>
                    <a:pt x="27486" y="0"/>
                  </a:lnTo>
                  <a:lnTo>
                    <a:pt x="16777" y="2158"/>
                  </a:lnTo>
                  <a:lnTo>
                    <a:pt x="8041" y="8045"/>
                  </a:lnTo>
                  <a:lnTo>
                    <a:pt x="2156" y="16781"/>
                  </a:lnTo>
                  <a:lnTo>
                    <a:pt x="0" y="27486"/>
                  </a:lnTo>
                  <a:lnTo>
                    <a:pt x="2156" y="38194"/>
                  </a:lnTo>
                  <a:lnTo>
                    <a:pt x="8041" y="46930"/>
                  </a:lnTo>
                  <a:lnTo>
                    <a:pt x="16777" y="52815"/>
                  </a:lnTo>
                  <a:lnTo>
                    <a:pt x="27486" y="54972"/>
                  </a:lnTo>
                  <a:lnTo>
                    <a:pt x="267070" y="54972"/>
                  </a:lnTo>
                  <a:lnTo>
                    <a:pt x="267070" y="0"/>
                  </a:lnTo>
                  <a:close/>
                </a:path>
              </a:pathLst>
            </a:custGeom>
            <a:solidFill>
              <a:srgbClr val="707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16320633" y="9756299"/>
              <a:ext cx="88265" cy="55244"/>
            </a:xfrm>
            <a:custGeom>
              <a:avLst/>
              <a:gdLst/>
              <a:ahLst/>
              <a:cxnLst/>
              <a:rect l="l" t="t" r="r" b="b"/>
              <a:pathLst>
                <a:path w="88265" h="55245">
                  <a:moveTo>
                    <a:pt x="88102" y="0"/>
                  </a:moveTo>
                  <a:lnTo>
                    <a:pt x="27486" y="0"/>
                  </a:lnTo>
                  <a:lnTo>
                    <a:pt x="16781" y="2156"/>
                  </a:lnTo>
                  <a:lnTo>
                    <a:pt x="8045" y="8041"/>
                  </a:lnTo>
                  <a:lnTo>
                    <a:pt x="2158" y="16777"/>
                  </a:lnTo>
                  <a:lnTo>
                    <a:pt x="0" y="27486"/>
                  </a:lnTo>
                  <a:lnTo>
                    <a:pt x="2158" y="38194"/>
                  </a:lnTo>
                  <a:lnTo>
                    <a:pt x="8045" y="46930"/>
                  </a:lnTo>
                  <a:lnTo>
                    <a:pt x="16781" y="52815"/>
                  </a:lnTo>
                  <a:lnTo>
                    <a:pt x="27486" y="54972"/>
                  </a:lnTo>
                  <a:lnTo>
                    <a:pt x="88102" y="54972"/>
                  </a:lnTo>
                  <a:lnTo>
                    <a:pt x="77393" y="52815"/>
                  </a:lnTo>
                  <a:lnTo>
                    <a:pt x="68657" y="46930"/>
                  </a:lnTo>
                  <a:lnTo>
                    <a:pt x="62772" y="38194"/>
                  </a:lnTo>
                  <a:lnTo>
                    <a:pt x="60615" y="27486"/>
                  </a:lnTo>
                  <a:lnTo>
                    <a:pt x="62772" y="16777"/>
                  </a:lnTo>
                  <a:lnTo>
                    <a:pt x="68657" y="8041"/>
                  </a:lnTo>
                  <a:lnTo>
                    <a:pt x="77393" y="2156"/>
                  </a:lnTo>
                  <a:lnTo>
                    <a:pt x="88102" y="0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16399916" y="9762811"/>
              <a:ext cx="187960" cy="41910"/>
            </a:xfrm>
            <a:custGeom>
              <a:avLst/>
              <a:gdLst/>
              <a:ahLst/>
              <a:cxnLst/>
              <a:rect l="l" t="t" r="r" b="b"/>
              <a:pathLst>
                <a:path w="187959" h="41909">
                  <a:moveTo>
                    <a:pt x="187795" y="0"/>
                  </a:moveTo>
                  <a:lnTo>
                    <a:pt x="20920" y="0"/>
                  </a:lnTo>
                  <a:lnTo>
                    <a:pt x="12761" y="1647"/>
                  </a:lnTo>
                  <a:lnTo>
                    <a:pt x="6113" y="6139"/>
                  </a:lnTo>
                  <a:lnTo>
                    <a:pt x="1638" y="12806"/>
                  </a:lnTo>
                  <a:lnTo>
                    <a:pt x="0" y="20973"/>
                  </a:lnTo>
                  <a:lnTo>
                    <a:pt x="1638" y="29116"/>
                  </a:lnTo>
                  <a:lnTo>
                    <a:pt x="6113" y="35769"/>
                  </a:lnTo>
                  <a:lnTo>
                    <a:pt x="12761" y="40258"/>
                  </a:lnTo>
                  <a:lnTo>
                    <a:pt x="20920" y="41904"/>
                  </a:lnTo>
                  <a:lnTo>
                    <a:pt x="187795" y="41904"/>
                  </a:lnTo>
                  <a:lnTo>
                    <a:pt x="187795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16400044" y="9762584"/>
              <a:ext cx="187960" cy="43180"/>
            </a:xfrm>
            <a:custGeom>
              <a:avLst/>
              <a:gdLst/>
              <a:ahLst/>
              <a:cxnLst/>
              <a:rect l="l" t="t" r="r" b="b"/>
              <a:pathLst>
                <a:path w="187959" h="43179">
                  <a:moveTo>
                    <a:pt x="187655" y="40144"/>
                  </a:moveTo>
                  <a:lnTo>
                    <a:pt x="12788" y="40144"/>
                  </a:lnTo>
                  <a:lnTo>
                    <a:pt x="12788" y="41414"/>
                  </a:lnTo>
                  <a:lnTo>
                    <a:pt x="16167" y="41414"/>
                  </a:lnTo>
                  <a:lnTo>
                    <a:pt x="16167" y="42684"/>
                  </a:lnTo>
                  <a:lnTo>
                    <a:pt x="187655" y="42684"/>
                  </a:lnTo>
                  <a:lnTo>
                    <a:pt x="187655" y="41414"/>
                  </a:lnTo>
                  <a:lnTo>
                    <a:pt x="187655" y="40144"/>
                  </a:lnTo>
                  <a:close/>
                </a:path>
                <a:path w="187959" h="43179">
                  <a:moveTo>
                    <a:pt x="187655" y="0"/>
                  </a:moveTo>
                  <a:lnTo>
                    <a:pt x="14973" y="0"/>
                  </a:lnTo>
                  <a:lnTo>
                    <a:pt x="14973" y="1270"/>
                  </a:lnTo>
                  <a:lnTo>
                    <a:pt x="12204" y="1270"/>
                  </a:lnTo>
                  <a:lnTo>
                    <a:pt x="12204" y="2540"/>
                  </a:lnTo>
                  <a:lnTo>
                    <a:pt x="187655" y="2540"/>
                  </a:lnTo>
                  <a:lnTo>
                    <a:pt x="187655" y="1270"/>
                  </a:lnTo>
                  <a:lnTo>
                    <a:pt x="187655" y="0"/>
                  </a:lnTo>
                  <a:close/>
                </a:path>
                <a:path w="187959" h="43179">
                  <a:moveTo>
                    <a:pt x="187667" y="31737"/>
                  </a:moveTo>
                  <a:lnTo>
                    <a:pt x="2628" y="31737"/>
                  </a:lnTo>
                  <a:lnTo>
                    <a:pt x="2870" y="32105"/>
                  </a:lnTo>
                  <a:lnTo>
                    <a:pt x="4432" y="34366"/>
                  </a:lnTo>
                  <a:lnTo>
                    <a:pt x="187667" y="34467"/>
                  </a:lnTo>
                  <a:lnTo>
                    <a:pt x="187667" y="31737"/>
                  </a:lnTo>
                  <a:close/>
                </a:path>
                <a:path w="187959" h="43179">
                  <a:moveTo>
                    <a:pt x="187667" y="23799"/>
                  </a:moveTo>
                  <a:lnTo>
                    <a:pt x="0" y="23799"/>
                  </a:lnTo>
                  <a:lnTo>
                    <a:pt x="50" y="24066"/>
                  </a:lnTo>
                  <a:lnTo>
                    <a:pt x="508" y="26568"/>
                  </a:lnTo>
                  <a:lnTo>
                    <a:pt x="187667" y="26568"/>
                  </a:lnTo>
                  <a:lnTo>
                    <a:pt x="187667" y="23799"/>
                  </a:lnTo>
                  <a:close/>
                </a:path>
                <a:path w="187959" h="43179">
                  <a:moveTo>
                    <a:pt x="187667" y="15849"/>
                  </a:moveTo>
                  <a:lnTo>
                    <a:pt x="508" y="15849"/>
                  </a:lnTo>
                  <a:lnTo>
                    <a:pt x="508" y="16078"/>
                  </a:lnTo>
                  <a:lnTo>
                    <a:pt x="0" y="18618"/>
                  </a:lnTo>
                  <a:lnTo>
                    <a:pt x="187667" y="18618"/>
                  </a:lnTo>
                  <a:lnTo>
                    <a:pt x="187667" y="15849"/>
                  </a:lnTo>
                  <a:close/>
                </a:path>
                <a:path w="187959" h="43179">
                  <a:moveTo>
                    <a:pt x="187667" y="7899"/>
                  </a:moveTo>
                  <a:lnTo>
                    <a:pt x="4432" y="7988"/>
                  </a:lnTo>
                  <a:lnTo>
                    <a:pt x="2628" y="10680"/>
                  </a:lnTo>
                  <a:lnTo>
                    <a:pt x="187667" y="10680"/>
                  </a:lnTo>
                  <a:lnTo>
                    <a:pt x="187667" y="7899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16310474" y="9811273"/>
              <a:ext cx="269875" cy="69850"/>
            </a:xfrm>
            <a:custGeom>
              <a:avLst/>
              <a:gdLst/>
              <a:ahLst/>
              <a:cxnLst/>
              <a:rect l="l" t="t" r="r" b="b"/>
              <a:pathLst>
                <a:path w="269875" h="69850">
                  <a:moveTo>
                    <a:pt x="269614" y="0"/>
                  </a:moveTo>
                  <a:lnTo>
                    <a:pt x="27067" y="0"/>
                  </a:lnTo>
                  <a:lnTo>
                    <a:pt x="18336" y="2174"/>
                  </a:lnTo>
                  <a:lnTo>
                    <a:pt x="9532" y="8706"/>
                  </a:lnTo>
                  <a:lnTo>
                    <a:pt x="2728" y="19604"/>
                  </a:lnTo>
                  <a:lnTo>
                    <a:pt x="0" y="34878"/>
                  </a:lnTo>
                  <a:lnTo>
                    <a:pt x="2728" y="49386"/>
                  </a:lnTo>
                  <a:lnTo>
                    <a:pt x="9532" y="60354"/>
                  </a:lnTo>
                  <a:lnTo>
                    <a:pt x="18336" y="67293"/>
                  </a:lnTo>
                  <a:lnTo>
                    <a:pt x="27067" y="69715"/>
                  </a:lnTo>
                  <a:lnTo>
                    <a:pt x="269614" y="69715"/>
                  </a:lnTo>
                  <a:lnTo>
                    <a:pt x="269614" y="0"/>
                  </a:lnTo>
                  <a:close/>
                </a:path>
              </a:pathLst>
            </a:custGeom>
            <a:solidFill>
              <a:srgbClr val="BCCF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4" name="object 37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6310475" y="9811275"/>
              <a:ext cx="269617" cy="69715"/>
            </a:xfrm>
            <a:prstGeom prst="rect">
              <a:avLst/>
            </a:prstGeom>
          </p:spPr>
        </p:pic>
      </p:grpSp>
      <p:grpSp>
        <p:nvGrpSpPr>
          <p:cNvPr id="375" name="object 375" descr=""/>
          <p:cNvGrpSpPr/>
          <p:nvPr/>
        </p:nvGrpSpPr>
        <p:grpSpPr>
          <a:xfrm>
            <a:off x="14915495" y="9770081"/>
            <a:ext cx="991869" cy="716280"/>
            <a:chOff x="14915495" y="9770081"/>
            <a:chExt cx="991869" cy="716280"/>
          </a:xfrm>
        </p:grpSpPr>
        <p:sp>
          <p:nvSpPr>
            <p:cNvPr id="376" name="object 376" descr=""/>
            <p:cNvSpPr/>
            <p:nvPr/>
          </p:nvSpPr>
          <p:spPr>
            <a:xfrm>
              <a:off x="14915495" y="9770081"/>
              <a:ext cx="991869" cy="716280"/>
            </a:xfrm>
            <a:custGeom>
              <a:avLst/>
              <a:gdLst/>
              <a:ahLst/>
              <a:cxnLst/>
              <a:rect l="l" t="t" r="r" b="b"/>
              <a:pathLst>
                <a:path w="991869" h="716279">
                  <a:moveTo>
                    <a:pt x="509995" y="0"/>
                  </a:moveTo>
                  <a:lnTo>
                    <a:pt x="456253" y="3077"/>
                  </a:lnTo>
                  <a:lnTo>
                    <a:pt x="402233" y="10609"/>
                  </a:lnTo>
                  <a:lnTo>
                    <a:pt x="348420" y="22919"/>
                  </a:lnTo>
                  <a:lnTo>
                    <a:pt x="295299" y="40334"/>
                  </a:lnTo>
                  <a:lnTo>
                    <a:pt x="245436" y="63005"/>
                  </a:lnTo>
                  <a:lnTo>
                    <a:pt x="199653" y="90812"/>
                  </a:lnTo>
                  <a:lnTo>
                    <a:pt x="158116" y="122789"/>
                  </a:lnTo>
                  <a:lnTo>
                    <a:pt x="120987" y="157970"/>
                  </a:lnTo>
                  <a:lnTo>
                    <a:pt x="88433" y="195388"/>
                  </a:lnTo>
                  <a:lnTo>
                    <a:pt x="60615" y="234076"/>
                  </a:lnTo>
                  <a:lnTo>
                    <a:pt x="37699" y="273069"/>
                  </a:lnTo>
                  <a:lnTo>
                    <a:pt x="19848" y="311400"/>
                  </a:lnTo>
                  <a:lnTo>
                    <a:pt x="7227" y="348101"/>
                  </a:lnTo>
                  <a:lnTo>
                    <a:pt x="0" y="382208"/>
                  </a:lnTo>
                  <a:lnTo>
                    <a:pt x="436" y="425286"/>
                  </a:lnTo>
                  <a:lnTo>
                    <a:pt x="8274" y="481053"/>
                  </a:lnTo>
                  <a:lnTo>
                    <a:pt x="19689" y="538587"/>
                  </a:lnTo>
                  <a:lnTo>
                    <a:pt x="30857" y="586966"/>
                  </a:lnTo>
                  <a:lnTo>
                    <a:pt x="52118" y="621839"/>
                  </a:lnTo>
                  <a:lnTo>
                    <a:pt x="113795" y="646993"/>
                  </a:lnTo>
                  <a:lnTo>
                    <a:pt x="168626" y="664744"/>
                  </a:lnTo>
                  <a:lnTo>
                    <a:pt x="222882" y="679744"/>
                  </a:lnTo>
                  <a:lnTo>
                    <a:pt x="276375" y="692062"/>
                  </a:lnTo>
                  <a:lnTo>
                    <a:pt x="328919" y="701767"/>
                  </a:lnTo>
                  <a:lnTo>
                    <a:pt x="380328" y="708929"/>
                  </a:lnTo>
                  <a:lnTo>
                    <a:pt x="430416" y="713617"/>
                  </a:lnTo>
                  <a:lnTo>
                    <a:pt x="478995" y="715901"/>
                  </a:lnTo>
                  <a:lnTo>
                    <a:pt x="525881" y="715850"/>
                  </a:lnTo>
                  <a:lnTo>
                    <a:pt x="570886" y="713533"/>
                  </a:lnTo>
                  <a:lnTo>
                    <a:pt x="613824" y="709021"/>
                  </a:lnTo>
                  <a:lnTo>
                    <a:pt x="654508" y="702382"/>
                  </a:lnTo>
                  <a:lnTo>
                    <a:pt x="692753" y="693686"/>
                  </a:lnTo>
                  <a:lnTo>
                    <a:pt x="872013" y="644155"/>
                  </a:lnTo>
                  <a:lnTo>
                    <a:pt x="962445" y="603400"/>
                  </a:lnTo>
                  <a:lnTo>
                    <a:pt x="991660" y="549602"/>
                  </a:lnTo>
                  <a:lnTo>
                    <a:pt x="987268" y="460939"/>
                  </a:lnTo>
                  <a:lnTo>
                    <a:pt x="987620" y="398695"/>
                  </a:lnTo>
                  <a:lnTo>
                    <a:pt x="980938" y="336097"/>
                  </a:lnTo>
                  <a:lnTo>
                    <a:pt x="968916" y="276038"/>
                  </a:lnTo>
                  <a:lnTo>
                    <a:pt x="953246" y="221412"/>
                  </a:lnTo>
                  <a:lnTo>
                    <a:pt x="935623" y="175112"/>
                  </a:lnTo>
                  <a:lnTo>
                    <a:pt x="917741" y="140032"/>
                  </a:lnTo>
                  <a:lnTo>
                    <a:pt x="871838" y="96691"/>
                  </a:lnTo>
                  <a:lnTo>
                    <a:pt x="837749" y="75846"/>
                  </a:lnTo>
                  <a:lnTo>
                    <a:pt x="799507" y="56852"/>
                  </a:lnTo>
                  <a:lnTo>
                    <a:pt x="757599" y="40036"/>
                  </a:lnTo>
                  <a:lnTo>
                    <a:pt x="712507" y="25723"/>
                  </a:lnTo>
                  <a:lnTo>
                    <a:pt x="664716" y="14237"/>
                  </a:lnTo>
                  <a:lnTo>
                    <a:pt x="614711" y="5905"/>
                  </a:lnTo>
                  <a:lnTo>
                    <a:pt x="562976" y="1050"/>
                  </a:lnTo>
                  <a:lnTo>
                    <a:pt x="509995" y="0"/>
                  </a:lnTo>
                  <a:close/>
                </a:path>
              </a:pathLst>
            </a:custGeom>
            <a:solidFill>
              <a:srgbClr val="BEE2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14956798" y="9804197"/>
              <a:ext cx="822325" cy="433070"/>
            </a:xfrm>
            <a:custGeom>
              <a:avLst/>
              <a:gdLst/>
              <a:ahLst/>
              <a:cxnLst/>
              <a:rect l="l" t="t" r="r" b="b"/>
              <a:pathLst>
                <a:path w="822325" h="433070">
                  <a:moveTo>
                    <a:pt x="470513" y="0"/>
                  </a:moveTo>
                  <a:lnTo>
                    <a:pt x="415975" y="4371"/>
                  </a:lnTo>
                  <a:lnTo>
                    <a:pt x="359174" y="14523"/>
                  </a:lnTo>
                  <a:lnTo>
                    <a:pt x="300403" y="31293"/>
                  </a:lnTo>
                  <a:lnTo>
                    <a:pt x="239953" y="55520"/>
                  </a:lnTo>
                  <a:lnTo>
                    <a:pt x="183062" y="86961"/>
                  </a:lnTo>
                  <a:lnTo>
                    <a:pt x="134637" y="123534"/>
                  </a:lnTo>
                  <a:lnTo>
                    <a:pt x="94275" y="163373"/>
                  </a:lnTo>
                  <a:lnTo>
                    <a:pt x="61574" y="204612"/>
                  </a:lnTo>
                  <a:lnTo>
                    <a:pt x="36129" y="245385"/>
                  </a:lnTo>
                  <a:lnTo>
                    <a:pt x="17537" y="283825"/>
                  </a:lnTo>
                  <a:lnTo>
                    <a:pt x="0" y="353765"/>
                  </a:lnTo>
                  <a:lnTo>
                    <a:pt x="4348" y="391221"/>
                  </a:lnTo>
                  <a:lnTo>
                    <a:pt x="21913" y="420777"/>
                  </a:lnTo>
                  <a:lnTo>
                    <a:pt x="56168" y="432775"/>
                  </a:lnTo>
                  <a:lnTo>
                    <a:pt x="119237" y="431424"/>
                  </a:lnTo>
                  <a:lnTo>
                    <a:pt x="180632" y="427479"/>
                  </a:lnTo>
                  <a:lnTo>
                    <a:pt x="240223" y="421101"/>
                  </a:lnTo>
                  <a:lnTo>
                    <a:pt x="297881" y="412450"/>
                  </a:lnTo>
                  <a:lnTo>
                    <a:pt x="353476" y="401689"/>
                  </a:lnTo>
                  <a:lnTo>
                    <a:pt x="406876" y="388979"/>
                  </a:lnTo>
                  <a:lnTo>
                    <a:pt x="457953" y="374481"/>
                  </a:lnTo>
                  <a:lnTo>
                    <a:pt x="506577" y="358356"/>
                  </a:lnTo>
                  <a:lnTo>
                    <a:pt x="552616" y="340765"/>
                  </a:lnTo>
                  <a:lnTo>
                    <a:pt x="595942" y="321869"/>
                  </a:lnTo>
                  <a:lnTo>
                    <a:pt x="636424" y="301831"/>
                  </a:lnTo>
                  <a:lnTo>
                    <a:pt x="673932" y="280811"/>
                  </a:lnTo>
                  <a:lnTo>
                    <a:pt x="708336" y="258970"/>
                  </a:lnTo>
                  <a:lnTo>
                    <a:pt x="739506" y="236470"/>
                  </a:lnTo>
                  <a:lnTo>
                    <a:pt x="791625" y="190137"/>
                  </a:lnTo>
                  <a:lnTo>
                    <a:pt x="821733" y="139835"/>
                  </a:lnTo>
                  <a:lnTo>
                    <a:pt x="812708" y="108013"/>
                  </a:lnTo>
                  <a:lnTo>
                    <a:pt x="783874" y="75896"/>
                  </a:lnTo>
                  <a:lnTo>
                    <a:pt x="733865" y="48221"/>
                  </a:lnTo>
                  <a:lnTo>
                    <a:pt x="660195" y="23553"/>
                  </a:lnTo>
                  <a:lnTo>
                    <a:pt x="617629" y="13184"/>
                  </a:lnTo>
                  <a:lnTo>
                    <a:pt x="571632" y="5244"/>
                  </a:lnTo>
                  <a:lnTo>
                    <a:pt x="522496" y="570"/>
                  </a:lnTo>
                  <a:lnTo>
                    <a:pt x="470513" y="0"/>
                  </a:lnTo>
                  <a:close/>
                </a:path>
              </a:pathLst>
            </a:custGeom>
            <a:solidFill>
              <a:srgbClr val="9DD4B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8" name="object 378" descr=""/>
          <p:cNvGrpSpPr/>
          <p:nvPr/>
        </p:nvGrpSpPr>
        <p:grpSpPr>
          <a:xfrm>
            <a:off x="14644234" y="6214638"/>
            <a:ext cx="988060" cy="1961514"/>
            <a:chOff x="14644234" y="6214638"/>
            <a:chExt cx="988060" cy="1961514"/>
          </a:xfrm>
        </p:grpSpPr>
        <p:sp>
          <p:nvSpPr>
            <p:cNvPr id="379" name="object 379" descr=""/>
            <p:cNvSpPr/>
            <p:nvPr/>
          </p:nvSpPr>
          <p:spPr>
            <a:xfrm>
              <a:off x="14644234" y="6214638"/>
              <a:ext cx="988060" cy="1961514"/>
            </a:xfrm>
            <a:custGeom>
              <a:avLst/>
              <a:gdLst/>
              <a:ahLst/>
              <a:cxnLst/>
              <a:rect l="l" t="t" r="r" b="b"/>
              <a:pathLst>
                <a:path w="988059" h="1961515">
                  <a:moveTo>
                    <a:pt x="987634" y="0"/>
                  </a:moveTo>
                  <a:lnTo>
                    <a:pt x="0" y="0"/>
                  </a:lnTo>
                  <a:lnTo>
                    <a:pt x="0" y="1961092"/>
                  </a:lnTo>
                  <a:lnTo>
                    <a:pt x="987634" y="1961092"/>
                  </a:lnTo>
                  <a:lnTo>
                    <a:pt x="987634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14693710" y="6304019"/>
              <a:ext cx="889000" cy="1725930"/>
            </a:xfrm>
            <a:custGeom>
              <a:avLst/>
              <a:gdLst/>
              <a:ahLst/>
              <a:cxnLst/>
              <a:rect l="l" t="t" r="r" b="b"/>
              <a:pathLst>
                <a:path w="889000" h="1725929">
                  <a:moveTo>
                    <a:pt x="391020" y="891857"/>
                  </a:moveTo>
                  <a:lnTo>
                    <a:pt x="0" y="891857"/>
                  </a:lnTo>
                  <a:lnTo>
                    <a:pt x="0" y="1279804"/>
                  </a:lnTo>
                  <a:lnTo>
                    <a:pt x="391020" y="1279804"/>
                  </a:lnTo>
                  <a:lnTo>
                    <a:pt x="391020" y="891857"/>
                  </a:lnTo>
                  <a:close/>
                </a:path>
                <a:path w="889000" h="1725929">
                  <a:moveTo>
                    <a:pt x="482714" y="1337843"/>
                  </a:moveTo>
                  <a:lnTo>
                    <a:pt x="0" y="1337843"/>
                  </a:lnTo>
                  <a:lnTo>
                    <a:pt x="0" y="1725790"/>
                  </a:lnTo>
                  <a:lnTo>
                    <a:pt x="482714" y="1725790"/>
                  </a:lnTo>
                  <a:lnTo>
                    <a:pt x="482714" y="1337843"/>
                  </a:lnTo>
                  <a:close/>
                </a:path>
                <a:path w="889000" h="1725929">
                  <a:moveTo>
                    <a:pt x="888720" y="1337843"/>
                  </a:moveTo>
                  <a:lnTo>
                    <a:pt x="540639" y="1337843"/>
                  </a:lnTo>
                  <a:lnTo>
                    <a:pt x="540639" y="1725790"/>
                  </a:lnTo>
                  <a:lnTo>
                    <a:pt x="888720" y="1725790"/>
                  </a:lnTo>
                  <a:lnTo>
                    <a:pt x="888720" y="1337843"/>
                  </a:lnTo>
                  <a:close/>
                </a:path>
                <a:path w="889000" h="1725929">
                  <a:moveTo>
                    <a:pt x="888720" y="891857"/>
                  </a:moveTo>
                  <a:lnTo>
                    <a:pt x="448894" y="891857"/>
                  </a:lnTo>
                  <a:lnTo>
                    <a:pt x="448894" y="1279804"/>
                  </a:lnTo>
                  <a:lnTo>
                    <a:pt x="888720" y="1279804"/>
                  </a:lnTo>
                  <a:lnTo>
                    <a:pt x="888720" y="891857"/>
                  </a:lnTo>
                  <a:close/>
                </a:path>
                <a:path w="889000" h="1725929">
                  <a:moveTo>
                    <a:pt x="888720" y="445935"/>
                  </a:moveTo>
                  <a:lnTo>
                    <a:pt x="0" y="445935"/>
                  </a:lnTo>
                  <a:lnTo>
                    <a:pt x="0" y="833894"/>
                  </a:lnTo>
                  <a:lnTo>
                    <a:pt x="888720" y="833894"/>
                  </a:lnTo>
                  <a:lnTo>
                    <a:pt x="888720" y="445935"/>
                  </a:lnTo>
                  <a:close/>
                </a:path>
                <a:path w="889000" h="1725929">
                  <a:moveTo>
                    <a:pt x="888720" y="0"/>
                  </a:moveTo>
                  <a:lnTo>
                    <a:pt x="0" y="0"/>
                  </a:lnTo>
                  <a:lnTo>
                    <a:pt x="0" y="387908"/>
                  </a:lnTo>
                  <a:lnTo>
                    <a:pt x="888720" y="387908"/>
                  </a:lnTo>
                  <a:lnTo>
                    <a:pt x="888720" y="0"/>
                  </a:lnTo>
                  <a:close/>
                </a:path>
              </a:pathLst>
            </a:custGeom>
            <a:solidFill>
              <a:srgbClr val="C0C1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14739048" y="6350382"/>
              <a:ext cx="123189" cy="341630"/>
            </a:xfrm>
            <a:custGeom>
              <a:avLst/>
              <a:gdLst/>
              <a:ahLst/>
              <a:cxnLst/>
              <a:rect l="l" t="t" r="r" b="b"/>
              <a:pathLst>
                <a:path w="123190" h="341629">
                  <a:moveTo>
                    <a:pt x="122802" y="0"/>
                  </a:moveTo>
                  <a:lnTo>
                    <a:pt x="0" y="0"/>
                  </a:lnTo>
                  <a:lnTo>
                    <a:pt x="0" y="341539"/>
                  </a:lnTo>
                  <a:lnTo>
                    <a:pt x="122802" y="341539"/>
                  </a:lnTo>
                  <a:lnTo>
                    <a:pt x="122802" y="0"/>
                  </a:lnTo>
                  <a:close/>
                </a:path>
              </a:pathLst>
            </a:custGeom>
            <a:solidFill>
              <a:srgbClr val="E3D5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14905493" y="6391156"/>
              <a:ext cx="59055" cy="300990"/>
            </a:xfrm>
            <a:custGeom>
              <a:avLst/>
              <a:gdLst/>
              <a:ahLst/>
              <a:cxnLst/>
              <a:rect l="l" t="t" r="r" b="b"/>
              <a:pathLst>
                <a:path w="59055" h="300990">
                  <a:moveTo>
                    <a:pt x="58992" y="0"/>
                  </a:moveTo>
                  <a:lnTo>
                    <a:pt x="0" y="0"/>
                  </a:lnTo>
                  <a:lnTo>
                    <a:pt x="0" y="300765"/>
                  </a:lnTo>
                  <a:lnTo>
                    <a:pt x="58992" y="300765"/>
                  </a:lnTo>
                  <a:lnTo>
                    <a:pt x="58992" y="0"/>
                  </a:lnTo>
                  <a:close/>
                </a:path>
              </a:pathLst>
            </a:custGeom>
            <a:solidFill>
              <a:srgbClr val="EDD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15006129" y="6336770"/>
              <a:ext cx="61594" cy="355600"/>
            </a:xfrm>
            <a:custGeom>
              <a:avLst/>
              <a:gdLst/>
              <a:ahLst/>
              <a:cxnLst/>
              <a:rect l="l" t="t" r="r" b="b"/>
              <a:pathLst>
                <a:path w="61594" h="355600">
                  <a:moveTo>
                    <a:pt x="61097" y="0"/>
                  </a:moveTo>
                  <a:lnTo>
                    <a:pt x="0" y="0"/>
                  </a:lnTo>
                  <a:lnTo>
                    <a:pt x="0" y="355151"/>
                  </a:lnTo>
                  <a:lnTo>
                    <a:pt x="61097" y="355151"/>
                  </a:lnTo>
                  <a:lnTo>
                    <a:pt x="61097" y="0"/>
                  </a:lnTo>
                  <a:close/>
                </a:path>
              </a:pathLst>
            </a:custGeom>
            <a:solidFill>
              <a:srgbClr val="97D4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15105351" y="6336770"/>
              <a:ext cx="68580" cy="355600"/>
            </a:xfrm>
            <a:custGeom>
              <a:avLst/>
              <a:gdLst/>
              <a:ahLst/>
              <a:cxnLst/>
              <a:rect l="l" t="t" r="r" b="b"/>
              <a:pathLst>
                <a:path w="68580" h="355600">
                  <a:moveTo>
                    <a:pt x="68050" y="0"/>
                  </a:moveTo>
                  <a:lnTo>
                    <a:pt x="0" y="0"/>
                  </a:lnTo>
                  <a:lnTo>
                    <a:pt x="0" y="355151"/>
                  </a:lnTo>
                  <a:lnTo>
                    <a:pt x="68050" y="355151"/>
                  </a:lnTo>
                  <a:lnTo>
                    <a:pt x="68050" y="0"/>
                  </a:lnTo>
                  <a:close/>
                </a:path>
              </a:pathLst>
            </a:custGeom>
            <a:solidFill>
              <a:srgbClr val="99D6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15205390" y="6391156"/>
              <a:ext cx="77470" cy="300990"/>
            </a:xfrm>
            <a:custGeom>
              <a:avLst/>
              <a:gdLst/>
              <a:ahLst/>
              <a:cxnLst/>
              <a:rect l="l" t="t" r="r" b="b"/>
              <a:pathLst>
                <a:path w="77469" h="300990">
                  <a:moveTo>
                    <a:pt x="77055" y="0"/>
                  </a:moveTo>
                  <a:lnTo>
                    <a:pt x="0" y="0"/>
                  </a:lnTo>
                  <a:lnTo>
                    <a:pt x="0" y="300765"/>
                  </a:lnTo>
                  <a:lnTo>
                    <a:pt x="77055" y="300765"/>
                  </a:lnTo>
                  <a:lnTo>
                    <a:pt x="77055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15330140" y="6336770"/>
              <a:ext cx="55880" cy="355600"/>
            </a:xfrm>
            <a:custGeom>
              <a:avLst/>
              <a:gdLst/>
              <a:ahLst/>
              <a:cxnLst/>
              <a:rect l="l" t="t" r="r" b="b"/>
              <a:pathLst>
                <a:path w="55880" h="355600">
                  <a:moveTo>
                    <a:pt x="55307" y="0"/>
                  </a:moveTo>
                  <a:lnTo>
                    <a:pt x="0" y="0"/>
                  </a:lnTo>
                  <a:lnTo>
                    <a:pt x="0" y="355151"/>
                  </a:lnTo>
                  <a:lnTo>
                    <a:pt x="55307" y="355151"/>
                  </a:lnTo>
                  <a:lnTo>
                    <a:pt x="55307" y="0"/>
                  </a:lnTo>
                  <a:close/>
                </a:path>
              </a:pathLst>
            </a:custGeom>
            <a:solidFill>
              <a:srgbClr val="49A1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15422074" y="6369418"/>
              <a:ext cx="89535" cy="322580"/>
            </a:xfrm>
            <a:custGeom>
              <a:avLst/>
              <a:gdLst/>
              <a:ahLst/>
              <a:cxnLst/>
              <a:rect l="l" t="t" r="r" b="b"/>
              <a:pathLst>
                <a:path w="89534" h="322579">
                  <a:moveTo>
                    <a:pt x="89138" y="0"/>
                  </a:moveTo>
                  <a:lnTo>
                    <a:pt x="0" y="0"/>
                  </a:lnTo>
                  <a:lnTo>
                    <a:pt x="0" y="322503"/>
                  </a:lnTo>
                  <a:lnTo>
                    <a:pt x="89138" y="322503"/>
                  </a:lnTo>
                  <a:lnTo>
                    <a:pt x="89138" y="0"/>
                  </a:lnTo>
                  <a:close/>
                </a:path>
              </a:pathLst>
            </a:custGeom>
            <a:solidFill>
              <a:srgbClr val="8FC9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14693709" y="6325922"/>
              <a:ext cx="45720" cy="366395"/>
            </a:xfrm>
            <a:custGeom>
              <a:avLst/>
              <a:gdLst/>
              <a:ahLst/>
              <a:cxnLst/>
              <a:rect l="l" t="t" r="r" b="b"/>
              <a:pathLst>
                <a:path w="45719" h="366395">
                  <a:moveTo>
                    <a:pt x="45338" y="0"/>
                  </a:moveTo>
                  <a:lnTo>
                    <a:pt x="0" y="0"/>
                  </a:lnTo>
                  <a:lnTo>
                    <a:pt x="0" y="365999"/>
                  </a:lnTo>
                  <a:lnTo>
                    <a:pt x="45338" y="365999"/>
                  </a:lnTo>
                  <a:lnTo>
                    <a:pt x="45338" y="0"/>
                  </a:lnTo>
                  <a:close/>
                </a:path>
              </a:pathLst>
            </a:custGeom>
            <a:solidFill>
              <a:srgbClr val="99D6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14861851" y="6336770"/>
              <a:ext cx="43815" cy="355600"/>
            </a:xfrm>
            <a:custGeom>
              <a:avLst/>
              <a:gdLst/>
              <a:ahLst/>
              <a:cxnLst/>
              <a:rect l="l" t="t" r="r" b="b"/>
              <a:pathLst>
                <a:path w="43815" h="355600">
                  <a:moveTo>
                    <a:pt x="43642" y="0"/>
                  </a:moveTo>
                  <a:lnTo>
                    <a:pt x="0" y="0"/>
                  </a:lnTo>
                  <a:lnTo>
                    <a:pt x="0" y="355151"/>
                  </a:lnTo>
                  <a:lnTo>
                    <a:pt x="43642" y="355151"/>
                  </a:lnTo>
                  <a:lnTo>
                    <a:pt x="43642" y="0"/>
                  </a:lnTo>
                  <a:close/>
                </a:path>
              </a:pathLst>
            </a:custGeom>
            <a:solidFill>
              <a:srgbClr val="49A1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14964486" y="6391156"/>
              <a:ext cx="41910" cy="300990"/>
            </a:xfrm>
            <a:custGeom>
              <a:avLst/>
              <a:gdLst/>
              <a:ahLst/>
              <a:cxnLst/>
              <a:rect l="l" t="t" r="r" b="b"/>
              <a:pathLst>
                <a:path w="41909" h="300990">
                  <a:moveTo>
                    <a:pt x="41653" y="0"/>
                  </a:moveTo>
                  <a:lnTo>
                    <a:pt x="0" y="0"/>
                  </a:lnTo>
                  <a:lnTo>
                    <a:pt x="0" y="300765"/>
                  </a:lnTo>
                  <a:lnTo>
                    <a:pt x="41653" y="300765"/>
                  </a:lnTo>
                  <a:lnTo>
                    <a:pt x="41653" y="0"/>
                  </a:lnTo>
                  <a:close/>
                </a:path>
              </a:pathLst>
            </a:custGeom>
            <a:solidFill>
              <a:srgbClr val="8FC9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15067384" y="6359900"/>
              <a:ext cx="38100" cy="332105"/>
            </a:xfrm>
            <a:custGeom>
              <a:avLst/>
              <a:gdLst/>
              <a:ahLst/>
              <a:cxnLst/>
              <a:rect l="l" t="t" r="r" b="b"/>
              <a:pathLst>
                <a:path w="38100" h="332104">
                  <a:moveTo>
                    <a:pt x="37967" y="0"/>
                  </a:moveTo>
                  <a:lnTo>
                    <a:pt x="0" y="0"/>
                  </a:lnTo>
                  <a:lnTo>
                    <a:pt x="0" y="332021"/>
                  </a:lnTo>
                  <a:lnTo>
                    <a:pt x="37967" y="332021"/>
                  </a:lnTo>
                  <a:lnTo>
                    <a:pt x="37967" y="0"/>
                  </a:lnTo>
                  <a:close/>
                </a:path>
              </a:pathLst>
            </a:custGeom>
            <a:solidFill>
              <a:srgbClr val="EDD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15173401" y="6399344"/>
              <a:ext cx="32384" cy="292735"/>
            </a:xfrm>
            <a:custGeom>
              <a:avLst/>
              <a:gdLst/>
              <a:ahLst/>
              <a:cxnLst/>
              <a:rect l="l" t="t" r="r" b="b"/>
              <a:pathLst>
                <a:path w="32384" h="292734">
                  <a:moveTo>
                    <a:pt x="31978" y="0"/>
                  </a:moveTo>
                  <a:lnTo>
                    <a:pt x="0" y="0"/>
                  </a:lnTo>
                  <a:lnTo>
                    <a:pt x="0" y="292577"/>
                  </a:lnTo>
                  <a:lnTo>
                    <a:pt x="31978" y="292577"/>
                  </a:lnTo>
                  <a:lnTo>
                    <a:pt x="31978" y="0"/>
                  </a:lnTo>
                  <a:close/>
                </a:path>
              </a:pathLst>
            </a:custGeom>
            <a:solidFill>
              <a:srgbClr val="8FC9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15282435" y="6359900"/>
              <a:ext cx="48260" cy="332105"/>
            </a:xfrm>
            <a:custGeom>
              <a:avLst/>
              <a:gdLst/>
              <a:ahLst/>
              <a:cxnLst/>
              <a:rect l="l" t="t" r="r" b="b"/>
              <a:pathLst>
                <a:path w="48259" h="332104">
                  <a:moveTo>
                    <a:pt x="47694" y="0"/>
                  </a:moveTo>
                  <a:lnTo>
                    <a:pt x="0" y="0"/>
                  </a:lnTo>
                  <a:lnTo>
                    <a:pt x="0" y="332021"/>
                  </a:lnTo>
                  <a:lnTo>
                    <a:pt x="47694" y="332021"/>
                  </a:lnTo>
                  <a:lnTo>
                    <a:pt x="47694" y="0"/>
                  </a:lnTo>
                  <a:close/>
                </a:path>
              </a:pathLst>
            </a:custGeom>
            <a:solidFill>
              <a:srgbClr val="E3D5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15385437" y="6381229"/>
              <a:ext cx="36830" cy="311150"/>
            </a:xfrm>
            <a:custGeom>
              <a:avLst/>
              <a:gdLst/>
              <a:ahLst/>
              <a:cxnLst/>
              <a:rect l="l" t="t" r="r" b="b"/>
              <a:pathLst>
                <a:path w="36830" h="311150">
                  <a:moveTo>
                    <a:pt x="36637" y="0"/>
                  </a:moveTo>
                  <a:lnTo>
                    <a:pt x="0" y="0"/>
                  </a:lnTo>
                  <a:lnTo>
                    <a:pt x="0" y="310692"/>
                  </a:lnTo>
                  <a:lnTo>
                    <a:pt x="36637" y="310692"/>
                  </a:lnTo>
                  <a:lnTo>
                    <a:pt x="36637" y="0"/>
                  </a:lnTo>
                  <a:close/>
                </a:path>
              </a:pathLst>
            </a:custGeom>
            <a:solidFill>
              <a:srgbClr val="99D6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15511209" y="6344964"/>
              <a:ext cx="71755" cy="1238885"/>
            </a:xfrm>
            <a:custGeom>
              <a:avLst/>
              <a:gdLst/>
              <a:ahLst/>
              <a:cxnLst/>
              <a:rect l="l" t="t" r="r" b="b"/>
              <a:pathLst>
                <a:path w="71755" h="1238884">
                  <a:moveTo>
                    <a:pt x="71221" y="883767"/>
                  </a:moveTo>
                  <a:lnTo>
                    <a:pt x="11099" y="883767"/>
                  </a:lnTo>
                  <a:lnTo>
                    <a:pt x="11099" y="1238859"/>
                  </a:lnTo>
                  <a:lnTo>
                    <a:pt x="71221" y="1238859"/>
                  </a:lnTo>
                  <a:lnTo>
                    <a:pt x="71221" y="883767"/>
                  </a:lnTo>
                  <a:close/>
                </a:path>
                <a:path w="71755" h="1238884">
                  <a:moveTo>
                    <a:pt x="71221" y="0"/>
                  </a:moveTo>
                  <a:lnTo>
                    <a:pt x="0" y="0"/>
                  </a:lnTo>
                  <a:lnTo>
                    <a:pt x="0" y="346964"/>
                  </a:lnTo>
                  <a:lnTo>
                    <a:pt x="71221" y="346964"/>
                  </a:lnTo>
                  <a:lnTo>
                    <a:pt x="71221" y="0"/>
                  </a:lnTo>
                  <a:close/>
                </a:path>
              </a:pathLst>
            </a:custGeom>
            <a:solidFill>
              <a:srgbClr val="97D4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15417886" y="7228722"/>
              <a:ext cx="67310" cy="355600"/>
            </a:xfrm>
            <a:custGeom>
              <a:avLst/>
              <a:gdLst/>
              <a:ahLst/>
              <a:cxnLst/>
              <a:rect l="l" t="t" r="r" b="b"/>
              <a:pathLst>
                <a:path w="67309" h="355600">
                  <a:moveTo>
                    <a:pt x="66929" y="0"/>
                  </a:moveTo>
                  <a:lnTo>
                    <a:pt x="0" y="0"/>
                  </a:lnTo>
                  <a:lnTo>
                    <a:pt x="0" y="355099"/>
                  </a:lnTo>
                  <a:lnTo>
                    <a:pt x="66929" y="355099"/>
                  </a:lnTo>
                  <a:lnTo>
                    <a:pt x="66929" y="0"/>
                  </a:lnTo>
                  <a:close/>
                </a:path>
              </a:pathLst>
            </a:custGeom>
            <a:solidFill>
              <a:srgbClr val="99D6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15310539" y="7283055"/>
              <a:ext cx="76200" cy="300990"/>
            </a:xfrm>
            <a:custGeom>
              <a:avLst/>
              <a:gdLst/>
              <a:ahLst/>
              <a:cxnLst/>
              <a:rect l="l" t="t" r="r" b="b"/>
              <a:pathLst>
                <a:path w="76200" h="300990">
                  <a:moveTo>
                    <a:pt x="75882" y="0"/>
                  </a:moveTo>
                  <a:lnTo>
                    <a:pt x="0" y="0"/>
                  </a:lnTo>
                  <a:lnTo>
                    <a:pt x="0" y="300765"/>
                  </a:lnTo>
                  <a:lnTo>
                    <a:pt x="75882" y="300765"/>
                  </a:lnTo>
                  <a:lnTo>
                    <a:pt x="75882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15209275" y="7228722"/>
              <a:ext cx="54610" cy="355600"/>
            </a:xfrm>
            <a:custGeom>
              <a:avLst/>
              <a:gdLst/>
              <a:ahLst/>
              <a:cxnLst/>
              <a:rect l="l" t="t" r="r" b="b"/>
              <a:pathLst>
                <a:path w="54609" h="355600">
                  <a:moveTo>
                    <a:pt x="54343" y="0"/>
                  </a:moveTo>
                  <a:lnTo>
                    <a:pt x="0" y="0"/>
                  </a:lnTo>
                  <a:lnTo>
                    <a:pt x="0" y="355099"/>
                  </a:lnTo>
                  <a:lnTo>
                    <a:pt x="54343" y="355099"/>
                  </a:lnTo>
                  <a:lnTo>
                    <a:pt x="54343" y="0"/>
                  </a:lnTo>
                  <a:close/>
                </a:path>
              </a:pathLst>
            </a:custGeom>
            <a:solidFill>
              <a:srgbClr val="49A1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15484806" y="7251800"/>
              <a:ext cx="37465" cy="332105"/>
            </a:xfrm>
            <a:custGeom>
              <a:avLst/>
              <a:gdLst/>
              <a:ahLst/>
              <a:cxnLst/>
              <a:rect l="l" t="t" r="r" b="b"/>
              <a:pathLst>
                <a:path w="37465" h="332104">
                  <a:moveTo>
                    <a:pt x="37307" y="0"/>
                  </a:moveTo>
                  <a:lnTo>
                    <a:pt x="0" y="0"/>
                  </a:lnTo>
                  <a:lnTo>
                    <a:pt x="0" y="332021"/>
                  </a:lnTo>
                  <a:lnTo>
                    <a:pt x="37307" y="332021"/>
                  </a:lnTo>
                  <a:lnTo>
                    <a:pt x="37307" y="0"/>
                  </a:lnTo>
                  <a:close/>
                </a:path>
              </a:pathLst>
            </a:custGeom>
            <a:solidFill>
              <a:srgbClr val="EDD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15386411" y="7291191"/>
              <a:ext cx="31750" cy="292735"/>
            </a:xfrm>
            <a:custGeom>
              <a:avLst/>
              <a:gdLst/>
              <a:ahLst/>
              <a:cxnLst/>
              <a:rect l="l" t="t" r="r" b="b"/>
              <a:pathLst>
                <a:path w="31750" h="292734">
                  <a:moveTo>
                    <a:pt x="31465" y="0"/>
                  </a:moveTo>
                  <a:lnTo>
                    <a:pt x="0" y="0"/>
                  </a:lnTo>
                  <a:lnTo>
                    <a:pt x="0" y="292629"/>
                  </a:lnTo>
                  <a:lnTo>
                    <a:pt x="31465" y="292629"/>
                  </a:lnTo>
                  <a:lnTo>
                    <a:pt x="31465" y="0"/>
                  </a:lnTo>
                  <a:close/>
                </a:path>
              </a:pathLst>
            </a:custGeom>
            <a:solidFill>
              <a:srgbClr val="8FC9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15263608" y="7251800"/>
              <a:ext cx="46990" cy="332105"/>
            </a:xfrm>
            <a:custGeom>
              <a:avLst/>
              <a:gdLst/>
              <a:ahLst/>
              <a:cxnLst/>
              <a:rect l="l" t="t" r="r" b="b"/>
              <a:pathLst>
                <a:path w="46990" h="332104">
                  <a:moveTo>
                    <a:pt x="46920" y="0"/>
                  </a:moveTo>
                  <a:lnTo>
                    <a:pt x="0" y="0"/>
                  </a:lnTo>
                  <a:lnTo>
                    <a:pt x="0" y="332021"/>
                  </a:lnTo>
                  <a:lnTo>
                    <a:pt x="46920" y="332021"/>
                  </a:lnTo>
                  <a:lnTo>
                    <a:pt x="46920" y="0"/>
                  </a:lnTo>
                  <a:close/>
                </a:path>
              </a:pathLst>
            </a:custGeom>
            <a:solidFill>
              <a:srgbClr val="E3D5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15142596" y="7273077"/>
              <a:ext cx="66675" cy="311150"/>
            </a:xfrm>
            <a:custGeom>
              <a:avLst/>
              <a:gdLst/>
              <a:ahLst/>
              <a:cxnLst/>
              <a:rect l="l" t="t" r="r" b="b"/>
              <a:pathLst>
                <a:path w="66675" h="311150">
                  <a:moveTo>
                    <a:pt x="66668" y="0"/>
                  </a:moveTo>
                  <a:lnTo>
                    <a:pt x="0" y="0"/>
                  </a:lnTo>
                  <a:lnTo>
                    <a:pt x="0" y="310744"/>
                  </a:lnTo>
                  <a:lnTo>
                    <a:pt x="66668" y="310744"/>
                  </a:lnTo>
                  <a:lnTo>
                    <a:pt x="66668" y="0"/>
                  </a:lnTo>
                  <a:close/>
                </a:path>
              </a:pathLst>
            </a:custGeom>
            <a:solidFill>
              <a:srgbClr val="99D6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15154470" y="6794672"/>
              <a:ext cx="125095" cy="341630"/>
            </a:xfrm>
            <a:custGeom>
              <a:avLst/>
              <a:gdLst/>
              <a:ahLst/>
              <a:cxnLst/>
              <a:rect l="l" t="t" r="r" b="b"/>
              <a:pathLst>
                <a:path w="125094" h="341629">
                  <a:moveTo>
                    <a:pt x="125053" y="0"/>
                  </a:moveTo>
                  <a:lnTo>
                    <a:pt x="0" y="0"/>
                  </a:lnTo>
                  <a:lnTo>
                    <a:pt x="0" y="341539"/>
                  </a:lnTo>
                  <a:lnTo>
                    <a:pt x="125053" y="341539"/>
                  </a:lnTo>
                  <a:lnTo>
                    <a:pt x="125053" y="0"/>
                  </a:lnTo>
                  <a:close/>
                </a:path>
              </a:pathLst>
            </a:custGeom>
            <a:solidFill>
              <a:srgbClr val="E3D5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14849108" y="6835498"/>
              <a:ext cx="60325" cy="300990"/>
            </a:xfrm>
            <a:custGeom>
              <a:avLst/>
              <a:gdLst/>
              <a:ahLst/>
              <a:cxnLst/>
              <a:rect l="l" t="t" r="r" b="b"/>
              <a:pathLst>
                <a:path w="60325" h="300990">
                  <a:moveTo>
                    <a:pt x="60071" y="0"/>
                  </a:moveTo>
                  <a:lnTo>
                    <a:pt x="0" y="0"/>
                  </a:lnTo>
                  <a:lnTo>
                    <a:pt x="0" y="300713"/>
                  </a:lnTo>
                  <a:lnTo>
                    <a:pt x="60071" y="300713"/>
                  </a:lnTo>
                  <a:lnTo>
                    <a:pt x="60071" y="0"/>
                  </a:lnTo>
                  <a:close/>
                </a:path>
              </a:pathLst>
            </a:custGeom>
            <a:solidFill>
              <a:srgbClr val="EDD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15335868" y="6781113"/>
              <a:ext cx="62230" cy="355600"/>
            </a:xfrm>
            <a:custGeom>
              <a:avLst/>
              <a:gdLst/>
              <a:ahLst/>
              <a:cxnLst/>
              <a:rect l="l" t="t" r="r" b="b"/>
              <a:pathLst>
                <a:path w="62230" h="355600">
                  <a:moveTo>
                    <a:pt x="62218" y="0"/>
                  </a:moveTo>
                  <a:lnTo>
                    <a:pt x="0" y="0"/>
                  </a:lnTo>
                  <a:lnTo>
                    <a:pt x="0" y="355099"/>
                  </a:lnTo>
                  <a:lnTo>
                    <a:pt x="62218" y="355099"/>
                  </a:lnTo>
                  <a:lnTo>
                    <a:pt x="62218" y="0"/>
                  </a:lnTo>
                  <a:close/>
                </a:path>
              </a:pathLst>
            </a:custGeom>
            <a:solidFill>
              <a:srgbClr val="97D4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15052599" y="6781113"/>
              <a:ext cx="69850" cy="355600"/>
            </a:xfrm>
            <a:custGeom>
              <a:avLst/>
              <a:gdLst/>
              <a:ahLst/>
              <a:cxnLst/>
              <a:rect l="l" t="t" r="r" b="b"/>
              <a:pathLst>
                <a:path w="69850" h="355600">
                  <a:moveTo>
                    <a:pt x="69327" y="0"/>
                  </a:moveTo>
                  <a:lnTo>
                    <a:pt x="0" y="0"/>
                  </a:lnTo>
                  <a:lnTo>
                    <a:pt x="0" y="355099"/>
                  </a:lnTo>
                  <a:lnTo>
                    <a:pt x="69327" y="355099"/>
                  </a:lnTo>
                  <a:lnTo>
                    <a:pt x="69327" y="0"/>
                  </a:lnTo>
                  <a:close/>
                </a:path>
              </a:pathLst>
            </a:custGeom>
            <a:solidFill>
              <a:srgbClr val="99D6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14739865" y="6804232"/>
              <a:ext cx="65405" cy="332105"/>
            </a:xfrm>
            <a:custGeom>
              <a:avLst/>
              <a:gdLst/>
              <a:ahLst/>
              <a:cxnLst/>
              <a:rect l="l" t="t" r="r" b="b"/>
              <a:pathLst>
                <a:path w="65405" h="332104">
                  <a:moveTo>
                    <a:pt x="64825" y="0"/>
                  </a:moveTo>
                  <a:lnTo>
                    <a:pt x="0" y="0"/>
                  </a:lnTo>
                  <a:lnTo>
                    <a:pt x="0" y="331979"/>
                  </a:lnTo>
                  <a:lnTo>
                    <a:pt x="64825" y="331979"/>
                  </a:lnTo>
                  <a:lnTo>
                    <a:pt x="64825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15526103" y="6781113"/>
              <a:ext cx="56515" cy="355600"/>
            </a:xfrm>
            <a:custGeom>
              <a:avLst/>
              <a:gdLst/>
              <a:ahLst/>
              <a:cxnLst/>
              <a:rect l="l" t="t" r="r" b="b"/>
              <a:pathLst>
                <a:path w="56515" h="355600">
                  <a:moveTo>
                    <a:pt x="56333" y="0"/>
                  </a:moveTo>
                  <a:lnTo>
                    <a:pt x="0" y="0"/>
                  </a:lnTo>
                  <a:lnTo>
                    <a:pt x="0" y="355099"/>
                  </a:lnTo>
                  <a:lnTo>
                    <a:pt x="56333" y="355099"/>
                  </a:lnTo>
                  <a:lnTo>
                    <a:pt x="56333" y="0"/>
                  </a:lnTo>
                  <a:close/>
                </a:path>
              </a:pathLst>
            </a:custGeom>
            <a:solidFill>
              <a:srgbClr val="49A1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15435383" y="6813750"/>
              <a:ext cx="90805" cy="322580"/>
            </a:xfrm>
            <a:custGeom>
              <a:avLst/>
              <a:gdLst/>
              <a:ahLst/>
              <a:cxnLst/>
              <a:rect l="l" t="t" r="r" b="b"/>
              <a:pathLst>
                <a:path w="90805" h="322579">
                  <a:moveTo>
                    <a:pt x="90719" y="0"/>
                  </a:moveTo>
                  <a:lnTo>
                    <a:pt x="0" y="0"/>
                  </a:lnTo>
                  <a:lnTo>
                    <a:pt x="0" y="322461"/>
                  </a:lnTo>
                  <a:lnTo>
                    <a:pt x="90719" y="322461"/>
                  </a:lnTo>
                  <a:lnTo>
                    <a:pt x="90719" y="0"/>
                  </a:lnTo>
                  <a:close/>
                </a:path>
              </a:pathLst>
            </a:custGeom>
            <a:solidFill>
              <a:srgbClr val="8FC9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14693709" y="6770265"/>
              <a:ext cx="46355" cy="366395"/>
            </a:xfrm>
            <a:custGeom>
              <a:avLst/>
              <a:gdLst/>
              <a:ahLst/>
              <a:cxnLst/>
              <a:rect l="l" t="t" r="r" b="b"/>
              <a:pathLst>
                <a:path w="46355" h="366395">
                  <a:moveTo>
                    <a:pt x="46155" y="0"/>
                  </a:moveTo>
                  <a:lnTo>
                    <a:pt x="0" y="0"/>
                  </a:lnTo>
                  <a:lnTo>
                    <a:pt x="0" y="365946"/>
                  </a:lnTo>
                  <a:lnTo>
                    <a:pt x="46155" y="365946"/>
                  </a:lnTo>
                  <a:lnTo>
                    <a:pt x="46155" y="0"/>
                  </a:lnTo>
                  <a:close/>
                </a:path>
              </a:pathLst>
            </a:custGeom>
            <a:solidFill>
              <a:srgbClr val="E3D5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14804690" y="6781113"/>
              <a:ext cx="44450" cy="355600"/>
            </a:xfrm>
            <a:custGeom>
              <a:avLst/>
              <a:gdLst/>
              <a:ahLst/>
              <a:cxnLst/>
              <a:rect l="l" t="t" r="r" b="b"/>
              <a:pathLst>
                <a:path w="44450" h="355600">
                  <a:moveTo>
                    <a:pt x="44417" y="0"/>
                  </a:moveTo>
                  <a:lnTo>
                    <a:pt x="0" y="0"/>
                  </a:lnTo>
                  <a:lnTo>
                    <a:pt x="0" y="355099"/>
                  </a:lnTo>
                  <a:lnTo>
                    <a:pt x="44417" y="355099"/>
                  </a:lnTo>
                  <a:lnTo>
                    <a:pt x="44417" y="0"/>
                  </a:lnTo>
                  <a:close/>
                </a:path>
              </a:pathLst>
            </a:custGeom>
            <a:solidFill>
              <a:srgbClr val="49A1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14909179" y="6835498"/>
              <a:ext cx="42545" cy="300990"/>
            </a:xfrm>
            <a:custGeom>
              <a:avLst/>
              <a:gdLst/>
              <a:ahLst/>
              <a:cxnLst/>
              <a:rect l="l" t="t" r="r" b="b"/>
              <a:pathLst>
                <a:path w="42544" h="300990">
                  <a:moveTo>
                    <a:pt x="42417" y="0"/>
                  </a:moveTo>
                  <a:lnTo>
                    <a:pt x="0" y="0"/>
                  </a:lnTo>
                  <a:lnTo>
                    <a:pt x="0" y="300713"/>
                  </a:lnTo>
                  <a:lnTo>
                    <a:pt x="42417" y="300713"/>
                  </a:lnTo>
                  <a:lnTo>
                    <a:pt x="42417" y="0"/>
                  </a:lnTo>
                  <a:close/>
                </a:path>
              </a:pathLst>
            </a:custGeom>
            <a:solidFill>
              <a:srgbClr val="8FC9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15013972" y="6804232"/>
              <a:ext cx="38735" cy="332105"/>
            </a:xfrm>
            <a:custGeom>
              <a:avLst/>
              <a:gdLst/>
              <a:ahLst/>
              <a:cxnLst/>
              <a:rect l="l" t="t" r="r" b="b"/>
              <a:pathLst>
                <a:path w="38734" h="332104">
                  <a:moveTo>
                    <a:pt x="38627" y="0"/>
                  </a:moveTo>
                  <a:lnTo>
                    <a:pt x="0" y="0"/>
                  </a:lnTo>
                  <a:lnTo>
                    <a:pt x="0" y="331979"/>
                  </a:lnTo>
                  <a:lnTo>
                    <a:pt x="38627" y="331979"/>
                  </a:lnTo>
                  <a:lnTo>
                    <a:pt x="38627" y="0"/>
                  </a:lnTo>
                  <a:close/>
                </a:path>
              </a:pathLst>
            </a:custGeom>
            <a:solidFill>
              <a:srgbClr val="EDD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15121927" y="6843634"/>
              <a:ext cx="33020" cy="292735"/>
            </a:xfrm>
            <a:custGeom>
              <a:avLst/>
              <a:gdLst/>
              <a:ahLst/>
              <a:cxnLst/>
              <a:rect l="l" t="t" r="r" b="b"/>
              <a:pathLst>
                <a:path w="33019" h="292734">
                  <a:moveTo>
                    <a:pt x="32543" y="0"/>
                  </a:moveTo>
                  <a:lnTo>
                    <a:pt x="0" y="0"/>
                  </a:lnTo>
                  <a:lnTo>
                    <a:pt x="0" y="292577"/>
                  </a:lnTo>
                  <a:lnTo>
                    <a:pt x="32543" y="292577"/>
                  </a:lnTo>
                  <a:lnTo>
                    <a:pt x="32543" y="0"/>
                  </a:lnTo>
                  <a:close/>
                </a:path>
              </a:pathLst>
            </a:custGeom>
            <a:solidFill>
              <a:srgbClr val="8FC9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15279524" y="6804232"/>
              <a:ext cx="56515" cy="332105"/>
            </a:xfrm>
            <a:custGeom>
              <a:avLst/>
              <a:gdLst/>
              <a:ahLst/>
              <a:cxnLst/>
              <a:rect l="l" t="t" r="r" b="b"/>
              <a:pathLst>
                <a:path w="56515" h="332104">
                  <a:moveTo>
                    <a:pt x="56333" y="0"/>
                  </a:moveTo>
                  <a:lnTo>
                    <a:pt x="0" y="0"/>
                  </a:lnTo>
                  <a:lnTo>
                    <a:pt x="0" y="331979"/>
                  </a:lnTo>
                  <a:lnTo>
                    <a:pt x="56333" y="331979"/>
                  </a:lnTo>
                  <a:lnTo>
                    <a:pt x="56333" y="0"/>
                  </a:lnTo>
                  <a:close/>
                </a:path>
              </a:pathLst>
            </a:custGeom>
            <a:solidFill>
              <a:srgbClr val="49A1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15398086" y="6825520"/>
              <a:ext cx="37465" cy="311150"/>
            </a:xfrm>
            <a:custGeom>
              <a:avLst/>
              <a:gdLst/>
              <a:ahLst/>
              <a:cxnLst/>
              <a:rect l="l" t="t" r="r" b="b"/>
              <a:pathLst>
                <a:path w="37465" h="311150">
                  <a:moveTo>
                    <a:pt x="37297" y="0"/>
                  </a:moveTo>
                  <a:lnTo>
                    <a:pt x="0" y="0"/>
                  </a:lnTo>
                  <a:lnTo>
                    <a:pt x="0" y="310692"/>
                  </a:lnTo>
                  <a:lnTo>
                    <a:pt x="37297" y="310692"/>
                  </a:lnTo>
                  <a:lnTo>
                    <a:pt x="37297" y="0"/>
                  </a:lnTo>
                  <a:close/>
                </a:path>
              </a:pathLst>
            </a:custGeom>
            <a:solidFill>
              <a:srgbClr val="99D6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14951597" y="6789301"/>
              <a:ext cx="62865" cy="347345"/>
            </a:xfrm>
            <a:custGeom>
              <a:avLst/>
              <a:gdLst/>
              <a:ahLst/>
              <a:cxnLst/>
              <a:rect l="l" t="t" r="r" b="b"/>
              <a:pathLst>
                <a:path w="62865" h="347345">
                  <a:moveTo>
                    <a:pt x="62375" y="0"/>
                  </a:moveTo>
                  <a:lnTo>
                    <a:pt x="0" y="0"/>
                  </a:lnTo>
                  <a:lnTo>
                    <a:pt x="0" y="346910"/>
                  </a:lnTo>
                  <a:lnTo>
                    <a:pt x="62375" y="346910"/>
                  </a:lnTo>
                  <a:lnTo>
                    <a:pt x="62375" y="0"/>
                  </a:lnTo>
                  <a:close/>
                </a:path>
              </a:pathLst>
            </a:custGeom>
            <a:solidFill>
              <a:srgbClr val="97D4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14918739" y="7689891"/>
              <a:ext cx="114935" cy="340360"/>
            </a:xfrm>
            <a:custGeom>
              <a:avLst/>
              <a:gdLst/>
              <a:ahLst/>
              <a:cxnLst/>
              <a:rect l="l" t="t" r="r" b="b"/>
              <a:pathLst>
                <a:path w="114934" h="340359">
                  <a:moveTo>
                    <a:pt x="114666" y="0"/>
                  </a:moveTo>
                  <a:lnTo>
                    <a:pt x="0" y="0"/>
                  </a:lnTo>
                  <a:lnTo>
                    <a:pt x="0" y="339905"/>
                  </a:lnTo>
                  <a:lnTo>
                    <a:pt x="114666" y="339905"/>
                  </a:lnTo>
                  <a:lnTo>
                    <a:pt x="114666" y="0"/>
                  </a:lnTo>
                  <a:close/>
                </a:path>
              </a:pathLst>
            </a:custGeom>
            <a:solidFill>
              <a:srgbClr val="E3D5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15085142" y="7676331"/>
              <a:ext cx="57150" cy="353695"/>
            </a:xfrm>
            <a:custGeom>
              <a:avLst/>
              <a:gdLst/>
              <a:ahLst/>
              <a:cxnLst/>
              <a:rect l="l" t="t" r="r" b="b"/>
              <a:pathLst>
                <a:path w="57150" h="353695">
                  <a:moveTo>
                    <a:pt x="57097" y="0"/>
                  </a:moveTo>
                  <a:lnTo>
                    <a:pt x="0" y="0"/>
                  </a:lnTo>
                  <a:lnTo>
                    <a:pt x="0" y="353465"/>
                  </a:lnTo>
                  <a:lnTo>
                    <a:pt x="57097" y="353465"/>
                  </a:lnTo>
                  <a:lnTo>
                    <a:pt x="57097" y="0"/>
                  </a:lnTo>
                  <a:close/>
                </a:path>
              </a:pathLst>
            </a:custGeom>
            <a:solidFill>
              <a:srgbClr val="97D4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14825318" y="7676331"/>
              <a:ext cx="64135" cy="353695"/>
            </a:xfrm>
            <a:custGeom>
              <a:avLst/>
              <a:gdLst/>
              <a:ahLst/>
              <a:cxnLst/>
              <a:rect l="l" t="t" r="r" b="b"/>
              <a:pathLst>
                <a:path w="64134" h="353695">
                  <a:moveTo>
                    <a:pt x="63547" y="0"/>
                  </a:moveTo>
                  <a:lnTo>
                    <a:pt x="0" y="0"/>
                  </a:lnTo>
                  <a:lnTo>
                    <a:pt x="0" y="353465"/>
                  </a:lnTo>
                  <a:lnTo>
                    <a:pt x="63547" y="353465"/>
                  </a:lnTo>
                  <a:lnTo>
                    <a:pt x="63547" y="0"/>
                  </a:lnTo>
                  <a:close/>
                </a:path>
              </a:pathLst>
            </a:custGeom>
            <a:solidFill>
              <a:srgbClr val="99D6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14693709" y="7730466"/>
              <a:ext cx="39370" cy="299720"/>
            </a:xfrm>
            <a:custGeom>
              <a:avLst/>
              <a:gdLst/>
              <a:ahLst/>
              <a:cxnLst/>
              <a:rect l="l" t="t" r="r" b="b"/>
              <a:pathLst>
                <a:path w="39369" h="299720">
                  <a:moveTo>
                    <a:pt x="38941" y="0"/>
                  </a:moveTo>
                  <a:lnTo>
                    <a:pt x="0" y="0"/>
                  </a:lnTo>
                  <a:lnTo>
                    <a:pt x="0" y="299331"/>
                  </a:lnTo>
                  <a:lnTo>
                    <a:pt x="38941" y="299331"/>
                  </a:lnTo>
                  <a:lnTo>
                    <a:pt x="38941" y="0"/>
                  </a:lnTo>
                  <a:close/>
                </a:path>
              </a:pathLst>
            </a:custGeom>
            <a:solidFill>
              <a:srgbClr val="8FC9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14789853" y="7699357"/>
              <a:ext cx="35560" cy="330835"/>
            </a:xfrm>
            <a:custGeom>
              <a:avLst/>
              <a:gdLst/>
              <a:ahLst/>
              <a:cxnLst/>
              <a:rect l="l" t="t" r="r" b="b"/>
              <a:pathLst>
                <a:path w="35559" h="330834">
                  <a:moveTo>
                    <a:pt x="35454" y="0"/>
                  </a:moveTo>
                  <a:lnTo>
                    <a:pt x="0" y="0"/>
                  </a:lnTo>
                  <a:lnTo>
                    <a:pt x="0" y="330440"/>
                  </a:lnTo>
                  <a:lnTo>
                    <a:pt x="35454" y="330440"/>
                  </a:lnTo>
                  <a:lnTo>
                    <a:pt x="35454" y="0"/>
                  </a:lnTo>
                  <a:close/>
                </a:path>
              </a:pathLst>
            </a:custGeom>
            <a:solidFill>
              <a:srgbClr val="EDD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14888855" y="7738602"/>
              <a:ext cx="30480" cy="291465"/>
            </a:xfrm>
            <a:custGeom>
              <a:avLst/>
              <a:gdLst/>
              <a:ahLst/>
              <a:cxnLst/>
              <a:rect l="l" t="t" r="r" b="b"/>
              <a:pathLst>
                <a:path w="30480" h="291465">
                  <a:moveTo>
                    <a:pt x="29883" y="0"/>
                  </a:moveTo>
                  <a:lnTo>
                    <a:pt x="0" y="0"/>
                  </a:lnTo>
                  <a:lnTo>
                    <a:pt x="0" y="291195"/>
                  </a:lnTo>
                  <a:lnTo>
                    <a:pt x="29883" y="291195"/>
                  </a:lnTo>
                  <a:lnTo>
                    <a:pt x="29883" y="0"/>
                  </a:lnTo>
                  <a:close/>
                </a:path>
              </a:pathLst>
            </a:custGeom>
            <a:solidFill>
              <a:srgbClr val="8FC9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15033416" y="7699357"/>
              <a:ext cx="52069" cy="330835"/>
            </a:xfrm>
            <a:custGeom>
              <a:avLst/>
              <a:gdLst/>
              <a:ahLst/>
              <a:cxnLst/>
              <a:rect l="l" t="t" r="r" b="b"/>
              <a:pathLst>
                <a:path w="52069" h="330834">
                  <a:moveTo>
                    <a:pt x="51726" y="0"/>
                  </a:moveTo>
                  <a:lnTo>
                    <a:pt x="0" y="0"/>
                  </a:lnTo>
                  <a:lnTo>
                    <a:pt x="0" y="330440"/>
                  </a:lnTo>
                  <a:lnTo>
                    <a:pt x="51726" y="330440"/>
                  </a:lnTo>
                  <a:lnTo>
                    <a:pt x="51726" y="0"/>
                  </a:lnTo>
                  <a:close/>
                </a:path>
              </a:pathLst>
            </a:custGeom>
            <a:solidFill>
              <a:srgbClr val="49A1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 descr=""/>
            <p:cNvSpPr/>
            <p:nvPr/>
          </p:nvSpPr>
          <p:spPr>
            <a:xfrm>
              <a:off x="15142251" y="7720539"/>
              <a:ext cx="34290" cy="309880"/>
            </a:xfrm>
            <a:custGeom>
              <a:avLst/>
              <a:gdLst/>
              <a:ahLst/>
              <a:cxnLst/>
              <a:rect l="l" t="t" r="r" b="b"/>
              <a:pathLst>
                <a:path w="34290" h="309879">
                  <a:moveTo>
                    <a:pt x="34176" y="0"/>
                  </a:moveTo>
                  <a:lnTo>
                    <a:pt x="0" y="0"/>
                  </a:lnTo>
                  <a:lnTo>
                    <a:pt x="0" y="309257"/>
                  </a:lnTo>
                  <a:lnTo>
                    <a:pt x="34176" y="309257"/>
                  </a:lnTo>
                  <a:lnTo>
                    <a:pt x="34176" y="0"/>
                  </a:lnTo>
                  <a:close/>
                </a:path>
              </a:pathLst>
            </a:custGeom>
            <a:solidFill>
              <a:srgbClr val="99D6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14732650" y="7684520"/>
              <a:ext cx="57785" cy="345440"/>
            </a:xfrm>
            <a:custGeom>
              <a:avLst/>
              <a:gdLst/>
              <a:ahLst/>
              <a:cxnLst/>
              <a:rect l="l" t="t" r="r" b="b"/>
              <a:pathLst>
                <a:path w="57784" h="345440">
                  <a:moveTo>
                    <a:pt x="57202" y="0"/>
                  </a:moveTo>
                  <a:lnTo>
                    <a:pt x="0" y="0"/>
                  </a:lnTo>
                  <a:lnTo>
                    <a:pt x="0" y="345277"/>
                  </a:lnTo>
                  <a:lnTo>
                    <a:pt x="57202" y="345277"/>
                  </a:lnTo>
                  <a:lnTo>
                    <a:pt x="57202" y="0"/>
                  </a:lnTo>
                  <a:close/>
                </a:path>
              </a:pathLst>
            </a:custGeom>
            <a:solidFill>
              <a:srgbClr val="97D4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15274668" y="7853067"/>
              <a:ext cx="284480" cy="78105"/>
            </a:xfrm>
            <a:custGeom>
              <a:avLst/>
              <a:gdLst/>
              <a:ahLst/>
              <a:cxnLst/>
              <a:rect l="l" t="t" r="r" b="b"/>
              <a:pathLst>
                <a:path w="284480" h="78104">
                  <a:moveTo>
                    <a:pt x="284336" y="0"/>
                  </a:moveTo>
                  <a:lnTo>
                    <a:pt x="38941" y="0"/>
                  </a:lnTo>
                  <a:lnTo>
                    <a:pt x="23787" y="3062"/>
                  </a:lnTo>
                  <a:lnTo>
                    <a:pt x="11409" y="11415"/>
                  </a:lnTo>
                  <a:lnTo>
                    <a:pt x="3061" y="23809"/>
                  </a:lnTo>
                  <a:lnTo>
                    <a:pt x="0" y="38993"/>
                  </a:lnTo>
                  <a:lnTo>
                    <a:pt x="3061" y="54163"/>
                  </a:lnTo>
                  <a:lnTo>
                    <a:pt x="11409" y="66535"/>
                  </a:lnTo>
                  <a:lnTo>
                    <a:pt x="23787" y="74870"/>
                  </a:lnTo>
                  <a:lnTo>
                    <a:pt x="38941" y="77924"/>
                  </a:lnTo>
                  <a:lnTo>
                    <a:pt x="284336" y="77924"/>
                  </a:lnTo>
                  <a:lnTo>
                    <a:pt x="284336" y="0"/>
                  </a:lnTo>
                  <a:close/>
                </a:path>
              </a:pathLst>
            </a:custGeom>
            <a:solidFill>
              <a:srgbClr val="EDDF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8" name="object 428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274662" y="7853064"/>
              <a:ext cx="284346" cy="77934"/>
            </a:xfrm>
            <a:prstGeom prst="rect">
              <a:avLst/>
            </a:prstGeom>
          </p:spPr>
        </p:pic>
        <p:sp>
          <p:nvSpPr>
            <p:cNvPr id="429" name="object 429" descr=""/>
            <p:cNvSpPr/>
            <p:nvPr/>
          </p:nvSpPr>
          <p:spPr>
            <a:xfrm>
              <a:off x="15257885" y="7930995"/>
              <a:ext cx="288290" cy="99060"/>
            </a:xfrm>
            <a:custGeom>
              <a:avLst/>
              <a:gdLst/>
              <a:ahLst/>
              <a:cxnLst/>
              <a:rect l="l" t="t" r="r" b="b"/>
              <a:pathLst>
                <a:path w="288290" h="99059">
                  <a:moveTo>
                    <a:pt x="287917" y="0"/>
                  </a:moveTo>
                  <a:lnTo>
                    <a:pt x="38375" y="0"/>
                  </a:lnTo>
                  <a:lnTo>
                    <a:pt x="25987" y="3081"/>
                  </a:lnTo>
                  <a:lnTo>
                    <a:pt x="13506" y="12333"/>
                  </a:lnTo>
                  <a:lnTo>
                    <a:pt x="3865" y="27763"/>
                  </a:lnTo>
                  <a:lnTo>
                    <a:pt x="0" y="49380"/>
                  </a:lnTo>
                  <a:lnTo>
                    <a:pt x="3865" y="69966"/>
                  </a:lnTo>
                  <a:lnTo>
                    <a:pt x="13506" y="85526"/>
                  </a:lnTo>
                  <a:lnTo>
                    <a:pt x="25987" y="95368"/>
                  </a:lnTo>
                  <a:lnTo>
                    <a:pt x="38375" y="98803"/>
                  </a:lnTo>
                  <a:lnTo>
                    <a:pt x="287917" y="98803"/>
                  </a:lnTo>
                  <a:lnTo>
                    <a:pt x="287917" y="0"/>
                  </a:lnTo>
                  <a:close/>
                </a:path>
              </a:pathLst>
            </a:custGeom>
            <a:solidFill>
              <a:srgbClr val="E3D5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0" name="object 430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257885" y="7930992"/>
              <a:ext cx="287921" cy="98803"/>
            </a:xfrm>
            <a:prstGeom prst="rect">
              <a:avLst/>
            </a:prstGeom>
          </p:spPr>
        </p:pic>
        <p:sp>
          <p:nvSpPr>
            <p:cNvPr id="431" name="object 431" descr=""/>
            <p:cNvSpPr/>
            <p:nvPr/>
          </p:nvSpPr>
          <p:spPr>
            <a:xfrm>
              <a:off x="15259674" y="7676334"/>
              <a:ext cx="284480" cy="78105"/>
            </a:xfrm>
            <a:custGeom>
              <a:avLst/>
              <a:gdLst/>
              <a:ahLst/>
              <a:cxnLst/>
              <a:rect l="l" t="t" r="r" b="b"/>
              <a:pathLst>
                <a:path w="284480" h="78104">
                  <a:moveTo>
                    <a:pt x="284336" y="0"/>
                  </a:moveTo>
                  <a:lnTo>
                    <a:pt x="38941" y="0"/>
                  </a:lnTo>
                  <a:lnTo>
                    <a:pt x="23787" y="3069"/>
                  </a:lnTo>
                  <a:lnTo>
                    <a:pt x="11409" y="11435"/>
                  </a:lnTo>
                  <a:lnTo>
                    <a:pt x="3061" y="23831"/>
                  </a:lnTo>
                  <a:lnTo>
                    <a:pt x="0" y="38993"/>
                  </a:lnTo>
                  <a:lnTo>
                    <a:pt x="3061" y="54149"/>
                  </a:lnTo>
                  <a:lnTo>
                    <a:pt x="11409" y="66542"/>
                  </a:lnTo>
                  <a:lnTo>
                    <a:pt x="23787" y="74907"/>
                  </a:lnTo>
                  <a:lnTo>
                    <a:pt x="38941" y="77976"/>
                  </a:lnTo>
                  <a:lnTo>
                    <a:pt x="284336" y="77976"/>
                  </a:lnTo>
                  <a:lnTo>
                    <a:pt x="284336" y="0"/>
                  </a:lnTo>
                  <a:close/>
                </a:path>
              </a:pathLst>
            </a:custGeom>
            <a:solidFill>
              <a:srgbClr val="99D6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2" name="object 432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5259670" y="7676331"/>
              <a:ext cx="284344" cy="77987"/>
            </a:xfrm>
            <a:prstGeom prst="rect">
              <a:avLst/>
            </a:prstGeom>
          </p:spPr>
        </p:pic>
        <p:sp>
          <p:nvSpPr>
            <p:cNvPr id="433" name="object 433" descr=""/>
            <p:cNvSpPr/>
            <p:nvPr/>
          </p:nvSpPr>
          <p:spPr>
            <a:xfrm>
              <a:off x="15245244" y="7754315"/>
              <a:ext cx="288290" cy="99060"/>
            </a:xfrm>
            <a:custGeom>
              <a:avLst/>
              <a:gdLst/>
              <a:ahLst/>
              <a:cxnLst/>
              <a:rect l="l" t="t" r="r" b="b"/>
              <a:pathLst>
                <a:path w="288290" h="99059">
                  <a:moveTo>
                    <a:pt x="287970" y="0"/>
                  </a:moveTo>
                  <a:lnTo>
                    <a:pt x="38428" y="0"/>
                  </a:lnTo>
                  <a:lnTo>
                    <a:pt x="26009" y="3080"/>
                  </a:lnTo>
                  <a:lnTo>
                    <a:pt x="13512" y="12328"/>
                  </a:lnTo>
                  <a:lnTo>
                    <a:pt x="3866" y="27754"/>
                  </a:lnTo>
                  <a:lnTo>
                    <a:pt x="0" y="49370"/>
                  </a:lnTo>
                  <a:lnTo>
                    <a:pt x="3866" y="69953"/>
                  </a:lnTo>
                  <a:lnTo>
                    <a:pt x="13512" y="85498"/>
                  </a:lnTo>
                  <a:lnTo>
                    <a:pt x="26009" y="95324"/>
                  </a:lnTo>
                  <a:lnTo>
                    <a:pt x="38428" y="98750"/>
                  </a:lnTo>
                  <a:lnTo>
                    <a:pt x="287970" y="98750"/>
                  </a:lnTo>
                  <a:lnTo>
                    <a:pt x="287970" y="0"/>
                  </a:lnTo>
                  <a:close/>
                </a:path>
              </a:pathLst>
            </a:custGeom>
            <a:solidFill>
              <a:srgbClr val="49A1C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4" name="object 434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5245247" y="7754319"/>
              <a:ext cx="287971" cy="98750"/>
            </a:xfrm>
            <a:prstGeom prst="rect">
              <a:avLst/>
            </a:prstGeom>
          </p:spPr>
        </p:pic>
        <p:sp>
          <p:nvSpPr>
            <p:cNvPr id="435" name="object 435" descr=""/>
            <p:cNvSpPr/>
            <p:nvPr/>
          </p:nvSpPr>
          <p:spPr>
            <a:xfrm>
              <a:off x="14739041" y="7376186"/>
              <a:ext cx="334645" cy="92075"/>
            </a:xfrm>
            <a:custGeom>
              <a:avLst/>
              <a:gdLst/>
              <a:ahLst/>
              <a:cxnLst/>
              <a:rect l="l" t="t" r="r" b="b"/>
              <a:pathLst>
                <a:path w="334644" h="92075">
                  <a:moveTo>
                    <a:pt x="334178" y="0"/>
                  </a:moveTo>
                  <a:lnTo>
                    <a:pt x="45799" y="0"/>
                  </a:lnTo>
                  <a:lnTo>
                    <a:pt x="27979" y="3592"/>
                  </a:lnTo>
                  <a:lnTo>
                    <a:pt x="13421" y="13390"/>
                  </a:lnTo>
                  <a:lnTo>
                    <a:pt x="3601" y="27931"/>
                  </a:lnTo>
                  <a:lnTo>
                    <a:pt x="0" y="45747"/>
                  </a:lnTo>
                  <a:lnTo>
                    <a:pt x="3601" y="63565"/>
                  </a:lnTo>
                  <a:lnTo>
                    <a:pt x="13421" y="78120"/>
                  </a:lnTo>
                  <a:lnTo>
                    <a:pt x="27979" y="87936"/>
                  </a:lnTo>
                  <a:lnTo>
                    <a:pt x="45799" y="91536"/>
                  </a:lnTo>
                  <a:lnTo>
                    <a:pt x="334178" y="91536"/>
                  </a:lnTo>
                  <a:lnTo>
                    <a:pt x="334178" y="0"/>
                  </a:lnTo>
                  <a:close/>
                </a:path>
              </a:pathLst>
            </a:custGeom>
            <a:solidFill>
              <a:srgbClr val="EDDF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6" name="object 436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4739047" y="7376183"/>
              <a:ext cx="334176" cy="91536"/>
            </a:xfrm>
            <a:prstGeom prst="rect">
              <a:avLst/>
            </a:prstGeom>
          </p:spPr>
        </p:pic>
        <p:sp>
          <p:nvSpPr>
            <p:cNvPr id="437" name="object 437" descr=""/>
            <p:cNvSpPr/>
            <p:nvPr/>
          </p:nvSpPr>
          <p:spPr>
            <a:xfrm>
              <a:off x="14719295" y="7467725"/>
              <a:ext cx="339090" cy="116205"/>
            </a:xfrm>
            <a:custGeom>
              <a:avLst/>
              <a:gdLst/>
              <a:ahLst/>
              <a:cxnLst/>
              <a:rect l="l" t="t" r="r" b="b"/>
              <a:pathLst>
                <a:path w="339090" h="116204">
                  <a:moveTo>
                    <a:pt x="338471" y="0"/>
                  </a:moveTo>
                  <a:lnTo>
                    <a:pt x="45181" y="0"/>
                  </a:lnTo>
                  <a:lnTo>
                    <a:pt x="30586" y="3619"/>
                  </a:lnTo>
                  <a:lnTo>
                    <a:pt x="15892" y="14491"/>
                  </a:lnTo>
                  <a:lnTo>
                    <a:pt x="4547" y="32635"/>
                  </a:lnTo>
                  <a:lnTo>
                    <a:pt x="0" y="58071"/>
                  </a:lnTo>
                  <a:lnTo>
                    <a:pt x="4547" y="82272"/>
                  </a:lnTo>
                  <a:lnTo>
                    <a:pt x="15892" y="100538"/>
                  </a:lnTo>
                  <a:lnTo>
                    <a:pt x="30586" y="112078"/>
                  </a:lnTo>
                  <a:lnTo>
                    <a:pt x="45181" y="116101"/>
                  </a:lnTo>
                  <a:lnTo>
                    <a:pt x="338471" y="116101"/>
                  </a:lnTo>
                  <a:lnTo>
                    <a:pt x="338471" y="0"/>
                  </a:lnTo>
                  <a:close/>
                </a:path>
              </a:pathLst>
            </a:custGeom>
            <a:solidFill>
              <a:srgbClr val="E3D5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8" name="object 438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4719288" y="7467728"/>
              <a:ext cx="338483" cy="116090"/>
            </a:xfrm>
            <a:prstGeom prst="rect">
              <a:avLst/>
            </a:prstGeom>
          </p:spPr>
        </p:pic>
        <p:sp>
          <p:nvSpPr>
            <p:cNvPr id="439" name="object 439" descr=""/>
            <p:cNvSpPr/>
            <p:nvPr/>
          </p:nvSpPr>
          <p:spPr>
            <a:xfrm>
              <a:off x="14704457" y="7260036"/>
              <a:ext cx="338455" cy="116205"/>
            </a:xfrm>
            <a:custGeom>
              <a:avLst/>
              <a:gdLst/>
              <a:ahLst/>
              <a:cxnLst/>
              <a:rect l="l" t="t" r="r" b="b"/>
              <a:pathLst>
                <a:path w="338455" h="116204">
                  <a:moveTo>
                    <a:pt x="338419" y="0"/>
                  </a:moveTo>
                  <a:lnTo>
                    <a:pt x="45129" y="0"/>
                  </a:lnTo>
                  <a:lnTo>
                    <a:pt x="30564" y="3626"/>
                  </a:lnTo>
                  <a:lnTo>
                    <a:pt x="15885" y="14504"/>
                  </a:lnTo>
                  <a:lnTo>
                    <a:pt x="4546" y="32635"/>
                  </a:lnTo>
                  <a:lnTo>
                    <a:pt x="0" y="58019"/>
                  </a:lnTo>
                  <a:lnTo>
                    <a:pt x="4546" y="82236"/>
                  </a:lnTo>
                  <a:lnTo>
                    <a:pt x="15885" y="100538"/>
                  </a:lnTo>
                  <a:lnTo>
                    <a:pt x="30564" y="112114"/>
                  </a:lnTo>
                  <a:lnTo>
                    <a:pt x="45129" y="116153"/>
                  </a:lnTo>
                  <a:lnTo>
                    <a:pt x="338419" y="116153"/>
                  </a:lnTo>
                  <a:lnTo>
                    <a:pt x="338419" y="0"/>
                  </a:lnTo>
                  <a:close/>
                </a:path>
              </a:pathLst>
            </a:custGeom>
            <a:solidFill>
              <a:srgbClr val="49A1C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0" name="object 440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704449" y="7260040"/>
              <a:ext cx="338431" cy="116143"/>
            </a:xfrm>
            <a:prstGeom prst="rect">
              <a:avLst/>
            </a:prstGeom>
          </p:spPr>
        </p:pic>
      </p:grpSp>
      <p:grpSp>
        <p:nvGrpSpPr>
          <p:cNvPr id="441" name="object 441" descr=""/>
          <p:cNvGrpSpPr/>
          <p:nvPr/>
        </p:nvGrpSpPr>
        <p:grpSpPr>
          <a:xfrm>
            <a:off x="11116708" y="7156473"/>
            <a:ext cx="3091180" cy="977265"/>
            <a:chOff x="11116708" y="7156473"/>
            <a:chExt cx="3091180" cy="977265"/>
          </a:xfrm>
        </p:grpSpPr>
        <p:sp>
          <p:nvSpPr>
            <p:cNvPr id="442" name="object 442" descr=""/>
            <p:cNvSpPr/>
            <p:nvPr/>
          </p:nvSpPr>
          <p:spPr>
            <a:xfrm>
              <a:off x="12318504" y="7263778"/>
              <a:ext cx="557530" cy="842010"/>
            </a:xfrm>
            <a:custGeom>
              <a:avLst/>
              <a:gdLst/>
              <a:ahLst/>
              <a:cxnLst/>
              <a:rect l="l" t="t" r="r" b="b"/>
              <a:pathLst>
                <a:path w="557529" h="842009">
                  <a:moveTo>
                    <a:pt x="557019" y="0"/>
                  </a:moveTo>
                  <a:lnTo>
                    <a:pt x="0" y="0"/>
                  </a:lnTo>
                  <a:lnTo>
                    <a:pt x="0" y="841471"/>
                  </a:lnTo>
                  <a:lnTo>
                    <a:pt x="557019" y="841471"/>
                  </a:lnTo>
                  <a:lnTo>
                    <a:pt x="55701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12291520" y="7229120"/>
              <a:ext cx="611505" cy="34925"/>
            </a:xfrm>
            <a:custGeom>
              <a:avLst/>
              <a:gdLst/>
              <a:ahLst/>
              <a:cxnLst/>
              <a:rect l="l" t="t" r="r" b="b"/>
              <a:pathLst>
                <a:path w="611504" h="34925">
                  <a:moveTo>
                    <a:pt x="610986" y="0"/>
                  </a:moveTo>
                  <a:lnTo>
                    <a:pt x="0" y="0"/>
                  </a:lnTo>
                  <a:lnTo>
                    <a:pt x="0" y="34669"/>
                  </a:lnTo>
                  <a:lnTo>
                    <a:pt x="610986" y="34669"/>
                  </a:lnTo>
                  <a:lnTo>
                    <a:pt x="610986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12902517" y="7229120"/>
              <a:ext cx="192405" cy="34925"/>
            </a:xfrm>
            <a:custGeom>
              <a:avLst/>
              <a:gdLst/>
              <a:ahLst/>
              <a:cxnLst/>
              <a:rect l="l" t="t" r="r" b="b"/>
              <a:pathLst>
                <a:path w="192405" h="34925">
                  <a:moveTo>
                    <a:pt x="192151" y="0"/>
                  </a:moveTo>
                  <a:lnTo>
                    <a:pt x="0" y="0"/>
                  </a:lnTo>
                  <a:lnTo>
                    <a:pt x="0" y="34669"/>
                  </a:lnTo>
                  <a:lnTo>
                    <a:pt x="192151" y="34669"/>
                  </a:lnTo>
                  <a:lnTo>
                    <a:pt x="192151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 descr=""/>
            <p:cNvSpPr/>
            <p:nvPr/>
          </p:nvSpPr>
          <p:spPr>
            <a:xfrm>
              <a:off x="12875523" y="7263778"/>
              <a:ext cx="189230" cy="842010"/>
            </a:xfrm>
            <a:custGeom>
              <a:avLst/>
              <a:gdLst/>
              <a:ahLst/>
              <a:cxnLst/>
              <a:rect l="l" t="t" r="r" b="b"/>
              <a:pathLst>
                <a:path w="189230" h="842009">
                  <a:moveTo>
                    <a:pt x="188716" y="0"/>
                  </a:moveTo>
                  <a:lnTo>
                    <a:pt x="0" y="0"/>
                  </a:lnTo>
                  <a:lnTo>
                    <a:pt x="0" y="841471"/>
                  </a:lnTo>
                  <a:lnTo>
                    <a:pt x="188716" y="841471"/>
                  </a:lnTo>
                  <a:lnTo>
                    <a:pt x="188716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 descr=""/>
            <p:cNvSpPr/>
            <p:nvPr/>
          </p:nvSpPr>
          <p:spPr>
            <a:xfrm>
              <a:off x="12379172" y="7359535"/>
              <a:ext cx="436245" cy="297815"/>
            </a:xfrm>
            <a:custGeom>
              <a:avLst/>
              <a:gdLst/>
              <a:ahLst/>
              <a:cxnLst/>
              <a:rect l="l" t="t" r="r" b="b"/>
              <a:pathLst>
                <a:path w="436245" h="297815">
                  <a:moveTo>
                    <a:pt x="435683" y="297750"/>
                  </a:moveTo>
                  <a:lnTo>
                    <a:pt x="0" y="297750"/>
                  </a:lnTo>
                  <a:lnTo>
                    <a:pt x="0" y="0"/>
                  </a:lnTo>
                  <a:lnTo>
                    <a:pt x="435683" y="0"/>
                  </a:lnTo>
                  <a:lnTo>
                    <a:pt x="435683" y="29775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 descr=""/>
            <p:cNvSpPr/>
            <p:nvPr/>
          </p:nvSpPr>
          <p:spPr>
            <a:xfrm>
              <a:off x="12536026" y="7446223"/>
              <a:ext cx="85090" cy="59690"/>
            </a:xfrm>
            <a:custGeom>
              <a:avLst/>
              <a:gdLst/>
              <a:ahLst/>
              <a:cxnLst/>
              <a:rect l="l" t="t" r="r" b="b"/>
              <a:pathLst>
                <a:path w="85090" h="59690">
                  <a:moveTo>
                    <a:pt x="85086" y="0"/>
                  </a:moveTo>
                  <a:lnTo>
                    <a:pt x="0" y="0"/>
                  </a:lnTo>
                  <a:lnTo>
                    <a:pt x="0" y="59275"/>
                  </a:lnTo>
                  <a:lnTo>
                    <a:pt x="85086" y="59275"/>
                  </a:lnTo>
                  <a:lnTo>
                    <a:pt x="85086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 descr=""/>
            <p:cNvSpPr/>
            <p:nvPr/>
          </p:nvSpPr>
          <p:spPr>
            <a:xfrm>
              <a:off x="12379172" y="7450684"/>
              <a:ext cx="436245" cy="582930"/>
            </a:xfrm>
            <a:custGeom>
              <a:avLst/>
              <a:gdLst/>
              <a:ahLst/>
              <a:cxnLst/>
              <a:rect l="l" t="t" r="r" b="b"/>
              <a:pathLst>
                <a:path w="436245" h="582929">
                  <a:moveTo>
                    <a:pt x="267091" y="50344"/>
                  </a:moveTo>
                  <a:lnTo>
                    <a:pt x="182004" y="50344"/>
                  </a:lnTo>
                  <a:lnTo>
                    <a:pt x="182004" y="0"/>
                  </a:lnTo>
                  <a:lnTo>
                    <a:pt x="267091" y="0"/>
                  </a:lnTo>
                  <a:lnTo>
                    <a:pt x="267091" y="50344"/>
                  </a:lnTo>
                  <a:close/>
                </a:path>
                <a:path w="436245" h="582929">
                  <a:moveTo>
                    <a:pt x="435683" y="582778"/>
                  </a:moveTo>
                  <a:lnTo>
                    <a:pt x="0" y="582778"/>
                  </a:lnTo>
                  <a:lnTo>
                    <a:pt x="0" y="285027"/>
                  </a:lnTo>
                  <a:lnTo>
                    <a:pt x="435683" y="285027"/>
                  </a:lnTo>
                  <a:lnTo>
                    <a:pt x="435683" y="582778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 descr=""/>
            <p:cNvSpPr/>
            <p:nvPr/>
          </p:nvSpPr>
          <p:spPr>
            <a:xfrm>
              <a:off x="12536026" y="7822390"/>
              <a:ext cx="85090" cy="59690"/>
            </a:xfrm>
            <a:custGeom>
              <a:avLst/>
              <a:gdLst/>
              <a:ahLst/>
              <a:cxnLst/>
              <a:rect l="l" t="t" r="r" b="b"/>
              <a:pathLst>
                <a:path w="85090" h="59690">
                  <a:moveTo>
                    <a:pt x="85086" y="0"/>
                  </a:moveTo>
                  <a:lnTo>
                    <a:pt x="0" y="0"/>
                  </a:lnTo>
                  <a:lnTo>
                    <a:pt x="0" y="59275"/>
                  </a:lnTo>
                  <a:lnTo>
                    <a:pt x="85086" y="59275"/>
                  </a:lnTo>
                  <a:lnTo>
                    <a:pt x="85086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 descr=""/>
            <p:cNvSpPr/>
            <p:nvPr/>
          </p:nvSpPr>
          <p:spPr>
            <a:xfrm>
              <a:off x="12561177" y="7826850"/>
              <a:ext cx="85090" cy="50800"/>
            </a:xfrm>
            <a:custGeom>
              <a:avLst/>
              <a:gdLst/>
              <a:ahLst/>
              <a:cxnLst/>
              <a:rect l="l" t="t" r="r" b="b"/>
              <a:pathLst>
                <a:path w="85090" h="50800">
                  <a:moveTo>
                    <a:pt x="85086" y="50344"/>
                  </a:moveTo>
                  <a:lnTo>
                    <a:pt x="0" y="50344"/>
                  </a:lnTo>
                  <a:lnTo>
                    <a:pt x="0" y="0"/>
                  </a:lnTo>
                  <a:lnTo>
                    <a:pt x="85086" y="0"/>
                  </a:lnTo>
                  <a:lnTo>
                    <a:pt x="85086" y="50344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 descr=""/>
            <p:cNvSpPr/>
            <p:nvPr/>
          </p:nvSpPr>
          <p:spPr>
            <a:xfrm>
              <a:off x="11151827" y="7205288"/>
              <a:ext cx="3020695" cy="48895"/>
            </a:xfrm>
            <a:custGeom>
              <a:avLst/>
              <a:gdLst/>
              <a:ahLst/>
              <a:cxnLst/>
              <a:rect l="l" t="t" r="r" b="b"/>
              <a:pathLst>
                <a:path w="3020694" h="48895">
                  <a:moveTo>
                    <a:pt x="3020693" y="0"/>
                  </a:moveTo>
                  <a:lnTo>
                    <a:pt x="0" y="0"/>
                  </a:lnTo>
                  <a:lnTo>
                    <a:pt x="0" y="48867"/>
                  </a:lnTo>
                  <a:lnTo>
                    <a:pt x="3020693" y="48867"/>
                  </a:lnTo>
                  <a:lnTo>
                    <a:pt x="3020693" y="0"/>
                  </a:lnTo>
                  <a:close/>
                </a:path>
              </a:pathLst>
            </a:custGeom>
            <a:solidFill>
              <a:srgbClr val="2E3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 descr=""/>
            <p:cNvSpPr/>
            <p:nvPr/>
          </p:nvSpPr>
          <p:spPr>
            <a:xfrm>
              <a:off x="11116708" y="7156473"/>
              <a:ext cx="3091180" cy="48895"/>
            </a:xfrm>
            <a:custGeom>
              <a:avLst/>
              <a:gdLst/>
              <a:ahLst/>
              <a:cxnLst/>
              <a:rect l="l" t="t" r="r" b="b"/>
              <a:pathLst>
                <a:path w="3091180" h="48895">
                  <a:moveTo>
                    <a:pt x="3090963" y="0"/>
                  </a:moveTo>
                  <a:lnTo>
                    <a:pt x="0" y="0"/>
                  </a:lnTo>
                  <a:lnTo>
                    <a:pt x="0" y="48815"/>
                  </a:lnTo>
                  <a:lnTo>
                    <a:pt x="3090963" y="48815"/>
                  </a:lnTo>
                  <a:lnTo>
                    <a:pt x="3090963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 descr=""/>
            <p:cNvSpPr/>
            <p:nvPr/>
          </p:nvSpPr>
          <p:spPr>
            <a:xfrm>
              <a:off x="11254421" y="7253695"/>
              <a:ext cx="99060" cy="848360"/>
            </a:xfrm>
            <a:custGeom>
              <a:avLst/>
              <a:gdLst/>
              <a:ahLst/>
              <a:cxnLst/>
              <a:rect l="l" t="t" r="r" b="b"/>
              <a:pathLst>
                <a:path w="99059" h="848359">
                  <a:moveTo>
                    <a:pt x="98698" y="0"/>
                  </a:moveTo>
                  <a:lnTo>
                    <a:pt x="0" y="0"/>
                  </a:lnTo>
                  <a:lnTo>
                    <a:pt x="0" y="848152"/>
                  </a:lnTo>
                  <a:lnTo>
                    <a:pt x="98698" y="848152"/>
                  </a:lnTo>
                  <a:lnTo>
                    <a:pt x="98698" y="0"/>
                  </a:lnTo>
                  <a:close/>
                </a:path>
              </a:pathLst>
            </a:custGeom>
            <a:solidFill>
              <a:srgbClr val="2E3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 descr=""/>
            <p:cNvSpPr/>
            <p:nvPr/>
          </p:nvSpPr>
          <p:spPr>
            <a:xfrm>
              <a:off x="11254421" y="8101847"/>
              <a:ext cx="99060" cy="32384"/>
            </a:xfrm>
            <a:custGeom>
              <a:avLst/>
              <a:gdLst/>
              <a:ahLst/>
              <a:cxnLst/>
              <a:rect l="l" t="t" r="r" b="b"/>
              <a:pathLst>
                <a:path w="99059" h="32384">
                  <a:moveTo>
                    <a:pt x="98698" y="0"/>
                  </a:moveTo>
                  <a:lnTo>
                    <a:pt x="0" y="0"/>
                  </a:lnTo>
                  <a:lnTo>
                    <a:pt x="0" y="31873"/>
                  </a:lnTo>
                  <a:lnTo>
                    <a:pt x="98698" y="31873"/>
                  </a:lnTo>
                  <a:lnTo>
                    <a:pt x="98698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 descr=""/>
            <p:cNvSpPr/>
            <p:nvPr/>
          </p:nvSpPr>
          <p:spPr>
            <a:xfrm>
              <a:off x="13971270" y="7253695"/>
              <a:ext cx="99060" cy="848360"/>
            </a:xfrm>
            <a:custGeom>
              <a:avLst/>
              <a:gdLst/>
              <a:ahLst/>
              <a:cxnLst/>
              <a:rect l="l" t="t" r="r" b="b"/>
              <a:pathLst>
                <a:path w="99059" h="848359">
                  <a:moveTo>
                    <a:pt x="98698" y="0"/>
                  </a:moveTo>
                  <a:lnTo>
                    <a:pt x="0" y="0"/>
                  </a:lnTo>
                  <a:lnTo>
                    <a:pt x="0" y="848152"/>
                  </a:lnTo>
                  <a:lnTo>
                    <a:pt x="98698" y="848152"/>
                  </a:lnTo>
                  <a:lnTo>
                    <a:pt x="98698" y="0"/>
                  </a:lnTo>
                  <a:close/>
                </a:path>
              </a:pathLst>
            </a:custGeom>
            <a:solidFill>
              <a:srgbClr val="2E3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 descr=""/>
            <p:cNvSpPr/>
            <p:nvPr/>
          </p:nvSpPr>
          <p:spPr>
            <a:xfrm>
              <a:off x="13971281" y="8101847"/>
              <a:ext cx="99060" cy="32384"/>
            </a:xfrm>
            <a:custGeom>
              <a:avLst/>
              <a:gdLst/>
              <a:ahLst/>
              <a:cxnLst/>
              <a:rect l="l" t="t" r="r" b="b"/>
              <a:pathLst>
                <a:path w="99059" h="32384">
                  <a:moveTo>
                    <a:pt x="98698" y="0"/>
                  </a:moveTo>
                  <a:lnTo>
                    <a:pt x="0" y="0"/>
                  </a:lnTo>
                  <a:lnTo>
                    <a:pt x="0" y="31873"/>
                  </a:lnTo>
                  <a:lnTo>
                    <a:pt x="98698" y="31873"/>
                  </a:lnTo>
                  <a:lnTo>
                    <a:pt x="98698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7" name="object 457" descr=""/>
          <p:cNvGrpSpPr/>
          <p:nvPr/>
        </p:nvGrpSpPr>
        <p:grpSpPr>
          <a:xfrm>
            <a:off x="11496006" y="6561245"/>
            <a:ext cx="802005" cy="595630"/>
            <a:chOff x="11496006" y="6561245"/>
            <a:chExt cx="802005" cy="595630"/>
          </a:xfrm>
        </p:grpSpPr>
        <p:sp>
          <p:nvSpPr>
            <p:cNvPr id="458" name="object 458" descr=""/>
            <p:cNvSpPr/>
            <p:nvPr/>
          </p:nvSpPr>
          <p:spPr>
            <a:xfrm>
              <a:off x="11496006" y="6561245"/>
              <a:ext cx="802005" cy="451484"/>
            </a:xfrm>
            <a:custGeom>
              <a:avLst/>
              <a:gdLst/>
              <a:ahLst/>
              <a:cxnLst/>
              <a:rect l="l" t="t" r="r" b="b"/>
              <a:pathLst>
                <a:path w="802004" h="451484">
                  <a:moveTo>
                    <a:pt x="801818" y="0"/>
                  </a:moveTo>
                  <a:lnTo>
                    <a:pt x="0" y="0"/>
                  </a:lnTo>
                  <a:lnTo>
                    <a:pt x="0" y="451452"/>
                  </a:lnTo>
                  <a:lnTo>
                    <a:pt x="801818" y="451452"/>
                  </a:lnTo>
                  <a:lnTo>
                    <a:pt x="801818" y="0"/>
                  </a:lnTo>
                  <a:close/>
                </a:path>
              </a:pathLst>
            </a:custGeom>
            <a:solidFill>
              <a:srgbClr val="5758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 descr=""/>
            <p:cNvSpPr/>
            <p:nvPr/>
          </p:nvSpPr>
          <p:spPr>
            <a:xfrm>
              <a:off x="11522329" y="6599359"/>
              <a:ext cx="749300" cy="362585"/>
            </a:xfrm>
            <a:custGeom>
              <a:avLst/>
              <a:gdLst/>
              <a:ahLst/>
              <a:cxnLst/>
              <a:rect l="l" t="t" r="r" b="b"/>
              <a:pathLst>
                <a:path w="749300" h="362584">
                  <a:moveTo>
                    <a:pt x="749202" y="0"/>
                  </a:moveTo>
                  <a:lnTo>
                    <a:pt x="0" y="0"/>
                  </a:lnTo>
                  <a:lnTo>
                    <a:pt x="0" y="362522"/>
                  </a:lnTo>
                  <a:lnTo>
                    <a:pt x="749202" y="362522"/>
                  </a:lnTo>
                  <a:lnTo>
                    <a:pt x="749202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 descr=""/>
            <p:cNvSpPr/>
            <p:nvPr/>
          </p:nvSpPr>
          <p:spPr>
            <a:xfrm>
              <a:off x="11887022" y="6571278"/>
              <a:ext cx="386080" cy="423545"/>
            </a:xfrm>
            <a:custGeom>
              <a:avLst/>
              <a:gdLst/>
              <a:ahLst/>
              <a:cxnLst/>
              <a:rect l="l" t="t" r="r" b="b"/>
              <a:pathLst>
                <a:path w="386079" h="423545">
                  <a:moveTo>
                    <a:pt x="19824" y="4445"/>
                  </a:moveTo>
                  <a:lnTo>
                    <a:pt x="15379" y="0"/>
                  </a:lnTo>
                  <a:lnTo>
                    <a:pt x="4406" y="0"/>
                  </a:lnTo>
                  <a:lnTo>
                    <a:pt x="0" y="4445"/>
                  </a:lnTo>
                  <a:lnTo>
                    <a:pt x="0" y="15405"/>
                  </a:lnTo>
                  <a:lnTo>
                    <a:pt x="4406" y="19850"/>
                  </a:lnTo>
                  <a:lnTo>
                    <a:pt x="15379" y="19850"/>
                  </a:lnTo>
                  <a:lnTo>
                    <a:pt x="19824" y="15405"/>
                  </a:lnTo>
                  <a:lnTo>
                    <a:pt x="19824" y="9931"/>
                  </a:lnTo>
                  <a:lnTo>
                    <a:pt x="19824" y="4445"/>
                  </a:lnTo>
                  <a:close/>
                </a:path>
                <a:path w="386079" h="423545">
                  <a:moveTo>
                    <a:pt x="307314" y="404012"/>
                  </a:moveTo>
                  <a:lnTo>
                    <a:pt x="301840" y="398487"/>
                  </a:lnTo>
                  <a:lnTo>
                    <a:pt x="288251" y="398487"/>
                  </a:lnTo>
                  <a:lnTo>
                    <a:pt x="282727" y="404012"/>
                  </a:lnTo>
                  <a:lnTo>
                    <a:pt x="282727" y="417576"/>
                  </a:lnTo>
                  <a:lnTo>
                    <a:pt x="288251" y="423100"/>
                  </a:lnTo>
                  <a:lnTo>
                    <a:pt x="301840" y="423100"/>
                  </a:lnTo>
                  <a:lnTo>
                    <a:pt x="307314" y="417576"/>
                  </a:lnTo>
                  <a:lnTo>
                    <a:pt x="307314" y="410819"/>
                  </a:lnTo>
                  <a:lnTo>
                    <a:pt x="307314" y="404012"/>
                  </a:lnTo>
                  <a:close/>
                </a:path>
                <a:path w="386079" h="423545">
                  <a:moveTo>
                    <a:pt x="346633" y="404012"/>
                  </a:moveTo>
                  <a:lnTo>
                    <a:pt x="341109" y="398487"/>
                  </a:lnTo>
                  <a:lnTo>
                    <a:pt x="327520" y="398487"/>
                  </a:lnTo>
                  <a:lnTo>
                    <a:pt x="321995" y="404012"/>
                  </a:lnTo>
                  <a:lnTo>
                    <a:pt x="321995" y="417576"/>
                  </a:lnTo>
                  <a:lnTo>
                    <a:pt x="327520" y="423100"/>
                  </a:lnTo>
                  <a:lnTo>
                    <a:pt x="341109" y="423100"/>
                  </a:lnTo>
                  <a:lnTo>
                    <a:pt x="346633" y="417576"/>
                  </a:lnTo>
                  <a:lnTo>
                    <a:pt x="346633" y="410819"/>
                  </a:lnTo>
                  <a:lnTo>
                    <a:pt x="346633" y="404012"/>
                  </a:lnTo>
                  <a:close/>
                </a:path>
                <a:path w="386079" h="423545">
                  <a:moveTo>
                    <a:pt x="385953" y="404012"/>
                  </a:moveTo>
                  <a:lnTo>
                    <a:pt x="380453" y="398487"/>
                  </a:lnTo>
                  <a:lnTo>
                    <a:pt x="366852" y="398487"/>
                  </a:lnTo>
                  <a:lnTo>
                    <a:pt x="361365" y="404012"/>
                  </a:lnTo>
                  <a:lnTo>
                    <a:pt x="361365" y="417576"/>
                  </a:lnTo>
                  <a:lnTo>
                    <a:pt x="366852" y="423100"/>
                  </a:lnTo>
                  <a:lnTo>
                    <a:pt x="380453" y="423100"/>
                  </a:lnTo>
                  <a:lnTo>
                    <a:pt x="385953" y="417576"/>
                  </a:lnTo>
                  <a:lnTo>
                    <a:pt x="385953" y="410819"/>
                  </a:lnTo>
                  <a:lnTo>
                    <a:pt x="385953" y="404012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11710116" y="7012697"/>
              <a:ext cx="408940" cy="112395"/>
            </a:xfrm>
            <a:custGeom>
              <a:avLst/>
              <a:gdLst/>
              <a:ahLst/>
              <a:cxnLst/>
              <a:rect l="l" t="t" r="r" b="b"/>
              <a:pathLst>
                <a:path w="408940" h="112395">
                  <a:moveTo>
                    <a:pt x="347685" y="0"/>
                  </a:moveTo>
                  <a:lnTo>
                    <a:pt x="60741" y="0"/>
                  </a:lnTo>
                  <a:lnTo>
                    <a:pt x="60741" y="83243"/>
                  </a:lnTo>
                  <a:lnTo>
                    <a:pt x="51250" y="96411"/>
                  </a:lnTo>
                  <a:lnTo>
                    <a:pt x="30370" y="105278"/>
                  </a:lnTo>
                  <a:lnTo>
                    <a:pt x="9490" y="110279"/>
                  </a:lnTo>
                  <a:lnTo>
                    <a:pt x="0" y="111849"/>
                  </a:lnTo>
                  <a:lnTo>
                    <a:pt x="408416" y="111849"/>
                  </a:lnTo>
                  <a:lnTo>
                    <a:pt x="373306" y="106909"/>
                  </a:lnTo>
                  <a:lnTo>
                    <a:pt x="355277" y="102282"/>
                  </a:lnTo>
                  <a:lnTo>
                    <a:pt x="348634" y="95287"/>
                  </a:lnTo>
                  <a:lnTo>
                    <a:pt x="347685" y="83243"/>
                  </a:lnTo>
                  <a:lnTo>
                    <a:pt x="347685" y="0"/>
                  </a:lnTo>
                  <a:close/>
                </a:path>
              </a:pathLst>
            </a:custGeom>
            <a:solidFill>
              <a:srgbClr val="474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11770856" y="7012697"/>
              <a:ext cx="287020" cy="45085"/>
            </a:xfrm>
            <a:custGeom>
              <a:avLst/>
              <a:gdLst/>
              <a:ahLst/>
              <a:cxnLst/>
              <a:rect l="l" t="t" r="r" b="b"/>
              <a:pathLst>
                <a:path w="287020" h="45084">
                  <a:moveTo>
                    <a:pt x="286944" y="0"/>
                  </a:moveTo>
                  <a:lnTo>
                    <a:pt x="0" y="0"/>
                  </a:lnTo>
                  <a:lnTo>
                    <a:pt x="0" y="44564"/>
                  </a:lnTo>
                  <a:lnTo>
                    <a:pt x="286944" y="44564"/>
                  </a:lnTo>
                  <a:lnTo>
                    <a:pt x="286944" y="0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11710114" y="7124547"/>
              <a:ext cx="408940" cy="32384"/>
            </a:xfrm>
            <a:custGeom>
              <a:avLst/>
              <a:gdLst/>
              <a:ahLst/>
              <a:cxnLst/>
              <a:rect l="l" t="t" r="r" b="b"/>
              <a:pathLst>
                <a:path w="408940" h="32384">
                  <a:moveTo>
                    <a:pt x="408416" y="0"/>
                  </a:moveTo>
                  <a:lnTo>
                    <a:pt x="0" y="0"/>
                  </a:lnTo>
                  <a:lnTo>
                    <a:pt x="0" y="31925"/>
                  </a:lnTo>
                  <a:lnTo>
                    <a:pt x="408416" y="31925"/>
                  </a:lnTo>
                  <a:lnTo>
                    <a:pt x="408416" y="0"/>
                  </a:lnTo>
                  <a:close/>
                </a:path>
              </a:pathLst>
            </a:custGeom>
            <a:solidFill>
              <a:srgbClr val="57585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4" name="object 464" descr=""/>
          <p:cNvGrpSpPr/>
          <p:nvPr/>
        </p:nvGrpSpPr>
        <p:grpSpPr>
          <a:xfrm>
            <a:off x="13026556" y="6561245"/>
            <a:ext cx="802005" cy="1614805"/>
            <a:chOff x="13026556" y="6561245"/>
            <a:chExt cx="802005" cy="1614805"/>
          </a:xfrm>
        </p:grpSpPr>
        <p:sp>
          <p:nvSpPr>
            <p:cNvPr id="465" name="object 465" descr=""/>
            <p:cNvSpPr/>
            <p:nvPr/>
          </p:nvSpPr>
          <p:spPr>
            <a:xfrm>
              <a:off x="13026556" y="6561245"/>
              <a:ext cx="802005" cy="451484"/>
            </a:xfrm>
            <a:custGeom>
              <a:avLst/>
              <a:gdLst/>
              <a:ahLst/>
              <a:cxnLst/>
              <a:rect l="l" t="t" r="r" b="b"/>
              <a:pathLst>
                <a:path w="802005" h="451484">
                  <a:moveTo>
                    <a:pt x="801818" y="0"/>
                  </a:moveTo>
                  <a:lnTo>
                    <a:pt x="0" y="0"/>
                  </a:lnTo>
                  <a:lnTo>
                    <a:pt x="0" y="451452"/>
                  </a:lnTo>
                  <a:lnTo>
                    <a:pt x="801818" y="451452"/>
                  </a:lnTo>
                  <a:lnTo>
                    <a:pt x="801818" y="0"/>
                  </a:lnTo>
                  <a:close/>
                </a:path>
              </a:pathLst>
            </a:custGeom>
            <a:solidFill>
              <a:srgbClr val="5758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13052901" y="6599359"/>
              <a:ext cx="749300" cy="362585"/>
            </a:xfrm>
            <a:custGeom>
              <a:avLst/>
              <a:gdLst/>
              <a:ahLst/>
              <a:cxnLst/>
              <a:rect l="l" t="t" r="r" b="b"/>
              <a:pathLst>
                <a:path w="749300" h="362584">
                  <a:moveTo>
                    <a:pt x="749170" y="0"/>
                  </a:moveTo>
                  <a:lnTo>
                    <a:pt x="0" y="0"/>
                  </a:lnTo>
                  <a:lnTo>
                    <a:pt x="0" y="362522"/>
                  </a:lnTo>
                  <a:lnTo>
                    <a:pt x="749170" y="362522"/>
                  </a:lnTo>
                  <a:lnTo>
                    <a:pt x="749170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 descr=""/>
            <p:cNvSpPr/>
            <p:nvPr/>
          </p:nvSpPr>
          <p:spPr>
            <a:xfrm>
              <a:off x="13417551" y="6571278"/>
              <a:ext cx="386080" cy="423545"/>
            </a:xfrm>
            <a:custGeom>
              <a:avLst/>
              <a:gdLst/>
              <a:ahLst/>
              <a:cxnLst/>
              <a:rect l="l" t="t" r="r" b="b"/>
              <a:pathLst>
                <a:path w="386080" h="423545">
                  <a:moveTo>
                    <a:pt x="19850" y="4445"/>
                  </a:moveTo>
                  <a:lnTo>
                    <a:pt x="15367" y="0"/>
                  </a:lnTo>
                  <a:lnTo>
                    <a:pt x="4445" y="0"/>
                  </a:lnTo>
                  <a:lnTo>
                    <a:pt x="0" y="4445"/>
                  </a:lnTo>
                  <a:lnTo>
                    <a:pt x="0" y="15405"/>
                  </a:lnTo>
                  <a:lnTo>
                    <a:pt x="4445" y="19850"/>
                  </a:lnTo>
                  <a:lnTo>
                    <a:pt x="15367" y="19850"/>
                  </a:lnTo>
                  <a:lnTo>
                    <a:pt x="19850" y="15405"/>
                  </a:lnTo>
                  <a:lnTo>
                    <a:pt x="19850" y="9931"/>
                  </a:lnTo>
                  <a:lnTo>
                    <a:pt x="19850" y="4445"/>
                  </a:lnTo>
                  <a:close/>
                </a:path>
                <a:path w="386080" h="423545">
                  <a:moveTo>
                    <a:pt x="307365" y="404012"/>
                  </a:moveTo>
                  <a:lnTo>
                    <a:pt x="301828" y="398487"/>
                  </a:lnTo>
                  <a:lnTo>
                    <a:pt x="288277" y="398487"/>
                  </a:lnTo>
                  <a:lnTo>
                    <a:pt x="282740" y="404012"/>
                  </a:lnTo>
                  <a:lnTo>
                    <a:pt x="282740" y="417576"/>
                  </a:lnTo>
                  <a:lnTo>
                    <a:pt x="288277" y="423100"/>
                  </a:lnTo>
                  <a:lnTo>
                    <a:pt x="301828" y="423100"/>
                  </a:lnTo>
                  <a:lnTo>
                    <a:pt x="307365" y="417576"/>
                  </a:lnTo>
                  <a:lnTo>
                    <a:pt x="307365" y="410819"/>
                  </a:lnTo>
                  <a:lnTo>
                    <a:pt x="307365" y="404012"/>
                  </a:lnTo>
                  <a:close/>
                </a:path>
                <a:path w="386080" h="423545">
                  <a:moveTo>
                    <a:pt x="346684" y="404012"/>
                  </a:moveTo>
                  <a:lnTo>
                    <a:pt x="341147" y="398487"/>
                  </a:lnTo>
                  <a:lnTo>
                    <a:pt x="327545" y="398487"/>
                  </a:lnTo>
                  <a:lnTo>
                    <a:pt x="322046" y="404012"/>
                  </a:lnTo>
                  <a:lnTo>
                    <a:pt x="322046" y="417576"/>
                  </a:lnTo>
                  <a:lnTo>
                    <a:pt x="327545" y="423100"/>
                  </a:lnTo>
                  <a:lnTo>
                    <a:pt x="341147" y="423100"/>
                  </a:lnTo>
                  <a:lnTo>
                    <a:pt x="346684" y="417576"/>
                  </a:lnTo>
                  <a:lnTo>
                    <a:pt x="346684" y="410819"/>
                  </a:lnTo>
                  <a:lnTo>
                    <a:pt x="346684" y="404012"/>
                  </a:lnTo>
                  <a:close/>
                </a:path>
                <a:path w="386080" h="423545">
                  <a:moveTo>
                    <a:pt x="386003" y="404012"/>
                  </a:moveTo>
                  <a:lnTo>
                    <a:pt x="380504" y="398487"/>
                  </a:lnTo>
                  <a:lnTo>
                    <a:pt x="366903" y="398487"/>
                  </a:lnTo>
                  <a:lnTo>
                    <a:pt x="361365" y="404012"/>
                  </a:lnTo>
                  <a:lnTo>
                    <a:pt x="361365" y="417576"/>
                  </a:lnTo>
                  <a:lnTo>
                    <a:pt x="366903" y="423100"/>
                  </a:lnTo>
                  <a:lnTo>
                    <a:pt x="380504" y="423100"/>
                  </a:lnTo>
                  <a:lnTo>
                    <a:pt x="386003" y="417576"/>
                  </a:lnTo>
                  <a:lnTo>
                    <a:pt x="386003" y="410819"/>
                  </a:lnTo>
                  <a:lnTo>
                    <a:pt x="386003" y="404012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 descr=""/>
            <p:cNvSpPr/>
            <p:nvPr/>
          </p:nvSpPr>
          <p:spPr>
            <a:xfrm>
              <a:off x="13240695" y="7012697"/>
              <a:ext cx="408940" cy="112395"/>
            </a:xfrm>
            <a:custGeom>
              <a:avLst/>
              <a:gdLst/>
              <a:ahLst/>
              <a:cxnLst/>
              <a:rect l="l" t="t" r="r" b="b"/>
              <a:pathLst>
                <a:path w="408940" h="112395">
                  <a:moveTo>
                    <a:pt x="347654" y="0"/>
                  </a:moveTo>
                  <a:lnTo>
                    <a:pt x="60710" y="0"/>
                  </a:lnTo>
                  <a:lnTo>
                    <a:pt x="60710" y="83243"/>
                  </a:lnTo>
                  <a:lnTo>
                    <a:pt x="51224" y="96411"/>
                  </a:lnTo>
                  <a:lnTo>
                    <a:pt x="30355" y="105278"/>
                  </a:lnTo>
                  <a:lnTo>
                    <a:pt x="9485" y="110279"/>
                  </a:lnTo>
                  <a:lnTo>
                    <a:pt x="0" y="111849"/>
                  </a:lnTo>
                  <a:lnTo>
                    <a:pt x="408416" y="111849"/>
                  </a:lnTo>
                  <a:lnTo>
                    <a:pt x="373288" y="106909"/>
                  </a:lnTo>
                  <a:lnTo>
                    <a:pt x="355249" y="102282"/>
                  </a:lnTo>
                  <a:lnTo>
                    <a:pt x="348603" y="95287"/>
                  </a:lnTo>
                  <a:lnTo>
                    <a:pt x="347654" y="83243"/>
                  </a:lnTo>
                  <a:lnTo>
                    <a:pt x="347654" y="0"/>
                  </a:lnTo>
                  <a:close/>
                </a:path>
              </a:pathLst>
            </a:custGeom>
            <a:solidFill>
              <a:srgbClr val="474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13301407" y="7012697"/>
              <a:ext cx="287020" cy="45085"/>
            </a:xfrm>
            <a:custGeom>
              <a:avLst/>
              <a:gdLst/>
              <a:ahLst/>
              <a:cxnLst/>
              <a:rect l="l" t="t" r="r" b="b"/>
              <a:pathLst>
                <a:path w="287019" h="45084">
                  <a:moveTo>
                    <a:pt x="286944" y="0"/>
                  </a:moveTo>
                  <a:lnTo>
                    <a:pt x="0" y="0"/>
                  </a:lnTo>
                  <a:lnTo>
                    <a:pt x="0" y="44564"/>
                  </a:lnTo>
                  <a:lnTo>
                    <a:pt x="286944" y="44564"/>
                  </a:lnTo>
                  <a:lnTo>
                    <a:pt x="286944" y="0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13240696" y="7124547"/>
              <a:ext cx="408940" cy="32384"/>
            </a:xfrm>
            <a:custGeom>
              <a:avLst/>
              <a:gdLst/>
              <a:ahLst/>
              <a:cxnLst/>
              <a:rect l="l" t="t" r="r" b="b"/>
              <a:pathLst>
                <a:path w="408940" h="32384">
                  <a:moveTo>
                    <a:pt x="408416" y="0"/>
                  </a:moveTo>
                  <a:lnTo>
                    <a:pt x="0" y="0"/>
                  </a:lnTo>
                  <a:lnTo>
                    <a:pt x="0" y="31925"/>
                  </a:lnTo>
                  <a:lnTo>
                    <a:pt x="408416" y="31925"/>
                  </a:lnTo>
                  <a:lnTo>
                    <a:pt x="408416" y="0"/>
                  </a:lnTo>
                  <a:close/>
                </a:path>
              </a:pathLst>
            </a:custGeom>
            <a:solidFill>
              <a:srgbClr val="5758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 descr=""/>
            <p:cNvSpPr/>
            <p:nvPr/>
          </p:nvSpPr>
          <p:spPr>
            <a:xfrm>
              <a:off x="13059220" y="6669563"/>
              <a:ext cx="726440" cy="969644"/>
            </a:xfrm>
            <a:custGeom>
              <a:avLst/>
              <a:gdLst/>
              <a:ahLst/>
              <a:cxnLst/>
              <a:rect l="l" t="t" r="r" b="b"/>
              <a:pathLst>
                <a:path w="726440" h="969645">
                  <a:moveTo>
                    <a:pt x="726071" y="871232"/>
                  </a:moveTo>
                  <a:lnTo>
                    <a:pt x="723684" y="860234"/>
                  </a:lnTo>
                  <a:lnTo>
                    <a:pt x="717169" y="851268"/>
                  </a:lnTo>
                  <a:lnTo>
                    <a:pt x="707504" y="845210"/>
                  </a:lnTo>
                  <a:lnTo>
                    <a:pt x="695667" y="842987"/>
                  </a:lnTo>
                  <a:lnTo>
                    <a:pt x="636905" y="842987"/>
                  </a:lnTo>
                  <a:lnTo>
                    <a:pt x="636905" y="80543"/>
                  </a:lnTo>
                  <a:lnTo>
                    <a:pt x="630593" y="49199"/>
                  </a:lnTo>
                  <a:lnTo>
                    <a:pt x="613346" y="23596"/>
                  </a:lnTo>
                  <a:lnTo>
                    <a:pt x="587756" y="6337"/>
                  </a:lnTo>
                  <a:lnTo>
                    <a:pt x="556399" y="0"/>
                  </a:lnTo>
                  <a:lnTo>
                    <a:pt x="165506" y="0"/>
                  </a:lnTo>
                  <a:lnTo>
                    <a:pt x="134162" y="6337"/>
                  </a:lnTo>
                  <a:lnTo>
                    <a:pt x="108559" y="23596"/>
                  </a:lnTo>
                  <a:lnTo>
                    <a:pt x="91300" y="49199"/>
                  </a:lnTo>
                  <a:lnTo>
                    <a:pt x="84963" y="80543"/>
                  </a:lnTo>
                  <a:lnTo>
                    <a:pt x="84963" y="842987"/>
                  </a:lnTo>
                  <a:lnTo>
                    <a:pt x="30429" y="842987"/>
                  </a:lnTo>
                  <a:lnTo>
                    <a:pt x="18592" y="845210"/>
                  </a:lnTo>
                  <a:lnTo>
                    <a:pt x="8915" y="851268"/>
                  </a:lnTo>
                  <a:lnTo>
                    <a:pt x="2387" y="860234"/>
                  </a:lnTo>
                  <a:lnTo>
                    <a:pt x="0" y="871232"/>
                  </a:lnTo>
                  <a:lnTo>
                    <a:pt x="0" y="940879"/>
                  </a:lnTo>
                  <a:lnTo>
                    <a:pt x="2387" y="951865"/>
                  </a:lnTo>
                  <a:lnTo>
                    <a:pt x="8915" y="960818"/>
                  </a:lnTo>
                  <a:lnTo>
                    <a:pt x="18592" y="966863"/>
                  </a:lnTo>
                  <a:lnTo>
                    <a:pt x="30429" y="969073"/>
                  </a:lnTo>
                  <a:lnTo>
                    <a:pt x="695667" y="969073"/>
                  </a:lnTo>
                  <a:lnTo>
                    <a:pt x="707504" y="966863"/>
                  </a:lnTo>
                  <a:lnTo>
                    <a:pt x="717169" y="960818"/>
                  </a:lnTo>
                  <a:lnTo>
                    <a:pt x="723684" y="951865"/>
                  </a:lnTo>
                  <a:lnTo>
                    <a:pt x="726071" y="940879"/>
                  </a:lnTo>
                  <a:lnTo>
                    <a:pt x="726071" y="871232"/>
                  </a:lnTo>
                  <a:close/>
                </a:path>
              </a:pathLst>
            </a:custGeom>
            <a:solidFill>
              <a:srgbClr val="2E3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 descr=""/>
            <p:cNvSpPr/>
            <p:nvPr/>
          </p:nvSpPr>
          <p:spPr>
            <a:xfrm>
              <a:off x="13398388" y="7638626"/>
              <a:ext cx="48260" cy="316865"/>
            </a:xfrm>
            <a:custGeom>
              <a:avLst/>
              <a:gdLst/>
              <a:ahLst/>
              <a:cxnLst/>
              <a:rect l="l" t="t" r="r" b="b"/>
              <a:pathLst>
                <a:path w="48259" h="316865">
                  <a:moveTo>
                    <a:pt x="47715" y="0"/>
                  </a:moveTo>
                  <a:lnTo>
                    <a:pt x="0" y="0"/>
                  </a:lnTo>
                  <a:lnTo>
                    <a:pt x="0" y="316723"/>
                  </a:lnTo>
                  <a:lnTo>
                    <a:pt x="47715" y="316723"/>
                  </a:lnTo>
                  <a:lnTo>
                    <a:pt x="47715" y="0"/>
                  </a:lnTo>
                  <a:close/>
                </a:path>
              </a:pathLst>
            </a:custGeom>
            <a:solidFill>
              <a:srgbClr val="92939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3" name="object 473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3228130" y="7916564"/>
              <a:ext cx="388232" cy="259165"/>
            </a:xfrm>
            <a:prstGeom prst="rect">
              <a:avLst/>
            </a:prstGeom>
          </p:spPr>
        </p:pic>
        <p:sp>
          <p:nvSpPr>
            <p:cNvPr id="474" name="object 474" descr=""/>
            <p:cNvSpPr/>
            <p:nvPr/>
          </p:nvSpPr>
          <p:spPr>
            <a:xfrm>
              <a:off x="13084112" y="7285475"/>
              <a:ext cx="676275" cy="227329"/>
            </a:xfrm>
            <a:custGeom>
              <a:avLst/>
              <a:gdLst/>
              <a:ahLst/>
              <a:cxnLst/>
              <a:rect l="l" t="t" r="r" b="b"/>
              <a:pathLst>
                <a:path w="676275" h="227329">
                  <a:moveTo>
                    <a:pt x="62141" y="0"/>
                  </a:moveTo>
                  <a:lnTo>
                    <a:pt x="0" y="0"/>
                  </a:lnTo>
                  <a:lnTo>
                    <a:pt x="0" y="227076"/>
                  </a:lnTo>
                  <a:lnTo>
                    <a:pt x="62141" y="227076"/>
                  </a:lnTo>
                  <a:lnTo>
                    <a:pt x="62141" y="0"/>
                  </a:lnTo>
                  <a:close/>
                </a:path>
                <a:path w="676275" h="227329">
                  <a:moveTo>
                    <a:pt x="676224" y="0"/>
                  </a:moveTo>
                  <a:lnTo>
                    <a:pt x="614133" y="0"/>
                  </a:lnTo>
                  <a:lnTo>
                    <a:pt x="614133" y="227076"/>
                  </a:lnTo>
                  <a:lnTo>
                    <a:pt x="676224" y="227076"/>
                  </a:lnTo>
                  <a:lnTo>
                    <a:pt x="676224" y="0"/>
                  </a:lnTo>
                  <a:close/>
                </a:path>
              </a:pathLst>
            </a:custGeom>
            <a:solidFill>
              <a:srgbClr val="92939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5" name="object 475" descr=""/>
          <p:cNvGrpSpPr/>
          <p:nvPr/>
        </p:nvGrpSpPr>
        <p:grpSpPr>
          <a:xfrm>
            <a:off x="11539111" y="6669559"/>
            <a:ext cx="726440" cy="1506220"/>
            <a:chOff x="11539111" y="6669559"/>
            <a:chExt cx="726440" cy="1506220"/>
          </a:xfrm>
        </p:grpSpPr>
        <p:sp>
          <p:nvSpPr>
            <p:cNvPr id="476" name="object 476" descr=""/>
            <p:cNvSpPr/>
            <p:nvPr/>
          </p:nvSpPr>
          <p:spPr>
            <a:xfrm>
              <a:off x="11539105" y="6669563"/>
              <a:ext cx="726440" cy="969644"/>
            </a:xfrm>
            <a:custGeom>
              <a:avLst/>
              <a:gdLst/>
              <a:ahLst/>
              <a:cxnLst/>
              <a:rect l="l" t="t" r="r" b="b"/>
              <a:pathLst>
                <a:path w="726440" h="969645">
                  <a:moveTo>
                    <a:pt x="726071" y="871232"/>
                  </a:moveTo>
                  <a:lnTo>
                    <a:pt x="723684" y="860234"/>
                  </a:lnTo>
                  <a:lnTo>
                    <a:pt x="717156" y="851268"/>
                  </a:lnTo>
                  <a:lnTo>
                    <a:pt x="707491" y="845210"/>
                  </a:lnTo>
                  <a:lnTo>
                    <a:pt x="695655" y="842987"/>
                  </a:lnTo>
                  <a:lnTo>
                    <a:pt x="636968" y="842987"/>
                  </a:lnTo>
                  <a:lnTo>
                    <a:pt x="636968" y="80543"/>
                  </a:lnTo>
                  <a:lnTo>
                    <a:pt x="630631" y="49199"/>
                  </a:lnTo>
                  <a:lnTo>
                    <a:pt x="613359" y="23596"/>
                  </a:lnTo>
                  <a:lnTo>
                    <a:pt x="587756" y="6337"/>
                  </a:lnTo>
                  <a:lnTo>
                    <a:pt x="556425" y="0"/>
                  </a:lnTo>
                  <a:lnTo>
                    <a:pt x="165506" y="0"/>
                  </a:lnTo>
                  <a:lnTo>
                    <a:pt x="134162" y="6337"/>
                  </a:lnTo>
                  <a:lnTo>
                    <a:pt x="108559" y="23596"/>
                  </a:lnTo>
                  <a:lnTo>
                    <a:pt x="91300" y="49199"/>
                  </a:lnTo>
                  <a:lnTo>
                    <a:pt x="84975" y="80543"/>
                  </a:lnTo>
                  <a:lnTo>
                    <a:pt x="84975" y="842987"/>
                  </a:lnTo>
                  <a:lnTo>
                    <a:pt x="30429" y="842987"/>
                  </a:lnTo>
                  <a:lnTo>
                    <a:pt x="18592" y="845210"/>
                  </a:lnTo>
                  <a:lnTo>
                    <a:pt x="8915" y="851268"/>
                  </a:lnTo>
                  <a:lnTo>
                    <a:pt x="2387" y="860234"/>
                  </a:lnTo>
                  <a:lnTo>
                    <a:pt x="0" y="871232"/>
                  </a:lnTo>
                  <a:lnTo>
                    <a:pt x="0" y="940879"/>
                  </a:lnTo>
                  <a:lnTo>
                    <a:pt x="2387" y="951865"/>
                  </a:lnTo>
                  <a:lnTo>
                    <a:pt x="8915" y="960818"/>
                  </a:lnTo>
                  <a:lnTo>
                    <a:pt x="18592" y="966863"/>
                  </a:lnTo>
                  <a:lnTo>
                    <a:pt x="30429" y="969073"/>
                  </a:lnTo>
                  <a:lnTo>
                    <a:pt x="695655" y="969073"/>
                  </a:lnTo>
                  <a:lnTo>
                    <a:pt x="707491" y="966863"/>
                  </a:lnTo>
                  <a:lnTo>
                    <a:pt x="717156" y="960818"/>
                  </a:lnTo>
                  <a:lnTo>
                    <a:pt x="723684" y="951865"/>
                  </a:lnTo>
                  <a:lnTo>
                    <a:pt x="726071" y="940879"/>
                  </a:lnTo>
                  <a:lnTo>
                    <a:pt x="726071" y="871232"/>
                  </a:lnTo>
                  <a:close/>
                </a:path>
              </a:pathLst>
            </a:custGeom>
            <a:solidFill>
              <a:srgbClr val="2E3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11878287" y="7638626"/>
              <a:ext cx="48260" cy="316865"/>
            </a:xfrm>
            <a:custGeom>
              <a:avLst/>
              <a:gdLst/>
              <a:ahLst/>
              <a:cxnLst/>
              <a:rect l="l" t="t" r="r" b="b"/>
              <a:pathLst>
                <a:path w="48259" h="316865">
                  <a:moveTo>
                    <a:pt x="47736" y="0"/>
                  </a:moveTo>
                  <a:lnTo>
                    <a:pt x="0" y="0"/>
                  </a:lnTo>
                  <a:lnTo>
                    <a:pt x="0" y="316723"/>
                  </a:lnTo>
                  <a:lnTo>
                    <a:pt x="47736" y="316723"/>
                  </a:lnTo>
                  <a:lnTo>
                    <a:pt x="47736" y="0"/>
                  </a:lnTo>
                  <a:close/>
                </a:path>
              </a:pathLst>
            </a:custGeom>
            <a:solidFill>
              <a:srgbClr val="92939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8" name="object 478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708024" y="7916564"/>
              <a:ext cx="388227" cy="259165"/>
            </a:xfrm>
            <a:prstGeom prst="rect">
              <a:avLst/>
            </a:prstGeom>
          </p:spPr>
        </p:pic>
        <p:sp>
          <p:nvSpPr>
            <p:cNvPr id="479" name="object 479" descr=""/>
            <p:cNvSpPr/>
            <p:nvPr/>
          </p:nvSpPr>
          <p:spPr>
            <a:xfrm>
              <a:off x="11564048" y="7285475"/>
              <a:ext cx="676275" cy="227329"/>
            </a:xfrm>
            <a:custGeom>
              <a:avLst/>
              <a:gdLst/>
              <a:ahLst/>
              <a:cxnLst/>
              <a:rect l="l" t="t" r="r" b="b"/>
              <a:pathLst>
                <a:path w="676275" h="227329">
                  <a:moveTo>
                    <a:pt x="62090" y="0"/>
                  </a:moveTo>
                  <a:lnTo>
                    <a:pt x="0" y="0"/>
                  </a:lnTo>
                  <a:lnTo>
                    <a:pt x="0" y="227076"/>
                  </a:lnTo>
                  <a:lnTo>
                    <a:pt x="62090" y="227076"/>
                  </a:lnTo>
                  <a:lnTo>
                    <a:pt x="62090" y="0"/>
                  </a:lnTo>
                  <a:close/>
                </a:path>
                <a:path w="676275" h="227329">
                  <a:moveTo>
                    <a:pt x="676186" y="0"/>
                  </a:moveTo>
                  <a:lnTo>
                    <a:pt x="614070" y="0"/>
                  </a:lnTo>
                  <a:lnTo>
                    <a:pt x="614070" y="227076"/>
                  </a:lnTo>
                  <a:lnTo>
                    <a:pt x="676186" y="227076"/>
                  </a:lnTo>
                  <a:lnTo>
                    <a:pt x="676186" y="0"/>
                  </a:lnTo>
                  <a:close/>
                </a:path>
              </a:pathLst>
            </a:custGeom>
            <a:solidFill>
              <a:srgbClr val="92939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0" name="object 480" descr=""/>
          <p:cNvGrpSpPr/>
          <p:nvPr/>
        </p:nvGrpSpPr>
        <p:grpSpPr>
          <a:xfrm>
            <a:off x="18225978" y="8663181"/>
            <a:ext cx="918210" cy="1823085"/>
            <a:chOff x="18225978" y="8663181"/>
            <a:chExt cx="918210" cy="1823085"/>
          </a:xfrm>
        </p:grpSpPr>
        <p:sp>
          <p:nvSpPr>
            <p:cNvPr id="481" name="object 481" descr=""/>
            <p:cNvSpPr/>
            <p:nvPr/>
          </p:nvSpPr>
          <p:spPr>
            <a:xfrm>
              <a:off x="18225978" y="8663181"/>
              <a:ext cx="918210" cy="1823085"/>
            </a:xfrm>
            <a:custGeom>
              <a:avLst/>
              <a:gdLst/>
              <a:ahLst/>
              <a:cxnLst/>
              <a:rect l="l" t="t" r="r" b="b"/>
              <a:pathLst>
                <a:path w="918209" h="1823084">
                  <a:moveTo>
                    <a:pt x="918160" y="0"/>
                  </a:moveTo>
                  <a:lnTo>
                    <a:pt x="0" y="0"/>
                  </a:lnTo>
                  <a:lnTo>
                    <a:pt x="0" y="1823054"/>
                  </a:lnTo>
                  <a:lnTo>
                    <a:pt x="918160" y="1823054"/>
                  </a:lnTo>
                  <a:lnTo>
                    <a:pt x="918160" y="0"/>
                  </a:lnTo>
                  <a:close/>
                </a:path>
              </a:pathLst>
            </a:custGeom>
            <a:solidFill>
              <a:srgbClr val="5353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 descr=""/>
            <p:cNvSpPr/>
            <p:nvPr/>
          </p:nvSpPr>
          <p:spPr>
            <a:xfrm>
              <a:off x="18271998" y="8746254"/>
              <a:ext cx="826135" cy="1604645"/>
            </a:xfrm>
            <a:custGeom>
              <a:avLst/>
              <a:gdLst/>
              <a:ahLst/>
              <a:cxnLst/>
              <a:rect l="l" t="t" r="r" b="b"/>
              <a:pathLst>
                <a:path w="826134" h="1604645">
                  <a:moveTo>
                    <a:pt x="363486" y="829132"/>
                  </a:moveTo>
                  <a:lnTo>
                    <a:pt x="0" y="829132"/>
                  </a:lnTo>
                  <a:lnTo>
                    <a:pt x="0" y="1189761"/>
                  </a:lnTo>
                  <a:lnTo>
                    <a:pt x="363486" y="1189761"/>
                  </a:lnTo>
                  <a:lnTo>
                    <a:pt x="363486" y="829132"/>
                  </a:lnTo>
                  <a:close/>
                </a:path>
                <a:path w="826134" h="1604645">
                  <a:moveTo>
                    <a:pt x="448767" y="1243723"/>
                  </a:moveTo>
                  <a:lnTo>
                    <a:pt x="0" y="1243723"/>
                  </a:lnTo>
                  <a:lnTo>
                    <a:pt x="0" y="1604352"/>
                  </a:lnTo>
                  <a:lnTo>
                    <a:pt x="448767" y="1604352"/>
                  </a:lnTo>
                  <a:lnTo>
                    <a:pt x="448767" y="1243723"/>
                  </a:lnTo>
                  <a:close/>
                </a:path>
                <a:path w="826134" h="1604645">
                  <a:moveTo>
                    <a:pt x="826122" y="1243723"/>
                  </a:moveTo>
                  <a:lnTo>
                    <a:pt x="502539" y="1243723"/>
                  </a:lnTo>
                  <a:lnTo>
                    <a:pt x="502539" y="1604352"/>
                  </a:lnTo>
                  <a:lnTo>
                    <a:pt x="826122" y="1604352"/>
                  </a:lnTo>
                  <a:lnTo>
                    <a:pt x="826122" y="1243723"/>
                  </a:lnTo>
                  <a:close/>
                </a:path>
                <a:path w="826134" h="1604645">
                  <a:moveTo>
                    <a:pt x="826122" y="829132"/>
                  </a:moveTo>
                  <a:lnTo>
                    <a:pt x="417258" y="829132"/>
                  </a:lnTo>
                  <a:lnTo>
                    <a:pt x="417258" y="1189761"/>
                  </a:lnTo>
                  <a:lnTo>
                    <a:pt x="826122" y="1189761"/>
                  </a:lnTo>
                  <a:lnTo>
                    <a:pt x="826122" y="829132"/>
                  </a:lnTo>
                  <a:close/>
                </a:path>
                <a:path w="826134" h="1604645">
                  <a:moveTo>
                    <a:pt x="826122" y="414591"/>
                  </a:moveTo>
                  <a:lnTo>
                    <a:pt x="0" y="414591"/>
                  </a:lnTo>
                  <a:lnTo>
                    <a:pt x="0" y="775271"/>
                  </a:lnTo>
                  <a:lnTo>
                    <a:pt x="826122" y="775271"/>
                  </a:lnTo>
                  <a:lnTo>
                    <a:pt x="826122" y="414591"/>
                  </a:lnTo>
                  <a:close/>
                </a:path>
                <a:path w="826134" h="1604645">
                  <a:moveTo>
                    <a:pt x="826122" y="0"/>
                  </a:moveTo>
                  <a:lnTo>
                    <a:pt x="0" y="0"/>
                  </a:lnTo>
                  <a:lnTo>
                    <a:pt x="0" y="360680"/>
                  </a:lnTo>
                  <a:lnTo>
                    <a:pt x="826122" y="360680"/>
                  </a:lnTo>
                  <a:lnTo>
                    <a:pt x="826122" y="0"/>
                  </a:lnTo>
                  <a:close/>
                </a:path>
              </a:pathLst>
            </a:custGeom>
            <a:solidFill>
              <a:srgbClr val="35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 descr=""/>
            <p:cNvSpPr/>
            <p:nvPr/>
          </p:nvSpPr>
          <p:spPr>
            <a:xfrm>
              <a:off x="18314133" y="8789397"/>
              <a:ext cx="114300" cy="318135"/>
            </a:xfrm>
            <a:custGeom>
              <a:avLst/>
              <a:gdLst/>
              <a:ahLst/>
              <a:cxnLst/>
              <a:rect l="l" t="t" r="r" b="b"/>
              <a:pathLst>
                <a:path w="114300" h="318134">
                  <a:moveTo>
                    <a:pt x="114153" y="0"/>
                  </a:moveTo>
                  <a:lnTo>
                    <a:pt x="0" y="0"/>
                  </a:lnTo>
                  <a:lnTo>
                    <a:pt x="0" y="317529"/>
                  </a:lnTo>
                  <a:lnTo>
                    <a:pt x="114153" y="317529"/>
                  </a:lnTo>
                  <a:lnTo>
                    <a:pt x="114153" y="0"/>
                  </a:lnTo>
                  <a:close/>
                </a:path>
              </a:pathLst>
            </a:custGeom>
            <a:solidFill>
              <a:srgbClr val="807C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 descr=""/>
            <p:cNvSpPr/>
            <p:nvPr/>
          </p:nvSpPr>
          <p:spPr>
            <a:xfrm>
              <a:off x="18468893" y="8827280"/>
              <a:ext cx="55244" cy="280035"/>
            </a:xfrm>
            <a:custGeom>
              <a:avLst/>
              <a:gdLst/>
              <a:ahLst/>
              <a:cxnLst/>
              <a:rect l="l" t="t" r="r" b="b"/>
              <a:pathLst>
                <a:path w="55244" h="280034">
                  <a:moveTo>
                    <a:pt x="54794" y="0"/>
                  </a:moveTo>
                  <a:lnTo>
                    <a:pt x="0" y="0"/>
                  </a:lnTo>
                  <a:lnTo>
                    <a:pt x="0" y="279645"/>
                  </a:lnTo>
                  <a:lnTo>
                    <a:pt x="54794" y="279645"/>
                  </a:lnTo>
                  <a:lnTo>
                    <a:pt x="54794" y="0"/>
                  </a:lnTo>
                  <a:close/>
                </a:path>
              </a:pathLst>
            </a:custGeom>
            <a:solidFill>
              <a:srgbClr val="6474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18562450" y="8776738"/>
              <a:ext cx="57150" cy="330200"/>
            </a:xfrm>
            <a:custGeom>
              <a:avLst/>
              <a:gdLst/>
              <a:ahLst/>
              <a:cxnLst/>
              <a:rect l="l" t="t" r="r" b="b"/>
              <a:pathLst>
                <a:path w="57150" h="330200">
                  <a:moveTo>
                    <a:pt x="56773" y="0"/>
                  </a:moveTo>
                  <a:lnTo>
                    <a:pt x="0" y="0"/>
                  </a:lnTo>
                  <a:lnTo>
                    <a:pt x="0" y="330188"/>
                  </a:lnTo>
                  <a:lnTo>
                    <a:pt x="56773" y="330188"/>
                  </a:lnTo>
                  <a:lnTo>
                    <a:pt x="56773" y="0"/>
                  </a:lnTo>
                  <a:close/>
                </a:path>
              </a:pathLst>
            </a:custGeom>
            <a:solidFill>
              <a:srgbClr val="7EC5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 descr=""/>
            <p:cNvSpPr/>
            <p:nvPr/>
          </p:nvSpPr>
          <p:spPr>
            <a:xfrm>
              <a:off x="18654667" y="8776738"/>
              <a:ext cx="63500" cy="330200"/>
            </a:xfrm>
            <a:custGeom>
              <a:avLst/>
              <a:gdLst/>
              <a:ahLst/>
              <a:cxnLst/>
              <a:rect l="l" t="t" r="r" b="b"/>
              <a:pathLst>
                <a:path w="63500" h="330200">
                  <a:moveTo>
                    <a:pt x="63244" y="0"/>
                  </a:moveTo>
                  <a:lnTo>
                    <a:pt x="0" y="0"/>
                  </a:lnTo>
                  <a:lnTo>
                    <a:pt x="0" y="330188"/>
                  </a:lnTo>
                  <a:lnTo>
                    <a:pt x="63244" y="330188"/>
                  </a:lnTo>
                  <a:lnTo>
                    <a:pt x="63244" y="0"/>
                  </a:lnTo>
                  <a:close/>
                </a:path>
              </a:pathLst>
            </a:custGeom>
            <a:solidFill>
              <a:srgbClr val="87CF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 descr=""/>
            <p:cNvSpPr/>
            <p:nvPr/>
          </p:nvSpPr>
          <p:spPr>
            <a:xfrm>
              <a:off x="18747659" y="8827280"/>
              <a:ext cx="71755" cy="280035"/>
            </a:xfrm>
            <a:custGeom>
              <a:avLst/>
              <a:gdLst/>
              <a:ahLst/>
              <a:cxnLst/>
              <a:rect l="l" t="t" r="r" b="b"/>
              <a:pathLst>
                <a:path w="71755" h="280034">
                  <a:moveTo>
                    <a:pt x="71652" y="0"/>
                  </a:moveTo>
                  <a:lnTo>
                    <a:pt x="0" y="0"/>
                  </a:lnTo>
                  <a:lnTo>
                    <a:pt x="0" y="279645"/>
                  </a:lnTo>
                  <a:lnTo>
                    <a:pt x="71652" y="279645"/>
                  </a:lnTo>
                  <a:lnTo>
                    <a:pt x="71652" y="0"/>
                  </a:lnTo>
                  <a:close/>
                </a:path>
              </a:pathLst>
            </a:custGeom>
            <a:solidFill>
              <a:srgbClr val="807C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 descr=""/>
            <p:cNvSpPr/>
            <p:nvPr/>
          </p:nvSpPr>
          <p:spPr>
            <a:xfrm>
              <a:off x="18863666" y="8776738"/>
              <a:ext cx="51435" cy="330200"/>
            </a:xfrm>
            <a:custGeom>
              <a:avLst/>
              <a:gdLst/>
              <a:ahLst/>
              <a:cxnLst/>
              <a:rect l="l" t="t" r="r" b="b"/>
              <a:pathLst>
                <a:path w="51434" h="330200">
                  <a:moveTo>
                    <a:pt x="51422" y="0"/>
                  </a:moveTo>
                  <a:lnTo>
                    <a:pt x="0" y="0"/>
                  </a:lnTo>
                  <a:lnTo>
                    <a:pt x="0" y="330188"/>
                  </a:lnTo>
                  <a:lnTo>
                    <a:pt x="51422" y="330188"/>
                  </a:lnTo>
                  <a:lnTo>
                    <a:pt x="51422" y="0"/>
                  </a:lnTo>
                  <a:close/>
                </a:path>
              </a:pathLst>
            </a:custGeom>
            <a:solidFill>
              <a:srgbClr val="BB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 descr=""/>
            <p:cNvSpPr/>
            <p:nvPr/>
          </p:nvSpPr>
          <p:spPr>
            <a:xfrm>
              <a:off x="18271986" y="8766676"/>
              <a:ext cx="760095" cy="340360"/>
            </a:xfrm>
            <a:custGeom>
              <a:avLst/>
              <a:gdLst/>
              <a:ahLst/>
              <a:cxnLst/>
              <a:rect l="l" t="t" r="r" b="b"/>
              <a:pathLst>
                <a:path w="760094" h="340359">
                  <a:moveTo>
                    <a:pt x="42125" y="0"/>
                  </a:moveTo>
                  <a:lnTo>
                    <a:pt x="0" y="0"/>
                  </a:lnTo>
                  <a:lnTo>
                    <a:pt x="0" y="340258"/>
                  </a:lnTo>
                  <a:lnTo>
                    <a:pt x="42125" y="340258"/>
                  </a:lnTo>
                  <a:lnTo>
                    <a:pt x="42125" y="0"/>
                  </a:lnTo>
                  <a:close/>
                </a:path>
                <a:path w="760094" h="340359">
                  <a:moveTo>
                    <a:pt x="759929" y="40424"/>
                  </a:moveTo>
                  <a:lnTo>
                    <a:pt x="677138" y="40424"/>
                  </a:lnTo>
                  <a:lnTo>
                    <a:pt x="677138" y="340258"/>
                  </a:lnTo>
                  <a:lnTo>
                    <a:pt x="759929" y="340258"/>
                  </a:lnTo>
                  <a:lnTo>
                    <a:pt x="759929" y="40424"/>
                  </a:lnTo>
                  <a:close/>
                </a:path>
              </a:pathLst>
            </a:custGeom>
            <a:solidFill>
              <a:srgbClr val="AADD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18428286" y="8776738"/>
              <a:ext cx="40640" cy="330200"/>
            </a:xfrm>
            <a:custGeom>
              <a:avLst/>
              <a:gdLst/>
              <a:ahLst/>
              <a:cxnLst/>
              <a:rect l="l" t="t" r="r" b="b"/>
              <a:pathLst>
                <a:path w="40640" h="330200">
                  <a:moveTo>
                    <a:pt x="40606" y="0"/>
                  </a:moveTo>
                  <a:lnTo>
                    <a:pt x="0" y="0"/>
                  </a:lnTo>
                  <a:lnTo>
                    <a:pt x="0" y="330188"/>
                  </a:lnTo>
                  <a:lnTo>
                    <a:pt x="40606" y="330188"/>
                  </a:lnTo>
                  <a:lnTo>
                    <a:pt x="40606" y="0"/>
                  </a:lnTo>
                  <a:close/>
                </a:path>
              </a:pathLst>
            </a:custGeom>
            <a:solidFill>
              <a:srgbClr val="C5E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 descr=""/>
            <p:cNvSpPr/>
            <p:nvPr/>
          </p:nvSpPr>
          <p:spPr>
            <a:xfrm>
              <a:off x="18523687" y="8827280"/>
              <a:ext cx="39370" cy="280035"/>
            </a:xfrm>
            <a:custGeom>
              <a:avLst/>
              <a:gdLst/>
              <a:ahLst/>
              <a:cxnLst/>
              <a:rect l="l" t="t" r="r" b="b"/>
              <a:pathLst>
                <a:path w="39369" h="280034">
                  <a:moveTo>
                    <a:pt x="38763" y="0"/>
                  </a:moveTo>
                  <a:lnTo>
                    <a:pt x="0" y="0"/>
                  </a:lnTo>
                  <a:lnTo>
                    <a:pt x="0" y="279645"/>
                  </a:lnTo>
                  <a:lnTo>
                    <a:pt x="38763" y="279645"/>
                  </a:lnTo>
                  <a:lnTo>
                    <a:pt x="38763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 descr=""/>
            <p:cNvSpPr/>
            <p:nvPr/>
          </p:nvSpPr>
          <p:spPr>
            <a:xfrm>
              <a:off x="18619359" y="8798224"/>
              <a:ext cx="35560" cy="309245"/>
            </a:xfrm>
            <a:custGeom>
              <a:avLst/>
              <a:gdLst/>
              <a:ahLst/>
              <a:cxnLst/>
              <a:rect l="l" t="t" r="r" b="b"/>
              <a:pathLst>
                <a:path w="35559" h="309245">
                  <a:moveTo>
                    <a:pt x="35297" y="0"/>
                  </a:moveTo>
                  <a:lnTo>
                    <a:pt x="0" y="0"/>
                  </a:lnTo>
                  <a:lnTo>
                    <a:pt x="0" y="308702"/>
                  </a:lnTo>
                  <a:lnTo>
                    <a:pt x="35297" y="308702"/>
                  </a:lnTo>
                  <a:lnTo>
                    <a:pt x="35297" y="0"/>
                  </a:lnTo>
                  <a:close/>
                </a:path>
              </a:pathLst>
            </a:custGeom>
            <a:solidFill>
              <a:srgbClr val="7EC5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 descr=""/>
            <p:cNvSpPr/>
            <p:nvPr/>
          </p:nvSpPr>
          <p:spPr>
            <a:xfrm>
              <a:off x="18717911" y="8834861"/>
              <a:ext cx="29845" cy="272415"/>
            </a:xfrm>
            <a:custGeom>
              <a:avLst/>
              <a:gdLst/>
              <a:ahLst/>
              <a:cxnLst/>
              <a:rect l="l" t="t" r="r" b="b"/>
              <a:pathLst>
                <a:path w="29844" h="272415">
                  <a:moveTo>
                    <a:pt x="29747" y="0"/>
                  </a:moveTo>
                  <a:lnTo>
                    <a:pt x="0" y="0"/>
                  </a:lnTo>
                  <a:lnTo>
                    <a:pt x="0" y="272065"/>
                  </a:lnTo>
                  <a:lnTo>
                    <a:pt x="29747" y="272065"/>
                  </a:lnTo>
                  <a:lnTo>
                    <a:pt x="29747" y="0"/>
                  </a:lnTo>
                  <a:close/>
                </a:path>
              </a:pathLst>
            </a:custGeom>
            <a:solidFill>
              <a:srgbClr val="BAE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 descr=""/>
            <p:cNvSpPr/>
            <p:nvPr/>
          </p:nvSpPr>
          <p:spPr>
            <a:xfrm>
              <a:off x="18819311" y="8798224"/>
              <a:ext cx="44450" cy="309245"/>
            </a:xfrm>
            <a:custGeom>
              <a:avLst/>
              <a:gdLst/>
              <a:ahLst/>
              <a:cxnLst/>
              <a:rect l="l" t="t" r="r" b="b"/>
              <a:pathLst>
                <a:path w="44450" h="309245">
                  <a:moveTo>
                    <a:pt x="44354" y="0"/>
                  </a:moveTo>
                  <a:lnTo>
                    <a:pt x="0" y="0"/>
                  </a:lnTo>
                  <a:lnTo>
                    <a:pt x="0" y="308702"/>
                  </a:lnTo>
                  <a:lnTo>
                    <a:pt x="44354" y="308702"/>
                  </a:lnTo>
                  <a:lnTo>
                    <a:pt x="44354" y="0"/>
                  </a:lnTo>
                  <a:close/>
                </a:path>
              </a:pathLst>
            </a:custGeom>
            <a:solidFill>
              <a:srgbClr val="D6E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 descr=""/>
            <p:cNvSpPr/>
            <p:nvPr/>
          </p:nvSpPr>
          <p:spPr>
            <a:xfrm>
              <a:off x="18915078" y="8818045"/>
              <a:ext cx="34290" cy="288925"/>
            </a:xfrm>
            <a:custGeom>
              <a:avLst/>
              <a:gdLst/>
              <a:ahLst/>
              <a:cxnLst/>
              <a:rect l="l" t="t" r="r" b="b"/>
              <a:pathLst>
                <a:path w="34290" h="288925">
                  <a:moveTo>
                    <a:pt x="34051" y="0"/>
                  </a:moveTo>
                  <a:lnTo>
                    <a:pt x="0" y="0"/>
                  </a:lnTo>
                  <a:lnTo>
                    <a:pt x="0" y="288881"/>
                  </a:lnTo>
                  <a:lnTo>
                    <a:pt x="34051" y="288881"/>
                  </a:lnTo>
                  <a:lnTo>
                    <a:pt x="34051" y="0"/>
                  </a:lnTo>
                  <a:close/>
                </a:path>
              </a:pathLst>
            </a:custGeom>
            <a:solidFill>
              <a:srgbClr val="4FB6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 descr=""/>
            <p:cNvSpPr/>
            <p:nvPr/>
          </p:nvSpPr>
          <p:spPr>
            <a:xfrm>
              <a:off x="18314251" y="8784367"/>
              <a:ext cx="784225" cy="1566545"/>
            </a:xfrm>
            <a:custGeom>
              <a:avLst/>
              <a:gdLst/>
              <a:ahLst/>
              <a:cxnLst/>
              <a:rect l="l" t="t" r="r" b="b"/>
              <a:pathLst>
                <a:path w="784225" h="1566545">
                  <a:moveTo>
                    <a:pt x="114528" y="1263230"/>
                  </a:moveTo>
                  <a:lnTo>
                    <a:pt x="0" y="1263230"/>
                  </a:lnTo>
                  <a:lnTo>
                    <a:pt x="0" y="1565922"/>
                  </a:lnTo>
                  <a:lnTo>
                    <a:pt x="114528" y="1565922"/>
                  </a:lnTo>
                  <a:lnTo>
                    <a:pt x="114528" y="1263230"/>
                  </a:lnTo>
                  <a:close/>
                </a:path>
                <a:path w="784225" h="1566545">
                  <a:moveTo>
                    <a:pt x="783869" y="0"/>
                  </a:moveTo>
                  <a:lnTo>
                    <a:pt x="717664" y="0"/>
                  </a:lnTo>
                  <a:lnTo>
                    <a:pt x="717664" y="322567"/>
                  </a:lnTo>
                  <a:lnTo>
                    <a:pt x="783869" y="322567"/>
                  </a:lnTo>
                  <a:lnTo>
                    <a:pt x="783869" y="0"/>
                  </a:lnTo>
                  <a:close/>
                </a:path>
              </a:pathLst>
            </a:custGeom>
            <a:solidFill>
              <a:srgbClr val="807C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 descr=""/>
            <p:cNvSpPr/>
            <p:nvPr/>
          </p:nvSpPr>
          <p:spPr>
            <a:xfrm>
              <a:off x="18469542" y="10083713"/>
              <a:ext cx="55244" cy="266700"/>
            </a:xfrm>
            <a:custGeom>
              <a:avLst/>
              <a:gdLst/>
              <a:ahLst/>
              <a:cxnLst/>
              <a:rect l="l" t="t" r="r" b="b"/>
              <a:pathLst>
                <a:path w="55244" h="266700">
                  <a:moveTo>
                    <a:pt x="55024" y="0"/>
                  </a:moveTo>
                  <a:lnTo>
                    <a:pt x="0" y="0"/>
                  </a:lnTo>
                  <a:lnTo>
                    <a:pt x="0" y="266567"/>
                  </a:lnTo>
                  <a:lnTo>
                    <a:pt x="55024" y="266567"/>
                  </a:lnTo>
                  <a:lnTo>
                    <a:pt x="55024" y="0"/>
                  </a:lnTo>
                  <a:close/>
                </a:path>
              </a:pathLst>
            </a:custGeom>
            <a:solidFill>
              <a:srgbClr val="6474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 descr=""/>
            <p:cNvSpPr/>
            <p:nvPr/>
          </p:nvSpPr>
          <p:spPr>
            <a:xfrm>
              <a:off x="18563413" y="10035526"/>
              <a:ext cx="57150" cy="314960"/>
            </a:xfrm>
            <a:custGeom>
              <a:avLst/>
              <a:gdLst/>
              <a:ahLst/>
              <a:cxnLst/>
              <a:rect l="l" t="t" r="r" b="b"/>
              <a:pathLst>
                <a:path w="57150" h="314959">
                  <a:moveTo>
                    <a:pt x="57013" y="0"/>
                  </a:moveTo>
                  <a:lnTo>
                    <a:pt x="0" y="0"/>
                  </a:lnTo>
                  <a:lnTo>
                    <a:pt x="0" y="314754"/>
                  </a:lnTo>
                  <a:lnTo>
                    <a:pt x="57013" y="314754"/>
                  </a:lnTo>
                  <a:lnTo>
                    <a:pt x="57013" y="0"/>
                  </a:lnTo>
                  <a:close/>
                </a:path>
              </a:pathLst>
            </a:custGeom>
            <a:solidFill>
              <a:srgbClr val="7EC5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 descr=""/>
            <p:cNvSpPr/>
            <p:nvPr/>
          </p:nvSpPr>
          <p:spPr>
            <a:xfrm>
              <a:off x="18655997" y="10035526"/>
              <a:ext cx="63500" cy="314960"/>
            </a:xfrm>
            <a:custGeom>
              <a:avLst/>
              <a:gdLst/>
              <a:ahLst/>
              <a:cxnLst/>
              <a:rect l="l" t="t" r="r" b="b"/>
              <a:pathLst>
                <a:path w="63500" h="314959">
                  <a:moveTo>
                    <a:pt x="63432" y="0"/>
                  </a:moveTo>
                  <a:lnTo>
                    <a:pt x="0" y="0"/>
                  </a:lnTo>
                  <a:lnTo>
                    <a:pt x="0" y="314754"/>
                  </a:lnTo>
                  <a:lnTo>
                    <a:pt x="63432" y="314754"/>
                  </a:lnTo>
                  <a:lnTo>
                    <a:pt x="63432" y="0"/>
                  </a:lnTo>
                  <a:close/>
                </a:path>
              </a:pathLst>
            </a:custGeom>
            <a:solidFill>
              <a:srgbClr val="87CF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 descr=""/>
            <p:cNvSpPr/>
            <p:nvPr/>
          </p:nvSpPr>
          <p:spPr>
            <a:xfrm>
              <a:off x="18271998" y="10025914"/>
              <a:ext cx="42545" cy="324485"/>
            </a:xfrm>
            <a:custGeom>
              <a:avLst/>
              <a:gdLst/>
              <a:ahLst/>
              <a:cxnLst/>
              <a:rect l="l" t="t" r="r" b="b"/>
              <a:pathLst>
                <a:path w="42544" h="324484">
                  <a:moveTo>
                    <a:pt x="42270" y="0"/>
                  </a:moveTo>
                  <a:lnTo>
                    <a:pt x="0" y="0"/>
                  </a:lnTo>
                  <a:lnTo>
                    <a:pt x="0" y="324367"/>
                  </a:lnTo>
                  <a:lnTo>
                    <a:pt x="42270" y="324367"/>
                  </a:lnTo>
                  <a:lnTo>
                    <a:pt x="42270" y="0"/>
                  </a:lnTo>
                  <a:close/>
                </a:path>
              </a:pathLst>
            </a:custGeom>
            <a:solidFill>
              <a:srgbClr val="AADD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 descr=""/>
            <p:cNvSpPr/>
            <p:nvPr/>
          </p:nvSpPr>
          <p:spPr>
            <a:xfrm>
              <a:off x="18428789" y="10035526"/>
              <a:ext cx="41275" cy="314960"/>
            </a:xfrm>
            <a:custGeom>
              <a:avLst/>
              <a:gdLst/>
              <a:ahLst/>
              <a:cxnLst/>
              <a:rect l="l" t="t" r="r" b="b"/>
              <a:pathLst>
                <a:path w="41275" h="314959">
                  <a:moveTo>
                    <a:pt x="40752" y="0"/>
                  </a:moveTo>
                  <a:lnTo>
                    <a:pt x="0" y="0"/>
                  </a:lnTo>
                  <a:lnTo>
                    <a:pt x="0" y="314754"/>
                  </a:lnTo>
                  <a:lnTo>
                    <a:pt x="40752" y="314754"/>
                  </a:lnTo>
                  <a:lnTo>
                    <a:pt x="40752" y="0"/>
                  </a:lnTo>
                  <a:close/>
                </a:path>
              </a:pathLst>
            </a:custGeom>
            <a:solidFill>
              <a:srgbClr val="C5E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 descr=""/>
            <p:cNvSpPr/>
            <p:nvPr/>
          </p:nvSpPr>
          <p:spPr>
            <a:xfrm>
              <a:off x="18524566" y="10083713"/>
              <a:ext cx="39370" cy="266700"/>
            </a:xfrm>
            <a:custGeom>
              <a:avLst/>
              <a:gdLst/>
              <a:ahLst/>
              <a:cxnLst/>
              <a:rect l="l" t="t" r="r" b="b"/>
              <a:pathLst>
                <a:path w="39369" h="266700">
                  <a:moveTo>
                    <a:pt x="38846" y="0"/>
                  </a:moveTo>
                  <a:lnTo>
                    <a:pt x="0" y="0"/>
                  </a:lnTo>
                  <a:lnTo>
                    <a:pt x="0" y="266567"/>
                  </a:lnTo>
                  <a:lnTo>
                    <a:pt x="38846" y="266567"/>
                  </a:lnTo>
                  <a:lnTo>
                    <a:pt x="38846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 descr=""/>
            <p:cNvSpPr/>
            <p:nvPr/>
          </p:nvSpPr>
          <p:spPr>
            <a:xfrm>
              <a:off x="18620563" y="10056039"/>
              <a:ext cx="35560" cy="294640"/>
            </a:xfrm>
            <a:custGeom>
              <a:avLst/>
              <a:gdLst/>
              <a:ahLst/>
              <a:cxnLst/>
              <a:rect l="l" t="t" r="r" b="b"/>
              <a:pathLst>
                <a:path w="35559" h="294640">
                  <a:moveTo>
                    <a:pt x="35433" y="0"/>
                  </a:moveTo>
                  <a:lnTo>
                    <a:pt x="0" y="0"/>
                  </a:lnTo>
                  <a:lnTo>
                    <a:pt x="0" y="294242"/>
                  </a:lnTo>
                  <a:lnTo>
                    <a:pt x="35433" y="294242"/>
                  </a:lnTo>
                  <a:lnTo>
                    <a:pt x="35433" y="0"/>
                  </a:lnTo>
                  <a:close/>
                </a:path>
              </a:pathLst>
            </a:custGeom>
            <a:solidFill>
              <a:srgbClr val="7EC5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 descr=""/>
            <p:cNvSpPr/>
            <p:nvPr/>
          </p:nvSpPr>
          <p:spPr>
            <a:xfrm>
              <a:off x="19042268" y="9605875"/>
              <a:ext cx="55880" cy="330200"/>
            </a:xfrm>
            <a:custGeom>
              <a:avLst/>
              <a:gdLst/>
              <a:ahLst/>
              <a:cxnLst/>
              <a:rect l="l" t="t" r="r" b="b"/>
              <a:pathLst>
                <a:path w="55880" h="330200">
                  <a:moveTo>
                    <a:pt x="55851" y="0"/>
                  </a:moveTo>
                  <a:lnTo>
                    <a:pt x="0" y="0"/>
                  </a:lnTo>
                  <a:lnTo>
                    <a:pt x="0" y="330136"/>
                  </a:lnTo>
                  <a:lnTo>
                    <a:pt x="55851" y="330136"/>
                  </a:lnTo>
                  <a:lnTo>
                    <a:pt x="55851" y="0"/>
                  </a:lnTo>
                  <a:close/>
                </a:path>
              </a:pathLst>
            </a:custGeom>
            <a:solidFill>
              <a:srgbClr val="EEB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 descr=""/>
            <p:cNvSpPr/>
            <p:nvPr/>
          </p:nvSpPr>
          <p:spPr>
            <a:xfrm>
              <a:off x="18945161" y="9605875"/>
              <a:ext cx="62230" cy="330200"/>
            </a:xfrm>
            <a:custGeom>
              <a:avLst/>
              <a:gdLst/>
              <a:ahLst/>
              <a:cxnLst/>
              <a:rect l="l" t="t" r="r" b="b"/>
              <a:pathLst>
                <a:path w="62230" h="330200">
                  <a:moveTo>
                    <a:pt x="62228" y="0"/>
                  </a:moveTo>
                  <a:lnTo>
                    <a:pt x="0" y="0"/>
                  </a:lnTo>
                  <a:lnTo>
                    <a:pt x="0" y="330136"/>
                  </a:lnTo>
                  <a:lnTo>
                    <a:pt x="62228" y="330136"/>
                  </a:lnTo>
                  <a:lnTo>
                    <a:pt x="62228" y="0"/>
                  </a:lnTo>
                  <a:close/>
                </a:path>
              </a:pathLst>
            </a:custGeom>
            <a:solidFill>
              <a:srgbClr val="EEE2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 descr=""/>
            <p:cNvSpPr/>
            <p:nvPr/>
          </p:nvSpPr>
          <p:spPr>
            <a:xfrm>
              <a:off x="18845467" y="9656418"/>
              <a:ext cx="70485" cy="280035"/>
            </a:xfrm>
            <a:custGeom>
              <a:avLst/>
              <a:gdLst/>
              <a:ahLst/>
              <a:cxnLst/>
              <a:rect l="l" t="t" r="r" b="b"/>
              <a:pathLst>
                <a:path w="70484" h="280034">
                  <a:moveTo>
                    <a:pt x="70448" y="0"/>
                  </a:moveTo>
                  <a:lnTo>
                    <a:pt x="0" y="0"/>
                  </a:lnTo>
                  <a:lnTo>
                    <a:pt x="0" y="279593"/>
                  </a:lnTo>
                  <a:lnTo>
                    <a:pt x="70448" y="279593"/>
                  </a:lnTo>
                  <a:lnTo>
                    <a:pt x="70448" y="0"/>
                  </a:lnTo>
                  <a:close/>
                </a:path>
              </a:pathLst>
            </a:custGeom>
            <a:solidFill>
              <a:srgbClr val="E6D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 descr=""/>
            <p:cNvSpPr/>
            <p:nvPr/>
          </p:nvSpPr>
          <p:spPr>
            <a:xfrm>
              <a:off x="18751219" y="9605875"/>
              <a:ext cx="50800" cy="330200"/>
            </a:xfrm>
            <a:custGeom>
              <a:avLst/>
              <a:gdLst/>
              <a:ahLst/>
              <a:cxnLst/>
              <a:rect l="l" t="t" r="r" b="b"/>
              <a:pathLst>
                <a:path w="50800" h="330200">
                  <a:moveTo>
                    <a:pt x="50584" y="0"/>
                  </a:moveTo>
                  <a:lnTo>
                    <a:pt x="0" y="0"/>
                  </a:lnTo>
                  <a:lnTo>
                    <a:pt x="0" y="330136"/>
                  </a:lnTo>
                  <a:lnTo>
                    <a:pt x="50584" y="330136"/>
                  </a:lnTo>
                  <a:lnTo>
                    <a:pt x="50584" y="0"/>
                  </a:lnTo>
                  <a:close/>
                </a:path>
              </a:pathLst>
            </a:custGeom>
            <a:solidFill>
              <a:srgbClr val="198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 descr=""/>
            <p:cNvSpPr/>
            <p:nvPr/>
          </p:nvSpPr>
          <p:spPr>
            <a:xfrm>
              <a:off x="19007389" y="9627361"/>
              <a:ext cx="34925" cy="309245"/>
            </a:xfrm>
            <a:custGeom>
              <a:avLst/>
              <a:gdLst/>
              <a:ahLst/>
              <a:cxnLst/>
              <a:rect l="l" t="t" r="r" b="b"/>
              <a:pathLst>
                <a:path w="34925" h="309245">
                  <a:moveTo>
                    <a:pt x="34742" y="0"/>
                  </a:moveTo>
                  <a:lnTo>
                    <a:pt x="0" y="0"/>
                  </a:lnTo>
                  <a:lnTo>
                    <a:pt x="0" y="308650"/>
                  </a:lnTo>
                  <a:lnTo>
                    <a:pt x="34742" y="308650"/>
                  </a:lnTo>
                  <a:lnTo>
                    <a:pt x="34742" y="0"/>
                  </a:lnTo>
                  <a:close/>
                </a:path>
              </a:pathLst>
            </a:custGeom>
            <a:solidFill>
              <a:srgbClr val="9AA4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 descr=""/>
            <p:cNvSpPr/>
            <p:nvPr/>
          </p:nvSpPr>
          <p:spPr>
            <a:xfrm>
              <a:off x="18915916" y="9663988"/>
              <a:ext cx="29845" cy="272415"/>
            </a:xfrm>
            <a:custGeom>
              <a:avLst/>
              <a:gdLst/>
              <a:ahLst/>
              <a:cxnLst/>
              <a:rect l="l" t="t" r="r" b="b"/>
              <a:pathLst>
                <a:path w="29844" h="272415">
                  <a:moveTo>
                    <a:pt x="29245" y="0"/>
                  </a:moveTo>
                  <a:lnTo>
                    <a:pt x="0" y="0"/>
                  </a:lnTo>
                  <a:lnTo>
                    <a:pt x="0" y="272023"/>
                  </a:lnTo>
                  <a:lnTo>
                    <a:pt x="29245" y="272023"/>
                  </a:lnTo>
                  <a:lnTo>
                    <a:pt x="29245" y="0"/>
                  </a:lnTo>
                  <a:close/>
                </a:path>
              </a:pathLst>
            </a:custGeom>
            <a:solidFill>
              <a:srgbClr val="E3C8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 descr=""/>
            <p:cNvSpPr/>
            <p:nvPr/>
          </p:nvSpPr>
          <p:spPr>
            <a:xfrm>
              <a:off x="18801804" y="9627361"/>
              <a:ext cx="43815" cy="309245"/>
            </a:xfrm>
            <a:custGeom>
              <a:avLst/>
              <a:gdLst/>
              <a:ahLst/>
              <a:cxnLst/>
              <a:rect l="l" t="t" r="r" b="b"/>
              <a:pathLst>
                <a:path w="43815" h="309245">
                  <a:moveTo>
                    <a:pt x="43663" y="0"/>
                  </a:moveTo>
                  <a:lnTo>
                    <a:pt x="0" y="0"/>
                  </a:lnTo>
                  <a:lnTo>
                    <a:pt x="0" y="308650"/>
                  </a:lnTo>
                  <a:lnTo>
                    <a:pt x="43663" y="308650"/>
                  </a:lnTo>
                  <a:lnTo>
                    <a:pt x="43663" y="0"/>
                  </a:lnTo>
                  <a:close/>
                </a:path>
              </a:pathLst>
            </a:custGeom>
            <a:solidFill>
              <a:srgbClr val="3A9A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 descr=""/>
            <p:cNvSpPr/>
            <p:nvPr/>
          </p:nvSpPr>
          <p:spPr>
            <a:xfrm>
              <a:off x="18689263" y="9647130"/>
              <a:ext cx="62230" cy="288925"/>
            </a:xfrm>
            <a:custGeom>
              <a:avLst/>
              <a:gdLst/>
              <a:ahLst/>
              <a:cxnLst/>
              <a:rect l="l" t="t" r="r" b="b"/>
              <a:pathLst>
                <a:path w="62230" h="288925">
                  <a:moveTo>
                    <a:pt x="61956" y="0"/>
                  </a:moveTo>
                  <a:lnTo>
                    <a:pt x="0" y="0"/>
                  </a:lnTo>
                  <a:lnTo>
                    <a:pt x="0" y="288881"/>
                  </a:lnTo>
                  <a:lnTo>
                    <a:pt x="61956" y="288881"/>
                  </a:lnTo>
                  <a:lnTo>
                    <a:pt x="61956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 descr=""/>
            <p:cNvSpPr/>
            <p:nvPr/>
          </p:nvSpPr>
          <p:spPr>
            <a:xfrm>
              <a:off x="18700310" y="9202463"/>
              <a:ext cx="116839" cy="317500"/>
            </a:xfrm>
            <a:custGeom>
              <a:avLst/>
              <a:gdLst/>
              <a:ahLst/>
              <a:cxnLst/>
              <a:rect l="l" t="t" r="r" b="b"/>
              <a:pathLst>
                <a:path w="116840" h="317500">
                  <a:moveTo>
                    <a:pt x="116237" y="0"/>
                  </a:moveTo>
                  <a:lnTo>
                    <a:pt x="0" y="0"/>
                  </a:lnTo>
                  <a:lnTo>
                    <a:pt x="0" y="317477"/>
                  </a:lnTo>
                  <a:lnTo>
                    <a:pt x="116237" y="317477"/>
                  </a:lnTo>
                  <a:lnTo>
                    <a:pt x="116237" y="0"/>
                  </a:lnTo>
                  <a:close/>
                </a:path>
              </a:pathLst>
            </a:custGeom>
            <a:solidFill>
              <a:srgbClr val="BBDF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 descr=""/>
            <p:cNvSpPr/>
            <p:nvPr/>
          </p:nvSpPr>
          <p:spPr>
            <a:xfrm>
              <a:off x="18416454" y="9240346"/>
              <a:ext cx="55880" cy="280035"/>
            </a:xfrm>
            <a:custGeom>
              <a:avLst/>
              <a:gdLst/>
              <a:ahLst/>
              <a:cxnLst/>
              <a:rect l="l" t="t" r="r" b="b"/>
              <a:pathLst>
                <a:path w="55880" h="280034">
                  <a:moveTo>
                    <a:pt x="55809" y="0"/>
                  </a:moveTo>
                  <a:lnTo>
                    <a:pt x="0" y="0"/>
                  </a:lnTo>
                  <a:lnTo>
                    <a:pt x="0" y="279593"/>
                  </a:lnTo>
                  <a:lnTo>
                    <a:pt x="55809" y="279593"/>
                  </a:lnTo>
                  <a:lnTo>
                    <a:pt x="55809" y="0"/>
                  </a:lnTo>
                  <a:close/>
                </a:path>
              </a:pathLst>
            </a:custGeom>
            <a:solidFill>
              <a:srgbClr val="26A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 descr=""/>
            <p:cNvSpPr/>
            <p:nvPr/>
          </p:nvSpPr>
          <p:spPr>
            <a:xfrm>
              <a:off x="18868933" y="9189803"/>
              <a:ext cx="58419" cy="330200"/>
            </a:xfrm>
            <a:custGeom>
              <a:avLst/>
              <a:gdLst/>
              <a:ahLst/>
              <a:cxnLst/>
              <a:rect l="l" t="t" r="r" b="b"/>
              <a:pathLst>
                <a:path w="58419" h="330200">
                  <a:moveTo>
                    <a:pt x="57841" y="0"/>
                  </a:moveTo>
                  <a:lnTo>
                    <a:pt x="0" y="0"/>
                  </a:lnTo>
                  <a:lnTo>
                    <a:pt x="0" y="330136"/>
                  </a:lnTo>
                  <a:lnTo>
                    <a:pt x="57841" y="330136"/>
                  </a:lnTo>
                  <a:lnTo>
                    <a:pt x="57841" y="0"/>
                  </a:lnTo>
                  <a:close/>
                </a:path>
              </a:pathLst>
            </a:custGeom>
            <a:solidFill>
              <a:srgbClr val="BCCF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 descr=""/>
            <p:cNvSpPr/>
            <p:nvPr/>
          </p:nvSpPr>
          <p:spPr>
            <a:xfrm>
              <a:off x="18605600" y="9189803"/>
              <a:ext cx="64769" cy="330200"/>
            </a:xfrm>
            <a:custGeom>
              <a:avLst/>
              <a:gdLst/>
              <a:ahLst/>
              <a:cxnLst/>
              <a:rect l="l" t="t" r="r" b="b"/>
              <a:pathLst>
                <a:path w="64769" h="330200">
                  <a:moveTo>
                    <a:pt x="64448" y="0"/>
                  </a:moveTo>
                  <a:lnTo>
                    <a:pt x="0" y="0"/>
                  </a:lnTo>
                  <a:lnTo>
                    <a:pt x="0" y="330136"/>
                  </a:lnTo>
                  <a:lnTo>
                    <a:pt x="64448" y="330136"/>
                  </a:lnTo>
                  <a:lnTo>
                    <a:pt x="64448" y="0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 descr=""/>
            <p:cNvSpPr/>
            <p:nvPr/>
          </p:nvSpPr>
          <p:spPr>
            <a:xfrm>
              <a:off x="18314855" y="9211279"/>
              <a:ext cx="60325" cy="309245"/>
            </a:xfrm>
            <a:custGeom>
              <a:avLst/>
              <a:gdLst/>
              <a:ahLst/>
              <a:cxnLst/>
              <a:rect l="l" t="t" r="r" b="b"/>
              <a:pathLst>
                <a:path w="60325" h="309245">
                  <a:moveTo>
                    <a:pt x="60249" y="0"/>
                  </a:moveTo>
                  <a:lnTo>
                    <a:pt x="0" y="0"/>
                  </a:lnTo>
                  <a:lnTo>
                    <a:pt x="0" y="308660"/>
                  </a:lnTo>
                  <a:lnTo>
                    <a:pt x="60249" y="308660"/>
                  </a:lnTo>
                  <a:lnTo>
                    <a:pt x="60249" y="0"/>
                  </a:lnTo>
                  <a:close/>
                </a:path>
              </a:pathLst>
            </a:custGeom>
            <a:solidFill>
              <a:srgbClr val="BCCF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 descr=""/>
            <p:cNvSpPr/>
            <p:nvPr/>
          </p:nvSpPr>
          <p:spPr>
            <a:xfrm>
              <a:off x="19045786" y="9189803"/>
              <a:ext cx="52705" cy="330200"/>
            </a:xfrm>
            <a:custGeom>
              <a:avLst/>
              <a:gdLst/>
              <a:ahLst/>
              <a:cxnLst/>
              <a:rect l="l" t="t" r="r" b="b"/>
              <a:pathLst>
                <a:path w="52705" h="330200">
                  <a:moveTo>
                    <a:pt x="52343" y="0"/>
                  </a:moveTo>
                  <a:lnTo>
                    <a:pt x="0" y="0"/>
                  </a:lnTo>
                  <a:lnTo>
                    <a:pt x="0" y="330136"/>
                  </a:lnTo>
                  <a:lnTo>
                    <a:pt x="52343" y="330136"/>
                  </a:lnTo>
                  <a:lnTo>
                    <a:pt x="52343" y="0"/>
                  </a:lnTo>
                  <a:close/>
                </a:path>
              </a:pathLst>
            </a:custGeom>
            <a:solidFill>
              <a:srgbClr val="7474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 descr=""/>
            <p:cNvSpPr/>
            <p:nvPr/>
          </p:nvSpPr>
          <p:spPr>
            <a:xfrm>
              <a:off x="18961464" y="9220148"/>
              <a:ext cx="84455" cy="300355"/>
            </a:xfrm>
            <a:custGeom>
              <a:avLst/>
              <a:gdLst/>
              <a:ahLst/>
              <a:cxnLst/>
              <a:rect l="l" t="t" r="r" b="b"/>
              <a:pathLst>
                <a:path w="84455" h="300354">
                  <a:moveTo>
                    <a:pt x="84311" y="0"/>
                  </a:moveTo>
                  <a:lnTo>
                    <a:pt x="0" y="0"/>
                  </a:lnTo>
                  <a:lnTo>
                    <a:pt x="0" y="299791"/>
                  </a:lnTo>
                  <a:lnTo>
                    <a:pt x="84311" y="299791"/>
                  </a:lnTo>
                  <a:lnTo>
                    <a:pt x="84311" y="0"/>
                  </a:lnTo>
                  <a:close/>
                </a:path>
              </a:pathLst>
            </a:custGeom>
            <a:solidFill>
              <a:srgbClr val="26A9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 descr=""/>
            <p:cNvSpPr/>
            <p:nvPr/>
          </p:nvSpPr>
          <p:spPr>
            <a:xfrm>
              <a:off x="18271998" y="9179731"/>
              <a:ext cx="43180" cy="340360"/>
            </a:xfrm>
            <a:custGeom>
              <a:avLst/>
              <a:gdLst/>
              <a:ahLst/>
              <a:cxnLst/>
              <a:rect l="l" t="t" r="r" b="b"/>
              <a:pathLst>
                <a:path w="43180" h="340359">
                  <a:moveTo>
                    <a:pt x="42867" y="0"/>
                  </a:moveTo>
                  <a:lnTo>
                    <a:pt x="0" y="0"/>
                  </a:lnTo>
                  <a:lnTo>
                    <a:pt x="0" y="340209"/>
                  </a:lnTo>
                  <a:lnTo>
                    <a:pt x="42867" y="340209"/>
                  </a:lnTo>
                  <a:lnTo>
                    <a:pt x="42867" y="0"/>
                  </a:lnTo>
                  <a:close/>
                </a:path>
              </a:pathLst>
            </a:custGeom>
            <a:solidFill>
              <a:srgbClr val="707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 descr=""/>
            <p:cNvSpPr/>
            <p:nvPr/>
          </p:nvSpPr>
          <p:spPr>
            <a:xfrm>
              <a:off x="18375105" y="9189803"/>
              <a:ext cx="41910" cy="330200"/>
            </a:xfrm>
            <a:custGeom>
              <a:avLst/>
              <a:gdLst/>
              <a:ahLst/>
              <a:cxnLst/>
              <a:rect l="l" t="t" r="r" b="b"/>
              <a:pathLst>
                <a:path w="41909" h="330200">
                  <a:moveTo>
                    <a:pt x="41349" y="0"/>
                  </a:moveTo>
                  <a:lnTo>
                    <a:pt x="0" y="0"/>
                  </a:lnTo>
                  <a:lnTo>
                    <a:pt x="0" y="330136"/>
                  </a:lnTo>
                  <a:lnTo>
                    <a:pt x="41349" y="330136"/>
                  </a:lnTo>
                  <a:lnTo>
                    <a:pt x="41349" y="0"/>
                  </a:lnTo>
                  <a:close/>
                </a:path>
              </a:pathLst>
            </a:custGeom>
            <a:solidFill>
              <a:srgbClr val="9FD1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 descr=""/>
            <p:cNvSpPr/>
            <p:nvPr/>
          </p:nvSpPr>
          <p:spPr>
            <a:xfrm>
              <a:off x="18472264" y="9240346"/>
              <a:ext cx="40005" cy="280035"/>
            </a:xfrm>
            <a:custGeom>
              <a:avLst/>
              <a:gdLst/>
              <a:ahLst/>
              <a:cxnLst/>
              <a:rect l="l" t="t" r="r" b="b"/>
              <a:pathLst>
                <a:path w="40005" h="280034">
                  <a:moveTo>
                    <a:pt x="39454" y="0"/>
                  </a:moveTo>
                  <a:lnTo>
                    <a:pt x="0" y="0"/>
                  </a:lnTo>
                  <a:lnTo>
                    <a:pt x="0" y="279593"/>
                  </a:lnTo>
                  <a:lnTo>
                    <a:pt x="39454" y="279593"/>
                  </a:lnTo>
                  <a:lnTo>
                    <a:pt x="39454" y="0"/>
                  </a:lnTo>
                  <a:close/>
                </a:path>
              </a:pathLst>
            </a:custGeom>
            <a:solidFill>
              <a:srgbClr val="7474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 descr=""/>
            <p:cNvSpPr/>
            <p:nvPr/>
          </p:nvSpPr>
          <p:spPr>
            <a:xfrm>
              <a:off x="18569706" y="9211279"/>
              <a:ext cx="36195" cy="309245"/>
            </a:xfrm>
            <a:custGeom>
              <a:avLst/>
              <a:gdLst/>
              <a:ahLst/>
              <a:cxnLst/>
              <a:rect l="l" t="t" r="r" b="b"/>
              <a:pathLst>
                <a:path w="36194" h="309245">
                  <a:moveTo>
                    <a:pt x="35894" y="0"/>
                  </a:moveTo>
                  <a:lnTo>
                    <a:pt x="0" y="0"/>
                  </a:lnTo>
                  <a:lnTo>
                    <a:pt x="0" y="308660"/>
                  </a:lnTo>
                  <a:lnTo>
                    <a:pt x="35894" y="308660"/>
                  </a:lnTo>
                  <a:lnTo>
                    <a:pt x="35894" y="0"/>
                  </a:lnTo>
                  <a:close/>
                </a:path>
              </a:pathLst>
            </a:custGeom>
            <a:solidFill>
              <a:srgbClr val="C9E5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 descr=""/>
            <p:cNvSpPr/>
            <p:nvPr/>
          </p:nvSpPr>
          <p:spPr>
            <a:xfrm>
              <a:off x="18670049" y="9247917"/>
              <a:ext cx="30480" cy="272415"/>
            </a:xfrm>
            <a:custGeom>
              <a:avLst/>
              <a:gdLst/>
              <a:ahLst/>
              <a:cxnLst/>
              <a:rect l="l" t="t" r="r" b="b"/>
              <a:pathLst>
                <a:path w="30480" h="272415">
                  <a:moveTo>
                    <a:pt x="30260" y="0"/>
                  </a:moveTo>
                  <a:lnTo>
                    <a:pt x="0" y="0"/>
                  </a:lnTo>
                  <a:lnTo>
                    <a:pt x="0" y="272023"/>
                  </a:lnTo>
                  <a:lnTo>
                    <a:pt x="30260" y="272023"/>
                  </a:lnTo>
                  <a:lnTo>
                    <a:pt x="30260" y="0"/>
                  </a:lnTo>
                  <a:close/>
                </a:path>
              </a:pathLst>
            </a:custGeom>
            <a:solidFill>
              <a:srgbClr val="DBEE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 descr=""/>
            <p:cNvSpPr/>
            <p:nvPr/>
          </p:nvSpPr>
          <p:spPr>
            <a:xfrm>
              <a:off x="18816547" y="9211279"/>
              <a:ext cx="52705" cy="309245"/>
            </a:xfrm>
            <a:custGeom>
              <a:avLst/>
              <a:gdLst/>
              <a:ahLst/>
              <a:cxnLst/>
              <a:rect l="l" t="t" r="r" b="b"/>
              <a:pathLst>
                <a:path w="52705" h="309245">
                  <a:moveTo>
                    <a:pt x="52385" y="0"/>
                  </a:moveTo>
                  <a:lnTo>
                    <a:pt x="0" y="0"/>
                  </a:lnTo>
                  <a:lnTo>
                    <a:pt x="0" y="308660"/>
                  </a:lnTo>
                  <a:lnTo>
                    <a:pt x="52385" y="308660"/>
                  </a:lnTo>
                  <a:lnTo>
                    <a:pt x="52385" y="0"/>
                  </a:lnTo>
                  <a:close/>
                </a:path>
              </a:pathLst>
            </a:custGeom>
            <a:solidFill>
              <a:srgbClr val="707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 descr=""/>
            <p:cNvSpPr/>
            <p:nvPr/>
          </p:nvSpPr>
          <p:spPr>
            <a:xfrm>
              <a:off x="18926774" y="9231101"/>
              <a:ext cx="34925" cy="288925"/>
            </a:xfrm>
            <a:custGeom>
              <a:avLst/>
              <a:gdLst/>
              <a:ahLst/>
              <a:cxnLst/>
              <a:rect l="l" t="t" r="r" b="b"/>
              <a:pathLst>
                <a:path w="34925" h="288925">
                  <a:moveTo>
                    <a:pt x="34690" y="0"/>
                  </a:moveTo>
                  <a:lnTo>
                    <a:pt x="0" y="0"/>
                  </a:lnTo>
                  <a:lnTo>
                    <a:pt x="0" y="288839"/>
                  </a:lnTo>
                  <a:lnTo>
                    <a:pt x="34690" y="288839"/>
                  </a:lnTo>
                  <a:lnTo>
                    <a:pt x="34690" y="0"/>
                  </a:lnTo>
                  <a:close/>
                </a:path>
              </a:pathLst>
            </a:custGeom>
            <a:solidFill>
              <a:srgbClr val="9FD1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 descr=""/>
            <p:cNvSpPr/>
            <p:nvPr/>
          </p:nvSpPr>
          <p:spPr>
            <a:xfrm>
              <a:off x="18511729" y="9197374"/>
              <a:ext cx="58419" cy="322580"/>
            </a:xfrm>
            <a:custGeom>
              <a:avLst/>
              <a:gdLst/>
              <a:ahLst/>
              <a:cxnLst/>
              <a:rect l="l" t="t" r="r" b="b"/>
              <a:pathLst>
                <a:path w="58419" h="322579">
                  <a:moveTo>
                    <a:pt x="57977" y="0"/>
                  </a:moveTo>
                  <a:lnTo>
                    <a:pt x="0" y="0"/>
                  </a:lnTo>
                  <a:lnTo>
                    <a:pt x="0" y="322566"/>
                  </a:lnTo>
                  <a:lnTo>
                    <a:pt x="57977" y="322566"/>
                  </a:lnTo>
                  <a:lnTo>
                    <a:pt x="57977" y="0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 descr=""/>
            <p:cNvSpPr/>
            <p:nvPr/>
          </p:nvSpPr>
          <p:spPr>
            <a:xfrm>
              <a:off x="18812059" y="10186319"/>
              <a:ext cx="264795" cy="73025"/>
            </a:xfrm>
            <a:custGeom>
              <a:avLst/>
              <a:gdLst/>
              <a:ahLst/>
              <a:cxnLst/>
              <a:rect l="l" t="t" r="r" b="b"/>
              <a:pathLst>
                <a:path w="264794" h="73025">
                  <a:moveTo>
                    <a:pt x="264306" y="0"/>
                  </a:moveTo>
                  <a:lnTo>
                    <a:pt x="36218" y="0"/>
                  </a:lnTo>
                  <a:lnTo>
                    <a:pt x="22122" y="2846"/>
                  </a:lnTo>
                  <a:lnTo>
                    <a:pt x="10609" y="10609"/>
                  </a:lnTo>
                  <a:lnTo>
                    <a:pt x="2846" y="22122"/>
                  </a:lnTo>
                  <a:lnTo>
                    <a:pt x="0" y="36218"/>
                  </a:lnTo>
                  <a:lnTo>
                    <a:pt x="2846" y="50319"/>
                  </a:lnTo>
                  <a:lnTo>
                    <a:pt x="10609" y="61831"/>
                  </a:lnTo>
                  <a:lnTo>
                    <a:pt x="22122" y="69592"/>
                  </a:lnTo>
                  <a:lnTo>
                    <a:pt x="36218" y="72437"/>
                  </a:lnTo>
                  <a:lnTo>
                    <a:pt x="264306" y="72437"/>
                  </a:lnTo>
                  <a:lnTo>
                    <a:pt x="264306" y="0"/>
                  </a:lnTo>
                  <a:close/>
                </a:path>
              </a:pathLst>
            </a:custGeom>
            <a:solidFill>
              <a:srgbClr val="9FD17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8" name="object 528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8812063" y="10186321"/>
              <a:ext cx="264302" cy="72437"/>
            </a:xfrm>
            <a:prstGeom prst="rect">
              <a:avLst/>
            </a:prstGeom>
          </p:spPr>
        </p:pic>
        <p:sp>
          <p:nvSpPr>
            <p:cNvPr id="529" name="object 529" descr=""/>
            <p:cNvSpPr/>
            <p:nvPr/>
          </p:nvSpPr>
          <p:spPr>
            <a:xfrm>
              <a:off x="18796445" y="10258758"/>
              <a:ext cx="267970" cy="92075"/>
            </a:xfrm>
            <a:custGeom>
              <a:avLst/>
              <a:gdLst/>
              <a:ahLst/>
              <a:cxnLst/>
              <a:rect l="l" t="t" r="r" b="b"/>
              <a:pathLst>
                <a:path w="267969" h="92075">
                  <a:moveTo>
                    <a:pt x="267677" y="0"/>
                  </a:moveTo>
                  <a:lnTo>
                    <a:pt x="35716" y="0"/>
                  </a:lnTo>
                  <a:lnTo>
                    <a:pt x="24189" y="2867"/>
                  </a:lnTo>
                  <a:lnTo>
                    <a:pt x="12572" y="11473"/>
                  </a:lnTo>
                  <a:lnTo>
                    <a:pt x="3598" y="25824"/>
                  </a:lnTo>
                  <a:lnTo>
                    <a:pt x="0" y="45925"/>
                  </a:lnTo>
                  <a:lnTo>
                    <a:pt x="3598" y="65067"/>
                  </a:lnTo>
                  <a:lnTo>
                    <a:pt x="12572" y="79525"/>
                  </a:lnTo>
                  <a:lnTo>
                    <a:pt x="24189" y="88663"/>
                  </a:lnTo>
                  <a:lnTo>
                    <a:pt x="35716" y="91850"/>
                  </a:lnTo>
                  <a:lnTo>
                    <a:pt x="267677" y="91850"/>
                  </a:lnTo>
                  <a:lnTo>
                    <a:pt x="267677" y="0"/>
                  </a:lnTo>
                  <a:close/>
                </a:path>
              </a:pathLst>
            </a:custGeom>
            <a:solidFill>
              <a:srgbClr val="26A9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0" name="object 530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8796446" y="10258757"/>
              <a:ext cx="267678" cy="91850"/>
            </a:xfrm>
            <a:prstGeom prst="rect">
              <a:avLst/>
            </a:prstGeom>
          </p:spPr>
        </p:pic>
        <p:sp>
          <p:nvSpPr>
            <p:cNvPr id="531" name="object 531" descr=""/>
            <p:cNvSpPr/>
            <p:nvPr/>
          </p:nvSpPr>
          <p:spPr>
            <a:xfrm>
              <a:off x="18798112" y="10022082"/>
              <a:ext cx="264795" cy="72390"/>
            </a:xfrm>
            <a:custGeom>
              <a:avLst/>
              <a:gdLst/>
              <a:ahLst/>
              <a:cxnLst/>
              <a:rect l="l" t="t" r="r" b="b"/>
              <a:pathLst>
                <a:path w="264794" h="72390">
                  <a:moveTo>
                    <a:pt x="264347" y="0"/>
                  </a:moveTo>
                  <a:lnTo>
                    <a:pt x="36218" y="0"/>
                  </a:lnTo>
                  <a:lnTo>
                    <a:pt x="22117" y="2846"/>
                  </a:lnTo>
                  <a:lnTo>
                    <a:pt x="10605" y="10604"/>
                  </a:lnTo>
                  <a:lnTo>
                    <a:pt x="2845" y="22104"/>
                  </a:lnTo>
                  <a:lnTo>
                    <a:pt x="0" y="36176"/>
                  </a:lnTo>
                  <a:lnTo>
                    <a:pt x="2845" y="50291"/>
                  </a:lnTo>
                  <a:lnTo>
                    <a:pt x="10605" y="61801"/>
                  </a:lnTo>
                  <a:lnTo>
                    <a:pt x="22117" y="69554"/>
                  </a:lnTo>
                  <a:lnTo>
                    <a:pt x="36218" y="72395"/>
                  </a:lnTo>
                  <a:lnTo>
                    <a:pt x="264347" y="72395"/>
                  </a:lnTo>
                  <a:lnTo>
                    <a:pt x="264347" y="0"/>
                  </a:lnTo>
                  <a:close/>
                </a:path>
              </a:pathLst>
            </a:custGeom>
            <a:solidFill>
              <a:srgbClr val="70707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2" name="object 532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8798105" y="10022079"/>
              <a:ext cx="264360" cy="72395"/>
            </a:xfrm>
            <a:prstGeom prst="rect">
              <a:avLst/>
            </a:prstGeom>
          </p:spPr>
        </p:pic>
        <p:sp>
          <p:nvSpPr>
            <p:cNvPr id="533" name="object 533" descr=""/>
            <p:cNvSpPr/>
            <p:nvPr/>
          </p:nvSpPr>
          <p:spPr>
            <a:xfrm>
              <a:off x="18784668" y="10094474"/>
              <a:ext cx="267970" cy="92075"/>
            </a:xfrm>
            <a:custGeom>
              <a:avLst/>
              <a:gdLst/>
              <a:ahLst/>
              <a:cxnLst/>
              <a:rect l="l" t="t" r="r" b="b"/>
              <a:pathLst>
                <a:path w="267969" h="92075">
                  <a:moveTo>
                    <a:pt x="267719" y="0"/>
                  </a:moveTo>
                  <a:lnTo>
                    <a:pt x="35758" y="0"/>
                  </a:lnTo>
                  <a:lnTo>
                    <a:pt x="24225" y="2867"/>
                  </a:lnTo>
                  <a:lnTo>
                    <a:pt x="12593" y="11473"/>
                  </a:lnTo>
                  <a:lnTo>
                    <a:pt x="3605" y="25824"/>
                  </a:lnTo>
                  <a:lnTo>
                    <a:pt x="0" y="45925"/>
                  </a:lnTo>
                  <a:lnTo>
                    <a:pt x="3605" y="65066"/>
                  </a:lnTo>
                  <a:lnTo>
                    <a:pt x="12593" y="79519"/>
                  </a:lnTo>
                  <a:lnTo>
                    <a:pt x="24225" y="88654"/>
                  </a:lnTo>
                  <a:lnTo>
                    <a:pt x="35758" y="91840"/>
                  </a:lnTo>
                  <a:lnTo>
                    <a:pt x="267719" y="91840"/>
                  </a:lnTo>
                  <a:lnTo>
                    <a:pt x="267719" y="0"/>
                  </a:lnTo>
                  <a:close/>
                </a:path>
              </a:pathLst>
            </a:custGeom>
            <a:solidFill>
              <a:srgbClr val="BCCF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4" name="object 534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8784660" y="10094471"/>
              <a:ext cx="267731" cy="91850"/>
            </a:xfrm>
            <a:prstGeom prst="rect">
              <a:avLst/>
            </a:prstGeom>
          </p:spPr>
        </p:pic>
        <p:sp>
          <p:nvSpPr>
            <p:cNvPr id="535" name="object 535" descr=""/>
            <p:cNvSpPr/>
            <p:nvPr/>
          </p:nvSpPr>
          <p:spPr>
            <a:xfrm>
              <a:off x="18314122" y="9742994"/>
              <a:ext cx="311150" cy="85725"/>
            </a:xfrm>
            <a:custGeom>
              <a:avLst/>
              <a:gdLst/>
              <a:ahLst/>
              <a:cxnLst/>
              <a:rect l="l" t="t" r="r" b="b"/>
              <a:pathLst>
                <a:path w="311150" h="85725">
                  <a:moveTo>
                    <a:pt x="310692" y="0"/>
                  </a:moveTo>
                  <a:lnTo>
                    <a:pt x="42553" y="0"/>
                  </a:lnTo>
                  <a:lnTo>
                    <a:pt x="26005" y="3341"/>
                  </a:lnTo>
                  <a:lnTo>
                    <a:pt x="12477" y="12457"/>
                  </a:lnTo>
                  <a:lnTo>
                    <a:pt x="3349" y="25983"/>
                  </a:lnTo>
                  <a:lnTo>
                    <a:pt x="0" y="42553"/>
                  </a:lnTo>
                  <a:lnTo>
                    <a:pt x="3349" y="59118"/>
                  </a:lnTo>
                  <a:lnTo>
                    <a:pt x="12477" y="72640"/>
                  </a:lnTo>
                  <a:lnTo>
                    <a:pt x="26005" y="81755"/>
                  </a:lnTo>
                  <a:lnTo>
                    <a:pt x="42553" y="85096"/>
                  </a:lnTo>
                  <a:lnTo>
                    <a:pt x="310692" y="85096"/>
                  </a:lnTo>
                  <a:lnTo>
                    <a:pt x="310692" y="0"/>
                  </a:lnTo>
                  <a:close/>
                </a:path>
              </a:pathLst>
            </a:custGeom>
            <a:solidFill>
              <a:srgbClr val="60719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6" name="object 536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8314128" y="9742989"/>
              <a:ext cx="310688" cy="85107"/>
            </a:xfrm>
            <a:prstGeom prst="rect">
              <a:avLst/>
            </a:prstGeom>
          </p:spPr>
        </p:pic>
        <p:sp>
          <p:nvSpPr>
            <p:cNvPr id="537" name="object 537" descr=""/>
            <p:cNvSpPr/>
            <p:nvPr/>
          </p:nvSpPr>
          <p:spPr>
            <a:xfrm>
              <a:off x="18295785" y="9828092"/>
              <a:ext cx="314960" cy="107950"/>
            </a:xfrm>
            <a:custGeom>
              <a:avLst/>
              <a:gdLst/>
              <a:ahLst/>
              <a:cxnLst/>
              <a:rect l="l" t="t" r="r" b="b"/>
              <a:pathLst>
                <a:path w="314959" h="107950">
                  <a:moveTo>
                    <a:pt x="314618" y="0"/>
                  </a:moveTo>
                  <a:lnTo>
                    <a:pt x="41946" y="0"/>
                  </a:lnTo>
                  <a:lnTo>
                    <a:pt x="28417" y="3369"/>
                  </a:lnTo>
                  <a:lnTo>
                    <a:pt x="14773" y="13482"/>
                  </a:lnTo>
                  <a:lnTo>
                    <a:pt x="4229" y="30343"/>
                  </a:lnTo>
                  <a:lnTo>
                    <a:pt x="0" y="53956"/>
                  </a:lnTo>
                  <a:lnTo>
                    <a:pt x="4229" y="76462"/>
                  </a:lnTo>
                  <a:lnTo>
                    <a:pt x="14773" y="93450"/>
                  </a:lnTo>
                  <a:lnTo>
                    <a:pt x="28417" y="104182"/>
                  </a:lnTo>
                  <a:lnTo>
                    <a:pt x="41946" y="107923"/>
                  </a:lnTo>
                  <a:lnTo>
                    <a:pt x="314618" y="107923"/>
                  </a:lnTo>
                  <a:lnTo>
                    <a:pt x="314618" y="0"/>
                  </a:lnTo>
                  <a:close/>
                </a:path>
              </a:pathLst>
            </a:custGeom>
            <a:solidFill>
              <a:srgbClr val="BAE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8" name="object 538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8295786" y="9828096"/>
              <a:ext cx="314622" cy="107912"/>
            </a:xfrm>
            <a:prstGeom prst="rect">
              <a:avLst/>
            </a:prstGeom>
          </p:spPr>
        </p:pic>
        <p:sp>
          <p:nvSpPr>
            <p:cNvPr id="539" name="object 539" descr=""/>
            <p:cNvSpPr/>
            <p:nvPr/>
          </p:nvSpPr>
          <p:spPr>
            <a:xfrm>
              <a:off x="18281970" y="9635027"/>
              <a:ext cx="314960" cy="108585"/>
            </a:xfrm>
            <a:custGeom>
              <a:avLst/>
              <a:gdLst/>
              <a:ahLst/>
              <a:cxnLst/>
              <a:rect l="l" t="t" r="r" b="b"/>
              <a:pathLst>
                <a:path w="314959" h="108584">
                  <a:moveTo>
                    <a:pt x="314618" y="0"/>
                  </a:moveTo>
                  <a:lnTo>
                    <a:pt x="41946" y="0"/>
                  </a:lnTo>
                  <a:lnTo>
                    <a:pt x="28417" y="3369"/>
                  </a:lnTo>
                  <a:lnTo>
                    <a:pt x="14773" y="13482"/>
                  </a:lnTo>
                  <a:lnTo>
                    <a:pt x="4229" y="30343"/>
                  </a:lnTo>
                  <a:lnTo>
                    <a:pt x="0" y="53956"/>
                  </a:lnTo>
                  <a:lnTo>
                    <a:pt x="4229" y="76469"/>
                  </a:lnTo>
                  <a:lnTo>
                    <a:pt x="14773" y="93470"/>
                  </a:lnTo>
                  <a:lnTo>
                    <a:pt x="28417" y="104217"/>
                  </a:lnTo>
                  <a:lnTo>
                    <a:pt x="41946" y="107965"/>
                  </a:lnTo>
                  <a:lnTo>
                    <a:pt x="314618" y="107965"/>
                  </a:lnTo>
                  <a:lnTo>
                    <a:pt x="314618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0" name="object 540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8281977" y="9635032"/>
              <a:ext cx="314615" cy="107965"/>
            </a:xfrm>
            <a:prstGeom prst="rect">
              <a:avLst/>
            </a:prstGeom>
          </p:spPr>
        </p:pic>
      </p:grpSp>
      <p:sp>
        <p:nvSpPr>
          <p:cNvPr id="541" name="object 541" descr=""/>
          <p:cNvSpPr/>
          <p:nvPr/>
        </p:nvSpPr>
        <p:spPr>
          <a:xfrm>
            <a:off x="14152145" y="9614282"/>
            <a:ext cx="396875" cy="706755"/>
          </a:xfrm>
          <a:custGeom>
            <a:avLst/>
            <a:gdLst/>
            <a:ahLst/>
            <a:cxnLst/>
            <a:rect l="l" t="t" r="r" b="b"/>
            <a:pathLst>
              <a:path w="396875" h="706754">
                <a:moveTo>
                  <a:pt x="396249" y="0"/>
                </a:moveTo>
                <a:lnTo>
                  <a:pt x="0" y="0"/>
                </a:lnTo>
                <a:lnTo>
                  <a:pt x="0" y="706240"/>
                </a:lnTo>
                <a:lnTo>
                  <a:pt x="396249" y="706240"/>
                </a:lnTo>
                <a:lnTo>
                  <a:pt x="396249" y="0"/>
                </a:lnTo>
                <a:close/>
              </a:path>
            </a:pathLst>
          </a:custGeom>
          <a:solidFill>
            <a:srgbClr val="92939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42" name="object 542" descr=""/>
          <p:cNvGrpSpPr/>
          <p:nvPr/>
        </p:nvGrpSpPr>
        <p:grpSpPr>
          <a:xfrm>
            <a:off x="12485179" y="9580378"/>
            <a:ext cx="2135505" cy="760095"/>
            <a:chOff x="12485179" y="9580378"/>
            <a:chExt cx="2135505" cy="760095"/>
          </a:xfrm>
        </p:grpSpPr>
        <p:sp>
          <p:nvSpPr>
            <p:cNvPr id="543" name="object 543" descr=""/>
            <p:cNvSpPr/>
            <p:nvPr/>
          </p:nvSpPr>
          <p:spPr>
            <a:xfrm>
              <a:off x="12556884" y="9614283"/>
              <a:ext cx="710565" cy="706755"/>
            </a:xfrm>
            <a:custGeom>
              <a:avLst/>
              <a:gdLst/>
              <a:ahLst/>
              <a:cxnLst/>
              <a:rect l="l" t="t" r="r" b="b"/>
              <a:pathLst>
                <a:path w="710565" h="706754">
                  <a:moveTo>
                    <a:pt x="710229" y="0"/>
                  </a:moveTo>
                  <a:lnTo>
                    <a:pt x="0" y="0"/>
                  </a:lnTo>
                  <a:lnTo>
                    <a:pt x="0" y="706240"/>
                  </a:lnTo>
                  <a:lnTo>
                    <a:pt x="710229" y="706240"/>
                  </a:lnTo>
                  <a:lnTo>
                    <a:pt x="710229" y="0"/>
                  </a:lnTo>
                  <a:close/>
                </a:path>
              </a:pathLst>
            </a:custGeom>
            <a:solidFill>
              <a:srgbClr val="9293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 descr=""/>
            <p:cNvSpPr/>
            <p:nvPr/>
          </p:nvSpPr>
          <p:spPr>
            <a:xfrm>
              <a:off x="12485179" y="9580378"/>
              <a:ext cx="2135505" cy="34925"/>
            </a:xfrm>
            <a:custGeom>
              <a:avLst/>
              <a:gdLst/>
              <a:ahLst/>
              <a:cxnLst/>
              <a:rect l="l" t="t" r="r" b="b"/>
              <a:pathLst>
                <a:path w="2135505" h="34925">
                  <a:moveTo>
                    <a:pt x="2134961" y="0"/>
                  </a:moveTo>
                  <a:lnTo>
                    <a:pt x="0" y="0"/>
                  </a:lnTo>
                  <a:lnTo>
                    <a:pt x="0" y="34459"/>
                  </a:lnTo>
                  <a:lnTo>
                    <a:pt x="2134961" y="34459"/>
                  </a:lnTo>
                  <a:lnTo>
                    <a:pt x="2134961" y="0"/>
                  </a:lnTo>
                  <a:close/>
                </a:path>
              </a:pathLst>
            </a:custGeom>
            <a:solidFill>
              <a:srgbClr val="6162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 descr=""/>
            <p:cNvSpPr/>
            <p:nvPr/>
          </p:nvSpPr>
          <p:spPr>
            <a:xfrm>
              <a:off x="12597930" y="10320813"/>
              <a:ext cx="1927860" cy="19685"/>
            </a:xfrm>
            <a:custGeom>
              <a:avLst/>
              <a:gdLst/>
              <a:ahLst/>
              <a:cxnLst/>
              <a:rect l="l" t="t" r="r" b="b"/>
              <a:pathLst>
                <a:path w="1927859" h="19684">
                  <a:moveTo>
                    <a:pt x="90741" y="0"/>
                  </a:moveTo>
                  <a:lnTo>
                    <a:pt x="0" y="0"/>
                  </a:lnTo>
                  <a:lnTo>
                    <a:pt x="0" y="19354"/>
                  </a:lnTo>
                  <a:lnTo>
                    <a:pt x="90741" y="19354"/>
                  </a:lnTo>
                  <a:lnTo>
                    <a:pt x="90741" y="0"/>
                  </a:lnTo>
                  <a:close/>
                </a:path>
                <a:path w="1927859" h="19684">
                  <a:moveTo>
                    <a:pt x="617524" y="0"/>
                  </a:moveTo>
                  <a:lnTo>
                    <a:pt x="526796" y="0"/>
                  </a:lnTo>
                  <a:lnTo>
                    <a:pt x="526796" y="19354"/>
                  </a:lnTo>
                  <a:lnTo>
                    <a:pt x="617524" y="19354"/>
                  </a:lnTo>
                  <a:lnTo>
                    <a:pt x="617524" y="0"/>
                  </a:lnTo>
                  <a:close/>
                </a:path>
                <a:path w="1927859" h="19684">
                  <a:moveTo>
                    <a:pt x="1667675" y="0"/>
                  </a:moveTo>
                  <a:lnTo>
                    <a:pt x="1576882" y="0"/>
                  </a:lnTo>
                  <a:lnTo>
                    <a:pt x="1576882" y="19354"/>
                  </a:lnTo>
                  <a:lnTo>
                    <a:pt x="1667675" y="19354"/>
                  </a:lnTo>
                  <a:lnTo>
                    <a:pt x="1667675" y="0"/>
                  </a:lnTo>
                  <a:close/>
                </a:path>
                <a:path w="1927859" h="19684">
                  <a:moveTo>
                    <a:pt x="1927263" y="0"/>
                  </a:moveTo>
                  <a:lnTo>
                    <a:pt x="1836483" y="0"/>
                  </a:lnTo>
                  <a:lnTo>
                    <a:pt x="1836483" y="19354"/>
                  </a:lnTo>
                  <a:lnTo>
                    <a:pt x="1927263" y="19354"/>
                  </a:lnTo>
                  <a:lnTo>
                    <a:pt x="1927263" y="0"/>
                  </a:lnTo>
                  <a:close/>
                </a:path>
              </a:pathLst>
            </a:custGeom>
            <a:solidFill>
              <a:srgbClr val="454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 descr=""/>
            <p:cNvSpPr/>
            <p:nvPr/>
          </p:nvSpPr>
          <p:spPr>
            <a:xfrm>
              <a:off x="12615039" y="9655999"/>
              <a:ext cx="594360" cy="208915"/>
            </a:xfrm>
            <a:custGeom>
              <a:avLst/>
              <a:gdLst/>
              <a:ahLst/>
              <a:cxnLst/>
              <a:rect l="l" t="t" r="r" b="b"/>
              <a:pathLst>
                <a:path w="594359" h="208915">
                  <a:moveTo>
                    <a:pt x="593898" y="0"/>
                  </a:moveTo>
                  <a:lnTo>
                    <a:pt x="0" y="0"/>
                  </a:lnTo>
                  <a:lnTo>
                    <a:pt x="0" y="208590"/>
                  </a:lnTo>
                  <a:lnTo>
                    <a:pt x="593898" y="208590"/>
                  </a:lnTo>
                  <a:lnTo>
                    <a:pt x="593898" y="0"/>
                  </a:lnTo>
                  <a:close/>
                </a:path>
              </a:pathLst>
            </a:custGeom>
            <a:solidFill>
              <a:srgbClr val="5E5F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 descr=""/>
            <p:cNvSpPr/>
            <p:nvPr/>
          </p:nvSpPr>
          <p:spPr>
            <a:xfrm>
              <a:off x="12863293" y="9680857"/>
              <a:ext cx="97790" cy="23495"/>
            </a:xfrm>
            <a:custGeom>
              <a:avLst/>
              <a:gdLst/>
              <a:ahLst/>
              <a:cxnLst/>
              <a:rect l="l" t="t" r="r" b="b"/>
              <a:pathLst>
                <a:path w="97790" h="23495">
                  <a:moveTo>
                    <a:pt x="97431" y="0"/>
                  </a:moveTo>
                  <a:lnTo>
                    <a:pt x="0" y="0"/>
                  </a:lnTo>
                  <a:lnTo>
                    <a:pt x="0" y="23004"/>
                  </a:lnTo>
                  <a:lnTo>
                    <a:pt x="97431" y="23004"/>
                  </a:lnTo>
                  <a:lnTo>
                    <a:pt x="97431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 descr=""/>
            <p:cNvSpPr/>
            <p:nvPr/>
          </p:nvSpPr>
          <p:spPr>
            <a:xfrm>
              <a:off x="14183232" y="9662742"/>
              <a:ext cx="334010" cy="160655"/>
            </a:xfrm>
            <a:custGeom>
              <a:avLst/>
              <a:gdLst/>
              <a:ahLst/>
              <a:cxnLst/>
              <a:rect l="l" t="t" r="r" b="b"/>
              <a:pathLst>
                <a:path w="334009" h="160654">
                  <a:moveTo>
                    <a:pt x="333413" y="0"/>
                  </a:moveTo>
                  <a:lnTo>
                    <a:pt x="0" y="0"/>
                  </a:lnTo>
                  <a:lnTo>
                    <a:pt x="0" y="160403"/>
                  </a:lnTo>
                  <a:lnTo>
                    <a:pt x="333413" y="160403"/>
                  </a:lnTo>
                  <a:lnTo>
                    <a:pt x="333413" y="0"/>
                  </a:lnTo>
                  <a:close/>
                </a:path>
              </a:pathLst>
            </a:custGeom>
            <a:solidFill>
              <a:srgbClr val="5E5F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 descr=""/>
            <p:cNvSpPr/>
            <p:nvPr/>
          </p:nvSpPr>
          <p:spPr>
            <a:xfrm>
              <a:off x="14301229" y="9680857"/>
              <a:ext cx="97790" cy="23495"/>
            </a:xfrm>
            <a:custGeom>
              <a:avLst/>
              <a:gdLst/>
              <a:ahLst/>
              <a:cxnLst/>
              <a:rect l="l" t="t" r="r" b="b"/>
              <a:pathLst>
                <a:path w="97790" h="23495">
                  <a:moveTo>
                    <a:pt x="97389" y="0"/>
                  </a:moveTo>
                  <a:lnTo>
                    <a:pt x="0" y="0"/>
                  </a:lnTo>
                  <a:lnTo>
                    <a:pt x="0" y="23004"/>
                  </a:lnTo>
                  <a:lnTo>
                    <a:pt x="97389" y="23004"/>
                  </a:lnTo>
                  <a:lnTo>
                    <a:pt x="97389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 descr=""/>
            <p:cNvSpPr/>
            <p:nvPr/>
          </p:nvSpPr>
          <p:spPr>
            <a:xfrm>
              <a:off x="12615039" y="9902892"/>
              <a:ext cx="594360" cy="361950"/>
            </a:xfrm>
            <a:custGeom>
              <a:avLst/>
              <a:gdLst/>
              <a:ahLst/>
              <a:cxnLst/>
              <a:rect l="l" t="t" r="r" b="b"/>
              <a:pathLst>
                <a:path w="594359" h="361950">
                  <a:moveTo>
                    <a:pt x="593898" y="0"/>
                  </a:moveTo>
                  <a:lnTo>
                    <a:pt x="0" y="0"/>
                  </a:lnTo>
                  <a:lnTo>
                    <a:pt x="0" y="361454"/>
                  </a:lnTo>
                  <a:lnTo>
                    <a:pt x="593898" y="361454"/>
                  </a:lnTo>
                  <a:lnTo>
                    <a:pt x="593898" y="0"/>
                  </a:lnTo>
                  <a:close/>
                </a:path>
              </a:pathLst>
            </a:custGeom>
            <a:solidFill>
              <a:srgbClr val="5E5F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 descr=""/>
            <p:cNvSpPr/>
            <p:nvPr/>
          </p:nvSpPr>
          <p:spPr>
            <a:xfrm>
              <a:off x="12863293" y="9923488"/>
              <a:ext cx="97790" cy="23495"/>
            </a:xfrm>
            <a:custGeom>
              <a:avLst/>
              <a:gdLst/>
              <a:ahLst/>
              <a:cxnLst/>
              <a:rect l="l" t="t" r="r" b="b"/>
              <a:pathLst>
                <a:path w="97790" h="23495">
                  <a:moveTo>
                    <a:pt x="97431" y="0"/>
                  </a:moveTo>
                  <a:lnTo>
                    <a:pt x="0" y="0"/>
                  </a:lnTo>
                  <a:lnTo>
                    <a:pt x="0" y="22962"/>
                  </a:lnTo>
                  <a:lnTo>
                    <a:pt x="97431" y="22962"/>
                  </a:lnTo>
                  <a:lnTo>
                    <a:pt x="97431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2" name="object 552" descr=""/>
          <p:cNvGrpSpPr/>
          <p:nvPr/>
        </p:nvGrpSpPr>
        <p:grpSpPr>
          <a:xfrm>
            <a:off x="13198414" y="8918890"/>
            <a:ext cx="891540" cy="661670"/>
            <a:chOff x="13198414" y="8918890"/>
            <a:chExt cx="891540" cy="661670"/>
          </a:xfrm>
        </p:grpSpPr>
        <p:sp>
          <p:nvSpPr>
            <p:cNvPr id="553" name="object 553" descr=""/>
            <p:cNvSpPr/>
            <p:nvPr/>
          </p:nvSpPr>
          <p:spPr>
            <a:xfrm>
              <a:off x="13198414" y="8918890"/>
              <a:ext cx="891540" cy="502284"/>
            </a:xfrm>
            <a:custGeom>
              <a:avLst/>
              <a:gdLst/>
              <a:ahLst/>
              <a:cxnLst/>
              <a:rect l="l" t="t" r="r" b="b"/>
              <a:pathLst>
                <a:path w="891540" h="502284">
                  <a:moveTo>
                    <a:pt x="891135" y="0"/>
                  </a:moveTo>
                  <a:lnTo>
                    <a:pt x="0" y="0"/>
                  </a:lnTo>
                  <a:lnTo>
                    <a:pt x="0" y="501722"/>
                  </a:lnTo>
                  <a:lnTo>
                    <a:pt x="891135" y="501722"/>
                  </a:lnTo>
                  <a:lnTo>
                    <a:pt x="891135" y="0"/>
                  </a:lnTo>
                  <a:close/>
                </a:path>
              </a:pathLst>
            </a:custGeom>
            <a:solidFill>
              <a:srgbClr val="5758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 descr=""/>
            <p:cNvSpPr/>
            <p:nvPr/>
          </p:nvSpPr>
          <p:spPr>
            <a:xfrm>
              <a:off x="13227659" y="8961255"/>
              <a:ext cx="833119" cy="403225"/>
            </a:xfrm>
            <a:custGeom>
              <a:avLst/>
              <a:gdLst/>
              <a:ahLst/>
              <a:cxnLst/>
              <a:rect l="l" t="t" r="r" b="b"/>
              <a:pathLst>
                <a:path w="833119" h="403225">
                  <a:moveTo>
                    <a:pt x="832644" y="0"/>
                  </a:moveTo>
                  <a:lnTo>
                    <a:pt x="0" y="0"/>
                  </a:lnTo>
                  <a:lnTo>
                    <a:pt x="0" y="402856"/>
                  </a:lnTo>
                  <a:lnTo>
                    <a:pt x="832644" y="402856"/>
                  </a:lnTo>
                  <a:lnTo>
                    <a:pt x="832644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 descr=""/>
            <p:cNvSpPr/>
            <p:nvPr/>
          </p:nvSpPr>
          <p:spPr>
            <a:xfrm>
              <a:off x="13632955" y="8930036"/>
              <a:ext cx="429259" cy="470534"/>
            </a:xfrm>
            <a:custGeom>
              <a:avLst/>
              <a:gdLst/>
              <a:ahLst/>
              <a:cxnLst/>
              <a:rect l="l" t="t" r="r" b="b"/>
              <a:pathLst>
                <a:path w="429259" h="470534">
                  <a:moveTo>
                    <a:pt x="22034" y="4940"/>
                  </a:moveTo>
                  <a:lnTo>
                    <a:pt x="17094" y="0"/>
                  </a:lnTo>
                  <a:lnTo>
                    <a:pt x="4889" y="0"/>
                  </a:lnTo>
                  <a:lnTo>
                    <a:pt x="0" y="4940"/>
                  </a:lnTo>
                  <a:lnTo>
                    <a:pt x="0" y="17081"/>
                  </a:lnTo>
                  <a:lnTo>
                    <a:pt x="4889" y="22034"/>
                  </a:lnTo>
                  <a:lnTo>
                    <a:pt x="17094" y="22034"/>
                  </a:lnTo>
                  <a:lnTo>
                    <a:pt x="22034" y="17081"/>
                  </a:lnTo>
                  <a:lnTo>
                    <a:pt x="22034" y="10998"/>
                  </a:lnTo>
                  <a:lnTo>
                    <a:pt x="22034" y="4940"/>
                  </a:lnTo>
                  <a:close/>
                </a:path>
                <a:path w="429259" h="470534">
                  <a:moveTo>
                    <a:pt x="341591" y="449008"/>
                  </a:moveTo>
                  <a:lnTo>
                    <a:pt x="335495" y="442861"/>
                  </a:lnTo>
                  <a:lnTo>
                    <a:pt x="320395" y="442861"/>
                  </a:lnTo>
                  <a:lnTo>
                    <a:pt x="314248" y="449008"/>
                  </a:lnTo>
                  <a:lnTo>
                    <a:pt x="314248" y="464121"/>
                  </a:lnTo>
                  <a:lnTo>
                    <a:pt x="320395" y="470217"/>
                  </a:lnTo>
                  <a:lnTo>
                    <a:pt x="335495" y="470217"/>
                  </a:lnTo>
                  <a:lnTo>
                    <a:pt x="341591" y="464121"/>
                  </a:lnTo>
                  <a:lnTo>
                    <a:pt x="341591" y="456539"/>
                  </a:lnTo>
                  <a:lnTo>
                    <a:pt x="341591" y="449008"/>
                  </a:lnTo>
                  <a:close/>
                </a:path>
                <a:path w="429259" h="470534">
                  <a:moveTo>
                    <a:pt x="385305" y="449008"/>
                  </a:moveTo>
                  <a:lnTo>
                    <a:pt x="379158" y="442861"/>
                  </a:lnTo>
                  <a:lnTo>
                    <a:pt x="364045" y="442861"/>
                  </a:lnTo>
                  <a:lnTo>
                    <a:pt x="357949" y="449008"/>
                  </a:lnTo>
                  <a:lnTo>
                    <a:pt x="357949" y="464121"/>
                  </a:lnTo>
                  <a:lnTo>
                    <a:pt x="364045" y="470217"/>
                  </a:lnTo>
                  <a:lnTo>
                    <a:pt x="379158" y="470217"/>
                  </a:lnTo>
                  <a:lnTo>
                    <a:pt x="385305" y="464121"/>
                  </a:lnTo>
                  <a:lnTo>
                    <a:pt x="385305" y="456539"/>
                  </a:lnTo>
                  <a:lnTo>
                    <a:pt x="385305" y="449008"/>
                  </a:lnTo>
                  <a:close/>
                </a:path>
                <a:path w="429259" h="470534">
                  <a:moveTo>
                    <a:pt x="429006" y="449008"/>
                  </a:moveTo>
                  <a:lnTo>
                    <a:pt x="422859" y="442861"/>
                  </a:lnTo>
                  <a:lnTo>
                    <a:pt x="407746" y="442861"/>
                  </a:lnTo>
                  <a:lnTo>
                    <a:pt x="401650" y="449008"/>
                  </a:lnTo>
                  <a:lnTo>
                    <a:pt x="401650" y="464121"/>
                  </a:lnTo>
                  <a:lnTo>
                    <a:pt x="407746" y="470217"/>
                  </a:lnTo>
                  <a:lnTo>
                    <a:pt x="422859" y="470217"/>
                  </a:lnTo>
                  <a:lnTo>
                    <a:pt x="429006" y="464121"/>
                  </a:lnTo>
                  <a:lnTo>
                    <a:pt x="429006" y="456539"/>
                  </a:lnTo>
                  <a:lnTo>
                    <a:pt x="429006" y="449008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 descr=""/>
            <p:cNvSpPr/>
            <p:nvPr/>
          </p:nvSpPr>
          <p:spPr>
            <a:xfrm>
              <a:off x="13436337" y="9420615"/>
              <a:ext cx="454025" cy="124460"/>
            </a:xfrm>
            <a:custGeom>
              <a:avLst/>
              <a:gdLst/>
              <a:ahLst/>
              <a:cxnLst/>
              <a:rect l="l" t="t" r="r" b="b"/>
              <a:pathLst>
                <a:path w="454025" h="124459">
                  <a:moveTo>
                    <a:pt x="386407" y="0"/>
                  </a:moveTo>
                  <a:lnTo>
                    <a:pt x="67495" y="0"/>
                  </a:lnTo>
                  <a:lnTo>
                    <a:pt x="67495" y="92489"/>
                  </a:lnTo>
                  <a:lnTo>
                    <a:pt x="56949" y="107150"/>
                  </a:lnTo>
                  <a:lnTo>
                    <a:pt x="33747" y="117016"/>
                  </a:lnTo>
                  <a:lnTo>
                    <a:pt x="10546" y="122576"/>
                  </a:lnTo>
                  <a:lnTo>
                    <a:pt x="0" y="124320"/>
                  </a:lnTo>
                  <a:lnTo>
                    <a:pt x="453902" y="124320"/>
                  </a:lnTo>
                  <a:lnTo>
                    <a:pt x="414881" y="118834"/>
                  </a:lnTo>
                  <a:lnTo>
                    <a:pt x="394843" y="113690"/>
                  </a:lnTo>
                  <a:lnTo>
                    <a:pt x="387461" y="105903"/>
                  </a:lnTo>
                  <a:lnTo>
                    <a:pt x="386407" y="92489"/>
                  </a:lnTo>
                  <a:lnTo>
                    <a:pt x="386407" y="0"/>
                  </a:lnTo>
                  <a:close/>
                </a:path>
              </a:pathLst>
            </a:custGeom>
            <a:solidFill>
              <a:srgbClr val="474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 descr=""/>
            <p:cNvSpPr/>
            <p:nvPr/>
          </p:nvSpPr>
          <p:spPr>
            <a:xfrm>
              <a:off x="13503829" y="9420623"/>
              <a:ext cx="319405" cy="49530"/>
            </a:xfrm>
            <a:custGeom>
              <a:avLst/>
              <a:gdLst/>
              <a:ahLst/>
              <a:cxnLst/>
              <a:rect l="l" t="t" r="r" b="b"/>
              <a:pathLst>
                <a:path w="319405" h="49529">
                  <a:moveTo>
                    <a:pt x="318911" y="0"/>
                  </a:moveTo>
                  <a:lnTo>
                    <a:pt x="0" y="0"/>
                  </a:lnTo>
                  <a:lnTo>
                    <a:pt x="0" y="49474"/>
                  </a:lnTo>
                  <a:lnTo>
                    <a:pt x="318911" y="49474"/>
                  </a:lnTo>
                  <a:lnTo>
                    <a:pt x="318911" y="0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 descr=""/>
            <p:cNvSpPr/>
            <p:nvPr/>
          </p:nvSpPr>
          <p:spPr>
            <a:xfrm>
              <a:off x="13436334" y="9544934"/>
              <a:ext cx="454025" cy="35560"/>
            </a:xfrm>
            <a:custGeom>
              <a:avLst/>
              <a:gdLst/>
              <a:ahLst/>
              <a:cxnLst/>
              <a:rect l="l" t="t" r="r" b="b"/>
              <a:pathLst>
                <a:path w="454025" h="35559">
                  <a:moveTo>
                    <a:pt x="453902" y="0"/>
                  </a:moveTo>
                  <a:lnTo>
                    <a:pt x="0" y="0"/>
                  </a:lnTo>
                  <a:lnTo>
                    <a:pt x="0" y="35433"/>
                  </a:lnTo>
                  <a:lnTo>
                    <a:pt x="453902" y="35433"/>
                  </a:lnTo>
                  <a:lnTo>
                    <a:pt x="453902" y="0"/>
                  </a:lnTo>
                  <a:close/>
                </a:path>
              </a:pathLst>
            </a:custGeom>
            <a:solidFill>
              <a:srgbClr val="5758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9" name="object 559" descr=""/>
          <p:cNvSpPr/>
          <p:nvPr/>
        </p:nvSpPr>
        <p:spPr>
          <a:xfrm>
            <a:off x="13423075" y="9940261"/>
            <a:ext cx="160655" cy="546100"/>
          </a:xfrm>
          <a:custGeom>
            <a:avLst/>
            <a:gdLst/>
            <a:ahLst/>
            <a:cxnLst/>
            <a:rect l="l" t="t" r="r" b="b"/>
            <a:pathLst>
              <a:path w="160655" h="546100">
                <a:moveTo>
                  <a:pt x="160361" y="0"/>
                </a:moveTo>
                <a:lnTo>
                  <a:pt x="110834" y="0"/>
                </a:lnTo>
                <a:lnTo>
                  <a:pt x="0" y="545983"/>
                </a:lnTo>
                <a:lnTo>
                  <a:pt x="16868" y="545983"/>
                </a:lnTo>
                <a:lnTo>
                  <a:pt x="160361" y="0"/>
                </a:lnTo>
                <a:close/>
              </a:path>
            </a:pathLst>
          </a:custGeom>
          <a:solidFill>
            <a:srgbClr val="45454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60" name="object 560" descr=""/>
          <p:cNvGrpSpPr/>
          <p:nvPr/>
        </p:nvGrpSpPr>
        <p:grpSpPr>
          <a:xfrm>
            <a:off x="13348275" y="9293887"/>
            <a:ext cx="630555" cy="1192530"/>
            <a:chOff x="13348275" y="9293887"/>
            <a:chExt cx="630555" cy="1192530"/>
          </a:xfrm>
        </p:grpSpPr>
        <p:sp>
          <p:nvSpPr>
            <p:cNvPr id="561" name="object 561" descr=""/>
            <p:cNvSpPr/>
            <p:nvPr/>
          </p:nvSpPr>
          <p:spPr>
            <a:xfrm>
              <a:off x="13817899" y="9940261"/>
              <a:ext cx="160655" cy="546100"/>
            </a:xfrm>
            <a:custGeom>
              <a:avLst/>
              <a:gdLst/>
              <a:ahLst/>
              <a:cxnLst/>
              <a:rect l="l" t="t" r="r" b="b"/>
              <a:pathLst>
                <a:path w="160655" h="546100">
                  <a:moveTo>
                    <a:pt x="45454" y="0"/>
                  </a:moveTo>
                  <a:lnTo>
                    <a:pt x="0" y="0"/>
                  </a:lnTo>
                  <a:lnTo>
                    <a:pt x="143629" y="545983"/>
                  </a:lnTo>
                  <a:lnTo>
                    <a:pt x="160445" y="545983"/>
                  </a:lnTo>
                  <a:lnTo>
                    <a:pt x="45454" y="0"/>
                  </a:lnTo>
                  <a:close/>
                </a:path>
              </a:pathLst>
            </a:custGeom>
            <a:solidFill>
              <a:srgbClr val="454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 descr=""/>
            <p:cNvSpPr/>
            <p:nvPr/>
          </p:nvSpPr>
          <p:spPr>
            <a:xfrm>
              <a:off x="13348275" y="9293887"/>
              <a:ext cx="616585" cy="663575"/>
            </a:xfrm>
            <a:custGeom>
              <a:avLst/>
              <a:gdLst/>
              <a:ahLst/>
              <a:cxnLst/>
              <a:rect l="l" t="t" r="r" b="b"/>
              <a:pathLst>
                <a:path w="616584" h="663575">
                  <a:moveTo>
                    <a:pt x="0" y="0"/>
                  </a:moveTo>
                  <a:lnTo>
                    <a:pt x="22935" y="210296"/>
                  </a:lnTo>
                  <a:lnTo>
                    <a:pt x="36548" y="332412"/>
                  </a:lnTo>
                  <a:lnTo>
                    <a:pt x="46211" y="413164"/>
                  </a:lnTo>
                  <a:lnTo>
                    <a:pt x="57296" y="499366"/>
                  </a:lnTo>
                  <a:lnTo>
                    <a:pt x="62926" y="544541"/>
                  </a:lnTo>
                  <a:lnTo>
                    <a:pt x="70148" y="584191"/>
                  </a:lnTo>
                  <a:lnTo>
                    <a:pt x="105619" y="642120"/>
                  </a:lnTo>
                  <a:lnTo>
                    <a:pt x="141994" y="658000"/>
                  </a:lnTo>
                  <a:lnTo>
                    <a:pt x="196213" y="663560"/>
                  </a:lnTo>
                  <a:lnTo>
                    <a:pt x="565668" y="663560"/>
                  </a:lnTo>
                  <a:lnTo>
                    <a:pt x="592353" y="658922"/>
                  </a:lnTo>
                  <a:lnTo>
                    <a:pt x="607772" y="646895"/>
                  </a:lnTo>
                  <a:lnTo>
                    <a:pt x="614866" y="630311"/>
                  </a:lnTo>
                  <a:lnTo>
                    <a:pt x="616578" y="612002"/>
                  </a:lnTo>
                  <a:lnTo>
                    <a:pt x="378051" y="612002"/>
                  </a:lnTo>
                  <a:lnTo>
                    <a:pt x="338573" y="606990"/>
                  </a:lnTo>
                  <a:lnTo>
                    <a:pt x="306091" y="587260"/>
                  </a:lnTo>
                  <a:lnTo>
                    <a:pt x="280946" y="545772"/>
                  </a:lnTo>
                  <a:lnTo>
                    <a:pt x="263478" y="475482"/>
                  </a:lnTo>
                  <a:lnTo>
                    <a:pt x="255622" y="426269"/>
                  </a:lnTo>
                  <a:lnTo>
                    <a:pt x="230378" y="275082"/>
                  </a:lnTo>
                  <a:lnTo>
                    <a:pt x="221980" y="223772"/>
                  </a:lnTo>
                  <a:lnTo>
                    <a:pt x="213878" y="172137"/>
                  </a:lnTo>
                  <a:lnTo>
                    <a:pt x="206245" y="120258"/>
                  </a:lnTo>
                  <a:lnTo>
                    <a:pt x="193546" y="69997"/>
                  </a:lnTo>
                  <a:lnTo>
                    <a:pt x="172301" y="36148"/>
                  </a:lnTo>
                  <a:lnTo>
                    <a:pt x="142415" y="15468"/>
                  </a:lnTo>
                  <a:lnTo>
                    <a:pt x="103798" y="4712"/>
                  </a:lnTo>
                  <a:lnTo>
                    <a:pt x="56357" y="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717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63" name="object 563" descr=""/>
          <p:cNvGrpSpPr/>
          <p:nvPr/>
        </p:nvGrpSpPr>
        <p:grpSpPr>
          <a:xfrm>
            <a:off x="10336711" y="8995809"/>
            <a:ext cx="1767205" cy="1490980"/>
            <a:chOff x="10336711" y="8995809"/>
            <a:chExt cx="1767205" cy="1490980"/>
          </a:xfrm>
        </p:grpSpPr>
        <p:sp>
          <p:nvSpPr>
            <p:cNvPr id="564" name="object 564" descr=""/>
            <p:cNvSpPr/>
            <p:nvPr/>
          </p:nvSpPr>
          <p:spPr>
            <a:xfrm>
              <a:off x="10887270" y="8995809"/>
              <a:ext cx="822960" cy="546100"/>
            </a:xfrm>
            <a:custGeom>
              <a:avLst/>
              <a:gdLst/>
              <a:ahLst/>
              <a:cxnLst/>
              <a:rect l="l" t="t" r="r" b="b"/>
              <a:pathLst>
                <a:path w="822959" h="546100">
                  <a:moveTo>
                    <a:pt x="822435" y="0"/>
                  </a:moveTo>
                  <a:lnTo>
                    <a:pt x="0" y="0"/>
                  </a:lnTo>
                  <a:lnTo>
                    <a:pt x="0" y="545847"/>
                  </a:lnTo>
                  <a:lnTo>
                    <a:pt x="822435" y="545847"/>
                  </a:lnTo>
                  <a:lnTo>
                    <a:pt x="822435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 descr=""/>
            <p:cNvSpPr/>
            <p:nvPr/>
          </p:nvSpPr>
          <p:spPr>
            <a:xfrm>
              <a:off x="10919102" y="9041871"/>
              <a:ext cx="758825" cy="438784"/>
            </a:xfrm>
            <a:custGeom>
              <a:avLst/>
              <a:gdLst/>
              <a:ahLst/>
              <a:cxnLst/>
              <a:rect l="l" t="t" r="r" b="b"/>
              <a:pathLst>
                <a:path w="758825" h="438784">
                  <a:moveTo>
                    <a:pt x="758772" y="0"/>
                  </a:moveTo>
                  <a:lnTo>
                    <a:pt x="0" y="0"/>
                  </a:lnTo>
                  <a:lnTo>
                    <a:pt x="0" y="438290"/>
                  </a:lnTo>
                  <a:lnTo>
                    <a:pt x="758772" y="438290"/>
                  </a:lnTo>
                  <a:lnTo>
                    <a:pt x="758772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 descr=""/>
            <p:cNvSpPr/>
            <p:nvPr/>
          </p:nvSpPr>
          <p:spPr>
            <a:xfrm>
              <a:off x="11286465" y="9007925"/>
              <a:ext cx="393700" cy="511809"/>
            </a:xfrm>
            <a:custGeom>
              <a:avLst/>
              <a:gdLst/>
              <a:ahLst/>
              <a:cxnLst/>
              <a:rect l="l" t="t" r="r" b="b"/>
              <a:pathLst>
                <a:path w="393700" h="511809">
                  <a:moveTo>
                    <a:pt x="24028" y="5359"/>
                  </a:moveTo>
                  <a:lnTo>
                    <a:pt x="18669" y="0"/>
                  </a:lnTo>
                  <a:lnTo>
                    <a:pt x="5410" y="0"/>
                  </a:lnTo>
                  <a:lnTo>
                    <a:pt x="0" y="5359"/>
                  </a:lnTo>
                  <a:lnTo>
                    <a:pt x="0" y="18618"/>
                  </a:lnTo>
                  <a:lnTo>
                    <a:pt x="5410" y="23977"/>
                  </a:lnTo>
                  <a:lnTo>
                    <a:pt x="18669" y="23977"/>
                  </a:lnTo>
                  <a:lnTo>
                    <a:pt x="24028" y="18618"/>
                  </a:lnTo>
                  <a:lnTo>
                    <a:pt x="24028" y="12014"/>
                  </a:lnTo>
                  <a:lnTo>
                    <a:pt x="24028" y="5359"/>
                  </a:lnTo>
                  <a:close/>
                </a:path>
                <a:path w="393700" h="511809">
                  <a:moveTo>
                    <a:pt x="298119" y="488467"/>
                  </a:moveTo>
                  <a:lnTo>
                    <a:pt x="291477" y="481863"/>
                  </a:lnTo>
                  <a:lnTo>
                    <a:pt x="275031" y="481863"/>
                  </a:lnTo>
                  <a:lnTo>
                    <a:pt x="268325" y="488467"/>
                  </a:lnTo>
                  <a:lnTo>
                    <a:pt x="268325" y="504901"/>
                  </a:lnTo>
                  <a:lnTo>
                    <a:pt x="275031" y="511568"/>
                  </a:lnTo>
                  <a:lnTo>
                    <a:pt x="291477" y="511568"/>
                  </a:lnTo>
                  <a:lnTo>
                    <a:pt x="298119" y="504901"/>
                  </a:lnTo>
                  <a:lnTo>
                    <a:pt x="298119" y="496684"/>
                  </a:lnTo>
                  <a:lnTo>
                    <a:pt x="298119" y="488467"/>
                  </a:lnTo>
                  <a:close/>
                </a:path>
                <a:path w="393700" h="511809">
                  <a:moveTo>
                    <a:pt x="345668" y="488467"/>
                  </a:moveTo>
                  <a:lnTo>
                    <a:pt x="339013" y="481863"/>
                  </a:lnTo>
                  <a:lnTo>
                    <a:pt x="322567" y="481863"/>
                  </a:lnTo>
                  <a:lnTo>
                    <a:pt x="315912" y="488467"/>
                  </a:lnTo>
                  <a:lnTo>
                    <a:pt x="315912" y="504901"/>
                  </a:lnTo>
                  <a:lnTo>
                    <a:pt x="322567" y="511568"/>
                  </a:lnTo>
                  <a:lnTo>
                    <a:pt x="339013" y="511568"/>
                  </a:lnTo>
                  <a:lnTo>
                    <a:pt x="345668" y="504901"/>
                  </a:lnTo>
                  <a:lnTo>
                    <a:pt x="345668" y="496684"/>
                  </a:lnTo>
                  <a:lnTo>
                    <a:pt x="345668" y="488467"/>
                  </a:lnTo>
                  <a:close/>
                </a:path>
                <a:path w="393700" h="511809">
                  <a:moveTo>
                    <a:pt x="393204" y="488467"/>
                  </a:moveTo>
                  <a:lnTo>
                    <a:pt x="386499" y="481863"/>
                  </a:lnTo>
                  <a:lnTo>
                    <a:pt x="370103" y="481863"/>
                  </a:lnTo>
                  <a:lnTo>
                    <a:pt x="363448" y="488467"/>
                  </a:lnTo>
                  <a:lnTo>
                    <a:pt x="363448" y="504901"/>
                  </a:lnTo>
                  <a:lnTo>
                    <a:pt x="370103" y="511568"/>
                  </a:lnTo>
                  <a:lnTo>
                    <a:pt x="386499" y="511568"/>
                  </a:lnTo>
                  <a:lnTo>
                    <a:pt x="393204" y="504901"/>
                  </a:lnTo>
                  <a:lnTo>
                    <a:pt x="393204" y="496684"/>
                  </a:lnTo>
                  <a:lnTo>
                    <a:pt x="393204" y="488467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 descr=""/>
            <p:cNvSpPr/>
            <p:nvPr/>
          </p:nvSpPr>
          <p:spPr>
            <a:xfrm>
              <a:off x="11072612" y="9541658"/>
              <a:ext cx="494030" cy="135255"/>
            </a:xfrm>
            <a:custGeom>
              <a:avLst/>
              <a:gdLst/>
              <a:ahLst/>
              <a:cxnLst/>
              <a:rect l="l" t="t" r="r" b="b"/>
              <a:pathLst>
                <a:path w="494029" h="135254">
                  <a:moveTo>
                    <a:pt x="420416" y="0"/>
                  </a:moveTo>
                  <a:lnTo>
                    <a:pt x="73463" y="0"/>
                  </a:lnTo>
                  <a:lnTo>
                    <a:pt x="73463" y="85651"/>
                  </a:lnTo>
                  <a:lnTo>
                    <a:pt x="61985" y="103959"/>
                  </a:lnTo>
                  <a:lnTo>
                    <a:pt x="36731" y="119824"/>
                  </a:lnTo>
                  <a:lnTo>
                    <a:pt x="11478" y="130996"/>
                  </a:lnTo>
                  <a:lnTo>
                    <a:pt x="0" y="135221"/>
                  </a:lnTo>
                  <a:lnTo>
                    <a:pt x="493827" y="135221"/>
                  </a:lnTo>
                  <a:lnTo>
                    <a:pt x="451386" y="120646"/>
                  </a:lnTo>
                  <a:lnTo>
                    <a:pt x="429592" y="110624"/>
                  </a:lnTo>
                  <a:lnTo>
                    <a:pt x="421563" y="100509"/>
                  </a:lnTo>
                  <a:lnTo>
                    <a:pt x="420416" y="85651"/>
                  </a:lnTo>
                  <a:lnTo>
                    <a:pt x="420416" y="0"/>
                  </a:lnTo>
                  <a:close/>
                </a:path>
              </a:pathLst>
            </a:custGeom>
            <a:solidFill>
              <a:srgbClr val="DBDC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 descr=""/>
            <p:cNvSpPr/>
            <p:nvPr/>
          </p:nvSpPr>
          <p:spPr>
            <a:xfrm>
              <a:off x="11146079" y="9541667"/>
              <a:ext cx="347345" cy="53975"/>
            </a:xfrm>
            <a:custGeom>
              <a:avLst/>
              <a:gdLst/>
              <a:ahLst/>
              <a:cxnLst/>
              <a:rect l="l" t="t" r="r" b="b"/>
              <a:pathLst>
                <a:path w="347345" h="53975">
                  <a:moveTo>
                    <a:pt x="346952" y="0"/>
                  </a:moveTo>
                  <a:lnTo>
                    <a:pt x="0" y="0"/>
                  </a:lnTo>
                  <a:lnTo>
                    <a:pt x="0" y="53862"/>
                  </a:lnTo>
                  <a:lnTo>
                    <a:pt x="346952" y="53862"/>
                  </a:lnTo>
                  <a:lnTo>
                    <a:pt x="346952" y="0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 descr=""/>
            <p:cNvSpPr/>
            <p:nvPr/>
          </p:nvSpPr>
          <p:spPr>
            <a:xfrm>
              <a:off x="11072626" y="9676888"/>
              <a:ext cx="494030" cy="38735"/>
            </a:xfrm>
            <a:custGeom>
              <a:avLst/>
              <a:gdLst/>
              <a:ahLst/>
              <a:cxnLst/>
              <a:rect l="l" t="t" r="r" b="b"/>
              <a:pathLst>
                <a:path w="494029" h="38734">
                  <a:moveTo>
                    <a:pt x="493817" y="0"/>
                  </a:moveTo>
                  <a:lnTo>
                    <a:pt x="0" y="0"/>
                  </a:lnTo>
                  <a:lnTo>
                    <a:pt x="0" y="38574"/>
                  </a:lnTo>
                  <a:lnTo>
                    <a:pt x="493817" y="38574"/>
                  </a:lnTo>
                  <a:lnTo>
                    <a:pt x="493817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 descr=""/>
            <p:cNvSpPr/>
            <p:nvPr/>
          </p:nvSpPr>
          <p:spPr>
            <a:xfrm>
              <a:off x="10409466" y="9743052"/>
              <a:ext cx="1621790" cy="723900"/>
            </a:xfrm>
            <a:custGeom>
              <a:avLst/>
              <a:gdLst/>
              <a:ahLst/>
              <a:cxnLst/>
              <a:rect l="l" t="t" r="r" b="b"/>
              <a:pathLst>
                <a:path w="1621790" h="723900">
                  <a:moveTo>
                    <a:pt x="720559" y="0"/>
                  </a:moveTo>
                  <a:lnTo>
                    <a:pt x="0" y="0"/>
                  </a:lnTo>
                  <a:lnTo>
                    <a:pt x="0" y="723607"/>
                  </a:lnTo>
                  <a:lnTo>
                    <a:pt x="720559" y="723607"/>
                  </a:lnTo>
                  <a:lnTo>
                    <a:pt x="720559" y="0"/>
                  </a:lnTo>
                  <a:close/>
                </a:path>
                <a:path w="1621790" h="723900">
                  <a:moveTo>
                    <a:pt x="1621180" y="0"/>
                  </a:moveTo>
                  <a:lnTo>
                    <a:pt x="1219200" y="0"/>
                  </a:lnTo>
                  <a:lnTo>
                    <a:pt x="1219200" y="723607"/>
                  </a:lnTo>
                  <a:lnTo>
                    <a:pt x="1621180" y="723607"/>
                  </a:lnTo>
                  <a:lnTo>
                    <a:pt x="1621180" y="0"/>
                  </a:lnTo>
                  <a:close/>
                </a:path>
              </a:pathLst>
            </a:custGeom>
            <a:solidFill>
              <a:srgbClr val="C5C6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 descr=""/>
            <p:cNvSpPr/>
            <p:nvPr/>
          </p:nvSpPr>
          <p:spPr>
            <a:xfrm>
              <a:off x="10336708" y="9715468"/>
              <a:ext cx="1767205" cy="770890"/>
            </a:xfrm>
            <a:custGeom>
              <a:avLst/>
              <a:gdLst/>
              <a:ahLst/>
              <a:cxnLst/>
              <a:rect l="l" t="t" r="r" b="b"/>
              <a:pathLst>
                <a:path w="1767204" h="770890">
                  <a:moveTo>
                    <a:pt x="206463" y="751192"/>
                  </a:moveTo>
                  <a:lnTo>
                    <a:pt x="114439" y="751192"/>
                  </a:lnTo>
                  <a:lnTo>
                    <a:pt x="114439" y="770788"/>
                  </a:lnTo>
                  <a:lnTo>
                    <a:pt x="206463" y="770788"/>
                  </a:lnTo>
                  <a:lnTo>
                    <a:pt x="206463" y="751192"/>
                  </a:lnTo>
                  <a:close/>
                </a:path>
                <a:path w="1767204" h="770890">
                  <a:moveTo>
                    <a:pt x="740892" y="751192"/>
                  </a:moveTo>
                  <a:lnTo>
                    <a:pt x="648830" y="751192"/>
                  </a:lnTo>
                  <a:lnTo>
                    <a:pt x="648830" y="770788"/>
                  </a:lnTo>
                  <a:lnTo>
                    <a:pt x="740892" y="770788"/>
                  </a:lnTo>
                  <a:lnTo>
                    <a:pt x="740892" y="751192"/>
                  </a:lnTo>
                  <a:close/>
                </a:path>
                <a:path w="1767204" h="770890">
                  <a:moveTo>
                    <a:pt x="1406994" y="751192"/>
                  </a:moveTo>
                  <a:lnTo>
                    <a:pt x="1314958" y="751192"/>
                  </a:lnTo>
                  <a:lnTo>
                    <a:pt x="1314958" y="770788"/>
                  </a:lnTo>
                  <a:lnTo>
                    <a:pt x="1406994" y="770788"/>
                  </a:lnTo>
                  <a:lnTo>
                    <a:pt x="1406994" y="751192"/>
                  </a:lnTo>
                  <a:close/>
                </a:path>
                <a:path w="1767204" h="770890">
                  <a:moveTo>
                    <a:pt x="1670380" y="751192"/>
                  </a:moveTo>
                  <a:lnTo>
                    <a:pt x="1578343" y="751192"/>
                  </a:lnTo>
                  <a:lnTo>
                    <a:pt x="1578343" y="770788"/>
                  </a:lnTo>
                  <a:lnTo>
                    <a:pt x="1670380" y="770788"/>
                  </a:lnTo>
                  <a:lnTo>
                    <a:pt x="1670380" y="751192"/>
                  </a:lnTo>
                  <a:close/>
                </a:path>
                <a:path w="1767204" h="770890">
                  <a:moveTo>
                    <a:pt x="1766697" y="0"/>
                  </a:moveTo>
                  <a:lnTo>
                    <a:pt x="0" y="0"/>
                  </a:lnTo>
                  <a:lnTo>
                    <a:pt x="0" y="34975"/>
                  </a:lnTo>
                  <a:lnTo>
                    <a:pt x="1766697" y="34975"/>
                  </a:lnTo>
                  <a:lnTo>
                    <a:pt x="1766697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2" name="object 572" descr=""/>
          <p:cNvGrpSpPr/>
          <p:nvPr/>
        </p:nvGrpSpPr>
        <p:grpSpPr>
          <a:xfrm>
            <a:off x="3328720" y="2227481"/>
            <a:ext cx="1012190" cy="1012190"/>
            <a:chOff x="3328720" y="2227481"/>
            <a:chExt cx="1012190" cy="1012190"/>
          </a:xfrm>
        </p:grpSpPr>
        <p:sp>
          <p:nvSpPr>
            <p:cNvPr id="573" name="object 573" descr=""/>
            <p:cNvSpPr/>
            <p:nvPr/>
          </p:nvSpPr>
          <p:spPr>
            <a:xfrm>
              <a:off x="3359389" y="2258148"/>
              <a:ext cx="951230" cy="951230"/>
            </a:xfrm>
            <a:custGeom>
              <a:avLst/>
              <a:gdLst/>
              <a:ahLst/>
              <a:cxnLst/>
              <a:rect l="l" t="t" r="r" b="b"/>
              <a:pathLst>
                <a:path w="951229" h="951230">
                  <a:moveTo>
                    <a:pt x="475315" y="0"/>
                  </a:moveTo>
                  <a:lnTo>
                    <a:pt x="426786" y="2459"/>
                  </a:lnTo>
                  <a:lnTo>
                    <a:pt x="379644" y="9675"/>
                  </a:lnTo>
                  <a:lnTo>
                    <a:pt x="334128" y="21409"/>
                  </a:lnTo>
                  <a:lnTo>
                    <a:pt x="290479" y="37418"/>
                  </a:lnTo>
                  <a:lnTo>
                    <a:pt x="248939" y="57462"/>
                  </a:lnTo>
                  <a:lnTo>
                    <a:pt x="209747" y="81301"/>
                  </a:lnTo>
                  <a:lnTo>
                    <a:pt x="173146" y="108692"/>
                  </a:lnTo>
                  <a:lnTo>
                    <a:pt x="139375" y="139396"/>
                  </a:lnTo>
                  <a:lnTo>
                    <a:pt x="108675" y="173171"/>
                  </a:lnTo>
                  <a:lnTo>
                    <a:pt x="81287" y="209776"/>
                  </a:lnTo>
                  <a:lnTo>
                    <a:pt x="57453" y="248971"/>
                  </a:lnTo>
                  <a:lnTo>
                    <a:pt x="37412" y="290515"/>
                  </a:lnTo>
                  <a:lnTo>
                    <a:pt x="21405" y="334166"/>
                  </a:lnTo>
                  <a:lnTo>
                    <a:pt x="9674" y="379684"/>
                  </a:lnTo>
                  <a:lnTo>
                    <a:pt x="2458" y="426828"/>
                  </a:lnTo>
                  <a:lnTo>
                    <a:pt x="0" y="475357"/>
                  </a:lnTo>
                  <a:lnTo>
                    <a:pt x="2458" y="523885"/>
                  </a:lnTo>
                  <a:lnTo>
                    <a:pt x="9674" y="571028"/>
                  </a:lnTo>
                  <a:lnTo>
                    <a:pt x="21405" y="616544"/>
                  </a:lnTo>
                  <a:lnTo>
                    <a:pt x="37412" y="660192"/>
                  </a:lnTo>
                  <a:lnTo>
                    <a:pt x="57453" y="701733"/>
                  </a:lnTo>
                  <a:lnTo>
                    <a:pt x="81287" y="740924"/>
                  </a:lnTo>
                  <a:lnTo>
                    <a:pt x="108675" y="777526"/>
                  </a:lnTo>
                  <a:lnTo>
                    <a:pt x="139375" y="811297"/>
                  </a:lnTo>
                  <a:lnTo>
                    <a:pt x="173146" y="841997"/>
                  </a:lnTo>
                  <a:lnTo>
                    <a:pt x="209747" y="869384"/>
                  </a:lnTo>
                  <a:lnTo>
                    <a:pt x="248939" y="893219"/>
                  </a:lnTo>
                  <a:lnTo>
                    <a:pt x="290479" y="913260"/>
                  </a:lnTo>
                  <a:lnTo>
                    <a:pt x="334128" y="929267"/>
                  </a:lnTo>
                  <a:lnTo>
                    <a:pt x="379644" y="940998"/>
                  </a:lnTo>
                  <a:lnTo>
                    <a:pt x="426786" y="948213"/>
                  </a:lnTo>
                  <a:lnTo>
                    <a:pt x="475315" y="950672"/>
                  </a:lnTo>
                  <a:lnTo>
                    <a:pt x="523851" y="948213"/>
                  </a:lnTo>
                  <a:lnTo>
                    <a:pt x="571000" y="940998"/>
                  </a:lnTo>
                  <a:lnTo>
                    <a:pt x="616521" y="929267"/>
                  </a:lnTo>
                  <a:lnTo>
                    <a:pt x="660175" y="913260"/>
                  </a:lnTo>
                  <a:lnTo>
                    <a:pt x="701719" y="893219"/>
                  </a:lnTo>
                  <a:lnTo>
                    <a:pt x="740914" y="869384"/>
                  </a:lnTo>
                  <a:lnTo>
                    <a:pt x="777518" y="841997"/>
                  </a:lnTo>
                  <a:lnTo>
                    <a:pt x="811292" y="811297"/>
                  </a:lnTo>
                  <a:lnTo>
                    <a:pt x="841993" y="777526"/>
                  </a:lnTo>
                  <a:lnTo>
                    <a:pt x="869382" y="740924"/>
                  </a:lnTo>
                  <a:lnTo>
                    <a:pt x="893218" y="701733"/>
                  </a:lnTo>
                  <a:lnTo>
                    <a:pt x="913259" y="660192"/>
                  </a:lnTo>
                  <a:lnTo>
                    <a:pt x="929266" y="616544"/>
                  </a:lnTo>
                  <a:lnTo>
                    <a:pt x="940998" y="571028"/>
                  </a:lnTo>
                  <a:lnTo>
                    <a:pt x="948213" y="523885"/>
                  </a:lnTo>
                  <a:lnTo>
                    <a:pt x="950672" y="475357"/>
                  </a:lnTo>
                  <a:lnTo>
                    <a:pt x="948213" y="426828"/>
                  </a:lnTo>
                  <a:lnTo>
                    <a:pt x="940998" y="379684"/>
                  </a:lnTo>
                  <a:lnTo>
                    <a:pt x="929266" y="334166"/>
                  </a:lnTo>
                  <a:lnTo>
                    <a:pt x="913259" y="290515"/>
                  </a:lnTo>
                  <a:lnTo>
                    <a:pt x="893218" y="248971"/>
                  </a:lnTo>
                  <a:lnTo>
                    <a:pt x="869382" y="209776"/>
                  </a:lnTo>
                  <a:lnTo>
                    <a:pt x="841993" y="173171"/>
                  </a:lnTo>
                  <a:lnTo>
                    <a:pt x="811292" y="139396"/>
                  </a:lnTo>
                  <a:lnTo>
                    <a:pt x="777518" y="108692"/>
                  </a:lnTo>
                  <a:lnTo>
                    <a:pt x="740914" y="81301"/>
                  </a:lnTo>
                  <a:lnTo>
                    <a:pt x="701719" y="57462"/>
                  </a:lnTo>
                  <a:lnTo>
                    <a:pt x="660175" y="37418"/>
                  </a:lnTo>
                  <a:lnTo>
                    <a:pt x="616521" y="21409"/>
                  </a:lnTo>
                  <a:lnTo>
                    <a:pt x="571000" y="9675"/>
                  </a:lnTo>
                  <a:lnTo>
                    <a:pt x="523851" y="2459"/>
                  </a:lnTo>
                  <a:lnTo>
                    <a:pt x="475315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 descr=""/>
            <p:cNvSpPr/>
            <p:nvPr/>
          </p:nvSpPr>
          <p:spPr>
            <a:xfrm>
              <a:off x="3328720" y="2227481"/>
              <a:ext cx="1012190" cy="1012190"/>
            </a:xfrm>
            <a:custGeom>
              <a:avLst/>
              <a:gdLst/>
              <a:ahLst/>
              <a:cxnLst/>
              <a:rect l="l" t="t" r="r" b="b"/>
              <a:pathLst>
                <a:path w="1012189" h="1012189">
                  <a:moveTo>
                    <a:pt x="505984" y="0"/>
                  </a:moveTo>
                  <a:lnTo>
                    <a:pt x="457323" y="2320"/>
                  </a:lnTo>
                  <a:lnTo>
                    <a:pt x="409956" y="9141"/>
                  </a:lnTo>
                  <a:lnTo>
                    <a:pt x="364097" y="20246"/>
                  </a:lnTo>
                  <a:lnTo>
                    <a:pt x="319958" y="35424"/>
                  </a:lnTo>
                  <a:lnTo>
                    <a:pt x="277755" y="54459"/>
                  </a:lnTo>
                  <a:lnTo>
                    <a:pt x="237700" y="77139"/>
                  </a:lnTo>
                  <a:lnTo>
                    <a:pt x="200007" y="103250"/>
                  </a:lnTo>
                  <a:lnTo>
                    <a:pt x="164890" y="132578"/>
                  </a:lnTo>
                  <a:lnTo>
                    <a:pt x="132562" y="164909"/>
                  </a:lnTo>
                  <a:lnTo>
                    <a:pt x="103238" y="200029"/>
                  </a:lnTo>
                  <a:lnTo>
                    <a:pt x="77130" y="237725"/>
                  </a:lnTo>
                  <a:lnTo>
                    <a:pt x="54453" y="277783"/>
                  </a:lnTo>
                  <a:lnTo>
                    <a:pt x="35419" y="319990"/>
                  </a:lnTo>
                  <a:lnTo>
                    <a:pt x="20244" y="364131"/>
                  </a:lnTo>
                  <a:lnTo>
                    <a:pt x="9139" y="409994"/>
                  </a:lnTo>
                  <a:lnTo>
                    <a:pt x="2320" y="457363"/>
                  </a:lnTo>
                  <a:lnTo>
                    <a:pt x="0" y="506026"/>
                  </a:lnTo>
                  <a:lnTo>
                    <a:pt x="2320" y="554687"/>
                  </a:lnTo>
                  <a:lnTo>
                    <a:pt x="9139" y="602054"/>
                  </a:lnTo>
                  <a:lnTo>
                    <a:pt x="20244" y="647913"/>
                  </a:lnTo>
                  <a:lnTo>
                    <a:pt x="35419" y="692052"/>
                  </a:lnTo>
                  <a:lnTo>
                    <a:pt x="54453" y="734255"/>
                  </a:lnTo>
                  <a:lnTo>
                    <a:pt x="77130" y="774310"/>
                  </a:lnTo>
                  <a:lnTo>
                    <a:pt x="103238" y="812003"/>
                  </a:lnTo>
                  <a:lnTo>
                    <a:pt x="132562" y="847120"/>
                  </a:lnTo>
                  <a:lnTo>
                    <a:pt x="164890" y="879448"/>
                  </a:lnTo>
                  <a:lnTo>
                    <a:pt x="200007" y="908772"/>
                  </a:lnTo>
                  <a:lnTo>
                    <a:pt x="237700" y="934880"/>
                  </a:lnTo>
                  <a:lnTo>
                    <a:pt x="277755" y="957558"/>
                  </a:lnTo>
                  <a:lnTo>
                    <a:pt x="319958" y="976591"/>
                  </a:lnTo>
                  <a:lnTo>
                    <a:pt x="364097" y="991767"/>
                  </a:lnTo>
                  <a:lnTo>
                    <a:pt x="409956" y="1002871"/>
                  </a:lnTo>
                  <a:lnTo>
                    <a:pt x="457323" y="1009690"/>
                  </a:lnTo>
                  <a:lnTo>
                    <a:pt x="505984" y="1012011"/>
                  </a:lnTo>
                  <a:lnTo>
                    <a:pt x="554654" y="1009690"/>
                  </a:lnTo>
                  <a:lnTo>
                    <a:pt x="602030" y="1002871"/>
                  </a:lnTo>
                  <a:lnTo>
                    <a:pt x="647897" y="991767"/>
                  </a:lnTo>
                  <a:lnTo>
                    <a:pt x="692043" y="976591"/>
                  </a:lnTo>
                  <a:lnTo>
                    <a:pt x="734254" y="957558"/>
                  </a:lnTo>
                  <a:lnTo>
                    <a:pt x="746491" y="950630"/>
                  </a:lnTo>
                  <a:lnTo>
                    <a:pt x="505984" y="950630"/>
                  </a:lnTo>
                  <a:lnTo>
                    <a:pt x="457539" y="948021"/>
                  </a:lnTo>
                  <a:lnTo>
                    <a:pt x="410605" y="940376"/>
                  </a:lnTo>
                  <a:lnTo>
                    <a:pt x="365453" y="927964"/>
                  </a:lnTo>
                  <a:lnTo>
                    <a:pt x="322355" y="911059"/>
                  </a:lnTo>
                  <a:lnTo>
                    <a:pt x="281582" y="889930"/>
                  </a:lnTo>
                  <a:lnTo>
                    <a:pt x="243405" y="864849"/>
                  </a:lnTo>
                  <a:lnTo>
                    <a:pt x="208095" y="836087"/>
                  </a:lnTo>
                  <a:lnTo>
                    <a:pt x="175923" y="803915"/>
                  </a:lnTo>
                  <a:lnTo>
                    <a:pt x="147161" y="768605"/>
                  </a:lnTo>
                  <a:lnTo>
                    <a:pt x="122080" y="730428"/>
                  </a:lnTo>
                  <a:lnTo>
                    <a:pt x="100951" y="689655"/>
                  </a:lnTo>
                  <a:lnTo>
                    <a:pt x="84046" y="646557"/>
                  </a:lnTo>
                  <a:lnTo>
                    <a:pt x="71634" y="601405"/>
                  </a:lnTo>
                  <a:lnTo>
                    <a:pt x="63989" y="554471"/>
                  </a:lnTo>
                  <a:lnTo>
                    <a:pt x="61380" y="506026"/>
                  </a:lnTo>
                  <a:lnTo>
                    <a:pt x="63989" y="457580"/>
                  </a:lnTo>
                  <a:lnTo>
                    <a:pt x="71634" y="410645"/>
                  </a:lnTo>
                  <a:lnTo>
                    <a:pt x="84046" y="365491"/>
                  </a:lnTo>
                  <a:lnTo>
                    <a:pt x="100951" y="322390"/>
                  </a:lnTo>
                  <a:lnTo>
                    <a:pt x="122080" y="281613"/>
                  </a:lnTo>
                  <a:lnTo>
                    <a:pt x="147161" y="243432"/>
                  </a:lnTo>
                  <a:lnTo>
                    <a:pt x="175923" y="208118"/>
                  </a:lnTo>
                  <a:lnTo>
                    <a:pt x="208095" y="175942"/>
                  </a:lnTo>
                  <a:lnTo>
                    <a:pt x="243405" y="147176"/>
                  </a:lnTo>
                  <a:lnTo>
                    <a:pt x="281582" y="122091"/>
                  </a:lnTo>
                  <a:lnTo>
                    <a:pt x="322355" y="100959"/>
                  </a:lnTo>
                  <a:lnTo>
                    <a:pt x="365453" y="84050"/>
                  </a:lnTo>
                  <a:lnTo>
                    <a:pt x="410605" y="71636"/>
                  </a:lnTo>
                  <a:lnTo>
                    <a:pt x="457539" y="63989"/>
                  </a:lnTo>
                  <a:lnTo>
                    <a:pt x="505984" y="61380"/>
                  </a:lnTo>
                  <a:lnTo>
                    <a:pt x="746478" y="61380"/>
                  </a:lnTo>
                  <a:lnTo>
                    <a:pt x="734254" y="54459"/>
                  </a:lnTo>
                  <a:lnTo>
                    <a:pt x="692043" y="35424"/>
                  </a:lnTo>
                  <a:lnTo>
                    <a:pt x="647897" y="20246"/>
                  </a:lnTo>
                  <a:lnTo>
                    <a:pt x="602030" y="9141"/>
                  </a:lnTo>
                  <a:lnTo>
                    <a:pt x="554654" y="2320"/>
                  </a:lnTo>
                  <a:lnTo>
                    <a:pt x="505984" y="0"/>
                  </a:lnTo>
                  <a:close/>
                </a:path>
                <a:path w="1012189" h="1012189">
                  <a:moveTo>
                    <a:pt x="746478" y="61380"/>
                  </a:moveTo>
                  <a:lnTo>
                    <a:pt x="505984" y="61380"/>
                  </a:lnTo>
                  <a:lnTo>
                    <a:pt x="554437" y="63989"/>
                  </a:lnTo>
                  <a:lnTo>
                    <a:pt x="601378" y="71636"/>
                  </a:lnTo>
                  <a:lnTo>
                    <a:pt x="646536" y="84050"/>
                  </a:lnTo>
                  <a:lnTo>
                    <a:pt x="689639" y="100959"/>
                  </a:lnTo>
                  <a:lnTo>
                    <a:pt x="730416" y="122091"/>
                  </a:lnTo>
                  <a:lnTo>
                    <a:pt x="768596" y="147176"/>
                  </a:lnTo>
                  <a:lnTo>
                    <a:pt x="803909" y="175942"/>
                  </a:lnTo>
                  <a:lnTo>
                    <a:pt x="836083" y="208118"/>
                  </a:lnTo>
                  <a:lnTo>
                    <a:pt x="864846" y="243432"/>
                  </a:lnTo>
                  <a:lnTo>
                    <a:pt x="889928" y="281613"/>
                  </a:lnTo>
                  <a:lnTo>
                    <a:pt x="911058" y="322390"/>
                  </a:lnTo>
                  <a:lnTo>
                    <a:pt x="927964" y="365491"/>
                  </a:lnTo>
                  <a:lnTo>
                    <a:pt x="940376" y="410645"/>
                  </a:lnTo>
                  <a:lnTo>
                    <a:pt x="948021" y="457580"/>
                  </a:lnTo>
                  <a:lnTo>
                    <a:pt x="950630" y="506026"/>
                  </a:lnTo>
                  <a:lnTo>
                    <a:pt x="948021" y="554471"/>
                  </a:lnTo>
                  <a:lnTo>
                    <a:pt x="940376" y="601405"/>
                  </a:lnTo>
                  <a:lnTo>
                    <a:pt x="927964" y="646557"/>
                  </a:lnTo>
                  <a:lnTo>
                    <a:pt x="911058" y="689655"/>
                  </a:lnTo>
                  <a:lnTo>
                    <a:pt x="889928" y="730428"/>
                  </a:lnTo>
                  <a:lnTo>
                    <a:pt x="864846" y="768605"/>
                  </a:lnTo>
                  <a:lnTo>
                    <a:pt x="836083" y="803915"/>
                  </a:lnTo>
                  <a:lnTo>
                    <a:pt x="803909" y="836087"/>
                  </a:lnTo>
                  <a:lnTo>
                    <a:pt x="768596" y="864849"/>
                  </a:lnTo>
                  <a:lnTo>
                    <a:pt x="730416" y="889930"/>
                  </a:lnTo>
                  <a:lnTo>
                    <a:pt x="689639" y="911059"/>
                  </a:lnTo>
                  <a:lnTo>
                    <a:pt x="646536" y="927964"/>
                  </a:lnTo>
                  <a:lnTo>
                    <a:pt x="601378" y="940376"/>
                  </a:lnTo>
                  <a:lnTo>
                    <a:pt x="554437" y="948021"/>
                  </a:lnTo>
                  <a:lnTo>
                    <a:pt x="505984" y="950630"/>
                  </a:lnTo>
                  <a:lnTo>
                    <a:pt x="746491" y="950630"/>
                  </a:lnTo>
                  <a:lnTo>
                    <a:pt x="812014" y="908772"/>
                  </a:lnTo>
                  <a:lnTo>
                    <a:pt x="847137" y="879448"/>
                  </a:lnTo>
                  <a:lnTo>
                    <a:pt x="879470" y="847120"/>
                  </a:lnTo>
                  <a:lnTo>
                    <a:pt x="908799" y="812003"/>
                  </a:lnTo>
                  <a:lnTo>
                    <a:pt x="934911" y="774310"/>
                  </a:lnTo>
                  <a:lnTo>
                    <a:pt x="957592" y="734255"/>
                  </a:lnTo>
                  <a:lnTo>
                    <a:pt x="976628" y="692052"/>
                  </a:lnTo>
                  <a:lnTo>
                    <a:pt x="991806" y="647913"/>
                  </a:lnTo>
                  <a:lnTo>
                    <a:pt x="1002911" y="602054"/>
                  </a:lnTo>
                  <a:lnTo>
                    <a:pt x="1009732" y="554687"/>
                  </a:lnTo>
                  <a:lnTo>
                    <a:pt x="1012052" y="506026"/>
                  </a:lnTo>
                  <a:lnTo>
                    <a:pt x="1009732" y="457363"/>
                  </a:lnTo>
                  <a:lnTo>
                    <a:pt x="1002911" y="409994"/>
                  </a:lnTo>
                  <a:lnTo>
                    <a:pt x="991806" y="364131"/>
                  </a:lnTo>
                  <a:lnTo>
                    <a:pt x="976628" y="319990"/>
                  </a:lnTo>
                  <a:lnTo>
                    <a:pt x="957592" y="277783"/>
                  </a:lnTo>
                  <a:lnTo>
                    <a:pt x="934911" y="237725"/>
                  </a:lnTo>
                  <a:lnTo>
                    <a:pt x="908799" y="200029"/>
                  </a:lnTo>
                  <a:lnTo>
                    <a:pt x="879470" y="164909"/>
                  </a:lnTo>
                  <a:lnTo>
                    <a:pt x="847137" y="132578"/>
                  </a:lnTo>
                  <a:lnTo>
                    <a:pt x="812014" y="103250"/>
                  </a:lnTo>
                  <a:lnTo>
                    <a:pt x="774315" y="77139"/>
                  </a:lnTo>
                  <a:lnTo>
                    <a:pt x="746478" y="61380"/>
                  </a:lnTo>
                  <a:close/>
                </a:path>
              </a:pathLst>
            </a:custGeom>
            <a:solidFill>
              <a:srgbClr val="0E3E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 descr=""/>
            <p:cNvSpPr/>
            <p:nvPr/>
          </p:nvSpPr>
          <p:spPr>
            <a:xfrm>
              <a:off x="3834705" y="2516830"/>
              <a:ext cx="266700" cy="403860"/>
            </a:xfrm>
            <a:custGeom>
              <a:avLst/>
              <a:gdLst/>
              <a:ahLst/>
              <a:cxnLst/>
              <a:rect l="l" t="t" r="r" b="b"/>
              <a:pathLst>
                <a:path w="266700" h="403860">
                  <a:moveTo>
                    <a:pt x="0" y="0"/>
                  </a:moveTo>
                  <a:lnTo>
                    <a:pt x="0" y="216674"/>
                  </a:lnTo>
                  <a:lnTo>
                    <a:pt x="266494" y="40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 descr=""/>
            <p:cNvSpPr/>
            <p:nvPr/>
          </p:nvSpPr>
          <p:spPr>
            <a:xfrm>
              <a:off x="3811717" y="2493800"/>
              <a:ext cx="312420" cy="450215"/>
            </a:xfrm>
            <a:custGeom>
              <a:avLst/>
              <a:gdLst/>
              <a:ahLst/>
              <a:cxnLst/>
              <a:rect l="l" t="t" r="r" b="b"/>
              <a:pathLst>
                <a:path w="312420" h="450214">
                  <a:moveTo>
                    <a:pt x="22983" y="0"/>
                  </a:moveTo>
                  <a:lnTo>
                    <a:pt x="14038" y="1813"/>
                  </a:lnTo>
                  <a:lnTo>
                    <a:pt x="6732" y="6753"/>
                  </a:lnTo>
                  <a:lnTo>
                    <a:pt x="1806" y="14073"/>
                  </a:lnTo>
                  <a:lnTo>
                    <a:pt x="0" y="23025"/>
                  </a:lnTo>
                  <a:lnTo>
                    <a:pt x="0" y="247165"/>
                  </a:lnTo>
                  <a:lnTo>
                    <a:pt x="3664" y="254191"/>
                  </a:lnTo>
                  <a:lnTo>
                    <a:pt x="280274" y="448530"/>
                  </a:lnTo>
                  <a:lnTo>
                    <a:pt x="284902" y="449881"/>
                  </a:lnTo>
                  <a:lnTo>
                    <a:pt x="289436" y="449881"/>
                  </a:lnTo>
                  <a:lnTo>
                    <a:pt x="296723" y="449881"/>
                  </a:lnTo>
                  <a:lnTo>
                    <a:pt x="303833" y="446478"/>
                  </a:lnTo>
                  <a:lnTo>
                    <a:pt x="308325" y="440070"/>
                  </a:lnTo>
                  <a:lnTo>
                    <a:pt x="311987" y="431707"/>
                  </a:lnTo>
                  <a:lnTo>
                    <a:pt x="312159" y="422887"/>
                  </a:lnTo>
                  <a:lnTo>
                    <a:pt x="309019" y="414640"/>
                  </a:lnTo>
                  <a:lnTo>
                    <a:pt x="302744" y="407998"/>
                  </a:lnTo>
                  <a:lnTo>
                    <a:pt x="46019" y="227710"/>
                  </a:lnTo>
                  <a:lnTo>
                    <a:pt x="46019" y="23025"/>
                  </a:lnTo>
                  <a:lnTo>
                    <a:pt x="44212" y="14073"/>
                  </a:lnTo>
                  <a:lnTo>
                    <a:pt x="39280" y="6753"/>
                  </a:lnTo>
                  <a:lnTo>
                    <a:pt x="31958" y="1813"/>
                  </a:lnTo>
                  <a:lnTo>
                    <a:pt x="22983" y="0"/>
                  </a:lnTo>
                  <a:close/>
                </a:path>
              </a:pathLst>
            </a:custGeom>
            <a:solidFill>
              <a:srgbClr val="6BC49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7" name="object 577" descr=""/>
          <p:cNvGrpSpPr/>
          <p:nvPr/>
        </p:nvGrpSpPr>
        <p:grpSpPr>
          <a:xfrm>
            <a:off x="15848418" y="2211671"/>
            <a:ext cx="408305" cy="123825"/>
            <a:chOff x="15848418" y="2211671"/>
            <a:chExt cx="408305" cy="123825"/>
          </a:xfrm>
        </p:grpSpPr>
        <p:sp>
          <p:nvSpPr>
            <p:cNvPr id="578" name="object 578" descr=""/>
            <p:cNvSpPr/>
            <p:nvPr/>
          </p:nvSpPr>
          <p:spPr>
            <a:xfrm>
              <a:off x="15848418" y="2211671"/>
              <a:ext cx="408305" cy="80010"/>
            </a:xfrm>
            <a:custGeom>
              <a:avLst/>
              <a:gdLst/>
              <a:ahLst/>
              <a:cxnLst/>
              <a:rect l="l" t="t" r="r" b="b"/>
              <a:pathLst>
                <a:path w="408305" h="80010">
                  <a:moveTo>
                    <a:pt x="407861" y="0"/>
                  </a:moveTo>
                  <a:lnTo>
                    <a:pt x="0" y="0"/>
                  </a:lnTo>
                  <a:lnTo>
                    <a:pt x="0" y="79589"/>
                  </a:lnTo>
                  <a:lnTo>
                    <a:pt x="407861" y="79589"/>
                  </a:lnTo>
                  <a:lnTo>
                    <a:pt x="407861" y="0"/>
                  </a:lnTo>
                  <a:close/>
                </a:path>
              </a:pathLst>
            </a:custGeom>
            <a:solidFill>
              <a:srgbClr val="D15F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 descr=""/>
            <p:cNvSpPr/>
            <p:nvPr/>
          </p:nvSpPr>
          <p:spPr>
            <a:xfrm>
              <a:off x="15893534" y="2248337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2533" y="0"/>
                  </a:moveTo>
                  <a:lnTo>
                    <a:pt x="6491" y="0"/>
                  </a:lnTo>
                  <a:lnTo>
                    <a:pt x="0" y="6512"/>
                  </a:lnTo>
                  <a:lnTo>
                    <a:pt x="0" y="22564"/>
                  </a:lnTo>
                  <a:lnTo>
                    <a:pt x="6491" y="29067"/>
                  </a:lnTo>
                  <a:lnTo>
                    <a:pt x="22533" y="29067"/>
                  </a:lnTo>
                  <a:lnTo>
                    <a:pt x="29035" y="22564"/>
                  </a:lnTo>
                  <a:lnTo>
                    <a:pt x="29035" y="14533"/>
                  </a:lnTo>
                  <a:lnTo>
                    <a:pt x="29035" y="6512"/>
                  </a:lnTo>
                  <a:lnTo>
                    <a:pt x="2253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 descr=""/>
            <p:cNvSpPr/>
            <p:nvPr/>
          </p:nvSpPr>
          <p:spPr>
            <a:xfrm>
              <a:off x="15893534" y="2306396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2533" y="0"/>
                  </a:moveTo>
                  <a:lnTo>
                    <a:pt x="6491" y="0"/>
                  </a:lnTo>
                  <a:lnTo>
                    <a:pt x="0" y="6502"/>
                  </a:lnTo>
                  <a:lnTo>
                    <a:pt x="0" y="22564"/>
                  </a:lnTo>
                  <a:lnTo>
                    <a:pt x="6491" y="29067"/>
                  </a:lnTo>
                  <a:lnTo>
                    <a:pt x="22533" y="29067"/>
                  </a:lnTo>
                  <a:lnTo>
                    <a:pt x="29035" y="22564"/>
                  </a:lnTo>
                  <a:lnTo>
                    <a:pt x="29035" y="14533"/>
                  </a:lnTo>
                  <a:lnTo>
                    <a:pt x="29035" y="6502"/>
                  </a:lnTo>
                  <a:lnTo>
                    <a:pt x="2253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 descr=""/>
            <p:cNvSpPr/>
            <p:nvPr/>
          </p:nvSpPr>
          <p:spPr>
            <a:xfrm>
              <a:off x="15899954" y="2254223"/>
              <a:ext cx="16510" cy="74295"/>
            </a:xfrm>
            <a:custGeom>
              <a:avLst/>
              <a:gdLst/>
              <a:ahLst/>
              <a:cxnLst/>
              <a:rect l="l" t="t" r="r" b="b"/>
              <a:pathLst>
                <a:path w="16509" h="74294">
                  <a:moveTo>
                    <a:pt x="12606" y="0"/>
                  </a:moveTo>
                  <a:lnTo>
                    <a:pt x="3581" y="0"/>
                  </a:lnTo>
                  <a:lnTo>
                    <a:pt x="0" y="3591"/>
                  </a:lnTo>
                  <a:lnTo>
                    <a:pt x="0" y="70479"/>
                  </a:lnTo>
                  <a:lnTo>
                    <a:pt x="3581" y="74071"/>
                  </a:lnTo>
                  <a:lnTo>
                    <a:pt x="8177" y="74071"/>
                  </a:lnTo>
                  <a:lnTo>
                    <a:pt x="12606" y="74071"/>
                  </a:lnTo>
                  <a:lnTo>
                    <a:pt x="16198" y="70479"/>
                  </a:lnTo>
                  <a:lnTo>
                    <a:pt x="16198" y="3591"/>
                  </a:lnTo>
                  <a:lnTo>
                    <a:pt x="12606" y="0"/>
                  </a:lnTo>
                  <a:close/>
                </a:path>
              </a:pathLst>
            </a:custGeom>
            <a:solidFill>
              <a:srgbClr val="D5C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 descr=""/>
            <p:cNvSpPr/>
            <p:nvPr/>
          </p:nvSpPr>
          <p:spPr>
            <a:xfrm>
              <a:off x="15950454" y="2248337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2543" y="0"/>
                  </a:moveTo>
                  <a:lnTo>
                    <a:pt x="6502" y="0"/>
                  </a:lnTo>
                  <a:lnTo>
                    <a:pt x="0" y="6512"/>
                  </a:lnTo>
                  <a:lnTo>
                    <a:pt x="0" y="22564"/>
                  </a:lnTo>
                  <a:lnTo>
                    <a:pt x="6502" y="29067"/>
                  </a:lnTo>
                  <a:lnTo>
                    <a:pt x="22543" y="29067"/>
                  </a:lnTo>
                  <a:lnTo>
                    <a:pt x="29046" y="22564"/>
                  </a:lnTo>
                  <a:lnTo>
                    <a:pt x="29046" y="14533"/>
                  </a:lnTo>
                  <a:lnTo>
                    <a:pt x="29046" y="6512"/>
                  </a:lnTo>
                  <a:lnTo>
                    <a:pt x="2254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 descr=""/>
            <p:cNvSpPr/>
            <p:nvPr/>
          </p:nvSpPr>
          <p:spPr>
            <a:xfrm>
              <a:off x="15950454" y="2306396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2543" y="0"/>
                  </a:moveTo>
                  <a:lnTo>
                    <a:pt x="6502" y="0"/>
                  </a:lnTo>
                  <a:lnTo>
                    <a:pt x="0" y="6502"/>
                  </a:lnTo>
                  <a:lnTo>
                    <a:pt x="0" y="22564"/>
                  </a:lnTo>
                  <a:lnTo>
                    <a:pt x="6502" y="29067"/>
                  </a:lnTo>
                  <a:lnTo>
                    <a:pt x="22543" y="29067"/>
                  </a:lnTo>
                  <a:lnTo>
                    <a:pt x="29046" y="22564"/>
                  </a:lnTo>
                  <a:lnTo>
                    <a:pt x="29046" y="14533"/>
                  </a:lnTo>
                  <a:lnTo>
                    <a:pt x="29046" y="6502"/>
                  </a:lnTo>
                  <a:lnTo>
                    <a:pt x="2254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 descr=""/>
            <p:cNvSpPr/>
            <p:nvPr/>
          </p:nvSpPr>
          <p:spPr>
            <a:xfrm>
              <a:off x="15956883" y="2254223"/>
              <a:ext cx="16510" cy="74295"/>
            </a:xfrm>
            <a:custGeom>
              <a:avLst/>
              <a:gdLst/>
              <a:ahLst/>
              <a:cxnLst/>
              <a:rect l="l" t="t" r="r" b="b"/>
              <a:pathLst>
                <a:path w="16509" h="74294">
                  <a:moveTo>
                    <a:pt x="12606" y="0"/>
                  </a:moveTo>
                  <a:lnTo>
                    <a:pt x="3591" y="0"/>
                  </a:lnTo>
                  <a:lnTo>
                    <a:pt x="0" y="3591"/>
                  </a:lnTo>
                  <a:lnTo>
                    <a:pt x="0" y="70479"/>
                  </a:lnTo>
                  <a:lnTo>
                    <a:pt x="3591" y="74071"/>
                  </a:lnTo>
                  <a:lnTo>
                    <a:pt x="8177" y="74071"/>
                  </a:lnTo>
                  <a:lnTo>
                    <a:pt x="12606" y="74071"/>
                  </a:lnTo>
                  <a:lnTo>
                    <a:pt x="16198" y="70479"/>
                  </a:lnTo>
                  <a:lnTo>
                    <a:pt x="16198" y="3591"/>
                  </a:lnTo>
                  <a:lnTo>
                    <a:pt x="12606" y="0"/>
                  </a:lnTo>
                  <a:close/>
                </a:path>
              </a:pathLst>
            </a:custGeom>
            <a:solidFill>
              <a:srgbClr val="D5C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 descr=""/>
            <p:cNvSpPr/>
            <p:nvPr/>
          </p:nvSpPr>
          <p:spPr>
            <a:xfrm>
              <a:off x="16007383" y="2248337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2543" y="0"/>
                  </a:moveTo>
                  <a:lnTo>
                    <a:pt x="6502" y="0"/>
                  </a:lnTo>
                  <a:lnTo>
                    <a:pt x="0" y="6512"/>
                  </a:lnTo>
                  <a:lnTo>
                    <a:pt x="0" y="22564"/>
                  </a:lnTo>
                  <a:lnTo>
                    <a:pt x="6502" y="29067"/>
                  </a:lnTo>
                  <a:lnTo>
                    <a:pt x="22543" y="29067"/>
                  </a:lnTo>
                  <a:lnTo>
                    <a:pt x="29046" y="22564"/>
                  </a:lnTo>
                  <a:lnTo>
                    <a:pt x="29046" y="14533"/>
                  </a:lnTo>
                  <a:lnTo>
                    <a:pt x="29046" y="6512"/>
                  </a:lnTo>
                  <a:lnTo>
                    <a:pt x="2254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 descr=""/>
            <p:cNvSpPr/>
            <p:nvPr/>
          </p:nvSpPr>
          <p:spPr>
            <a:xfrm>
              <a:off x="16007383" y="2306396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2543" y="0"/>
                  </a:moveTo>
                  <a:lnTo>
                    <a:pt x="6502" y="0"/>
                  </a:lnTo>
                  <a:lnTo>
                    <a:pt x="0" y="6502"/>
                  </a:lnTo>
                  <a:lnTo>
                    <a:pt x="0" y="22564"/>
                  </a:lnTo>
                  <a:lnTo>
                    <a:pt x="6502" y="29067"/>
                  </a:lnTo>
                  <a:lnTo>
                    <a:pt x="22543" y="29067"/>
                  </a:lnTo>
                  <a:lnTo>
                    <a:pt x="29046" y="22564"/>
                  </a:lnTo>
                  <a:lnTo>
                    <a:pt x="29046" y="14533"/>
                  </a:lnTo>
                  <a:lnTo>
                    <a:pt x="29046" y="6502"/>
                  </a:lnTo>
                  <a:lnTo>
                    <a:pt x="2254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 descr=""/>
            <p:cNvSpPr/>
            <p:nvPr/>
          </p:nvSpPr>
          <p:spPr>
            <a:xfrm>
              <a:off x="16013811" y="2254223"/>
              <a:ext cx="16510" cy="74295"/>
            </a:xfrm>
            <a:custGeom>
              <a:avLst/>
              <a:gdLst/>
              <a:ahLst/>
              <a:cxnLst/>
              <a:rect l="l" t="t" r="r" b="b"/>
              <a:pathLst>
                <a:path w="16509" h="74294">
                  <a:moveTo>
                    <a:pt x="12606" y="0"/>
                  </a:moveTo>
                  <a:lnTo>
                    <a:pt x="3591" y="0"/>
                  </a:lnTo>
                  <a:lnTo>
                    <a:pt x="0" y="3591"/>
                  </a:lnTo>
                  <a:lnTo>
                    <a:pt x="0" y="70479"/>
                  </a:lnTo>
                  <a:lnTo>
                    <a:pt x="3591" y="74071"/>
                  </a:lnTo>
                  <a:lnTo>
                    <a:pt x="8177" y="74071"/>
                  </a:lnTo>
                  <a:lnTo>
                    <a:pt x="12606" y="74071"/>
                  </a:lnTo>
                  <a:lnTo>
                    <a:pt x="16198" y="70479"/>
                  </a:lnTo>
                  <a:lnTo>
                    <a:pt x="16198" y="3591"/>
                  </a:lnTo>
                  <a:lnTo>
                    <a:pt x="12606" y="0"/>
                  </a:lnTo>
                  <a:close/>
                </a:path>
              </a:pathLst>
            </a:custGeom>
            <a:solidFill>
              <a:srgbClr val="D5C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 descr=""/>
            <p:cNvSpPr/>
            <p:nvPr/>
          </p:nvSpPr>
          <p:spPr>
            <a:xfrm>
              <a:off x="16064313" y="2248337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2543" y="0"/>
                  </a:moveTo>
                  <a:lnTo>
                    <a:pt x="6502" y="0"/>
                  </a:lnTo>
                  <a:lnTo>
                    <a:pt x="0" y="6512"/>
                  </a:lnTo>
                  <a:lnTo>
                    <a:pt x="0" y="22564"/>
                  </a:lnTo>
                  <a:lnTo>
                    <a:pt x="6502" y="29067"/>
                  </a:lnTo>
                  <a:lnTo>
                    <a:pt x="22543" y="29067"/>
                  </a:lnTo>
                  <a:lnTo>
                    <a:pt x="29046" y="22564"/>
                  </a:lnTo>
                  <a:lnTo>
                    <a:pt x="29046" y="14533"/>
                  </a:lnTo>
                  <a:lnTo>
                    <a:pt x="29046" y="6512"/>
                  </a:lnTo>
                  <a:lnTo>
                    <a:pt x="2254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 descr=""/>
            <p:cNvSpPr/>
            <p:nvPr/>
          </p:nvSpPr>
          <p:spPr>
            <a:xfrm>
              <a:off x="16064313" y="2306396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2543" y="0"/>
                  </a:moveTo>
                  <a:lnTo>
                    <a:pt x="6502" y="0"/>
                  </a:lnTo>
                  <a:lnTo>
                    <a:pt x="0" y="6502"/>
                  </a:lnTo>
                  <a:lnTo>
                    <a:pt x="0" y="22564"/>
                  </a:lnTo>
                  <a:lnTo>
                    <a:pt x="6502" y="29067"/>
                  </a:lnTo>
                  <a:lnTo>
                    <a:pt x="22543" y="29067"/>
                  </a:lnTo>
                  <a:lnTo>
                    <a:pt x="29046" y="22564"/>
                  </a:lnTo>
                  <a:lnTo>
                    <a:pt x="29046" y="14533"/>
                  </a:lnTo>
                  <a:lnTo>
                    <a:pt x="29046" y="6502"/>
                  </a:lnTo>
                  <a:lnTo>
                    <a:pt x="2254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 descr=""/>
            <p:cNvSpPr/>
            <p:nvPr/>
          </p:nvSpPr>
          <p:spPr>
            <a:xfrm>
              <a:off x="16070742" y="2254223"/>
              <a:ext cx="16510" cy="74295"/>
            </a:xfrm>
            <a:custGeom>
              <a:avLst/>
              <a:gdLst/>
              <a:ahLst/>
              <a:cxnLst/>
              <a:rect l="l" t="t" r="r" b="b"/>
              <a:pathLst>
                <a:path w="16509" h="74294">
                  <a:moveTo>
                    <a:pt x="12606" y="0"/>
                  </a:moveTo>
                  <a:lnTo>
                    <a:pt x="3581" y="0"/>
                  </a:lnTo>
                  <a:lnTo>
                    <a:pt x="0" y="3591"/>
                  </a:lnTo>
                  <a:lnTo>
                    <a:pt x="0" y="70479"/>
                  </a:lnTo>
                  <a:lnTo>
                    <a:pt x="3581" y="74071"/>
                  </a:lnTo>
                  <a:lnTo>
                    <a:pt x="8177" y="74071"/>
                  </a:lnTo>
                  <a:lnTo>
                    <a:pt x="12606" y="74071"/>
                  </a:lnTo>
                  <a:lnTo>
                    <a:pt x="16198" y="70479"/>
                  </a:lnTo>
                  <a:lnTo>
                    <a:pt x="16198" y="3591"/>
                  </a:lnTo>
                  <a:lnTo>
                    <a:pt x="12606" y="0"/>
                  </a:lnTo>
                  <a:close/>
                </a:path>
              </a:pathLst>
            </a:custGeom>
            <a:solidFill>
              <a:srgbClr val="D5C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 descr=""/>
            <p:cNvSpPr/>
            <p:nvPr/>
          </p:nvSpPr>
          <p:spPr>
            <a:xfrm>
              <a:off x="16121242" y="2248337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2543" y="0"/>
                  </a:moveTo>
                  <a:lnTo>
                    <a:pt x="6502" y="0"/>
                  </a:lnTo>
                  <a:lnTo>
                    <a:pt x="0" y="6512"/>
                  </a:lnTo>
                  <a:lnTo>
                    <a:pt x="0" y="22564"/>
                  </a:lnTo>
                  <a:lnTo>
                    <a:pt x="6502" y="29067"/>
                  </a:lnTo>
                  <a:lnTo>
                    <a:pt x="22543" y="29067"/>
                  </a:lnTo>
                  <a:lnTo>
                    <a:pt x="29046" y="22564"/>
                  </a:lnTo>
                  <a:lnTo>
                    <a:pt x="29046" y="14533"/>
                  </a:lnTo>
                  <a:lnTo>
                    <a:pt x="29046" y="6512"/>
                  </a:lnTo>
                  <a:lnTo>
                    <a:pt x="2254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 descr=""/>
            <p:cNvSpPr/>
            <p:nvPr/>
          </p:nvSpPr>
          <p:spPr>
            <a:xfrm>
              <a:off x="16121242" y="2306396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2543" y="0"/>
                  </a:moveTo>
                  <a:lnTo>
                    <a:pt x="6502" y="0"/>
                  </a:lnTo>
                  <a:lnTo>
                    <a:pt x="0" y="6502"/>
                  </a:lnTo>
                  <a:lnTo>
                    <a:pt x="0" y="22564"/>
                  </a:lnTo>
                  <a:lnTo>
                    <a:pt x="6502" y="29067"/>
                  </a:lnTo>
                  <a:lnTo>
                    <a:pt x="22543" y="29067"/>
                  </a:lnTo>
                  <a:lnTo>
                    <a:pt x="29046" y="22564"/>
                  </a:lnTo>
                  <a:lnTo>
                    <a:pt x="29046" y="14533"/>
                  </a:lnTo>
                  <a:lnTo>
                    <a:pt x="29046" y="6502"/>
                  </a:lnTo>
                  <a:lnTo>
                    <a:pt x="2254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 descr=""/>
            <p:cNvSpPr/>
            <p:nvPr/>
          </p:nvSpPr>
          <p:spPr>
            <a:xfrm>
              <a:off x="16127670" y="2254223"/>
              <a:ext cx="16510" cy="74295"/>
            </a:xfrm>
            <a:custGeom>
              <a:avLst/>
              <a:gdLst/>
              <a:ahLst/>
              <a:cxnLst/>
              <a:rect l="l" t="t" r="r" b="b"/>
              <a:pathLst>
                <a:path w="16509" h="74294">
                  <a:moveTo>
                    <a:pt x="12606" y="0"/>
                  </a:moveTo>
                  <a:lnTo>
                    <a:pt x="3591" y="0"/>
                  </a:lnTo>
                  <a:lnTo>
                    <a:pt x="0" y="3591"/>
                  </a:lnTo>
                  <a:lnTo>
                    <a:pt x="0" y="70479"/>
                  </a:lnTo>
                  <a:lnTo>
                    <a:pt x="3591" y="74071"/>
                  </a:lnTo>
                  <a:lnTo>
                    <a:pt x="8177" y="74071"/>
                  </a:lnTo>
                  <a:lnTo>
                    <a:pt x="12606" y="74071"/>
                  </a:lnTo>
                  <a:lnTo>
                    <a:pt x="16198" y="70479"/>
                  </a:lnTo>
                  <a:lnTo>
                    <a:pt x="16198" y="3591"/>
                  </a:lnTo>
                  <a:lnTo>
                    <a:pt x="12606" y="0"/>
                  </a:lnTo>
                  <a:close/>
                </a:path>
              </a:pathLst>
            </a:custGeom>
            <a:solidFill>
              <a:srgbClr val="D5C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 descr=""/>
            <p:cNvSpPr/>
            <p:nvPr/>
          </p:nvSpPr>
          <p:spPr>
            <a:xfrm>
              <a:off x="16178172" y="2248337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2543" y="0"/>
                  </a:moveTo>
                  <a:lnTo>
                    <a:pt x="6502" y="0"/>
                  </a:lnTo>
                  <a:lnTo>
                    <a:pt x="0" y="6512"/>
                  </a:lnTo>
                  <a:lnTo>
                    <a:pt x="0" y="22564"/>
                  </a:lnTo>
                  <a:lnTo>
                    <a:pt x="6502" y="29067"/>
                  </a:lnTo>
                  <a:lnTo>
                    <a:pt x="22543" y="29067"/>
                  </a:lnTo>
                  <a:lnTo>
                    <a:pt x="29046" y="22564"/>
                  </a:lnTo>
                  <a:lnTo>
                    <a:pt x="29046" y="14533"/>
                  </a:lnTo>
                  <a:lnTo>
                    <a:pt x="29046" y="6512"/>
                  </a:lnTo>
                  <a:lnTo>
                    <a:pt x="2254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 descr=""/>
            <p:cNvSpPr/>
            <p:nvPr/>
          </p:nvSpPr>
          <p:spPr>
            <a:xfrm>
              <a:off x="16178172" y="2306396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2543" y="0"/>
                  </a:moveTo>
                  <a:lnTo>
                    <a:pt x="6502" y="0"/>
                  </a:lnTo>
                  <a:lnTo>
                    <a:pt x="0" y="6502"/>
                  </a:lnTo>
                  <a:lnTo>
                    <a:pt x="0" y="22564"/>
                  </a:lnTo>
                  <a:lnTo>
                    <a:pt x="6502" y="29067"/>
                  </a:lnTo>
                  <a:lnTo>
                    <a:pt x="22543" y="29067"/>
                  </a:lnTo>
                  <a:lnTo>
                    <a:pt x="29046" y="22564"/>
                  </a:lnTo>
                  <a:lnTo>
                    <a:pt x="29046" y="14533"/>
                  </a:lnTo>
                  <a:lnTo>
                    <a:pt x="29046" y="6502"/>
                  </a:lnTo>
                  <a:lnTo>
                    <a:pt x="2254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 descr=""/>
            <p:cNvSpPr/>
            <p:nvPr/>
          </p:nvSpPr>
          <p:spPr>
            <a:xfrm>
              <a:off x="16184600" y="2254223"/>
              <a:ext cx="16510" cy="74295"/>
            </a:xfrm>
            <a:custGeom>
              <a:avLst/>
              <a:gdLst/>
              <a:ahLst/>
              <a:cxnLst/>
              <a:rect l="l" t="t" r="r" b="b"/>
              <a:pathLst>
                <a:path w="16509" h="74294">
                  <a:moveTo>
                    <a:pt x="12606" y="0"/>
                  </a:moveTo>
                  <a:lnTo>
                    <a:pt x="3591" y="0"/>
                  </a:lnTo>
                  <a:lnTo>
                    <a:pt x="0" y="3591"/>
                  </a:lnTo>
                  <a:lnTo>
                    <a:pt x="0" y="70479"/>
                  </a:lnTo>
                  <a:lnTo>
                    <a:pt x="3591" y="74071"/>
                  </a:lnTo>
                  <a:lnTo>
                    <a:pt x="8177" y="74071"/>
                  </a:lnTo>
                  <a:lnTo>
                    <a:pt x="12606" y="74071"/>
                  </a:lnTo>
                  <a:lnTo>
                    <a:pt x="16198" y="70479"/>
                  </a:lnTo>
                  <a:lnTo>
                    <a:pt x="16198" y="3591"/>
                  </a:lnTo>
                  <a:lnTo>
                    <a:pt x="12606" y="0"/>
                  </a:lnTo>
                  <a:close/>
                </a:path>
              </a:pathLst>
            </a:custGeom>
            <a:solidFill>
              <a:srgbClr val="D5C488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97" name="object 597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5922595" y="2434161"/>
            <a:ext cx="63621" cy="190580"/>
          </a:xfrm>
          <a:prstGeom prst="rect">
            <a:avLst/>
          </a:prstGeom>
        </p:spPr>
      </p:pic>
      <p:pic>
        <p:nvPicPr>
          <p:cNvPr id="598" name="object 598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6053401" y="2430934"/>
            <a:ext cx="128718" cy="197030"/>
          </a:xfrm>
          <a:prstGeom prst="rect">
            <a:avLst/>
          </a:prstGeom>
        </p:spPr>
      </p:pic>
      <p:grpSp>
        <p:nvGrpSpPr>
          <p:cNvPr id="599" name="object 599" descr=""/>
          <p:cNvGrpSpPr/>
          <p:nvPr/>
        </p:nvGrpSpPr>
        <p:grpSpPr>
          <a:xfrm>
            <a:off x="12080426" y="2310323"/>
            <a:ext cx="1143000" cy="1023619"/>
            <a:chOff x="12080426" y="2310323"/>
            <a:chExt cx="1143000" cy="1023619"/>
          </a:xfrm>
        </p:grpSpPr>
        <p:sp>
          <p:nvSpPr>
            <p:cNvPr id="600" name="object 600" descr=""/>
            <p:cNvSpPr/>
            <p:nvPr/>
          </p:nvSpPr>
          <p:spPr>
            <a:xfrm>
              <a:off x="12081637" y="2310323"/>
              <a:ext cx="1141730" cy="1011555"/>
            </a:xfrm>
            <a:custGeom>
              <a:avLst/>
              <a:gdLst/>
              <a:ahLst/>
              <a:cxnLst/>
              <a:rect l="l" t="t" r="r" b="b"/>
              <a:pathLst>
                <a:path w="1141730" h="1011554">
                  <a:moveTo>
                    <a:pt x="694973" y="0"/>
                  </a:moveTo>
                  <a:lnTo>
                    <a:pt x="38323" y="17098"/>
                  </a:lnTo>
                  <a:lnTo>
                    <a:pt x="866" y="48156"/>
                  </a:lnTo>
                  <a:lnTo>
                    <a:pt x="0" y="61097"/>
                  </a:lnTo>
                  <a:lnTo>
                    <a:pt x="427421" y="998189"/>
                  </a:lnTo>
                  <a:lnTo>
                    <a:pt x="431085" y="1003764"/>
                  </a:lnTo>
                  <a:lnTo>
                    <a:pt x="436159" y="1007977"/>
                  </a:lnTo>
                  <a:lnTo>
                    <a:pt x="442269" y="1010599"/>
                  </a:lnTo>
                  <a:lnTo>
                    <a:pt x="449043" y="1011403"/>
                  </a:lnTo>
                  <a:lnTo>
                    <a:pt x="1100657" y="994430"/>
                  </a:lnTo>
                  <a:lnTo>
                    <a:pt x="1124476" y="989171"/>
                  </a:lnTo>
                  <a:lnTo>
                    <a:pt x="1137274" y="975340"/>
                  </a:lnTo>
                  <a:lnTo>
                    <a:pt x="1141315" y="958562"/>
                  </a:lnTo>
                  <a:lnTo>
                    <a:pt x="1138865" y="944463"/>
                  </a:lnTo>
                  <a:lnTo>
                    <a:pt x="716637" y="13298"/>
                  </a:lnTo>
                  <a:lnTo>
                    <a:pt x="694973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 descr=""/>
            <p:cNvSpPr/>
            <p:nvPr/>
          </p:nvSpPr>
          <p:spPr>
            <a:xfrm>
              <a:off x="12080426" y="2340853"/>
              <a:ext cx="1125220" cy="993140"/>
            </a:xfrm>
            <a:custGeom>
              <a:avLst/>
              <a:gdLst/>
              <a:ahLst/>
              <a:cxnLst/>
              <a:rect l="l" t="t" r="r" b="b"/>
              <a:pathLst>
                <a:path w="1125219" h="993139">
                  <a:moveTo>
                    <a:pt x="679034" y="0"/>
                  </a:moveTo>
                  <a:lnTo>
                    <a:pt x="22384" y="17098"/>
                  </a:lnTo>
                  <a:lnTo>
                    <a:pt x="11327" y="20142"/>
                  </a:lnTo>
                  <a:lnTo>
                    <a:pt x="3500" y="27509"/>
                  </a:lnTo>
                  <a:lnTo>
                    <a:pt x="0" y="37519"/>
                  </a:lnTo>
                  <a:lnTo>
                    <a:pt x="1924" y="48490"/>
                  </a:lnTo>
                  <a:lnTo>
                    <a:pt x="429188" y="979530"/>
                  </a:lnTo>
                  <a:lnTo>
                    <a:pt x="450811" y="992744"/>
                  </a:lnTo>
                  <a:lnTo>
                    <a:pt x="1102424" y="975771"/>
                  </a:lnTo>
                  <a:lnTo>
                    <a:pt x="1113457" y="972739"/>
                  </a:lnTo>
                  <a:lnTo>
                    <a:pt x="1121279" y="965398"/>
                  </a:lnTo>
                  <a:lnTo>
                    <a:pt x="1124799" y="955417"/>
                  </a:lnTo>
                  <a:lnTo>
                    <a:pt x="1122926" y="944463"/>
                  </a:lnTo>
                  <a:lnTo>
                    <a:pt x="700698" y="13298"/>
                  </a:lnTo>
                  <a:lnTo>
                    <a:pt x="679034" y="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 descr=""/>
            <p:cNvSpPr/>
            <p:nvPr/>
          </p:nvSpPr>
          <p:spPr>
            <a:xfrm>
              <a:off x="12422636" y="2436708"/>
              <a:ext cx="38100" cy="34925"/>
            </a:xfrm>
            <a:custGeom>
              <a:avLst/>
              <a:gdLst/>
              <a:ahLst/>
              <a:cxnLst/>
              <a:rect l="l" t="t" r="r" b="b"/>
              <a:pathLst>
                <a:path w="38100" h="34925">
                  <a:moveTo>
                    <a:pt x="19025" y="0"/>
                  </a:moveTo>
                  <a:lnTo>
                    <a:pt x="11617" y="1358"/>
                  </a:lnTo>
                  <a:lnTo>
                    <a:pt x="5570" y="5062"/>
                  </a:lnTo>
                  <a:lnTo>
                    <a:pt x="1494" y="10557"/>
                  </a:lnTo>
                  <a:lnTo>
                    <a:pt x="0" y="17287"/>
                  </a:lnTo>
                  <a:lnTo>
                    <a:pt x="1494" y="24017"/>
                  </a:lnTo>
                  <a:lnTo>
                    <a:pt x="5570" y="29512"/>
                  </a:lnTo>
                  <a:lnTo>
                    <a:pt x="11617" y="33216"/>
                  </a:lnTo>
                  <a:lnTo>
                    <a:pt x="19025" y="34574"/>
                  </a:lnTo>
                  <a:lnTo>
                    <a:pt x="26427" y="33216"/>
                  </a:lnTo>
                  <a:lnTo>
                    <a:pt x="32471" y="29512"/>
                  </a:lnTo>
                  <a:lnTo>
                    <a:pt x="36546" y="24017"/>
                  </a:lnTo>
                  <a:lnTo>
                    <a:pt x="38040" y="17287"/>
                  </a:lnTo>
                  <a:lnTo>
                    <a:pt x="36546" y="10557"/>
                  </a:lnTo>
                  <a:lnTo>
                    <a:pt x="32471" y="5062"/>
                  </a:lnTo>
                  <a:lnTo>
                    <a:pt x="26427" y="1358"/>
                  </a:lnTo>
                  <a:lnTo>
                    <a:pt x="19025" y="0"/>
                  </a:lnTo>
                  <a:close/>
                </a:path>
              </a:pathLst>
            </a:custGeom>
            <a:solidFill>
              <a:srgbClr val="AED9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3" name="object 603" descr=""/>
          <p:cNvSpPr txBox="1"/>
          <p:nvPr/>
        </p:nvSpPr>
        <p:spPr>
          <a:xfrm>
            <a:off x="624158" y="728687"/>
            <a:ext cx="160337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Oﬃce</a:t>
            </a:r>
            <a:r>
              <a:rPr dirty="0" sz="1700" spc="5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furniture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3282" y="5280697"/>
            <a:ext cx="1862257" cy="113013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6556627" y="2166750"/>
            <a:ext cx="1531620" cy="3177540"/>
            <a:chOff x="6556627" y="2166750"/>
            <a:chExt cx="1531620" cy="3177540"/>
          </a:xfrm>
        </p:grpSpPr>
        <p:sp>
          <p:nvSpPr>
            <p:cNvPr id="4" name="object 4" descr=""/>
            <p:cNvSpPr/>
            <p:nvPr/>
          </p:nvSpPr>
          <p:spPr>
            <a:xfrm>
              <a:off x="8072518" y="2166750"/>
              <a:ext cx="15240" cy="3065145"/>
            </a:xfrm>
            <a:custGeom>
              <a:avLst/>
              <a:gdLst/>
              <a:ahLst/>
              <a:cxnLst/>
              <a:rect l="l" t="t" r="r" b="b"/>
              <a:pathLst>
                <a:path w="15240" h="3065145">
                  <a:moveTo>
                    <a:pt x="0" y="3064943"/>
                  </a:moveTo>
                  <a:lnTo>
                    <a:pt x="15224" y="3064943"/>
                  </a:lnTo>
                  <a:lnTo>
                    <a:pt x="15224" y="0"/>
                  </a:lnTo>
                  <a:lnTo>
                    <a:pt x="0" y="0"/>
                  </a:lnTo>
                  <a:lnTo>
                    <a:pt x="0" y="306494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556627" y="2166750"/>
              <a:ext cx="1516380" cy="3177540"/>
            </a:xfrm>
            <a:custGeom>
              <a:avLst/>
              <a:gdLst/>
              <a:ahLst/>
              <a:cxnLst/>
              <a:rect l="l" t="t" r="r" b="b"/>
              <a:pathLst>
                <a:path w="1516379" h="3177540">
                  <a:moveTo>
                    <a:pt x="1515891" y="0"/>
                  </a:moveTo>
                  <a:lnTo>
                    <a:pt x="0" y="0"/>
                  </a:lnTo>
                  <a:lnTo>
                    <a:pt x="0" y="3177369"/>
                  </a:lnTo>
                  <a:lnTo>
                    <a:pt x="1515891" y="3177369"/>
                  </a:lnTo>
                  <a:lnTo>
                    <a:pt x="1515891" y="0"/>
                  </a:lnTo>
                  <a:close/>
                </a:path>
              </a:pathLst>
            </a:custGeom>
            <a:solidFill>
              <a:srgbClr val="E2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78414" y="2265836"/>
              <a:ext cx="1272540" cy="3078480"/>
            </a:xfrm>
            <a:custGeom>
              <a:avLst/>
              <a:gdLst/>
              <a:ahLst/>
              <a:cxnLst/>
              <a:rect l="l" t="t" r="r" b="b"/>
              <a:pathLst>
                <a:path w="1272540" h="3078479">
                  <a:moveTo>
                    <a:pt x="1272306" y="0"/>
                  </a:moveTo>
                  <a:lnTo>
                    <a:pt x="0" y="0"/>
                  </a:lnTo>
                  <a:lnTo>
                    <a:pt x="0" y="3078293"/>
                  </a:lnTo>
                  <a:lnTo>
                    <a:pt x="1272306" y="3078293"/>
                  </a:lnTo>
                  <a:lnTo>
                    <a:pt x="12723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678409" y="2265812"/>
              <a:ext cx="1272540" cy="3078480"/>
            </a:xfrm>
            <a:custGeom>
              <a:avLst/>
              <a:gdLst/>
              <a:ahLst/>
              <a:cxnLst/>
              <a:rect l="l" t="t" r="r" b="b"/>
              <a:pathLst>
                <a:path w="1272540" h="3078479">
                  <a:moveTo>
                    <a:pt x="1272298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0" y="3078480"/>
                  </a:lnTo>
                  <a:lnTo>
                    <a:pt x="30441" y="3078480"/>
                  </a:lnTo>
                  <a:lnTo>
                    <a:pt x="30441" y="30480"/>
                  </a:lnTo>
                  <a:lnTo>
                    <a:pt x="1272298" y="30480"/>
                  </a:lnTo>
                  <a:lnTo>
                    <a:pt x="127229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794661" y="3743604"/>
              <a:ext cx="218440" cy="50800"/>
            </a:xfrm>
            <a:custGeom>
              <a:avLst/>
              <a:gdLst/>
              <a:ahLst/>
              <a:cxnLst/>
              <a:rect l="l" t="t" r="r" b="b"/>
              <a:pathLst>
                <a:path w="218440" h="50800">
                  <a:moveTo>
                    <a:pt x="25894" y="0"/>
                  </a:moveTo>
                  <a:lnTo>
                    <a:pt x="15893" y="1645"/>
                  </a:lnTo>
                  <a:lnTo>
                    <a:pt x="7654" y="6897"/>
                  </a:lnTo>
                  <a:lnTo>
                    <a:pt x="2061" y="14910"/>
                  </a:lnTo>
                  <a:lnTo>
                    <a:pt x="0" y="24836"/>
                  </a:lnTo>
                  <a:lnTo>
                    <a:pt x="2061" y="35287"/>
                  </a:lnTo>
                  <a:lnTo>
                    <a:pt x="7654" y="43298"/>
                  </a:lnTo>
                  <a:lnTo>
                    <a:pt x="15893" y="48547"/>
                  </a:lnTo>
                  <a:lnTo>
                    <a:pt x="25894" y="50186"/>
                  </a:lnTo>
                  <a:lnTo>
                    <a:pt x="200988" y="42825"/>
                  </a:lnTo>
                  <a:lnTo>
                    <a:pt x="210401" y="42428"/>
                  </a:lnTo>
                  <a:lnTo>
                    <a:pt x="217825" y="34690"/>
                  </a:lnTo>
                  <a:lnTo>
                    <a:pt x="217825" y="15507"/>
                  </a:lnTo>
                  <a:lnTo>
                    <a:pt x="210401" y="7758"/>
                  </a:lnTo>
                  <a:lnTo>
                    <a:pt x="25894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775662" y="3730939"/>
              <a:ext cx="218440" cy="50800"/>
            </a:xfrm>
            <a:custGeom>
              <a:avLst/>
              <a:gdLst/>
              <a:ahLst/>
              <a:cxnLst/>
              <a:rect l="l" t="t" r="r" b="b"/>
              <a:pathLst>
                <a:path w="218440" h="50800">
                  <a:moveTo>
                    <a:pt x="25894" y="0"/>
                  </a:moveTo>
                  <a:lnTo>
                    <a:pt x="15893" y="1641"/>
                  </a:lnTo>
                  <a:lnTo>
                    <a:pt x="7654" y="6893"/>
                  </a:lnTo>
                  <a:lnTo>
                    <a:pt x="2061" y="14908"/>
                  </a:lnTo>
                  <a:lnTo>
                    <a:pt x="0" y="24836"/>
                  </a:lnTo>
                  <a:lnTo>
                    <a:pt x="2061" y="35287"/>
                  </a:lnTo>
                  <a:lnTo>
                    <a:pt x="7654" y="43298"/>
                  </a:lnTo>
                  <a:lnTo>
                    <a:pt x="15893" y="48547"/>
                  </a:lnTo>
                  <a:lnTo>
                    <a:pt x="25894" y="50186"/>
                  </a:lnTo>
                  <a:lnTo>
                    <a:pt x="200988" y="42825"/>
                  </a:lnTo>
                  <a:lnTo>
                    <a:pt x="210401" y="42428"/>
                  </a:lnTo>
                  <a:lnTo>
                    <a:pt x="217825" y="34690"/>
                  </a:lnTo>
                  <a:lnTo>
                    <a:pt x="217825" y="15507"/>
                  </a:lnTo>
                  <a:lnTo>
                    <a:pt x="210401" y="7758"/>
                  </a:lnTo>
                  <a:lnTo>
                    <a:pt x="25894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780161" y="3734081"/>
              <a:ext cx="209550" cy="43815"/>
            </a:xfrm>
            <a:custGeom>
              <a:avLst/>
              <a:gdLst/>
              <a:ahLst/>
              <a:cxnLst/>
              <a:rect l="l" t="t" r="r" b="b"/>
              <a:pathLst>
                <a:path w="209550" h="43814">
                  <a:moveTo>
                    <a:pt x="25140" y="0"/>
                  </a:moveTo>
                  <a:lnTo>
                    <a:pt x="15429" y="1542"/>
                  </a:lnTo>
                  <a:lnTo>
                    <a:pt x="7430" y="6472"/>
                  </a:lnTo>
                  <a:lnTo>
                    <a:pt x="2000" y="13995"/>
                  </a:lnTo>
                  <a:lnTo>
                    <a:pt x="0" y="23810"/>
                  </a:lnTo>
                  <a:lnTo>
                    <a:pt x="0" y="31936"/>
                  </a:lnTo>
                  <a:lnTo>
                    <a:pt x="4314" y="39024"/>
                  </a:lnTo>
                  <a:lnTo>
                    <a:pt x="10774" y="43202"/>
                  </a:lnTo>
                  <a:lnTo>
                    <a:pt x="8219" y="39506"/>
                  </a:lnTo>
                  <a:lnTo>
                    <a:pt x="6690" y="35077"/>
                  </a:lnTo>
                  <a:lnTo>
                    <a:pt x="6690" y="30281"/>
                  </a:lnTo>
                  <a:lnTo>
                    <a:pt x="8690" y="20466"/>
                  </a:lnTo>
                  <a:lnTo>
                    <a:pt x="14116" y="12943"/>
                  </a:lnTo>
                  <a:lnTo>
                    <a:pt x="22112" y="8013"/>
                  </a:lnTo>
                  <a:lnTo>
                    <a:pt x="31821" y="6471"/>
                  </a:lnTo>
                  <a:lnTo>
                    <a:pt x="204475" y="13496"/>
                  </a:lnTo>
                  <a:lnTo>
                    <a:pt x="206988" y="14282"/>
                  </a:lnTo>
                  <a:lnTo>
                    <a:pt x="209229" y="15475"/>
                  </a:lnTo>
                  <a:lnTo>
                    <a:pt x="206443" y="10586"/>
                  </a:lnTo>
                  <a:lnTo>
                    <a:pt x="201229" y="7162"/>
                  </a:lnTo>
                  <a:lnTo>
                    <a:pt x="2514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/>
          <p:nvPr/>
        </p:nvSpPr>
        <p:spPr>
          <a:xfrm>
            <a:off x="16581935" y="8551674"/>
            <a:ext cx="788035" cy="671195"/>
          </a:xfrm>
          <a:custGeom>
            <a:avLst/>
            <a:gdLst/>
            <a:ahLst/>
            <a:cxnLst/>
            <a:rect l="l" t="t" r="r" b="b"/>
            <a:pathLst>
              <a:path w="788034" h="671195">
                <a:moveTo>
                  <a:pt x="584704" y="0"/>
                </a:moveTo>
                <a:lnTo>
                  <a:pt x="203323" y="0"/>
                </a:lnTo>
                <a:lnTo>
                  <a:pt x="156704" y="5370"/>
                </a:lnTo>
                <a:lnTo>
                  <a:pt x="113908" y="20666"/>
                </a:lnTo>
                <a:lnTo>
                  <a:pt x="76156" y="44668"/>
                </a:lnTo>
                <a:lnTo>
                  <a:pt x="44668" y="76156"/>
                </a:lnTo>
                <a:lnTo>
                  <a:pt x="20666" y="113908"/>
                </a:lnTo>
                <a:lnTo>
                  <a:pt x="5370" y="156704"/>
                </a:lnTo>
                <a:lnTo>
                  <a:pt x="0" y="203323"/>
                </a:lnTo>
                <a:lnTo>
                  <a:pt x="0" y="467692"/>
                </a:lnTo>
                <a:lnTo>
                  <a:pt x="5370" y="514311"/>
                </a:lnTo>
                <a:lnTo>
                  <a:pt x="20666" y="557107"/>
                </a:lnTo>
                <a:lnTo>
                  <a:pt x="44668" y="594859"/>
                </a:lnTo>
                <a:lnTo>
                  <a:pt x="76156" y="626347"/>
                </a:lnTo>
                <a:lnTo>
                  <a:pt x="113908" y="650349"/>
                </a:lnTo>
                <a:lnTo>
                  <a:pt x="156704" y="665646"/>
                </a:lnTo>
                <a:lnTo>
                  <a:pt x="203323" y="671016"/>
                </a:lnTo>
                <a:lnTo>
                  <a:pt x="584704" y="671016"/>
                </a:lnTo>
                <a:lnTo>
                  <a:pt x="631324" y="665646"/>
                </a:lnTo>
                <a:lnTo>
                  <a:pt x="674120" y="650349"/>
                </a:lnTo>
                <a:lnTo>
                  <a:pt x="711872" y="626347"/>
                </a:lnTo>
                <a:lnTo>
                  <a:pt x="743359" y="594859"/>
                </a:lnTo>
                <a:lnTo>
                  <a:pt x="767361" y="557107"/>
                </a:lnTo>
                <a:lnTo>
                  <a:pt x="782658" y="514311"/>
                </a:lnTo>
                <a:lnTo>
                  <a:pt x="788028" y="467692"/>
                </a:lnTo>
                <a:lnTo>
                  <a:pt x="788028" y="203323"/>
                </a:lnTo>
                <a:lnTo>
                  <a:pt x="782658" y="156704"/>
                </a:lnTo>
                <a:lnTo>
                  <a:pt x="767361" y="113908"/>
                </a:lnTo>
                <a:lnTo>
                  <a:pt x="743359" y="76156"/>
                </a:lnTo>
                <a:lnTo>
                  <a:pt x="711872" y="44668"/>
                </a:lnTo>
                <a:lnTo>
                  <a:pt x="674120" y="20666"/>
                </a:lnTo>
                <a:lnTo>
                  <a:pt x="631324" y="5370"/>
                </a:lnTo>
                <a:lnTo>
                  <a:pt x="58470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16213145" y="9447034"/>
            <a:ext cx="993140" cy="234315"/>
            <a:chOff x="16213145" y="9447034"/>
            <a:chExt cx="993140" cy="234315"/>
          </a:xfrm>
        </p:grpSpPr>
        <p:sp>
          <p:nvSpPr>
            <p:cNvPr id="13" name="object 13" descr=""/>
            <p:cNvSpPr/>
            <p:nvPr/>
          </p:nvSpPr>
          <p:spPr>
            <a:xfrm>
              <a:off x="16213145" y="9447034"/>
              <a:ext cx="993140" cy="104775"/>
            </a:xfrm>
            <a:custGeom>
              <a:avLst/>
              <a:gdLst/>
              <a:ahLst/>
              <a:cxnLst/>
              <a:rect l="l" t="t" r="r" b="b"/>
              <a:pathLst>
                <a:path w="993140" h="104775">
                  <a:moveTo>
                    <a:pt x="935950" y="0"/>
                  </a:moveTo>
                  <a:lnTo>
                    <a:pt x="57034" y="0"/>
                  </a:lnTo>
                  <a:lnTo>
                    <a:pt x="34813" y="4475"/>
                  </a:lnTo>
                  <a:lnTo>
                    <a:pt x="16686" y="16687"/>
                  </a:lnTo>
                  <a:lnTo>
                    <a:pt x="4475" y="34817"/>
                  </a:lnTo>
                  <a:lnTo>
                    <a:pt x="0" y="57045"/>
                  </a:lnTo>
                  <a:lnTo>
                    <a:pt x="0" y="96960"/>
                  </a:lnTo>
                  <a:lnTo>
                    <a:pt x="7549" y="104509"/>
                  </a:lnTo>
                  <a:lnTo>
                    <a:pt x="992995" y="104509"/>
                  </a:lnTo>
                  <a:lnTo>
                    <a:pt x="992995" y="57045"/>
                  </a:lnTo>
                  <a:lnTo>
                    <a:pt x="988520" y="34817"/>
                  </a:lnTo>
                  <a:lnTo>
                    <a:pt x="976307" y="16687"/>
                  </a:lnTo>
                  <a:lnTo>
                    <a:pt x="958177" y="4475"/>
                  </a:lnTo>
                  <a:lnTo>
                    <a:pt x="935950" y="0"/>
                  </a:lnTo>
                  <a:close/>
                </a:path>
              </a:pathLst>
            </a:custGeom>
            <a:solidFill>
              <a:srgbClr val="7E50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213145" y="9551541"/>
              <a:ext cx="993140" cy="130175"/>
            </a:xfrm>
            <a:custGeom>
              <a:avLst/>
              <a:gdLst/>
              <a:ahLst/>
              <a:cxnLst/>
              <a:rect l="l" t="t" r="r" b="b"/>
              <a:pathLst>
                <a:path w="993140" h="130175">
                  <a:moveTo>
                    <a:pt x="985446" y="0"/>
                  </a:moveTo>
                  <a:lnTo>
                    <a:pt x="7413" y="0"/>
                  </a:lnTo>
                  <a:lnTo>
                    <a:pt x="0" y="7549"/>
                  </a:lnTo>
                  <a:lnTo>
                    <a:pt x="0" y="16858"/>
                  </a:lnTo>
                  <a:lnTo>
                    <a:pt x="0" y="24679"/>
                  </a:lnTo>
                  <a:lnTo>
                    <a:pt x="8238" y="65535"/>
                  </a:lnTo>
                  <a:lnTo>
                    <a:pt x="30712" y="98879"/>
                  </a:lnTo>
                  <a:lnTo>
                    <a:pt x="64056" y="121350"/>
                  </a:lnTo>
                  <a:lnTo>
                    <a:pt x="104907" y="129587"/>
                  </a:lnTo>
                  <a:lnTo>
                    <a:pt x="887952" y="129587"/>
                  </a:lnTo>
                  <a:lnTo>
                    <a:pt x="928824" y="121350"/>
                  </a:lnTo>
                  <a:lnTo>
                    <a:pt x="962215" y="98879"/>
                  </a:lnTo>
                  <a:lnTo>
                    <a:pt x="984735" y="65535"/>
                  </a:lnTo>
                  <a:lnTo>
                    <a:pt x="992995" y="24679"/>
                  </a:lnTo>
                  <a:lnTo>
                    <a:pt x="992995" y="7549"/>
                  </a:lnTo>
                  <a:lnTo>
                    <a:pt x="985446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14624685" y="8073817"/>
            <a:ext cx="3025775" cy="2396490"/>
            <a:chOff x="14624685" y="8073817"/>
            <a:chExt cx="3025775" cy="2396490"/>
          </a:xfrm>
        </p:grpSpPr>
        <p:sp>
          <p:nvSpPr>
            <p:cNvPr id="16" name="object 16" descr=""/>
            <p:cNvSpPr/>
            <p:nvPr/>
          </p:nvSpPr>
          <p:spPr>
            <a:xfrm>
              <a:off x="16679146" y="9743054"/>
              <a:ext cx="116839" cy="132080"/>
            </a:xfrm>
            <a:custGeom>
              <a:avLst/>
              <a:gdLst/>
              <a:ahLst/>
              <a:cxnLst/>
              <a:rect l="l" t="t" r="r" b="b"/>
              <a:pathLst>
                <a:path w="116840" h="132079">
                  <a:moveTo>
                    <a:pt x="0" y="131451"/>
                  </a:moveTo>
                  <a:lnTo>
                    <a:pt x="116321" y="131451"/>
                  </a:lnTo>
                  <a:lnTo>
                    <a:pt x="116321" y="0"/>
                  </a:lnTo>
                  <a:lnTo>
                    <a:pt x="0" y="0"/>
                  </a:lnTo>
                  <a:lnTo>
                    <a:pt x="0" y="131451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6679146" y="9681192"/>
              <a:ext cx="116839" cy="62230"/>
            </a:xfrm>
            <a:custGeom>
              <a:avLst/>
              <a:gdLst/>
              <a:ahLst/>
              <a:cxnLst/>
              <a:rect l="l" t="t" r="r" b="b"/>
              <a:pathLst>
                <a:path w="116840" h="62229">
                  <a:moveTo>
                    <a:pt x="116321" y="0"/>
                  </a:moveTo>
                  <a:lnTo>
                    <a:pt x="0" y="0"/>
                  </a:lnTo>
                  <a:lnTo>
                    <a:pt x="0" y="61861"/>
                  </a:lnTo>
                  <a:lnTo>
                    <a:pt x="116321" y="61861"/>
                  </a:lnTo>
                  <a:lnTo>
                    <a:pt x="11632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6273958" y="9874510"/>
              <a:ext cx="922019" cy="455930"/>
            </a:xfrm>
            <a:custGeom>
              <a:avLst/>
              <a:gdLst/>
              <a:ahLst/>
              <a:cxnLst/>
              <a:rect l="l" t="t" r="r" b="b"/>
              <a:pathLst>
                <a:path w="922019" h="455929">
                  <a:moveTo>
                    <a:pt x="921931" y="395808"/>
                  </a:moveTo>
                  <a:lnTo>
                    <a:pt x="915784" y="350177"/>
                  </a:lnTo>
                  <a:lnTo>
                    <a:pt x="898436" y="309156"/>
                  </a:lnTo>
                  <a:lnTo>
                    <a:pt x="871550" y="274370"/>
                  </a:lnTo>
                  <a:lnTo>
                    <a:pt x="836764" y="247484"/>
                  </a:lnTo>
                  <a:lnTo>
                    <a:pt x="795731" y="230136"/>
                  </a:lnTo>
                  <a:lnTo>
                    <a:pt x="750112" y="223989"/>
                  </a:lnTo>
                  <a:lnTo>
                    <a:pt x="532942" y="223989"/>
                  </a:lnTo>
                  <a:lnTo>
                    <a:pt x="532942" y="0"/>
                  </a:lnTo>
                  <a:lnTo>
                    <a:pt x="391414" y="0"/>
                  </a:lnTo>
                  <a:lnTo>
                    <a:pt x="391414" y="223989"/>
                  </a:lnTo>
                  <a:lnTo>
                    <a:pt x="390626" y="223989"/>
                  </a:lnTo>
                  <a:lnTo>
                    <a:pt x="171805" y="223989"/>
                  </a:lnTo>
                  <a:lnTo>
                    <a:pt x="126187" y="230136"/>
                  </a:lnTo>
                  <a:lnTo>
                    <a:pt x="85153" y="247484"/>
                  </a:lnTo>
                  <a:lnTo>
                    <a:pt x="50380" y="274370"/>
                  </a:lnTo>
                  <a:lnTo>
                    <a:pt x="23482" y="309156"/>
                  </a:lnTo>
                  <a:lnTo>
                    <a:pt x="6146" y="350177"/>
                  </a:lnTo>
                  <a:lnTo>
                    <a:pt x="0" y="395808"/>
                  </a:lnTo>
                  <a:lnTo>
                    <a:pt x="0" y="455828"/>
                  </a:lnTo>
                  <a:lnTo>
                    <a:pt x="66230" y="455828"/>
                  </a:lnTo>
                  <a:lnTo>
                    <a:pt x="66230" y="395808"/>
                  </a:lnTo>
                  <a:lnTo>
                    <a:pt x="74549" y="354749"/>
                  </a:lnTo>
                  <a:lnTo>
                    <a:pt x="97193" y="321183"/>
                  </a:lnTo>
                  <a:lnTo>
                    <a:pt x="130746" y="298538"/>
                  </a:lnTo>
                  <a:lnTo>
                    <a:pt x="171805" y="290233"/>
                  </a:lnTo>
                  <a:lnTo>
                    <a:pt x="260870" y="290233"/>
                  </a:lnTo>
                  <a:lnTo>
                    <a:pt x="238290" y="333844"/>
                  </a:lnTo>
                  <a:lnTo>
                    <a:pt x="230098" y="384530"/>
                  </a:lnTo>
                  <a:lnTo>
                    <a:pt x="230098" y="455828"/>
                  </a:lnTo>
                  <a:lnTo>
                    <a:pt x="296329" y="455828"/>
                  </a:lnTo>
                  <a:lnTo>
                    <a:pt x="296329" y="384530"/>
                  </a:lnTo>
                  <a:lnTo>
                    <a:pt x="303758" y="347865"/>
                  </a:lnTo>
                  <a:lnTo>
                    <a:pt x="323977" y="317881"/>
                  </a:lnTo>
                  <a:lnTo>
                    <a:pt x="353961" y="297662"/>
                  </a:lnTo>
                  <a:lnTo>
                    <a:pt x="390626" y="290233"/>
                  </a:lnTo>
                  <a:lnTo>
                    <a:pt x="531291" y="290233"/>
                  </a:lnTo>
                  <a:lnTo>
                    <a:pt x="567969" y="297662"/>
                  </a:lnTo>
                  <a:lnTo>
                    <a:pt x="597941" y="317881"/>
                  </a:lnTo>
                  <a:lnTo>
                    <a:pt x="618172" y="347865"/>
                  </a:lnTo>
                  <a:lnTo>
                    <a:pt x="625589" y="384530"/>
                  </a:lnTo>
                  <a:lnTo>
                    <a:pt x="625589" y="455828"/>
                  </a:lnTo>
                  <a:lnTo>
                    <a:pt x="691832" y="455828"/>
                  </a:lnTo>
                  <a:lnTo>
                    <a:pt x="691832" y="384530"/>
                  </a:lnTo>
                  <a:lnTo>
                    <a:pt x="683628" y="333844"/>
                  </a:lnTo>
                  <a:lnTo>
                    <a:pt x="661047" y="290233"/>
                  </a:lnTo>
                  <a:lnTo>
                    <a:pt x="750112" y="290233"/>
                  </a:lnTo>
                  <a:lnTo>
                    <a:pt x="791159" y="298538"/>
                  </a:lnTo>
                  <a:lnTo>
                    <a:pt x="824725" y="321183"/>
                  </a:lnTo>
                  <a:lnTo>
                    <a:pt x="847382" y="354749"/>
                  </a:lnTo>
                  <a:lnTo>
                    <a:pt x="855687" y="395808"/>
                  </a:lnTo>
                  <a:lnTo>
                    <a:pt x="855687" y="455828"/>
                  </a:lnTo>
                  <a:lnTo>
                    <a:pt x="921931" y="455828"/>
                  </a:lnTo>
                  <a:lnTo>
                    <a:pt x="921931" y="395808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73957" y="10246943"/>
              <a:ext cx="167733" cy="14352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04048" y="10245984"/>
              <a:ext cx="167743" cy="14352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99516" y="10246125"/>
              <a:ext cx="167733" cy="14352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29966" y="10246125"/>
              <a:ext cx="167733" cy="143529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6213143" y="9447043"/>
              <a:ext cx="464820" cy="234315"/>
            </a:xfrm>
            <a:custGeom>
              <a:avLst/>
              <a:gdLst/>
              <a:ahLst/>
              <a:cxnLst/>
              <a:rect l="l" t="t" r="r" b="b"/>
              <a:pathLst>
                <a:path w="464819" h="234315">
                  <a:moveTo>
                    <a:pt x="433526" y="0"/>
                  </a:moveTo>
                  <a:lnTo>
                    <a:pt x="57045" y="0"/>
                  </a:lnTo>
                  <a:lnTo>
                    <a:pt x="34817" y="4475"/>
                  </a:lnTo>
                  <a:lnTo>
                    <a:pt x="16687" y="16686"/>
                  </a:lnTo>
                  <a:lnTo>
                    <a:pt x="4475" y="34813"/>
                  </a:lnTo>
                  <a:lnTo>
                    <a:pt x="0" y="57034"/>
                  </a:lnTo>
                  <a:lnTo>
                    <a:pt x="0" y="96949"/>
                  </a:lnTo>
                  <a:lnTo>
                    <a:pt x="7549" y="104499"/>
                  </a:lnTo>
                  <a:lnTo>
                    <a:pt x="0" y="112048"/>
                  </a:lnTo>
                  <a:lnTo>
                    <a:pt x="0" y="129179"/>
                  </a:lnTo>
                  <a:lnTo>
                    <a:pt x="8238" y="170030"/>
                  </a:lnTo>
                  <a:lnTo>
                    <a:pt x="30712" y="203374"/>
                  </a:lnTo>
                  <a:lnTo>
                    <a:pt x="64056" y="225848"/>
                  </a:lnTo>
                  <a:lnTo>
                    <a:pt x="104907" y="234087"/>
                  </a:lnTo>
                  <a:lnTo>
                    <a:pt x="464676" y="234087"/>
                  </a:lnTo>
                  <a:lnTo>
                    <a:pt x="430361" y="227172"/>
                  </a:lnTo>
                  <a:lnTo>
                    <a:pt x="402329" y="208299"/>
                  </a:lnTo>
                  <a:lnTo>
                    <a:pt x="383424" y="180274"/>
                  </a:lnTo>
                  <a:lnTo>
                    <a:pt x="376491" y="145901"/>
                  </a:lnTo>
                  <a:lnTo>
                    <a:pt x="376491" y="57034"/>
                  </a:lnTo>
                  <a:lnTo>
                    <a:pt x="380964" y="34813"/>
                  </a:lnTo>
                  <a:lnTo>
                    <a:pt x="393173" y="16686"/>
                  </a:lnTo>
                  <a:lnTo>
                    <a:pt x="411300" y="4475"/>
                  </a:lnTo>
                  <a:lnTo>
                    <a:pt x="43352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6726575" y="9010662"/>
              <a:ext cx="407670" cy="558165"/>
            </a:xfrm>
            <a:custGeom>
              <a:avLst/>
              <a:gdLst/>
              <a:ahLst/>
              <a:cxnLst/>
              <a:rect l="l" t="t" r="r" b="b"/>
              <a:pathLst>
                <a:path w="407669" h="558165">
                  <a:moveTo>
                    <a:pt x="364104" y="0"/>
                  </a:moveTo>
                  <a:lnTo>
                    <a:pt x="235584" y="0"/>
                  </a:lnTo>
                  <a:lnTo>
                    <a:pt x="218897" y="3421"/>
                  </a:lnTo>
                  <a:lnTo>
                    <a:pt x="205214" y="12761"/>
                  </a:lnTo>
                  <a:lnTo>
                    <a:pt x="195908" y="26636"/>
                  </a:lnTo>
                  <a:lnTo>
                    <a:pt x="192350" y="43663"/>
                  </a:lnTo>
                  <a:lnTo>
                    <a:pt x="191600" y="106962"/>
                  </a:lnTo>
                  <a:lnTo>
                    <a:pt x="190649" y="167233"/>
                  </a:lnTo>
                  <a:lnTo>
                    <a:pt x="189048" y="224212"/>
                  </a:lnTo>
                  <a:lnTo>
                    <a:pt x="186347" y="277631"/>
                  </a:lnTo>
                  <a:lnTo>
                    <a:pt x="182097" y="327225"/>
                  </a:lnTo>
                  <a:lnTo>
                    <a:pt x="175848" y="372728"/>
                  </a:lnTo>
                  <a:lnTo>
                    <a:pt x="167151" y="413874"/>
                  </a:lnTo>
                  <a:lnTo>
                    <a:pt x="155558" y="450397"/>
                  </a:lnTo>
                  <a:lnTo>
                    <a:pt x="121883" y="508510"/>
                  </a:lnTo>
                  <a:lnTo>
                    <a:pt x="71228" y="544938"/>
                  </a:lnTo>
                  <a:lnTo>
                    <a:pt x="0" y="557553"/>
                  </a:lnTo>
                  <a:lnTo>
                    <a:pt x="281488" y="557553"/>
                  </a:lnTo>
                  <a:lnTo>
                    <a:pt x="331531" y="545081"/>
                  </a:lnTo>
                  <a:lnTo>
                    <a:pt x="365757" y="507769"/>
                  </a:lnTo>
                  <a:lnTo>
                    <a:pt x="387274" y="446082"/>
                  </a:lnTo>
                  <a:lnTo>
                    <a:pt x="394239" y="406242"/>
                  </a:lnTo>
                  <a:lnTo>
                    <a:pt x="399192" y="360482"/>
                  </a:lnTo>
                  <a:lnTo>
                    <a:pt x="402522" y="308860"/>
                  </a:lnTo>
                  <a:lnTo>
                    <a:pt x="404619" y="251434"/>
                  </a:lnTo>
                  <a:lnTo>
                    <a:pt x="405870" y="188261"/>
                  </a:lnTo>
                  <a:lnTo>
                    <a:pt x="407390" y="44909"/>
                  </a:lnTo>
                  <a:lnTo>
                    <a:pt x="404125" y="27493"/>
                  </a:lnTo>
                  <a:lnTo>
                    <a:pt x="394880" y="13211"/>
                  </a:lnTo>
                  <a:lnTo>
                    <a:pt x="381068" y="3550"/>
                  </a:lnTo>
                  <a:lnTo>
                    <a:pt x="364104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6795458" y="9010662"/>
              <a:ext cx="207645" cy="556895"/>
            </a:xfrm>
            <a:custGeom>
              <a:avLst/>
              <a:gdLst/>
              <a:ahLst/>
              <a:cxnLst/>
              <a:rect l="l" t="t" r="r" b="b"/>
              <a:pathLst>
                <a:path w="207644" h="556895">
                  <a:moveTo>
                    <a:pt x="207155" y="0"/>
                  </a:moveTo>
                  <a:lnTo>
                    <a:pt x="166696" y="0"/>
                  </a:lnTo>
                  <a:lnTo>
                    <a:pt x="150015" y="3421"/>
                  </a:lnTo>
                  <a:lnTo>
                    <a:pt x="136336" y="12761"/>
                  </a:lnTo>
                  <a:lnTo>
                    <a:pt x="127031" y="26636"/>
                  </a:lnTo>
                  <a:lnTo>
                    <a:pt x="123472" y="43663"/>
                  </a:lnTo>
                  <a:lnTo>
                    <a:pt x="122469" y="119590"/>
                  </a:lnTo>
                  <a:lnTo>
                    <a:pt x="121096" y="189692"/>
                  </a:lnTo>
                  <a:lnTo>
                    <a:pt x="118882" y="253752"/>
                  </a:lnTo>
                  <a:lnTo>
                    <a:pt x="115358" y="311556"/>
                  </a:lnTo>
                  <a:lnTo>
                    <a:pt x="110055" y="362889"/>
                  </a:lnTo>
                  <a:lnTo>
                    <a:pt x="102503" y="407537"/>
                  </a:lnTo>
                  <a:lnTo>
                    <a:pt x="92232" y="445284"/>
                  </a:lnTo>
                  <a:lnTo>
                    <a:pt x="61657" y="499217"/>
                  </a:lnTo>
                  <a:lnTo>
                    <a:pt x="14575" y="522968"/>
                  </a:lnTo>
                  <a:lnTo>
                    <a:pt x="6261" y="524162"/>
                  </a:lnTo>
                  <a:lnTo>
                    <a:pt x="0" y="531114"/>
                  </a:lnTo>
                  <a:lnTo>
                    <a:pt x="0" y="539522"/>
                  </a:lnTo>
                  <a:lnTo>
                    <a:pt x="1500" y="546808"/>
                  </a:lnTo>
                  <a:lnTo>
                    <a:pt x="5544" y="552349"/>
                  </a:lnTo>
                  <a:lnTo>
                    <a:pt x="11441" y="555848"/>
                  </a:lnTo>
                  <a:lnTo>
                    <a:pt x="18502" y="556674"/>
                  </a:lnTo>
                  <a:lnTo>
                    <a:pt x="51304" y="549840"/>
                  </a:lnTo>
                  <a:lnTo>
                    <a:pt x="101077" y="516895"/>
                  </a:lnTo>
                  <a:lnTo>
                    <a:pt x="133092" y="460222"/>
                  </a:lnTo>
                  <a:lnTo>
                    <a:pt x="151365" y="382191"/>
                  </a:lnTo>
                  <a:lnTo>
                    <a:pt x="156606" y="335907"/>
                  </a:lnTo>
                  <a:lnTo>
                    <a:pt x="159918" y="285173"/>
                  </a:lnTo>
                  <a:lnTo>
                    <a:pt x="161804" y="230286"/>
                  </a:lnTo>
                  <a:lnTo>
                    <a:pt x="162767" y="171540"/>
                  </a:lnTo>
                  <a:lnTo>
                    <a:pt x="163932" y="43663"/>
                  </a:lnTo>
                  <a:lnTo>
                    <a:pt x="167484" y="26636"/>
                  </a:lnTo>
                  <a:lnTo>
                    <a:pt x="176787" y="12761"/>
                  </a:lnTo>
                  <a:lnTo>
                    <a:pt x="190469" y="3421"/>
                  </a:lnTo>
                  <a:lnTo>
                    <a:pt x="207155" y="0"/>
                  </a:lnTo>
                  <a:close/>
                </a:path>
              </a:pathLst>
            </a:custGeom>
            <a:solidFill>
              <a:srgbClr val="8B8B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6505916" y="8538330"/>
              <a:ext cx="864235" cy="684530"/>
            </a:xfrm>
            <a:custGeom>
              <a:avLst/>
              <a:gdLst/>
              <a:ahLst/>
              <a:cxnLst/>
              <a:rect l="l" t="t" r="r" b="b"/>
              <a:pathLst>
                <a:path w="864234" h="684529">
                  <a:moveTo>
                    <a:pt x="648032" y="0"/>
                  </a:moveTo>
                  <a:lnTo>
                    <a:pt x="216003" y="0"/>
                  </a:lnTo>
                  <a:lnTo>
                    <a:pt x="166476" y="5704"/>
                  </a:lnTo>
                  <a:lnTo>
                    <a:pt x="121011" y="21955"/>
                  </a:lnTo>
                  <a:lnTo>
                    <a:pt x="80904" y="47453"/>
                  </a:lnTo>
                  <a:lnTo>
                    <a:pt x="47453" y="80904"/>
                  </a:lnTo>
                  <a:lnTo>
                    <a:pt x="21955" y="121011"/>
                  </a:lnTo>
                  <a:lnTo>
                    <a:pt x="5704" y="166476"/>
                  </a:lnTo>
                  <a:lnTo>
                    <a:pt x="0" y="216003"/>
                  </a:lnTo>
                  <a:lnTo>
                    <a:pt x="0" y="468352"/>
                  </a:lnTo>
                  <a:lnTo>
                    <a:pt x="5704" y="517879"/>
                  </a:lnTo>
                  <a:lnTo>
                    <a:pt x="21955" y="563344"/>
                  </a:lnTo>
                  <a:lnTo>
                    <a:pt x="47453" y="603451"/>
                  </a:lnTo>
                  <a:lnTo>
                    <a:pt x="80904" y="636902"/>
                  </a:lnTo>
                  <a:lnTo>
                    <a:pt x="121011" y="662401"/>
                  </a:lnTo>
                  <a:lnTo>
                    <a:pt x="166476" y="678651"/>
                  </a:lnTo>
                  <a:lnTo>
                    <a:pt x="216003" y="684356"/>
                  </a:lnTo>
                  <a:lnTo>
                    <a:pt x="648032" y="684356"/>
                  </a:lnTo>
                  <a:lnTo>
                    <a:pt x="697563" y="678651"/>
                  </a:lnTo>
                  <a:lnTo>
                    <a:pt x="743031" y="662401"/>
                  </a:lnTo>
                  <a:lnTo>
                    <a:pt x="783140" y="636902"/>
                  </a:lnTo>
                  <a:lnTo>
                    <a:pt x="816592" y="603451"/>
                  </a:lnTo>
                  <a:lnTo>
                    <a:pt x="842091" y="563344"/>
                  </a:lnTo>
                  <a:lnTo>
                    <a:pt x="858342" y="517879"/>
                  </a:lnTo>
                  <a:lnTo>
                    <a:pt x="864046" y="468352"/>
                  </a:lnTo>
                  <a:lnTo>
                    <a:pt x="864046" y="216003"/>
                  </a:lnTo>
                  <a:lnTo>
                    <a:pt x="858342" y="166476"/>
                  </a:lnTo>
                  <a:lnTo>
                    <a:pt x="842091" y="121011"/>
                  </a:lnTo>
                  <a:lnTo>
                    <a:pt x="816592" y="80904"/>
                  </a:lnTo>
                  <a:lnTo>
                    <a:pt x="783140" y="47453"/>
                  </a:lnTo>
                  <a:lnTo>
                    <a:pt x="743031" y="21955"/>
                  </a:lnTo>
                  <a:lnTo>
                    <a:pt x="697563" y="5704"/>
                  </a:lnTo>
                  <a:lnTo>
                    <a:pt x="648032" y="0"/>
                  </a:lnTo>
                  <a:close/>
                </a:path>
              </a:pathLst>
            </a:custGeom>
            <a:solidFill>
              <a:srgbClr val="7E50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6505912" y="8555352"/>
              <a:ext cx="842644" cy="276225"/>
            </a:xfrm>
            <a:custGeom>
              <a:avLst/>
              <a:gdLst/>
              <a:ahLst/>
              <a:cxnLst/>
              <a:rect l="l" t="t" r="r" b="b"/>
              <a:pathLst>
                <a:path w="842644" h="276225">
                  <a:moveTo>
                    <a:pt x="631917" y="0"/>
                  </a:moveTo>
                  <a:lnTo>
                    <a:pt x="210632" y="0"/>
                  </a:lnTo>
                  <a:lnTo>
                    <a:pt x="162335" y="5562"/>
                  </a:lnTo>
                  <a:lnTo>
                    <a:pt x="118000" y="21408"/>
                  </a:lnTo>
                  <a:lnTo>
                    <a:pt x="78891" y="46272"/>
                  </a:lnTo>
                  <a:lnTo>
                    <a:pt x="46272" y="78891"/>
                  </a:lnTo>
                  <a:lnTo>
                    <a:pt x="21408" y="118000"/>
                  </a:lnTo>
                  <a:lnTo>
                    <a:pt x="5562" y="162335"/>
                  </a:lnTo>
                  <a:lnTo>
                    <a:pt x="0" y="210632"/>
                  </a:lnTo>
                  <a:lnTo>
                    <a:pt x="0" y="275865"/>
                  </a:lnTo>
                  <a:lnTo>
                    <a:pt x="5562" y="227568"/>
                  </a:lnTo>
                  <a:lnTo>
                    <a:pt x="21408" y="183232"/>
                  </a:lnTo>
                  <a:lnTo>
                    <a:pt x="46272" y="144120"/>
                  </a:lnTo>
                  <a:lnTo>
                    <a:pt x="78891" y="111500"/>
                  </a:lnTo>
                  <a:lnTo>
                    <a:pt x="118000" y="86633"/>
                  </a:lnTo>
                  <a:lnTo>
                    <a:pt x="162335" y="70786"/>
                  </a:lnTo>
                  <a:lnTo>
                    <a:pt x="210632" y="65223"/>
                  </a:lnTo>
                  <a:lnTo>
                    <a:pt x="631917" y="65223"/>
                  </a:lnTo>
                  <a:lnTo>
                    <a:pt x="680214" y="70786"/>
                  </a:lnTo>
                  <a:lnTo>
                    <a:pt x="724549" y="86633"/>
                  </a:lnTo>
                  <a:lnTo>
                    <a:pt x="763658" y="111500"/>
                  </a:lnTo>
                  <a:lnTo>
                    <a:pt x="796277" y="144120"/>
                  </a:lnTo>
                  <a:lnTo>
                    <a:pt x="821141" y="183232"/>
                  </a:lnTo>
                  <a:lnTo>
                    <a:pt x="836987" y="227568"/>
                  </a:lnTo>
                  <a:lnTo>
                    <a:pt x="842550" y="275865"/>
                  </a:lnTo>
                  <a:lnTo>
                    <a:pt x="842550" y="210632"/>
                  </a:lnTo>
                  <a:lnTo>
                    <a:pt x="836987" y="162335"/>
                  </a:lnTo>
                  <a:lnTo>
                    <a:pt x="821141" y="118000"/>
                  </a:lnTo>
                  <a:lnTo>
                    <a:pt x="796277" y="78891"/>
                  </a:lnTo>
                  <a:lnTo>
                    <a:pt x="763658" y="46272"/>
                  </a:lnTo>
                  <a:lnTo>
                    <a:pt x="724549" y="21408"/>
                  </a:lnTo>
                  <a:lnTo>
                    <a:pt x="680214" y="5562"/>
                  </a:lnTo>
                  <a:lnTo>
                    <a:pt x="631917" y="0"/>
                  </a:lnTo>
                  <a:close/>
                </a:path>
              </a:pathLst>
            </a:custGeom>
            <a:solidFill>
              <a:srgbClr val="8D62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5629408" y="8073817"/>
              <a:ext cx="1101725" cy="736600"/>
            </a:xfrm>
            <a:custGeom>
              <a:avLst/>
              <a:gdLst/>
              <a:ahLst/>
              <a:cxnLst/>
              <a:rect l="l" t="t" r="r" b="b"/>
              <a:pathLst>
                <a:path w="1101725" h="736600">
                  <a:moveTo>
                    <a:pt x="1101317" y="0"/>
                  </a:moveTo>
                  <a:lnTo>
                    <a:pt x="0" y="0"/>
                  </a:lnTo>
                  <a:lnTo>
                    <a:pt x="0" y="736260"/>
                  </a:lnTo>
                  <a:lnTo>
                    <a:pt x="1101317" y="736260"/>
                  </a:lnTo>
                  <a:lnTo>
                    <a:pt x="110131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5647460" y="8078005"/>
              <a:ext cx="1083310" cy="724535"/>
            </a:xfrm>
            <a:custGeom>
              <a:avLst/>
              <a:gdLst/>
              <a:ahLst/>
              <a:cxnLst/>
              <a:rect l="l" t="t" r="r" b="b"/>
              <a:pathLst>
                <a:path w="1083309" h="724534">
                  <a:moveTo>
                    <a:pt x="1083275" y="0"/>
                  </a:moveTo>
                  <a:lnTo>
                    <a:pt x="0" y="0"/>
                  </a:lnTo>
                  <a:lnTo>
                    <a:pt x="0" y="724197"/>
                  </a:lnTo>
                  <a:lnTo>
                    <a:pt x="1083275" y="724197"/>
                  </a:lnTo>
                  <a:lnTo>
                    <a:pt x="10832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5913000" y="8439852"/>
              <a:ext cx="542290" cy="362585"/>
            </a:xfrm>
            <a:custGeom>
              <a:avLst/>
              <a:gdLst/>
              <a:ahLst/>
              <a:cxnLst/>
              <a:rect l="l" t="t" r="r" b="b"/>
              <a:pathLst>
                <a:path w="542290" h="362584">
                  <a:moveTo>
                    <a:pt x="378826" y="0"/>
                  </a:moveTo>
                  <a:lnTo>
                    <a:pt x="163188" y="0"/>
                  </a:lnTo>
                  <a:lnTo>
                    <a:pt x="119808" y="5829"/>
                  </a:lnTo>
                  <a:lnTo>
                    <a:pt x="80825" y="22280"/>
                  </a:lnTo>
                  <a:lnTo>
                    <a:pt x="47798" y="47798"/>
                  </a:lnTo>
                  <a:lnTo>
                    <a:pt x="22280" y="80825"/>
                  </a:lnTo>
                  <a:lnTo>
                    <a:pt x="5829" y="119808"/>
                  </a:lnTo>
                  <a:lnTo>
                    <a:pt x="0" y="163188"/>
                  </a:lnTo>
                  <a:lnTo>
                    <a:pt x="0" y="362355"/>
                  </a:lnTo>
                  <a:lnTo>
                    <a:pt x="542025" y="362355"/>
                  </a:lnTo>
                  <a:lnTo>
                    <a:pt x="542025" y="163188"/>
                  </a:lnTo>
                  <a:lnTo>
                    <a:pt x="536195" y="119808"/>
                  </a:lnTo>
                  <a:lnTo>
                    <a:pt x="519744" y="80825"/>
                  </a:lnTo>
                  <a:lnTo>
                    <a:pt x="494225" y="47798"/>
                  </a:lnTo>
                  <a:lnTo>
                    <a:pt x="461196" y="22280"/>
                  </a:lnTo>
                  <a:lnTo>
                    <a:pt x="422211" y="5829"/>
                  </a:lnTo>
                  <a:lnTo>
                    <a:pt x="378826" y="0"/>
                  </a:lnTo>
                  <a:close/>
                </a:path>
              </a:pathLst>
            </a:custGeom>
            <a:solidFill>
              <a:srgbClr val="8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6001313" y="8555861"/>
              <a:ext cx="304165" cy="251460"/>
            </a:xfrm>
            <a:custGeom>
              <a:avLst/>
              <a:gdLst/>
              <a:ahLst/>
              <a:cxnLst/>
              <a:rect l="l" t="t" r="r" b="b"/>
              <a:pathLst>
                <a:path w="304165" h="251459">
                  <a:moveTo>
                    <a:pt x="303655" y="0"/>
                  </a:moveTo>
                  <a:lnTo>
                    <a:pt x="61746" y="0"/>
                  </a:lnTo>
                  <a:lnTo>
                    <a:pt x="0" y="251248"/>
                  </a:lnTo>
                  <a:lnTo>
                    <a:pt x="303655" y="251248"/>
                  </a:lnTo>
                  <a:lnTo>
                    <a:pt x="30365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5877362" y="8963006"/>
              <a:ext cx="610235" cy="54610"/>
            </a:xfrm>
            <a:custGeom>
              <a:avLst/>
              <a:gdLst/>
              <a:ahLst/>
              <a:cxnLst/>
              <a:rect l="l" t="t" r="r" b="b"/>
              <a:pathLst>
                <a:path w="610234" h="54609">
                  <a:moveTo>
                    <a:pt x="185686" y="0"/>
                  </a:moveTo>
                  <a:lnTo>
                    <a:pt x="0" y="0"/>
                  </a:lnTo>
                  <a:lnTo>
                    <a:pt x="0" y="54317"/>
                  </a:lnTo>
                  <a:lnTo>
                    <a:pt x="185686" y="54317"/>
                  </a:lnTo>
                  <a:lnTo>
                    <a:pt x="185686" y="0"/>
                  </a:lnTo>
                  <a:close/>
                </a:path>
                <a:path w="610234" h="54609">
                  <a:moveTo>
                    <a:pt x="609981" y="0"/>
                  </a:moveTo>
                  <a:lnTo>
                    <a:pt x="427596" y="0"/>
                  </a:lnTo>
                  <a:lnTo>
                    <a:pt x="427596" y="54317"/>
                  </a:lnTo>
                  <a:lnTo>
                    <a:pt x="609981" y="54317"/>
                  </a:lnTo>
                  <a:lnTo>
                    <a:pt x="60998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6063060" y="8555854"/>
              <a:ext cx="241935" cy="462280"/>
            </a:xfrm>
            <a:custGeom>
              <a:avLst/>
              <a:gdLst/>
              <a:ahLst/>
              <a:cxnLst/>
              <a:rect l="l" t="t" r="r" b="b"/>
              <a:pathLst>
                <a:path w="241934" h="462279">
                  <a:moveTo>
                    <a:pt x="241908" y="0"/>
                  </a:moveTo>
                  <a:lnTo>
                    <a:pt x="0" y="0"/>
                  </a:lnTo>
                  <a:lnTo>
                    <a:pt x="0" y="461944"/>
                  </a:lnTo>
                  <a:lnTo>
                    <a:pt x="241908" y="461944"/>
                  </a:lnTo>
                  <a:lnTo>
                    <a:pt x="241908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4624685" y="9017798"/>
              <a:ext cx="3025775" cy="98425"/>
            </a:xfrm>
            <a:custGeom>
              <a:avLst/>
              <a:gdLst/>
              <a:ahLst/>
              <a:cxnLst/>
              <a:rect l="l" t="t" r="r" b="b"/>
              <a:pathLst>
                <a:path w="3025775" h="98425">
                  <a:moveTo>
                    <a:pt x="3025195" y="0"/>
                  </a:moveTo>
                  <a:lnTo>
                    <a:pt x="0" y="0"/>
                  </a:lnTo>
                  <a:lnTo>
                    <a:pt x="0" y="98017"/>
                  </a:lnTo>
                  <a:lnTo>
                    <a:pt x="3025195" y="98017"/>
                  </a:lnTo>
                  <a:lnTo>
                    <a:pt x="3025195" y="0"/>
                  </a:lnTo>
                  <a:close/>
                </a:path>
              </a:pathLst>
            </a:custGeom>
            <a:solidFill>
              <a:srgbClr val="6E74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4758556" y="9940334"/>
              <a:ext cx="2757805" cy="478155"/>
            </a:xfrm>
            <a:custGeom>
              <a:avLst/>
              <a:gdLst/>
              <a:ahLst/>
              <a:cxnLst/>
              <a:rect l="l" t="t" r="r" b="b"/>
              <a:pathLst>
                <a:path w="2757805" h="478154">
                  <a:moveTo>
                    <a:pt x="102730" y="0"/>
                  </a:moveTo>
                  <a:lnTo>
                    <a:pt x="0" y="0"/>
                  </a:lnTo>
                  <a:lnTo>
                    <a:pt x="0" y="477786"/>
                  </a:lnTo>
                  <a:lnTo>
                    <a:pt x="102730" y="477786"/>
                  </a:lnTo>
                  <a:lnTo>
                    <a:pt x="102730" y="0"/>
                  </a:lnTo>
                  <a:close/>
                </a:path>
                <a:path w="2757805" h="478154">
                  <a:moveTo>
                    <a:pt x="2757462" y="0"/>
                  </a:moveTo>
                  <a:lnTo>
                    <a:pt x="2654719" y="0"/>
                  </a:lnTo>
                  <a:lnTo>
                    <a:pt x="2654719" y="477786"/>
                  </a:lnTo>
                  <a:lnTo>
                    <a:pt x="2757462" y="477786"/>
                  </a:lnTo>
                  <a:lnTo>
                    <a:pt x="2757462" y="0"/>
                  </a:lnTo>
                  <a:close/>
                </a:path>
              </a:pathLst>
            </a:custGeom>
            <a:solidFill>
              <a:srgbClr val="B3AD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4825421" y="9940334"/>
              <a:ext cx="2672080" cy="478155"/>
            </a:xfrm>
            <a:custGeom>
              <a:avLst/>
              <a:gdLst/>
              <a:ahLst/>
              <a:cxnLst/>
              <a:rect l="l" t="t" r="r" b="b"/>
              <a:pathLst>
                <a:path w="2672080" h="478154">
                  <a:moveTo>
                    <a:pt x="19024" y="0"/>
                  </a:moveTo>
                  <a:lnTo>
                    <a:pt x="0" y="0"/>
                  </a:lnTo>
                  <a:lnTo>
                    <a:pt x="0" y="477786"/>
                  </a:lnTo>
                  <a:lnTo>
                    <a:pt x="19024" y="477786"/>
                  </a:lnTo>
                  <a:lnTo>
                    <a:pt x="19024" y="0"/>
                  </a:lnTo>
                  <a:close/>
                </a:path>
                <a:path w="2672080" h="478154">
                  <a:moveTo>
                    <a:pt x="2671572" y="0"/>
                  </a:moveTo>
                  <a:lnTo>
                    <a:pt x="2652547" y="0"/>
                  </a:lnTo>
                  <a:lnTo>
                    <a:pt x="2652547" y="477786"/>
                  </a:lnTo>
                  <a:lnTo>
                    <a:pt x="2671572" y="477786"/>
                  </a:lnTo>
                  <a:lnTo>
                    <a:pt x="2671572" y="0"/>
                  </a:lnTo>
                  <a:close/>
                </a:path>
              </a:pathLst>
            </a:custGeom>
            <a:solidFill>
              <a:srgbClr val="DFDBD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40285" y="8652412"/>
              <a:ext cx="176066" cy="365386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14893494" y="8807114"/>
              <a:ext cx="370840" cy="89535"/>
            </a:xfrm>
            <a:custGeom>
              <a:avLst/>
              <a:gdLst/>
              <a:ahLst/>
              <a:cxnLst/>
              <a:rect l="l" t="t" r="r" b="b"/>
              <a:pathLst>
                <a:path w="370840" h="89534">
                  <a:moveTo>
                    <a:pt x="370281" y="0"/>
                  </a:moveTo>
                  <a:lnTo>
                    <a:pt x="0" y="0"/>
                  </a:lnTo>
                  <a:lnTo>
                    <a:pt x="0" y="88950"/>
                  </a:lnTo>
                  <a:lnTo>
                    <a:pt x="370281" y="88950"/>
                  </a:lnTo>
                  <a:lnTo>
                    <a:pt x="370281" y="0"/>
                  </a:lnTo>
                  <a:close/>
                </a:path>
              </a:pathLst>
            </a:custGeom>
            <a:solidFill>
              <a:srgbClr val="585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4932711" y="8798388"/>
              <a:ext cx="59690" cy="106680"/>
            </a:xfrm>
            <a:custGeom>
              <a:avLst/>
              <a:gdLst/>
              <a:ahLst/>
              <a:cxnLst/>
              <a:rect l="l" t="t" r="r" b="b"/>
              <a:pathLst>
                <a:path w="59690" h="106679">
                  <a:moveTo>
                    <a:pt x="17437" y="3911"/>
                  </a:moveTo>
                  <a:lnTo>
                    <a:pt x="13538" y="0"/>
                  </a:lnTo>
                  <a:lnTo>
                    <a:pt x="3898" y="0"/>
                  </a:lnTo>
                  <a:lnTo>
                    <a:pt x="0" y="3911"/>
                  </a:lnTo>
                  <a:lnTo>
                    <a:pt x="0" y="102489"/>
                  </a:lnTo>
                  <a:lnTo>
                    <a:pt x="3898" y="106400"/>
                  </a:lnTo>
                  <a:lnTo>
                    <a:pt x="13538" y="106400"/>
                  </a:lnTo>
                  <a:lnTo>
                    <a:pt x="17437" y="102489"/>
                  </a:lnTo>
                  <a:lnTo>
                    <a:pt x="17437" y="97675"/>
                  </a:lnTo>
                  <a:lnTo>
                    <a:pt x="17437" y="3911"/>
                  </a:lnTo>
                  <a:close/>
                </a:path>
                <a:path w="59690" h="106679">
                  <a:moveTo>
                    <a:pt x="59385" y="3911"/>
                  </a:moveTo>
                  <a:lnTo>
                    <a:pt x="55486" y="0"/>
                  </a:lnTo>
                  <a:lnTo>
                    <a:pt x="45847" y="0"/>
                  </a:lnTo>
                  <a:lnTo>
                    <a:pt x="41935" y="3911"/>
                  </a:lnTo>
                  <a:lnTo>
                    <a:pt x="41935" y="102489"/>
                  </a:lnTo>
                  <a:lnTo>
                    <a:pt x="45847" y="106400"/>
                  </a:lnTo>
                  <a:lnTo>
                    <a:pt x="55486" y="106400"/>
                  </a:lnTo>
                  <a:lnTo>
                    <a:pt x="59385" y="102489"/>
                  </a:lnTo>
                  <a:lnTo>
                    <a:pt x="59385" y="97675"/>
                  </a:lnTo>
                  <a:lnTo>
                    <a:pt x="59385" y="3911"/>
                  </a:lnTo>
                  <a:close/>
                </a:path>
              </a:pathLst>
            </a:custGeom>
            <a:solidFill>
              <a:srgbClr val="7076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4893494" y="8867238"/>
              <a:ext cx="370840" cy="29209"/>
            </a:xfrm>
            <a:custGeom>
              <a:avLst/>
              <a:gdLst/>
              <a:ahLst/>
              <a:cxnLst/>
              <a:rect l="l" t="t" r="r" b="b"/>
              <a:pathLst>
                <a:path w="370840" h="29209">
                  <a:moveTo>
                    <a:pt x="370281" y="0"/>
                  </a:moveTo>
                  <a:lnTo>
                    <a:pt x="0" y="0"/>
                  </a:lnTo>
                  <a:lnTo>
                    <a:pt x="0" y="28826"/>
                  </a:lnTo>
                  <a:lnTo>
                    <a:pt x="370281" y="28826"/>
                  </a:lnTo>
                  <a:lnTo>
                    <a:pt x="37028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106785" y="8907443"/>
              <a:ext cx="248170" cy="90772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14821260" y="8896163"/>
              <a:ext cx="341630" cy="121920"/>
            </a:xfrm>
            <a:custGeom>
              <a:avLst/>
              <a:gdLst/>
              <a:ahLst/>
              <a:cxnLst/>
              <a:rect l="l" t="t" r="r" b="b"/>
              <a:pathLst>
                <a:path w="341630" h="121920">
                  <a:moveTo>
                    <a:pt x="341623" y="0"/>
                  </a:moveTo>
                  <a:lnTo>
                    <a:pt x="60176" y="0"/>
                  </a:lnTo>
                  <a:lnTo>
                    <a:pt x="36752" y="4728"/>
                  </a:lnTo>
                  <a:lnTo>
                    <a:pt x="17625" y="17625"/>
                  </a:lnTo>
                  <a:lnTo>
                    <a:pt x="4728" y="36752"/>
                  </a:lnTo>
                  <a:lnTo>
                    <a:pt x="0" y="60176"/>
                  </a:lnTo>
                  <a:lnTo>
                    <a:pt x="0" y="61390"/>
                  </a:lnTo>
                  <a:lnTo>
                    <a:pt x="4728" y="84814"/>
                  </a:lnTo>
                  <a:lnTo>
                    <a:pt x="17625" y="103941"/>
                  </a:lnTo>
                  <a:lnTo>
                    <a:pt x="36752" y="116838"/>
                  </a:lnTo>
                  <a:lnTo>
                    <a:pt x="60176" y="121566"/>
                  </a:lnTo>
                  <a:lnTo>
                    <a:pt x="341623" y="121566"/>
                  </a:lnTo>
                  <a:lnTo>
                    <a:pt x="341623" y="121357"/>
                  </a:lnTo>
                  <a:lnTo>
                    <a:pt x="319640" y="115580"/>
                  </a:lnTo>
                  <a:lnTo>
                    <a:pt x="301823" y="102533"/>
                  </a:lnTo>
                  <a:lnTo>
                    <a:pt x="289880" y="83906"/>
                  </a:lnTo>
                  <a:lnTo>
                    <a:pt x="285520" y="61390"/>
                  </a:lnTo>
                  <a:lnTo>
                    <a:pt x="285520" y="60176"/>
                  </a:lnTo>
                  <a:lnTo>
                    <a:pt x="289880" y="37664"/>
                  </a:lnTo>
                  <a:lnTo>
                    <a:pt x="301823" y="19037"/>
                  </a:lnTo>
                  <a:lnTo>
                    <a:pt x="319640" y="5987"/>
                  </a:lnTo>
                  <a:lnTo>
                    <a:pt x="341623" y="209"/>
                  </a:lnTo>
                  <a:lnTo>
                    <a:pt x="341623" y="0"/>
                  </a:lnTo>
                  <a:close/>
                </a:path>
              </a:pathLst>
            </a:custGeom>
            <a:solidFill>
              <a:srgbClr val="0A86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5106777" y="8896162"/>
              <a:ext cx="267335" cy="121920"/>
            </a:xfrm>
            <a:custGeom>
              <a:avLst/>
              <a:gdLst/>
              <a:ahLst/>
              <a:cxnLst/>
              <a:rect l="l" t="t" r="r" b="b"/>
              <a:pathLst>
                <a:path w="267334" h="121920">
                  <a:moveTo>
                    <a:pt x="263028" y="0"/>
                  </a:moveTo>
                  <a:lnTo>
                    <a:pt x="60176" y="0"/>
                  </a:lnTo>
                  <a:lnTo>
                    <a:pt x="36752" y="4728"/>
                  </a:lnTo>
                  <a:lnTo>
                    <a:pt x="17625" y="17625"/>
                  </a:lnTo>
                  <a:lnTo>
                    <a:pt x="4728" y="36752"/>
                  </a:lnTo>
                  <a:lnTo>
                    <a:pt x="0" y="60176"/>
                  </a:lnTo>
                  <a:lnTo>
                    <a:pt x="0" y="61390"/>
                  </a:lnTo>
                  <a:lnTo>
                    <a:pt x="4728" y="84814"/>
                  </a:lnTo>
                  <a:lnTo>
                    <a:pt x="17625" y="103941"/>
                  </a:lnTo>
                  <a:lnTo>
                    <a:pt x="36752" y="116838"/>
                  </a:lnTo>
                  <a:lnTo>
                    <a:pt x="60176" y="121566"/>
                  </a:lnTo>
                  <a:lnTo>
                    <a:pt x="262871" y="121566"/>
                  </a:lnTo>
                  <a:lnTo>
                    <a:pt x="267206" y="117232"/>
                  </a:lnTo>
                  <a:lnTo>
                    <a:pt x="267206" y="106342"/>
                  </a:lnTo>
                  <a:lnTo>
                    <a:pt x="262850" y="101996"/>
                  </a:lnTo>
                  <a:lnTo>
                    <a:pt x="60176" y="102719"/>
                  </a:lnTo>
                  <a:lnTo>
                    <a:pt x="44106" y="99465"/>
                  </a:lnTo>
                  <a:lnTo>
                    <a:pt x="30967" y="90599"/>
                  </a:lnTo>
                  <a:lnTo>
                    <a:pt x="22101" y="77460"/>
                  </a:lnTo>
                  <a:lnTo>
                    <a:pt x="18847" y="61390"/>
                  </a:lnTo>
                  <a:lnTo>
                    <a:pt x="18847" y="60176"/>
                  </a:lnTo>
                  <a:lnTo>
                    <a:pt x="22095" y="44088"/>
                  </a:lnTo>
                  <a:lnTo>
                    <a:pt x="30951" y="30951"/>
                  </a:lnTo>
                  <a:lnTo>
                    <a:pt x="44088" y="22095"/>
                  </a:lnTo>
                  <a:lnTo>
                    <a:pt x="60176" y="18847"/>
                  </a:lnTo>
                  <a:lnTo>
                    <a:pt x="263028" y="18847"/>
                  </a:lnTo>
                  <a:lnTo>
                    <a:pt x="267206" y="14669"/>
                  </a:lnTo>
                  <a:lnTo>
                    <a:pt x="267206" y="4177"/>
                  </a:lnTo>
                  <a:lnTo>
                    <a:pt x="263028" y="0"/>
                  </a:lnTo>
                  <a:close/>
                </a:path>
              </a:pathLst>
            </a:custGeom>
            <a:solidFill>
              <a:srgbClr val="139D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4746872" y="10418121"/>
              <a:ext cx="2781300" cy="52705"/>
            </a:xfrm>
            <a:custGeom>
              <a:avLst/>
              <a:gdLst/>
              <a:ahLst/>
              <a:cxnLst/>
              <a:rect l="l" t="t" r="r" b="b"/>
              <a:pathLst>
                <a:path w="2781300" h="52704">
                  <a:moveTo>
                    <a:pt x="126098" y="0"/>
                  </a:moveTo>
                  <a:lnTo>
                    <a:pt x="0" y="0"/>
                  </a:lnTo>
                  <a:lnTo>
                    <a:pt x="0" y="52184"/>
                  </a:lnTo>
                  <a:lnTo>
                    <a:pt x="126098" y="52184"/>
                  </a:lnTo>
                  <a:lnTo>
                    <a:pt x="126098" y="0"/>
                  </a:lnTo>
                  <a:close/>
                </a:path>
                <a:path w="2781300" h="52704">
                  <a:moveTo>
                    <a:pt x="2780817" y="0"/>
                  </a:moveTo>
                  <a:lnTo>
                    <a:pt x="2654731" y="0"/>
                  </a:lnTo>
                  <a:lnTo>
                    <a:pt x="2654731" y="52184"/>
                  </a:lnTo>
                  <a:lnTo>
                    <a:pt x="2780817" y="52184"/>
                  </a:lnTo>
                  <a:lnTo>
                    <a:pt x="278081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5763725" y="8962278"/>
              <a:ext cx="34290" cy="34290"/>
            </a:xfrm>
            <a:custGeom>
              <a:avLst/>
              <a:gdLst/>
              <a:ahLst/>
              <a:cxnLst/>
              <a:rect l="l" t="t" r="r" b="b"/>
              <a:pathLst>
                <a:path w="34290" h="34290">
                  <a:moveTo>
                    <a:pt x="26501" y="0"/>
                  </a:moveTo>
                  <a:lnTo>
                    <a:pt x="7643" y="0"/>
                  </a:lnTo>
                  <a:lnTo>
                    <a:pt x="0" y="7643"/>
                  </a:lnTo>
                  <a:lnTo>
                    <a:pt x="0" y="17067"/>
                  </a:lnTo>
                  <a:lnTo>
                    <a:pt x="0" y="26501"/>
                  </a:lnTo>
                  <a:lnTo>
                    <a:pt x="7643" y="34135"/>
                  </a:lnTo>
                  <a:lnTo>
                    <a:pt x="26501" y="34135"/>
                  </a:lnTo>
                  <a:lnTo>
                    <a:pt x="34145" y="26501"/>
                  </a:lnTo>
                  <a:lnTo>
                    <a:pt x="34145" y="7643"/>
                  </a:lnTo>
                  <a:lnTo>
                    <a:pt x="26501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5632789" y="8955979"/>
              <a:ext cx="177800" cy="62230"/>
            </a:xfrm>
            <a:custGeom>
              <a:avLst/>
              <a:gdLst/>
              <a:ahLst/>
              <a:cxnLst/>
              <a:rect l="l" t="t" r="r" b="b"/>
              <a:pathLst>
                <a:path w="177800" h="62229">
                  <a:moveTo>
                    <a:pt x="96426" y="0"/>
                  </a:moveTo>
                  <a:lnTo>
                    <a:pt x="50427" y="0"/>
                  </a:lnTo>
                  <a:lnTo>
                    <a:pt x="30798" y="3962"/>
                  </a:lnTo>
                  <a:lnTo>
                    <a:pt x="14769" y="14769"/>
                  </a:lnTo>
                  <a:lnTo>
                    <a:pt x="3962" y="30798"/>
                  </a:lnTo>
                  <a:lnTo>
                    <a:pt x="0" y="50427"/>
                  </a:lnTo>
                  <a:lnTo>
                    <a:pt x="0" y="51045"/>
                  </a:lnTo>
                  <a:lnTo>
                    <a:pt x="0" y="56961"/>
                  </a:lnTo>
                  <a:lnTo>
                    <a:pt x="4795" y="61746"/>
                  </a:lnTo>
                  <a:lnTo>
                    <a:pt x="161146" y="61746"/>
                  </a:lnTo>
                  <a:lnTo>
                    <a:pt x="170305" y="58948"/>
                  </a:lnTo>
                  <a:lnTo>
                    <a:pt x="176003" y="52014"/>
                  </a:lnTo>
                  <a:lnTo>
                    <a:pt x="177286" y="43131"/>
                  </a:lnTo>
                  <a:lnTo>
                    <a:pt x="173198" y="34491"/>
                  </a:lnTo>
                  <a:lnTo>
                    <a:pt x="139629" y="9455"/>
                  </a:lnTo>
                  <a:lnTo>
                    <a:pt x="107713" y="617"/>
                  </a:lnTo>
                  <a:lnTo>
                    <a:pt x="96426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5749427" y="8965439"/>
              <a:ext cx="60960" cy="52705"/>
            </a:xfrm>
            <a:custGeom>
              <a:avLst/>
              <a:gdLst/>
              <a:ahLst/>
              <a:cxnLst/>
              <a:rect l="l" t="t" r="r" b="b"/>
              <a:pathLst>
                <a:path w="60959" h="52704">
                  <a:moveTo>
                    <a:pt x="22994" y="0"/>
                  </a:moveTo>
                  <a:lnTo>
                    <a:pt x="14369" y="11405"/>
                  </a:lnTo>
                  <a:lnTo>
                    <a:pt x="7535" y="24060"/>
                  </a:lnTo>
                  <a:lnTo>
                    <a:pt x="2681" y="37758"/>
                  </a:lnTo>
                  <a:lnTo>
                    <a:pt x="0" y="52291"/>
                  </a:lnTo>
                  <a:lnTo>
                    <a:pt x="44501" y="52291"/>
                  </a:lnTo>
                  <a:lnTo>
                    <a:pt x="53661" y="49492"/>
                  </a:lnTo>
                  <a:lnTo>
                    <a:pt x="59362" y="42554"/>
                  </a:lnTo>
                  <a:lnTo>
                    <a:pt x="60645" y="33672"/>
                  </a:lnTo>
                  <a:lnTo>
                    <a:pt x="56553" y="25035"/>
                  </a:lnTo>
                  <a:lnTo>
                    <a:pt x="22994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5107664" y="8900631"/>
              <a:ext cx="555625" cy="117475"/>
            </a:xfrm>
            <a:custGeom>
              <a:avLst/>
              <a:gdLst/>
              <a:ahLst/>
              <a:cxnLst/>
              <a:rect l="l" t="t" r="r" b="b"/>
              <a:pathLst>
                <a:path w="555625" h="117475">
                  <a:moveTo>
                    <a:pt x="555522" y="0"/>
                  </a:moveTo>
                  <a:lnTo>
                    <a:pt x="0" y="0"/>
                  </a:lnTo>
                  <a:lnTo>
                    <a:pt x="6253" y="33740"/>
                  </a:lnTo>
                  <a:lnTo>
                    <a:pt x="8870" y="64622"/>
                  </a:lnTo>
                  <a:lnTo>
                    <a:pt x="7051" y="92466"/>
                  </a:lnTo>
                  <a:lnTo>
                    <a:pt x="0" y="117095"/>
                  </a:lnTo>
                  <a:lnTo>
                    <a:pt x="555522" y="117095"/>
                  </a:lnTo>
                  <a:lnTo>
                    <a:pt x="548467" y="92319"/>
                  </a:lnTo>
                  <a:lnTo>
                    <a:pt x="546000" y="64614"/>
                  </a:lnTo>
                  <a:lnTo>
                    <a:pt x="548294" y="33876"/>
                  </a:lnTo>
                  <a:lnTo>
                    <a:pt x="5555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5059432" y="8889879"/>
              <a:ext cx="621030" cy="115570"/>
            </a:xfrm>
            <a:custGeom>
              <a:avLst/>
              <a:gdLst/>
              <a:ahLst/>
              <a:cxnLst/>
              <a:rect l="l" t="t" r="r" b="b"/>
              <a:pathLst>
                <a:path w="621030" h="115570">
                  <a:moveTo>
                    <a:pt x="566572" y="2425"/>
                  </a:moveTo>
                  <a:lnTo>
                    <a:pt x="564134" y="0"/>
                  </a:lnTo>
                  <a:lnTo>
                    <a:pt x="2438" y="0"/>
                  </a:lnTo>
                  <a:lnTo>
                    <a:pt x="0" y="2425"/>
                  </a:lnTo>
                  <a:lnTo>
                    <a:pt x="0" y="8445"/>
                  </a:lnTo>
                  <a:lnTo>
                    <a:pt x="2438" y="10883"/>
                  </a:lnTo>
                  <a:lnTo>
                    <a:pt x="5448" y="10883"/>
                  </a:lnTo>
                  <a:lnTo>
                    <a:pt x="564134" y="10883"/>
                  </a:lnTo>
                  <a:lnTo>
                    <a:pt x="566572" y="8445"/>
                  </a:lnTo>
                  <a:lnTo>
                    <a:pt x="566572" y="2425"/>
                  </a:lnTo>
                  <a:close/>
                </a:path>
                <a:path w="621030" h="115570">
                  <a:moveTo>
                    <a:pt x="620966" y="106692"/>
                  </a:moveTo>
                  <a:lnTo>
                    <a:pt x="618528" y="104241"/>
                  </a:lnTo>
                  <a:lnTo>
                    <a:pt x="56832" y="104241"/>
                  </a:lnTo>
                  <a:lnTo>
                    <a:pt x="54394" y="106692"/>
                  </a:lnTo>
                  <a:lnTo>
                    <a:pt x="54394" y="112699"/>
                  </a:lnTo>
                  <a:lnTo>
                    <a:pt x="56832" y="115125"/>
                  </a:lnTo>
                  <a:lnTo>
                    <a:pt x="59829" y="115125"/>
                  </a:lnTo>
                  <a:lnTo>
                    <a:pt x="618528" y="115125"/>
                  </a:lnTo>
                  <a:lnTo>
                    <a:pt x="620966" y="112699"/>
                  </a:lnTo>
                  <a:lnTo>
                    <a:pt x="620966" y="106692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5090890" y="8878992"/>
              <a:ext cx="567055" cy="11430"/>
            </a:xfrm>
            <a:custGeom>
              <a:avLst/>
              <a:gdLst/>
              <a:ahLst/>
              <a:cxnLst/>
              <a:rect l="l" t="t" r="r" b="b"/>
              <a:pathLst>
                <a:path w="567055" h="11429">
                  <a:moveTo>
                    <a:pt x="564129" y="0"/>
                  </a:moveTo>
                  <a:lnTo>
                    <a:pt x="2429" y="0"/>
                  </a:lnTo>
                  <a:lnTo>
                    <a:pt x="0" y="2429"/>
                  </a:lnTo>
                  <a:lnTo>
                    <a:pt x="0" y="8450"/>
                  </a:lnTo>
                  <a:lnTo>
                    <a:pt x="2429" y="10879"/>
                  </a:lnTo>
                  <a:lnTo>
                    <a:pt x="5434" y="10879"/>
                  </a:lnTo>
                  <a:lnTo>
                    <a:pt x="564129" y="10879"/>
                  </a:lnTo>
                  <a:lnTo>
                    <a:pt x="566569" y="8450"/>
                  </a:lnTo>
                  <a:lnTo>
                    <a:pt x="566569" y="2429"/>
                  </a:lnTo>
                  <a:lnTo>
                    <a:pt x="564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4758555" y="9115816"/>
              <a:ext cx="2757805" cy="824865"/>
            </a:xfrm>
            <a:custGeom>
              <a:avLst/>
              <a:gdLst/>
              <a:ahLst/>
              <a:cxnLst/>
              <a:rect l="l" t="t" r="r" b="b"/>
              <a:pathLst>
                <a:path w="2757805" h="824865">
                  <a:moveTo>
                    <a:pt x="2757476" y="0"/>
                  </a:moveTo>
                  <a:lnTo>
                    <a:pt x="0" y="0"/>
                  </a:lnTo>
                  <a:lnTo>
                    <a:pt x="0" y="824508"/>
                  </a:lnTo>
                  <a:lnTo>
                    <a:pt x="2757476" y="824508"/>
                  </a:lnTo>
                  <a:lnTo>
                    <a:pt x="2757476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4758556" y="9115825"/>
              <a:ext cx="2757805" cy="854075"/>
            </a:xfrm>
            <a:custGeom>
              <a:avLst/>
              <a:gdLst/>
              <a:ahLst/>
              <a:cxnLst/>
              <a:rect l="l" t="t" r="r" b="b"/>
              <a:pathLst>
                <a:path w="2757805" h="854075">
                  <a:moveTo>
                    <a:pt x="102730" y="824522"/>
                  </a:moveTo>
                  <a:lnTo>
                    <a:pt x="0" y="824522"/>
                  </a:lnTo>
                  <a:lnTo>
                    <a:pt x="0" y="853643"/>
                  </a:lnTo>
                  <a:lnTo>
                    <a:pt x="102730" y="853643"/>
                  </a:lnTo>
                  <a:lnTo>
                    <a:pt x="102730" y="824522"/>
                  </a:lnTo>
                  <a:close/>
                </a:path>
                <a:path w="2757805" h="854075">
                  <a:moveTo>
                    <a:pt x="2757462" y="824522"/>
                  </a:moveTo>
                  <a:lnTo>
                    <a:pt x="2654719" y="824522"/>
                  </a:lnTo>
                  <a:lnTo>
                    <a:pt x="2654719" y="853643"/>
                  </a:lnTo>
                  <a:lnTo>
                    <a:pt x="2757462" y="853643"/>
                  </a:lnTo>
                  <a:lnTo>
                    <a:pt x="2757462" y="824522"/>
                  </a:lnTo>
                  <a:close/>
                </a:path>
                <a:path w="2757805" h="854075">
                  <a:moveTo>
                    <a:pt x="2757474" y="0"/>
                  </a:moveTo>
                  <a:lnTo>
                    <a:pt x="0" y="0"/>
                  </a:lnTo>
                  <a:lnTo>
                    <a:pt x="0" y="72517"/>
                  </a:lnTo>
                  <a:lnTo>
                    <a:pt x="2757474" y="72517"/>
                  </a:lnTo>
                  <a:lnTo>
                    <a:pt x="2757474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 descr=""/>
          <p:cNvGrpSpPr/>
          <p:nvPr/>
        </p:nvGrpSpPr>
        <p:grpSpPr>
          <a:xfrm>
            <a:off x="15242446" y="3819527"/>
            <a:ext cx="903605" cy="2741930"/>
            <a:chOff x="15242446" y="3819527"/>
            <a:chExt cx="903605" cy="2741930"/>
          </a:xfrm>
        </p:grpSpPr>
        <p:sp>
          <p:nvSpPr>
            <p:cNvPr id="54" name="object 54" descr=""/>
            <p:cNvSpPr/>
            <p:nvPr/>
          </p:nvSpPr>
          <p:spPr>
            <a:xfrm>
              <a:off x="15242446" y="3819527"/>
              <a:ext cx="903605" cy="2741930"/>
            </a:xfrm>
            <a:custGeom>
              <a:avLst/>
              <a:gdLst/>
              <a:ahLst/>
              <a:cxnLst/>
              <a:rect l="l" t="t" r="r" b="b"/>
              <a:pathLst>
                <a:path w="903605" h="2741929">
                  <a:moveTo>
                    <a:pt x="903396" y="0"/>
                  </a:moveTo>
                  <a:lnTo>
                    <a:pt x="0" y="0"/>
                  </a:lnTo>
                  <a:lnTo>
                    <a:pt x="0" y="2741906"/>
                  </a:lnTo>
                  <a:lnTo>
                    <a:pt x="903396" y="2741906"/>
                  </a:lnTo>
                  <a:lnTo>
                    <a:pt x="90339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5301366" y="3878458"/>
              <a:ext cx="786130" cy="1455420"/>
            </a:xfrm>
            <a:custGeom>
              <a:avLst/>
              <a:gdLst/>
              <a:ahLst/>
              <a:cxnLst/>
              <a:rect l="l" t="t" r="r" b="b"/>
              <a:pathLst>
                <a:path w="786130" h="1455420">
                  <a:moveTo>
                    <a:pt x="785545" y="754926"/>
                  </a:moveTo>
                  <a:lnTo>
                    <a:pt x="0" y="754926"/>
                  </a:lnTo>
                  <a:lnTo>
                    <a:pt x="0" y="1455381"/>
                  </a:lnTo>
                  <a:lnTo>
                    <a:pt x="785545" y="1455381"/>
                  </a:lnTo>
                  <a:lnTo>
                    <a:pt x="785545" y="754926"/>
                  </a:lnTo>
                  <a:close/>
                </a:path>
                <a:path w="786130" h="1455420">
                  <a:moveTo>
                    <a:pt x="785545" y="0"/>
                  </a:moveTo>
                  <a:lnTo>
                    <a:pt x="0" y="0"/>
                  </a:lnTo>
                  <a:lnTo>
                    <a:pt x="0" y="688086"/>
                  </a:lnTo>
                  <a:lnTo>
                    <a:pt x="785545" y="688086"/>
                  </a:lnTo>
                  <a:lnTo>
                    <a:pt x="785545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5301376" y="5400673"/>
              <a:ext cx="786130" cy="1102360"/>
            </a:xfrm>
            <a:custGeom>
              <a:avLst/>
              <a:gdLst/>
              <a:ahLst/>
              <a:cxnLst/>
              <a:rect l="l" t="t" r="r" b="b"/>
              <a:pathLst>
                <a:path w="786130" h="1102359">
                  <a:moveTo>
                    <a:pt x="785557" y="0"/>
                  </a:moveTo>
                  <a:lnTo>
                    <a:pt x="0" y="0"/>
                  </a:lnTo>
                  <a:lnTo>
                    <a:pt x="0" y="1101851"/>
                  </a:lnTo>
                  <a:lnTo>
                    <a:pt x="785557" y="1101851"/>
                  </a:lnTo>
                  <a:lnTo>
                    <a:pt x="78555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5301366" y="5400160"/>
              <a:ext cx="786130" cy="1102360"/>
            </a:xfrm>
            <a:custGeom>
              <a:avLst/>
              <a:gdLst/>
              <a:ahLst/>
              <a:cxnLst/>
              <a:rect l="l" t="t" r="r" b="b"/>
              <a:pathLst>
                <a:path w="786130" h="1102359">
                  <a:moveTo>
                    <a:pt x="785558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1102360"/>
                  </a:lnTo>
                  <a:lnTo>
                    <a:pt x="14732" y="1102360"/>
                  </a:lnTo>
                  <a:lnTo>
                    <a:pt x="14732" y="15240"/>
                  </a:lnTo>
                  <a:lnTo>
                    <a:pt x="785558" y="15240"/>
                  </a:lnTo>
                  <a:lnTo>
                    <a:pt x="7855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53616" y="5477429"/>
              <a:ext cx="88047" cy="86502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43582" y="4871872"/>
              <a:ext cx="79107" cy="461933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15685616" y="4801372"/>
              <a:ext cx="58419" cy="369570"/>
            </a:xfrm>
            <a:custGeom>
              <a:avLst/>
              <a:gdLst/>
              <a:ahLst/>
              <a:cxnLst/>
              <a:rect l="l" t="t" r="r" b="b"/>
              <a:pathLst>
                <a:path w="58419" h="369570">
                  <a:moveTo>
                    <a:pt x="0" y="369255"/>
                  </a:moveTo>
                  <a:lnTo>
                    <a:pt x="57966" y="369255"/>
                  </a:lnTo>
                  <a:lnTo>
                    <a:pt x="57966" y="0"/>
                  </a:lnTo>
                  <a:lnTo>
                    <a:pt x="0" y="0"/>
                  </a:lnTo>
                  <a:lnTo>
                    <a:pt x="0" y="369255"/>
                  </a:lnTo>
                  <a:close/>
                </a:path>
              </a:pathLst>
            </a:custGeom>
            <a:solidFill>
              <a:srgbClr val="1E8B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5685605" y="4831784"/>
              <a:ext cx="58419" cy="502284"/>
            </a:xfrm>
            <a:custGeom>
              <a:avLst/>
              <a:gdLst/>
              <a:ahLst/>
              <a:cxnLst/>
              <a:rect l="l" t="t" r="r" b="b"/>
              <a:pathLst>
                <a:path w="58419" h="502285">
                  <a:moveTo>
                    <a:pt x="57975" y="338848"/>
                  </a:moveTo>
                  <a:lnTo>
                    <a:pt x="0" y="338848"/>
                  </a:lnTo>
                  <a:lnTo>
                    <a:pt x="0" y="502031"/>
                  </a:lnTo>
                  <a:lnTo>
                    <a:pt x="57975" y="502031"/>
                  </a:lnTo>
                  <a:lnTo>
                    <a:pt x="57975" y="338848"/>
                  </a:lnTo>
                  <a:close/>
                </a:path>
                <a:path w="58419" h="502285">
                  <a:moveTo>
                    <a:pt x="57975" y="0"/>
                  </a:moveTo>
                  <a:lnTo>
                    <a:pt x="0" y="0"/>
                  </a:lnTo>
                  <a:lnTo>
                    <a:pt x="0" y="9385"/>
                  </a:lnTo>
                  <a:lnTo>
                    <a:pt x="57975" y="9385"/>
                  </a:lnTo>
                  <a:lnTo>
                    <a:pt x="57975" y="0"/>
                  </a:lnTo>
                  <a:close/>
                </a:path>
              </a:pathLst>
            </a:custGeom>
            <a:solidFill>
              <a:srgbClr val="007B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5702746" y="4850407"/>
              <a:ext cx="24130" cy="294640"/>
            </a:xfrm>
            <a:custGeom>
              <a:avLst/>
              <a:gdLst/>
              <a:ahLst/>
              <a:cxnLst/>
              <a:rect l="l" t="t" r="r" b="b"/>
              <a:pathLst>
                <a:path w="24130" h="294639">
                  <a:moveTo>
                    <a:pt x="23716" y="0"/>
                  </a:moveTo>
                  <a:lnTo>
                    <a:pt x="0" y="0"/>
                  </a:lnTo>
                  <a:lnTo>
                    <a:pt x="0" y="294127"/>
                  </a:lnTo>
                  <a:lnTo>
                    <a:pt x="23716" y="294127"/>
                  </a:lnTo>
                  <a:lnTo>
                    <a:pt x="23716" y="0"/>
                  </a:lnTo>
                  <a:close/>
                </a:path>
              </a:pathLst>
            </a:custGeom>
            <a:solidFill>
              <a:srgbClr val="2D9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5656643" y="4850407"/>
              <a:ext cx="29209" cy="483870"/>
            </a:xfrm>
            <a:custGeom>
              <a:avLst/>
              <a:gdLst/>
              <a:ahLst/>
              <a:cxnLst/>
              <a:rect l="l" t="t" r="r" b="b"/>
              <a:pathLst>
                <a:path w="29209" h="483870">
                  <a:moveTo>
                    <a:pt x="28983" y="0"/>
                  </a:moveTo>
                  <a:lnTo>
                    <a:pt x="0" y="0"/>
                  </a:lnTo>
                  <a:lnTo>
                    <a:pt x="0" y="483398"/>
                  </a:lnTo>
                  <a:lnTo>
                    <a:pt x="28983" y="483398"/>
                  </a:lnTo>
                  <a:lnTo>
                    <a:pt x="28983" y="0"/>
                  </a:lnTo>
                  <a:close/>
                </a:path>
              </a:pathLst>
            </a:custGeom>
            <a:solidFill>
              <a:srgbClr val="28AA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5583524" y="4897599"/>
              <a:ext cx="73660" cy="436245"/>
            </a:xfrm>
            <a:custGeom>
              <a:avLst/>
              <a:gdLst/>
              <a:ahLst/>
              <a:cxnLst/>
              <a:rect l="l" t="t" r="r" b="b"/>
              <a:pathLst>
                <a:path w="73659" h="436245">
                  <a:moveTo>
                    <a:pt x="0" y="436206"/>
                  </a:moveTo>
                  <a:lnTo>
                    <a:pt x="73107" y="436206"/>
                  </a:lnTo>
                  <a:lnTo>
                    <a:pt x="73107" y="0"/>
                  </a:lnTo>
                  <a:lnTo>
                    <a:pt x="0" y="0"/>
                  </a:lnTo>
                  <a:lnTo>
                    <a:pt x="0" y="436206"/>
                  </a:lnTo>
                  <a:close/>
                </a:path>
              </a:pathLst>
            </a:custGeom>
            <a:solidFill>
              <a:srgbClr val="A4A8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5583522" y="4844433"/>
              <a:ext cx="73660" cy="458470"/>
            </a:xfrm>
            <a:custGeom>
              <a:avLst/>
              <a:gdLst/>
              <a:ahLst/>
              <a:cxnLst/>
              <a:rect l="l" t="t" r="r" b="b"/>
              <a:pathLst>
                <a:path w="73659" h="458470">
                  <a:moveTo>
                    <a:pt x="73101" y="438416"/>
                  </a:moveTo>
                  <a:lnTo>
                    <a:pt x="0" y="438416"/>
                  </a:lnTo>
                  <a:lnTo>
                    <a:pt x="0" y="458304"/>
                  </a:lnTo>
                  <a:lnTo>
                    <a:pt x="73101" y="458304"/>
                  </a:lnTo>
                  <a:lnTo>
                    <a:pt x="73101" y="438416"/>
                  </a:lnTo>
                  <a:close/>
                </a:path>
                <a:path w="73659" h="458470">
                  <a:moveTo>
                    <a:pt x="73101" y="0"/>
                  </a:moveTo>
                  <a:lnTo>
                    <a:pt x="0" y="0"/>
                  </a:lnTo>
                  <a:lnTo>
                    <a:pt x="0" y="53174"/>
                  </a:lnTo>
                  <a:lnTo>
                    <a:pt x="73101" y="53174"/>
                  </a:lnTo>
                  <a:lnTo>
                    <a:pt x="73101" y="0"/>
                  </a:lnTo>
                  <a:close/>
                </a:path>
              </a:pathLst>
            </a:custGeom>
            <a:solidFill>
              <a:srgbClr val="373C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6018318" y="4773320"/>
              <a:ext cx="65405" cy="560705"/>
            </a:xfrm>
            <a:custGeom>
              <a:avLst/>
              <a:gdLst/>
              <a:ahLst/>
              <a:cxnLst/>
              <a:rect l="l" t="t" r="r" b="b"/>
              <a:pathLst>
                <a:path w="65405" h="560704">
                  <a:moveTo>
                    <a:pt x="65212" y="0"/>
                  </a:moveTo>
                  <a:lnTo>
                    <a:pt x="0" y="0"/>
                  </a:lnTo>
                  <a:lnTo>
                    <a:pt x="0" y="560485"/>
                  </a:lnTo>
                  <a:lnTo>
                    <a:pt x="65212" y="560485"/>
                  </a:lnTo>
                  <a:lnTo>
                    <a:pt x="65212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6031165" y="4773320"/>
              <a:ext cx="20320" cy="560705"/>
            </a:xfrm>
            <a:custGeom>
              <a:avLst/>
              <a:gdLst/>
              <a:ahLst/>
              <a:cxnLst/>
              <a:rect l="l" t="t" r="r" b="b"/>
              <a:pathLst>
                <a:path w="20319" h="560704">
                  <a:moveTo>
                    <a:pt x="19758" y="0"/>
                  </a:moveTo>
                  <a:lnTo>
                    <a:pt x="0" y="0"/>
                  </a:lnTo>
                  <a:lnTo>
                    <a:pt x="0" y="560485"/>
                  </a:lnTo>
                  <a:lnTo>
                    <a:pt x="19758" y="560485"/>
                  </a:lnTo>
                  <a:lnTo>
                    <a:pt x="19758" y="0"/>
                  </a:lnTo>
                  <a:close/>
                </a:path>
              </a:pathLst>
            </a:custGeom>
            <a:solidFill>
              <a:srgbClr val="67B9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6044694" y="5138335"/>
              <a:ext cx="12700" cy="164465"/>
            </a:xfrm>
            <a:custGeom>
              <a:avLst/>
              <a:gdLst/>
              <a:ahLst/>
              <a:cxnLst/>
              <a:rect l="l" t="t" r="r" b="b"/>
              <a:pathLst>
                <a:path w="12700" h="164464">
                  <a:moveTo>
                    <a:pt x="12470" y="0"/>
                  </a:moveTo>
                  <a:lnTo>
                    <a:pt x="0" y="0"/>
                  </a:lnTo>
                  <a:lnTo>
                    <a:pt x="0" y="164403"/>
                  </a:lnTo>
                  <a:lnTo>
                    <a:pt x="12470" y="164403"/>
                  </a:lnTo>
                  <a:lnTo>
                    <a:pt x="1247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5953105" y="4773320"/>
              <a:ext cx="65405" cy="560705"/>
            </a:xfrm>
            <a:custGeom>
              <a:avLst/>
              <a:gdLst/>
              <a:ahLst/>
              <a:cxnLst/>
              <a:rect l="l" t="t" r="r" b="b"/>
              <a:pathLst>
                <a:path w="65405" h="560704">
                  <a:moveTo>
                    <a:pt x="65212" y="0"/>
                  </a:moveTo>
                  <a:lnTo>
                    <a:pt x="0" y="0"/>
                  </a:lnTo>
                  <a:lnTo>
                    <a:pt x="0" y="560485"/>
                  </a:lnTo>
                  <a:lnTo>
                    <a:pt x="65212" y="560485"/>
                  </a:lnTo>
                  <a:lnTo>
                    <a:pt x="65212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5965953" y="4773320"/>
              <a:ext cx="20320" cy="560705"/>
            </a:xfrm>
            <a:custGeom>
              <a:avLst/>
              <a:gdLst/>
              <a:ahLst/>
              <a:cxnLst/>
              <a:rect l="l" t="t" r="r" b="b"/>
              <a:pathLst>
                <a:path w="20319" h="560704">
                  <a:moveTo>
                    <a:pt x="19758" y="0"/>
                  </a:moveTo>
                  <a:lnTo>
                    <a:pt x="0" y="0"/>
                  </a:lnTo>
                  <a:lnTo>
                    <a:pt x="0" y="560485"/>
                  </a:lnTo>
                  <a:lnTo>
                    <a:pt x="19758" y="560485"/>
                  </a:lnTo>
                  <a:lnTo>
                    <a:pt x="19758" y="0"/>
                  </a:lnTo>
                  <a:close/>
                </a:path>
              </a:pathLst>
            </a:custGeom>
            <a:solidFill>
              <a:srgbClr val="67B9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5979471" y="5138335"/>
              <a:ext cx="12700" cy="164465"/>
            </a:xfrm>
            <a:custGeom>
              <a:avLst/>
              <a:gdLst/>
              <a:ahLst/>
              <a:cxnLst/>
              <a:rect l="l" t="t" r="r" b="b"/>
              <a:pathLst>
                <a:path w="12700" h="164464">
                  <a:moveTo>
                    <a:pt x="12481" y="0"/>
                  </a:moveTo>
                  <a:lnTo>
                    <a:pt x="0" y="0"/>
                  </a:lnTo>
                  <a:lnTo>
                    <a:pt x="0" y="164403"/>
                  </a:lnTo>
                  <a:lnTo>
                    <a:pt x="12481" y="164403"/>
                  </a:lnTo>
                  <a:lnTo>
                    <a:pt x="12481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5887903" y="4773320"/>
              <a:ext cx="65405" cy="560705"/>
            </a:xfrm>
            <a:custGeom>
              <a:avLst/>
              <a:gdLst/>
              <a:ahLst/>
              <a:cxnLst/>
              <a:rect l="l" t="t" r="r" b="b"/>
              <a:pathLst>
                <a:path w="65405" h="560704">
                  <a:moveTo>
                    <a:pt x="65212" y="0"/>
                  </a:moveTo>
                  <a:lnTo>
                    <a:pt x="0" y="0"/>
                  </a:lnTo>
                  <a:lnTo>
                    <a:pt x="0" y="560485"/>
                  </a:lnTo>
                  <a:lnTo>
                    <a:pt x="65212" y="560485"/>
                  </a:lnTo>
                  <a:lnTo>
                    <a:pt x="65212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5900750" y="4773320"/>
              <a:ext cx="20320" cy="560705"/>
            </a:xfrm>
            <a:custGeom>
              <a:avLst/>
              <a:gdLst/>
              <a:ahLst/>
              <a:cxnLst/>
              <a:rect l="l" t="t" r="r" b="b"/>
              <a:pathLst>
                <a:path w="20319" h="560704">
                  <a:moveTo>
                    <a:pt x="19758" y="0"/>
                  </a:moveTo>
                  <a:lnTo>
                    <a:pt x="0" y="0"/>
                  </a:lnTo>
                  <a:lnTo>
                    <a:pt x="0" y="560485"/>
                  </a:lnTo>
                  <a:lnTo>
                    <a:pt x="19758" y="560485"/>
                  </a:lnTo>
                  <a:lnTo>
                    <a:pt x="19758" y="0"/>
                  </a:lnTo>
                  <a:close/>
                </a:path>
              </a:pathLst>
            </a:custGeom>
            <a:solidFill>
              <a:srgbClr val="67B9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5914268" y="5138335"/>
              <a:ext cx="12700" cy="164465"/>
            </a:xfrm>
            <a:custGeom>
              <a:avLst/>
              <a:gdLst/>
              <a:ahLst/>
              <a:cxnLst/>
              <a:rect l="l" t="t" r="r" b="b"/>
              <a:pathLst>
                <a:path w="12700" h="164464">
                  <a:moveTo>
                    <a:pt x="12481" y="0"/>
                  </a:moveTo>
                  <a:lnTo>
                    <a:pt x="0" y="0"/>
                  </a:lnTo>
                  <a:lnTo>
                    <a:pt x="0" y="164403"/>
                  </a:lnTo>
                  <a:lnTo>
                    <a:pt x="12481" y="164403"/>
                  </a:lnTo>
                  <a:lnTo>
                    <a:pt x="12481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5822690" y="4773320"/>
              <a:ext cx="65405" cy="560705"/>
            </a:xfrm>
            <a:custGeom>
              <a:avLst/>
              <a:gdLst/>
              <a:ahLst/>
              <a:cxnLst/>
              <a:rect l="l" t="t" r="r" b="b"/>
              <a:pathLst>
                <a:path w="65405" h="560704">
                  <a:moveTo>
                    <a:pt x="65212" y="0"/>
                  </a:moveTo>
                  <a:lnTo>
                    <a:pt x="0" y="0"/>
                  </a:lnTo>
                  <a:lnTo>
                    <a:pt x="0" y="560485"/>
                  </a:lnTo>
                  <a:lnTo>
                    <a:pt x="65212" y="560485"/>
                  </a:lnTo>
                  <a:lnTo>
                    <a:pt x="65212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5835538" y="4773320"/>
              <a:ext cx="20320" cy="560705"/>
            </a:xfrm>
            <a:custGeom>
              <a:avLst/>
              <a:gdLst/>
              <a:ahLst/>
              <a:cxnLst/>
              <a:rect l="l" t="t" r="r" b="b"/>
              <a:pathLst>
                <a:path w="20319" h="560704">
                  <a:moveTo>
                    <a:pt x="19758" y="0"/>
                  </a:moveTo>
                  <a:lnTo>
                    <a:pt x="0" y="0"/>
                  </a:lnTo>
                  <a:lnTo>
                    <a:pt x="0" y="560485"/>
                  </a:lnTo>
                  <a:lnTo>
                    <a:pt x="19758" y="560485"/>
                  </a:lnTo>
                  <a:lnTo>
                    <a:pt x="19758" y="0"/>
                  </a:lnTo>
                  <a:close/>
                </a:path>
              </a:pathLst>
            </a:custGeom>
            <a:solidFill>
              <a:srgbClr val="67B9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5849056" y="5138335"/>
              <a:ext cx="12700" cy="164465"/>
            </a:xfrm>
            <a:custGeom>
              <a:avLst/>
              <a:gdLst/>
              <a:ahLst/>
              <a:cxnLst/>
              <a:rect l="l" t="t" r="r" b="b"/>
              <a:pathLst>
                <a:path w="12700" h="164464">
                  <a:moveTo>
                    <a:pt x="12481" y="0"/>
                  </a:moveTo>
                  <a:lnTo>
                    <a:pt x="0" y="0"/>
                  </a:lnTo>
                  <a:lnTo>
                    <a:pt x="0" y="164403"/>
                  </a:lnTo>
                  <a:lnTo>
                    <a:pt x="12481" y="164403"/>
                  </a:lnTo>
                  <a:lnTo>
                    <a:pt x="12481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5559525" y="4516574"/>
              <a:ext cx="487045" cy="49530"/>
            </a:xfrm>
            <a:custGeom>
              <a:avLst/>
              <a:gdLst/>
              <a:ahLst/>
              <a:cxnLst/>
              <a:rect l="l" t="t" r="r" b="b"/>
              <a:pathLst>
                <a:path w="487044" h="49529">
                  <a:moveTo>
                    <a:pt x="486739" y="0"/>
                  </a:moveTo>
                  <a:lnTo>
                    <a:pt x="0" y="0"/>
                  </a:lnTo>
                  <a:lnTo>
                    <a:pt x="0" y="49139"/>
                  </a:lnTo>
                  <a:lnTo>
                    <a:pt x="486739" y="49139"/>
                  </a:lnTo>
                  <a:lnTo>
                    <a:pt x="486739" y="0"/>
                  </a:lnTo>
                  <a:close/>
                </a:path>
              </a:pathLst>
            </a:custGeom>
            <a:solidFill>
              <a:srgbClr val="3DB2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5620708" y="4516583"/>
              <a:ext cx="349885" cy="49530"/>
            </a:xfrm>
            <a:custGeom>
              <a:avLst/>
              <a:gdLst/>
              <a:ahLst/>
              <a:cxnLst/>
              <a:rect l="l" t="t" r="r" b="b"/>
              <a:pathLst>
                <a:path w="349884" h="49529">
                  <a:moveTo>
                    <a:pt x="27686" y="0"/>
                  </a:moveTo>
                  <a:lnTo>
                    <a:pt x="0" y="0"/>
                  </a:lnTo>
                  <a:lnTo>
                    <a:pt x="0" y="49136"/>
                  </a:lnTo>
                  <a:lnTo>
                    <a:pt x="27686" y="49136"/>
                  </a:lnTo>
                  <a:lnTo>
                    <a:pt x="27686" y="0"/>
                  </a:lnTo>
                  <a:close/>
                </a:path>
                <a:path w="349884" h="49529">
                  <a:moveTo>
                    <a:pt x="349275" y="10096"/>
                  </a:moveTo>
                  <a:lnTo>
                    <a:pt x="211315" y="10096"/>
                  </a:lnTo>
                  <a:lnTo>
                    <a:pt x="211315" y="38417"/>
                  </a:lnTo>
                  <a:lnTo>
                    <a:pt x="349275" y="38417"/>
                  </a:lnTo>
                  <a:lnTo>
                    <a:pt x="349275" y="10096"/>
                  </a:lnTo>
                  <a:close/>
                </a:path>
              </a:pathLst>
            </a:custGeom>
            <a:solidFill>
              <a:srgbClr val="DBDDD0">
                <a:alpha val="50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559524" y="4516574"/>
              <a:ext cx="486686" cy="49139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15301910" y="4201819"/>
              <a:ext cx="63500" cy="364490"/>
            </a:xfrm>
            <a:custGeom>
              <a:avLst/>
              <a:gdLst/>
              <a:ahLst/>
              <a:cxnLst/>
              <a:rect l="l" t="t" r="r" b="b"/>
              <a:pathLst>
                <a:path w="63500" h="364489">
                  <a:moveTo>
                    <a:pt x="63474" y="0"/>
                  </a:moveTo>
                  <a:lnTo>
                    <a:pt x="0" y="0"/>
                  </a:lnTo>
                  <a:lnTo>
                    <a:pt x="0" y="364135"/>
                  </a:lnTo>
                  <a:lnTo>
                    <a:pt x="63474" y="364135"/>
                  </a:lnTo>
                  <a:lnTo>
                    <a:pt x="63474" y="0"/>
                  </a:lnTo>
                  <a:close/>
                </a:path>
              </a:pathLst>
            </a:custGeom>
            <a:solidFill>
              <a:srgbClr val="474E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5301900" y="4201839"/>
              <a:ext cx="63500" cy="341630"/>
            </a:xfrm>
            <a:custGeom>
              <a:avLst/>
              <a:gdLst/>
              <a:ahLst/>
              <a:cxnLst/>
              <a:rect l="l" t="t" r="r" b="b"/>
              <a:pathLst>
                <a:path w="63500" h="341629">
                  <a:moveTo>
                    <a:pt x="63474" y="326212"/>
                  </a:moveTo>
                  <a:lnTo>
                    <a:pt x="0" y="326212"/>
                  </a:lnTo>
                  <a:lnTo>
                    <a:pt x="0" y="341007"/>
                  </a:lnTo>
                  <a:lnTo>
                    <a:pt x="63474" y="341007"/>
                  </a:lnTo>
                  <a:lnTo>
                    <a:pt x="63474" y="326212"/>
                  </a:lnTo>
                  <a:close/>
                </a:path>
                <a:path w="63500" h="341629">
                  <a:moveTo>
                    <a:pt x="63474" y="0"/>
                  </a:moveTo>
                  <a:lnTo>
                    <a:pt x="0" y="0"/>
                  </a:lnTo>
                  <a:lnTo>
                    <a:pt x="0" y="39560"/>
                  </a:lnTo>
                  <a:lnTo>
                    <a:pt x="63474" y="39560"/>
                  </a:lnTo>
                  <a:lnTo>
                    <a:pt x="63474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5333658" y="4201819"/>
              <a:ext cx="31750" cy="364490"/>
            </a:xfrm>
            <a:custGeom>
              <a:avLst/>
              <a:gdLst/>
              <a:ahLst/>
              <a:cxnLst/>
              <a:rect l="l" t="t" r="r" b="b"/>
              <a:pathLst>
                <a:path w="31750" h="364489">
                  <a:moveTo>
                    <a:pt x="31737" y="0"/>
                  </a:moveTo>
                  <a:lnTo>
                    <a:pt x="0" y="0"/>
                  </a:lnTo>
                  <a:lnTo>
                    <a:pt x="0" y="364135"/>
                  </a:lnTo>
                  <a:lnTo>
                    <a:pt x="31737" y="364135"/>
                  </a:lnTo>
                  <a:lnTo>
                    <a:pt x="3173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436125" y="4158533"/>
              <a:ext cx="82166" cy="407422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15571420" y="4463570"/>
              <a:ext cx="450215" cy="53340"/>
            </a:xfrm>
            <a:custGeom>
              <a:avLst/>
              <a:gdLst/>
              <a:ahLst/>
              <a:cxnLst/>
              <a:rect l="l" t="t" r="r" b="b"/>
              <a:pathLst>
                <a:path w="450215" h="53339">
                  <a:moveTo>
                    <a:pt x="0" y="53003"/>
                  </a:moveTo>
                  <a:lnTo>
                    <a:pt x="449714" y="53003"/>
                  </a:lnTo>
                  <a:lnTo>
                    <a:pt x="449714" y="0"/>
                  </a:lnTo>
                  <a:lnTo>
                    <a:pt x="0" y="0"/>
                  </a:lnTo>
                  <a:lnTo>
                    <a:pt x="0" y="53003"/>
                  </a:lnTo>
                  <a:close/>
                </a:path>
              </a:pathLst>
            </a:custGeom>
            <a:solidFill>
              <a:srgbClr val="A4A8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5603448" y="4463573"/>
              <a:ext cx="473075" cy="53340"/>
            </a:xfrm>
            <a:custGeom>
              <a:avLst/>
              <a:gdLst/>
              <a:ahLst/>
              <a:cxnLst/>
              <a:rect l="l" t="t" r="r" b="b"/>
              <a:pathLst>
                <a:path w="473075" h="53339">
                  <a:moveTo>
                    <a:pt x="20510" y="0"/>
                  </a:moveTo>
                  <a:lnTo>
                    <a:pt x="0" y="0"/>
                  </a:lnTo>
                  <a:lnTo>
                    <a:pt x="0" y="53009"/>
                  </a:lnTo>
                  <a:lnTo>
                    <a:pt x="20510" y="53009"/>
                  </a:lnTo>
                  <a:lnTo>
                    <a:pt x="20510" y="0"/>
                  </a:lnTo>
                  <a:close/>
                </a:path>
                <a:path w="473075" h="53339">
                  <a:moveTo>
                    <a:pt x="472490" y="0"/>
                  </a:moveTo>
                  <a:lnTo>
                    <a:pt x="417677" y="0"/>
                  </a:lnTo>
                  <a:lnTo>
                    <a:pt x="417677" y="53009"/>
                  </a:lnTo>
                  <a:lnTo>
                    <a:pt x="472490" y="53009"/>
                  </a:lnTo>
                  <a:lnTo>
                    <a:pt x="472490" y="0"/>
                  </a:lnTo>
                  <a:close/>
                </a:path>
              </a:pathLst>
            </a:custGeom>
            <a:solidFill>
              <a:srgbClr val="373C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5595503" y="4324727"/>
              <a:ext cx="347345" cy="57785"/>
            </a:xfrm>
            <a:custGeom>
              <a:avLst/>
              <a:gdLst/>
              <a:ahLst/>
              <a:cxnLst/>
              <a:rect l="l" t="t" r="r" b="b"/>
              <a:pathLst>
                <a:path w="347344" h="57785">
                  <a:moveTo>
                    <a:pt x="347026" y="0"/>
                  </a:moveTo>
                  <a:lnTo>
                    <a:pt x="0" y="0"/>
                  </a:lnTo>
                  <a:lnTo>
                    <a:pt x="0" y="57359"/>
                  </a:lnTo>
                  <a:lnTo>
                    <a:pt x="347026" y="57359"/>
                  </a:lnTo>
                  <a:lnTo>
                    <a:pt x="347026" y="0"/>
                  </a:lnTo>
                  <a:close/>
                </a:path>
              </a:pathLst>
            </a:custGeom>
            <a:solidFill>
              <a:srgbClr val="A7857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595503" y="4324726"/>
              <a:ext cx="429526" cy="139294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365395" y="4157956"/>
              <a:ext cx="70730" cy="408584"/>
            </a:xfrm>
            <a:prstGeom prst="rect">
              <a:avLst/>
            </a:prstGeom>
          </p:spPr>
        </p:pic>
      </p:grpSp>
      <p:grpSp>
        <p:nvGrpSpPr>
          <p:cNvPr id="90" name="object 90" descr=""/>
          <p:cNvGrpSpPr/>
          <p:nvPr/>
        </p:nvGrpSpPr>
        <p:grpSpPr>
          <a:xfrm>
            <a:off x="8595968" y="1765600"/>
            <a:ext cx="4108450" cy="3460750"/>
            <a:chOff x="8595968" y="1765600"/>
            <a:chExt cx="4108450" cy="3460750"/>
          </a:xfrm>
        </p:grpSpPr>
        <p:sp>
          <p:nvSpPr>
            <p:cNvPr id="91" name="object 91" descr=""/>
            <p:cNvSpPr/>
            <p:nvPr/>
          </p:nvSpPr>
          <p:spPr>
            <a:xfrm>
              <a:off x="8879205" y="1765600"/>
              <a:ext cx="3575685" cy="3250565"/>
            </a:xfrm>
            <a:custGeom>
              <a:avLst/>
              <a:gdLst/>
              <a:ahLst/>
              <a:cxnLst/>
              <a:rect l="l" t="t" r="r" b="b"/>
              <a:pathLst>
                <a:path w="3575684" h="3250565">
                  <a:moveTo>
                    <a:pt x="0" y="3250424"/>
                  </a:moveTo>
                  <a:lnTo>
                    <a:pt x="3575262" y="3250424"/>
                  </a:lnTo>
                  <a:lnTo>
                    <a:pt x="3575262" y="0"/>
                  </a:lnTo>
                  <a:lnTo>
                    <a:pt x="0" y="0"/>
                  </a:lnTo>
                  <a:lnTo>
                    <a:pt x="0" y="3250424"/>
                  </a:lnTo>
                  <a:close/>
                </a:path>
              </a:pathLst>
            </a:custGeom>
            <a:solidFill>
              <a:srgbClr val="E2F5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874944" y="2494835"/>
              <a:ext cx="3575231" cy="61694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876881" y="2981333"/>
              <a:ext cx="3575199" cy="61694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9491875" y="2024572"/>
              <a:ext cx="388620" cy="388620"/>
            </a:xfrm>
            <a:custGeom>
              <a:avLst/>
              <a:gdLst/>
              <a:ahLst/>
              <a:cxnLst/>
              <a:rect l="l" t="t" r="r" b="b"/>
              <a:pathLst>
                <a:path w="388620" h="388619">
                  <a:moveTo>
                    <a:pt x="194109" y="0"/>
                  </a:moveTo>
                  <a:lnTo>
                    <a:pt x="149602" y="5126"/>
                  </a:lnTo>
                  <a:lnTo>
                    <a:pt x="108746" y="19727"/>
                  </a:lnTo>
                  <a:lnTo>
                    <a:pt x="72704" y="42640"/>
                  </a:lnTo>
                  <a:lnTo>
                    <a:pt x="42644" y="72698"/>
                  </a:lnTo>
                  <a:lnTo>
                    <a:pt x="19729" y="108737"/>
                  </a:lnTo>
                  <a:lnTo>
                    <a:pt x="5126" y="149592"/>
                  </a:lnTo>
                  <a:lnTo>
                    <a:pt x="0" y="194098"/>
                  </a:lnTo>
                  <a:lnTo>
                    <a:pt x="5126" y="238604"/>
                  </a:lnTo>
                  <a:lnTo>
                    <a:pt x="19729" y="279459"/>
                  </a:lnTo>
                  <a:lnTo>
                    <a:pt x="42644" y="315499"/>
                  </a:lnTo>
                  <a:lnTo>
                    <a:pt x="72704" y="345557"/>
                  </a:lnTo>
                  <a:lnTo>
                    <a:pt x="108746" y="368469"/>
                  </a:lnTo>
                  <a:lnTo>
                    <a:pt x="149602" y="383071"/>
                  </a:lnTo>
                  <a:lnTo>
                    <a:pt x="194109" y="388197"/>
                  </a:lnTo>
                  <a:lnTo>
                    <a:pt x="238615" y="383071"/>
                  </a:lnTo>
                  <a:lnTo>
                    <a:pt x="279470" y="368469"/>
                  </a:lnTo>
                  <a:lnTo>
                    <a:pt x="315509" y="345557"/>
                  </a:lnTo>
                  <a:lnTo>
                    <a:pt x="345567" y="315499"/>
                  </a:lnTo>
                  <a:lnTo>
                    <a:pt x="368480" y="279459"/>
                  </a:lnTo>
                  <a:lnTo>
                    <a:pt x="383081" y="238604"/>
                  </a:lnTo>
                  <a:lnTo>
                    <a:pt x="388208" y="194098"/>
                  </a:lnTo>
                  <a:lnTo>
                    <a:pt x="383081" y="149592"/>
                  </a:lnTo>
                  <a:lnTo>
                    <a:pt x="368480" y="108737"/>
                  </a:lnTo>
                  <a:lnTo>
                    <a:pt x="345567" y="72698"/>
                  </a:lnTo>
                  <a:lnTo>
                    <a:pt x="315509" y="42640"/>
                  </a:lnTo>
                  <a:lnTo>
                    <a:pt x="279470" y="19727"/>
                  </a:lnTo>
                  <a:lnTo>
                    <a:pt x="238615" y="5126"/>
                  </a:lnTo>
                  <a:lnTo>
                    <a:pt x="194109" y="0"/>
                  </a:lnTo>
                  <a:close/>
                </a:path>
              </a:pathLst>
            </a:custGeom>
            <a:solidFill>
              <a:srgbClr val="DFE8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9522689" y="2055378"/>
              <a:ext cx="327025" cy="327025"/>
            </a:xfrm>
            <a:custGeom>
              <a:avLst/>
              <a:gdLst/>
              <a:ahLst/>
              <a:cxnLst/>
              <a:rect l="l" t="t" r="r" b="b"/>
              <a:pathLst>
                <a:path w="327025" h="327025">
                  <a:moveTo>
                    <a:pt x="163293" y="0"/>
                  </a:moveTo>
                  <a:lnTo>
                    <a:pt x="119883" y="5832"/>
                  </a:lnTo>
                  <a:lnTo>
                    <a:pt x="80875" y="22294"/>
                  </a:lnTo>
                  <a:lnTo>
                    <a:pt x="47827" y="47827"/>
                  </a:lnTo>
                  <a:lnTo>
                    <a:pt x="22294" y="80875"/>
                  </a:lnTo>
                  <a:lnTo>
                    <a:pt x="5832" y="119883"/>
                  </a:lnTo>
                  <a:lnTo>
                    <a:pt x="0" y="163293"/>
                  </a:lnTo>
                  <a:lnTo>
                    <a:pt x="5832" y="206703"/>
                  </a:lnTo>
                  <a:lnTo>
                    <a:pt x="22294" y="245711"/>
                  </a:lnTo>
                  <a:lnTo>
                    <a:pt x="47827" y="278759"/>
                  </a:lnTo>
                  <a:lnTo>
                    <a:pt x="80875" y="304292"/>
                  </a:lnTo>
                  <a:lnTo>
                    <a:pt x="119883" y="320754"/>
                  </a:lnTo>
                  <a:lnTo>
                    <a:pt x="163293" y="326586"/>
                  </a:lnTo>
                  <a:lnTo>
                    <a:pt x="206703" y="320754"/>
                  </a:lnTo>
                  <a:lnTo>
                    <a:pt x="245711" y="304292"/>
                  </a:lnTo>
                  <a:lnTo>
                    <a:pt x="278759" y="278759"/>
                  </a:lnTo>
                  <a:lnTo>
                    <a:pt x="304292" y="245711"/>
                  </a:lnTo>
                  <a:lnTo>
                    <a:pt x="320754" y="206703"/>
                  </a:lnTo>
                  <a:lnTo>
                    <a:pt x="326586" y="163293"/>
                  </a:lnTo>
                  <a:lnTo>
                    <a:pt x="320754" y="119883"/>
                  </a:lnTo>
                  <a:lnTo>
                    <a:pt x="304292" y="80875"/>
                  </a:lnTo>
                  <a:lnTo>
                    <a:pt x="278759" y="47827"/>
                  </a:lnTo>
                  <a:lnTo>
                    <a:pt x="245711" y="22294"/>
                  </a:lnTo>
                  <a:lnTo>
                    <a:pt x="206703" y="5832"/>
                  </a:lnTo>
                  <a:lnTo>
                    <a:pt x="1632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668366" y="2064153"/>
              <a:ext cx="103171" cy="220422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10414386" y="2024572"/>
              <a:ext cx="388620" cy="388620"/>
            </a:xfrm>
            <a:custGeom>
              <a:avLst/>
              <a:gdLst/>
              <a:ahLst/>
              <a:cxnLst/>
              <a:rect l="l" t="t" r="r" b="b"/>
              <a:pathLst>
                <a:path w="388620" h="388619">
                  <a:moveTo>
                    <a:pt x="194109" y="0"/>
                  </a:moveTo>
                  <a:lnTo>
                    <a:pt x="149602" y="5126"/>
                  </a:lnTo>
                  <a:lnTo>
                    <a:pt x="108746" y="19727"/>
                  </a:lnTo>
                  <a:lnTo>
                    <a:pt x="72704" y="42640"/>
                  </a:lnTo>
                  <a:lnTo>
                    <a:pt x="42644" y="72698"/>
                  </a:lnTo>
                  <a:lnTo>
                    <a:pt x="19729" y="108737"/>
                  </a:lnTo>
                  <a:lnTo>
                    <a:pt x="5126" y="149592"/>
                  </a:lnTo>
                  <a:lnTo>
                    <a:pt x="0" y="194098"/>
                  </a:lnTo>
                  <a:lnTo>
                    <a:pt x="5126" y="238604"/>
                  </a:lnTo>
                  <a:lnTo>
                    <a:pt x="19729" y="279459"/>
                  </a:lnTo>
                  <a:lnTo>
                    <a:pt x="42644" y="315499"/>
                  </a:lnTo>
                  <a:lnTo>
                    <a:pt x="72704" y="345557"/>
                  </a:lnTo>
                  <a:lnTo>
                    <a:pt x="108746" y="368469"/>
                  </a:lnTo>
                  <a:lnTo>
                    <a:pt x="149602" y="383071"/>
                  </a:lnTo>
                  <a:lnTo>
                    <a:pt x="194109" y="388197"/>
                  </a:lnTo>
                  <a:lnTo>
                    <a:pt x="238615" y="383071"/>
                  </a:lnTo>
                  <a:lnTo>
                    <a:pt x="279470" y="368469"/>
                  </a:lnTo>
                  <a:lnTo>
                    <a:pt x="315509" y="345557"/>
                  </a:lnTo>
                  <a:lnTo>
                    <a:pt x="345567" y="315499"/>
                  </a:lnTo>
                  <a:lnTo>
                    <a:pt x="368480" y="279459"/>
                  </a:lnTo>
                  <a:lnTo>
                    <a:pt x="383081" y="238604"/>
                  </a:lnTo>
                  <a:lnTo>
                    <a:pt x="388208" y="194098"/>
                  </a:lnTo>
                  <a:lnTo>
                    <a:pt x="383081" y="149592"/>
                  </a:lnTo>
                  <a:lnTo>
                    <a:pt x="368480" y="108737"/>
                  </a:lnTo>
                  <a:lnTo>
                    <a:pt x="345567" y="72698"/>
                  </a:lnTo>
                  <a:lnTo>
                    <a:pt x="315509" y="42640"/>
                  </a:lnTo>
                  <a:lnTo>
                    <a:pt x="279470" y="19727"/>
                  </a:lnTo>
                  <a:lnTo>
                    <a:pt x="238615" y="5126"/>
                  </a:lnTo>
                  <a:lnTo>
                    <a:pt x="194109" y="0"/>
                  </a:lnTo>
                  <a:close/>
                </a:path>
              </a:pathLst>
            </a:custGeom>
            <a:solidFill>
              <a:srgbClr val="DFE8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0445201" y="2055378"/>
              <a:ext cx="327025" cy="327025"/>
            </a:xfrm>
            <a:custGeom>
              <a:avLst/>
              <a:gdLst/>
              <a:ahLst/>
              <a:cxnLst/>
              <a:rect l="l" t="t" r="r" b="b"/>
              <a:pathLst>
                <a:path w="327025" h="327025">
                  <a:moveTo>
                    <a:pt x="163293" y="0"/>
                  </a:moveTo>
                  <a:lnTo>
                    <a:pt x="119883" y="5832"/>
                  </a:lnTo>
                  <a:lnTo>
                    <a:pt x="80875" y="22294"/>
                  </a:lnTo>
                  <a:lnTo>
                    <a:pt x="47827" y="47827"/>
                  </a:lnTo>
                  <a:lnTo>
                    <a:pt x="22294" y="80875"/>
                  </a:lnTo>
                  <a:lnTo>
                    <a:pt x="5832" y="119883"/>
                  </a:lnTo>
                  <a:lnTo>
                    <a:pt x="0" y="163293"/>
                  </a:lnTo>
                  <a:lnTo>
                    <a:pt x="5832" y="206703"/>
                  </a:lnTo>
                  <a:lnTo>
                    <a:pt x="22294" y="245711"/>
                  </a:lnTo>
                  <a:lnTo>
                    <a:pt x="47827" y="278759"/>
                  </a:lnTo>
                  <a:lnTo>
                    <a:pt x="80875" y="304292"/>
                  </a:lnTo>
                  <a:lnTo>
                    <a:pt x="119883" y="320754"/>
                  </a:lnTo>
                  <a:lnTo>
                    <a:pt x="163293" y="326586"/>
                  </a:lnTo>
                  <a:lnTo>
                    <a:pt x="206703" y="320754"/>
                  </a:lnTo>
                  <a:lnTo>
                    <a:pt x="245711" y="304292"/>
                  </a:lnTo>
                  <a:lnTo>
                    <a:pt x="278759" y="278759"/>
                  </a:lnTo>
                  <a:lnTo>
                    <a:pt x="304292" y="245711"/>
                  </a:lnTo>
                  <a:lnTo>
                    <a:pt x="320754" y="206703"/>
                  </a:lnTo>
                  <a:lnTo>
                    <a:pt x="326586" y="163293"/>
                  </a:lnTo>
                  <a:lnTo>
                    <a:pt x="320754" y="119883"/>
                  </a:lnTo>
                  <a:lnTo>
                    <a:pt x="304292" y="80875"/>
                  </a:lnTo>
                  <a:lnTo>
                    <a:pt x="278759" y="47827"/>
                  </a:lnTo>
                  <a:lnTo>
                    <a:pt x="245711" y="22294"/>
                  </a:lnTo>
                  <a:lnTo>
                    <a:pt x="206703" y="5832"/>
                  </a:lnTo>
                  <a:lnTo>
                    <a:pt x="1632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0599420" y="2064162"/>
              <a:ext cx="19050" cy="259079"/>
            </a:xfrm>
            <a:custGeom>
              <a:avLst/>
              <a:gdLst/>
              <a:ahLst/>
              <a:cxnLst/>
              <a:rect l="l" t="t" r="r" b="b"/>
              <a:pathLst>
                <a:path w="19050" h="259080">
                  <a:moveTo>
                    <a:pt x="18542" y="159435"/>
                  </a:moveTo>
                  <a:lnTo>
                    <a:pt x="8255" y="154673"/>
                  </a:lnTo>
                  <a:lnTo>
                    <a:pt x="17995" y="149529"/>
                  </a:lnTo>
                  <a:lnTo>
                    <a:pt x="17995" y="8928"/>
                  </a:lnTo>
                  <a:lnTo>
                    <a:pt x="17995" y="3987"/>
                  </a:lnTo>
                  <a:lnTo>
                    <a:pt x="13995" y="0"/>
                  </a:lnTo>
                  <a:lnTo>
                    <a:pt x="4127" y="0"/>
                  </a:lnTo>
                  <a:lnTo>
                    <a:pt x="127" y="3987"/>
                  </a:lnTo>
                  <a:lnTo>
                    <a:pt x="127" y="158965"/>
                  </a:lnTo>
                  <a:lnTo>
                    <a:pt x="0" y="251841"/>
                  </a:lnTo>
                  <a:lnTo>
                    <a:pt x="660" y="253682"/>
                  </a:lnTo>
                  <a:lnTo>
                    <a:pt x="3416" y="257352"/>
                  </a:lnTo>
                  <a:lnTo>
                    <a:pt x="6007" y="258762"/>
                  </a:lnTo>
                  <a:lnTo>
                    <a:pt x="13855" y="258787"/>
                  </a:lnTo>
                  <a:lnTo>
                    <a:pt x="17856" y="254787"/>
                  </a:lnTo>
                  <a:lnTo>
                    <a:pt x="17881" y="249859"/>
                  </a:lnTo>
                  <a:lnTo>
                    <a:pt x="18097" y="159766"/>
                  </a:lnTo>
                  <a:lnTo>
                    <a:pt x="18542" y="159435"/>
                  </a:lnTo>
                  <a:close/>
                </a:path>
              </a:pathLst>
            </a:custGeom>
            <a:solidFill>
              <a:srgbClr val="DFE8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0590877" y="2201059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59" h="35560">
                  <a:moveTo>
                    <a:pt x="27339" y="0"/>
                  </a:moveTo>
                  <a:lnTo>
                    <a:pt x="7884" y="0"/>
                  </a:lnTo>
                  <a:lnTo>
                    <a:pt x="0" y="7884"/>
                  </a:lnTo>
                  <a:lnTo>
                    <a:pt x="0" y="27339"/>
                  </a:lnTo>
                  <a:lnTo>
                    <a:pt x="7884" y="35224"/>
                  </a:lnTo>
                  <a:lnTo>
                    <a:pt x="27339" y="35224"/>
                  </a:lnTo>
                  <a:lnTo>
                    <a:pt x="35224" y="27339"/>
                  </a:lnTo>
                  <a:lnTo>
                    <a:pt x="35224" y="17612"/>
                  </a:lnTo>
                  <a:lnTo>
                    <a:pt x="35224" y="7884"/>
                  </a:lnTo>
                  <a:lnTo>
                    <a:pt x="27339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1336906" y="2024572"/>
              <a:ext cx="388620" cy="388620"/>
            </a:xfrm>
            <a:custGeom>
              <a:avLst/>
              <a:gdLst/>
              <a:ahLst/>
              <a:cxnLst/>
              <a:rect l="l" t="t" r="r" b="b"/>
              <a:pathLst>
                <a:path w="388620" h="388619">
                  <a:moveTo>
                    <a:pt x="194098" y="0"/>
                  </a:moveTo>
                  <a:lnTo>
                    <a:pt x="149592" y="5126"/>
                  </a:lnTo>
                  <a:lnTo>
                    <a:pt x="108737" y="19727"/>
                  </a:lnTo>
                  <a:lnTo>
                    <a:pt x="72698" y="42640"/>
                  </a:lnTo>
                  <a:lnTo>
                    <a:pt x="42640" y="72698"/>
                  </a:lnTo>
                  <a:lnTo>
                    <a:pt x="19727" y="108737"/>
                  </a:lnTo>
                  <a:lnTo>
                    <a:pt x="5126" y="149592"/>
                  </a:lnTo>
                  <a:lnTo>
                    <a:pt x="0" y="194098"/>
                  </a:lnTo>
                  <a:lnTo>
                    <a:pt x="5126" y="238604"/>
                  </a:lnTo>
                  <a:lnTo>
                    <a:pt x="19727" y="279459"/>
                  </a:lnTo>
                  <a:lnTo>
                    <a:pt x="42640" y="315499"/>
                  </a:lnTo>
                  <a:lnTo>
                    <a:pt x="72698" y="345557"/>
                  </a:lnTo>
                  <a:lnTo>
                    <a:pt x="108737" y="368469"/>
                  </a:lnTo>
                  <a:lnTo>
                    <a:pt x="149592" y="383071"/>
                  </a:lnTo>
                  <a:lnTo>
                    <a:pt x="194098" y="388197"/>
                  </a:lnTo>
                  <a:lnTo>
                    <a:pt x="238601" y="383071"/>
                  </a:lnTo>
                  <a:lnTo>
                    <a:pt x="279455" y="368469"/>
                  </a:lnTo>
                  <a:lnTo>
                    <a:pt x="315494" y="345557"/>
                  </a:lnTo>
                  <a:lnTo>
                    <a:pt x="345553" y="315499"/>
                  </a:lnTo>
                  <a:lnTo>
                    <a:pt x="368467" y="279459"/>
                  </a:lnTo>
                  <a:lnTo>
                    <a:pt x="383070" y="238604"/>
                  </a:lnTo>
                  <a:lnTo>
                    <a:pt x="388197" y="194098"/>
                  </a:lnTo>
                  <a:lnTo>
                    <a:pt x="383070" y="149592"/>
                  </a:lnTo>
                  <a:lnTo>
                    <a:pt x="368467" y="108737"/>
                  </a:lnTo>
                  <a:lnTo>
                    <a:pt x="345553" y="72698"/>
                  </a:lnTo>
                  <a:lnTo>
                    <a:pt x="315494" y="42640"/>
                  </a:lnTo>
                  <a:lnTo>
                    <a:pt x="279455" y="19727"/>
                  </a:lnTo>
                  <a:lnTo>
                    <a:pt x="238601" y="5126"/>
                  </a:lnTo>
                  <a:lnTo>
                    <a:pt x="194098" y="0"/>
                  </a:lnTo>
                  <a:close/>
                </a:path>
              </a:pathLst>
            </a:custGeom>
            <a:solidFill>
              <a:srgbClr val="DFE8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1367712" y="2055378"/>
              <a:ext cx="327025" cy="327025"/>
            </a:xfrm>
            <a:custGeom>
              <a:avLst/>
              <a:gdLst/>
              <a:ahLst/>
              <a:cxnLst/>
              <a:rect l="l" t="t" r="r" b="b"/>
              <a:pathLst>
                <a:path w="327025" h="327025">
                  <a:moveTo>
                    <a:pt x="163293" y="0"/>
                  </a:moveTo>
                  <a:lnTo>
                    <a:pt x="119883" y="5832"/>
                  </a:lnTo>
                  <a:lnTo>
                    <a:pt x="80875" y="22294"/>
                  </a:lnTo>
                  <a:lnTo>
                    <a:pt x="47827" y="47827"/>
                  </a:lnTo>
                  <a:lnTo>
                    <a:pt x="22294" y="80875"/>
                  </a:lnTo>
                  <a:lnTo>
                    <a:pt x="5832" y="119883"/>
                  </a:lnTo>
                  <a:lnTo>
                    <a:pt x="0" y="163293"/>
                  </a:lnTo>
                  <a:lnTo>
                    <a:pt x="5832" y="206703"/>
                  </a:lnTo>
                  <a:lnTo>
                    <a:pt x="22294" y="245711"/>
                  </a:lnTo>
                  <a:lnTo>
                    <a:pt x="47827" y="278759"/>
                  </a:lnTo>
                  <a:lnTo>
                    <a:pt x="80875" y="304292"/>
                  </a:lnTo>
                  <a:lnTo>
                    <a:pt x="119883" y="320754"/>
                  </a:lnTo>
                  <a:lnTo>
                    <a:pt x="163293" y="326586"/>
                  </a:lnTo>
                  <a:lnTo>
                    <a:pt x="206703" y="320754"/>
                  </a:lnTo>
                  <a:lnTo>
                    <a:pt x="245711" y="304292"/>
                  </a:lnTo>
                  <a:lnTo>
                    <a:pt x="278759" y="278759"/>
                  </a:lnTo>
                  <a:lnTo>
                    <a:pt x="304292" y="245711"/>
                  </a:lnTo>
                  <a:lnTo>
                    <a:pt x="320754" y="206703"/>
                  </a:lnTo>
                  <a:lnTo>
                    <a:pt x="326586" y="163293"/>
                  </a:lnTo>
                  <a:lnTo>
                    <a:pt x="320754" y="119883"/>
                  </a:lnTo>
                  <a:lnTo>
                    <a:pt x="304292" y="80875"/>
                  </a:lnTo>
                  <a:lnTo>
                    <a:pt x="278759" y="47827"/>
                  </a:lnTo>
                  <a:lnTo>
                    <a:pt x="245711" y="22294"/>
                  </a:lnTo>
                  <a:lnTo>
                    <a:pt x="206703" y="5832"/>
                  </a:lnTo>
                  <a:lnTo>
                    <a:pt x="1632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461326" y="2064158"/>
              <a:ext cx="87286" cy="237169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10367649" y="3398248"/>
              <a:ext cx="735965" cy="626745"/>
            </a:xfrm>
            <a:custGeom>
              <a:avLst/>
              <a:gdLst/>
              <a:ahLst/>
              <a:cxnLst/>
              <a:rect l="l" t="t" r="r" b="b"/>
              <a:pathLst>
                <a:path w="735965" h="626745">
                  <a:moveTo>
                    <a:pt x="545899" y="0"/>
                  </a:moveTo>
                  <a:lnTo>
                    <a:pt x="189837" y="0"/>
                  </a:lnTo>
                  <a:lnTo>
                    <a:pt x="139370" y="6780"/>
                  </a:lnTo>
                  <a:lnTo>
                    <a:pt x="94022" y="25915"/>
                  </a:lnTo>
                  <a:lnTo>
                    <a:pt x="55601" y="55596"/>
                  </a:lnTo>
                  <a:lnTo>
                    <a:pt x="25918" y="94014"/>
                  </a:lnTo>
                  <a:lnTo>
                    <a:pt x="6781" y="139360"/>
                  </a:lnTo>
                  <a:lnTo>
                    <a:pt x="0" y="189826"/>
                  </a:lnTo>
                  <a:lnTo>
                    <a:pt x="0" y="436646"/>
                  </a:lnTo>
                  <a:lnTo>
                    <a:pt x="6781" y="487108"/>
                  </a:lnTo>
                  <a:lnTo>
                    <a:pt x="25918" y="532453"/>
                  </a:lnTo>
                  <a:lnTo>
                    <a:pt x="55601" y="570872"/>
                  </a:lnTo>
                  <a:lnTo>
                    <a:pt x="94022" y="600555"/>
                  </a:lnTo>
                  <a:lnTo>
                    <a:pt x="139370" y="619692"/>
                  </a:lnTo>
                  <a:lnTo>
                    <a:pt x="189837" y="626473"/>
                  </a:lnTo>
                  <a:lnTo>
                    <a:pt x="545899" y="626473"/>
                  </a:lnTo>
                  <a:lnTo>
                    <a:pt x="596361" y="619692"/>
                  </a:lnTo>
                  <a:lnTo>
                    <a:pt x="641707" y="600555"/>
                  </a:lnTo>
                  <a:lnTo>
                    <a:pt x="680125" y="570872"/>
                  </a:lnTo>
                  <a:lnTo>
                    <a:pt x="709808" y="532453"/>
                  </a:lnTo>
                  <a:lnTo>
                    <a:pt x="728945" y="487108"/>
                  </a:lnTo>
                  <a:lnTo>
                    <a:pt x="735726" y="436646"/>
                  </a:lnTo>
                  <a:lnTo>
                    <a:pt x="735726" y="189826"/>
                  </a:lnTo>
                  <a:lnTo>
                    <a:pt x="728945" y="139360"/>
                  </a:lnTo>
                  <a:lnTo>
                    <a:pt x="709808" y="94014"/>
                  </a:lnTo>
                  <a:lnTo>
                    <a:pt x="680125" y="55596"/>
                  </a:lnTo>
                  <a:lnTo>
                    <a:pt x="641707" y="25915"/>
                  </a:lnTo>
                  <a:lnTo>
                    <a:pt x="596361" y="6780"/>
                  </a:lnTo>
                  <a:lnTo>
                    <a:pt x="545899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0023342" y="4234181"/>
              <a:ext cx="927100" cy="97790"/>
            </a:xfrm>
            <a:custGeom>
              <a:avLst/>
              <a:gdLst/>
              <a:ahLst/>
              <a:cxnLst/>
              <a:rect l="l" t="t" r="r" b="b"/>
              <a:pathLst>
                <a:path w="927100" h="97789">
                  <a:moveTo>
                    <a:pt x="873826" y="0"/>
                  </a:moveTo>
                  <a:lnTo>
                    <a:pt x="53254" y="0"/>
                  </a:lnTo>
                  <a:lnTo>
                    <a:pt x="32503" y="4177"/>
                  </a:lnTo>
                  <a:lnTo>
                    <a:pt x="15578" y="15578"/>
                  </a:lnTo>
                  <a:lnTo>
                    <a:pt x="4177" y="32503"/>
                  </a:lnTo>
                  <a:lnTo>
                    <a:pt x="0" y="53254"/>
                  </a:lnTo>
                  <a:lnTo>
                    <a:pt x="0" y="90520"/>
                  </a:lnTo>
                  <a:lnTo>
                    <a:pt x="7046" y="97567"/>
                  </a:lnTo>
                  <a:lnTo>
                    <a:pt x="927081" y="97567"/>
                  </a:lnTo>
                  <a:lnTo>
                    <a:pt x="927081" y="53254"/>
                  </a:lnTo>
                  <a:lnTo>
                    <a:pt x="922904" y="32503"/>
                  </a:lnTo>
                  <a:lnTo>
                    <a:pt x="911503" y="15578"/>
                  </a:lnTo>
                  <a:lnTo>
                    <a:pt x="894578" y="4177"/>
                  </a:lnTo>
                  <a:lnTo>
                    <a:pt x="873826" y="0"/>
                  </a:lnTo>
                  <a:close/>
                </a:path>
              </a:pathLst>
            </a:custGeom>
            <a:solidFill>
              <a:srgbClr val="7E50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0023342" y="4331749"/>
              <a:ext cx="927100" cy="121285"/>
            </a:xfrm>
            <a:custGeom>
              <a:avLst/>
              <a:gdLst/>
              <a:ahLst/>
              <a:cxnLst/>
              <a:rect l="l" t="t" r="r" b="b"/>
              <a:pathLst>
                <a:path w="927100" h="121285">
                  <a:moveTo>
                    <a:pt x="920034" y="0"/>
                  </a:moveTo>
                  <a:lnTo>
                    <a:pt x="6921" y="0"/>
                  </a:lnTo>
                  <a:lnTo>
                    <a:pt x="0" y="7046"/>
                  </a:lnTo>
                  <a:lnTo>
                    <a:pt x="0" y="15737"/>
                  </a:lnTo>
                  <a:lnTo>
                    <a:pt x="0" y="23035"/>
                  </a:lnTo>
                  <a:lnTo>
                    <a:pt x="7691" y="61177"/>
                  </a:lnTo>
                  <a:lnTo>
                    <a:pt x="28671" y="92308"/>
                  </a:lnTo>
                  <a:lnTo>
                    <a:pt x="59802" y="113289"/>
                  </a:lnTo>
                  <a:lnTo>
                    <a:pt x="97944" y="120980"/>
                  </a:lnTo>
                  <a:lnTo>
                    <a:pt x="829011" y="120980"/>
                  </a:lnTo>
                  <a:lnTo>
                    <a:pt x="867172" y="113289"/>
                  </a:lnTo>
                  <a:lnTo>
                    <a:pt x="898346" y="92308"/>
                  </a:lnTo>
                  <a:lnTo>
                    <a:pt x="919370" y="61177"/>
                  </a:lnTo>
                  <a:lnTo>
                    <a:pt x="927081" y="23035"/>
                  </a:lnTo>
                  <a:lnTo>
                    <a:pt x="927081" y="7046"/>
                  </a:lnTo>
                  <a:lnTo>
                    <a:pt x="920034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0458414" y="4510543"/>
              <a:ext cx="109220" cy="123189"/>
            </a:xfrm>
            <a:custGeom>
              <a:avLst/>
              <a:gdLst/>
              <a:ahLst/>
              <a:cxnLst/>
              <a:rect l="l" t="t" r="r" b="b"/>
              <a:pathLst>
                <a:path w="109220" h="123189">
                  <a:moveTo>
                    <a:pt x="0" y="122739"/>
                  </a:moveTo>
                  <a:lnTo>
                    <a:pt x="108593" y="122739"/>
                  </a:lnTo>
                  <a:lnTo>
                    <a:pt x="108593" y="0"/>
                  </a:lnTo>
                  <a:lnTo>
                    <a:pt x="0" y="0"/>
                  </a:lnTo>
                  <a:lnTo>
                    <a:pt x="0" y="12273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0458414" y="4452785"/>
              <a:ext cx="109220" cy="57785"/>
            </a:xfrm>
            <a:custGeom>
              <a:avLst/>
              <a:gdLst/>
              <a:ahLst/>
              <a:cxnLst/>
              <a:rect l="l" t="t" r="r" b="b"/>
              <a:pathLst>
                <a:path w="109220" h="57785">
                  <a:moveTo>
                    <a:pt x="108593" y="0"/>
                  </a:moveTo>
                  <a:lnTo>
                    <a:pt x="0" y="0"/>
                  </a:lnTo>
                  <a:lnTo>
                    <a:pt x="0" y="57757"/>
                  </a:lnTo>
                  <a:lnTo>
                    <a:pt x="108593" y="57757"/>
                  </a:lnTo>
                  <a:lnTo>
                    <a:pt x="10859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0080117" y="4633283"/>
              <a:ext cx="861060" cy="426084"/>
            </a:xfrm>
            <a:custGeom>
              <a:avLst/>
              <a:gdLst/>
              <a:ahLst/>
              <a:cxnLst/>
              <a:rect l="l" t="t" r="r" b="b"/>
              <a:pathLst>
                <a:path w="861059" h="426085">
                  <a:moveTo>
                    <a:pt x="860742" y="369519"/>
                  </a:moveTo>
                  <a:lnTo>
                    <a:pt x="852551" y="318884"/>
                  </a:lnTo>
                  <a:lnTo>
                    <a:pt x="829741" y="274853"/>
                  </a:lnTo>
                  <a:lnTo>
                    <a:pt x="794994" y="240106"/>
                  </a:lnTo>
                  <a:lnTo>
                    <a:pt x="750976" y="217309"/>
                  </a:lnTo>
                  <a:lnTo>
                    <a:pt x="700328" y="209118"/>
                  </a:lnTo>
                  <a:lnTo>
                    <a:pt x="497586" y="209118"/>
                  </a:lnTo>
                  <a:lnTo>
                    <a:pt x="497586" y="0"/>
                  </a:lnTo>
                  <a:lnTo>
                    <a:pt x="365442" y="0"/>
                  </a:lnTo>
                  <a:lnTo>
                    <a:pt x="365442" y="209118"/>
                  </a:lnTo>
                  <a:lnTo>
                    <a:pt x="364705" y="209118"/>
                  </a:lnTo>
                  <a:lnTo>
                    <a:pt x="160401" y="209118"/>
                  </a:lnTo>
                  <a:lnTo>
                    <a:pt x="109753" y="217309"/>
                  </a:lnTo>
                  <a:lnTo>
                    <a:pt x="65735" y="240106"/>
                  </a:lnTo>
                  <a:lnTo>
                    <a:pt x="30988" y="274853"/>
                  </a:lnTo>
                  <a:lnTo>
                    <a:pt x="8191" y="318884"/>
                  </a:lnTo>
                  <a:lnTo>
                    <a:pt x="0" y="369519"/>
                  </a:lnTo>
                  <a:lnTo>
                    <a:pt x="0" y="425577"/>
                  </a:lnTo>
                  <a:lnTo>
                    <a:pt x="61836" y="425577"/>
                  </a:lnTo>
                  <a:lnTo>
                    <a:pt x="61836" y="369519"/>
                  </a:lnTo>
                  <a:lnTo>
                    <a:pt x="69596" y="331190"/>
                  </a:lnTo>
                  <a:lnTo>
                    <a:pt x="90741" y="299859"/>
                  </a:lnTo>
                  <a:lnTo>
                    <a:pt x="122072" y="278714"/>
                  </a:lnTo>
                  <a:lnTo>
                    <a:pt x="160401" y="270954"/>
                  </a:lnTo>
                  <a:lnTo>
                    <a:pt x="243547" y="270954"/>
                  </a:lnTo>
                  <a:lnTo>
                    <a:pt x="222478" y="311670"/>
                  </a:lnTo>
                  <a:lnTo>
                    <a:pt x="214820" y="359003"/>
                  </a:lnTo>
                  <a:lnTo>
                    <a:pt x="214820" y="425577"/>
                  </a:lnTo>
                  <a:lnTo>
                    <a:pt x="276656" y="425577"/>
                  </a:lnTo>
                  <a:lnTo>
                    <a:pt x="276656" y="359003"/>
                  </a:lnTo>
                  <a:lnTo>
                    <a:pt x="283591" y="324764"/>
                  </a:lnTo>
                  <a:lnTo>
                    <a:pt x="302475" y="296773"/>
                  </a:lnTo>
                  <a:lnTo>
                    <a:pt x="330466" y="277888"/>
                  </a:lnTo>
                  <a:lnTo>
                    <a:pt x="364705" y="270954"/>
                  </a:lnTo>
                  <a:lnTo>
                    <a:pt x="496023" y="270954"/>
                  </a:lnTo>
                  <a:lnTo>
                    <a:pt x="530263" y="277888"/>
                  </a:lnTo>
                  <a:lnTo>
                    <a:pt x="558253" y="296773"/>
                  </a:lnTo>
                  <a:lnTo>
                    <a:pt x="577138" y="324764"/>
                  </a:lnTo>
                  <a:lnTo>
                    <a:pt x="584060" y="359003"/>
                  </a:lnTo>
                  <a:lnTo>
                    <a:pt x="584060" y="425577"/>
                  </a:lnTo>
                  <a:lnTo>
                    <a:pt x="645909" y="425577"/>
                  </a:lnTo>
                  <a:lnTo>
                    <a:pt x="645909" y="359003"/>
                  </a:lnTo>
                  <a:lnTo>
                    <a:pt x="638251" y="311670"/>
                  </a:lnTo>
                  <a:lnTo>
                    <a:pt x="617169" y="270954"/>
                  </a:lnTo>
                  <a:lnTo>
                    <a:pt x="700328" y="270954"/>
                  </a:lnTo>
                  <a:lnTo>
                    <a:pt x="738657" y="278714"/>
                  </a:lnTo>
                  <a:lnTo>
                    <a:pt x="769988" y="299859"/>
                  </a:lnTo>
                  <a:lnTo>
                    <a:pt x="791133" y="331190"/>
                  </a:lnTo>
                  <a:lnTo>
                    <a:pt x="798880" y="369519"/>
                  </a:lnTo>
                  <a:lnTo>
                    <a:pt x="798880" y="425577"/>
                  </a:lnTo>
                  <a:lnTo>
                    <a:pt x="860742" y="425577"/>
                  </a:lnTo>
                  <a:lnTo>
                    <a:pt x="860742" y="36951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080122" y="4980992"/>
              <a:ext cx="156602" cy="134004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294940" y="4980097"/>
              <a:ext cx="156602" cy="134004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664158" y="4980229"/>
              <a:ext cx="156602" cy="134004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879304" y="4980229"/>
              <a:ext cx="156602" cy="134004"/>
            </a:xfrm>
            <a:prstGeom prst="rect">
              <a:avLst/>
            </a:prstGeom>
          </p:spPr>
        </p:pic>
        <p:sp>
          <p:nvSpPr>
            <p:cNvPr id="114" name="object 114" descr=""/>
            <p:cNvSpPr/>
            <p:nvPr/>
          </p:nvSpPr>
          <p:spPr>
            <a:xfrm>
              <a:off x="10023340" y="4234181"/>
              <a:ext cx="434340" cy="219075"/>
            </a:xfrm>
            <a:custGeom>
              <a:avLst/>
              <a:gdLst/>
              <a:ahLst/>
              <a:cxnLst/>
              <a:rect l="l" t="t" r="r" b="b"/>
              <a:pathLst>
                <a:path w="434340" h="219075">
                  <a:moveTo>
                    <a:pt x="404752" y="0"/>
                  </a:moveTo>
                  <a:lnTo>
                    <a:pt x="53254" y="0"/>
                  </a:lnTo>
                  <a:lnTo>
                    <a:pt x="32503" y="4177"/>
                  </a:lnTo>
                  <a:lnTo>
                    <a:pt x="15578" y="15578"/>
                  </a:lnTo>
                  <a:lnTo>
                    <a:pt x="4177" y="32503"/>
                  </a:lnTo>
                  <a:lnTo>
                    <a:pt x="0" y="53254"/>
                  </a:lnTo>
                  <a:lnTo>
                    <a:pt x="0" y="90520"/>
                  </a:lnTo>
                  <a:lnTo>
                    <a:pt x="7046" y="97567"/>
                  </a:lnTo>
                  <a:lnTo>
                    <a:pt x="0" y="104614"/>
                  </a:lnTo>
                  <a:lnTo>
                    <a:pt x="0" y="120603"/>
                  </a:lnTo>
                  <a:lnTo>
                    <a:pt x="7691" y="158745"/>
                  </a:lnTo>
                  <a:lnTo>
                    <a:pt x="28671" y="189876"/>
                  </a:lnTo>
                  <a:lnTo>
                    <a:pt x="59802" y="210857"/>
                  </a:lnTo>
                  <a:lnTo>
                    <a:pt x="97944" y="218548"/>
                  </a:lnTo>
                  <a:lnTo>
                    <a:pt x="433829" y="218548"/>
                  </a:lnTo>
                  <a:lnTo>
                    <a:pt x="401793" y="212093"/>
                  </a:lnTo>
                  <a:lnTo>
                    <a:pt x="375622" y="194474"/>
                  </a:lnTo>
                  <a:lnTo>
                    <a:pt x="357971" y="168309"/>
                  </a:lnTo>
                  <a:lnTo>
                    <a:pt x="351497" y="136215"/>
                  </a:lnTo>
                  <a:lnTo>
                    <a:pt x="351497" y="53254"/>
                  </a:lnTo>
                  <a:lnTo>
                    <a:pt x="355674" y="32503"/>
                  </a:lnTo>
                  <a:lnTo>
                    <a:pt x="367075" y="15578"/>
                  </a:lnTo>
                  <a:lnTo>
                    <a:pt x="384000" y="4177"/>
                  </a:lnTo>
                  <a:lnTo>
                    <a:pt x="404752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0502695" y="3826765"/>
              <a:ext cx="380365" cy="520700"/>
            </a:xfrm>
            <a:custGeom>
              <a:avLst/>
              <a:gdLst/>
              <a:ahLst/>
              <a:cxnLst/>
              <a:rect l="l" t="t" r="r" b="b"/>
              <a:pathLst>
                <a:path w="380365" h="520700">
                  <a:moveTo>
                    <a:pt x="339926" y="0"/>
                  </a:moveTo>
                  <a:lnTo>
                    <a:pt x="219951" y="0"/>
                  </a:lnTo>
                  <a:lnTo>
                    <a:pt x="204372" y="3194"/>
                  </a:lnTo>
                  <a:lnTo>
                    <a:pt x="191597" y="11917"/>
                  </a:lnTo>
                  <a:lnTo>
                    <a:pt x="182908" y="24874"/>
                  </a:lnTo>
                  <a:lnTo>
                    <a:pt x="179586" y="40773"/>
                  </a:lnTo>
                  <a:lnTo>
                    <a:pt x="178828" y="104302"/>
                  </a:lnTo>
                  <a:lnTo>
                    <a:pt x="177815" y="164530"/>
                  </a:lnTo>
                  <a:lnTo>
                    <a:pt x="176024" y="221149"/>
                  </a:lnTo>
                  <a:lnTo>
                    <a:pt x="172929" y="273848"/>
                  </a:lnTo>
                  <a:lnTo>
                    <a:pt x="168007" y="322316"/>
                  </a:lnTo>
                  <a:lnTo>
                    <a:pt x="160735" y="366244"/>
                  </a:lnTo>
                  <a:lnTo>
                    <a:pt x="150588" y="405321"/>
                  </a:lnTo>
                  <a:lnTo>
                    <a:pt x="119575" y="467682"/>
                  </a:lnTo>
                  <a:lnTo>
                    <a:pt x="70775" y="506919"/>
                  </a:lnTo>
                  <a:lnTo>
                    <a:pt x="0" y="520549"/>
                  </a:lnTo>
                  <a:lnTo>
                    <a:pt x="262808" y="520549"/>
                  </a:lnTo>
                  <a:lnTo>
                    <a:pt x="312717" y="506883"/>
                  </a:lnTo>
                  <a:lnTo>
                    <a:pt x="345577" y="466042"/>
                  </a:lnTo>
                  <a:lnTo>
                    <a:pt x="365080" y="398576"/>
                  </a:lnTo>
                  <a:lnTo>
                    <a:pt x="370976" y="355031"/>
                  </a:lnTo>
                  <a:lnTo>
                    <a:pt x="374917" y="305037"/>
                  </a:lnTo>
                  <a:lnTo>
                    <a:pt x="377363" y="248661"/>
                  </a:lnTo>
                  <a:lnTo>
                    <a:pt x="378778" y="185973"/>
                  </a:lnTo>
                  <a:lnTo>
                    <a:pt x="380354" y="41935"/>
                  </a:lnTo>
                  <a:lnTo>
                    <a:pt x="377305" y="25673"/>
                  </a:lnTo>
                  <a:lnTo>
                    <a:pt x="368673" y="12337"/>
                  </a:lnTo>
                  <a:lnTo>
                    <a:pt x="355774" y="3315"/>
                  </a:lnTo>
                  <a:lnTo>
                    <a:pt x="339926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0567008" y="3826760"/>
              <a:ext cx="193675" cy="520700"/>
            </a:xfrm>
            <a:custGeom>
              <a:avLst/>
              <a:gdLst/>
              <a:ahLst/>
              <a:cxnLst/>
              <a:rect l="l" t="t" r="r" b="b"/>
              <a:pathLst>
                <a:path w="193675" h="520700">
                  <a:moveTo>
                    <a:pt x="193397" y="0"/>
                  </a:moveTo>
                  <a:lnTo>
                    <a:pt x="155628" y="0"/>
                  </a:lnTo>
                  <a:lnTo>
                    <a:pt x="140051" y="3196"/>
                  </a:lnTo>
                  <a:lnTo>
                    <a:pt x="127280" y="11921"/>
                  </a:lnTo>
                  <a:lnTo>
                    <a:pt x="118594" y="24878"/>
                  </a:lnTo>
                  <a:lnTo>
                    <a:pt x="115273" y="40773"/>
                  </a:lnTo>
                  <a:lnTo>
                    <a:pt x="114233" y="118453"/>
                  </a:lnTo>
                  <a:lnTo>
                    <a:pt x="112719" y="189528"/>
                  </a:lnTo>
                  <a:lnTo>
                    <a:pt x="110150" y="253730"/>
                  </a:lnTo>
                  <a:lnTo>
                    <a:pt x="105941" y="310792"/>
                  </a:lnTo>
                  <a:lnTo>
                    <a:pt x="99511" y="360447"/>
                  </a:lnTo>
                  <a:lnTo>
                    <a:pt x="90275" y="402428"/>
                  </a:lnTo>
                  <a:lnTo>
                    <a:pt x="61053" y="462298"/>
                  </a:lnTo>
                  <a:lnTo>
                    <a:pt x="13612" y="488267"/>
                  </a:lnTo>
                  <a:lnTo>
                    <a:pt x="5842" y="489377"/>
                  </a:lnTo>
                  <a:lnTo>
                    <a:pt x="0" y="495869"/>
                  </a:lnTo>
                  <a:lnTo>
                    <a:pt x="0" y="513303"/>
                  </a:lnTo>
                  <a:lnTo>
                    <a:pt x="8041" y="520633"/>
                  </a:lnTo>
                  <a:lnTo>
                    <a:pt x="50214" y="512543"/>
                  </a:lnTo>
                  <a:lnTo>
                    <a:pt x="98929" y="477148"/>
                  </a:lnTo>
                  <a:lnTo>
                    <a:pt x="128737" y="416076"/>
                  </a:lnTo>
                  <a:lnTo>
                    <a:pt x="138042" y="376792"/>
                  </a:lnTo>
                  <a:lnTo>
                    <a:pt x="144409" y="332144"/>
                  </a:lnTo>
                  <a:lnTo>
                    <a:pt x="148435" y="282485"/>
                  </a:lnTo>
                  <a:lnTo>
                    <a:pt x="150714" y="228166"/>
                  </a:lnTo>
                  <a:lnTo>
                    <a:pt x="151845" y="169540"/>
                  </a:lnTo>
                  <a:lnTo>
                    <a:pt x="153042" y="40773"/>
                  </a:lnTo>
                  <a:lnTo>
                    <a:pt x="156363" y="24878"/>
                  </a:lnTo>
                  <a:lnTo>
                    <a:pt x="165048" y="11921"/>
                  </a:lnTo>
                  <a:lnTo>
                    <a:pt x="177819" y="3196"/>
                  </a:lnTo>
                  <a:lnTo>
                    <a:pt x="193397" y="0"/>
                  </a:lnTo>
                  <a:close/>
                </a:path>
              </a:pathLst>
            </a:custGeom>
            <a:solidFill>
              <a:srgbClr val="8B8B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0296677" y="3385785"/>
              <a:ext cx="807085" cy="639445"/>
            </a:xfrm>
            <a:custGeom>
              <a:avLst/>
              <a:gdLst/>
              <a:ahLst/>
              <a:cxnLst/>
              <a:rect l="l" t="t" r="r" b="b"/>
              <a:pathLst>
                <a:path w="807084" h="639445">
                  <a:moveTo>
                    <a:pt x="605028" y="0"/>
                  </a:moveTo>
                  <a:lnTo>
                    <a:pt x="201669" y="0"/>
                  </a:lnTo>
                  <a:lnTo>
                    <a:pt x="155428" y="5326"/>
                  </a:lnTo>
                  <a:lnTo>
                    <a:pt x="112980" y="20497"/>
                  </a:lnTo>
                  <a:lnTo>
                    <a:pt x="75535" y="44304"/>
                  </a:lnTo>
                  <a:lnTo>
                    <a:pt x="44304" y="75535"/>
                  </a:lnTo>
                  <a:lnTo>
                    <a:pt x="20497" y="112980"/>
                  </a:lnTo>
                  <a:lnTo>
                    <a:pt x="5326" y="155428"/>
                  </a:lnTo>
                  <a:lnTo>
                    <a:pt x="0" y="201669"/>
                  </a:lnTo>
                  <a:lnTo>
                    <a:pt x="0" y="437264"/>
                  </a:lnTo>
                  <a:lnTo>
                    <a:pt x="5326" y="483505"/>
                  </a:lnTo>
                  <a:lnTo>
                    <a:pt x="20497" y="525953"/>
                  </a:lnTo>
                  <a:lnTo>
                    <a:pt x="44304" y="563397"/>
                  </a:lnTo>
                  <a:lnTo>
                    <a:pt x="75535" y="594628"/>
                  </a:lnTo>
                  <a:lnTo>
                    <a:pt x="112980" y="618435"/>
                  </a:lnTo>
                  <a:lnTo>
                    <a:pt x="155428" y="633607"/>
                  </a:lnTo>
                  <a:lnTo>
                    <a:pt x="201669" y="638933"/>
                  </a:lnTo>
                  <a:lnTo>
                    <a:pt x="605028" y="638933"/>
                  </a:lnTo>
                  <a:lnTo>
                    <a:pt x="651269" y="633607"/>
                  </a:lnTo>
                  <a:lnTo>
                    <a:pt x="693717" y="618435"/>
                  </a:lnTo>
                  <a:lnTo>
                    <a:pt x="731162" y="594628"/>
                  </a:lnTo>
                  <a:lnTo>
                    <a:pt x="762393" y="563397"/>
                  </a:lnTo>
                  <a:lnTo>
                    <a:pt x="786200" y="525953"/>
                  </a:lnTo>
                  <a:lnTo>
                    <a:pt x="801371" y="483505"/>
                  </a:lnTo>
                  <a:lnTo>
                    <a:pt x="806697" y="437264"/>
                  </a:lnTo>
                  <a:lnTo>
                    <a:pt x="806697" y="201669"/>
                  </a:lnTo>
                  <a:lnTo>
                    <a:pt x="801371" y="155428"/>
                  </a:lnTo>
                  <a:lnTo>
                    <a:pt x="786200" y="112980"/>
                  </a:lnTo>
                  <a:lnTo>
                    <a:pt x="762393" y="75535"/>
                  </a:lnTo>
                  <a:lnTo>
                    <a:pt x="731162" y="44304"/>
                  </a:lnTo>
                  <a:lnTo>
                    <a:pt x="693717" y="20497"/>
                  </a:lnTo>
                  <a:lnTo>
                    <a:pt x="651269" y="5326"/>
                  </a:lnTo>
                  <a:lnTo>
                    <a:pt x="605028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0296678" y="3401680"/>
              <a:ext cx="786765" cy="257810"/>
            </a:xfrm>
            <a:custGeom>
              <a:avLst/>
              <a:gdLst/>
              <a:ahLst/>
              <a:cxnLst/>
              <a:rect l="l" t="t" r="r" b="b"/>
              <a:pathLst>
                <a:path w="786765" h="257810">
                  <a:moveTo>
                    <a:pt x="589971" y="0"/>
                  </a:moveTo>
                  <a:lnTo>
                    <a:pt x="196653" y="0"/>
                  </a:lnTo>
                  <a:lnTo>
                    <a:pt x="151564" y="5194"/>
                  </a:lnTo>
                  <a:lnTo>
                    <a:pt x="110172" y="19988"/>
                  </a:lnTo>
                  <a:lnTo>
                    <a:pt x="73658" y="43204"/>
                  </a:lnTo>
                  <a:lnTo>
                    <a:pt x="43204" y="73658"/>
                  </a:lnTo>
                  <a:lnTo>
                    <a:pt x="19988" y="110172"/>
                  </a:lnTo>
                  <a:lnTo>
                    <a:pt x="5194" y="151564"/>
                  </a:lnTo>
                  <a:lnTo>
                    <a:pt x="0" y="196653"/>
                  </a:lnTo>
                  <a:lnTo>
                    <a:pt x="0" y="257552"/>
                  </a:lnTo>
                  <a:lnTo>
                    <a:pt x="5194" y="212459"/>
                  </a:lnTo>
                  <a:lnTo>
                    <a:pt x="19988" y="171066"/>
                  </a:lnTo>
                  <a:lnTo>
                    <a:pt x="43204" y="134553"/>
                  </a:lnTo>
                  <a:lnTo>
                    <a:pt x="73658" y="104099"/>
                  </a:lnTo>
                  <a:lnTo>
                    <a:pt x="110172" y="80885"/>
                  </a:lnTo>
                  <a:lnTo>
                    <a:pt x="151564" y="66092"/>
                  </a:lnTo>
                  <a:lnTo>
                    <a:pt x="196653" y="60898"/>
                  </a:lnTo>
                  <a:lnTo>
                    <a:pt x="589971" y="60898"/>
                  </a:lnTo>
                  <a:lnTo>
                    <a:pt x="635064" y="66092"/>
                  </a:lnTo>
                  <a:lnTo>
                    <a:pt x="676457" y="80885"/>
                  </a:lnTo>
                  <a:lnTo>
                    <a:pt x="712970" y="104099"/>
                  </a:lnTo>
                  <a:lnTo>
                    <a:pt x="743424" y="134553"/>
                  </a:lnTo>
                  <a:lnTo>
                    <a:pt x="766638" y="171066"/>
                  </a:lnTo>
                  <a:lnTo>
                    <a:pt x="781431" y="212459"/>
                  </a:lnTo>
                  <a:lnTo>
                    <a:pt x="786625" y="257552"/>
                  </a:lnTo>
                  <a:lnTo>
                    <a:pt x="786625" y="196653"/>
                  </a:lnTo>
                  <a:lnTo>
                    <a:pt x="781431" y="151564"/>
                  </a:lnTo>
                  <a:lnTo>
                    <a:pt x="766638" y="110172"/>
                  </a:lnTo>
                  <a:lnTo>
                    <a:pt x="743424" y="73658"/>
                  </a:lnTo>
                  <a:lnTo>
                    <a:pt x="712970" y="43204"/>
                  </a:lnTo>
                  <a:lnTo>
                    <a:pt x="676457" y="19988"/>
                  </a:lnTo>
                  <a:lnTo>
                    <a:pt x="635064" y="5194"/>
                  </a:lnTo>
                  <a:lnTo>
                    <a:pt x="589971" y="0"/>
                  </a:lnTo>
                  <a:close/>
                </a:path>
              </a:pathLst>
            </a:custGeom>
            <a:solidFill>
              <a:srgbClr val="6DC5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0967257" y="3197902"/>
              <a:ext cx="868680" cy="581025"/>
            </a:xfrm>
            <a:custGeom>
              <a:avLst/>
              <a:gdLst/>
              <a:ahLst/>
              <a:cxnLst/>
              <a:rect l="l" t="t" r="r" b="b"/>
              <a:pathLst>
                <a:path w="868679" h="581025">
                  <a:moveTo>
                    <a:pt x="868591" y="0"/>
                  </a:moveTo>
                  <a:lnTo>
                    <a:pt x="0" y="0"/>
                  </a:lnTo>
                  <a:lnTo>
                    <a:pt x="0" y="580683"/>
                  </a:lnTo>
                  <a:lnTo>
                    <a:pt x="868591" y="580683"/>
                  </a:lnTo>
                  <a:lnTo>
                    <a:pt x="868591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0981487" y="3201211"/>
              <a:ext cx="854710" cy="571500"/>
            </a:xfrm>
            <a:custGeom>
              <a:avLst/>
              <a:gdLst/>
              <a:ahLst/>
              <a:cxnLst/>
              <a:rect l="l" t="t" r="r" b="b"/>
              <a:pathLst>
                <a:path w="854709" h="571500">
                  <a:moveTo>
                    <a:pt x="854361" y="0"/>
                  </a:moveTo>
                  <a:lnTo>
                    <a:pt x="0" y="0"/>
                  </a:lnTo>
                  <a:lnTo>
                    <a:pt x="0" y="571165"/>
                  </a:lnTo>
                  <a:lnTo>
                    <a:pt x="854361" y="571165"/>
                  </a:lnTo>
                  <a:lnTo>
                    <a:pt x="85436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0981487" y="3201211"/>
              <a:ext cx="854710" cy="21590"/>
            </a:xfrm>
            <a:custGeom>
              <a:avLst/>
              <a:gdLst/>
              <a:ahLst/>
              <a:cxnLst/>
              <a:rect l="l" t="t" r="r" b="b"/>
              <a:pathLst>
                <a:path w="854709" h="21589">
                  <a:moveTo>
                    <a:pt x="854361" y="0"/>
                  </a:moveTo>
                  <a:lnTo>
                    <a:pt x="0" y="0"/>
                  </a:lnTo>
                  <a:lnTo>
                    <a:pt x="0" y="20962"/>
                  </a:lnTo>
                  <a:lnTo>
                    <a:pt x="854361" y="20962"/>
                  </a:lnTo>
                  <a:lnTo>
                    <a:pt x="85436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1190916" y="3486590"/>
              <a:ext cx="427990" cy="286385"/>
            </a:xfrm>
            <a:custGeom>
              <a:avLst/>
              <a:gdLst/>
              <a:ahLst/>
              <a:cxnLst/>
              <a:rect l="l" t="t" r="r" b="b"/>
              <a:pathLst>
                <a:path w="427990" h="286385">
                  <a:moveTo>
                    <a:pt x="298776" y="0"/>
                  </a:moveTo>
                  <a:lnTo>
                    <a:pt x="128708" y="0"/>
                  </a:lnTo>
                  <a:lnTo>
                    <a:pt x="78607" y="10114"/>
                  </a:lnTo>
                  <a:lnTo>
                    <a:pt x="37696" y="37696"/>
                  </a:lnTo>
                  <a:lnTo>
                    <a:pt x="10114" y="78607"/>
                  </a:lnTo>
                  <a:lnTo>
                    <a:pt x="0" y="128708"/>
                  </a:lnTo>
                  <a:lnTo>
                    <a:pt x="0" y="285781"/>
                  </a:lnTo>
                  <a:lnTo>
                    <a:pt x="427484" y="285781"/>
                  </a:lnTo>
                  <a:lnTo>
                    <a:pt x="427484" y="128708"/>
                  </a:lnTo>
                  <a:lnTo>
                    <a:pt x="417368" y="78607"/>
                  </a:lnTo>
                  <a:lnTo>
                    <a:pt x="389783" y="37696"/>
                  </a:lnTo>
                  <a:lnTo>
                    <a:pt x="348872" y="10114"/>
                  </a:lnTo>
                  <a:lnTo>
                    <a:pt x="298776" y="0"/>
                  </a:lnTo>
                  <a:close/>
                </a:path>
              </a:pathLst>
            </a:custGeom>
            <a:solidFill>
              <a:srgbClr val="8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1260567" y="3578087"/>
              <a:ext cx="240029" cy="198755"/>
            </a:xfrm>
            <a:custGeom>
              <a:avLst/>
              <a:gdLst/>
              <a:ahLst/>
              <a:cxnLst/>
              <a:rect l="l" t="t" r="r" b="b"/>
              <a:pathLst>
                <a:path w="240029" h="198754">
                  <a:moveTo>
                    <a:pt x="239479" y="0"/>
                  </a:moveTo>
                  <a:lnTo>
                    <a:pt x="48700" y="0"/>
                  </a:lnTo>
                  <a:lnTo>
                    <a:pt x="0" y="198151"/>
                  </a:lnTo>
                  <a:lnTo>
                    <a:pt x="239479" y="198151"/>
                  </a:lnTo>
                  <a:lnTo>
                    <a:pt x="23947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1309267" y="3578079"/>
              <a:ext cx="191135" cy="87630"/>
            </a:xfrm>
            <a:custGeom>
              <a:avLst/>
              <a:gdLst/>
              <a:ahLst/>
              <a:cxnLst/>
              <a:rect l="l" t="t" r="r" b="b"/>
              <a:pathLst>
                <a:path w="191134" h="87629">
                  <a:moveTo>
                    <a:pt x="0" y="87159"/>
                  </a:moveTo>
                  <a:lnTo>
                    <a:pt x="190790" y="87159"/>
                  </a:lnTo>
                  <a:lnTo>
                    <a:pt x="190790" y="0"/>
                  </a:lnTo>
                  <a:lnTo>
                    <a:pt x="0" y="0"/>
                  </a:lnTo>
                  <a:lnTo>
                    <a:pt x="0" y="8715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8595968" y="3665239"/>
              <a:ext cx="4108450" cy="388620"/>
            </a:xfrm>
            <a:custGeom>
              <a:avLst/>
              <a:gdLst/>
              <a:ahLst/>
              <a:cxnLst/>
              <a:rect l="l" t="t" r="r" b="b"/>
              <a:pathLst>
                <a:path w="4108450" h="388620">
                  <a:moveTo>
                    <a:pt x="4108052" y="0"/>
                  </a:moveTo>
                  <a:lnTo>
                    <a:pt x="0" y="0"/>
                  </a:lnTo>
                  <a:lnTo>
                    <a:pt x="0" y="388218"/>
                  </a:lnTo>
                  <a:lnTo>
                    <a:pt x="4108052" y="388218"/>
                  </a:lnTo>
                  <a:lnTo>
                    <a:pt x="4108052" y="0"/>
                  </a:lnTo>
                  <a:close/>
                </a:path>
              </a:pathLst>
            </a:custGeom>
            <a:solidFill>
              <a:srgbClr val="6E74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8704624" y="4053457"/>
              <a:ext cx="3891279" cy="1000760"/>
            </a:xfrm>
            <a:custGeom>
              <a:avLst/>
              <a:gdLst/>
              <a:ahLst/>
              <a:cxnLst/>
              <a:rect l="l" t="t" r="r" b="b"/>
              <a:pathLst>
                <a:path w="3891279" h="1000760">
                  <a:moveTo>
                    <a:pt x="0" y="1000178"/>
                  </a:moveTo>
                  <a:lnTo>
                    <a:pt x="3890729" y="1000178"/>
                  </a:lnTo>
                  <a:lnTo>
                    <a:pt x="3890729" y="0"/>
                  </a:lnTo>
                  <a:lnTo>
                    <a:pt x="0" y="0"/>
                  </a:lnTo>
                  <a:lnTo>
                    <a:pt x="0" y="10001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8704624" y="4053457"/>
              <a:ext cx="3891279" cy="106680"/>
            </a:xfrm>
            <a:custGeom>
              <a:avLst/>
              <a:gdLst/>
              <a:ahLst/>
              <a:cxnLst/>
              <a:rect l="l" t="t" r="r" b="b"/>
              <a:pathLst>
                <a:path w="3891279" h="106679">
                  <a:moveTo>
                    <a:pt x="3890729" y="0"/>
                  </a:moveTo>
                  <a:lnTo>
                    <a:pt x="0" y="0"/>
                  </a:lnTo>
                  <a:lnTo>
                    <a:pt x="0" y="106572"/>
                  </a:lnTo>
                  <a:lnTo>
                    <a:pt x="3890729" y="106572"/>
                  </a:lnTo>
                  <a:lnTo>
                    <a:pt x="389072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243094" y="3576143"/>
              <a:ext cx="178193" cy="124522"/>
            </a:xfrm>
            <a:prstGeom prst="rect">
              <a:avLst/>
            </a:prstGeom>
          </p:spPr>
        </p:pic>
        <p:sp>
          <p:nvSpPr>
            <p:cNvPr id="129" name="object 129" descr=""/>
            <p:cNvSpPr/>
            <p:nvPr/>
          </p:nvSpPr>
          <p:spPr>
            <a:xfrm>
              <a:off x="12323902" y="3290512"/>
              <a:ext cx="260350" cy="375285"/>
            </a:xfrm>
            <a:custGeom>
              <a:avLst/>
              <a:gdLst/>
              <a:ahLst/>
              <a:cxnLst/>
              <a:rect l="l" t="t" r="r" b="b"/>
              <a:pathLst>
                <a:path w="260350" h="375285">
                  <a:moveTo>
                    <a:pt x="259753" y="324573"/>
                  </a:moveTo>
                  <a:lnTo>
                    <a:pt x="253365" y="305308"/>
                  </a:lnTo>
                  <a:lnTo>
                    <a:pt x="241693" y="283832"/>
                  </a:lnTo>
                  <a:lnTo>
                    <a:pt x="206235" y="227761"/>
                  </a:lnTo>
                  <a:lnTo>
                    <a:pt x="186283" y="191008"/>
                  </a:lnTo>
                  <a:lnTo>
                    <a:pt x="169913" y="149529"/>
                  </a:lnTo>
                  <a:lnTo>
                    <a:pt x="160337" y="103187"/>
                  </a:lnTo>
                  <a:lnTo>
                    <a:pt x="160769" y="51803"/>
                  </a:lnTo>
                  <a:lnTo>
                    <a:pt x="161340" y="33947"/>
                  </a:lnTo>
                  <a:lnTo>
                    <a:pt x="158496" y="19367"/>
                  </a:lnTo>
                  <a:lnTo>
                    <a:pt x="152374" y="8509"/>
                  </a:lnTo>
                  <a:lnTo>
                    <a:pt x="143154" y="1816"/>
                  </a:lnTo>
                  <a:lnTo>
                    <a:pt x="131533" y="0"/>
                  </a:lnTo>
                  <a:lnTo>
                    <a:pt x="119011" y="3492"/>
                  </a:lnTo>
                  <a:lnTo>
                    <a:pt x="106146" y="12001"/>
                  </a:lnTo>
                  <a:lnTo>
                    <a:pt x="101003" y="17411"/>
                  </a:lnTo>
                  <a:lnTo>
                    <a:pt x="96012" y="16878"/>
                  </a:lnTo>
                  <a:lnTo>
                    <a:pt x="1066" y="284149"/>
                  </a:lnTo>
                  <a:lnTo>
                    <a:pt x="0" y="287959"/>
                  </a:lnTo>
                  <a:lnTo>
                    <a:pt x="1828" y="292061"/>
                  </a:lnTo>
                  <a:lnTo>
                    <a:pt x="9588" y="295109"/>
                  </a:lnTo>
                  <a:lnTo>
                    <a:pt x="14008" y="293128"/>
                  </a:lnTo>
                  <a:lnTo>
                    <a:pt x="113118" y="39497"/>
                  </a:lnTo>
                  <a:lnTo>
                    <a:pt x="113411" y="38430"/>
                  </a:lnTo>
                  <a:lnTo>
                    <a:pt x="114109" y="31826"/>
                  </a:lnTo>
                  <a:lnTo>
                    <a:pt x="112293" y="25717"/>
                  </a:lnTo>
                  <a:lnTo>
                    <a:pt x="109664" y="22440"/>
                  </a:lnTo>
                  <a:lnTo>
                    <a:pt x="111429" y="20548"/>
                  </a:lnTo>
                  <a:lnTo>
                    <a:pt x="121526" y="13309"/>
                  </a:lnTo>
                  <a:lnTo>
                    <a:pt x="131013" y="10020"/>
                  </a:lnTo>
                  <a:lnTo>
                    <a:pt x="139357" y="10960"/>
                  </a:lnTo>
                  <a:lnTo>
                    <a:pt x="145630" y="15951"/>
                  </a:lnTo>
                  <a:lnTo>
                    <a:pt x="149745" y="24523"/>
                  </a:lnTo>
                  <a:lnTo>
                    <a:pt x="151561" y="36233"/>
                  </a:lnTo>
                  <a:lnTo>
                    <a:pt x="150939" y="50622"/>
                  </a:lnTo>
                  <a:lnTo>
                    <a:pt x="150431" y="103924"/>
                  </a:lnTo>
                  <a:lnTo>
                    <a:pt x="160210" y="151828"/>
                  </a:lnTo>
                  <a:lnTo>
                    <a:pt x="176974" y="194564"/>
                  </a:lnTo>
                  <a:lnTo>
                    <a:pt x="197421" y="232321"/>
                  </a:lnTo>
                  <a:lnTo>
                    <a:pt x="232448" y="287655"/>
                  </a:lnTo>
                  <a:lnTo>
                    <a:pt x="243459" y="307441"/>
                  </a:lnTo>
                  <a:lnTo>
                    <a:pt x="249707" y="324612"/>
                  </a:lnTo>
                  <a:lnTo>
                    <a:pt x="249593" y="339102"/>
                  </a:lnTo>
                  <a:lnTo>
                    <a:pt x="246748" y="345211"/>
                  </a:lnTo>
                  <a:lnTo>
                    <a:pt x="241922" y="350824"/>
                  </a:lnTo>
                  <a:lnTo>
                    <a:pt x="235051" y="355968"/>
                  </a:lnTo>
                  <a:lnTo>
                    <a:pt x="226110" y="360705"/>
                  </a:lnTo>
                  <a:lnTo>
                    <a:pt x="200685" y="364439"/>
                  </a:lnTo>
                  <a:lnTo>
                    <a:pt x="178371" y="354012"/>
                  </a:lnTo>
                  <a:lnTo>
                    <a:pt x="158229" y="334276"/>
                  </a:lnTo>
                  <a:lnTo>
                    <a:pt x="125653" y="292354"/>
                  </a:lnTo>
                  <a:lnTo>
                    <a:pt x="111899" y="277126"/>
                  </a:lnTo>
                  <a:lnTo>
                    <a:pt x="97612" y="266496"/>
                  </a:lnTo>
                  <a:lnTo>
                    <a:pt x="82346" y="262496"/>
                  </a:lnTo>
                  <a:lnTo>
                    <a:pt x="70408" y="266039"/>
                  </a:lnTo>
                  <a:lnTo>
                    <a:pt x="57442" y="274967"/>
                  </a:lnTo>
                  <a:lnTo>
                    <a:pt x="44526" y="287413"/>
                  </a:lnTo>
                  <a:lnTo>
                    <a:pt x="33261" y="301536"/>
                  </a:lnTo>
                  <a:lnTo>
                    <a:pt x="41592" y="309867"/>
                  </a:lnTo>
                  <a:lnTo>
                    <a:pt x="51244" y="297167"/>
                  </a:lnTo>
                  <a:lnTo>
                    <a:pt x="62268" y="285102"/>
                  </a:lnTo>
                  <a:lnTo>
                    <a:pt x="73037" y="276047"/>
                  </a:lnTo>
                  <a:lnTo>
                    <a:pt x="81953" y="272402"/>
                  </a:lnTo>
                  <a:lnTo>
                    <a:pt x="82334" y="272402"/>
                  </a:lnTo>
                  <a:lnTo>
                    <a:pt x="94513" y="276072"/>
                  </a:lnTo>
                  <a:lnTo>
                    <a:pt x="106667" y="285813"/>
                  </a:lnTo>
                  <a:lnTo>
                    <a:pt x="118922" y="299770"/>
                  </a:lnTo>
                  <a:lnTo>
                    <a:pt x="147701" y="337096"/>
                  </a:lnTo>
                  <a:lnTo>
                    <a:pt x="165379" y="356069"/>
                  </a:lnTo>
                  <a:lnTo>
                    <a:pt x="185013" y="369811"/>
                  </a:lnTo>
                  <a:lnTo>
                    <a:pt x="207124" y="375094"/>
                  </a:lnTo>
                  <a:lnTo>
                    <a:pt x="214376" y="375094"/>
                  </a:lnTo>
                  <a:lnTo>
                    <a:pt x="249428" y="357327"/>
                  </a:lnTo>
                  <a:lnTo>
                    <a:pt x="259080" y="341871"/>
                  </a:lnTo>
                  <a:lnTo>
                    <a:pt x="259753" y="32457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2323903" y="3486809"/>
              <a:ext cx="49530" cy="99060"/>
            </a:xfrm>
            <a:custGeom>
              <a:avLst/>
              <a:gdLst/>
              <a:ahLst/>
              <a:cxnLst/>
              <a:rect l="l" t="t" r="r" b="b"/>
              <a:pathLst>
                <a:path w="49529" h="99060">
                  <a:moveTo>
                    <a:pt x="28773" y="0"/>
                  </a:moveTo>
                  <a:lnTo>
                    <a:pt x="1068" y="87850"/>
                  </a:lnTo>
                  <a:lnTo>
                    <a:pt x="0" y="91651"/>
                  </a:lnTo>
                  <a:lnTo>
                    <a:pt x="1832" y="95766"/>
                  </a:lnTo>
                  <a:lnTo>
                    <a:pt x="9591" y="98803"/>
                  </a:lnTo>
                  <a:lnTo>
                    <a:pt x="14010" y="96824"/>
                  </a:lnTo>
                  <a:lnTo>
                    <a:pt x="49171" y="7005"/>
                  </a:lnTo>
                  <a:lnTo>
                    <a:pt x="2877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8595968" y="3665239"/>
              <a:ext cx="4108450" cy="60960"/>
            </a:xfrm>
            <a:custGeom>
              <a:avLst/>
              <a:gdLst/>
              <a:ahLst/>
              <a:cxnLst/>
              <a:rect l="l" t="t" r="r" b="b"/>
              <a:pathLst>
                <a:path w="4108450" h="60960">
                  <a:moveTo>
                    <a:pt x="4108052" y="0"/>
                  </a:moveTo>
                  <a:lnTo>
                    <a:pt x="0" y="0"/>
                  </a:lnTo>
                  <a:lnTo>
                    <a:pt x="0" y="60898"/>
                  </a:lnTo>
                  <a:lnTo>
                    <a:pt x="4108052" y="60898"/>
                  </a:lnTo>
                  <a:lnTo>
                    <a:pt x="4108052" y="0"/>
                  </a:lnTo>
                  <a:close/>
                </a:path>
              </a:pathLst>
            </a:custGeom>
            <a:solidFill>
              <a:srgbClr val="959A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8682803" y="5053636"/>
              <a:ext cx="3932554" cy="172720"/>
            </a:xfrm>
            <a:custGeom>
              <a:avLst/>
              <a:gdLst/>
              <a:ahLst/>
              <a:cxnLst/>
              <a:rect l="l" t="t" r="r" b="b"/>
              <a:pathLst>
                <a:path w="3932554" h="172720">
                  <a:moveTo>
                    <a:pt x="3932414" y="0"/>
                  </a:moveTo>
                  <a:lnTo>
                    <a:pt x="0" y="0"/>
                  </a:lnTo>
                  <a:lnTo>
                    <a:pt x="0" y="172099"/>
                  </a:lnTo>
                  <a:lnTo>
                    <a:pt x="3932414" y="172099"/>
                  </a:lnTo>
                  <a:lnTo>
                    <a:pt x="3932414" y="0"/>
                  </a:lnTo>
                  <a:close/>
                </a:path>
              </a:pathLst>
            </a:custGeom>
            <a:solidFill>
              <a:srgbClr val="E2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9091841" y="3525422"/>
              <a:ext cx="371475" cy="110489"/>
            </a:xfrm>
            <a:custGeom>
              <a:avLst/>
              <a:gdLst/>
              <a:ahLst/>
              <a:cxnLst/>
              <a:rect l="l" t="t" r="r" b="b"/>
              <a:pathLst>
                <a:path w="371475" h="110489">
                  <a:moveTo>
                    <a:pt x="68970" y="0"/>
                  </a:moveTo>
                  <a:lnTo>
                    <a:pt x="25312" y="9011"/>
                  </a:lnTo>
                  <a:lnTo>
                    <a:pt x="0" y="47887"/>
                  </a:lnTo>
                  <a:lnTo>
                    <a:pt x="371182" y="109906"/>
                  </a:lnTo>
                  <a:lnTo>
                    <a:pt x="371359" y="93874"/>
                  </a:lnTo>
                  <a:lnTo>
                    <a:pt x="366775" y="79772"/>
                  </a:lnTo>
                  <a:lnTo>
                    <a:pt x="326042" y="53918"/>
                  </a:lnTo>
                  <a:lnTo>
                    <a:pt x="254250" y="31626"/>
                  </a:lnTo>
                  <a:lnTo>
                    <a:pt x="180863" y="15930"/>
                  </a:lnTo>
                  <a:lnTo>
                    <a:pt x="97965" y="2077"/>
                  </a:lnTo>
                  <a:lnTo>
                    <a:pt x="68970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9136900" y="3550341"/>
              <a:ext cx="222250" cy="48260"/>
            </a:xfrm>
            <a:custGeom>
              <a:avLst/>
              <a:gdLst/>
              <a:ahLst/>
              <a:cxnLst/>
              <a:rect l="l" t="t" r="r" b="b"/>
              <a:pathLst>
                <a:path w="222250" h="48260">
                  <a:moveTo>
                    <a:pt x="44513" y="10490"/>
                  </a:moveTo>
                  <a:lnTo>
                    <a:pt x="40957" y="5588"/>
                  </a:lnTo>
                  <a:lnTo>
                    <a:pt x="6362" y="0"/>
                  </a:lnTo>
                  <a:lnTo>
                    <a:pt x="1460" y="3543"/>
                  </a:lnTo>
                  <a:lnTo>
                    <a:pt x="0" y="12636"/>
                  </a:lnTo>
                  <a:lnTo>
                    <a:pt x="43040" y="19596"/>
                  </a:lnTo>
                  <a:lnTo>
                    <a:pt x="44513" y="10490"/>
                  </a:lnTo>
                  <a:close/>
                </a:path>
                <a:path w="222250" h="48260">
                  <a:moveTo>
                    <a:pt x="103619" y="20053"/>
                  </a:moveTo>
                  <a:lnTo>
                    <a:pt x="100088" y="15138"/>
                  </a:lnTo>
                  <a:lnTo>
                    <a:pt x="65493" y="9550"/>
                  </a:lnTo>
                  <a:lnTo>
                    <a:pt x="60591" y="13093"/>
                  </a:lnTo>
                  <a:lnTo>
                    <a:pt x="59105" y="22199"/>
                  </a:lnTo>
                  <a:lnTo>
                    <a:pt x="102158" y="29146"/>
                  </a:lnTo>
                  <a:lnTo>
                    <a:pt x="103619" y="20053"/>
                  </a:lnTo>
                  <a:close/>
                </a:path>
                <a:path w="222250" h="48260">
                  <a:moveTo>
                    <a:pt x="162750" y="29591"/>
                  </a:moveTo>
                  <a:lnTo>
                    <a:pt x="159207" y="24701"/>
                  </a:lnTo>
                  <a:lnTo>
                    <a:pt x="124612" y="19100"/>
                  </a:lnTo>
                  <a:lnTo>
                    <a:pt x="119710" y="22644"/>
                  </a:lnTo>
                  <a:lnTo>
                    <a:pt x="118237" y="31737"/>
                  </a:lnTo>
                  <a:lnTo>
                    <a:pt x="161277" y="38696"/>
                  </a:lnTo>
                  <a:lnTo>
                    <a:pt x="162750" y="29591"/>
                  </a:lnTo>
                  <a:close/>
                </a:path>
                <a:path w="222250" h="48260">
                  <a:moveTo>
                    <a:pt x="221869" y="39141"/>
                  </a:moveTo>
                  <a:lnTo>
                    <a:pt x="218325" y="34251"/>
                  </a:lnTo>
                  <a:lnTo>
                    <a:pt x="183730" y="28651"/>
                  </a:lnTo>
                  <a:lnTo>
                    <a:pt x="178828" y="32194"/>
                  </a:lnTo>
                  <a:lnTo>
                    <a:pt x="177355" y="41287"/>
                  </a:lnTo>
                  <a:lnTo>
                    <a:pt x="220395" y="48247"/>
                  </a:lnTo>
                  <a:lnTo>
                    <a:pt x="221869" y="39141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9373381" y="3588542"/>
              <a:ext cx="45085" cy="19685"/>
            </a:xfrm>
            <a:custGeom>
              <a:avLst/>
              <a:gdLst/>
              <a:ahLst/>
              <a:cxnLst/>
              <a:rect l="l" t="t" r="r" b="b"/>
              <a:pathLst>
                <a:path w="45084" h="19685">
                  <a:moveTo>
                    <a:pt x="6376" y="0"/>
                  </a:moveTo>
                  <a:lnTo>
                    <a:pt x="1476" y="3539"/>
                  </a:lnTo>
                  <a:lnTo>
                    <a:pt x="0" y="12638"/>
                  </a:lnTo>
                  <a:lnTo>
                    <a:pt x="43045" y="19591"/>
                  </a:lnTo>
                  <a:lnTo>
                    <a:pt x="44511" y="10491"/>
                  </a:lnTo>
                  <a:lnTo>
                    <a:pt x="40972" y="5591"/>
                  </a:lnTo>
                  <a:lnTo>
                    <a:pt x="6376" y="0"/>
                  </a:lnTo>
                  <a:close/>
                </a:path>
              </a:pathLst>
            </a:custGeom>
            <a:solidFill>
              <a:srgbClr val="4FB9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9062552" y="3560229"/>
              <a:ext cx="413384" cy="105410"/>
            </a:xfrm>
            <a:custGeom>
              <a:avLst/>
              <a:gdLst/>
              <a:ahLst/>
              <a:cxnLst/>
              <a:rect l="l" t="t" r="r" b="b"/>
              <a:pathLst>
                <a:path w="413384" h="105410">
                  <a:moveTo>
                    <a:pt x="52050" y="0"/>
                  </a:moveTo>
                  <a:lnTo>
                    <a:pt x="25202" y="6838"/>
                  </a:lnTo>
                  <a:lnTo>
                    <a:pt x="6817" y="24327"/>
                  </a:lnTo>
                  <a:lnTo>
                    <a:pt x="0" y="53134"/>
                  </a:lnTo>
                  <a:lnTo>
                    <a:pt x="0" y="100294"/>
                  </a:lnTo>
                  <a:lnTo>
                    <a:pt x="4722" y="105006"/>
                  </a:lnTo>
                  <a:lnTo>
                    <a:pt x="408699" y="105006"/>
                  </a:lnTo>
                  <a:lnTo>
                    <a:pt x="413191" y="100294"/>
                  </a:lnTo>
                  <a:lnTo>
                    <a:pt x="413191" y="94232"/>
                  </a:lnTo>
                  <a:lnTo>
                    <a:pt x="413191" y="89520"/>
                  </a:lnTo>
                  <a:lnTo>
                    <a:pt x="390228" y="55844"/>
                  </a:lnTo>
                  <a:lnTo>
                    <a:pt x="84259" y="3146"/>
                  </a:lnTo>
                  <a:lnTo>
                    <a:pt x="5205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9062542" y="3640499"/>
              <a:ext cx="413384" cy="24130"/>
            </a:xfrm>
            <a:custGeom>
              <a:avLst/>
              <a:gdLst/>
              <a:ahLst/>
              <a:cxnLst/>
              <a:rect l="l" t="t" r="r" b="b"/>
              <a:pathLst>
                <a:path w="413384" h="24129">
                  <a:moveTo>
                    <a:pt x="413194" y="8890"/>
                  </a:moveTo>
                  <a:lnTo>
                    <a:pt x="412851" y="8890"/>
                  </a:lnTo>
                  <a:lnTo>
                    <a:pt x="412851" y="5080"/>
                  </a:lnTo>
                  <a:lnTo>
                    <a:pt x="411708" y="5080"/>
                  </a:lnTo>
                  <a:lnTo>
                    <a:pt x="41170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8890"/>
                  </a:lnTo>
                  <a:lnTo>
                    <a:pt x="0" y="13970"/>
                  </a:lnTo>
                  <a:lnTo>
                    <a:pt x="0" y="20320"/>
                  </a:lnTo>
                  <a:lnTo>
                    <a:pt x="2197" y="20320"/>
                  </a:lnTo>
                  <a:lnTo>
                    <a:pt x="2197" y="24130"/>
                  </a:lnTo>
                  <a:lnTo>
                    <a:pt x="411111" y="24130"/>
                  </a:lnTo>
                  <a:lnTo>
                    <a:pt x="411111" y="20320"/>
                  </a:lnTo>
                  <a:lnTo>
                    <a:pt x="413194" y="20320"/>
                  </a:lnTo>
                  <a:lnTo>
                    <a:pt x="413194" y="13970"/>
                  </a:lnTo>
                  <a:lnTo>
                    <a:pt x="413194" y="889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8" name="object 138" descr=""/>
          <p:cNvGrpSpPr/>
          <p:nvPr/>
        </p:nvGrpSpPr>
        <p:grpSpPr>
          <a:xfrm>
            <a:off x="1128928" y="7467856"/>
            <a:ext cx="934085" cy="2834640"/>
            <a:chOff x="1128928" y="7467856"/>
            <a:chExt cx="934085" cy="2834640"/>
          </a:xfrm>
        </p:grpSpPr>
        <p:sp>
          <p:nvSpPr>
            <p:cNvPr id="139" name="object 139" descr=""/>
            <p:cNvSpPr/>
            <p:nvPr/>
          </p:nvSpPr>
          <p:spPr>
            <a:xfrm>
              <a:off x="1128928" y="7467856"/>
              <a:ext cx="934085" cy="2834640"/>
            </a:xfrm>
            <a:custGeom>
              <a:avLst/>
              <a:gdLst/>
              <a:ahLst/>
              <a:cxnLst/>
              <a:rect l="l" t="t" r="r" b="b"/>
              <a:pathLst>
                <a:path w="934085" h="2834640">
                  <a:moveTo>
                    <a:pt x="933762" y="0"/>
                  </a:moveTo>
                  <a:lnTo>
                    <a:pt x="0" y="0"/>
                  </a:lnTo>
                  <a:lnTo>
                    <a:pt x="0" y="2834039"/>
                  </a:lnTo>
                  <a:lnTo>
                    <a:pt x="933762" y="2834039"/>
                  </a:lnTo>
                  <a:lnTo>
                    <a:pt x="933762" y="0"/>
                  </a:lnTo>
                  <a:close/>
                </a:path>
              </a:pathLst>
            </a:custGeom>
            <a:solidFill>
              <a:srgbClr val="6E74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189837" y="7528756"/>
              <a:ext cx="812165" cy="1504315"/>
            </a:xfrm>
            <a:custGeom>
              <a:avLst/>
              <a:gdLst/>
              <a:ahLst/>
              <a:cxnLst/>
              <a:rect l="l" t="t" r="r" b="b"/>
              <a:pathLst>
                <a:path w="812164" h="1504315">
                  <a:moveTo>
                    <a:pt x="811949" y="780300"/>
                  </a:moveTo>
                  <a:lnTo>
                    <a:pt x="0" y="780300"/>
                  </a:lnTo>
                  <a:lnTo>
                    <a:pt x="0" y="1504289"/>
                  </a:lnTo>
                  <a:lnTo>
                    <a:pt x="811949" y="1504289"/>
                  </a:lnTo>
                  <a:lnTo>
                    <a:pt x="811949" y="780300"/>
                  </a:lnTo>
                  <a:close/>
                </a:path>
                <a:path w="812164" h="1504315">
                  <a:moveTo>
                    <a:pt x="811949" y="0"/>
                  </a:moveTo>
                  <a:lnTo>
                    <a:pt x="0" y="0"/>
                  </a:lnTo>
                  <a:lnTo>
                    <a:pt x="0" y="711212"/>
                  </a:lnTo>
                  <a:lnTo>
                    <a:pt x="811949" y="711212"/>
                  </a:lnTo>
                  <a:lnTo>
                    <a:pt x="811949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469253" y="8496275"/>
              <a:ext cx="127000" cy="537210"/>
            </a:xfrm>
            <a:custGeom>
              <a:avLst/>
              <a:gdLst/>
              <a:ahLst/>
              <a:cxnLst/>
              <a:rect l="l" t="t" r="r" b="b"/>
              <a:pathLst>
                <a:path w="127000" h="537209">
                  <a:moveTo>
                    <a:pt x="126561" y="0"/>
                  </a:moveTo>
                  <a:lnTo>
                    <a:pt x="0" y="0"/>
                  </a:lnTo>
                  <a:lnTo>
                    <a:pt x="0" y="537041"/>
                  </a:lnTo>
                  <a:lnTo>
                    <a:pt x="126561" y="537041"/>
                  </a:lnTo>
                  <a:lnTo>
                    <a:pt x="126561" y="0"/>
                  </a:lnTo>
                  <a:close/>
                </a:path>
              </a:pathLst>
            </a:custGeom>
            <a:solidFill>
              <a:srgbClr val="21A7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482185" y="8934482"/>
              <a:ext cx="100965" cy="58419"/>
            </a:xfrm>
            <a:custGeom>
              <a:avLst/>
              <a:gdLst/>
              <a:ahLst/>
              <a:cxnLst/>
              <a:rect l="l" t="t" r="r" b="b"/>
              <a:pathLst>
                <a:path w="100965" h="58420">
                  <a:moveTo>
                    <a:pt x="100708" y="0"/>
                  </a:moveTo>
                  <a:lnTo>
                    <a:pt x="0" y="0"/>
                  </a:lnTo>
                  <a:lnTo>
                    <a:pt x="0" y="58144"/>
                  </a:lnTo>
                  <a:lnTo>
                    <a:pt x="100708" y="58144"/>
                  </a:lnTo>
                  <a:lnTo>
                    <a:pt x="100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469255" y="8496274"/>
              <a:ext cx="127000" cy="537210"/>
            </a:xfrm>
            <a:custGeom>
              <a:avLst/>
              <a:gdLst/>
              <a:ahLst/>
              <a:cxnLst/>
              <a:rect l="l" t="t" r="r" b="b"/>
              <a:pathLst>
                <a:path w="127000" h="537209">
                  <a:moveTo>
                    <a:pt x="126561" y="0"/>
                  </a:moveTo>
                  <a:lnTo>
                    <a:pt x="0" y="537041"/>
                  </a:lnTo>
                  <a:lnTo>
                    <a:pt x="126561" y="537041"/>
                  </a:lnTo>
                  <a:lnTo>
                    <a:pt x="12656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330242" y="8496275"/>
              <a:ext cx="127000" cy="537210"/>
            </a:xfrm>
            <a:custGeom>
              <a:avLst/>
              <a:gdLst/>
              <a:ahLst/>
              <a:cxnLst/>
              <a:rect l="l" t="t" r="r" b="b"/>
              <a:pathLst>
                <a:path w="127000" h="537209">
                  <a:moveTo>
                    <a:pt x="126561" y="0"/>
                  </a:moveTo>
                  <a:lnTo>
                    <a:pt x="0" y="0"/>
                  </a:lnTo>
                  <a:lnTo>
                    <a:pt x="0" y="537041"/>
                  </a:lnTo>
                  <a:lnTo>
                    <a:pt x="126561" y="537041"/>
                  </a:lnTo>
                  <a:lnTo>
                    <a:pt x="126561" y="0"/>
                  </a:lnTo>
                  <a:close/>
                </a:path>
              </a:pathLst>
            </a:custGeom>
            <a:solidFill>
              <a:srgbClr val="21A7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343173" y="8934482"/>
              <a:ext cx="100965" cy="58419"/>
            </a:xfrm>
            <a:custGeom>
              <a:avLst/>
              <a:gdLst/>
              <a:ahLst/>
              <a:cxnLst/>
              <a:rect l="l" t="t" r="r" b="b"/>
              <a:pathLst>
                <a:path w="100965" h="58420">
                  <a:moveTo>
                    <a:pt x="100708" y="0"/>
                  </a:moveTo>
                  <a:lnTo>
                    <a:pt x="0" y="0"/>
                  </a:lnTo>
                  <a:lnTo>
                    <a:pt x="0" y="58144"/>
                  </a:lnTo>
                  <a:lnTo>
                    <a:pt x="100708" y="58144"/>
                  </a:lnTo>
                  <a:lnTo>
                    <a:pt x="100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330246" y="8496274"/>
              <a:ext cx="127000" cy="537210"/>
            </a:xfrm>
            <a:custGeom>
              <a:avLst/>
              <a:gdLst/>
              <a:ahLst/>
              <a:cxnLst/>
              <a:rect l="l" t="t" r="r" b="b"/>
              <a:pathLst>
                <a:path w="127000" h="537209">
                  <a:moveTo>
                    <a:pt x="126561" y="0"/>
                  </a:moveTo>
                  <a:lnTo>
                    <a:pt x="0" y="537041"/>
                  </a:lnTo>
                  <a:lnTo>
                    <a:pt x="126561" y="537041"/>
                  </a:lnTo>
                  <a:lnTo>
                    <a:pt x="12656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189838" y="8496275"/>
              <a:ext cx="127000" cy="537210"/>
            </a:xfrm>
            <a:custGeom>
              <a:avLst/>
              <a:gdLst/>
              <a:ahLst/>
              <a:cxnLst/>
              <a:rect l="l" t="t" r="r" b="b"/>
              <a:pathLst>
                <a:path w="127000" h="537209">
                  <a:moveTo>
                    <a:pt x="126561" y="0"/>
                  </a:moveTo>
                  <a:lnTo>
                    <a:pt x="0" y="0"/>
                  </a:lnTo>
                  <a:lnTo>
                    <a:pt x="0" y="537041"/>
                  </a:lnTo>
                  <a:lnTo>
                    <a:pt x="126561" y="537041"/>
                  </a:lnTo>
                  <a:lnTo>
                    <a:pt x="126561" y="0"/>
                  </a:lnTo>
                  <a:close/>
                </a:path>
              </a:pathLst>
            </a:custGeom>
            <a:solidFill>
              <a:srgbClr val="3E8A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202759" y="8934482"/>
              <a:ext cx="100965" cy="58419"/>
            </a:xfrm>
            <a:custGeom>
              <a:avLst/>
              <a:gdLst/>
              <a:ahLst/>
              <a:cxnLst/>
              <a:rect l="l" t="t" r="r" b="b"/>
              <a:pathLst>
                <a:path w="100965" h="58420">
                  <a:moveTo>
                    <a:pt x="100708" y="0"/>
                  </a:moveTo>
                  <a:lnTo>
                    <a:pt x="0" y="0"/>
                  </a:lnTo>
                  <a:lnTo>
                    <a:pt x="0" y="58144"/>
                  </a:lnTo>
                  <a:lnTo>
                    <a:pt x="100708" y="58144"/>
                  </a:lnTo>
                  <a:lnTo>
                    <a:pt x="100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189838" y="8496274"/>
              <a:ext cx="127000" cy="537210"/>
            </a:xfrm>
            <a:custGeom>
              <a:avLst/>
              <a:gdLst/>
              <a:ahLst/>
              <a:cxnLst/>
              <a:rect l="l" t="t" r="r" b="b"/>
              <a:pathLst>
                <a:path w="127000" h="537209">
                  <a:moveTo>
                    <a:pt x="126561" y="0"/>
                  </a:moveTo>
                  <a:lnTo>
                    <a:pt x="0" y="537041"/>
                  </a:lnTo>
                  <a:lnTo>
                    <a:pt x="126561" y="537041"/>
                  </a:lnTo>
                  <a:lnTo>
                    <a:pt x="12656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868016" y="8466737"/>
              <a:ext cx="133985" cy="567055"/>
            </a:xfrm>
            <a:custGeom>
              <a:avLst/>
              <a:gdLst/>
              <a:ahLst/>
              <a:cxnLst/>
              <a:rect l="l" t="t" r="r" b="b"/>
              <a:pathLst>
                <a:path w="133985" h="567054">
                  <a:moveTo>
                    <a:pt x="133776" y="0"/>
                  </a:moveTo>
                  <a:lnTo>
                    <a:pt x="0" y="0"/>
                  </a:lnTo>
                  <a:lnTo>
                    <a:pt x="0" y="566715"/>
                  </a:lnTo>
                  <a:lnTo>
                    <a:pt x="133776" y="566715"/>
                  </a:lnTo>
                  <a:lnTo>
                    <a:pt x="133776" y="0"/>
                  </a:lnTo>
                  <a:close/>
                </a:path>
              </a:pathLst>
            </a:custGeom>
            <a:solidFill>
              <a:srgbClr val="3E8A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881691" y="8496275"/>
              <a:ext cx="106680" cy="222885"/>
            </a:xfrm>
            <a:custGeom>
              <a:avLst/>
              <a:gdLst/>
              <a:ahLst/>
              <a:cxnLst/>
              <a:rect l="l" t="t" r="r" b="b"/>
              <a:pathLst>
                <a:path w="106680" h="222884">
                  <a:moveTo>
                    <a:pt x="106447" y="0"/>
                  </a:moveTo>
                  <a:lnTo>
                    <a:pt x="0" y="0"/>
                  </a:lnTo>
                  <a:lnTo>
                    <a:pt x="0" y="222265"/>
                  </a:lnTo>
                  <a:lnTo>
                    <a:pt x="106447" y="222265"/>
                  </a:lnTo>
                  <a:lnTo>
                    <a:pt x="1064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868020" y="8461429"/>
              <a:ext cx="133985" cy="567055"/>
            </a:xfrm>
            <a:custGeom>
              <a:avLst/>
              <a:gdLst/>
              <a:ahLst/>
              <a:cxnLst/>
              <a:rect l="l" t="t" r="r" b="b"/>
              <a:pathLst>
                <a:path w="133985" h="567054">
                  <a:moveTo>
                    <a:pt x="133776" y="0"/>
                  </a:moveTo>
                  <a:lnTo>
                    <a:pt x="0" y="566715"/>
                  </a:lnTo>
                  <a:lnTo>
                    <a:pt x="133776" y="566715"/>
                  </a:lnTo>
                  <a:lnTo>
                    <a:pt x="13377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888996" y="8913963"/>
              <a:ext cx="91829" cy="91745"/>
            </a:xfrm>
            <a:prstGeom prst="rect">
              <a:avLst/>
            </a:prstGeom>
          </p:spPr>
        </p:pic>
        <p:sp>
          <p:nvSpPr>
            <p:cNvPr id="154" name="object 154" descr=""/>
            <p:cNvSpPr/>
            <p:nvPr/>
          </p:nvSpPr>
          <p:spPr>
            <a:xfrm>
              <a:off x="1892287" y="8517528"/>
              <a:ext cx="85725" cy="81280"/>
            </a:xfrm>
            <a:custGeom>
              <a:avLst/>
              <a:gdLst/>
              <a:ahLst/>
              <a:cxnLst/>
              <a:rect l="l" t="t" r="r" b="b"/>
              <a:pathLst>
                <a:path w="85725" h="81279">
                  <a:moveTo>
                    <a:pt x="85242" y="65163"/>
                  </a:moveTo>
                  <a:lnTo>
                    <a:pt x="0" y="65163"/>
                  </a:lnTo>
                  <a:lnTo>
                    <a:pt x="0" y="80733"/>
                  </a:lnTo>
                  <a:lnTo>
                    <a:pt x="85242" y="80733"/>
                  </a:lnTo>
                  <a:lnTo>
                    <a:pt x="85242" y="65163"/>
                  </a:lnTo>
                  <a:close/>
                </a:path>
                <a:path w="85725" h="81279">
                  <a:moveTo>
                    <a:pt x="85242" y="32588"/>
                  </a:moveTo>
                  <a:lnTo>
                    <a:pt x="0" y="32588"/>
                  </a:lnTo>
                  <a:lnTo>
                    <a:pt x="0" y="48171"/>
                  </a:lnTo>
                  <a:lnTo>
                    <a:pt x="85242" y="48171"/>
                  </a:lnTo>
                  <a:lnTo>
                    <a:pt x="85242" y="32588"/>
                  </a:lnTo>
                  <a:close/>
                </a:path>
                <a:path w="85725" h="81279">
                  <a:moveTo>
                    <a:pt x="85242" y="0"/>
                  </a:moveTo>
                  <a:lnTo>
                    <a:pt x="0" y="0"/>
                  </a:lnTo>
                  <a:lnTo>
                    <a:pt x="0" y="15582"/>
                  </a:lnTo>
                  <a:lnTo>
                    <a:pt x="85242" y="15582"/>
                  </a:lnTo>
                  <a:lnTo>
                    <a:pt x="85242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595385" y="8469396"/>
              <a:ext cx="133985" cy="567055"/>
            </a:xfrm>
            <a:custGeom>
              <a:avLst/>
              <a:gdLst/>
              <a:ahLst/>
              <a:cxnLst/>
              <a:rect l="l" t="t" r="r" b="b"/>
              <a:pathLst>
                <a:path w="133985" h="567054">
                  <a:moveTo>
                    <a:pt x="133776" y="0"/>
                  </a:moveTo>
                  <a:lnTo>
                    <a:pt x="0" y="0"/>
                  </a:lnTo>
                  <a:lnTo>
                    <a:pt x="0" y="566715"/>
                  </a:lnTo>
                  <a:lnTo>
                    <a:pt x="133776" y="566715"/>
                  </a:lnTo>
                  <a:lnTo>
                    <a:pt x="133776" y="0"/>
                  </a:lnTo>
                  <a:close/>
                </a:path>
              </a:pathLst>
            </a:custGeom>
            <a:solidFill>
              <a:srgbClr val="21A7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609050" y="8498935"/>
              <a:ext cx="106680" cy="222885"/>
            </a:xfrm>
            <a:custGeom>
              <a:avLst/>
              <a:gdLst/>
              <a:ahLst/>
              <a:cxnLst/>
              <a:rect l="l" t="t" r="r" b="b"/>
              <a:pathLst>
                <a:path w="106680" h="222884">
                  <a:moveTo>
                    <a:pt x="106447" y="0"/>
                  </a:moveTo>
                  <a:lnTo>
                    <a:pt x="0" y="0"/>
                  </a:lnTo>
                  <a:lnTo>
                    <a:pt x="0" y="222265"/>
                  </a:lnTo>
                  <a:lnTo>
                    <a:pt x="106447" y="222265"/>
                  </a:lnTo>
                  <a:lnTo>
                    <a:pt x="1064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595381" y="8464084"/>
              <a:ext cx="133985" cy="567055"/>
            </a:xfrm>
            <a:custGeom>
              <a:avLst/>
              <a:gdLst/>
              <a:ahLst/>
              <a:cxnLst/>
              <a:rect l="l" t="t" r="r" b="b"/>
              <a:pathLst>
                <a:path w="133985" h="567054">
                  <a:moveTo>
                    <a:pt x="133776" y="0"/>
                  </a:moveTo>
                  <a:lnTo>
                    <a:pt x="0" y="566715"/>
                  </a:lnTo>
                  <a:lnTo>
                    <a:pt x="133776" y="566715"/>
                  </a:lnTo>
                  <a:lnTo>
                    <a:pt x="13377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8" name="object 15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16358" y="8916617"/>
              <a:ext cx="91829" cy="91745"/>
            </a:xfrm>
            <a:prstGeom prst="rect">
              <a:avLst/>
            </a:prstGeom>
          </p:spPr>
        </p:pic>
        <p:sp>
          <p:nvSpPr>
            <p:cNvPr id="159" name="object 159" descr=""/>
            <p:cNvSpPr/>
            <p:nvPr/>
          </p:nvSpPr>
          <p:spPr>
            <a:xfrm>
              <a:off x="1619643" y="8520182"/>
              <a:ext cx="85725" cy="81280"/>
            </a:xfrm>
            <a:custGeom>
              <a:avLst/>
              <a:gdLst/>
              <a:ahLst/>
              <a:cxnLst/>
              <a:rect l="l" t="t" r="r" b="b"/>
              <a:pathLst>
                <a:path w="85725" h="81279">
                  <a:moveTo>
                    <a:pt x="85242" y="65163"/>
                  </a:moveTo>
                  <a:lnTo>
                    <a:pt x="0" y="65163"/>
                  </a:lnTo>
                  <a:lnTo>
                    <a:pt x="0" y="80746"/>
                  </a:lnTo>
                  <a:lnTo>
                    <a:pt x="85242" y="80746"/>
                  </a:lnTo>
                  <a:lnTo>
                    <a:pt x="85242" y="65163"/>
                  </a:lnTo>
                  <a:close/>
                </a:path>
                <a:path w="85725" h="81279">
                  <a:moveTo>
                    <a:pt x="85242" y="32575"/>
                  </a:moveTo>
                  <a:lnTo>
                    <a:pt x="0" y="32575"/>
                  </a:lnTo>
                  <a:lnTo>
                    <a:pt x="0" y="48158"/>
                  </a:lnTo>
                  <a:lnTo>
                    <a:pt x="85242" y="48158"/>
                  </a:lnTo>
                  <a:lnTo>
                    <a:pt x="85242" y="32575"/>
                  </a:lnTo>
                  <a:close/>
                </a:path>
                <a:path w="85725" h="81279">
                  <a:moveTo>
                    <a:pt x="85242" y="0"/>
                  </a:moveTo>
                  <a:lnTo>
                    <a:pt x="0" y="0"/>
                  </a:lnTo>
                  <a:lnTo>
                    <a:pt x="0" y="15582"/>
                  </a:lnTo>
                  <a:lnTo>
                    <a:pt x="85242" y="15582"/>
                  </a:lnTo>
                  <a:lnTo>
                    <a:pt x="85242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195146" y="7995987"/>
              <a:ext cx="551815" cy="130810"/>
            </a:xfrm>
            <a:custGeom>
              <a:avLst/>
              <a:gdLst/>
              <a:ahLst/>
              <a:cxnLst/>
              <a:rect l="l" t="t" r="r" b="b"/>
              <a:pathLst>
                <a:path w="551814" h="130809">
                  <a:moveTo>
                    <a:pt x="551553" y="0"/>
                  </a:moveTo>
                  <a:lnTo>
                    <a:pt x="0" y="0"/>
                  </a:lnTo>
                  <a:lnTo>
                    <a:pt x="0" y="130194"/>
                  </a:lnTo>
                  <a:lnTo>
                    <a:pt x="551553" y="130194"/>
                  </a:lnTo>
                  <a:lnTo>
                    <a:pt x="551553" y="0"/>
                  </a:lnTo>
                  <a:close/>
                </a:path>
              </a:pathLst>
            </a:custGeom>
            <a:solidFill>
              <a:srgbClr val="21A7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501640" y="8009285"/>
              <a:ext cx="216535" cy="104139"/>
            </a:xfrm>
            <a:custGeom>
              <a:avLst/>
              <a:gdLst/>
              <a:ahLst/>
              <a:cxnLst/>
              <a:rect l="l" t="t" r="r" b="b"/>
              <a:pathLst>
                <a:path w="216535" h="104140">
                  <a:moveTo>
                    <a:pt x="216318" y="0"/>
                  </a:moveTo>
                  <a:lnTo>
                    <a:pt x="0" y="0"/>
                  </a:lnTo>
                  <a:lnTo>
                    <a:pt x="0" y="103598"/>
                  </a:lnTo>
                  <a:lnTo>
                    <a:pt x="216318" y="103598"/>
                  </a:lnTo>
                  <a:lnTo>
                    <a:pt x="2163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200317" y="7995993"/>
              <a:ext cx="551815" cy="130810"/>
            </a:xfrm>
            <a:custGeom>
              <a:avLst/>
              <a:gdLst/>
              <a:ahLst/>
              <a:cxnLst/>
              <a:rect l="l" t="t" r="r" b="b"/>
              <a:pathLst>
                <a:path w="551814" h="130809">
                  <a:moveTo>
                    <a:pt x="0" y="0"/>
                  </a:moveTo>
                  <a:lnTo>
                    <a:pt x="0" y="130194"/>
                  </a:lnTo>
                  <a:lnTo>
                    <a:pt x="551553" y="1301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3" name="object 16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22155" y="8016411"/>
              <a:ext cx="89285" cy="89358"/>
            </a:xfrm>
            <a:prstGeom prst="rect">
              <a:avLst/>
            </a:prstGeom>
          </p:spPr>
        </p:pic>
        <p:sp>
          <p:nvSpPr>
            <p:cNvPr id="164" name="object 164" descr=""/>
            <p:cNvSpPr/>
            <p:nvPr/>
          </p:nvSpPr>
          <p:spPr>
            <a:xfrm>
              <a:off x="1618691" y="8019611"/>
              <a:ext cx="78740" cy="83185"/>
            </a:xfrm>
            <a:custGeom>
              <a:avLst/>
              <a:gdLst/>
              <a:ahLst/>
              <a:cxnLst/>
              <a:rect l="l" t="t" r="r" b="b"/>
              <a:pathLst>
                <a:path w="78739" h="83184">
                  <a:moveTo>
                    <a:pt x="15163" y="0"/>
                  </a:moveTo>
                  <a:lnTo>
                    <a:pt x="0" y="0"/>
                  </a:lnTo>
                  <a:lnTo>
                    <a:pt x="0" y="82969"/>
                  </a:lnTo>
                  <a:lnTo>
                    <a:pt x="15163" y="82969"/>
                  </a:lnTo>
                  <a:lnTo>
                    <a:pt x="15163" y="0"/>
                  </a:lnTo>
                  <a:close/>
                </a:path>
                <a:path w="78739" h="83184">
                  <a:moveTo>
                    <a:pt x="46875" y="0"/>
                  </a:moveTo>
                  <a:lnTo>
                    <a:pt x="31711" y="0"/>
                  </a:lnTo>
                  <a:lnTo>
                    <a:pt x="31711" y="82969"/>
                  </a:lnTo>
                  <a:lnTo>
                    <a:pt x="46875" y="82969"/>
                  </a:lnTo>
                  <a:lnTo>
                    <a:pt x="46875" y="0"/>
                  </a:lnTo>
                  <a:close/>
                </a:path>
                <a:path w="78739" h="83184">
                  <a:moveTo>
                    <a:pt x="78574" y="0"/>
                  </a:moveTo>
                  <a:lnTo>
                    <a:pt x="63423" y="0"/>
                  </a:lnTo>
                  <a:lnTo>
                    <a:pt x="63423" y="82969"/>
                  </a:lnTo>
                  <a:lnTo>
                    <a:pt x="78574" y="82969"/>
                  </a:lnTo>
                  <a:lnTo>
                    <a:pt x="78574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733444" y="8466737"/>
              <a:ext cx="133985" cy="567055"/>
            </a:xfrm>
            <a:custGeom>
              <a:avLst/>
              <a:gdLst/>
              <a:ahLst/>
              <a:cxnLst/>
              <a:rect l="l" t="t" r="r" b="b"/>
              <a:pathLst>
                <a:path w="133985" h="567054">
                  <a:moveTo>
                    <a:pt x="133776" y="0"/>
                  </a:moveTo>
                  <a:lnTo>
                    <a:pt x="0" y="0"/>
                  </a:lnTo>
                  <a:lnTo>
                    <a:pt x="0" y="566715"/>
                  </a:lnTo>
                  <a:lnTo>
                    <a:pt x="133776" y="566715"/>
                  </a:lnTo>
                  <a:lnTo>
                    <a:pt x="133776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747109" y="8496275"/>
              <a:ext cx="106680" cy="222885"/>
            </a:xfrm>
            <a:custGeom>
              <a:avLst/>
              <a:gdLst/>
              <a:ahLst/>
              <a:cxnLst/>
              <a:rect l="l" t="t" r="r" b="b"/>
              <a:pathLst>
                <a:path w="106680" h="222884">
                  <a:moveTo>
                    <a:pt x="106447" y="0"/>
                  </a:moveTo>
                  <a:lnTo>
                    <a:pt x="0" y="0"/>
                  </a:lnTo>
                  <a:lnTo>
                    <a:pt x="0" y="222265"/>
                  </a:lnTo>
                  <a:lnTo>
                    <a:pt x="106447" y="222265"/>
                  </a:lnTo>
                  <a:lnTo>
                    <a:pt x="1064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733442" y="8466738"/>
              <a:ext cx="133985" cy="567055"/>
            </a:xfrm>
            <a:custGeom>
              <a:avLst/>
              <a:gdLst/>
              <a:ahLst/>
              <a:cxnLst/>
              <a:rect l="l" t="t" r="r" b="b"/>
              <a:pathLst>
                <a:path w="133985" h="567054">
                  <a:moveTo>
                    <a:pt x="133776" y="0"/>
                  </a:moveTo>
                  <a:lnTo>
                    <a:pt x="0" y="566715"/>
                  </a:lnTo>
                  <a:lnTo>
                    <a:pt x="133776" y="566715"/>
                  </a:lnTo>
                  <a:lnTo>
                    <a:pt x="13377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8" name="object 16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54415" y="8913963"/>
              <a:ext cx="91829" cy="91745"/>
            </a:xfrm>
            <a:prstGeom prst="rect">
              <a:avLst/>
            </a:prstGeom>
          </p:spPr>
        </p:pic>
        <p:sp>
          <p:nvSpPr>
            <p:cNvPr id="169" name="object 169" descr=""/>
            <p:cNvSpPr/>
            <p:nvPr/>
          </p:nvSpPr>
          <p:spPr>
            <a:xfrm>
              <a:off x="1757705" y="8517528"/>
              <a:ext cx="85725" cy="81280"/>
            </a:xfrm>
            <a:custGeom>
              <a:avLst/>
              <a:gdLst/>
              <a:ahLst/>
              <a:cxnLst/>
              <a:rect l="l" t="t" r="r" b="b"/>
              <a:pathLst>
                <a:path w="85725" h="81279">
                  <a:moveTo>
                    <a:pt x="85242" y="65163"/>
                  </a:moveTo>
                  <a:lnTo>
                    <a:pt x="0" y="65163"/>
                  </a:lnTo>
                  <a:lnTo>
                    <a:pt x="0" y="80733"/>
                  </a:lnTo>
                  <a:lnTo>
                    <a:pt x="85242" y="80733"/>
                  </a:lnTo>
                  <a:lnTo>
                    <a:pt x="85242" y="65163"/>
                  </a:lnTo>
                  <a:close/>
                </a:path>
                <a:path w="85725" h="81279">
                  <a:moveTo>
                    <a:pt x="85242" y="32588"/>
                  </a:moveTo>
                  <a:lnTo>
                    <a:pt x="0" y="32588"/>
                  </a:lnTo>
                  <a:lnTo>
                    <a:pt x="0" y="48171"/>
                  </a:lnTo>
                  <a:lnTo>
                    <a:pt x="85242" y="48171"/>
                  </a:lnTo>
                  <a:lnTo>
                    <a:pt x="85242" y="32588"/>
                  </a:lnTo>
                  <a:close/>
                </a:path>
                <a:path w="85725" h="81279">
                  <a:moveTo>
                    <a:pt x="85242" y="0"/>
                  </a:moveTo>
                  <a:lnTo>
                    <a:pt x="0" y="0"/>
                  </a:lnTo>
                  <a:lnTo>
                    <a:pt x="0" y="15582"/>
                  </a:lnTo>
                  <a:lnTo>
                    <a:pt x="85242" y="15582"/>
                  </a:lnTo>
                  <a:lnTo>
                    <a:pt x="85242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189838" y="9102120"/>
              <a:ext cx="812165" cy="1139190"/>
            </a:xfrm>
            <a:custGeom>
              <a:avLst/>
              <a:gdLst/>
              <a:ahLst/>
              <a:cxnLst/>
              <a:rect l="l" t="t" r="r" b="b"/>
              <a:pathLst>
                <a:path w="812164" h="1139190">
                  <a:moveTo>
                    <a:pt x="811954" y="0"/>
                  </a:moveTo>
                  <a:lnTo>
                    <a:pt x="0" y="0"/>
                  </a:lnTo>
                  <a:lnTo>
                    <a:pt x="0" y="1138876"/>
                  </a:lnTo>
                  <a:lnTo>
                    <a:pt x="811954" y="1138876"/>
                  </a:lnTo>
                  <a:lnTo>
                    <a:pt x="811954" y="0"/>
                  </a:lnTo>
                  <a:close/>
                </a:path>
              </a:pathLst>
            </a:custGeom>
            <a:solidFill>
              <a:srgbClr val="8B90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189837" y="9102109"/>
              <a:ext cx="812165" cy="1139190"/>
            </a:xfrm>
            <a:custGeom>
              <a:avLst/>
              <a:gdLst/>
              <a:ahLst/>
              <a:cxnLst/>
              <a:rect l="l" t="t" r="r" b="b"/>
              <a:pathLst>
                <a:path w="812164" h="1139190">
                  <a:moveTo>
                    <a:pt x="811949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1139190"/>
                  </a:lnTo>
                  <a:lnTo>
                    <a:pt x="15214" y="1139190"/>
                  </a:lnTo>
                  <a:lnTo>
                    <a:pt x="15214" y="15240"/>
                  </a:lnTo>
                  <a:lnTo>
                    <a:pt x="811949" y="15240"/>
                  </a:lnTo>
                  <a:lnTo>
                    <a:pt x="81194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43833" y="9181460"/>
              <a:ext cx="91015" cy="89410"/>
            </a:xfrm>
            <a:prstGeom prst="rect">
              <a:avLst/>
            </a:prstGeom>
          </p:spPr>
        </p:pic>
        <p:sp>
          <p:nvSpPr>
            <p:cNvPr id="173" name="object 173" descr=""/>
            <p:cNvSpPr/>
            <p:nvPr/>
          </p:nvSpPr>
          <p:spPr>
            <a:xfrm>
              <a:off x="1208125" y="8160594"/>
              <a:ext cx="514984" cy="78740"/>
            </a:xfrm>
            <a:custGeom>
              <a:avLst/>
              <a:gdLst/>
              <a:ahLst/>
              <a:cxnLst/>
              <a:rect l="l" t="t" r="r" b="b"/>
              <a:pathLst>
                <a:path w="514985" h="78740">
                  <a:moveTo>
                    <a:pt x="54622" y="0"/>
                  </a:moveTo>
                  <a:lnTo>
                    <a:pt x="0" y="0"/>
                  </a:lnTo>
                  <a:lnTo>
                    <a:pt x="0" y="78206"/>
                  </a:lnTo>
                  <a:lnTo>
                    <a:pt x="54622" y="78206"/>
                  </a:lnTo>
                  <a:lnTo>
                    <a:pt x="54622" y="0"/>
                  </a:lnTo>
                  <a:close/>
                </a:path>
                <a:path w="514985" h="78740">
                  <a:moveTo>
                    <a:pt x="514604" y="0"/>
                  </a:moveTo>
                  <a:lnTo>
                    <a:pt x="157708" y="0"/>
                  </a:lnTo>
                  <a:lnTo>
                    <a:pt x="157708" y="78206"/>
                  </a:lnTo>
                  <a:lnTo>
                    <a:pt x="514604" y="78206"/>
                  </a:lnTo>
                  <a:lnTo>
                    <a:pt x="514604" y="0"/>
                  </a:lnTo>
                  <a:close/>
                </a:path>
              </a:pathLst>
            </a:custGeom>
            <a:solidFill>
              <a:srgbClr val="1E8B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262748" y="8160594"/>
              <a:ext cx="409575" cy="78740"/>
            </a:xfrm>
            <a:custGeom>
              <a:avLst/>
              <a:gdLst/>
              <a:ahLst/>
              <a:cxnLst/>
              <a:rect l="l" t="t" r="r" b="b"/>
              <a:pathLst>
                <a:path w="409575" h="78740">
                  <a:moveTo>
                    <a:pt x="103085" y="0"/>
                  </a:moveTo>
                  <a:lnTo>
                    <a:pt x="0" y="0"/>
                  </a:lnTo>
                  <a:lnTo>
                    <a:pt x="0" y="78206"/>
                  </a:lnTo>
                  <a:lnTo>
                    <a:pt x="103085" y="78206"/>
                  </a:lnTo>
                  <a:lnTo>
                    <a:pt x="103085" y="0"/>
                  </a:lnTo>
                  <a:close/>
                </a:path>
                <a:path w="409575" h="78740">
                  <a:moveTo>
                    <a:pt x="409155" y="12"/>
                  </a:moveTo>
                  <a:lnTo>
                    <a:pt x="378231" y="12"/>
                  </a:lnTo>
                  <a:lnTo>
                    <a:pt x="378231" y="78219"/>
                  </a:lnTo>
                  <a:lnTo>
                    <a:pt x="409155" y="78219"/>
                  </a:lnTo>
                  <a:lnTo>
                    <a:pt x="409155" y="12"/>
                  </a:lnTo>
                  <a:close/>
                </a:path>
              </a:pathLst>
            </a:custGeom>
            <a:solidFill>
              <a:srgbClr val="007B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758020" y="7883831"/>
              <a:ext cx="69850" cy="356235"/>
            </a:xfrm>
            <a:custGeom>
              <a:avLst/>
              <a:gdLst/>
              <a:ahLst/>
              <a:cxnLst/>
              <a:rect l="l" t="t" r="r" b="b"/>
              <a:pathLst>
                <a:path w="69850" h="356234">
                  <a:moveTo>
                    <a:pt x="17193" y="0"/>
                  </a:moveTo>
                  <a:lnTo>
                    <a:pt x="0" y="353654"/>
                  </a:lnTo>
                  <a:lnTo>
                    <a:pt x="52134" y="356135"/>
                  </a:lnTo>
                  <a:lnTo>
                    <a:pt x="69338" y="2481"/>
                  </a:lnTo>
                  <a:lnTo>
                    <a:pt x="17193" y="0"/>
                  </a:lnTo>
                  <a:close/>
                </a:path>
              </a:pathLst>
            </a:custGeom>
            <a:solidFill>
              <a:srgbClr val="28AA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875742" y="7892966"/>
              <a:ext cx="125730" cy="347345"/>
            </a:xfrm>
            <a:custGeom>
              <a:avLst/>
              <a:gdLst/>
              <a:ahLst/>
              <a:cxnLst/>
              <a:rect l="l" t="t" r="r" b="b"/>
              <a:pathLst>
                <a:path w="125730" h="347345">
                  <a:moveTo>
                    <a:pt x="67306" y="0"/>
                  </a:moveTo>
                  <a:lnTo>
                    <a:pt x="0" y="335560"/>
                  </a:lnTo>
                  <a:lnTo>
                    <a:pt x="58123" y="347005"/>
                  </a:lnTo>
                  <a:lnTo>
                    <a:pt x="125430" y="11434"/>
                  </a:lnTo>
                  <a:lnTo>
                    <a:pt x="67306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875749" y="8175623"/>
              <a:ext cx="68730" cy="64343"/>
            </a:xfrm>
            <a:prstGeom prst="rect">
              <a:avLst/>
            </a:prstGeom>
          </p:spPr>
        </p:pic>
        <p:sp>
          <p:nvSpPr>
            <p:cNvPr id="178" name="object 178" descr=""/>
            <p:cNvSpPr/>
            <p:nvPr/>
          </p:nvSpPr>
          <p:spPr>
            <a:xfrm>
              <a:off x="1812388" y="7835307"/>
              <a:ext cx="102235" cy="405130"/>
            </a:xfrm>
            <a:custGeom>
              <a:avLst/>
              <a:gdLst/>
              <a:ahLst/>
              <a:cxnLst/>
              <a:rect l="l" t="t" r="r" b="b"/>
              <a:pathLst>
                <a:path w="102235" h="405129">
                  <a:moveTo>
                    <a:pt x="49035" y="0"/>
                  </a:moveTo>
                  <a:lnTo>
                    <a:pt x="0" y="398239"/>
                  </a:lnTo>
                  <a:lnTo>
                    <a:pt x="53160" y="404657"/>
                  </a:lnTo>
                  <a:lnTo>
                    <a:pt x="102195" y="6418"/>
                  </a:lnTo>
                  <a:lnTo>
                    <a:pt x="49035" y="0"/>
                  </a:lnTo>
                  <a:close/>
                </a:path>
              </a:pathLst>
            </a:custGeom>
            <a:solidFill>
              <a:srgbClr val="8386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815490" y="7835309"/>
              <a:ext cx="99695" cy="379730"/>
            </a:xfrm>
            <a:custGeom>
              <a:avLst/>
              <a:gdLst/>
              <a:ahLst/>
              <a:cxnLst/>
              <a:rect l="l" t="t" r="r" b="b"/>
              <a:pathLst>
                <a:path w="99694" h="379729">
                  <a:moveTo>
                    <a:pt x="55156" y="363194"/>
                  </a:moveTo>
                  <a:lnTo>
                    <a:pt x="2006" y="356768"/>
                  </a:lnTo>
                  <a:lnTo>
                    <a:pt x="0" y="372960"/>
                  </a:lnTo>
                  <a:lnTo>
                    <a:pt x="53162" y="379387"/>
                  </a:lnTo>
                  <a:lnTo>
                    <a:pt x="55156" y="363194"/>
                  </a:lnTo>
                  <a:close/>
                </a:path>
                <a:path w="99694" h="379729">
                  <a:moveTo>
                    <a:pt x="99085" y="6426"/>
                  </a:moveTo>
                  <a:lnTo>
                    <a:pt x="45935" y="0"/>
                  </a:lnTo>
                  <a:lnTo>
                    <a:pt x="40601" y="43268"/>
                  </a:lnTo>
                  <a:lnTo>
                    <a:pt x="93764" y="49682"/>
                  </a:lnTo>
                  <a:lnTo>
                    <a:pt x="99085" y="6426"/>
                  </a:lnTo>
                  <a:close/>
                </a:path>
              </a:pathLst>
            </a:custGeom>
            <a:solidFill>
              <a:srgbClr val="565C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237334" y="8126192"/>
              <a:ext cx="520065" cy="34925"/>
            </a:xfrm>
            <a:custGeom>
              <a:avLst/>
              <a:gdLst/>
              <a:ahLst/>
              <a:cxnLst/>
              <a:rect l="l" t="t" r="r" b="b"/>
              <a:pathLst>
                <a:path w="520064" h="34925">
                  <a:moveTo>
                    <a:pt x="519638" y="0"/>
                  </a:moveTo>
                  <a:lnTo>
                    <a:pt x="0" y="0"/>
                  </a:lnTo>
                  <a:lnTo>
                    <a:pt x="0" y="34396"/>
                  </a:lnTo>
                  <a:lnTo>
                    <a:pt x="519638" y="34396"/>
                  </a:lnTo>
                  <a:lnTo>
                    <a:pt x="519638" y="0"/>
                  </a:lnTo>
                  <a:close/>
                </a:path>
              </a:pathLst>
            </a:custGeom>
            <a:solidFill>
              <a:srgbClr val="4646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237334" y="8132338"/>
              <a:ext cx="520065" cy="22225"/>
            </a:xfrm>
            <a:custGeom>
              <a:avLst/>
              <a:gdLst/>
              <a:ahLst/>
              <a:cxnLst/>
              <a:rect l="l" t="t" r="r" b="b"/>
              <a:pathLst>
                <a:path w="520064" h="22225">
                  <a:moveTo>
                    <a:pt x="519638" y="0"/>
                  </a:moveTo>
                  <a:lnTo>
                    <a:pt x="0" y="0"/>
                  </a:lnTo>
                  <a:lnTo>
                    <a:pt x="0" y="22093"/>
                  </a:lnTo>
                  <a:lnTo>
                    <a:pt x="519638" y="22093"/>
                  </a:lnTo>
                  <a:lnTo>
                    <a:pt x="519638" y="0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2" name="object 182" descr=""/>
          <p:cNvGrpSpPr/>
          <p:nvPr/>
        </p:nvGrpSpPr>
        <p:grpSpPr>
          <a:xfrm>
            <a:off x="5173350" y="8841734"/>
            <a:ext cx="290830" cy="83820"/>
            <a:chOff x="5173350" y="8841734"/>
            <a:chExt cx="290830" cy="83820"/>
          </a:xfrm>
        </p:grpSpPr>
        <p:sp>
          <p:nvSpPr>
            <p:cNvPr id="183" name="object 183" descr=""/>
            <p:cNvSpPr/>
            <p:nvPr/>
          </p:nvSpPr>
          <p:spPr>
            <a:xfrm>
              <a:off x="5173350" y="8848578"/>
              <a:ext cx="290830" cy="69850"/>
            </a:xfrm>
            <a:custGeom>
              <a:avLst/>
              <a:gdLst/>
              <a:ahLst/>
              <a:cxnLst/>
              <a:rect l="l" t="t" r="r" b="b"/>
              <a:pathLst>
                <a:path w="290829" h="69850">
                  <a:moveTo>
                    <a:pt x="290755" y="0"/>
                  </a:moveTo>
                  <a:lnTo>
                    <a:pt x="0" y="0"/>
                  </a:lnTo>
                  <a:lnTo>
                    <a:pt x="0" y="69851"/>
                  </a:lnTo>
                  <a:lnTo>
                    <a:pt x="290755" y="69851"/>
                  </a:lnTo>
                  <a:lnTo>
                    <a:pt x="290755" y="0"/>
                  </a:lnTo>
                  <a:close/>
                </a:path>
              </a:pathLst>
            </a:custGeom>
            <a:solidFill>
              <a:srgbClr val="3DB2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5386667" y="8841745"/>
              <a:ext cx="46990" cy="83820"/>
            </a:xfrm>
            <a:custGeom>
              <a:avLst/>
              <a:gdLst/>
              <a:ahLst/>
              <a:cxnLst/>
              <a:rect l="l" t="t" r="r" b="b"/>
              <a:pathLst>
                <a:path w="46989" h="83820">
                  <a:moveTo>
                    <a:pt x="13703" y="3048"/>
                  </a:moveTo>
                  <a:lnTo>
                    <a:pt x="10629" y="0"/>
                  </a:lnTo>
                  <a:lnTo>
                    <a:pt x="3073" y="0"/>
                  </a:lnTo>
                  <a:lnTo>
                    <a:pt x="0" y="3048"/>
                  </a:lnTo>
                  <a:lnTo>
                    <a:pt x="0" y="76682"/>
                  </a:lnTo>
                  <a:lnTo>
                    <a:pt x="0" y="80467"/>
                  </a:lnTo>
                  <a:lnTo>
                    <a:pt x="3073" y="83527"/>
                  </a:lnTo>
                  <a:lnTo>
                    <a:pt x="10629" y="83527"/>
                  </a:lnTo>
                  <a:lnTo>
                    <a:pt x="13703" y="80467"/>
                  </a:lnTo>
                  <a:lnTo>
                    <a:pt x="13703" y="3048"/>
                  </a:lnTo>
                  <a:close/>
                </a:path>
                <a:path w="46989" h="83820">
                  <a:moveTo>
                    <a:pt x="46634" y="3048"/>
                  </a:moveTo>
                  <a:lnTo>
                    <a:pt x="43573" y="0"/>
                  </a:lnTo>
                  <a:lnTo>
                    <a:pt x="36004" y="0"/>
                  </a:lnTo>
                  <a:lnTo>
                    <a:pt x="32943" y="3048"/>
                  </a:lnTo>
                  <a:lnTo>
                    <a:pt x="32943" y="76682"/>
                  </a:lnTo>
                  <a:lnTo>
                    <a:pt x="32943" y="80467"/>
                  </a:lnTo>
                  <a:lnTo>
                    <a:pt x="36004" y="83527"/>
                  </a:lnTo>
                  <a:lnTo>
                    <a:pt x="43573" y="83527"/>
                  </a:lnTo>
                  <a:lnTo>
                    <a:pt x="46634" y="80467"/>
                  </a:lnTo>
                  <a:lnTo>
                    <a:pt x="46634" y="3048"/>
                  </a:lnTo>
                  <a:close/>
                </a:path>
              </a:pathLst>
            </a:custGeom>
            <a:solidFill>
              <a:srgbClr val="5EBF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5173350" y="8895791"/>
              <a:ext cx="290830" cy="22860"/>
            </a:xfrm>
            <a:custGeom>
              <a:avLst/>
              <a:gdLst/>
              <a:ahLst/>
              <a:cxnLst/>
              <a:rect l="l" t="t" r="r" b="b"/>
              <a:pathLst>
                <a:path w="290829" h="22859">
                  <a:moveTo>
                    <a:pt x="290755" y="0"/>
                  </a:moveTo>
                  <a:lnTo>
                    <a:pt x="0" y="0"/>
                  </a:lnTo>
                  <a:lnTo>
                    <a:pt x="0" y="22627"/>
                  </a:lnTo>
                  <a:lnTo>
                    <a:pt x="290755" y="22627"/>
                  </a:lnTo>
                  <a:lnTo>
                    <a:pt x="29075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 descr=""/>
          <p:cNvSpPr/>
          <p:nvPr/>
        </p:nvSpPr>
        <p:spPr>
          <a:xfrm>
            <a:off x="5160190" y="9020447"/>
            <a:ext cx="356870" cy="6985"/>
          </a:xfrm>
          <a:custGeom>
            <a:avLst/>
            <a:gdLst/>
            <a:ahLst/>
            <a:cxnLst/>
            <a:rect l="l" t="t" r="r" b="b"/>
            <a:pathLst>
              <a:path w="356870" h="6984">
                <a:moveTo>
                  <a:pt x="355099" y="0"/>
                </a:moveTo>
                <a:lnTo>
                  <a:pt x="1570" y="0"/>
                </a:lnTo>
                <a:lnTo>
                  <a:pt x="0" y="1476"/>
                </a:lnTo>
                <a:lnTo>
                  <a:pt x="0" y="5172"/>
                </a:lnTo>
                <a:lnTo>
                  <a:pt x="1319" y="6565"/>
                </a:lnTo>
                <a:lnTo>
                  <a:pt x="3120" y="6806"/>
                </a:lnTo>
                <a:lnTo>
                  <a:pt x="355099" y="6806"/>
                </a:lnTo>
                <a:lnTo>
                  <a:pt x="356659" y="5329"/>
                </a:lnTo>
                <a:lnTo>
                  <a:pt x="356659" y="3444"/>
                </a:lnTo>
                <a:lnTo>
                  <a:pt x="356659" y="1476"/>
                </a:lnTo>
                <a:lnTo>
                  <a:pt x="355099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 descr=""/>
          <p:cNvSpPr/>
          <p:nvPr/>
        </p:nvSpPr>
        <p:spPr>
          <a:xfrm>
            <a:off x="5125969" y="9086050"/>
            <a:ext cx="356870" cy="6985"/>
          </a:xfrm>
          <a:custGeom>
            <a:avLst/>
            <a:gdLst/>
            <a:ahLst/>
            <a:cxnLst/>
            <a:rect l="l" t="t" r="r" b="b"/>
            <a:pathLst>
              <a:path w="356870" h="6984">
                <a:moveTo>
                  <a:pt x="355109" y="0"/>
                </a:moveTo>
                <a:lnTo>
                  <a:pt x="1528" y="0"/>
                </a:lnTo>
                <a:lnTo>
                  <a:pt x="0" y="1528"/>
                </a:lnTo>
                <a:lnTo>
                  <a:pt x="0" y="5319"/>
                </a:lnTo>
                <a:lnTo>
                  <a:pt x="1528" y="6847"/>
                </a:lnTo>
                <a:lnTo>
                  <a:pt x="353214" y="6847"/>
                </a:lnTo>
                <a:lnTo>
                  <a:pt x="355109" y="6847"/>
                </a:lnTo>
                <a:lnTo>
                  <a:pt x="356638" y="5319"/>
                </a:lnTo>
                <a:lnTo>
                  <a:pt x="356638" y="1528"/>
                </a:lnTo>
                <a:lnTo>
                  <a:pt x="355109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8" name="object 188" descr=""/>
          <p:cNvGrpSpPr/>
          <p:nvPr/>
        </p:nvGrpSpPr>
        <p:grpSpPr>
          <a:xfrm>
            <a:off x="5126477" y="8918103"/>
            <a:ext cx="434340" cy="169545"/>
            <a:chOff x="5126477" y="8918103"/>
            <a:chExt cx="434340" cy="169545"/>
          </a:xfrm>
        </p:grpSpPr>
        <p:pic>
          <p:nvPicPr>
            <p:cNvPr id="189" name="object 18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350671" y="8926967"/>
              <a:ext cx="194873" cy="71275"/>
            </a:xfrm>
            <a:prstGeom prst="rect">
              <a:avLst/>
            </a:prstGeom>
          </p:spPr>
        </p:pic>
        <p:sp>
          <p:nvSpPr>
            <p:cNvPr id="190" name="object 190" descr=""/>
            <p:cNvSpPr/>
            <p:nvPr/>
          </p:nvSpPr>
          <p:spPr>
            <a:xfrm>
              <a:off x="5126477" y="8918103"/>
              <a:ext cx="268605" cy="95885"/>
            </a:xfrm>
            <a:custGeom>
              <a:avLst/>
              <a:gdLst/>
              <a:ahLst/>
              <a:cxnLst/>
              <a:rect l="l" t="t" r="r" b="b"/>
              <a:pathLst>
                <a:path w="268604" h="95884">
                  <a:moveTo>
                    <a:pt x="268243" y="0"/>
                  </a:moveTo>
                  <a:lnTo>
                    <a:pt x="47244" y="0"/>
                  </a:lnTo>
                  <a:lnTo>
                    <a:pt x="28854" y="3714"/>
                  </a:lnTo>
                  <a:lnTo>
                    <a:pt x="13837" y="13842"/>
                  </a:lnTo>
                  <a:lnTo>
                    <a:pt x="3712" y="28863"/>
                  </a:lnTo>
                  <a:lnTo>
                    <a:pt x="0" y="47255"/>
                  </a:lnTo>
                  <a:lnTo>
                    <a:pt x="0" y="48207"/>
                  </a:lnTo>
                  <a:lnTo>
                    <a:pt x="3712" y="66599"/>
                  </a:lnTo>
                  <a:lnTo>
                    <a:pt x="13837" y="81620"/>
                  </a:lnTo>
                  <a:lnTo>
                    <a:pt x="28854" y="91748"/>
                  </a:lnTo>
                  <a:lnTo>
                    <a:pt x="47244" y="95463"/>
                  </a:lnTo>
                  <a:lnTo>
                    <a:pt x="268243" y="95463"/>
                  </a:lnTo>
                  <a:lnTo>
                    <a:pt x="268243" y="95295"/>
                  </a:lnTo>
                  <a:lnTo>
                    <a:pt x="250983" y="90757"/>
                  </a:lnTo>
                  <a:lnTo>
                    <a:pt x="236994" y="80511"/>
                  </a:lnTo>
                  <a:lnTo>
                    <a:pt x="227616" y="65885"/>
                  </a:lnTo>
                  <a:lnTo>
                    <a:pt x="224192" y="48207"/>
                  </a:lnTo>
                  <a:lnTo>
                    <a:pt x="224192" y="47255"/>
                  </a:lnTo>
                  <a:lnTo>
                    <a:pt x="227616" y="29575"/>
                  </a:lnTo>
                  <a:lnTo>
                    <a:pt x="236994" y="14947"/>
                  </a:lnTo>
                  <a:lnTo>
                    <a:pt x="250983" y="4700"/>
                  </a:lnTo>
                  <a:lnTo>
                    <a:pt x="268243" y="167"/>
                  </a:lnTo>
                  <a:lnTo>
                    <a:pt x="268243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1" name="object 19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350664" y="8918104"/>
              <a:ext cx="209815" cy="95452"/>
            </a:xfrm>
            <a:prstGeom prst="rect">
              <a:avLst/>
            </a:prstGeom>
          </p:spPr>
        </p:pic>
        <p:sp>
          <p:nvSpPr>
            <p:cNvPr id="192" name="object 192" descr=""/>
            <p:cNvSpPr/>
            <p:nvPr/>
          </p:nvSpPr>
          <p:spPr>
            <a:xfrm>
              <a:off x="5168975" y="9013557"/>
              <a:ext cx="347980" cy="74295"/>
            </a:xfrm>
            <a:custGeom>
              <a:avLst/>
              <a:gdLst/>
              <a:ahLst/>
              <a:cxnLst/>
              <a:rect l="l" t="t" r="r" b="b"/>
              <a:pathLst>
                <a:path w="347979" h="74295">
                  <a:moveTo>
                    <a:pt x="326545" y="0"/>
                  </a:moveTo>
                  <a:lnTo>
                    <a:pt x="0" y="0"/>
                  </a:lnTo>
                  <a:lnTo>
                    <a:pt x="312838" y="73756"/>
                  </a:lnTo>
                  <a:lnTo>
                    <a:pt x="313414" y="73924"/>
                  </a:lnTo>
                  <a:lnTo>
                    <a:pt x="311945" y="60622"/>
                  </a:lnTo>
                  <a:lnTo>
                    <a:pt x="312298" y="46115"/>
                  </a:lnTo>
                  <a:lnTo>
                    <a:pt x="314234" y="30455"/>
                  </a:lnTo>
                  <a:lnTo>
                    <a:pt x="317519" y="13695"/>
                  </a:lnTo>
                  <a:lnTo>
                    <a:pt x="346314" y="13695"/>
                  </a:lnTo>
                  <a:lnTo>
                    <a:pt x="347874" y="12219"/>
                  </a:lnTo>
                  <a:lnTo>
                    <a:pt x="347874" y="8366"/>
                  </a:lnTo>
                  <a:lnTo>
                    <a:pt x="346314" y="6889"/>
                  </a:lnTo>
                  <a:lnTo>
                    <a:pt x="326545" y="6889"/>
                  </a:lnTo>
                  <a:lnTo>
                    <a:pt x="328105" y="5329"/>
                  </a:lnTo>
                  <a:lnTo>
                    <a:pt x="328105" y="1560"/>
                  </a:lnTo>
                  <a:lnTo>
                    <a:pt x="32654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3" name="object 193" descr=""/>
          <p:cNvGrpSpPr/>
          <p:nvPr/>
        </p:nvGrpSpPr>
        <p:grpSpPr>
          <a:xfrm>
            <a:off x="5726485" y="8679248"/>
            <a:ext cx="1028700" cy="1054735"/>
            <a:chOff x="5726485" y="8679248"/>
            <a:chExt cx="1028700" cy="1054735"/>
          </a:xfrm>
        </p:grpSpPr>
        <p:sp>
          <p:nvSpPr>
            <p:cNvPr id="194" name="object 194" descr=""/>
            <p:cNvSpPr/>
            <p:nvPr/>
          </p:nvSpPr>
          <p:spPr>
            <a:xfrm>
              <a:off x="6154180" y="9107765"/>
              <a:ext cx="380365" cy="520700"/>
            </a:xfrm>
            <a:custGeom>
              <a:avLst/>
              <a:gdLst/>
              <a:ahLst/>
              <a:cxnLst/>
              <a:rect l="l" t="t" r="r" b="b"/>
              <a:pathLst>
                <a:path w="380365" h="520700">
                  <a:moveTo>
                    <a:pt x="339937" y="0"/>
                  </a:moveTo>
                  <a:lnTo>
                    <a:pt x="219951" y="0"/>
                  </a:lnTo>
                  <a:lnTo>
                    <a:pt x="204372" y="3194"/>
                  </a:lnTo>
                  <a:lnTo>
                    <a:pt x="191597" y="11917"/>
                  </a:lnTo>
                  <a:lnTo>
                    <a:pt x="182908" y="24874"/>
                  </a:lnTo>
                  <a:lnTo>
                    <a:pt x="179586" y="40773"/>
                  </a:lnTo>
                  <a:lnTo>
                    <a:pt x="178828" y="104302"/>
                  </a:lnTo>
                  <a:lnTo>
                    <a:pt x="177815" y="164530"/>
                  </a:lnTo>
                  <a:lnTo>
                    <a:pt x="176024" y="221149"/>
                  </a:lnTo>
                  <a:lnTo>
                    <a:pt x="172929" y="273848"/>
                  </a:lnTo>
                  <a:lnTo>
                    <a:pt x="168007" y="322316"/>
                  </a:lnTo>
                  <a:lnTo>
                    <a:pt x="160735" y="366244"/>
                  </a:lnTo>
                  <a:lnTo>
                    <a:pt x="150588" y="405321"/>
                  </a:lnTo>
                  <a:lnTo>
                    <a:pt x="119575" y="467682"/>
                  </a:lnTo>
                  <a:lnTo>
                    <a:pt x="70775" y="506919"/>
                  </a:lnTo>
                  <a:lnTo>
                    <a:pt x="0" y="520549"/>
                  </a:lnTo>
                  <a:lnTo>
                    <a:pt x="262808" y="520549"/>
                  </a:lnTo>
                  <a:lnTo>
                    <a:pt x="312717" y="506879"/>
                  </a:lnTo>
                  <a:lnTo>
                    <a:pt x="345577" y="466037"/>
                  </a:lnTo>
                  <a:lnTo>
                    <a:pt x="365080" y="398572"/>
                  </a:lnTo>
                  <a:lnTo>
                    <a:pt x="370976" y="355028"/>
                  </a:lnTo>
                  <a:lnTo>
                    <a:pt x="374917" y="305034"/>
                  </a:lnTo>
                  <a:lnTo>
                    <a:pt x="377363" y="248659"/>
                  </a:lnTo>
                  <a:lnTo>
                    <a:pt x="378778" y="185972"/>
                  </a:lnTo>
                  <a:lnTo>
                    <a:pt x="380354" y="41935"/>
                  </a:lnTo>
                  <a:lnTo>
                    <a:pt x="377305" y="25673"/>
                  </a:lnTo>
                  <a:lnTo>
                    <a:pt x="368674" y="12337"/>
                  </a:lnTo>
                  <a:lnTo>
                    <a:pt x="355779" y="3315"/>
                  </a:lnTo>
                  <a:lnTo>
                    <a:pt x="33993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6385960" y="9107760"/>
              <a:ext cx="193675" cy="520700"/>
            </a:xfrm>
            <a:custGeom>
              <a:avLst/>
              <a:gdLst/>
              <a:ahLst/>
              <a:cxnLst/>
              <a:rect l="l" t="t" r="r" b="b"/>
              <a:pathLst>
                <a:path w="193675" h="520700">
                  <a:moveTo>
                    <a:pt x="193397" y="0"/>
                  </a:moveTo>
                  <a:lnTo>
                    <a:pt x="155628" y="0"/>
                  </a:lnTo>
                  <a:lnTo>
                    <a:pt x="140055" y="3196"/>
                  </a:lnTo>
                  <a:lnTo>
                    <a:pt x="127284" y="11921"/>
                  </a:lnTo>
                  <a:lnTo>
                    <a:pt x="118596" y="24878"/>
                  </a:lnTo>
                  <a:lnTo>
                    <a:pt x="115273" y="40773"/>
                  </a:lnTo>
                  <a:lnTo>
                    <a:pt x="114233" y="118453"/>
                  </a:lnTo>
                  <a:lnTo>
                    <a:pt x="112720" y="189528"/>
                  </a:lnTo>
                  <a:lnTo>
                    <a:pt x="110152" y="253730"/>
                  </a:lnTo>
                  <a:lnTo>
                    <a:pt x="105945" y="310792"/>
                  </a:lnTo>
                  <a:lnTo>
                    <a:pt x="99515" y="360447"/>
                  </a:lnTo>
                  <a:lnTo>
                    <a:pt x="90279" y="402428"/>
                  </a:lnTo>
                  <a:lnTo>
                    <a:pt x="61057" y="462298"/>
                  </a:lnTo>
                  <a:lnTo>
                    <a:pt x="13612" y="488267"/>
                  </a:lnTo>
                  <a:lnTo>
                    <a:pt x="5842" y="489377"/>
                  </a:lnTo>
                  <a:lnTo>
                    <a:pt x="0" y="495869"/>
                  </a:lnTo>
                  <a:lnTo>
                    <a:pt x="0" y="513303"/>
                  </a:lnTo>
                  <a:lnTo>
                    <a:pt x="8052" y="520633"/>
                  </a:lnTo>
                  <a:lnTo>
                    <a:pt x="50216" y="512543"/>
                  </a:lnTo>
                  <a:lnTo>
                    <a:pt x="98935" y="477148"/>
                  </a:lnTo>
                  <a:lnTo>
                    <a:pt x="128745" y="416076"/>
                  </a:lnTo>
                  <a:lnTo>
                    <a:pt x="138050" y="376792"/>
                  </a:lnTo>
                  <a:lnTo>
                    <a:pt x="144417" y="332144"/>
                  </a:lnTo>
                  <a:lnTo>
                    <a:pt x="148442" y="282485"/>
                  </a:lnTo>
                  <a:lnTo>
                    <a:pt x="150720" y="228166"/>
                  </a:lnTo>
                  <a:lnTo>
                    <a:pt x="151849" y="169540"/>
                  </a:lnTo>
                  <a:lnTo>
                    <a:pt x="153042" y="40773"/>
                  </a:lnTo>
                  <a:lnTo>
                    <a:pt x="156364" y="24878"/>
                  </a:lnTo>
                  <a:lnTo>
                    <a:pt x="165052" y="11921"/>
                  </a:lnTo>
                  <a:lnTo>
                    <a:pt x="177824" y="3196"/>
                  </a:lnTo>
                  <a:lnTo>
                    <a:pt x="193397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6019135" y="8679248"/>
              <a:ext cx="735965" cy="626745"/>
            </a:xfrm>
            <a:custGeom>
              <a:avLst/>
              <a:gdLst/>
              <a:ahLst/>
              <a:cxnLst/>
              <a:rect l="l" t="t" r="r" b="b"/>
              <a:pathLst>
                <a:path w="735965" h="626745">
                  <a:moveTo>
                    <a:pt x="545889" y="0"/>
                  </a:moveTo>
                  <a:lnTo>
                    <a:pt x="189826" y="0"/>
                  </a:lnTo>
                  <a:lnTo>
                    <a:pt x="139364" y="6780"/>
                  </a:lnTo>
                  <a:lnTo>
                    <a:pt x="94019" y="25915"/>
                  </a:lnTo>
                  <a:lnTo>
                    <a:pt x="55600" y="55596"/>
                  </a:lnTo>
                  <a:lnTo>
                    <a:pt x="25917" y="94014"/>
                  </a:lnTo>
                  <a:lnTo>
                    <a:pt x="6781" y="139360"/>
                  </a:lnTo>
                  <a:lnTo>
                    <a:pt x="0" y="189826"/>
                  </a:lnTo>
                  <a:lnTo>
                    <a:pt x="0" y="436646"/>
                  </a:lnTo>
                  <a:lnTo>
                    <a:pt x="6781" y="487108"/>
                  </a:lnTo>
                  <a:lnTo>
                    <a:pt x="25917" y="532453"/>
                  </a:lnTo>
                  <a:lnTo>
                    <a:pt x="55600" y="570872"/>
                  </a:lnTo>
                  <a:lnTo>
                    <a:pt x="94019" y="600555"/>
                  </a:lnTo>
                  <a:lnTo>
                    <a:pt x="139364" y="619692"/>
                  </a:lnTo>
                  <a:lnTo>
                    <a:pt x="189826" y="626473"/>
                  </a:lnTo>
                  <a:lnTo>
                    <a:pt x="545889" y="626473"/>
                  </a:lnTo>
                  <a:lnTo>
                    <a:pt x="596355" y="619692"/>
                  </a:lnTo>
                  <a:lnTo>
                    <a:pt x="641703" y="600555"/>
                  </a:lnTo>
                  <a:lnTo>
                    <a:pt x="680124" y="570872"/>
                  </a:lnTo>
                  <a:lnTo>
                    <a:pt x="709808" y="532453"/>
                  </a:lnTo>
                  <a:lnTo>
                    <a:pt x="728945" y="487108"/>
                  </a:lnTo>
                  <a:lnTo>
                    <a:pt x="735726" y="436646"/>
                  </a:lnTo>
                  <a:lnTo>
                    <a:pt x="735726" y="189826"/>
                  </a:lnTo>
                  <a:lnTo>
                    <a:pt x="728945" y="139360"/>
                  </a:lnTo>
                  <a:lnTo>
                    <a:pt x="709808" y="94014"/>
                  </a:lnTo>
                  <a:lnTo>
                    <a:pt x="680124" y="55596"/>
                  </a:lnTo>
                  <a:lnTo>
                    <a:pt x="641703" y="25915"/>
                  </a:lnTo>
                  <a:lnTo>
                    <a:pt x="596355" y="6780"/>
                  </a:lnTo>
                  <a:lnTo>
                    <a:pt x="545889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6272687" y="8964277"/>
              <a:ext cx="313055" cy="341630"/>
            </a:xfrm>
            <a:custGeom>
              <a:avLst/>
              <a:gdLst/>
              <a:ahLst/>
              <a:cxnLst/>
              <a:rect l="l" t="t" r="r" b="b"/>
              <a:pathLst>
                <a:path w="313054" h="341629">
                  <a:moveTo>
                    <a:pt x="184978" y="0"/>
                  </a:moveTo>
                  <a:lnTo>
                    <a:pt x="127535" y="0"/>
                  </a:lnTo>
                  <a:lnTo>
                    <a:pt x="77892" y="10022"/>
                  </a:lnTo>
                  <a:lnTo>
                    <a:pt x="37353" y="37353"/>
                  </a:lnTo>
                  <a:lnTo>
                    <a:pt x="10022" y="77892"/>
                  </a:lnTo>
                  <a:lnTo>
                    <a:pt x="0" y="127535"/>
                  </a:lnTo>
                  <a:lnTo>
                    <a:pt x="0" y="291362"/>
                  </a:lnTo>
                  <a:lnTo>
                    <a:pt x="3935" y="310858"/>
                  </a:lnTo>
                  <a:lnTo>
                    <a:pt x="14667" y="326778"/>
                  </a:lnTo>
                  <a:lnTo>
                    <a:pt x="30586" y="337510"/>
                  </a:lnTo>
                  <a:lnTo>
                    <a:pt x="50082" y="341445"/>
                  </a:lnTo>
                  <a:lnTo>
                    <a:pt x="262431" y="341445"/>
                  </a:lnTo>
                  <a:lnTo>
                    <a:pt x="281927" y="337510"/>
                  </a:lnTo>
                  <a:lnTo>
                    <a:pt x="297846" y="326778"/>
                  </a:lnTo>
                  <a:lnTo>
                    <a:pt x="308578" y="310858"/>
                  </a:lnTo>
                  <a:lnTo>
                    <a:pt x="312514" y="291362"/>
                  </a:lnTo>
                  <a:lnTo>
                    <a:pt x="312514" y="127535"/>
                  </a:lnTo>
                  <a:lnTo>
                    <a:pt x="302491" y="77892"/>
                  </a:lnTo>
                  <a:lnTo>
                    <a:pt x="275160" y="37353"/>
                  </a:lnTo>
                  <a:lnTo>
                    <a:pt x="234621" y="10022"/>
                  </a:lnTo>
                  <a:lnTo>
                    <a:pt x="184978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5726485" y="9515181"/>
              <a:ext cx="927100" cy="97790"/>
            </a:xfrm>
            <a:custGeom>
              <a:avLst/>
              <a:gdLst/>
              <a:ahLst/>
              <a:cxnLst/>
              <a:rect l="l" t="t" r="r" b="b"/>
              <a:pathLst>
                <a:path w="927100" h="97790">
                  <a:moveTo>
                    <a:pt x="873826" y="0"/>
                  </a:moveTo>
                  <a:lnTo>
                    <a:pt x="53254" y="0"/>
                  </a:lnTo>
                  <a:lnTo>
                    <a:pt x="32503" y="4177"/>
                  </a:lnTo>
                  <a:lnTo>
                    <a:pt x="15578" y="15578"/>
                  </a:lnTo>
                  <a:lnTo>
                    <a:pt x="4177" y="32503"/>
                  </a:lnTo>
                  <a:lnTo>
                    <a:pt x="0" y="53254"/>
                  </a:lnTo>
                  <a:lnTo>
                    <a:pt x="0" y="97567"/>
                  </a:lnTo>
                  <a:lnTo>
                    <a:pt x="920034" y="97567"/>
                  </a:lnTo>
                  <a:lnTo>
                    <a:pt x="927081" y="90520"/>
                  </a:lnTo>
                  <a:lnTo>
                    <a:pt x="927081" y="53254"/>
                  </a:lnTo>
                  <a:lnTo>
                    <a:pt x="922904" y="32503"/>
                  </a:lnTo>
                  <a:lnTo>
                    <a:pt x="911503" y="15578"/>
                  </a:lnTo>
                  <a:lnTo>
                    <a:pt x="894578" y="4177"/>
                  </a:lnTo>
                  <a:lnTo>
                    <a:pt x="873826" y="0"/>
                  </a:lnTo>
                  <a:close/>
                </a:path>
              </a:pathLst>
            </a:custGeom>
            <a:solidFill>
              <a:srgbClr val="13A6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5726485" y="9612749"/>
              <a:ext cx="927100" cy="121285"/>
            </a:xfrm>
            <a:custGeom>
              <a:avLst/>
              <a:gdLst/>
              <a:ahLst/>
              <a:cxnLst/>
              <a:rect l="l" t="t" r="r" b="b"/>
              <a:pathLst>
                <a:path w="927100" h="121284">
                  <a:moveTo>
                    <a:pt x="920160" y="0"/>
                  </a:moveTo>
                  <a:lnTo>
                    <a:pt x="7046" y="0"/>
                  </a:lnTo>
                  <a:lnTo>
                    <a:pt x="0" y="7046"/>
                  </a:lnTo>
                  <a:lnTo>
                    <a:pt x="0" y="23035"/>
                  </a:lnTo>
                  <a:lnTo>
                    <a:pt x="7710" y="61177"/>
                  </a:lnTo>
                  <a:lnTo>
                    <a:pt x="28734" y="92308"/>
                  </a:lnTo>
                  <a:lnTo>
                    <a:pt x="59908" y="113289"/>
                  </a:lnTo>
                  <a:lnTo>
                    <a:pt x="98070" y="120980"/>
                  </a:lnTo>
                  <a:lnTo>
                    <a:pt x="829137" y="120980"/>
                  </a:lnTo>
                  <a:lnTo>
                    <a:pt x="867278" y="113289"/>
                  </a:lnTo>
                  <a:lnTo>
                    <a:pt x="898409" y="92308"/>
                  </a:lnTo>
                  <a:lnTo>
                    <a:pt x="919390" y="61177"/>
                  </a:lnTo>
                  <a:lnTo>
                    <a:pt x="927081" y="23035"/>
                  </a:lnTo>
                  <a:lnTo>
                    <a:pt x="927081" y="15737"/>
                  </a:lnTo>
                  <a:lnTo>
                    <a:pt x="927081" y="7046"/>
                  </a:lnTo>
                  <a:lnTo>
                    <a:pt x="92016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0" name="object 200" descr=""/>
          <p:cNvGrpSpPr/>
          <p:nvPr/>
        </p:nvGrpSpPr>
        <p:grpSpPr>
          <a:xfrm>
            <a:off x="5641001" y="9515181"/>
            <a:ext cx="1012825" cy="881380"/>
            <a:chOff x="5641001" y="9515181"/>
            <a:chExt cx="1012825" cy="881380"/>
          </a:xfrm>
        </p:grpSpPr>
        <p:sp>
          <p:nvSpPr>
            <p:cNvPr id="201" name="object 201" descr=""/>
            <p:cNvSpPr/>
            <p:nvPr/>
          </p:nvSpPr>
          <p:spPr>
            <a:xfrm>
              <a:off x="6109897" y="9791544"/>
              <a:ext cx="109220" cy="134620"/>
            </a:xfrm>
            <a:custGeom>
              <a:avLst/>
              <a:gdLst/>
              <a:ahLst/>
              <a:cxnLst/>
              <a:rect l="l" t="t" r="r" b="b"/>
              <a:pathLst>
                <a:path w="109220" h="134620">
                  <a:moveTo>
                    <a:pt x="0" y="134330"/>
                  </a:moveTo>
                  <a:lnTo>
                    <a:pt x="108593" y="134330"/>
                  </a:lnTo>
                  <a:lnTo>
                    <a:pt x="108593" y="0"/>
                  </a:lnTo>
                  <a:lnTo>
                    <a:pt x="0" y="0"/>
                  </a:lnTo>
                  <a:lnTo>
                    <a:pt x="0" y="13433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6109897" y="9733787"/>
              <a:ext cx="109220" cy="57785"/>
            </a:xfrm>
            <a:custGeom>
              <a:avLst/>
              <a:gdLst/>
              <a:ahLst/>
              <a:cxnLst/>
              <a:rect l="l" t="t" r="r" b="b"/>
              <a:pathLst>
                <a:path w="109220" h="57784">
                  <a:moveTo>
                    <a:pt x="108593" y="0"/>
                  </a:moveTo>
                  <a:lnTo>
                    <a:pt x="0" y="0"/>
                  </a:lnTo>
                  <a:lnTo>
                    <a:pt x="0" y="57757"/>
                  </a:lnTo>
                  <a:lnTo>
                    <a:pt x="108593" y="57757"/>
                  </a:lnTo>
                  <a:lnTo>
                    <a:pt x="10859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5736044" y="9925881"/>
              <a:ext cx="861060" cy="414020"/>
            </a:xfrm>
            <a:custGeom>
              <a:avLst/>
              <a:gdLst/>
              <a:ahLst/>
              <a:cxnLst/>
              <a:rect l="l" t="t" r="r" b="b"/>
              <a:pathLst>
                <a:path w="861059" h="414020">
                  <a:moveTo>
                    <a:pt x="860742" y="357924"/>
                  </a:moveTo>
                  <a:lnTo>
                    <a:pt x="852551" y="307276"/>
                  </a:lnTo>
                  <a:lnTo>
                    <a:pt x="829741" y="263258"/>
                  </a:lnTo>
                  <a:lnTo>
                    <a:pt x="795007" y="228511"/>
                  </a:lnTo>
                  <a:lnTo>
                    <a:pt x="750976" y="205714"/>
                  </a:lnTo>
                  <a:lnTo>
                    <a:pt x="700328" y="197523"/>
                  </a:lnTo>
                  <a:lnTo>
                    <a:pt x="496036" y="197523"/>
                  </a:lnTo>
                  <a:lnTo>
                    <a:pt x="495300" y="197523"/>
                  </a:lnTo>
                  <a:lnTo>
                    <a:pt x="495300" y="0"/>
                  </a:lnTo>
                  <a:lnTo>
                    <a:pt x="363156" y="0"/>
                  </a:lnTo>
                  <a:lnTo>
                    <a:pt x="363156" y="197523"/>
                  </a:lnTo>
                  <a:lnTo>
                    <a:pt x="160413" y="197523"/>
                  </a:lnTo>
                  <a:lnTo>
                    <a:pt x="109766" y="205714"/>
                  </a:lnTo>
                  <a:lnTo>
                    <a:pt x="65735" y="228511"/>
                  </a:lnTo>
                  <a:lnTo>
                    <a:pt x="30988" y="263258"/>
                  </a:lnTo>
                  <a:lnTo>
                    <a:pt x="8191" y="307276"/>
                  </a:lnTo>
                  <a:lnTo>
                    <a:pt x="0" y="357924"/>
                  </a:lnTo>
                  <a:lnTo>
                    <a:pt x="0" y="413969"/>
                  </a:lnTo>
                  <a:lnTo>
                    <a:pt x="61849" y="413969"/>
                  </a:lnTo>
                  <a:lnTo>
                    <a:pt x="61849" y="357924"/>
                  </a:lnTo>
                  <a:lnTo>
                    <a:pt x="69608" y="319595"/>
                  </a:lnTo>
                  <a:lnTo>
                    <a:pt x="90754" y="288264"/>
                  </a:lnTo>
                  <a:lnTo>
                    <a:pt x="122085" y="267131"/>
                  </a:lnTo>
                  <a:lnTo>
                    <a:pt x="160413" y="259372"/>
                  </a:lnTo>
                  <a:lnTo>
                    <a:pt x="243547" y="259372"/>
                  </a:lnTo>
                  <a:lnTo>
                    <a:pt x="222478" y="300075"/>
                  </a:lnTo>
                  <a:lnTo>
                    <a:pt x="214833" y="347408"/>
                  </a:lnTo>
                  <a:lnTo>
                    <a:pt x="214833" y="413969"/>
                  </a:lnTo>
                  <a:lnTo>
                    <a:pt x="276669" y="413969"/>
                  </a:lnTo>
                  <a:lnTo>
                    <a:pt x="276669" y="347408"/>
                  </a:lnTo>
                  <a:lnTo>
                    <a:pt x="283603" y="313169"/>
                  </a:lnTo>
                  <a:lnTo>
                    <a:pt x="302488" y="285178"/>
                  </a:lnTo>
                  <a:lnTo>
                    <a:pt x="330466" y="266293"/>
                  </a:lnTo>
                  <a:lnTo>
                    <a:pt x="364705" y="259372"/>
                  </a:lnTo>
                  <a:lnTo>
                    <a:pt x="496036" y="259372"/>
                  </a:lnTo>
                  <a:lnTo>
                    <a:pt x="530263" y="266293"/>
                  </a:lnTo>
                  <a:lnTo>
                    <a:pt x="558253" y="285178"/>
                  </a:lnTo>
                  <a:lnTo>
                    <a:pt x="577138" y="313169"/>
                  </a:lnTo>
                  <a:lnTo>
                    <a:pt x="584073" y="347408"/>
                  </a:lnTo>
                  <a:lnTo>
                    <a:pt x="584073" y="413969"/>
                  </a:lnTo>
                  <a:lnTo>
                    <a:pt x="645909" y="413969"/>
                  </a:lnTo>
                  <a:lnTo>
                    <a:pt x="645909" y="347408"/>
                  </a:lnTo>
                  <a:lnTo>
                    <a:pt x="638263" y="300075"/>
                  </a:lnTo>
                  <a:lnTo>
                    <a:pt x="617169" y="259372"/>
                  </a:lnTo>
                  <a:lnTo>
                    <a:pt x="700328" y="259372"/>
                  </a:lnTo>
                  <a:lnTo>
                    <a:pt x="738657" y="267131"/>
                  </a:lnTo>
                  <a:lnTo>
                    <a:pt x="769988" y="288264"/>
                  </a:lnTo>
                  <a:lnTo>
                    <a:pt x="791133" y="319595"/>
                  </a:lnTo>
                  <a:lnTo>
                    <a:pt x="798893" y="357924"/>
                  </a:lnTo>
                  <a:lnTo>
                    <a:pt x="798893" y="413969"/>
                  </a:lnTo>
                  <a:lnTo>
                    <a:pt x="860742" y="413969"/>
                  </a:lnTo>
                  <a:lnTo>
                    <a:pt x="860742" y="3579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4" name="object 20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40184" y="10261993"/>
              <a:ext cx="156602" cy="134004"/>
            </a:xfrm>
            <a:prstGeom prst="rect">
              <a:avLst/>
            </a:prstGeom>
          </p:spPr>
        </p:pic>
        <p:pic>
          <p:nvPicPr>
            <p:cNvPr id="205" name="object 20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25364" y="10261097"/>
              <a:ext cx="156602" cy="134004"/>
            </a:xfrm>
            <a:prstGeom prst="rect">
              <a:avLst/>
            </a:prstGeom>
          </p:spPr>
        </p:pic>
        <p:pic>
          <p:nvPicPr>
            <p:cNvPr id="206" name="object 20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56147" y="10261229"/>
              <a:ext cx="156602" cy="134004"/>
            </a:xfrm>
            <a:prstGeom prst="rect">
              <a:avLst/>
            </a:prstGeom>
          </p:spPr>
        </p:pic>
        <p:pic>
          <p:nvPicPr>
            <p:cNvPr id="207" name="object 20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641001" y="10261229"/>
              <a:ext cx="156602" cy="134004"/>
            </a:xfrm>
            <a:prstGeom prst="rect">
              <a:avLst/>
            </a:prstGeom>
          </p:spPr>
        </p:pic>
        <p:sp>
          <p:nvSpPr>
            <p:cNvPr id="208" name="object 208" descr=""/>
            <p:cNvSpPr/>
            <p:nvPr/>
          </p:nvSpPr>
          <p:spPr>
            <a:xfrm>
              <a:off x="6219737" y="9515181"/>
              <a:ext cx="434340" cy="219075"/>
            </a:xfrm>
            <a:custGeom>
              <a:avLst/>
              <a:gdLst/>
              <a:ahLst/>
              <a:cxnLst/>
              <a:rect l="l" t="t" r="r" b="b"/>
              <a:pathLst>
                <a:path w="434340" h="219075">
                  <a:moveTo>
                    <a:pt x="380574" y="0"/>
                  </a:moveTo>
                  <a:lnTo>
                    <a:pt x="29077" y="0"/>
                  </a:lnTo>
                  <a:lnTo>
                    <a:pt x="49829" y="4177"/>
                  </a:lnTo>
                  <a:lnTo>
                    <a:pt x="66754" y="15578"/>
                  </a:lnTo>
                  <a:lnTo>
                    <a:pt x="78155" y="32503"/>
                  </a:lnTo>
                  <a:lnTo>
                    <a:pt x="82332" y="53254"/>
                  </a:lnTo>
                  <a:lnTo>
                    <a:pt x="82332" y="136215"/>
                  </a:lnTo>
                  <a:lnTo>
                    <a:pt x="75858" y="168309"/>
                  </a:lnTo>
                  <a:lnTo>
                    <a:pt x="58207" y="194474"/>
                  </a:lnTo>
                  <a:lnTo>
                    <a:pt x="32036" y="212093"/>
                  </a:lnTo>
                  <a:lnTo>
                    <a:pt x="0" y="218548"/>
                  </a:lnTo>
                  <a:lnTo>
                    <a:pt x="335885" y="218548"/>
                  </a:lnTo>
                  <a:lnTo>
                    <a:pt x="374026" y="210857"/>
                  </a:lnTo>
                  <a:lnTo>
                    <a:pt x="405157" y="189876"/>
                  </a:lnTo>
                  <a:lnTo>
                    <a:pt x="426138" y="158745"/>
                  </a:lnTo>
                  <a:lnTo>
                    <a:pt x="433829" y="120603"/>
                  </a:lnTo>
                  <a:lnTo>
                    <a:pt x="433829" y="104614"/>
                  </a:lnTo>
                  <a:lnTo>
                    <a:pt x="426908" y="97567"/>
                  </a:lnTo>
                  <a:lnTo>
                    <a:pt x="433829" y="90520"/>
                  </a:lnTo>
                  <a:lnTo>
                    <a:pt x="433829" y="53254"/>
                  </a:lnTo>
                  <a:lnTo>
                    <a:pt x="429652" y="32503"/>
                  </a:lnTo>
                  <a:lnTo>
                    <a:pt x="418251" y="15578"/>
                  </a:lnTo>
                  <a:lnTo>
                    <a:pt x="401326" y="4177"/>
                  </a:lnTo>
                  <a:lnTo>
                    <a:pt x="380574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9" name="object 209" descr=""/>
          <p:cNvGrpSpPr/>
          <p:nvPr/>
        </p:nvGrpSpPr>
        <p:grpSpPr>
          <a:xfrm>
            <a:off x="4536856" y="8666785"/>
            <a:ext cx="2218055" cy="639445"/>
            <a:chOff x="4536856" y="8666785"/>
            <a:chExt cx="2218055" cy="639445"/>
          </a:xfrm>
        </p:grpSpPr>
        <p:sp>
          <p:nvSpPr>
            <p:cNvPr id="210" name="object 210" descr=""/>
            <p:cNvSpPr/>
            <p:nvPr/>
          </p:nvSpPr>
          <p:spPr>
            <a:xfrm>
              <a:off x="5948163" y="8666786"/>
              <a:ext cx="807085" cy="639445"/>
            </a:xfrm>
            <a:custGeom>
              <a:avLst/>
              <a:gdLst/>
              <a:ahLst/>
              <a:cxnLst/>
              <a:rect l="l" t="t" r="r" b="b"/>
              <a:pathLst>
                <a:path w="807084" h="639445">
                  <a:moveTo>
                    <a:pt x="605028" y="0"/>
                  </a:moveTo>
                  <a:lnTo>
                    <a:pt x="201669" y="0"/>
                  </a:lnTo>
                  <a:lnTo>
                    <a:pt x="155428" y="5326"/>
                  </a:lnTo>
                  <a:lnTo>
                    <a:pt x="112980" y="20497"/>
                  </a:lnTo>
                  <a:lnTo>
                    <a:pt x="75535" y="44304"/>
                  </a:lnTo>
                  <a:lnTo>
                    <a:pt x="44304" y="75535"/>
                  </a:lnTo>
                  <a:lnTo>
                    <a:pt x="20497" y="112980"/>
                  </a:lnTo>
                  <a:lnTo>
                    <a:pt x="5326" y="155428"/>
                  </a:lnTo>
                  <a:lnTo>
                    <a:pt x="0" y="201669"/>
                  </a:lnTo>
                  <a:lnTo>
                    <a:pt x="0" y="437264"/>
                  </a:lnTo>
                  <a:lnTo>
                    <a:pt x="5326" y="483505"/>
                  </a:lnTo>
                  <a:lnTo>
                    <a:pt x="20497" y="525953"/>
                  </a:lnTo>
                  <a:lnTo>
                    <a:pt x="44304" y="563397"/>
                  </a:lnTo>
                  <a:lnTo>
                    <a:pt x="75535" y="594628"/>
                  </a:lnTo>
                  <a:lnTo>
                    <a:pt x="112980" y="618435"/>
                  </a:lnTo>
                  <a:lnTo>
                    <a:pt x="155428" y="633607"/>
                  </a:lnTo>
                  <a:lnTo>
                    <a:pt x="201669" y="638933"/>
                  </a:lnTo>
                  <a:lnTo>
                    <a:pt x="605028" y="638933"/>
                  </a:lnTo>
                  <a:lnTo>
                    <a:pt x="651269" y="633607"/>
                  </a:lnTo>
                  <a:lnTo>
                    <a:pt x="693717" y="618435"/>
                  </a:lnTo>
                  <a:lnTo>
                    <a:pt x="731162" y="594628"/>
                  </a:lnTo>
                  <a:lnTo>
                    <a:pt x="762393" y="563397"/>
                  </a:lnTo>
                  <a:lnTo>
                    <a:pt x="786200" y="525953"/>
                  </a:lnTo>
                  <a:lnTo>
                    <a:pt x="801371" y="483505"/>
                  </a:lnTo>
                  <a:lnTo>
                    <a:pt x="806697" y="437264"/>
                  </a:lnTo>
                  <a:lnTo>
                    <a:pt x="806697" y="201669"/>
                  </a:lnTo>
                  <a:lnTo>
                    <a:pt x="801371" y="155428"/>
                  </a:lnTo>
                  <a:lnTo>
                    <a:pt x="786200" y="112980"/>
                  </a:lnTo>
                  <a:lnTo>
                    <a:pt x="762393" y="75535"/>
                  </a:lnTo>
                  <a:lnTo>
                    <a:pt x="731162" y="44304"/>
                  </a:lnTo>
                  <a:lnTo>
                    <a:pt x="693717" y="20497"/>
                  </a:lnTo>
                  <a:lnTo>
                    <a:pt x="651269" y="5326"/>
                  </a:lnTo>
                  <a:lnTo>
                    <a:pt x="605028" y="0"/>
                  </a:lnTo>
                  <a:close/>
                </a:path>
              </a:pathLst>
            </a:custGeom>
            <a:solidFill>
              <a:srgbClr val="13A6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6431391" y="8666785"/>
              <a:ext cx="323850" cy="639445"/>
            </a:xfrm>
            <a:custGeom>
              <a:avLst/>
              <a:gdLst/>
              <a:ahLst/>
              <a:cxnLst/>
              <a:rect l="l" t="t" r="r" b="b"/>
              <a:pathLst>
                <a:path w="323850" h="639445">
                  <a:moveTo>
                    <a:pt x="121797" y="0"/>
                  </a:moveTo>
                  <a:lnTo>
                    <a:pt x="0" y="0"/>
                  </a:lnTo>
                  <a:lnTo>
                    <a:pt x="46241" y="5326"/>
                  </a:lnTo>
                  <a:lnTo>
                    <a:pt x="88691" y="20497"/>
                  </a:lnTo>
                  <a:lnTo>
                    <a:pt x="126137" y="44304"/>
                  </a:lnTo>
                  <a:lnTo>
                    <a:pt x="157371" y="75535"/>
                  </a:lnTo>
                  <a:lnTo>
                    <a:pt x="181179" y="112980"/>
                  </a:lnTo>
                  <a:lnTo>
                    <a:pt x="196352" y="155428"/>
                  </a:lnTo>
                  <a:lnTo>
                    <a:pt x="201679" y="201669"/>
                  </a:lnTo>
                  <a:lnTo>
                    <a:pt x="201679" y="437264"/>
                  </a:lnTo>
                  <a:lnTo>
                    <a:pt x="196352" y="483505"/>
                  </a:lnTo>
                  <a:lnTo>
                    <a:pt x="181179" y="525955"/>
                  </a:lnTo>
                  <a:lnTo>
                    <a:pt x="157371" y="563402"/>
                  </a:lnTo>
                  <a:lnTo>
                    <a:pt x="126137" y="594635"/>
                  </a:lnTo>
                  <a:lnTo>
                    <a:pt x="88691" y="618443"/>
                  </a:lnTo>
                  <a:lnTo>
                    <a:pt x="46241" y="633617"/>
                  </a:lnTo>
                  <a:lnTo>
                    <a:pt x="0" y="638943"/>
                  </a:lnTo>
                  <a:lnTo>
                    <a:pt x="121797" y="638943"/>
                  </a:lnTo>
                  <a:lnTo>
                    <a:pt x="168038" y="633617"/>
                  </a:lnTo>
                  <a:lnTo>
                    <a:pt x="210486" y="618443"/>
                  </a:lnTo>
                  <a:lnTo>
                    <a:pt x="247931" y="594635"/>
                  </a:lnTo>
                  <a:lnTo>
                    <a:pt x="279162" y="563402"/>
                  </a:lnTo>
                  <a:lnTo>
                    <a:pt x="302968" y="525955"/>
                  </a:lnTo>
                  <a:lnTo>
                    <a:pt x="318140" y="483505"/>
                  </a:lnTo>
                  <a:lnTo>
                    <a:pt x="323466" y="437264"/>
                  </a:lnTo>
                  <a:lnTo>
                    <a:pt x="323466" y="201669"/>
                  </a:lnTo>
                  <a:lnTo>
                    <a:pt x="318140" y="155428"/>
                  </a:lnTo>
                  <a:lnTo>
                    <a:pt x="302968" y="112980"/>
                  </a:lnTo>
                  <a:lnTo>
                    <a:pt x="279162" y="75535"/>
                  </a:lnTo>
                  <a:lnTo>
                    <a:pt x="247931" y="44304"/>
                  </a:lnTo>
                  <a:lnTo>
                    <a:pt x="210486" y="20497"/>
                  </a:lnTo>
                  <a:lnTo>
                    <a:pt x="168038" y="5326"/>
                  </a:lnTo>
                  <a:lnTo>
                    <a:pt x="12179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4536856" y="9100655"/>
              <a:ext cx="1588770" cy="92075"/>
            </a:xfrm>
            <a:custGeom>
              <a:avLst/>
              <a:gdLst/>
              <a:ahLst/>
              <a:cxnLst/>
              <a:rect l="l" t="t" r="r" b="b"/>
              <a:pathLst>
                <a:path w="1588770" h="92075">
                  <a:moveTo>
                    <a:pt x="1588401" y="0"/>
                  </a:moveTo>
                  <a:lnTo>
                    <a:pt x="0" y="0"/>
                  </a:lnTo>
                  <a:lnTo>
                    <a:pt x="0" y="91515"/>
                  </a:lnTo>
                  <a:lnTo>
                    <a:pt x="1588401" y="91515"/>
                  </a:lnTo>
                  <a:lnTo>
                    <a:pt x="1588401" y="0"/>
                  </a:lnTo>
                  <a:close/>
                </a:path>
              </a:pathLst>
            </a:custGeom>
            <a:solidFill>
              <a:srgbClr val="6E748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3" name="object 213" descr=""/>
          <p:cNvSpPr/>
          <p:nvPr/>
        </p:nvSpPr>
        <p:spPr>
          <a:xfrm>
            <a:off x="4586750" y="9961958"/>
            <a:ext cx="96520" cy="495300"/>
          </a:xfrm>
          <a:custGeom>
            <a:avLst/>
            <a:gdLst/>
            <a:ahLst/>
            <a:cxnLst/>
            <a:rect l="l" t="t" r="r" b="b"/>
            <a:pathLst>
              <a:path w="96520" h="495300">
                <a:moveTo>
                  <a:pt x="0" y="494791"/>
                </a:moveTo>
                <a:lnTo>
                  <a:pt x="95923" y="494791"/>
                </a:lnTo>
                <a:lnTo>
                  <a:pt x="95923" y="0"/>
                </a:lnTo>
                <a:lnTo>
                  <a:pt x="0" y="0"/>
                </a:lnTo>
                <a:lnTo>
                  <a:pt x="0" y="494791"/>
                </a:lnTo>
                <a:close/>
              </a:path>
            </a:pathLst>
          </a:custGeom>
          <a:solidFill>
            <a:srgbClr val="B3ADA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4" name="object 214" descr=""/>
          <p:cNvGrpSpPr/>
          <p:nvPr/>
        </p:nvGrpSpPr>
        <p:grpSpPr>
          <a:xfrm>
            <a:off x="5695082" y="9961958"/>
            <a:ext cx="96520" cy="495300"/>
            <a:chOff x="5695082" y="9961958"/>
            <a:chExt cx="96520" cy="495300"/>
          </a:xfrm>
        </p:grpSpPr>
        <p:sp>
          <p:nvSpPr>
            <p:cNvPr id="215" name="object 215" descr=""/>
            <p:cNvSpPr/>
            <p:nvPr/>
          </p:nvSpPr>
          <p:spPr>
            <a:xfrm>
              <a:off x="5695082" y="9961958"/>
              <a:ext cx="96520" cy="495300"/>
            </a:xfrm>
            <a:custGeom>
              <a:avLst/>
              <a:gdLst/>
              <a:ahLst/>
              <a:cxnLst/>
              <a:rect l="l" t="t" r="r" b="b"/>
              <a:pathLst>
                <a:path w="96520" h="495300">
                  <a:moveTo>
                    <a:pt x="0" y="494791"/>
                  </a:moveTo>
                  <a:lnTo>
                    <a:pt x="95923" y="494791"/>
                  </a:lnTo>
                  <a:lnTo>
                    <a:pt x="95923" y="0"/>
                  </a:lnTo>
                  <a:lnTo>
                    <a:pt x="0" y="0"/>
                  </a:lnTo>
                  <a:lnTo>
                    <a:pt x="0" y="494791"/>
                  </a:lnTo>
                  <a:close/>
                </a:path>
              </a:pathLst>
            </a:custGeom>
            <a:solidFill>
              <a:srgbClr val="B3AD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5710810" y="9961958"/>
              <a:ext cx="17780" cy="495300"/>
            </a:xfrm>
            <a:custGeom>
              <a:avLst/>
              <a:gdLst/>
              <a:ahLst/>
              <a:cxnLst/>
              <a:rect l="l" t="t" r="r" b="b"/>
              <a:pathLst>
                <a:path w="17779" h="495300">
                  <a:moveTo>
                    <a:pt x="0" y="494791"/>
                  </a:moveTo>
                  <a:lnTo>
                    <a:pt x="17758" y="494791"/>
                  </a:lnTo>
                  <a:lnTo>
                    <a:pt x="17758" y="0"/>
                  </a:lnTo>
                  <a:lnTo>
                    <a:pt x="0" y="0"/>
                  </a:lnTo>
                  <a:lnTo>
                    <a:pt x="0" y="494791"/>
                  </a:lnTo>
                  <a:close/>
                </a:path>
              </a:pathLst>
            </a:custGeom>
            <a:solidFill>
              <a:srgbClr val="DFDBD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7" name="object 217" descr=""/>
          <p:cNvGrpSpPr/>
          <p:nvPr/>
        </p:nvGrpSpPr>
        <p:grpSpPr>
          <a:xfrm>
            <a:off x="4575850" y="9961958"/>
            <a:ext cx="118110" cy="495300"/>
            <a:chOff x="4575850" y="9961958"/>
            <a:chExt cx="118110" cy="495300"/>
          </a:xfrm>
        </p:grpSpPr>
        <p:sp>
          <p:nvSpPr>
            <p:cNvPr id="218" name="object 218" descr=""/>
            <p:cNvSpPr/>
            <p:nvPr/>
          </p:nvSpPr>
          <p:spPr>
            <a:xfrm>
              <a:off x="4604508" y="9961958"/>
              <a:ext cx="17780" cy="495300"/>
            </a:xfrm>
            <a:custGeom>
              <a:avLst/>
              <a:gdLst/>
              <a:ahLst/>
              <a:cxnLst/>
              <a:rect l="l" t="t" r="r" b="b"/>
              <a:pathLst>
                <a:path w="17779" h="495300">
                  <a:moveTo>
                    <a:pt x="0" y="494791"/>
                  </a:moveTo>
                  <a:lnTo>
                    <a:pt x="17758" y="494791"/>
                  </a:lnTo>
                  <a:lnTo>
                    <a:pt x="17758" y="0"/>
                  </a:lnTo>
                  <a:lnTo>
                    <a:pt x="0" y="0"/>
                  </a:lnTo>
                  <a:lnTo>
                    <a:pt x="0" y="494791"/>
                  </a:lnTo>
                  <a:close/>
                </a:path>
              </a:pathLst>
            </a:custGeom>
            <a:solidFill>
              <a:srgbClr val="DFDB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4575850" y="10408028"/>
              <a:ext cx="118110" cy="48895"/>
            </a:xfrm>
            <a:custGeom>
              <a:avLst/>
              <a:gdLst/>
              <a:ahLst/>
              <a:cxnLst/>
              <a:rect l="l" t="t" r="r" b="b"/>
              <a:pathLst>
                <a:path w="118110" h="48895">
                  <a:moveTo>
                    <a:pt x="117724" y="0"/>
                  </a:moveTo>
                  <a:lnTo>
                    <a:pt x="0" y="0"/>
                  </a:lnTo>
                  <a:lnTo>
                    <a:pt x="0" y="48721"/>
                  </a:lnTo>
                  <a:lnTo>
                    <a:pt x="117724" y="48721"/>
                  </a:lnTo>
                  <a:lnTo>
                    <a:pt x="117724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0" name="object 220" descr=""/>
          <p:cNvSpPr/>
          <p:nvPr/>
        </p:nvSpPr>
        <p:spPr>
          <a:xfrm>
            <a:off x="5684182" y="10408029"/>
            <a:ext cx="118110" cy="48895"/>
          </a:xfrm>
          <a:custGeom>
            <a:avLst/>
            <a:gdLst/>
            <a:ahLst/>
            <a:cxnLst/>
            <a:rect l="l" t="t" r="r" b="b"/>
            <a:pathLst>
              <a:path w="118110" h="48895">
                <a:moveTo>
                  <a:pt x="117724" y="0"/>
                </a:moveTo>
                <a:lnTo>
                  <a:pt x="0" y="0"/>
                </a:lnTo>
                <a:lnTo>
                  <a:pt x="0" y="48721"/>
                </a:lnTo>
                <a:lnTo>
                  <a:pt x="117724" y="48721"/>
                </a:lnTo>
                <a:lnTo>
                  <a:pt x="11772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1" name="object 221" descr=""/>
          <p:cNvGrpSpPr/>
          <p:nvPr/>
        </p:nvGrpSpPr>
        <p:grpSpPr>
          <a:xfrm>
            <a:off x="4586750" y="9192170"/>
            <a:ext cx="1204595" cy="770255"/>
            <a:chOff x="4586750" y="9192170"/>
            <a:chExt cx="1204595" cy="770255"/>
          </a:xfrm>
        </p:grpSpPr>
        <p:sp>
          <p:nvSpPr>
            <p:cNvPr id="222" name="object 222" descr=""/>
            <p:cNvSpPr/>
            <p:nvPr/>
          </p:nvSpPr>
          <p:spPr>
            <a:xfrm>
              <a:off x="4586750" y="9192170"/>
              <a:ext cx="1204595" cy="770255"/>
            </a:xfrm>
            <a:custGeom>
              <a:avLst/>
              <a:gdLst/>
              <a:ahLst/>
              <a:cxnLst/>
              <a:rect l="l" t="t" r="r" b="b"/>
              <a:pathLst>
                <a:path w="1204595" h="770254">
                  <a:moveTo>
                    <a:pt x="1204256" y="0"/>
                  </a:moveTo>
                  <a:lnTo>
                    <a:pt x="0" y="0"/>
                  </a:lnTo>
                  <a:lnTo>
                    <a:pt x="0" y="769788"/>
                  </a:lnTo>
                  <a:lnTo>
                    <a:pt x="1204256" y="769788"/>
                  </a:lnTo>
                  <a:lnTo>
                    <a:pt x="1204256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4586750" y="9192170"/>
              <a:ext cx="1204595" cy="67945"/>
            </a:xfrm>
            <a:custGeom>
              <a:avLst/>
              <a:gdLst/>
              <a:ahLst/>
              <a:cxnLst/>
              <a:rect l="l" t="t" r="r" b="b"/>
              <a:pathLst>
                <a:path w="1204595" h="67945">
                  <a:moveTo>
                    <a:pt x="1204256" y="0"/>
                  </a:moveTo>
                  <a:lnTo>
                    <a:pt x="0" y="0"/>
                  </a:lnTo>
                  <a:lnTo>
                    <a:pt x="0" y="67704"/>
                  </a:lnTo>
                  <a:lnTo>
                    <a:pt x="1204256" y="67704"/>
                  </a:lnTo>
                  <a:lnTo>
                    <a:pt x="120425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4" name="object 224" descr=""/>
          <p:cNvGrpSpPr/>
          <p:nvPr/>
        </p:nvGrpSpPr>
        <p:grpSpPr>
          <a:xfrm>
            <a:off x="4387656" y="8327024"/>
            <a:ext cx="855344" cy="774065"/>
            <a:chOff x="4387656" y="8327024"/>
            <a:chExt cx="855344" cy="774065"/>
          </a:xfrm>
        </p:grpSpPr>
        <p:sp>
          <p:nvSpPr>
            <p:cNvPr id="225" name="object 225" descr=""/>
            <p:cNvSpPr/>
            <p:nvPr/>
          </p:nvSpPr>
          <p:spPr>
            <a:xfrm>
              <a:off x="4732484" y="8907184"/>
              <a:ext cx="226060" cy="151765"/>
            </a:xfrm>
            <a:custGeom>
              <a:avLst/>
              <a:gdLst/>
              <a:ahLst/>
              <a:cxnLst/>
              <a:rect l="l" t="t" r="r" b="b"/>
              <a:pathLst>
                <a:path w="226060" h="151765">
                  <a:moveTo>
                    <a:pt x="225846" y="0"/>
                  </a:moveTo>
                  <a:lnTo>
                    <a:pt x="0" y="0"/>
                  </a:lnTo>
                  <a:lnTo>
                    <a:pt x="0" y="151471"/>
                  </a:lnTo>
                  <a:lnTo>
                    <a:pt x="225846" y="151471"/>
                  </a:lnTo>
                  <a:lnTo>
                    <a:pt x="225846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4732484" y="8907184"/>
              <a:ext cx="226060" cy="64135"/>
            </a:xfrm>
            <a:custGeom>
              <a:avLst/>
              <a:gdLst/>
              <a:ahLst/>
              <a:cxnLst/>
              <a:rect l="l" t="t" r="r" b="b"/>
              <a:pathLst>
                <a:path w="226060" h="64134">
                  <a:moveTo>
                    <a:pt x="225846" y="0"/>
                  </a:moveTo>
                  <a:lnTo>
                    <a:pt x="0" y="0"/>
                  </a:lnTo>
                  <a:lnTo>
                    <a:pt x="0" y="63746"/>
                  </a:lnTo>
                  <a:lnTo>
                    <a:pt x="225846" y="63746"/>
                  </a:lnTo>
                  <a:lnTo>
                    <a:pt x="22584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4607873" y="9049954"/>
              <a:ext cx="569595" cy="50800"/>
            </a:xfrm>
            <a:custGeom>
              <a:avLst/>
              <a:gdLst/>
              <a:ahLst/>
              <a:cxnLst/>
              <a:rect l="l" t="t" r="r" b="b"/>
              <a:pathLst>
                <a:path w="569595" h="50800">
                  <a:moveTo>
                    <a:pt x="525458" y="0"/>
                  </a:moveTo>
                  <a:lnTo>
                    <a:pt x="45483" y="0"/>
                  </a:lnTo>
                  <a:lnTo>
                    <a:pt x="35405" y="1202"/>
                  </a:lnTo>
                  <a:lnTo>
                    <a:pt x="2605" y="28983"/>
                  </a:lnTo>
                  <a:lnTo>
                    <a:pt x="0" y="36193"/>
                  </a:lnTo>
                  <a:lnTo>
                    <a:pt x="1497" y="43234"/>
                  </a:lnTo>
                  <a:lnTo>
                    <a:pt x="6321" y="48579"/>
                  </a:lnTo>
                  <a:lnTo>
                    <a:pt x="13693" y="50700"/>
                  </a:lnTo>
                  <a:lnTo>
                    <a:pt x="555792" y="50700"/>
                  </a:lnTo>
                  <a:lnTo>
                    <a:pt x="562834" y="48772"/>
                  </a:lnTo>
                  <a:lnTo>
                    <a:pt x="567649" y="43848"/>
                  </a:lnTo>
                  <a:lnTo>
                    <a:pt x="569493" y="37213"/>
                  </a:lnTo>
                  <a:lnTo>
                    <a:pt x="567624" y="30156"/>
                  </a:lnTo>
                  <a:lnTo>
                    <a:pt x="536617" y="1477"/>
                  </a:lnTo>
                  <a:lnTo>
                    <a:pt x="525458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4422661" y="8327024"/>
              <a:ext cx="820419" cy="608330"/>
            </a:xfrm>
            <a:custGeom>
              <a:avLst/>
              <a:gdLst/>
              <a:ahLst/>
              <a:cxnLst/>
              <a:rect l="l" t="t" r="r" b="b"/>
              <a:pathLst>
                <a:path w="820420" h="608329">
                  <a:moveTo>
                    <a:pt x="729181" y="0"/>
                  </a:moveTo>
                  <a:lnTo>
                    <a:pt x="34627" y="0"/>
                  </a:lnTo>
                  <a:lnTo>
                    <a:pt x="20172" y="3125"/>
                  </a:lnTo>
                  <a:lnTo>
                    <a:pt x="8722" y="11545"/>
                  </a:lnTo>
                  <a:lnTo>
                    <a:pt x="1567" y="23823"/>
                  </a:lnTo>
                  <a:lnTo>
                    <a:pt x="0" y="38522"/>
                  </a:lnTo>
                  <a:lnTo>
                    <a:pt x="57736" y="576987"/>
                  </a:lnTo>
                  <a:lnTo>
                    <a:pt x="61449" y="589313"/>
                  </a:lnTo>
                  <a:lnTo>
                    <a:pt x="69093" y="599178"/>
                  </a:lnTo>
                  <a:lnTo>
                    <a:pt x="79715" y="605724"/>
                  </a:lnTo>
                  <a:lnTo>
                    <a:pt x="92363" y="608096"/>
                  </a:lnTo>
                  <a:lnTo>
                    <a:pt x="789892" y="608096"/>
                  </a:lnTo>
                  <a:lnTo>
                    <a:pt x="802591" y="605348"/>
                  </a:lnTo>
                  <a:lnTo>
                    <a:pt x="812651" y="597946"/>
                  </a:lnTo>
                  <a:lnTo>
                    <a:pt x="818936" y="587153"/>
                  </a:lnTo>
                  <a:lnTo>
                    <a:pt x="820310" y="574233"/>
                  </a:lnTo>
                  <a:lnTo>
                    <a:pt x="761882" y="29381"/>
                  </a:lnTo>
                  <a:lnTo>
                    <a:pt x="758381" y="17740"/>
                  </a:lnTo>
                  <a:lnTo>
                    <a:pt x="751162" y="8423"/>
                  </a:lnTo>
                  <a:lnTo>
                    <a:pt x="741129" y="2240"/>
                  </a:lnTo>
                  <a:lnTo>
                    <a:pt x="729181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4422603" y="8327024"/>
              <a:ext cx="110489" cy="608330"/>
            </a:xfrm>
            <a:custGeom>
              <a:avLst/>
              <a:gdLst/>
              <a:ahLst/>
              <a:cxnLst/>
              <a:rect l="l" t="t" r="r" b="b"/>
              <a:pathLst>
                <a:path w="110489" h="608329">
                  <a:moveTo>
                    <a:pt x="24784" y="0"/>
                  </a:moveTo>
                  <a:lnTo>
                    <a:pt x="14439" y="2237"/>
                  </a:lnTo>
                  <a:lnTo>
                    <a:pt x="6243" y="8265"/>
                  </a:lnTo>
                  <a:lnTo>
                    <a:pt x="1122" y="17055"/>
                  </a:lnTo>
                  <a:lnTo>
                    <a:pt x="0" y="27580"/>
                  </a:lnTo>
                  <a:lnTo>
                    <a:pt x="59862" y="585835"/>
                  </a:lnTo>
                  <a:lnTo>
                    <a:pt x="62518" y="594654"/>
                  </a:lnTo>
                  <a:lnTo>
                    <a:pt x="67990" y="601713"/>
                  </a:lnTo>
                  <a:lnTo>
                    <a:pt x="75593" y="606398"/>
                  </a:lnTo>
                  <a:lnTo>
                    <a:pt x="84646" y="608096"/>
                  </a:lnTo>
                  <a:lnTo>
                    <a:pt x="95494" y="605859"/>
                  </a:lnTo>
                  <a:lnTo>
                    <a:pt x="103690" y="599831"/>
                  </a:lnTo>
                  <a:lnTo>
                    <a:pt x="108811" y="591041"/>
                  </a:lnTo>
                  <a:lnTo>
                    <a:pt x="109933" y="580516"/>
                  </a:lnTo>
                  <a:lnTo>
                    <a:pt x="50071" y="22261"/>
                  </a:lnTo>
                  <a:lnTo>
                    <a:pt x="47416" y="13442"/>
                  </a:lnTo>
                  <a:lnTo>
                    <a:pt x="41947" y="6383"/>
                  </a:lnTo>
                  <a:lnTo>
                    <a:pt x="34344" y="1698"/>
                  </a:lnTo>
                  <a:lnTo>
                    <a:pt x="2478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4525315" y="8372138"/>
              <a:ext cx="672465" cy="513080"/>
            </a:xfrm>
            <a:custGeom>
              <a:avLst/>
              <a:gdLst/>
              <a:ahLst/>
              <a:cxnLst/>
              <a:rect l="l" t="t" r="r" b="b"/>
              <a:pathLst>
                <a:path w="672464" h="513079">
                  <a:moveTo>
                    <a:pt x="671931" y="512749"/>
                  </a:moveTo>
                  <a:lnTo>
                    <a:pt x="617105" y="0"/>
                  </a:lnTo>
                  <a:lnTo>
                    <a:pt x="0" y="0"/>
                  </a:lnTo>
                  <a:lnTo>
                    <a:pt x="54825" y="512749"/>
                  </a:lnTo>
                  <a:lnTo>
                    <a:pt x="671931" y="512749"/>
                  </a:lnTo>
                  <a:close/>
                </a:path>
              </a:pathLst>
            </a:custGeom>
            <a:solidFill>
              <a:srgbClr val="07A0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4525324" y="8372133"/>
              <a:ext cx="672465" cy="513080"/>
            </a:xfrm>
            <a:custGeom>
              <a:avLst/>
              <a:gdLst/>
              <a:ahLst/>
              <a:cxnLst/>
              <a:rect l="l" t="t" r="r" b="b"/>
              <a:pathLst>
                <a:path w="672464" h="513079">
                  <a:moveTo>
                    <a:pt x="617101" y="0"/>
                  </a:moveTo>
                  <a:lnTo>
                    <a:pt x="0" y="0"/>
                  </a:lnTo>
                  <a:lnTo>
                    <a:pt x="671927" y="512738"/>
                  </a:lnTo>
                  <a:lnTo>
                    <a:pt x="617101" y="0"/>
                  </a:lnTo>
                  <a:close/>
                </a:path>
              </a:pathLst>
            </a:custGeom>
            <a:solidFill>
              <a:srgbClr val="1CA9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4523165" y="8366567"/>
              <a:ext cx="674370" cy="514984"/>
            </a:xfrm>
            <a:custGeom>
              <a:avLst/>
              <a:gdLst/>
              <a:ahLst/>
              <a:cxnLst/>
              <a:rect l="l" t="t" r="r" b="b"/>
              <a:pathLst>
                <a:path w="674370" h="514984">
                  <a:moveTo>
                    <a:pt x="620797" y="0"/>
                  </a:moveTo>
                  <a:lnTo>
                    <a:pt x="0" y="0"/>
                  </a:lnTo>
                  <a:lnTo>
                    <a:pt x="53286" y="514926"/>
                  </a:lnTo>
                  <a:lnTo>
                    <a:pt x="674084" y="514926"/>
                  </a:lnTo>
                  <a:lnTo>
                    <a:pt x="620797" y="0"/>
                  </a:lnTo>
                  <a:close/>
                </a:path>
              </a:pathLst>
            </a:custGeom>
            <a:solidFill>
              <a:srgbClr val="EC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4523161" y="8366570"/>
              <a:ext cx="621665" cy="514984"/>
            </a:xfrm>
            <a:custGeom>
              <a:avLst/>
              <a:gdLst/>
              <a:ahLst/>
              <a:cxnLst/>
              <a:rect l="l" t="t" r="r" b="b"/>
              <a:pathLst>
                <a:path w="621664" h="514984">
                  <a:moveTo>
                    <a:pt x="620797" y="0"/>
                  </a:moveTo>
                  <a:lnTo>
                    <a:pt x="0" y="0"/>
                  </a:lnTo>
                  <a:lnTo>
                    <a:pt x="53286" y="514926"/>
                  </a:lnTo>
                  <a:lnTo>
                    <a:pt x="58197" y="514926"/>
                  </a:lnTo>
                  <a:lnTo>
                    <a:pt x="5580" y="6460"/>
                  </a:lnTo>
                  <a:lnTo>
                    <a:pt x="621467" y="6460"/>
                  </a:lnTo>
                  <a:lnTo>
                    <a:pt x="62079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4576452" y="8874625"/>
              <a:ext cx="621030" cy="6985"/>
            </a:xfrm>
            <a:custGeom>
              <a:avLst/>
              <a:gdLst/>
              <a:ahLst/>
              <a:cxnLst/>
              <a:rect l="l" t="t" r="r" b="b"/>
              <a:pathLst>
                <a:path w="621029" h="6984">
                  <a:moveTo>
                    <a:pt x="615426" y="0"/>
                  </a:moveTo>
                  <a:lnTo>
                    <a:pt x="4230" y="0"/>
                  </a:lnTo>
                  <a:lnTo>
                    <a:pt x="0" y="6868"/>
                  </a:lnTo>
                  <a:lnTo>
                    <a:pt x="620797" y="6868"/>
                  </a:lnTo>
                  <a:lnTo>
                    <a:pt x="615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4582236" y="8703684"/>
              <a:ext cx="507365" cy="18415"/>
            </a:xfrm>
            <a:custGeom>
              <a:avLst/>
              <a:gdLst/>
              <a:ahLst/>
              <a:cxnLst/>
              <a:rect l="l" t="t" r="r" b="b"/>
              <a:pathLst>
                <a:path w="507364" h="18415">
                  <a:moveTo>
                    <a:pt x="7378" y="13855"/>
                  </a:moveTo>
                  <a:lnTo>
                    <a:pt x="7239" y="12509"/>
                  </a:lnTo>
                  <a:lnTo>
                    <a:pt x="2374" y="12509"/>
                  </a:lnTo>
                  <a:lnTo>
                    <a:pt x="1079" y="0"/>
                  </a:lnTo>
                  <a:lnTo>
                    <a:pt x="0" y="0"/>
                  </a:lnTo>
                  <a:lnTo>
                    <a:pt x="1435" y="13855"/>
                  </a:lnTo>
                  <a:lnTo>
                    <a:pt x="7378" y="13855"/>
                  </a:lnTo>
                  <a:close/>
                </a:path>
                <a:path w="507364" h="18415">
                  <a:moveTo>
                    <a:pt x="14859" y="12001"/>
                  </a:moveTo>
                  <a:lnTo>
                    <a:pt x="14351" y="7188"/>
                  </a:lnTo>
                  <a:lnTo>
                    <a:pt x="13754" y="6502"/>
                  </a:lnTo>
                  <a:lnTo>
                    <a:pt x="13754" y="11303"/>
                  </a:lnTo>
                  <a:lnTo>
                    <a:pt x="12890" y="12788"/>
                  </a:lnTo>
                  <a:lnTo>
                    <a:pt x="10261" y="12788"/>
                  </a:lnTo>
                  <a:lnTo>
                    <a:pt x="9093" y="11303"/>
                  </a:lnTo>
                  <a:lnTo>
                    <a:pt x="8737" y="7886"/>
                  </a:lnTo>
                  <a:lnTo>
                    <a:pt x="9601" y="6464"/>
                  </a:lnTo>
                  <a:lnTo>
                    <a:pt x="12230" y="6464"/>
                  </a:lnTo>
                  <a:lnTo>
                    <a:pt x="13398" y="7886"/>
                  </a:lnTo>
                  <a:lnTo>
                    <a:pt x="13754" y="11303"/>
                  </a:lnTo>
                  <a:lnTo>
                    <a:pt x="13754" y="6502"/>
                  </a:lnTo>
                  <a:lnTo>
                    <a:pt x="12623" y="5181"/>
                  </a:lnTo>
                  <a:lnTo>
                    <a:pt x="8940" y="5181"/>
                  </a:lnTo>
                  <a:lnTo>
                    <a:pt x="7620" y="7188"/>
                  </a:lnTo>
                  <a:lnTo>
                    <a:pt x="8128" y="12001"/>
                  </a:lnTo>
                  <a:lnTo>
                    <a:pt x="9867" y="14071"/>
                  </a:lnTo>
                  <a:lnTo>
                    <a:pt x="13550" y="14071"/>
                  </a:lnTo>
                  <a:lnTo>
                    <a:pt x="14351" y="12788"/>
                  </a:lnTo>
                  <a:lnTo>
                    <a:pt x="14859" y="12001"/>
                  </a:lnTo>
                  <a:close/>
                </a:path>
                <a:path w="507364" h="18415">
                  <a:moveTo>
                    <a:pt x="19011" y="6464"/>
                  </a:moveTo>
                  <a:lnTo>
                    <a:pt x="18872" y="5181"/>
                  </a:lnTo>
                  <a:lnTo>
                    <a:pt x="17970" y="5181"/>
                  </a:lnTo>
                  <a:lnTo>
                    <a:pt x="17259" y="5689"/>
                  </a:lnTo>
                  <a:lnTo>
                    <a:pt x="16814" y="6489"/>
                  </a:lnTo>
                  <a:lnTo>
                    <a:pt x="16700" y="5321"/>
                  </a:lnTo>
                  <a:lnTo>
                    <a:pt x="15697" y="5321"/>
                  </a:lnTo>
                  <a:lnTo>
                    <a:pt x="16586" y="13855"/>
                  </a:lnTo>
                  <a:lnTo>
                    <a:pt x="17576" y="13855"/>
                  </a:lnTo>
                  <a:lnTo>
                    <a:pt x="16903" y="7391"/>
                  </a:lnTo>
                  <a:lnTo>
                    <a:pt x="17856" y="6464"/>
                  </a:lnTo>
                  <a:lnTo>
                    <a:pt x="19011" y="6464"/>
                  </a:lnTo>
                  <a:close/>
                </a:path>
                <a:path w="507364" h="18415">
                  <a:moveTo>
                    <a:pt x="26924" y="10210"/>
                  </a:moveTo>
                  <a:lnTo>
                    <a:pt x="26797" y="8966"/>
                  </a:lnTo>
                  <a:lnTo>
                    <a:pt x="26606" y="7175"/>
                  </a:lnTo>
                  <a:lnTo>
                    <a:pt x="25996" y="6464"/>
                  </a:lnTo>
                  <a:lnTo>
                    <a:pt x="25717" y="6146"/>
                  </a:lnTo>
                  <a:lnTo>
                    <a:pt x="25717" y="8966"/>
                  </a:lnTo>
                  <a:lnTo>
                    <a:pt x="21145" y="8966"/>
                  </a:lnTo>
                  <a:lnTo>
                    <a:pt x="21234" y="7543"/>
                  </a:lnTo>
                  <a:lnTo>
                    <a:pt x="22021" y="6464"/>
                  </a:lnTo>
                  <a:lnTo>
                    <a:pt x="24320" y="6464"/>
                  </a:lnTo>
                  <a:lnTo>
                    <a:pt x="25349" y="7543"/>
                  </a:lnTo>
                  <a:lnTo>
                    <a:pt x="25717" y="8966"/>
                  </a:lnTo>
                  <a:lnTo>
                    <a:pt x="25717" y="6146"/>
                  </a:lnTo>
                  <a:lnTo>
                    <a:pt x="24879" y="5181"/>
                  </a:lnTo>
                  <a:lnTo>
                    <a:pt x="21196" y="5181"/>
                  </a:lnTo>
                  <a:lnTo>
                    <a:pt x="19888" y="7175"/>
                  </a:lnTo>
                  <a:lnTo>
                    <a:pt x="20383" y="12001"/>
                  </a:lnTo>
                  <a:lnTo>
                    <a:pt x="22123" y="14084"/>
                  </a:lnTo>
                  <a:lnTo>
                    <a:pt x="25285" y="14084"/>
                  </a:lnTo>
                  <a:lnTo>
                    <a:pt x="26339" y="13081"/>
                  </a:lnTo>
                  <a:lnTo>
                    <a:pt x="26416" y="12788"/>
                  </a:lnTo>
                  <a:lnTo>
                    <a:pt x="26733" y="11607"/>
                  </a:lnTo>
                  <a:lnTo>
                    <a:pt x="25514" y="11607"/>
                  </a:lnTo>
                  <a:lnTo>
                    <a:pt x="25171" y="12306"/>
                  </a:lnTo>
                  <a:lnTo>
                    <a:pt x="24587" y="12788"/>
                  </a:lnTo>
                  <a:lnTo>
                    <a:pt x="22669" y="12788"/>
                  </a:lnTo>
                  <a:lnTo>
                    <a:pt x="21628" y="11607"/>
                  </a:lnTo>
                  <a:lnTo>
                    <a:pt x="21272" y="10210"/>
                  </a:lnTo>
                  <a:lnTo>
                    <a:pt x="26924" y="10210"/>
                  </a:lnTo>
                  <a:close/>
                </a:path>
                <a:path w="507364" h="18415">
                  <a:moveTo>
                    <a:pt x="38531" y="13855"/>
                  </a:moveTo>
                  <a:lnTo>
                    <a:pt x="38023" y="8991"/>
                  </a:lnTo>
                  <a:lnTo>
                    <a:pt x="37744" y="6261"/>
                  </a:lnTo>
                  <a:lnTo>
                    <a:pt x="36868" y="5181"/>
                  </a:lnTo>
                  <a:lnTo>
                    <a:pt x="34226" y="5181"/>
                  </a:lnTo>
                  <a:lnTo>
                    <a:pt x="33515" y="5778"/>
                  </a:lnTo>
                  <a:lnTo>
                    <a:pt x="33159" y="6832"/>
                  </a:lnTo>
                  <a:lnTo>
                    <a:pt x="32702" y="5664"/>
                  </a:lnTo>
                  <a:lnTo>
                    <a:pt x="31953" y="5181"/>
                  </a:lnTo>
                  <a:lnTo>
                    <a:pt x="29997" y="5181"/>
                  </a:lnTo>
                  <a:lnTo>
                    <a:pt x="29375" y="5600"/>
                  </a:lnTo>
                  <a:lnTo>
                    <a:pt x="28981" y="6350"/>
                  </a:lnTo>
                  <a:lnTo>
                    <a:pt x="28867" y="5321"/>
                  </a:lnTo>
                  <a:lnTo>
                    <a:pt x="27889" y="5321"/>
                  </a:lnTo>
                  <a:lnTo>
                    <a:pt x="28765" y="13855"/>
                  </a:lnTo>
                  <a:lnTo>
                    <a:pt x="29756" y="13855"/>
                  </a:lnTo>
                  <a:lnTo>
                    <a:pt x="29083" y="7340"/>
                  </a:lnTo>
                  <a:lnTo>
                    <a:pt x="29743" y="6464"/>
                  </a:lnTo>
                  <a:lnTo>
                    <a:pt x="31902" y="6464"/>
                  </a:lnTo>
                  <a:lnTo>
                    <a:pt x="32473" y="7302"/>
                  </a:lnTo>
                  <a:lnTo>
                    <a:pt x="33159" y="13855"/>
                  </a:lnTo>
                  <a:lnTo>
                    <a:pt x="34150" y="13855"/>
                  </a:lnTo>
                  <a:lnTo>
                    <a:pt x="33464" y="7340"/>
                  </a:lnTo>
                  <a:lnTo>
                    <a:pt x="34124" y="6464"/>
                  </a:lnTo>
                  <a:lnTo>
                    <a:pt x="36283" y="6464"/>
                  </a:lnTo>
                  <a:lnTo>
                    <a:pt x="36868" y="7302"/>
                  </a:lnTo>
                  <a:lnTo>
                    <a:pt x="37528" y="13855"/>
                  </a:lnTo>
                  <a:lnTo>
                    <a:pt x="38531" y="13855"/>
                  </a:lnTo>
                  <a:close/>
                </a:path>
                <a:path w="507364" h="18415">
                  <a:moveTo>
                    <a:pt x="45072" y="3187"/>
                  </a:moveTo>
                  <a:lnTo>
                    <a:pt x="44970" y="2184"/>
                  </a:lnTo>
                  <a:lnTo>
                    <a:pt x="44602" y="1765"/>
                  </a:lnTo>
                  <a:lnTo>
                    <a:pt x="43827" y="1765"/>
                  </a:lnTo>
                  <a:lnTo>
                    <a:pt x="43561" y="2184"/>
                  </a:lnTo>
                  <a:lnTo>
                    <a:pt x="43662" y="3187"/>
                  </a:lnTo>
                  <a:lnTo>
                    <a:pt x="44018" y="3594"/>
                  </a:lnTo>
                  <a:lnTo>
                    <a:pt x="44792" y="3594"/>
                  </a:lnTo>
                  <a:lnTo>
                    <a:pt x="45072" y="3187"/>
                  </a:lnTo>
                  <a:close/>
                </a:path>
                <a:path w="507364" h="18415">
                  <a:moveTo>
                    <a:pt x="46012" y="13868"/>
                  </a:moveTo>
                  <a:lnTo>
                    <a:pt x="45123" y="5321"/>
                  </a:lnTo>
                  <a:lnTo>
                    <a:pt x="44094" y="5321"/>
                  </a:lnTo>
                  <a:lnTo>
                    <a:pt x="44970" y="13868"/>
                  </a:lnTo>
                  <a:lnTo>
                    <a:pt x="46012" y="13868"/>
                  </a:lnTo>
                  <a:close/>
                </a:path>
                <a:path w="507364" h="18415">
                  <a:moveTo>
                    <a:pt x="54559" y="12001"/>
                  </a:moveTo>
                  <a:lnTo>
                    <a:pt x="54051" y="7188"/>
                  </a:lnTo>
                  <a:lnTo>
                    <a:pt x="53441" y="6489"/>
                  </a:lnTo>
                  <a:lnTo>
                    <a:pt x="53441" y="11303"/>
                  </a:lnTo>
                  <a:lnTo>
                    <a:pt x="52603" y="12788"/>
                  </a:lnTo>
                  <a:lnTo>
                    <a:pt x="50012" y="12788"/>
                  </a:lnTo>
                  <a:lnTo>
                    <a:pt x="49758" y="12496"/>
                  </a:lnTo>
                  <a:lnTo>
                    <a:pt x="48717" y="11303"/>
                  </a:lnTo>
                  <a:lnTo>
                    <a:pt x="48361" y="7886"/>
                  </a:lnTo>
                  <a:lnTo>
                    <a:pt x="49174" y="6705"/>
                  </a:lnTo>
                  <a:lnTo>
                    <a:pt x="49352" y="6464"/>
                  </a:lnTo>
                  <a:lnTo>
                    <a:pt x="51955" y="6464"/>
                  </a:lnTo>
                  <a:lnTo>
                    <a:pt x="53086" y="7886"/>
                  </a:lnTo>
                  <a:lnTo>
                    <a:pt x="53441" y="11303"/>
                  </a:lnTo>
                  <a:lnTo>
                    <a:pt x="53441" y="6489"/>
                  </a:lnTo>
                  <a:lnTo>
                    <a:pt x="52324" y="5181"/>
                  </a:lnTo>
                  <a:lnTo>
                    <a:pt x="49491" y="5181"/>
                  </a:lnTo>
                  <a:lnTo>
                    <a:pt x="48679" y="5791"/>
                  </a:lnTo>
                  <a:lnTo>
                    <a:pt x="48183" y="6705"/>
                  </a:lnTo>
                  <a:lnTo>
                    <a:pt x="48044" y="5321"/>
                  </a:lnTo>
                  <a:lnTo>
                    <a:pt x="47053" y="5321"/>
                  </a:lnTo>
                  <a:lnTo>
                    <a:pt x="48348" y="17741"/>
                  </a:lnTo>
                  <a:lnTo>
                    <a:pt x="49326" y="17741"/>
                  </a:lnTo>
                  <a:lnTo>
                    <a:pt x="48780" y="12496"/>
                  </a:lnTo>
                  <a:lnTo>
                    <a:pt x="49479" y="13449"/>
                  </a:lnTo>
                  <a:lnTo>
                    <a:pt x="50406" y="14071"/>
                  </a:lnTo>
                  <a:lnTo>
                    <a:pt x="53251" y="14071"/>
                  </a:lnTo>
                  <a:lnTo>
                    <a:pt x="54051" y="12788"/>
                  </a:lnTo>
                  <a:lnTo>
                    <a:pt x="54559" y="12001"/>
                  </a:lnTo>
                  <a:close/>
                </a:path>
                <a:path w="507364" h="18415">
                  <a:moveTo>
                    <a:pt x="60655" y="12928"/>
                  </a:moveTo>
                  <a:lnTo>
                    <a:pt x="60350" y="10020"/>
                  </a:lnTo>
                  <a:lnTo>
                    <a:pt x="59613" y="9258"/>
                  </a:lnTo>
                  <a:lnTo>
                    <a:pt x="57899" y="8813"/>
                  </a:lnTo>
                  <a:lnTo>
                    <a:pt x="56807" y="8547"/>
                  </a:lnTo>
                  <a:lnTo>
                    <a:pt x="56337" y="8166"/>
                  </a:lnTo>
                  <a:lnTo>
                    <a:pt x="56210" y="6896"/>
                  </a:lnTo>
                  <a:lnTo>
                    <a:pt x="56705" y="6413"/>
                  </a:lnTo>
                  <a:lnTo>
                    <a:pt x="58254" y="6413"/>
                  </a:lnTo>
                  <a:lnTo>
                    <a:pt x="58788" y="6832"/>
                  </a:lnTo>
                  <a:lnTo>
                    <a:pt x="58928" y="7416"/>
                  </a:lnTo>
                  <a:lnTo>
                    <a:pt x="59829" y="7416"/>
                  </a:lnTo>
                  <a:lnTo>
                    <a:pt x="59601" y="6121"/>
                  </a:lnTo>
                  <a:lnTo>
                    <a:pt x="58635" y="5181"/>
                  </a:lnTo>
                  <a:lnTo>
                    <a:pt x="55880" y="5181"/>
                  </a:lnTo>
                  <a:lnTo>
                    <a:pt x="55219" y="6235"/>
                  </a:lnTo>
                  <a:lnTo>
                    <a:pt x="55499" y="8890"/>
                  </a:lnTo>
                  <a:lnTo>
                    <a:pt x="56273" y="9639"/>
                  </a:lnTo>
                  <a:lnTo>
                    <a:pt x="59080" y="10350"/>
                  </a:lnTo>
                  <a:lnTo>
                    <a:pt x="59512" y="10617"/>
                  </a:lnTo>
                  <a:lnTo>
                    <a:pt x="59690" y="12217"/>
                  </a:lnTo>
                  <a:lnTo>
                    <a:pt x="59093" y="12776"/>
                  </a:lnTo>
                  <a:lnTo>
                    <a:pt x="57302" y="12776"/>
                  </a:lnTo>
                  <a:lnTo>
                    <a:pt x="56578" y="12153"/>
                  </a:lnTo>
                  <a:lnTo>
                    <a:pt x="56400" y="11442"/>
                  </a:lnTo>
                  <a:lnTo>
                    <a:pt x="55511" y="11442"/>
                  </a:lnTo>
                  <a:lnTo>
                    <a:pt x="55727" y="12928"/>
                  </a:lnTo>
                  <a:lnTo>
                    <a:pt x="56807" y="14008"/>
                  </a:lnTo>
                  <a:lnTo>
                    <a:pt x="59893" y="14008"/>
                  </a:lnTo>
                  <a:lnTo>
                    <a:pt x="60655" y="12928"/>
                  </a:lnTo>
                  <a:close/>
                </a:path>
                <a:path w="507364" h="18415">
                  <a:moveTo>
                    <a:pt x="67983" y="13868"/>
                  </a:moveTo>
                  <a:lnTo>
                    <a:pt x="67106" y="5321"/>
                  </a:lnTo>
                  <a:lnTo>
                    <a:pt x="66103" y="5321"/>
                  </a:lnTo>
                  <a:lnTo>
                    <a:pt x="66776" y="11747"/>
                  </a:lnTo>
                  <a:lnTo>
                    <a:pt x="66065" y="12725"/>
                  </a:lnTo>
                  <a:lnTo>
                    <a:pt x="63665" y="12725"/>
                  </a:lnTo>
                  <a:lnTo>
                    <a:pt x="63004" y="11887"/>
                  </a:lnTo>
                  <a:lnTo>
                    <a:pt x="62318" y="5321"/>
                  </a:lnTo>
                  <a:lnTo>
                    <a:pt x="61328" y="5321"/>
                  </a:lnTo>
                  <a:lnTo>
                    <a:pt x="62115" y="12915"/>
                  </a:lnTo>
                  <a:lnTo>
                    <a:pt x="63017" y="13995"/>
                  </a:lnTo>
                  <a:lnTo>
                    <a:pt x="65773" y="13995"/>
                  </a:lnTo>
                  <a:lnTo>
                    <a:pt x="66446" y="13563"/>
                  </a:lnTo>
                  <a:lnTo>
                    <a:pt x="66890" y="12839"/>
                  </a:lnTo>
                  <a:lnTo>
                    <a:pt x="67005" y="13868"/>
                  </a:lnTo>
                  <a:lnTo>
                    <a:pt x="67983" y="13868"/>
                  </a:lnTo>
                  <a:close/>
                </a:path>
                <a:path w="507364" h="18415">
                  <a:moveTo>
                    <a:pt x="79717" y="13855"/>
                  </a:moveTo>
                  <a:lnTo>
                    <a:pt x="79209" y="8991"/>
                  </a:lnTo>
                  <a:lnTo>
                    <a:pt x="78930" y="6261"/>
                  </a:lnTo>
                  <a:lnTo>
                    <a:pt x="78066" y="5181"/>
                  </a:lnTo>
                  <a:lnTo>
                    <a:pt x="75412" y="5181"/>
                  </a:lnTo>
                  <a:lnTo>
                    <a:pt x="74701" y="5778"/>
                  </a:lnTo>
                  <a:lnTo>
                    <a:pt x="74358" y="6832"/>
                  </a:lnTo>
                  <a:lnTo>
                    <a:pt x="73901" y="5664"/>
                  </a:lnTo>
                  <a:lnTo>
                    <a:pt x="73139" y="5181"/>
                  </a:lnTo>
                  <a:lnTo>
                    <a:pt x="71183" y="5181"/>
                  </a:lnTo>
                  <a:lnTo>
                    <a:pt x="70561" y="5600"/>
                  </a:lnTo>
                  <a:lnTo>
                    <a:pt x="70167" y="6350"/>
                  </a:lnTo>
                  <a:lnTo>
                    <a:pt x="70065" y="5321"/>
                  </a:lnTo>
                  <a:lnTo>
                    <a:pt x="69075" y="5321"/>
                  </a:lnTo>
                  <a:lnTo>
                    <a:pt x="69964" y="13855"/>
                  </a:lnTo>
                  <a:lnTo>
                    <a:pt x="70954" y="13855"/>
                  </a:lnTo>
                  <a:lnTo>
                    <a:pt x="70269" y="7340"/>
                  </a:lnTo>
                  <a:lnTo>
                    <a:pt x="70929" y="6464"/>
                  </a:lnTo>
                  <a:lnTo>
                    <a:pt x="73088" y="6464"/>
                  </a:lnTo>
                  <a:lnTo>
                    <a:pt x="73660" y="7302"/>
                  </a:lnTo>
                  <a:lnTo>
                    <a:pt x="74345" y="13855"/>
                  </a:lnTo>
                  <a:lnTo>
                    <a:pt x="75336" y="13855"/>
                  </a:lnTo>
                  <a:lnTo>
                    <a:pt x="74663" y="7340"/>
                  </a:lnTo>
                  <a:lnTo>
                    <a:pt x="75323" y="6464"/>
                  </a:lnTo>
                  <a:lnTo>
                    <a:pt x="77482" y="6464"/>
                  </a:lnTo>
                  <a:lnTo>
                    <a:pt x="78054" y="7302"/>
                  </a:lnTo>
                  <a:lnTo>
                    <a:pt x="78727" y="13855"/>
                  </a:lnTo>
                  <a:lnTo>
                    <a:pt x="79717" y="13855"/>
                  </a:lnTo>
                  <a:close/>
                </a:path>
                <a:path w="507364" h="18415">
                  <a:moveTo>
                    <a:pt x="92468" y="13868"/>
                  </a:moveTo>
                  <a:lnTo>
                    <a:pt x="92329" y="12496"/>
                  </a:lnTo>
                  <a:lnTo>
                    <a:pt x="91732" y="6705"/>
                  </a:lnTo>
                  <a:lnTo>
                    <a:pt x="91160" y="1219"/>
                  </a:lnTo>
                  <a:lnTo>
                    <a:pt x="91160" y="11303"/>
                  </a:lnTo>
                  <a:lnTo>
                    <a:pt x="90182" y="12788"/>
                  </a:lnTo>
                  <a:lnTo>
                    <a:pt x="87579" y="12788"/>
                  </a:lnTo>
                  <a:lnTo>
                    <a:pt x="86436" y="11303"/>
                  </a:lnTo>
                  <a:lnTo>
                    <a:pt x="86080" y="7886"/>
                  </a:lnTo>
                  <a:lnTo>
                    <a:pt x="86918" y="6464"/>
                  </a:lnTo>
                  <a:lnTo>
                    <a:pt x="89522" y="6464"/>
                  </a:lnTo>
                  <a:lnTo>
                    <a:pt x="90805" y="7886"/>
                  </a:lnTo>
                  <a:lnTo>
                    <a:pt x="91160" y="11303"/>
                  </a:lnTo>
                  <a:lnTo>
                    <a:pt x="91160" y="1219"/>
                  </a:lnTo>
                  <a:lnTo>
                    <a:pt x="91033" y="0"/>
                  </a:lnTo>
                  <a:lnTo>
                    <a:pt x="90043" y="0"/>
                  </a:lnTo>
                  <a:lnTo>
                    <a:pt x="90741" y="6705"/>
                  </a:lnTo>
                  <a:lnTo>
                    <a:pt x="90563" y="6464"/>
                  </a:lnTo>
                  <a:lnTo>
                    <a:pt x="90055" y="5791"/>
                  </a:lnTo>
                  <a:lnTo>
                    <a:pt x="89128" y="5181"/>
                  </a:lnTo>
                  <a:lnTo>
                    <a:pt x="86283" y="5181"/>
                  </a:lnTo>
                  <a:lnTo>
                    <a:pt x="84975" y="7188"/>
                  </a:lnTo>
                  <a:lnTo>
                    <a:pt x="85471" y="12001"/>
                  </a:lnTo>
                  <a:lnTo>
                    <a:pt x="87210" y="14071"/>
                  </a:lnTo>
                  <a:lnTo>
                    <a:pt x="90043" y="14071"/>
                  </a:lnTo>
                  <a:lnTo>
                    <a:pt x="90855" y="13449"/>
                  </a:lnTo>
                  <a:lnTo>
                    <a:pt x="91186" y="12788"/>
                  </a:lnTo>
                  <a:lnTo>
                    <a:pt x="91338" y="12496"/>
                  </a:lnTo>
                  <a:lnTo>
                    <a:pt x="91478" y="13868"/>
                  </a:lnTo>
                  <a:lnTo>
                    <a:pt x="92468" y="13868"/>
                  </a:lnTo>
                  <a:close/>
                </a:path>
                <a:path w="507364" h="18415">
                  <a:moveTo>
                    <a:pt x="100469" y="12001"/>
                  </a:moveTo>
                  <a:lnTo>
                    <a:pt x="99974" y="7188"/>
                  </a:lnTo>
                  <a:lnTo>
                    <a:pt x="99364" y="6489"/>
                  </a:lnTo>
                  <a:lnTo>
                    <a:pt x="99364" y="11303"/>
                  </a:lnTo>
                  <a:lnTo>
                    <a:pt x="98501" y="12788"/>
                  </a:lnTo>
                  <a:lnTo>
                    <a:pt x="95872" y="12788"/>
                  </a:lnTo>
                  <a:lnTo>
                    <a:pt x="94703" y="11303"/>
                  </a:lnTo>
                  <a:lnTo>
                    <a:pt x="94348" y="7886"/>
                  </a:lnTo>
                  <a:lnTo>
                    <a:pt x="95211" y="6464"/>
                  </a:lnTo>
                  <a:lnTo>
                    <a:pt x="97840" y="6464"/>
                  </a:lnTo>
                  <a:lnTo>
                    <a:pt x="99009" y="7886"/>
                  </a:lnTo>
                  <a:lnTo>
                    <a:pt x="99364" y="11303"/>
                  </a:lnTo>
                  <a:lnTo>
                    <a:pt x="99364" y="6489"/>
                  </a:lnTo>
                  <a:lnTo>
                    <a:pt x="98247" y="5181"/>
                  </a:lnTo>
                  <a:lnTo>
                    <a:pt x="94564" y="5181"/>
                  </a:lnTo>
                  <a:lnTo>
                    <a:pt x="93243" y="7188"/>
                  </a:lnTo>
                  <a:lnTo>
                    <a:pt x="93738" y="12001"/>
                  </a:lnTo>
                  <a:lnTo>
                    <a:pt x="95478" y="14071"/>
                  </a:lnTo>
                  <a:lnTo>
                    <a:pt x="99161" y="14071"/>
                  </a:lnTo>
                  <a:lnTo>
                    <a:pt x="99974" y="12788"/>
                  </a:lnTo>
                  <a:lnTo>
                    <a:pt x="100469" y="12001"/>
                  </a:lnTo>
                  <a:close/>
                </a:path>
                <a:path w="507364" h="18415">
                  <a:moveTo>
                    <a:pt x="103111" y="13855"/>
                  </a:moveTo>
                  <a:lnTo>
                    <a:pt x="101676" y="0"/>
                  </a:lnTo>
                  <a:lnTo>
                    <a:pt x="100685" y="0"/>
                  </a:lnTo>
                  <a:lnTo>
                    <a:pt x="102120" y="13855"/>
                  </a:lnTo>
                  <a:lnTo>
                    <a:pt x="103111" y="13855"/>
                  </a:lnTo>
                  <a:close/>
                </a:path>
                <a:path w="507364" h="18415">
                  <a:moveTo>
                    <a:pt x="111125" y="12001"/>
                  </a:moveTo>
                  <a:lnTo>
                    <a:pt x="110617" y="7188"/>
                  </a:lnTo>
                  <a:lnTo>
                    <a:pt x="110020" y="6502"/>
                  </a:lnTo>
                  <a:lnTo>
                    <a:pt x="110020" y="11303"/>
                  </a:lnTo>
                  <a:lnTo>
                    <a:pt x="109156" y="12788"/>
                  </a:lnTo>
                  <a:lnTo>
                    <a:pt x="106527" y="12788"/>
                  </a:lnTo>
                  <a:lnTo>
                    <a:pt x="105359" y="11303"/>
                  </a:lnTo>
                  <a:lnTo>
                    <a:pt x="105003" y="7886"/>
                  </a:lnTo>
                  <a:lnTo>
                    <a:pt x="105867" y="6464"/>
                  </a:lnTo>
                  <a:lnTo>
                    <a:pt x="108496" y="6464"/>
                  </a:lnTo>
                  <a:lnTo>
                    <a:pt x="109664" y="7886"/>
                  </a:lnTo>
                  <a:lnTo>
                    <a:pt x="110020" y="11303"/>
                  </a:lnTo>
                  <a:lnTo>
                    <a:pt x="110020" y="6502"/>
                  </a:lnTo>
                  <a:lnTo>
                    <a:pt x="108889" y="5181"/>
                  </a:lnTo>
                  <a:lnTo>
                    <a:pt x="105206" y="5181"/>
                  </a:lnTo>
                  <a:lnTo>
                    <a:pt x="103886" y="7188"/>
                  </a:lnTo>
                  <a:lnTo>
                    <a:pt x="104394" y="12001"/>
                  </a:lnTo>
                  <a:lnTo>
                    <a:pt x="106133" y="14071"/>
                  </a:lnTo>
                  <a:lnTo>
                    <a:pt x="109816" y="14071"/>
                  </a:lnTo>
                  <a:lnTo>
                    <a:pt x="110617" y="12788"/>
                  </a:lnTo>
                  <a:lnTo>
                    <a:pt x="111125" y="12001"/>
                  </a:lnTo>
                  <a:close/>
                </a:path>
                <a:path w="507364" h="18415">
                  <a:moveTo>
                    <a:pt x="115277" y="6464"/>
                  </a:moveTo>
                  <a:lnTo>
                    <a:pt x="115138" y="5181"/>
                  </a:lnTo>
                  <a:lnTo>
                    <a:pt x="114236" y="5181"/>
                  </a:lnTo>
                  <a:lnTo>
                    <a:pt x="113525" y="5689"/>
                  </a:lnTo>
                  <a:lnTo>
                    <a:pt x="113080" y="6489"/>
                  </a:lnTo>
                  <a:lnTo>
                    <a:pt x="112966" y="5321"/>
                  </a:lnTo>
                  <a:lnTo>
                    <a:pt x="111963" y="5321"/>
                  </a:lnTo>
                  <a:lnTo>
                    <a:pt x="112852" y="13855"/>
                  </a:lnTo>
                  <a:lnTo>
                    <a:pt x="113842" y="13855"/>
                  </a:lnTo>
                  <a:lnTo>
                    <a:pt x="113169" y="7391"/>
                  </a:lnTo>
                  <a:lnTo>
                    <a:pt x="114122" y="6464"/>
                  </a:lnTo>
                  <a:lnTo>
                    <a:pt x="115277" y="6464"/>
                  </a:lnTo>
                  <a:close/>
                </a:path>
                <a:path w="507364" h="18415">
                  <a:moveTo>
                    <a:pt x="126238" y="12928"/>
                  </a:moveTo>
                  <a:lnTo>
                    <a:pt x="125933" y="10020"/>
                  </a:lnTo>
                  <a:lnTo>
                    <a:pt x="125183" y="9258"/>
                  </a:lnTo>
                  <a:lnTo>
                    <a:pt x="123469" y="8813"/>
                  </a:lnTo>
                  <a:lnTo>
                    <a:pt x="122377" y="8547"/>
                  </a:lnTo>
                  <a:lnTo>
                    <a:pt x="121907" y="8166"/>
                  </a:lnTo>
                  <a:lnTo>
                    <a:pt x="121780" y="6896"/>
                  </a:lnTo>
                  <a:lnTo>
                    <a:pt x="122275" y="6413"/>
                  </a:lnTo>
                  <a:lnTo>
                    <a:pt x="123825" y="6413"/>
                  </a:lnTo>
                  <a:lnTo>
                    <a:pt x="124358" y="6832"/>
                  </a:lnTo>
                  <a:lnTo>
                    <a:pt x="124510" y="7416"/>
                  </a:lnTo>
                  <a:lnTo>
                    <a:pt x="125412" y="7416"/>
                  </a:lnTo>
                  <a:lnTo>
                    <a:pt x="125171" y="6121"/>
                  </a:lnTo>
                  <a:lnTo>
                    <a:pt x="124218" y="5181"/>
                  </a:lnTo>
                  <a:lnTo>
                    <a:pt x="121462" y="5181"/>
                  </a:lnTo>
                  <a:lnTo>
                    <a:pt x="120802" y="6235"/>
                  </a:lnTo>
                  <a:lnTo>
                    <a:pt x="121069" y="8890"/>
                  </a:lnTo>
                  <a:lnTo>
                    <a:pt x="121843" y="9639"/>
                  </a:lnTo>
                  <a:lnTo>
                    <a:pt x="124650" y="10350"/>
                  </a:lnTo>
                  <a:lnTo>
                    <a:pt x="125095" y="10617"/>
                  </a:lnTo>
                  <a:lnTo>
                    <a:pt x="125260" y="12217"/>
                  </a:lnTo>
                  <a:lnTo>
                    <a:pt x="124675" y="12776"/>
                  </a:lnTo>
                  <a:lnTo>
                    <a:pt x="122885" y="12776"/>
                  </a:lnTo>
                  <a:lnTo>
                    <a:pt x="122148" y="12153"/>
                  </a:lnTo>
                  <a:lnTo>
                    <a:pt x="121983" y="11442"/>
                  </a:lnTo>
                  <a:lnTo>
                    <a:pt x="121081" y="11442"/>
                  </a:lnTo>
                  <a:lnTo>
                    <a:pt x="121297" y="12928"/>
                  </a:lnTo>
                  <a:lnTo>
                    <a:pt x="122389" y="14008"/>
                  </a:lnTo>
                  <a:lnTo>
                    <a:pt x="125463" y="14008"/>
                  </a:lnTo>
                  <a:lnTo>
                    <a:pt x="126238" y="12928"/>
                  </a:lnTo>
                  <a:close/>
                </a:path>
                <a:path w="507364" h="18415">
                  <a:moveTo>
                    <a:pt x="128092" y="3187"/>
                  </a:moveTo>
                  <a:lnTo>
                    <a:pt x="127977" y="2184"/>
                  </a:lnTo>
                  <a:lnTo>
                    <a:pt x="127622" y="1765"/>
                  </a:lnTo>
                  <a:lnTo>
                    <a:pt x="126847" y="1765"/>
                  </a:lnTo>
                  <a:lnTo>
                    <a:pt x="126580" y="2184"/>
                  </a:lnTo>
                  <a:lnTo>
                    <a:pt x="126682" y="3187"/>
                  </a:lnTo>
                  <a:lnTo>
                    <a:pt x="127038" y="3594"/>
                  </a:lnTo>
                  <a:lnTo>
                    <a:pt x="127800" y="3594"/>
                  </a:lnTo>
                  <a:lnTo>
                    <a:pt x="128092" y="3187"/>
                  </a:lnTo>
                  <a:close/>
                </a:path>
                <a:path w="507364" h="18415">
                  <a:moveTo>
                    <a:pt x="129032" y="13868"/>
                  </a:moveTo>
                  <a:lnTo>
                    <a:pt x="128143" y="5321"/>
                  </a:lnTo>
                  <a:lnTo>
                    <a:pt x="127114" y="5321"/>
                  </a:lnTo>
                  <a:lnTo>
                    <a:pt x="128003" y="13868"/>
                  </a:lnTo>
                  <a:lnTo>
                    <a:pt x="129032" y="13868"/>
                  </a:lnTo>
                  <a:close/>
                </a:path>
                <a:path w="507364" h="18415">
                  <a:moveTo>
                    <a:pt x="133172" y="6502"/>
                  </a:moveTo>
                  <a:lnTo>
                    <a:pt x="133057" y="5321"/>
                  </a:lnTo>
                  <a:lnTo>
                    <a:pt x="131584" y="5321"/>
                  </a:lnTo>
                  <a:lnTo>
                    <a:pt x="131241" y="1955"/>
                  </a:lnTo>
                  <a:lnTo>
                    <a:pt x="130263" y="1955"/>
                  </a:lnTo>
                  <a:lnTo>
                    <a:pt x="130606" y="5321"/>
                  </a:lnTo>
                  <a:lnTo>
                    <a:pt x="129628" y="5321"/>
                  </a:lnTo>
                  <a:lnTo>
                    <a:pt x="129743" y="6502"/>
                  </a:lnTo>
                  <a:lnTo>
                    <a:pt x="130733" y="6502"/>
                  </a:lnTo>
                  <a:lnTo>
                    <a:pt x="131483" y="13868"/>
                  </a:lnTo>
                  <a:lnTo>
                    <a:pt x="132486" y="13868"/>
                  </a:lnTo>
                  <a:lnTo>
                    <a:pt x="131711" y="6502"/>
                  </a:lnTo>
                  <a:lnTo>
                    <a:pt x="133172" y="6502"/>
                  </a:lnTo>
                  <a:close/>
                </a:path>
                <a:path w="507364" h="18415">
                  <a:moveTo>
                    <a:pt x="145973" y="13906"/>
                  </a:moveTo>
                  <a:lnTo>
                    <a:pt x="145834" y="12496"/>
                  </a:lnTo>
                  <a:lnTo>
                    <a:pt x="145224" y="6705"/>
                  </a:lnTo>
                  <a:lnTo>
                    <a:pt x="145084" y="5321"/>
                  </a:lnTo>
                  <a:lnTo>
                    <a:pt x="144653" y="5321"/>
                  </a:lnTo>
                  <a:lnTo>
                    <a:pt x="144653" y="11303"/>
                  </a:lnTo>
                  <a:lnTo>
                    <a:pt x="143675" y="12788"/>
                  </a:lnTo>
                  <a:lnTo>
                    <a:pt x="141071" y="12788"/>
                  </a:lnTo>
                  <a:lnTo>
                    <a:pt x="139928" y="11303"/>
                  </a:lnTo>
                  <a:lnTo>
                    <a:pt x="139573" y="7886"/>
                  </a:lnTo>
                  <a:lnTo>
                    <a:pt x="140411" y="6464"/>
                  </a:lnTo>
                  <a:lnTo>
                    <a:pt x="143014" y="6464"/>
                  </a:lnTo>
                  <a:lnTo>
                    <a:pt x="144297" y="7886"/>
                  </a:lnTo>
                  <a:lnTo>
                    <a:pt x="144653" y="11303"/>
                  </a:lnTo>
                  <a:lnTo>
                    <a:pt x="144653" y="5321"/>
                  </a:lnTo>
                  <a:lnTo>
                    <a:pt x="144106" y="5321"/>
                  </a:lnTo>
                  <a:lnTo>
                    <a:pt x="144233" y="6705"/>
                  </a:lnTo>
                  <a:lnTo>
                    <a:pt x="144043" y="6464"/>
                  </a:lnTo>
                  <a:lnTo>
                    <a:pt x="143548" y="5791"/>
                  </a:lnTo>
                  <a:lnTo>
                    <a:pt x="142621" y="5181"/>
                  </a:lnTo>
                  <a:lnTo>
                    <a:pt x="139788" y="5181"/>
                  </a:lnTo>
                  <a:lnTo>
                    <a:pt x="138468" y="7188"/>
                  </a:lnTo>
                  <a:lnTo>
                    <a:pt x="138976" y="12001"/>
                  </a:lnTo>
                  <a:lnTo>
                    <a:pt x="140703" y="14071"/>
                  </a:lnTo>
                  <a:lnTo>
                    <a:pt x="143535" y="14071"/>
                  </a:lnTo>
                  <a:lnTo>
                    <a:pt x="144348" y="13449"/>
                  </a:lnTo>
                  <a:lnTo>
                    <a:pt x="144691" y="12788"/>
                  </a:lnTo>
                  <a:lnTo>
                    <a:pt x="144843" y="12496"/>
                  </a:lnTo>
                  <a:lnTo>
                    <a:pt x="144983" y="13906"/>
                  </a:lnTo>
                  <a:lnTo>
                    <a:pt x="145973" y="13906"/>
                  </a:lnTo>
                  <a:close/>
                </a:path>
                <a:path w="507364" h="18415">
                  <a:moveTo>
                    <a:pt x="157708" y="13855"/>
                  </a:moveTo>
                  <a:lnTo>
                    <a:pt x="157200" y="8991"/>
                  </a:lnTo>
                  <a:lnTo>
                    <a:pt x="156921" y="6261"/>
                  </a:lnTo>
                  <a:lnTo>
                    <a:pt x="156044" y="5181"/>
                  </a:lnTo>
                  <a:lnTo>
                    <a:pt x="153403" y="5181"/>
                  </a:lnTo>
                  <a:lnTo>
                    <a:pt x="152692" y="5778"/>
                  </a:lnTo>
                  <a:lnTo>
                    <a:pt x="152336" y="6832"/>
                  </a:lnTo>
                  <a:lnTo>
                    <a:pt x="151879" y="5664"/>
                  </a:lnTo>
                  <a:lnTo>
                    <a:pt x="151130" y="5181"/>
                  </a:lnTo>
                  <a:lnTo>
                    <a:pt x="149174" y="5181"/>
                  </a:lnTo>
                  <a:lnTo>
                    <a:pt x="148551" y="5600"/>
                  </a:lnTo>
                  <a:lnTo>
                    <a:pt x="148158" y="6350"/>
                  </a:lnTo>
                  <a:lnTo>
                    <a:pt x="148043" y="5321"/>
                  </a:lnTo>
                  <a:lnTo>
                    <a:pt x="147066" y="5321"/>
                  </a:lnTo>
                  <a:lnTo>
                    <a:pt x="147942" y="13855"/>
                  </a:lnTo>
                  <a:lnTo>
                    <a:pt x="148932" y="13855"/>
                  </a:lnTo>
                  <a:lnTo>
                    <a:pt x="148259" y="7340"/>
                  </a:lnTo>
                  <a:lnTo>
                    <a:pt x="148920" y="6464"/>
                  </a:lnTo>
                  <a:lnTo>
                    <a:pt x="151079" y="6464"/>
                  </a:lnTo>
                  <a:lnTo>
                    <a:pt x="151650" y="7302"/>
                  </a:lnTo>
                  <a:lnTo>
                    <a:pt x="152336" y="13855"/>
                  </a:lnTo>
                  <a:lnTo>
                    <a:pt x="153327" y="13855"/>
                  </a:lnTo>
                  <a:lnTo>
                    <a:pt x="152641" y="7340"/>
                  </a:lnTo>
                  <a:lnTo>
                    <a:pt x="153301" y="6464"/>
                  </a:lnTo>
                  <a:lnTo>
                    <a:pt x="155460" y="6464"/>
                  </a:lnTo>
                  <a:lnTo>
                    <a:pt x="156032" y="7302"/>
                  </a:lnTo>
                  <a:lnTo>
                    <a:pt x="156705" y="13855"/>
                  </a:lnTo>
                  <a:lnTo>
                    <a:pt x="157708" y="13855"/>
                  </a:lnTo>
                  <a:close/>
                </a:path>
                <a:path w="507364" h="18415">
                  <a:moveTo>
                    <a:pt x="165506" y="10210"/>
                  </a:moveTo>
                  <a:lnTo>
                    <a:pt x="165379" y="8966"/>
                  </a:lnTo>
                  <a:lnTo>
                    <a:pt x="165188" y="7175"/>
                  </a:lnTo>
                  <a:lnTo>
                    <a:pt x="164579" y="6464"/>
                  </a:lnTo>
                  <a:lnTo>
                    <a:pt x="164299" y="6146"/>
                  </a:lnTo>
                  <a:lnTo>
                    <a:pt x="164299" y="8966"/>
                  </a:lnTo>
                  <a:lnTo>
                    <a:pt x="159727" y="8966"/>
                  </a:lnTo>
                  <a:lnTo>
                    <a:pt x="159804" y="7543"/>
                  </a:lnTo>
                  <a:lnTo>
                    <a:pt x="160604" y="6464"/>
                  </a:lnTo>
                  <a:lnTo>
                    <a:pt x="162902" y="6464"/>
                  </a:lnTo>
                  <a:lnTo>
                    <a:pt x="163931" y="7543"/>
                  </a:lnTo>
                  <a:lnTo>
                    <a:pt x="164299" y="8966"/>
                  </a:lnTo>
                  <a:lnTo>
                    <a:pt x="164299" y="6146"/>
                  </a:lnTo>
                  <a:lnTo>
                    <a:pt x="163461" y="5181"/>
                  </a:lnTo>
                  <a:lnTo>
                    <a:pt x="159778" y="5181"/>
                  </a:lnTo>
                  <a:lnTo>
                    <a:pt x="158470" y="7175"/>
                  </a:lnTo>
                  <a:lnTo>
                    <a:pt x="158965" y="12001"/>
                  </a:lnTo>
                  <a:lnTo>
                    <a:pt x="160693" y="14084"/>
                  </a:lnTo>
                  <a:lnTo>
                    <a:pt x="163855" y="14084"/>
                  </a:lnTo>
                  <a:lnTo>
                    <a:pt x="164922" y="13081"/>
                  </a:lnTo>
                  <a:lnTo>
                    <a:pt x="164998" y="12788"/>
                  </a:lnTo>
                  <a:lnTo>
                    <a:pt x="165315" y="11607"/>
                  </a:lnTo>
                  <a:lnTo>
                    <a:pt x="164096" y="11607"/>
                  </a:lnTo>
                  <a:lnTo>
                    <a:pt x="163741" y="12306"/>
                  </a:lnTo>
                  <a:lnTo>
                    <a:pt x="163169" y="12788"/>
                  </a:lnTo>
                  <a:lnTo>
                    <a:pt x="161251" y="12788"/>
                  </a:lnTo>
                  <a:lnTo>
                    <a:pt x="160210" y="11607"/>
                  </a:lnTo>
                  <a:lnTo>
                    <a:pt x="159854" y="10210"/>
                  </a:lnTo>
                  <a:lnTo>
                    <a:pt x="165506" y="10210"/>
                  </a:lnTo>
                  <a:close/>
                </a:path>
                <a:path w="507364" h="18415">
                  <a:moveTo>
                    <a:pt x="169494" y="6502"/>
                  </a:moveTo>
                  <a:lnTo>
                    <a:pt x="169379" y="5321"/>
                  </a:lnTo>
                  <a:lnTo>
                    <a:pt x="167906" y="5321"/>
                  </a:lnTo>
                  <a:lnTo>
                    <a:pt x="167563" y="1955"/>
                  </a:lnTo>
                  <a:lnTo>
                    <a:pt x="166573" y="1955"/>
                  </a:lnTo>
                  <a:lnTo>
                    <a:pt x="166916" y="5321"/>
                  </a:lnTo>
                  <a:lnTo>
                    <a:pt x="165950" y="5321"/>
                  </a:lnTo>
                  <a:lnTo>
                    <a:pt x="166065" y="6502"/>
                  </a:lnTo>
                  <a:lnTo>
                    <a:pt x="167043" y="6502"/>
                  </a:lnTo>
                  <a:lnTo>
                    <a:pt x="167805" y="13868"/>
                  </a:lnTo>
                  <a:lnTo>
                    <a:pt x="168795" y="13868"/>
                  </a:lnTo>
                  <a:lnTo>
                    <a:pt x="168033" y="6502"/>
                  </a:lnTo>
                  <a:lnTo>
                    <a:pt x="169494" y="6502"/>
                  </a:lnTo>
                  <a:close/>
                </a:path>
                <a:path w="507364" h="18415">
                  <a:moveTo>
                    <a:pt x="172478" y="13157"/>
                  </a:moveTo>
                  <a:lnTo>
                    <a:pt x="172453" y="12877"/>
                  </a:lnTo>
                  <a:lnTo>
                    <a:pt x="172389" y="12293"/>
                  </a:lnTo>
                  <a:lnTo>
                    <a:pt x="171970" y="11811"/>
                  </a:lnTo>
                  <a:lnTo>
                    <a:pt x="171069" y="11811"/>
                  </a:lnTo>
                  <a:lnTo>
                    <a:pt x="170751" y="12293"/>
                  </a:lnTo>
                  <a:lnTo>
                    <a:pt x="170865" y="13360"/>
                  </a:lnTo>
                  <a:lnTo>
                    <a:pt x="171132" y="13766"/>
                  </a:lnTo>
                  <a:lnTo>
                    <a:pt x="171488" y="13906"/>
                  </a:lnTo>
                  <a:lnTo>
                    <a:pt x="171361" y="15379"/>
                  </a:lnTo>
                  <a:lnTo>
                    <a:pt x="171831" y="15379"/>
                  </a:lnTo>
                  <a:lnTo>
                    <a:pt x="172415" y="13423"/>
                  </a:lnTo>
                  <a:lnTo>
                    <a:pt x="172478" y="13157"/>
                  </a:lnTo>
                  <a:close/>
                </a:path>
                <a:path w="507364" h="18415">
                  <a:moveTo>
                    <a:pt x="184696" y="11125"/>
                  </a:moveTo>
                  <a:lnTo>
                    <a:pt x="183578" y="11125"/>
                  </a:lnTo>
                  <a:lnTo>
                    <a:pt x="183273" y="12103"/>
                  </a:lnTo>
                  <a:lnTo>
                    <a:pt x="182587" y="12788"/>
                  </a:lnTo>
                  <a:lnTo>
                    <a:pt x="180378" y="12788"/>
                  </a:lnTo>
                  <a:lnTo>
                    <a:pt x="179209" y="11303"/>
                  </a:lnTo>
                  <a:lnTo>
                    <a:pt x="178854" y="7874"/>
                  </a:lnTo>
                  <a:lnTo>
                    <a:pt x="179730" y="6464"/>
                  </a:lnTo>
                  <a:lnTo>
                    <a:pt x="181940" y="6464"/>
                  </a:lnTo>
                  <a:lnTo>
                    <a:pt x="182753" y="7124"/>
                  </a:lnTo>
                  <a:lnTo>
                    <a:pt x="183261" y="8102"/>
                  </a:lnTo>
                  <a:lnTo>
                    <a:pt x="184365" y="8102"/>
                  </a:lnTo>
                  <a:lnTo>
                    <a:pt x="183718" y="6413"/>
                  </a:lnTo>
                  <a:lnTo>
                    <a:pt x="182346" y="5181"/>
                  </a:lnTo>
                  <a:lnTo>
                    <a:pt x="179057" y="5181"/>
                  </a:lnTo>
                  <a:lnTo>
                    <a:pt x="177749" y="7188"/>
                  </a:lnTo>
                  <a:lnTo>
                    <a:pt x="178244" y="12001"/>
                  </a:lnTo>
                  <a:lnTo>
                    <a:pt x="179984" y="14071"/>
                  </a:lnTo>
                  <a:lnTo>
                    <a:pt x="183286" y="14071"/>
                  </a:lnTo>
                  <a:lnTo>
                    <a:pt x="184416" y="12852"/>
                  </a:lnTo>
                  <a:lnTo>
                    <a:pt x="184696" y="11125"/>
                  </a:lnTo>
                  <a:close/>
                </a:path>
                <a:path w="507364" h="18415">
                  <a:moveTo>
                    <a:pt x="192544" y="12001"/>
                  </a:moveTo>
                  <a:lnTo>
                    <a:pt x="192036" y="7188"/>
                  </a:lnTo>
                  <a:lnTo>
                    <a:pt x="191427" y="6489"/>
                  </a:lnTo>
                  <a:lnTo>
                    <a:pt x="191427" y="11303"/>
                  </a:lnTo>
                  <a:lnTo>
                    <a:pt x="190576" y="12788"/>
                  </a:lnTo>
                  <a:lnTo>
                    <a:pt x="187947" y="12788"/>
                  </a:lnTo>
                  <a:lnTo>
                    <a:pt x="186766" y="11303"/>
                  </a:lnTo>
                  <a:lnTo>
                    <a:pt x="186410" y="7886"/>
                  </a:lnTo>
                  <a:lnTo>
                    <a:pt x="187286" y="6464"/>
                  </a:lnTo>
                  <a:lnTo>
                    <a:pt x="189915" y="6464"/>
                  </a:lnTo>
                  <a:lnTo>
                    <a:pt x="191071" y="7886"/>
                  </a:lnTo>
                  <a:lnTo>
                    <a:pt x="191427" y="11303"/>
                  </a:lnTo>
                  <a:lnTo>
                    <a:pt x="191427" y="6489"/>
                  </a:lnTo>
                  <a:lnTo>
                    <a:pt x="190309" y="5181"/>
                  </a:lnTo>
                  <a:lnTo>
                    <a:pt x="186626" y="5181"/>
                  </a:lnTo>
                  <a:lnTo>
                    <a:pt x="185305" y="7188"/>
                  </a:lnTo>
                  <a:lnTo>
                    <a:pt x="185801" y="12001"/>
                  </a:lnTo>
                  <a:lnTo>
                    <a:pt x="187540" y="14071"/>
                  </a:lnTo>
                  <a:lnTo>
                    <a:pt x="191223" y="14071"/>
                  </a:lnTo>
                  <a:lnTo>
                    <a:pt x="192036" y="12788"/>
                  </a:lnTo>
                  <a:lnTo>
                    <a:pt x="192544" y="12001"/>
                  </a:lnTo>
                  <a:close/>
                </a:path>
                <a:path w="507364" h="18415">
                  <a:moveTo>
                    <a:pt x="200037" y="13868"/>
                  </a:moveTo>
                  <a:lnTo>
                    <a:pt x="199250" y="6273"/>
                  </a:lnTo>
                  <a:lnTo>
                    <a:pt x="198348" y="5181"/>
                  </a:lnTo>
                  <a:lnTo>
                    <a:pt x="195605" y="5181"/>
                  </a:lnTo>
                  <a:lnTo>
                    <a:pt x="194919" y="5613"/>
                  </a:lnTo>
                  <a:lnTo>
                    <a:pt x="194475" y="6350"/>
                  </a:lnTo>
                  <a:lnTo>
                    <a:pt x="194373" y="5321"/>
                  </a:lnTo>
                  <a:lnTo>
                    <a:pt x="193382" y="5321"/>
                  </a:lnTo>
                  <a:lnTo>
                    <a:pt x="194259" y="13868"/>
                  </a:lnTo>
                  <a:lnTo>
                    <a:pt x="195249" y="13868"/>
                  </a:lnTo>
                  <a:lnTo>
                    <a:pt x="194589" y="7404"/>
                  </a:lnTo>
                  <a:lnTo>
                    <a:pt x="195300" y="6426"/>
                  </a:lnTo>
                  <a:lnTo>
                    <a:pt x="196621" y="6464"/>
                  </a:lnTo>
                  <a:lnTo>
                    <a:pt x="197688" y="6464"/>
                  </a:lnTo>
                  <a:lnTo>
                    <a:pt x="198374" y="7302"/>
                  </a:lnTo>
                  <a:lnTo>
                    <a:pt x="199047" y="13868"/>
                  </a:lnTo>
                  <a:lnTo>
                    <a:pt x="200037" y="13868"/>
                  </a:lnTo>
                  <a:close/>
                </a:path>
                <a:path w="507364" h="18415">
                  <a:moveTo>
                    <a:pt x="206387" y="12928"/>
                  </a:moveTo>
                  <a:lnTo>
                    <a:pt x="206082" y="10020"/>
                  </a:lnTo>
                  <a:lnTo>
                    <a:pt x="205346" y="9258"/>
                  </a:lnTo>
                  <a:lnTo>
                    <a:pt x="203631" y="8813"/>
                  </a:lnTo>
                  <a:lnTo>
                    <a:pt x="202539" y="8547"/>
                  </a:lnTo>
                  <a:lnTo>
                    <a:pt x="202069" y="8166"/>
                  </a:lnTo>
                  <a:lnTo>
                    <a:pt x="201942" y="6896"/>
                  </a:lnTo>
                  <a:lnTo>
                    <a:pt x="202438" y="6413"/>
                  </a:lnTo>
                  <a:lnTo>
                    <a:pt x="203987" y="6413"/>
                  </a:lnTo>
                  <a:lnTo>
                    <a:pt x="204520" y="6832"/>
                  </a:lnTo>
                  <a:lnTo>
                    <a:pt x="204660" y="7416"/>
                  </a:lnTo>
                  <a:lnTo>
                    <a:pt x="205562" y="7416"/>
                  </a:lnTo>
                  <a:lnTo>
                    <a:pt x="205333" y="6121"/>
                  </a:lnTo>
                  <a:lnTo>
                    <a:pt x="204368" y="5181"/>
                  </a:lnTo>
                  <a:lnTo>
                    <a:pt x="201612" y="5181"/>
                  </a:lnTo>
                  <a:lnTo>
                    <a:pt x="200952" y="6235"/>
                  </a:lnTo>
                  <a:lnTo>
                    <a:pt x="201231" y="8890"/>
                  </a:lnTo>
                  <a:lnTo>
                    <a:pt x="202006" y="9639"/>
                  </a:lnTo>
                  <a:lnTo>
                    <a:pt x="204812" y="10350"/>
                  </a:lnTo>
                  <a:lnTo>
                    <a:pt x="205244" y="10617"/>
                  </a:lnTo>
                  <a:lnTo>
                    <a:pt x="205422" y="12217"/>
                  </a:lnTo>
                  <a:lnTo>
                    <a:pt x="204825" y="12776"/>
                  </a:lnTo>
                  <a:lnTo>
                    <a:pt x="203034" y="12776"/>
                  </a:lnTo>
                  <a:lnTo>
                    <a:pt x="202311" y="12153"/>
                  </a:lnTo>
                  <a:lnTo>
                    <a:pt x="202133" y="11442"/>
                  </a:lnTo>
                  <a:lnTo>
                    <a:pt x="201244" y="11442"/>
                  </a:lnTo>
                  <a:lnTo>
                    <a:pt x="201460" y="12928"/>
                  </a:lnTo>
                  <a:lnTo>
                    <a:pt x="202552" y="14008"/>
                  </a:lnTo>
                  <a:lnTo>
                    <a:pt x="205625" y="14008"/>
                  </a:lnTo>
                  <a:lnTo>
                    <a:pt x="206387" y="12928"/>
                  </a:lnTo>
                  <a:close/>
                </a:path>
                <a:path w="507364" h="18415">
                  <a:moveTo>
                    <a:pt x="213931" y="10210"/>
                  </a:moveTo>
                  <a:lnTo>
                    <a:pt x="213804" y="8966"/>
                  </a:lnTo>
                  <a:lnTo>
                    <a:pt x="213614" y="7175"/>
                  </a:lnTo>
                  <a:lnTo>
                    <a:pt x="213004" y="6464"/>
                  </a:lnTo>
                  <a:lnTo>
                    <a:pt x="212725" y="6146"/>
                  </a:lnTo>
                  <a:lnTo>
                    <a:pt x="212725" y="8966"/>
                  </a:lnTo>
                  <a:lnTo>
                    <a:pt x="208153" y="8966"/>
                  </a:lnTo>
                  <a:lnTo>
                    <a:pt x="208229" y="7543"/>
                  </a:lnTo>
                  <a:lnTo>
                    <a:pt x="209029" y="6464"/>
                  </a:lnTo>
                  <a:lnTo>
                    <a:pt x="211315" y="6464"/>
                  </a:lnTo>
                  <a:lnTo>
                    <a:pt x="212356" y="7543"/>
                  </a:lnTo>
                  <a:lnTo>
                    <a:pt x="212725" y="8966"/>
                  </a:lnTo>
                  <a:lnTo>
                    <a:pt x="212725" y="6146"/>
                  </a:lnTo>
                  <a:lnTo>
                    <a:pt x="211886" y="5181"/>
                  </a:lnTo>
                  <a:lnTo>
                    <a:pt x="208203" y="5181"/>
                  </a:lnTo>
                  <a:lnTo>
                    <a:pt x="206895" y="7175"/>
                  </a:lnTo>
                  <a:lnTo>
                    <a:pt x="207378" y="12001"/>
                  </a:lnTo>
                  <a:lnTo>
                    <a:pt x="209118" y="14084"/>
                  </a:lnTo>
                  <a:lnTo>
                    <a:pt x="212280" y="14084"/>
                  </a:lnTo>
                  <a:lnTo>
                    <a:pt x="213347" y="13081"/>
                  </a:lnTo>
                  <a:lnTo>
                    <a:pt x="213423" y="12788"/>
                  </a:lnTo>
                  <a:lnTo>
                    <a:pt x="213741" y="11607"/>
                  </a:lnTo>
                  <a:lnTo>
                    <a:pt x="212509" y="11607"/>
                  </a:lnTo>
                  <a:lnTo>
                    <a:pt x="212166" y="12306"/>
                  </a:lnTo>
                  <a:lnTo>
                    <a:pt x="211594" y="12788"/>
                  </a:lnTo>
                  <a:lnTo>
                    <a:pt x="209677" y="12788"/>
                  </a:lnTo>
                  <a:lnTo>
                    <a:pt x="208622" y="11607"/>
                  </a:lnTo>
                  <a:lnTo>
                    <a:pt x="208280" y="10210"/>
                  </a:lnTo>
                  <a:lnTo>
                    <a:pt x="213931" y="10210"/>
                  </a:lnTo>
                  <a:close/>
                </a:path>
                <a:path w="507364" h="18415">
                  <a:moveTo>
                    <a:pt x="221576" y="11125"/>
                  </a:moveTo>
                  <a:lnTo>
                    <a:pt x="220459" y="11125"/>
                  </a:lnTo>
                  <a:lnTo>
                    <a:pt x="220167" y="12103"/>
                  </a:lnTo>
                  <a:lnTo>
                    <a:pt x="219481" y="12788"/>
                  </a:lnTo>
                  <a:lnTo>
                    <a:pt x="217271" y="12788"/>
                  </a:lnTo>
                  <a:lnTo>
                    <a:pt x="216090" y="11303"/>
                  </a:lnTo>
                  <a:lnTo>
                    <a:pt x="215734" y="7874"/>
                  </a:lnTo>
                  <a:lnTo>
                    <a:pt x="216623" y="6464"/>
                  </a:lnTo>
                  <a:lnTo>
                    <a:pt x="218833" y="6464"/>
                  </a:lnTo>
                  <a:lnTo>
                    <a:pt x="219659" y="7124"/>
                  </a:lnTo>
                  <a:lnTo>
                    <a:pt x="220141" y="8102"/>
                  </a:lnTo>
                  <a:lnTo>
                    <a:pt x="221259" y="8102"/>
                  </a:lnTo>
                  <a:lnTo>
                    <a:pt x="220611" y="6413"/>
                  </a:lnTo>
                  <a:lnTo>
                    <a:pt x="219252" y="5181"/>
                  </a:lnTo>
                  <a:lnTo>
                    <a:pt x="215950" y="5181"/>
                  </a:lnTo>
                  <a:lnTo>
                    <a:pt x="214642" y="7188"/>
                  </a:lnTo>
                  <a:lnTo>
                    <a:pt x="215138" y="12001"/>
                  </a:lnTo>
                  <a:lnTo>
                    <a:pt x="216865" y="14071"/>
                  </a:lnTo>
                  <a:lnTo>
                    <a:pt x="220179" y="14071"/>
                  </a:lnTo>
                  <a:lnTo>
                    <a:pt x="221310" y="12852"/>
                  </a:lnTo>
                  <a:lnTo>
                    <a:pt x="221576" y="11125"/>
                  </a:lnTo>
                  <a:close/>
                </a:path>
                <a:path w="507364" h="18415">
                  <a:moveTo>
                    <a:pt x="225475" y="6502"/>
                  </a:moveTo>
                  <a:lnTo>
                    <a:pt x="225361" y="5321"/>
                  </a:lnTo>
                  <a:lnTo>
                    <a:pt x="223888" y="5321"/>
                  </a:lnTo>
                  <a:lnTo>
                    <a:pt x="223545" y="1955"/>
                  </a:lnTo>
                  <a:lnTo>
                    <a:pt x="222554" y="1955"/>
                  </a:lnTo>
                  <a:lnTo>
                    <a:pt x="222910" y="5321"/>
                  </a:lnTo>
                  <a:lnTo>
                    <a:pt x="221932" y="5321"/>
                  </a:lnTo>
                  <a:lnTo>
                    <a:pt x="222046" y="6502"/>
                  </a:lnTo>
                  <a:lnTo>
                    <a:pt x="223037" y="6502"/>
                  </a:lnTo>
                  <a:lnTo>
                    <a:pt x="223786" y="13868"/>
                  </a:lnTo>
                  <a:lnTo>
                    <a:pt x="224777" y="13868"/>
                  </a:lnTo>
                  <a:lnTo>
                    <a:pt x="224015" y="6502"/>
                  </a:lnTo>
                  <a:lnTo>
                    <a:pt x="225475" y="6502"/>
                  </a:lnTo>
                  <a:close/>
                </a:path>
                <a:path w="507364" h="18415">
                  <a:moveTo>
                    <a:pt x="233387" y="10210"/>
                  </a:moveTo>
                  <a:lnTo>
                    <a:pt x="233260" y="8966"/>
                  </a:lnTo>
                  <a:lnTo>
                    <a:pt x="233070" y="7175"/>
                  </a:lnTo>
                  <a:lnTo>
                    <a:pt x="232460" y="6464"/>
                  </a:lnTo>
                  <a:lnTo>
                    <a:pt x="232194" y="6159"/>
                  </a:lnTo>
                  <a:lnTo>
                    <a:pt x="232194" y="8966"/>
                  </a:lnTo>
                  <a:lnTo>
                    <a:pt x="227609" y="8966"/>
                  </a:lnTo>
                  <a:lnTo>
                    <a:pt x="227698" y="7543"/>
                  </a:lnTo>
                  <a:lnTo>
                    <a:pt x="228485" y="6464"/>
                  </a:lnTo>
                  <a:lnTo>
                    <a:pt x="230784" y="6464"/>
                  </a:lnTo>
                  <a:lnTo>
                    <a:pt x="231813" y="7543"/>
                  </a:lnTo>
                  <a:lnTo>
                    <a:pt x="232194" y="8966"/>
                  </a:lnTo>
                  <a:lnTo>
                    <a:pt x="232194" y="6159"/>
                  </a:lnTo>
                  <a:lnTo>
                    <a:pt x="231343" y="5181"/>
                  </a:lnTo>
                  <a:lnTo>
                    <a:pt x="227660" y="5181"/>
                  </a:lnTo>
                  <a:lnTo>
                    <a:pt x="226352" y="7175"/>
                  </a:lnTo>
                  <a:lnTo>
                    <a:pt x="226847" y="12001"/>
                  </a:lnTo>
                  <a:lnTo>
                    <a:pt x="228587" y="14084"/>
                  </a:lnTo>
                  <a:lnTo>
                    <a:pt x="231749" y="14084"/>
                  </a:lnTo>
                  <a:lnTo>
                    <a:pt x="232803" y="13081"/>
                  </a:lnTo>
                  <a:lnTo>
                    <a:pt x="232879" y="12788"/>
                  </a:lnTo>
                  <a:lnTo>
                    <a:pt x="233197" y="11607"/>
                  </a:lnTo>
                  <a:lnTo>
                    <a:pt x="231978" y="11607"/>
                  </a:lnTo>
                  <a:lnTo>
                    <a:pt x="231635" y="12306"/>
                  </a:lnTo>
                  <a:lnTo>
                    <a:pt x="231051" y="12788"/>
                  </a:lnTo>
                  <a:lnTo>
                    <a:pt x="229133" y="12788"/>
                  </a:lnTo>
                  <a:lnTo>
                    <a:pt x="228092" y="11607"/>
                  </a:lnTo>
                  <a:lnTo>
                    <a:pt x="227736" y="10210"/>
                  </a:lnTo>
                  <a:lnTo>
                    <a:pt x="233387" y="10210"/>
                  </a:lnTo>
                  <a:close/>
                </a:path>
                <a:path w="507364" h="18415">
                  <a:moveTo>
                    <a:pt x="237375" y="6502"/>
                  </a:moveTo>
                  <a:lnTo>
                    <a:pt x="237261" y="5321"/>
                  </a:lnTo>
                  <a:lnTo>
                    <a:pt x="235788" y="5321"/>
                  </a:lnTo>
                  <a:lnTo>
                    <a:pt x="235445" y="1955"/>
                  </a:lnTo>
                  <a:lnTo>
                    <a:pt x="234467" y="1955"/>
                  </a:lnTo>
                  <a:lnTo>
                    <a:pt x="234810" y="5321"/>
                  </a:lnTo>
                  <a:lnTo>
                    <a:pt x="233832" y="5321"/>
                  </a:lnTo>
                  <a:lnTo>
                    <a:pt x="233946" y="6502"/>
                  </a:lnTo>
                  <a:lnTo>
                    <a:pt x="234937" y="6502"/>
                  </a:lnTo>
                  <a:lnTo>
                    <a:pt x="235686" y="13868"/>
                  </a:lnTo>
                  <a:lnTo>
                    <a:pt x="236689" y="13868"/>
                  </a:lnTo>
                  <a:lnTo>
                    <a:pt x="235915" y="6502"/>
                  </a:lnTo>
                  <a:lnTo>
                    <a:pt x="237375" y="6502"/>
                  </a:lnTo>
                  <a:close/>
                </a:path>
                <a:path w="507364" h="18415">
                  <a:moveTo>
                    <a:pt x="245084" y="13868"/>
                  </a:moveTo>
                  <a:lnTo>
                    <a:pt x="244208" y="5321"/>
                  </a:lnTo>
                  <a:lnTo>
                    <a:pt x="243205" y="5321"/>
                  </a:lnTo>
                  <a:lnTo>
                    <a:pt x="243878" y="11747"/>
                  </a:lnTo>
                  <a:lnTo>
                    <a:pt x="243166" y="12725"/>
                  </a:lnTo>
                  <a:lnTo>
                    <a:pt x="240766" y="12725"/>
                  </a:lnTo>
                  <a:lnTo>
                    <a:pt x="240093" y="11887"/>
                  </a:lnTo>
                  <a:lnTo>
                    <a:pt x="239420" y="5321"/>
                  </a:lnTo>
                  <a:lnTo>
                    <a:pt x="238429" y="5321"/>
                  </a:lnTo>
                  <a:lnTo>
                    <a:pt x="239217" y="12915"/>
                  </a:lnTo>
                  <a:lnTo>
                    <a:pt x="240118" y="13995"/>
                  </a:lnTo>
                  <a:lnTo>
                    <a:pt x="242862" y="13995"/>
                  </a:lnTo>
                  <a:lnTo>
                    <a:pt x="243547" y="13563"/>
                  </a:lnTo>
                  <a:lnTo>
                    <a:pt x="243992" y="12839"/>
                  </a:lnTo>
                  <a:lnTo>
                    <a:pt x="244094" y="13868"/>
                  </a:lnTo>
                  <a:lnTo>
                    <a:pt x="245084" y="13868"/>
                  </a:lnTo>
                  <a:close/>
                </a:path>
                <a:path w="507364" h="18415">
                  <a:moveTo>
                    <a:pt x="249555" y="6464"/>
                  </a:moveTo>
                  <a:lnTo>
                    <a:pt x="249428" y="5181"/>
                  </a:lnTo>
                  <a:lnTo>
                    <a:pt x="248526" y="5181"/>
                  </a:lnTo>
                  <a:lnTo>
                    <a:pt x="247815" y="5689"/>
                  </a:lnTo>
                  <a:lnTo>
                    <a:pt x="247357" y="6489"/>
                  </a:lnTo>
                  <a:lnTo>
                    <a:pt x="247243" y="5321"/>
                  </a:lnTo>
                  <a:lnTo>
                    <a:pt x="246253" y="5321"/>
                  </a:lnTo>
                  <a:lnTo>
                    <a:pt x="247129" y="13855"/>
                  </a:lnTo>
                  <a:lnTo>
                    <a:pt x="248119" y="13855"/>
                  </a:lnTo>
                  <a:lnTo>
                    <a:pt x="247459" y="7391"/>
                  </a:lnTo>
                  <a:lnTo>
                    <a:pt x="248412" y="6464"/>
                  </a:lnTo>
                  <a:lnTo>
                    <a:pt x="249555" y="6464"/>
                  </a:lnTo>
                  <a:close/>
                </a:path>
                <a:path w="507364" h="18415">
                  <a:moveTo>
                    <a:pt x="262356" y="13906"/>
                  </a:moveTo>
                  <a:lnTo>
                    <a:pt x="262216" y="12496"/>
                  </a:lnTo>
                  <a:lnTo>
                    <a:pt x="261620" y="6705"/>
                  </a:lnTo>
                  <a:lnTo>
                    <a:pt x="261467" y="5321"/>
                  </a:lnTo>
                  <a:lnTo>
                    <a:pt x="261035" y="5321"/>
                  </a:lnTo>
                  <a:lnTo>
                    <a:pt x="261035" y="11303"/>
                  </a:lnTo>
                  <a:lnTo>
                    <a:pt x="260057" y="12788"/>
                  </a:lnTo>
                  <a:lnTo>
                    <a:pt x="257454" y="12788"/>
                  </a:lnTo>
                  <a:lnTo>
                    <a:pt x="256324" y="11303"/>
                  </a:lnTo>
                  <a:lnTo>
                    <a:pt x="255968" y="7886"/>
                  </a:lnTo>
                  <a:lnTo>
                    <a:pt x="256806" y="6464"/>
                  </a:lnTo>
                  <a:lnTo>
                    <a:pt x="259397" y="6464"/>
                  </a:lnTo>
                  <a:lnTo>
                    <a:pt x="260680" y="7886"/>
                  </a:lnTo>
                  <a:lnTo>
                    <a:pt x="261035" y="11303"/>
                  </a:lnTo>
                  <a:lnTo>
                    <a:pt x="261035" y="5321"/>
                  </a:lnTo>
                  <a:lnTo>
                    <a:pt x="260489" y="5321"/>
                  </a:lnTo>
                  <a:lnTo>
                    <a:pt x="260616" y="6705"/>
                  </a:lnTo>
                  <a:lnTo>
                    <a:pt x="260438" y="6464"/>
                  </a:lnTo>
                  <a:lnTo>
                    <a:pt x="259930" y="5791"/>
                  </a:lnTo>
                  <a:lnTo>
                    <a:pt x="259003" y="5181"/>
                  </a:lnTo>
                  <a:lnTo>
                    <a:pt x="256171" y="5181"/>
                  </a:lnTo>
                  <a:lnTo>
                    <a:pt x="254850" y="7188"/>
                  </a:lnTo>
                  <a:lnTo>
                    <a:pt x="255358" y="12001"/>
                  </a:lnTo>
                  <a:lnTo>
                    <a:pt x="257098" y="14071"/>
                  </a:lnTo>
                  <a:lnTo>
                    <a:pt x="259918" y="14071"/>
                  </a:lnTo>
                  <a:lnTo>
                    <a:pt x="260731" y="13449"/>
                  </a:lnTo>
                  <a:lnTo>
                    <a:pt x="261073" y="12788"/>
                  </a:lnTo>
                  <a:lnTo>
                    <a:pt x="261213" y="12496"/>
                  </a:lnTo>
                  <a:lnTo>
                    <a:pt x="261366" y="13906"/>
                  </a:lnTo>
                  <a:lnTo>
                    <a:pt x="262356" y="13906"/>
                  </a:lnTo>
                  <a:close/>
                </a:path>
                <a:path w="507364" h="18415">
                  <a:moveTo>
                    <a:pt x="270764" y="13868"/>
                  </a:moveTo>
                  <a:lnTo>
                    <a:pt x="270624" y="12496"/>
                  </a:lnTo>
                  <a:lnTo>
                    <a:pt x="270027" y="6705"/>
                  </a:lnTo>
                  <a:lnTo>
                    <a:pt x="269455" y="1219"/>
                  </a:lnTo>
                  <a:lnTo>
                    <a:pt x="269455" y="11303"/>
                  </a:lnTo>
                  <a:lnTo>
                    <a:pt x="268478" y="12788"/>
                  </a:lnTo>
                  <a:lnTo>
                    <a:pt x="265874" y="12788"/>
                  </a:lnTo>
                  <a:lnTo>
                    <a:pt x="264731" y="11303"/>
                  </a:lnTo>
                  <a:lnTo>
                    <a:pt x="264375" y="7886"/>
                  </a:lnTo>
                  <a:lnTo>
                    <a:pt x="265214" y="6464"/>
                  </a:lnTo>
                  <a:lnTo>
                    <a:pt x="267817" y="6464"/>
                  </a:lnTo>
                  <a:lnTo>
                    <a:pt x="269100" y="7886"/>
                  </a:lnTo>
                  <a:lnTo>
                    <a:pt x="269455" y="11303"/>
                  </a:lnTo>
                  <a:lnTo>
                    <a:pt x="269455" y="1219"/>
                  </a:lnTo>
                  <a:lnTo>
                    <a:pt x="269328" y="0"/>
                  </a:lnTo>
                  <a:lnTo>
                    <a:pt x="268338" y="0"/>
                  </a:lnTo>
                  <a:lnTo>
                    <a:pt x="269036" y="6705"/>
                  </a:lnTo>
                  <a:lnTo>
                    <a:pt x="268846" y="6464"/>
                  </a:lnTo>
                  <a:lnTo>
                    <a:pt x="268351" y="5791"/>
                  </a:lnTo>
                  <a:lnTo>
                    <a:pt x="267411" y="5181"/>
                  </a:lnTo>
                  <a:lnTo>
                    <a:pt x="264579" y="5181"/>
                  </a:lnTo>
                  <a:lnTo>
                    <a:pt x="263271" y="7188"/>
                  </a:lnTo>
                  <a:lnTo>
                    <a:pt x="263766" y="12001"/>
                  </a:lnTo>
                  <a:lnTo>
                    <a:pt x="265506" y="14071"/>
                  </a:lnTo>
                  <a:lnTo>
                    <a:pt x="268338" y="14071"/>
                  </a:lnTo>
                  <a:lnTo>
                    <a:pt x="269138" y="13449"/>
                  </a:lnTo>
                  <a:lnTo>
                    <a:pt x="269481" y="12788"/>
                  </a:lnTo>
                  <a:lnTo>
                    <a:pt x="269633" y="12496"/>
                  </a:lnTo>
                  <a:lnTo>
                    <a:pt x="269773" y="13868"/>
                  </a:lnTo>
                  <a:lnTo>
                    <a:pt x="270764" y="13868"/>
                  </a:lnTo>
                  <a:close/>
                </a:path>
                <a:path w="507364" h="18415">
                  <a:moveTo>
                    <a:pt x="272897" y="3187"/>
                  </a:moveTo>
                  <a:lnTo>
                    <a:pt x="272796" y="2184"/>
                  </a:lnTo>
                  <a:lnTo>
                    <a:pt x="272427" y="1765"/>
                  </a:lnTo>
                  <a:lnTo>
                    <a:pt x="271653" y="1765"/>
                  </a:lnTo>
                  <a:lnTo>
                    <a:pt x="271386" y="2184"/>
                  </a:lnTo>
                  <a:lnTo>
                    <a:pt x="271487" y="3187"/>
                  </a:lnTo>
                  <a:lnTo>
                    <a:pt x="271830" y="3594"/>
                  </a:lnTo>
                  <a:lnTo>
                    <a:pt x="272605" y="3594"/>
                  </a:lnTo>
                  <a:lnTo>
                    <a:pt x="272897" y="3187"/>
                  </a:lnTo>
                  <a:close/>
                </a:path>
                <a:path w="507364" h="18415">
                  <a:moveTo>
                    <a:pt x="273837" y="13868"/>
                  </a:moveTo>
                  <a:lnTo>
                    <a:pt x="272948" y="5321"/>
                  </a:lnTo>
                  <a:lnTo>
                    <a:pt x="271919" y="5321"/>
                  </a:lnTo>
                  <a:lnTo>
                    <a:pt x="272796" y="13868"/>
                  </a:lnTo>
                  <a:lnTo>
                    <a:pt x="273837" y="13868"/>
                  </a:lnTo>
                  <a:close/>
                </a:path>
                <a:path w="507364" h="18415">
                  <a:moveTo>
                    <a:pt x="282384" y="12001"/>
                  </a:moveTo>
                  <a:lnTo>
                    <a:pt x="281876" y="7188"/>
                  </a:lnTo>
                  <a:lnTo>
                    <a:pt x="281266" y="6489"/>
                  </a:lnTo>
                  <a:lnTo>
                    <a:pt x="281266" y="11303"/>
                  </a:lnTo>
                  <a:lnTo>
                    <a:pt x="280428" y="12788"/>
                  </a:lnTo>
                  <a:lnTo>
                    <a:pt x="277837" y="12788"/>
                  </a:lnTo>
                  <a:lnTo>
                    <a:pt x="277583" y="12496"/>
                  </a:lnTo>
                  <a:lnTo>
                    <a:pt x="276542" y="11303"/>
                  </a:lnTo>
                  <a:lnTo>
                    <a:pt x="276186" y="7886"/>
                  </a:lnTo>
                  <a:lnTo>
                    <a:pt x="276999" y="6705"/>
                  </a:lnTo>
                  <a:lnTo>
                    <a:pt x="277177" y="6464"/>
                  </a:lnTo>
                  <a:lnTo>
                    <a:pt x="279781" y="6464"/>
                  </a:lnTo>
                  <a:lnTo>
                    <a:pt x="280911" y="7886"/>
                  </a:lnTo>
                  <a:lnTo>
                    <a:pt x="281266" y="11303"/>
                  </a:lnTo>
                  <a:lnTo>
                    <a:pt x="281266" y="6489"/>
                  </a:lnTo>
                  <a:lnTo>
                    <a:pt x="280149" y="5181"/>
                  </a:lnTo>
                  <a:lnTo>
                    <a:pt x="277317" y="5181"/>
                  </a:lnTo>
                  <a:lnTo>
                    <a:pt x="276504" y="5791"/>
                  </a:lnTo>
                  <a:lnTo>
                    <a:pt x="276009" y="6705"/>
                  </a:lnTo>
                  <a:lnTo>
                    <a:pt x="275869" y="5321"/>
                  </a:lnTo>
                  <a:lnTo>
                    <a:pt x="274878" y="5321"/>
                  </a:lnTo>
                  <a:lnTo>
                    <a:pt x="276174" y="17741"/>
                  </a:lnTo>
                  <a:lnTo>
                    <a:pt x="277152" y="17741"/>
                  </a:lnTo>
                  <a:lnTo>
                    <a:pt x="276606" y="12496"/>
                  </a:lnTo>
                  <a:lnTo>
                    <a:pt x="277304" y="13449"/>
                  </a:lnTo>
                  <a:lnTo>
                    <a:pt x="278231" y="14071"/>
                  </a:lnTo>
                  <a:lnTo>
                    <a:pt x="281076" y="14071"/>
                  </a:lnTo>
                  <a:lnTo>
                    <a:pt x="281876" y="12788"/>
                  </a:lnTo>
                  <a:lnTo>
                    <a:pt x="282384" y="12001"/>
                  </a:lnTo>
                  <a:close/>
                </a:path>
                <a:path w="507364" h="18415">
                  <a:moveTo>
                    <a:pt x="284175" y="3187"/>
                  </a:moveTo>
                  <a:lnTo>
                    <a:pt x="284073" y="2184"/>
                  </a:lnTo>
                  <a:lnTo>
                    <a:pt x="283705" y="1765"/>
                  </a:lnTo>
                  <a:lnTo>
                    <a:pt x="282930" y="1765"/>
                  </a:lnTo>
                  <a:lnTo>
                    <a:pt x="282676" y="2184"/>
                  </a:lnTo>
                  <a:lnTo>
                    <a:pt x="282778" y="3187"/>
                  </a:lnTo>
                  <a:lnTo>
                    <a:pt x="283121" y="3594"/>
                  </a:lnTo>
                  <a:lnTo>
                    <a:pt x="283895" y="3594"/>
                  </a:lnTo>
                  <a:lnTo>
                    <a:pt x="284175" y="3187"/>
                  </a:lnTo>
                  <a:close/>
                </a:path>
                <a:path w="507364" h="18415">
                  <a:moveTo>
                    <a:pt x="285115" y="13868"/>
                  </a:moveTo>
                  <a:lnTo>
                    <a:pt x="284226" y="5321"/>
                  </a:lnTo>
                  <a:lnTo>
                    <a:pt x="283210" y="5321"/>
                  </a:lnTo>
                  <a:lnTo>
                    <a:pt x="284086" y="13868"/>
                  </a:lnTo>
                  <a:lnTo>
                    <a:pt x="285115" y="13868"/>
                  </a:lnTo>
                  <a:close/>
                </a:path>
                <a:path w="507364" h="18415">
                  <a:moveTo>
                    <a:pt x="291642" y="12928"/>
                  </a:moveTo>
                  <a:lnTo>
                    <a:pt x="291338" y="10020"/>
                  </a:lnTo>
                  <a:lnTo>
                    <a:pt x="290601" y="9258"/>
                  </a:lnTo>
                  <a:lnTo>
                    <a:pt x="288886" y="8813"/>
                  </a:lnTo>
                  <a:lnTo>
                    <a:pt x="287794" y="8547"/>
                  </a:lnTo>
                  <a:lnTo>
                    <a:pt x="287324" y="8166"/>
                  </a:lnTo>
                  <a:lnTo>
                    <a:pt x="287197" y="6896"/>
                  </a:lnTo>
                  <a:lnTo>
                    <a:pt x="287693" y="6413"/>
                  </a:lnTo>
                  <a:lnTo>
                    <a:pt x="289242" y="6413"/>
                  </a:lnTo>
                  <a:lnTo>
                    <a:pt x="289775" y="6832"/>
                  </a:lnTo>
                  <a:lnTo>
                    <a:pt x="289915" y="7416"/>
                  </a:lnTo>
                  <a:lnTo>
                    <a:pt x="290817" y="7416"/>
                  </a:lnTo>
                  <a:lnTo>
                    <a:pt x="290588" y="6121"/>
                  </a:lnTo>
                  <a:lnTo>
                    <a:pt x="289623" y="5181"/>
                  </a:lnTo>
                  <a:lnTo>
                    <a:pt x="286867" y="5181"/>
                  </a:lnTo>
                  <a:lnTo>
                    <a:pt x="286207" y="6235"/>
                  </a:lnTo>
                  <a:lnTo>
                    <a:pt x="286486" y="8890"/>
                  </a:lnTo>
                  <a:lnTo>
                    <a:pt x="287261" y="9639"/>
                  </a:lnTo>
                  <a:lnTo>
                    <a:pt x="290068" y="10350"/>
                  </a:lnTo>
                  <a:lnTo>
                    <a:pt x="290499" y="10617"/>
                  </a:lnTo>
                  <a:lnTo>
                    <a:pt x="290677" y="12217"/>
                  </a:lnTo>
                  <a:lnTo>
                    <a:pt x="290080" y="12776"/>
                  </a:lnTo>
                  <a:lnTo>
                    <a:pt x="288290" y="12776"/>
                  </a:lnTo>
                  <a:lnTo>
                    <a:pt x="287566" y="12153"/>
                  </a:lnTo>
                  <a:lnTo>
                    <a:pt x="287401" y="11442"/>
                  </a:lnTo>
                  <a:lnTo>
                    <a:pt x="286499" y="11442"/>
                  </a:lnTo>
                  <a:lnTo>
                    <a:pt x="286715" y="12928"/>
                  </a:lnTo>
                  <a:lnTo>
                    <a:pt x="287807" y="14008"/>
                  </a:lnTo>
                  <a:lnTo>
                    <a:pt x="290880" y="14008"/>
                  </a:lnTo>
                  <a:lnTo>
                    <a:pt x="291642" y="12928"/>
                  </a:lnTo>
                  <a:close/>
                </a:path>
                <a:path w="507364" h="18415">
                  <a:moveTo>
                    <a:pt x="299085" y="11125"/>
                  </a:moveTo>
                  <a:lnTo>
                    <a:pt x="297967" y="11125"/>
                  </a:lnTo>
                  <a:lnTo>
                    <a:pt x="297675" y="12103"/>
                  </a:lnTo>
                  <a:lnTo>
                    <a:pt x="296989" y="12788"/>
                  </a:lnTo>
                  <a:lnTo>
                    <a:pt x="294779" y="12788"/>
                  </a:lnTo>
                  <a:lnTo>
                    <a:pt x="293598" y="11303"/>
                  </a:lnTo>
                  <a:lnTo>
                    <a:pt x="293243" y="7874"/>
                  </a:lnTo>
                  <a:lnTo>
                    <a:pt x="294119" y="6464"/>
                  </a:lnTo>
                  <a:lnTo>
                    <a:pt x="296329" y="6464"/>
                  </a:lnTo>
                  <a:lnTo>
                    <a:pt x="297154" y="7124"/>
                  </a:lnTo>
                  <a:lnTo>
                    <a:pt x="297649" y="8102"/>
                  </a:lnTo>
                  <a:lnTo>
                    <a:pt x="298767" y="8102"/>
                  </a:lnTo>
                  <a:lnTo>
                    <a:pt x="298119" y="6413"/>
                  </a:lnTo>
                  <a:lnTo>
                    <a:pt x="296748" y="5181"/>
                  </a:lnTo>
                  <a:lnTo>
                    <a:pt x="293458" y="5181"/>
                  </a:lnTo>
                  <a:lnTo>
                    <a:pt x="292150" y="7188"/>
                  </a:lnTo>
                  <a:lnTo>
                    <a:pt x="292646" y="12001"/>
                  </a:lnTo>
                  <a:lnTo>
                    <a:pt x="294373" y="14071"/>
                  </a:lnTo>
                  <a:lnTo>
                    <a:pt x="297688" y="14071"/>
                  </a:lnTo>
                  <a:lnTo>
                    <a:pt x="298818" y="12852"/>
                  </a:lnTo>
                  <a:lnTo>
                    <a:pt x="299085" y="11125"/>
                  </a:lnTo>
                  <a:close/>
                </a:path>
                <a:path w="507364" h="18415">
                  <a:moveTo>
                    <a:pt x="301053" y="3187"/>
                  </a:moveTo>
                  <a:lnTo>
                    <a:pt x="300951" y="2184"/>
                  </a:lnTo>
                  <a:lnTo>
                    <a:pt x="300583" y="1765"/>
                  </a:lnTo>
                  <a:lnTo>
                    <a:pt x="299808" y="1765"/>
                  </a:lnTo>
                  <a:lnTo>
                    <a:pt x="299554" y="2184"/>
                  </a:lnTo>
                  <a:lnTo>
                    <a:pt x="299656" y="3187"/>
                  </a:lnTo>
                  <a:lnTo>
                    <a:pt x="299999" y="3594"/>
                  </a:lnTo>
                  <a:lnTo>
                    <a:pt x="300774" y="3594"/>
                  </a:lnTo>
                  <a:lnTo>
                    <a:pt x="301053" y="3187"/>
                  </a:lnTo>
                  <a:close/>
                </a:path>
                <a:path w="507364" h="18415">
                  <a:moveTo>
                    <a:pt x="302006" y="13868"/>
                  </a:moveTo>
                  <a:lnTo>
                    <a:pt x="301117" y="5321"/>
                  </a:lnTo>
                  <a:lnTo>
                    <a:pt x="300088" y="5321"/>
                  </a:lnTo>
                  <a:lnTo>
                    <a:pt x="300977" y="13868"/>
                  </a:lnTo>
                  <a:lnTo>
                    <a:pt x="302006" y="13868"/>
                  </a:lnTo>
                  <a:close/>
                </a:path>
                <a:path w="507364" h="18415">
                  <a:moveTo>
                    <a:pt x="309841" y="13868"/>
                  </a:moveTo>
                  <a:lnTo>
                    <a:pt x="309067" y="6273"/>
                  </a:lnTo>
                  <a:lnTo>
                    <a:pt x="308152" y="5181"/>
                  </a:lnTo>
                  <a:lnTo>
                    <a:pt x="305409" y="5181"/>
                  </a:lnTo>
                  <a:lnTo>
                    <a:pt x="304723" y="5613"/>
                  </a:lnTo>
                  <a:lnTo>
                    <a:pt x="304292" y="6350"/>
                  </a:lnTo>
                  <a:lnTo>
                    <a:pt x="304177" y="5321"/>
                  </a:lnTo>
                  <a:lnTo>
                    <a:pt x="303187" y="5321"/>
                  </a:lnTo>
                  <a:lnTo>
                    <a:pt x="304076" y="13868"/>
                  </a:lnTo>
                  <a:lnTo>
                    <a:pt x="305066" y="13868"/>
                  </a:lnTo>
                  <a:lnTo>
                    <a:pt x="304406" y="7404"/>
                  </a:lnTo>
                  <a:lnTo>
                    <a:pt x="305104" y="6426"/>
                  </a:lnTo>
                  <a:lnTo>
                    <a:pt x="306425" y="6464"/>
                  </a:lnTo>
                  <a:lnTo>
                    <a:pt x="307505" y="6464"/>
                  </a:lnTo>
                  <a:lnTo>
                    <a:pt x="308178" y="7302"/>
                  </a:lnTo>
                  <a:lnTo>
                    <a:pt x="308864" y="13868"/>
                  </a:lnTo>
                  <a:lnTo>
                    <a:pt x="309841" y="13868"/>
                  </a:lnTo>
                  <a:close/>
                </a:path>
                <a:path w="507364" h="18415">
                  <a:moveTo>
                    <a:pt x="318389" y="16446"/>
                  </a:moveTo>
                  <a:lnTo>
                    <a:pt x="317982" y="12522"/>
                  </a:lnTo>
                  <a:lnTo>
                    <a:pt x="317373" y="6616"/>
                  </a:lnTo>
                  <a:lnTo>
                    <a:pt x="317246" y="5321"/>
                  </a:lnTo>
                  <a:lnTo>
                    <a:pt x="316801" y="5321"/>
                  </a:lnTo>
                  <a:lnTo>
                    <a:pt x="316801" y="11303"/>
                  </a:lnTo>
                  <a:lnTo>
                    <a:pt x="315810" y="12725"/>
                  </a:lnTo>
                  <a:lnTo>
                    <a:pt x="313207" y="12725"/>
                  </a:lnTo>
                  <a:lnTo>
                    <a:pt x="312077" y="11303"/>
                  </a:lnTo>
                  <a:lnTo>
                    <a:pt x="311721" y="7886"/>
                  </a:lnTo>
                  <a:lnTo>
                    <a:pt x="312559" y="6388"/>
                  </a:lnTo>
                  <a:lnTo>
                    <a:pt x="315163" y="6388"/>
                  </a:lnTo>
                  <a:lnTo>
                    <a:pt x="316445" y="7886"/>
                  </a:lnTo>
                  <a:lnTo>
                    <a:pt x="316801" y="11303"/>
                  </a:lnTo>
                  <a:lnTo>
                    <a:pt x="316801" y="5321"/>
                  </a:lnTo>
                  <a:lnTo>
                    <a:pt x="316217" y="5321"/>
                  </a:lnTo>
                  <a:lnTo>
                    <a:pt x="316357" y="6616"/>
                  </a:lnTo>
                  <a:lnTo>
                    <a:pt x="316179" y="6388"/>
                  </a:lnTo>
                  <a:lnTo>
                    <a:pt x="315658" y="5702"/>
                  </a:lnTo>
                  <a:lnTo>
                    <a:pt x="314744" y="5105"/>
                  </a:lnTo>
                  <a:lnTo>
                    <a:pt x="311924" y="5105"/>
                  </a:lnTo>
                  <a:lnTo>
                    <a:pt x="310616" y="7188"/>
                  </a:lnTo>
                  <a:lnTo>
                    <a:pt x="311111" y="12001"/>
                  </a:lnTo>
                  <a:lnTo>
                    <a:pt x="312839" y="13995"/>
                  </a:lnTo>
                  <a:lnTo>
                    <a:pt x="315658" y="13995"/>
                  </a:lnTo>
                  <a:lnTo>
                    <a:pt x="316458" y="13411"/>
                  </a:lnTo>
                  <a:lnTo>
                    <a:pt x="316852" y="12725"/>
                  </a:lnTo>
                  <a:lnTo>
                    <a:pt x="316953" y="12522"/>
                  </a:lnTo>
                  <a:lnTo>
                    <a:pt x="317296" y="15748"/>
                  </a:lnTo>
                  <a:lnTo>
                    <a:pt x="316357" y="16662"/>
                  </a:lnTo>
                  <a:lnTo>
                    <a:pt x="314159" y="16662"/>
                  </a:lnTo>
                  <a:lnTo>
                    <a:pt x="313321" y="15951"/>
                  </a:lnTo>
                  <a:lnTo>
                    <a:pt x="312839" y="14998"/>
                  </a:lnTo>
                  <a:lnTo>
                    <a:pt x="311708" y="14998"/>
                  </a:lnTo>
                  <a:lnTo>
                    <a:pt x="312343" y="16725"/>
                  </a:lnTo>
                  <a:lnTo>
                    <a:pt x="313728" y="17945"/>
                  </a:lnTo>
                  <a:lnTo>
                    <a:pt x="317030" y="17945"/>
                  </a:lnTo>
                  <a:lnTo>
                    <a:pt x="318198" y="16662"/>
                  </a:lnTo>
                  <a:lnTo>
                    <a:pt x="318389" y="16446"/>
                  </a:lnTo>
                  <a:close/>
                </a:path>
                <a:path w="507364" h="18415">
                  <a:moveTo>
                    <a:pt x="330365" y="10210"/>
                  </a:moveTo>
                  <a:lnTo>
                    <a:pt x="330225" y="8966"/>
                  </a:lnTo>
                  <a:lnTo>
                    <a:pt x="330047" y="7175"/>
                  </a:lnTo>
                  <a:lnTo>
                    <a:pt x="329425" y="6464"/>
                  </a:lnTo>
                  <a:lnTo>
                    <a:pt x="329171" y="6172"/>
                  </a:lnTo>
                  <a:lnTo>
                    <a:pt x="329171" y="8966"/>
                  </a:lnTo>
                  <a:lnTo>
                    <a:pt x="324573" y="8966"/>
                  </a:lnTo>
                  <a:lnTo>
                    <a:pt x="324662" y="7543"/>
                  </a:lnTo>
                  <a:lnTo>
                    <a:pt x="325462" y="6464"/>
                  </a:lnTo>
                  <a:lnTo>
                    <a:pt x="327748" y="6464"/>
                  </a:lnTo>
                  <a:lnTo>
                    <a:pt x="328790" y="7543"/>
                  </a:lnTo>
                  <a:lnTo>
                    <a:pt x="329171" y="8966"/>
                  </a:lnTo>
                  <a:lnTo>
                    <a:pt x="329171" y="6172"/>
                  </a:lnTo>
                  <a:lnTo>
                    <a:pt x="328320" y="5181"/>
                  </a:lnTo>
                  <a:lnTo>
                    <a:pt x="324637" y="5181"/>
                  </a:lnTo>
                  <a:lnTo>
                    <a:pt x="323329" y="7175"/>
                  </a:lnTo>
                  <a:lnTo>
                    <a:pt x="323824" y="12001"/>
                  </a:lnTo>
                  <a:lnTo>
                    <a:pt x="325551" y="14084"/>
                  </a:lnTo>
                  <a:lnTo>
                    <a:pt x="328714" y="14084"/>
                  </a:lnTo>
                  <a:lnTo>
                    <a:pt x="329768" y="13081"/>
                  </a:lnTo>
                  <a:lnTo>
                    <a:pt x="329857" y="12788"/>
                  </a:lnTo>
                  <a:lnTo>
                    <a:pt x="330174" y="11607"/>
                  </a:lnTo>
                  <a:lnTo>
                    <a:pt x="328942" y="11607"/>
                  </a:lnTo>
                  <a:lnTo>
                    <a:pt x="328599" y="12306"/>
                  </a:lnTo>
                  <a:lnTo>
                    <a:pt x="328028" y="12788"/>
                  </a:lnTo>
                  <a:lnTo>
                    <a:pt x="326110" y="12788"/>
                  </a:lnTo>
                  <a:lnTo>
                    <a:pt x="325069" y="11607"/>
                  </a:lnTo>
                  <a:lnTo>
                    <a:pt x="324700" y="10210"/>
                  </a:lnTo>
                  <a:lnTo>
                    <a:pt x="330365" y="10210"/>
                  </a:lnTo>
                  <a:close/>
                </a:path>
                <a:path w="507364" h="18415">
                  <a:moveTo>
                    <a:pt x="333184" y="13855"/>
                  </a:moveTo>
                  <a:lnTo>
                    <a:pt x="331749" y="0"/>
                  </a:lnTo>
                  <a:lnTo>
                    <a:pt x="330771" y="0"/>
                  </a:lnTo>
                  <a:lnTo>
                    <a:pt x="332206" y="13855"/>
                  </a:lnTo>
                  <a:lnTo>
                    <a:pt x="333184" y="13855"/>
                  </a:lnTo>
                  <a:close/>
                </a:path>
                <a:path w="507364" h="18415">
                  <a:moveTo>
                    <a:pt x="335330" y="3187"/>
                  </a:moveTo>
                  <a:lnTo>
                    <a:pt x="335229" y="2184"/>
                  </a:lnTo>
                  <a:lnTo>
                    <a:pt x="334860" y="1765"/>
                  </a:lnTo>
                  <a:lnTo>
                    <a:pt x="334086" y="1765"/>
                  </a:lnTo>
                  <a:lnTo>
                    <a:pt x="333819" y="2184"/>
                  </a:lnTo>
                  <a:lnTo>
                    <a:pt x="333921" y="3187"/>
                  </a:lnTo>
                  <a:lnTo>
                    <a:pt x="334276" y="3594"/>
                  </a:lnTo>
                  <a:lnTo>
                    <a:pt x="335051" y="3594"/>
                  </a:lnTo>
                  <a:lnTo>
                    <a:pt x="335330" y="3187"/>
                  </a:lnTo>
                  <a:close/>
                </a:path>
                <a:path w="507364" h="18415">
                  <a:moveTo>
                    <a:pt x="336270" y="13868"/>
                  </a:moveTo>
                  <a:lnTo>
                    <a:pt x="335381" y="5321"/>
                  </a:lnTo>
                  <a:lnTo>
                    <a:pt x="334352" y="5321"/>
                  </a:lnTo>
                  <a:lnTo>
                    <a:pt x="335241" y="13868"/>
                  </a:lnTo>
                  <a:lnTo>
                    <a:pt x="336270" y="13868"/>
                  </a:lnTo>
                  <a:close/>
                </a:path>
                <a:path w="507364" h="18415">
                  <a:moveTo>
                    <a:pt x="340410" y="6502"/>
                  </a:moveTo>
                  <a:lnTo>
                    <a:pt x="340296" y="5321"/>
                  </a:lnTo>
                  <a:lnTo>
                    <a:pt x="338836" y="5321"/>
                  </a:lnTo>
                  <a:lnTo>
                    <a:pt x="338493" y="1955"/>
                  </a:lnTo>
                  <a:lnTo>
                    <a:pt x="337489" y="1955"/>
                  </a:lnTo>
                  <a:lnTo>
                    <a:pt x="337832" y="5321"/>
                  </a:lnTo>
                  <a:lnTo>
                    <a:pt x="336880" y="5321"/>
                  </a:lnTo>
                  <a:lnTo>
                    <a:pt x="336994" y="6502"/>
                  </a:lnTo>
                  <a:lnTo>
                    <a:pt x="337959" y="6502"/>
                  </a:lnTo>
                  <a:lnTo>
                    <a:pt x="338734" y="13868"/>
                  </a:lnTo>
                  <a:lnTo>
                    <a:pt x="339725" y="13868"/>
                  </a:lnTo>
                  <a:lnTo>
                    <a:pt x="338963" y="6502"/>
                  </a:lnTo>
                  <a:lnTo>
                    <a:pt x="340410" y="6502"/>
                  </a:lnTo>
                  <a:close/>
                </a:path>
                <a:path w="507364" h="18415">
                  <a:moveTo>
                    <a:pt x="343433" y="13474"/>
                  </a:moveTo>
                  <a:lnTo>
                    <a:pt x="343382" y="12877"/>
                  </a:lnTo>
                  <a:lnTo>
                    <a:pt x="343319" y="12280"/>
                  </a:lnTo>
                  <a:lnTo>
                    <a:pt x="342900" y="11798"/>
                  </a:lnTo>
                  <a:lnTo>
                    <a:pt x="341998" y="11798"/>
                  </a:lnTo>
                  <a:lnTo>
                    <a:pt x="341668" y="12280"/>
                  </a:lnTo>
                  <a:lnTo>
                    <a:pt x="341731" y="12877"/>
                  </a:lnTo>
                  <a:lnTo>
                    <a:pt x="341795" y="13474"/>
                  </a:lnTo>
                  <a:lnTo>
                    <a:pt x="342214" y="13957"/>
                  </a:lnTo>
                  <a:lnTo>
                    <a:pt x="343115" y="13957"/>
                  </a:lnTo>
                  <a:lnTo>
                    <a:pt x="343433" y="13474"/>
                  </a:lnTo>
                  <a:close/>
                </a:path>
                <a:path w="507364" h="18415">
                  <a:moveTo>
                    <a:pt x="360540" y="13855"/>
                  </a:moveTo>
                  <a:lnTo>
                    <a:pt x="359105" y="0"/>
                  </a:lnTo>
                  <a:lnTo>
                    <a:pt x="357873" y="0"/>
                  </a:lnTo>
                  <a:lnTo>
                    <a:pt x="355130" y="12306"/>
                  </a:lnTo>
                  <a:lnTo>
                    <a:pt x="349821" y="0"/>
                  </a:lnTo>
                  <a:lnTo>
                    <a:pt x="348589" y="0"/>
                  </a:lnTo>
                  <a:lnTo>
                    <a:pt x="350024" y="13855"/>
                  </a:lnTo>
                  <a:lnTo>
                    <a:pt x="351104" y="13855"/>
                  </a:lnTo>
                  <a:lnTo>
                    <a:pt x="349999" y="3238"/>
                  </a:lnTo>
                  <a:lnTo>
                    <a:pt x="354647" y="13855"/>
                  </a:lnTo>
                  <a:lnTo>
                    <a:pt x="355930" y="13855"/>
                  </a:lnTo>
                  <a:lnTo>
                    <a:pt x="358355" y="3238"/>
                  </a:lnTo>
                  <a:lnTo>
                    <a:pt x="359460" y="13855"/>
                  </a:lnTo>
                  <a:lnTo>
                    <a:pt x="360540" y="13855"/>
                  </a:lnTo>
                  <a:close/>
                </a:path>
                <a:path w="507364" h="18415">
                  <a:moveTo>
                    <a:pt x="368744" y="12001"/>
                  </a:moveTo>
                  <a:lnTo>
                    <a:pt x="368249" y="7188"/>
                  </a:lnTo>
                  <a:lnTo>
                    <a:pt x="367639" y="6489"/>
                  </a:lnTo>
                  <a:lnTo>
                    <a:pt x="367639" y="11303"/>
                  </a:lnTo>
                  <a:lnTo>
                    <a:pt x="366776" y="12788"/>
                  </a:lnTo>
                  <a:lnTo>
                    <a:pt x="364159" y="12788"/>
                  </a:lnTo>
                  <a:lnTo>
                    <a:pt x="362978" y="11303"/>
                  </a:lnTo>
                  <a:lnTo>
                    <a:pt x="362623" y="7886"/>
                  </a:lnTo>
                  <a:lnTo>
                    <a:pt x="363499" y="6464"/>
                  </a:lnTo>
                  <a:lnTo>
                    <a:pt x="366128" y="6464"/>
                  </a:lnTo>
                  <a:lnTo>
                    <a:pt x="367284" y="7886"/>
                  </a:lnTo>
                  <a:lnTo>
                    <a:pt x="367639" y="11303"/>
                  </a:lnTo>
                  <a:lnTo>
                    <a:pt x="367639" y="6489"/>
                  </a:lnTo>
                  <a:lnTo>
                    <a:pt x="366522" y="5181"/>
                  </a:lnTo>
                  <a:lnTo>
                    <a:pt x="362839" y="5181"/>
                  </a:lnTo>
                  <a:lnTo>
                    <a:pt x="361530" y="7188"/>
                  </a:lnTo>
                  <a:lnTo>
                    <a:pt x="362013" y="12001"/>
                  </a:lnTo>
                  <a:lnTo>
                    <a:pt x="363753" y="14071"/>
                  </a:lnTo>
                  <a:lnTo>
                    <a:pt x="367436" y="14071"/>
                  </a:lnTo>
                  <a:lnTo>
                    <a:pt x="368249" y="12788"/>
                  </a:lnTo>
                  <a:lnTo>
                    <a:pt x="368744" y="12001"/>
                  </a:lnTo>
                  <a:close/>
                </a:path>
                <a:path w="507364" h="18415">
                  <a:moveTo>
                    <a:pt x="372897" y="6464"/>
                  </a:moveTo>
                  <a:lnTo>
                    <a:pt x="372770" y="5181"/>
                  </a:lnTo>
                  <a:lnTo>
                    <a:pt x="371868" y="5181"/>
                  </a:lnTo>
                  <a:lnTo>
                    <a:pt x="371157" y="5689"/>
                  </a:lnTo>
                  <a:lnTo>
                    <a:pt x="370700" y="6489"/>
                  </a:lnTo>
                  <a:lnTo>
                    <a:pt x="370586" y="5321"/>
                  </a:lnTo>
                  <a:lnTo>
                    <a:pt x="369595" y="5321"/>
                  </a:lnTo>
                  <a:lnTo>
                    <a:pt x="370471" y="13855"/>
                  </a:lnTo>
                  <a:lnTo>
                    <a:pt x="371462" y="13855"/>
                  </a:lnTo>
                  <a:lnTo>
                    <a:pt x="370801" y="7391"/>
                  </a:lnTo>
                  <a:lnTo>
                    <a:pt x="371754" y="6464"/>
                  </a:lnTo>
                  <a:lnTo>
                    <a:pt x="372897" y="6464"/>
                  </a:lnTo>
                  <a:close/>
                </a:path>
                <a:path w="507364" h="18415">
                  <a:moveTo>
                    <a:pt x="381596" y="12001"/>
                  </a:moveTo>
                  <a:lnTo>
                    <a:pt x="381088" y="7188"/>
                  </a:lnTo>
                  <a:lnTo>
                    <a:pt x="380492" y="6502"/>
                  </a:lnTo>
                  <a:lnTo>
                    <a:pt x="380492" y="11303"/>
                  </a:lnTo>
                  <a:lnTo>
                    <a:pt x="379653" y="12788"/>
                  </a:lnTo>
                  <a:lnTo>
                    <a:pt x="377063" y="12788"/>
                  </a:lnTo>
                  <a:lnTo>
                    <a:pt x="376809" y="12496"/>
                  </a:lnTo>
                  <a:lnTo>
                    <a:pt x="375767" y="11303"/>
                  </a:lnTo>
                  <a:lnTo>
                    <a:pt x="375412" y="7886"/>
                  </a:lnTo>
                  <a:lnTo>
                    <a:pt x="376224" y="6705"/>
                  </a:lnTo>
                  <a:lnTo>
                    <a:pt x="376402" y="6464"/>
                  </a:lnTo>
                  <a:lnTo>
                    <a:pt x="379006" y="6464"/>
                  </a:lnTo>
                  <a:lnTo>
                    <a:pt x="380136" y="7886"/>
                  </a:lnTo>
                  <a:lnTo>
                    <a:pt x="380492" y="11303"/>
                  </a:lnTo>
                  <a:lnTo>
                    <a:pt x="380492" y="6502"/>
                  </a:lnTo>
                  <a:lnTo>
                    <a:pt x="379361" y="5181"/>
                  </a:lnTo>
                  <a:lnTo>
                    <a:pt x="376542" y="5181"/>
                  </a:lnTo>
                  <a:lnTo>
                    <a:pt x="375729" y="5791"/>
                  </a:lnTo>
                  <a:lnTo>
                    <a:pt x="375234" y="6705"/>
                  </a:lnTo>
                  <a:lnTo>
                    <a:pt x="374535" y="0"/>
                  </a:lnTo>
                  <a:lnTo>
                    <a:pt x="373545" y="0"/>
                  </a:lnTo>
                  <a:lnTo>
                    <a:pt x="374992" y="13868"/>
                  </a:lnTo>
                  <a:lnTo>
                    <a:pt x="375970" y="13868"/>
                  </a:lnTo>
                  <a:lnTo>
                    <a:pt x="375831" y="12496"/>
                  </a:lnTo>
                  <a:lnTo>
                    <a:pt x="376529" y="13449"/>
                  </a:lnTo>
                  <a:lnTo>
                    <a:pt x="377456" y="14071"/>
                  </a:lnTo>
                  <a:lnTo>
                    <a:pt x="380288" y="14071"/>
                  </a:lnTo>
                  <a:lnTo>
                    <a:pt x="381088" y="12788"/>
                  </a:lnTo>
                  <a:lnTo>
                    <a:pt x="381596" y="12001"/>
                  </a:lnTo>
                  <a:close/>
                </a:path>
                <a:path w="507364" h="18415">
                  <a:moveTo>
                    <a:pt x="383476" y="3187"/>
                  </a:moveTo>
                  <a:lnTo>
                    <a:pt x="383374" y="2184"/>
                  </a:lnTo>
                  <a:lnTo>
                    <a:pt x="383006" y="1765"/>
                  </a:lnTo>
                  <a:lnTo>
                    <a:pt x="382231" y="1765"/>
                  </a:lnTo>
                  <a:lnTo>
                    <a:pt x="381965" y="2184"/>
                  </a:lnTo>
                  <a:lnTo>
                    <a:pt x="382066" y="3187"/>
                  </a:lnTo>
                  <a:lnTo>
                    <a:pt x="382422" y="3594"/>
                  </a:lnTo>
                  <a:lnTo>
                    <a:pt x="383197" y="3594"/>
                  </a:lnTo>
                  <a:lnTo>
                    <a:pt x="383476" y="3187"/>
                  </a:lnTo>
                  <a:close/>
                </a:path>
                <a:path w="507364" h="18415">
                  <a:moveTo>
                    <a:pt x="384416" y="13868"/>
                  </a:moveTo>
                  <a:lnTo>
                    <a:pt x="383527" y="5321"/>
                  </a:lnTo>
                  <a:lnTo>
                    <a:pt x="382498" y="5321"/>
                  </a:lnTo>
                  <a:lnTo>
                    <a:pt x="383374" y="13868"/>
                  </a:lnTo>
                  <a:lnTo>
                    <a:pt x="384416" y="13868"/>
                  </a:lnTo>
                  <a:close/>
                </a:path>
                <a:path w="507364" h="18415">
                  <a:moveTo>
                    <a:pt x="397205" y="13906"/>
                  </a:moveTo>
                  <a:lnTo>
                    <a:pt x="397065" y="12496"/>
                  </a:lnTo>
                  <a:lnTo>
                    <a:pt x="396468" y="6705"/>
                  </a:lnTo>
                  <a:lnTo>
                    <a:pt x="396316" y="5321"/>
                  </a:lnTo>
                  <a:lnTo>
                    <a:pt x="395884" y="5321"/>
                  </a:lnTo>
                  <a:lnTo>
                    <a:pt x="395884" y="11303"/>
                  </a:lnTo>
                  <a:lnTo>
                    <a:pt x="394906" y="12788"/>
                  </a:lnTo>
                  <a:lnTo>
                    <a:pt x="392303" y="12788"/>
                  </a:lnTo>
                  <a:lnTo>
                    <a:pt x="391172" y="11303"/>
                  </a:lnTo>
                  <a:lnTo>
                    <a:pt x="390817" y="7886"/>
                  </a:lnTo>
                  <a:lnTo>
                    <a:pt x="391655" y="6464"/>
                  </a:lnTo>
                  <a:lnTo>
                    <a:pt x="394246" y="6464"/>
                  </a:lnTo>
                  <a:lnTo>
                    <a:pt x="395528" y="7886"/>
                  </a:lnTo>
                  <a:lnTo>
                    <a:pt x="395884" y="11303"/>
                  </a:lnTo>
                  <a:lnTo>
                    <a:pt x="395884" y="5321"/>
                  </a:lnTo>
                  <a:lnTo>
                    <a:pt x="395338" y="5321"/>
                  </a:lnTo>
                  <a:lnTo>
                    <a:pt x="395465" y="6705"/>
                  </a:lnTo>
                  <a:lnTo>
                    <a:pt x="395287" y="6464"/>
                  </a:lnTo>
                  <a:lnTo>
                    <a:pt x="394779" y="5791"/>
                  </a:lnTo>
                  <a:lnTo>
                    <a:pt x="393852" y="5181"/>
                  </a:lnTo>
                  <a:lnTo>
                    <a:pt x="391020" y="5181"/>
                  </a:lnTo>
                  <a:lnTo>
                    <a:pt x="389699" y="7188"/>
                  </a:lnTo>
                  <a:lnTo>
                    <a:pt x="390207" y="12001"/>
                  </a:lnTo>
                  <a:lnTo>
                    <a:pt x="391947" y="14071"/>
                  </a:lnTo>
                  <a:lnTo>
                    <a:pt x="394766" y="14071"/>
                  </a:lnTo>
                  <a:lnTo>
                    <a:pt x="395579" y="13449"/>
                  </a:lnTo>
                  <a:lnTo>
                    <a:pt x="395922" y="12788"/>
                  </a:lnTo>
                  <a:lnTo>
                    <a:pt x="396062" y="12496"/>
                  </a:lnTo>
                  <a:lnTo>
                    <a:pt x="396214" y="13906"/>
                  </a:lnTo>
                  <a:lnTo>
                    <a:pt x="397205" y="13906"/>
                  </a:lnTo>
                  <a:close/>
                </a:path>
                <a:path w="507364" h="18415">
                  <a:moveTo>
                    <a:pt x="410146" y="12001"/>
                  </a:moveTo>
                  <a:lnTo>
                    <a:pt x="409638" y="7188"/>
                  </a:lnTo>
                  <a:lnTo>
                    <a:pt x="409041" y="6502"/>
                  </a:lnTo>
                  <a:lnTo>
                    <a:pt x="409041" y="11303"/>
                  </a:lnTo>
                  <a:lnTo>
                    <a:pt x="408203" y="12788"/>
                  </a:lnTo>
                  <a:lnTo>
                    <a:pt x="405599" y="12788"/>
                  </a:lnTo>
                  <a:lnTo>
                    <a:pt x="405345" y="12496"/>
                  </a:lnTo>
                  <a:lnTo>
                    <a:pt x="404304" y="11303"/>
                  </a:lnTo>
                  <a:lnTo>
                    <a:pt x="403961" y="7886"/>
                  </a:lnTo>
                  <a:lnTo>
                    <a:pt x="404774" y="6705"/>
                  </a:lnTo>
                  <a:lnTo>
                    <a:pt x="404939" y="6464"/>
                  </a:lnTo>
                  <a:lnTo>
                    <a:pt x="407543" y="6464"/>
                  </a:lnTo>
                  <a:lnTo>
                    <a:pt x="408686" y="7886"/>
                  </a:lnTo>
                  <a:lnTo>
                    <a:pt x="409041" y="11303"/>
                  </a:lnTo>
                  <a:lnTo>
                    <a:pt x="409041" y="6502"/>
                  </a:lnTo>
                  <a:lnTo>
                    <a:pt x="407911" y="5181"/>
                  </a:lnTo>
                  <a:lnTo>
                    <a:pt x="405079" y="5181"/>
                  </a:lnTo>
                  <a:lnTo>
                    <a:pt x="404266" y="5791"/>
                  </a:lnTo>
                  <a:lnTo>
                    <a:pt x="403783" y="6705"/>
                  </a:lnTo>
                  <a:lnTo>
                    <a:pt x="403631" y="5321"/>
                  </a:lnTo>
                  <a:lnTo>
                    <a:pt x="402640" y="5321"/>
                  </a:lnTo>
                  <a:lnTo>
                    <a:pt x="403923" y="17741"/>
                  </a:lnTo>
                  <a:lnTo>
                    <a:pt x="404926" y="17741"/>
                  </a:lnTo>
                  <a:lnTo>
                    <a:pt x="404380" y="12496"/>
                  </a:lnTo>
                  <a:lnTo>
                    <a:pt x="405066" y="13449"/>
                  </a:lnTo>
                  <a:lnTo>
                    <a:pt x="405993" y="14071"/>
                  </a:lnTo>
                  <a:lnTo>
                    <a:pt x="408838" y="14071"/>
                  </a:lnTo>
                  <a:lnTo>
                    <a:pt x="409638" y="12788"/>
                  </a:lnTo>
                  <a:lnTo>
                    <a:pt x="410146" y="12001"/>
                  </a:lnTo>
                  <a:close/>
                </a:path>
                <a:path w="507364" h="18415">
                  <a:moveTo>
                    <a:pt x="417626" y="10210"/>
                  </a:moveTo>
                  <a:lnTo>
                    <a:pt x="417499" y="8966"/>
                  </a:lnTo>
                  <a:lnTo>
                    <a:pt x="417309" y="7175"/>
                  </a:lnTo>
                  <a:lnTo>
                    <a:pt x="416699" y="6464"/>
                  </a:lnTo>
                  <a:lnTo>
                    <a:pt x="416420" y="6146"/>
                  </a:lnTo>
                  <a:lnTo>
                    <a:pt x="416420" y="8966"/>
                  </a:lnTo>
                  <a:lnTo>
                    <a:pt x="411848" y="8966"/>
                  </a:lnTo>
                  <a:lnTo>
                    <a:pt x="411924" y="7543"/>
                  </a:lnTo>
                  <a:lnTo>
                    <a:pt x="412724" y="6464"/>
                  </a:lnTo>
                  <a:lnTo>
                    <a:pt x="415023" y="6464"/>
                  </a:lnTo>
                  <a:lnTo>
                    <a:pt x="416052" y="7543"/>
                  </a:lnTo>
                  <a:lnTo>
                    <a:pt x="416420" y="8966"/>
                  </a:lnTo>
                  <a:lnTo>
                    <a:pt x="416420" y="6146"/>
                  </a:lnTo>
                  <a:lnTo>
                    <a:pt x="415582" y="5181"/>
                  </a:lnTo>
                  <a:lnTo>
                    <a:pt x="411899" y="5181"/>
                  </a:lnTo>
                  <a:lnTo>
                    <a:pt x="410591" y="7175"/>
                  </a:lnTo>
                  <a:lnTo>
                    <a:pt x="411086" y="12001"/>
                  </a:lnTo>
                  <a:lnTo>
                    <a:pt x="412826" y="14084"/>
                  </a:lnTo>
                  <a:lnTo>
                    <a:pt x="415988" y="14084"/>
                  </a:lnTo>
                  <a:lnTo>
                    <a:pt x="417042" y="13081"/>
                  </a:lnTo>
                  <a:lnTo>
                    <a:pt x="417118" y="12788"/>
                  </a:lnTo>
                  <a:lnTo>
                    <a:pt x="417436" y="11607"/>
                  </a:lnTo>
                  <a:lnTo>
                    <a:pt x="416217" y="11607"/>
                  </a:lnTo>
                  <a:lnTo>
                    <a:pt x="415861" y="12306"/>
                  </a:lnTo>
                  <a:lnTo>
                    <a:pt x="415290" y="12788"/>
                  </a:lnTo>
                  <a:lnTo>
                    <a:pt x="413372" y="12788"/>
                  </a:lnTo>
                  <a:lnTo>
                    <a:pt x="412318" y="11607"/>
                  </a:lnTo>
                  <a:lnTo>
                    <a:pt x="411975" y="10210"/>
                  </a:lnTo>
                  <a:lnTo>
                    <a:pt x="417626" y="10210"/>
                  </a:lnTo>
                  <a:close/>
                </a:path>
                <a:path w="507364" h="18415">
                  <a:moveTo>
                    <a:pt x="420446" y="13855"/>
                  </a:moveTo>
                  <a:lnTo>
                    <a:pt x="419011" y="0"/>
                  </a:lnTo>
                  <a:lnTo>
                    <a:pt x="418033" y="0"/>
                  </a:lnTo>
                  <a:lnTo>
                    <a:pt x="419468" y="13855"/>
                  </a:lnTo>
                  <a:lnTo>
                    <a:pt x="420446" y="13855"/>
                  </a:lnTo>
                  <a:close/>
                </a:path>
                <a:path w="507364" h="18415">
                  <a:moveTo>
                    <a:pt x="423570" y="13855"/>
                  </a:moveTo>
                  <a:lnTo>
                    <a:pt x="422135" y="0"/>
                  </a:lnTo>
                  <a:lnTo>
                    <a:pt x="421157" y="0"/>
                  </a:lnTo>
                  <a:lnTo>
                    <a:pt x="422592" y="13855"/>
                  </a:lnTo>
                  <a:lnTo>
                    <a:pt x="423570" y="13855"/>
                  </a:lnTo>
                  <a:close/>
                </a:path>
                <a:path w="507364" h="18415">
                  <a:moveTo>
                    <a:pt x="431393" y="10210"/>
                  </a:moveTo>
                  <a:lnTo>
                    <a:pt x="431266" y="8966"/>
                  </a:lnTo>
                  <a:lnTo>
                    <a:pt x="431088" y="7175"/>
                  </a:lnTo>
                  <a:lnTo>
                    <a:pt x="430466" y="6464"/>
                  </a:lnTo>
                  <a:lnTo>
                    <a:pt x="430199" y="6159"/>
                  </a:lnTo>
                  <a:lnTo>
                    <a:pt x="430199" y="8966"/>
                  </a:lnTo>
                  <a:lnTo>
                    <a:pt x="425615" y="8966"/>
                  </a:lnTo>
                  <a:lnTo>
                    <a:pt x="425704" y="7543"/>
                  </a:lnTo>
                  <a:lnTo>
                    <a:pt x="426504" y="6464"/>
                  </a:lnTo>
                  <a:lnTo>
                    <a:pt x="428790" y="6464"/>
                  </a:lnTo>
                  <a:lnTo>
                    <a:pt x="429831" y="7543"/>
                  </a:lnTo>
                  <a:lnTo>
                    <a:pt x="430199" y="8966"/>
                  </a:lnTo>
                  <a:lnTo>
                    <a:pt x="430199" y="6159"/>
                  </a:lnTo>
                  <a:lnTo>
                    <a:pt x="429361" y="5181"/>
                  </a:lnTo>
                  <a:lnTo>
                    <a:pt x="425665" y="5181"/>
                  </a:lnTo>
                  <a:lnTo>
                    <a:pt x="424357" y="7175"/>
                  </a:lnTo>
                  <a:lnTo>
                    <a:pt x="424853" y="12001"/>
                  </a:lnTo>
                  <a:lnTo>
                    <a:pt x="426593" y="14084"/>
                  </a:lnTo>
                  <a:lnTo>
                    <a:pt x="429755" y="14084"/>
                  </a:lnTo>
                  <a:lnTo>
                    <a:pt x="430809" y="13081"/>
                  </a:lnTo>
                  <a:lnTo>
                    <a:pt x="430885" y="12788"/>
                  </a:lnTo>
                  <a:lnTo>
                    <a:pt x="431215" y="11607"/>
                  </a:lnTo>
                  <a:lnTo>
                    <a:pt x="429983" y="11607"/>
                  </a:lnTo>
                  <a:lnTo>
                    <a:pt x="429641" y="12306"/>
                  </a:lnTo>
                  <a:lnTo>
                    <a:pt x="429069" y="12788"/>
                  </a:lnTo>
                  <a:lnTo>
                    <a:pt x="427151" y="12788"/>
                  </a:lnTo>
                  <a:lnTo>
                    <a:pt x="426110" y="11607"/>
                  </a:lnTo>
                  <a:lnTo>
                    <a:pt x="425742" y="10210"/>
                  </a:lnTo>
                  <a:lnTo>
                    <a:pt x="431393" y="10210"/>
                  </a:lnTo>
                  <a:close/>
                </a:path>
                <a:path w="507364" h="18415">
                  <a:moveTo>
                    <a:pt x="439089" y="13868"/>
                  </a:moveTo>
                  <a:lnTo>
                    <a:pt x="438302" y="6273"/>
                  </a:lnTo>
                  <a:lnTo>
                    <a:pt x="437388" y="5181"/>
                  </a:lnTo>
                  <a:lnTo>
                    <a:pt x="434644" y="5181"/>
                  </a:lnTo>
                  <a:lnTo>
                    <a:pt x="433971" y="5613"/>
                  </a:lnTo>
                  <a:lnTo>
                    <a:pt x="433527" y="6350"/>
                  </a:lnTo>
                  <a:lnTo>
                    <a:pt x="433425" y="5321"/>
                  </a:lnTo>
                  <a:lnTo>
                    <a:pt x="432435" y="5321"/>
                  </a:lnTo>
                  <a:lnTo>
                    <a:pt x="433324" y="13868"/>
                  </a:lnTo>
                  <a:lnTo>
                    <a:pt x="434301" y="13868"/>
                  </a:lnTo>
                  <a:lnTo>
                    <a:pt x="433628" y="7404"/>
                  </a:lnTo>
                  <a:lnTo>
                    <a:pt x="434340" y="6426"/>
                  </a:lnTo>
                  <a:lnTo>
                    <a:pt x="435660" y="6464"/>
                  </a:lnTo>
                  <a:lnTo>
                    <a:pt x="436740" y="6464"/>
                  </a:lnTo>
                  <a:lnTo>
                    <a:pt x="437426" y="7302"/>
                  </a:lnTo>
                  <a:lnTo>
                    <a:pt x="438099" y="13868"/>
                  </a:lnTo>
                  <a:lnTo>
                    <a:pt x="439089" y="13868"/>
                  </a:lnTo>
                  <a:close/>
                </a:path>
                <a:path w="507364" h="18415">
                  <a:moveTo>
                    <a:pt x="443052" y="6502"/>
                  </a:moveTo>
                  <a:lnTo>
                    <a:pt x="442937" y="5321"/>
                  </a:lnTo>
                  <a:lnTo>
                    <a:pt x="441477" y="5321"/>
                  </a:lnTo>
                  <a:lnTo>
                    <a:pt x="441134" y="1955"/>
                  </a:lnTo>
                  <a:lnTo>
                    <a:pt x="440143" y="1955"/>
                  </a:lnTo>
                  <a:lnTo>
                    <a:pt x="440486" y="5321"/>
                  </a:lnTo>
                  <a:lnTo>
                    <a:pt x="439521" y="5321"/>
                  </a:lnTo>
                  <a:lnTo>
                    <a:pt x="439635" y="6502"/>
                  </a:lnTo>
                  <a:lnTo>
                    <a:pt x="440613" y="6502"/>
                  </a:lnTo>
                  <a:lnTo>
                    <a:pt x="441375" y="13868"/>
                  </a:lnTo>
                  <a:lnTo>
                    <a:pt x="442366" y="13868"/>
                  </a:lnTo>
                  <a:lnTo>
                    <a:pt x="441604" y="6502"/>
                  </a:lnTo>
                  <a:lnTo>
                    <a:pt x="443052" y="6502"/>
                  </a:lnTo>
                  <a:close/>
                </a:path>
                <a:path w="507364" h="18415">
                  <a:moveTo>
                    <a:pt x="450977" y="10210"/>
                  </a:moveTo>
                  <a:lnTo>
                    <a:pt x="450850" y="8966"/>
                  </a:lnTo>
                  <a:lnTo>
                    <a:pt x="450659" y="7175"/>
                  </a:lnTo>
                  <a:lnTo>
                    <a:pt x="450049" y="6464"/>
                  </a:lnTo>
                  <a:lnTo>
                    <a:pt x="449770" y="6146"/>
                  </a:lnTo>
                  <a:lnTo>
                    <a:pt x="449770" y="8966"/>
                  </a:lnTo>
                  <a:lnTo>
                    <a:pt x="445198" y="8966"/>
                  </a:lnTo>
                  <a:lnTo>
                    <a:pt x="445274" y="7543"/>
                  </a:lnTo>
                  <a:lnTo>
                    <a:pt x="446074" y="6464"/>
                  </a:lnTo>
                  <a:lnTo>
                    <a:pt x="448373" y="6464"/>
                  </a:lnTo>
                  <a:lnTo>
                    <a:pt x="449402" y="7543"/>
                  </a:lnTo>
                  <a:lnTo>
                    <a:pt x="449770" y="8966"/>
                  </a:lnTo>
                  <a:lnTo>
                    <a:pt x="449770" y="6146"/>
                  </a:lnTo>
                  <a:lnTo>
                    <a:pt x="448932" y="5181"/>
                  </a:lnTo>
                  <a:lnTo>
                    <a:pt x="445249" y="5181"/>
                  </a:lnTo>
                  <a:lnTo>
                    <a:pt x="443941" y="7175"/>
                  </a:lnTo>
                  <a:lnTo>
                    <a:pt x="444436" y="12001"/>
                  </a:lnTo>
                  <a:lnTo>
                    <a:pt x="446163" y="14084"/>
                  </a:lnTo>
                  <a:lnTo>
                    <a:pt x="449326" y="14084"/>
                  </a:lnTo>
                  <a:lnTo>
                    <a:pt x="450392" y="13081"/>
                  </a:lnTo>
                  <a:lnTo>
                    <a:pt x="450469" y="12788"/>
                  </a:lnTo>
                  <a:lnTo>
                    <a:pt x="450786" y="11607"/>
                  </a:lnTo>
                  <a:lnTo>
                    <a:pt x="449567" y="11607"/>
                  </a:lnTo>
                  <a:lnTo>
                    <a:pt x="449211" y="12306"/>
                  </a:lnTo>
                  <a:lnTo>
                    <a:pt x="448640" y="12788"/>
                  </a:lnTo>
                  <a:lnTo>
                    <a:pt x="446722" y="12788"/>
                  </a:lnTo>
                  <a:lnTo>
                    <a:pt x="445681" y="11607"/>
                  </a:lnTo>
                  <a:lnTo>
                    <a:pt x="445325" y="10210"/>
                  </a:lnTo>
                  <a:lnTo>
                    <a:pt x="450977" y="10210"/>
                  </a:lnTo>
                  <a:close/>
                </a:path>
                <a:path w="507364" h="18415">
                  <a:moveTo>
                    <a:pt x="457352" y="12928"/>
                  </a:moveTo>
                  <a:lnTo>
                    <a:pt x="457047" y="10020"/>
                  </a:lnTo>
                  <a:lnTo>
                    <a:pt x="456298" y="9258"/>
                  </a:lnTo>
                  <a:lnTo>
                    <a:pt x="454583" y="8813"/>
                  </a:lnTo>
                  <a:lnTo>
                    <a:pt x="453491" y="8547"/>
                  </a:lnTo>
                  <a:lnTo>
                    <a:pt x="453021" y="8166"/>
                  </a:lnTo>
                  <a:lnTo>
                    <a:pt x="452894" y="6896"/>
                  </a:lnTo>
                  <a:lnTo>
                    <a:pt x="453390" y="6413"/>
                  </a:lnTo>
                  <a:lnTo>
                    <a:pt x="454939" y="6413"/>
                  </a:lnTo>
                  <a:lnTo>
                    <a:pt x="455472" y="6832"/>
                  </a:lnTo>
                  <a:lnTo>
                    <a:pt x="455612" y="7416"/>
                  </a:lnTo>
                  <a:lnTo>
                    <a:pt x="456514" y="7416"/>
                  </a:lnTo>
                  <a:lnTo>
                    <a:pt x="456285" y="6121"/>
                  </a:lnTo>
                  <a:lnTo>
                    <a:pt x="455320" y="5181"/>
                  </a:lnTo>
                  <a:lnTo>
                    <a:pt x="452577" y="5181"/>
                  </a:lnTo>
                  <a:lnTo>
                    <a:pt x="451916" y="6235"/>
                  </a:lnTo>
                  <a:lnTo>
                    <a:pt x="452183" y="8890"/>
                  </a:lnTo>
                  <a:lnTo>
                    <a:pt x="452958" y="9639"/>
                  </a:lnTo>
                  <a:lnTo>
                    <a:pt x="455764" y="10350"/>
                  </a:lnTo>
                  <a:lnTo>
                    <a:pt x="456209" y="10617"/>
                  </a:lnTo>
                  <a:lnTo>
                    <a:pt x="456374" y="12217"/>
                  </a:lnTo>
                  <a:lnTo>
                    <a:pt x="455790" y="12776"/>
                  </a:lnTo>
                  <a:lnTo>
                    <a:pt x="453999" y="12776"/>
                  </a:lnTo>
                  <a:lnTo>
                    <a:pt x="453263" y="12153"/>
                  </a:lnTo>
                  <a:lnTo>
                    <a:pt x="453097" y="11442"/>
                  </a:lnTo>
                  <a:lnTo>
                    <a:pt x="452196" y="11442"/>
                  </a:lnTo>
                  <a:lnTo>
                    <a:pt x="452399" y="12928"/>
                  </a:lnTo>
                  <a:lnTo>
                    <a:pt x="453504" y="14008"/>
                  </a:lnTo>
                  <a:lnTo>
                    <a:pt x="456577" y="14008"/>
                  </a:lnTo>
                  <a:lnTo>
                    <a:pt x="457352" y="12928"/>
                  </a:lnTo>
                  <a:close/>
                </a:path>
                <a:path w="507364" h="18415">
                  <a:moveTo>
                    <a:pt x="465810" y="17741"/>
                  </a:moveTo>
                  <a:lnTo>
                    <a:pt x="465264" y="12496"/>
                  </a:lnTo>
                  <a:lnTo>
                    <a:pt x="464667" y="6705"/>
                  </a:lnTo>
                  <a:lnTo>
                    <a:pt x="464527" y="5321"/>
                  </a:lnTo>
                  <a:lnTo>
                    <a:pt x="464108" y="5321"/>
                  </a:lnTo>
                  <a:lnTo>
                    <a:pt x="464108" y="11303"/>
                  </a:lnTo>
                  <a:lnTo>
                    <a:pt x="463118" y="12788"/>
                  </a:lnTo>
                  <a:lnTo>
                    <a:pt x="460527" y="12788"/>
                  </a:lnTo>
                  <a:lnTo>
                    <a:pt x="459384" y="11303"/>
                  </a:lnTo>
                  <a:lnTo>
                    <a:pt x="459028" y="7886"/>
                  </a:lnTo>
                  <a:lnTo>
                    <a:pt x="459867" y="6464"/>
                  </a:lnTo>
                  <a:lnTo>
                    <a:pt x="462457" y="6464"/>
                  </a:lnTo>
                  <a:lnTo>
                    <a:pt x="463753" y="7886"/>
                  </a:lnTo>
                  <a:lnTo>
                    <a:pt x="464108" y="11303"/>
                  </a:lnTo>
                  <a:lnTo>
                    <a:pt x="464108" y="5321"/>
                  </a:lnTo>
                  <a:lnTo>
                    <a:pt x="463537" y="5321"/>
                  </a:lnTo>
                  <a:lnTo>
                    <a:pt x="463689" y="6705"/>
                  </a:lnTo>
                  <a:lnTo>
                    <a:pt x="463499" y="6464"/>
                  </a:lnTo>
                  <a:lnTo>
                    <a:pt x="462991" y="5791"/>
                  </a:lnTo>
                  <a:lnTo>
                    <a:pt x="462064" y="5181"/>
                  </a:lnTo>
                  <a:lnTo>
                    <a:pt x="459232" y="5181"/>
                  </a:lnTo>
                  <a:lnTo>
                    <a:pt x="457911" y="7188"/>
                  </a:lnTo>
                  <a:lnTo>
                    <a:pt x="458406" y="12001"/>
                  </a:lnTo>
                  <a:lnTo>
                    <a:pt x="460146" y="14071"/>
                  </a:lnTo>
                  <a:lnTo>
                    <a:pt x="462991" y="14071"/>
                  </a:lnTo>
                  <a:lnTo>
                    <a:pt x="463791" y="13449"/>
                  </a:lnTo>
                  <a:lnTo>
                    <a:pt x="464134" y="12788"/>
                  </a:lnTo>
                  <a:lnTo>
                    <a:pt x="464286" y="12496"/>
                  </a:lnTo>
                  <a:lnTo>
                    <a:pt x="464832" y="17741"/>
                  </a:lnTo>
                  <a:lnTo>
                    <a:pt x="465810" y="17741"/>
                  </a:lnTo>
                  <a:close/>
                </a:path>
                <a:path w="507364" h="18415">
                  <a:moveTo>
                    <a:pt x="473011" y="13868"/>
                  </a:moveTo>
                  <a:lnTo>
                    <a:pt x="472135" y="5321"/>
                  </a:lnTo>
                  <a:lnTo>
                    <a:pt x="471144" y="5321"/>
                  </a:lnTo>
                  <a:lnTo>
                    <a:pt x="471805" y="11747"/>
                  </a:lnTo>
                  <a:lnTo>
                    <a:pt x="471093" y="12725"/>
                  </a:lnTo>
                  <a:lnTo>
                    <a:pt x="468693" y="12725"/>
                  </a:lnTo>
                  <a:lnTo>
                    <a:pt x="468033" y="11887"/>
                  </a:lnTo>
                  <a:lnTo>
                    <a:pt x="467347" y="5321"/>
                  </a:lnTo>
                  <a:lnTo>
                    <a:pt x="466369" y="5321"/>
                  </a:lnTo>
                  <a:lnTo>
                    <a:pt x="467144" y="12915"/>
                  </a:lnTo>
                  <a:lnTo>
                    <a:pt x="468045" y="13995"/>
                  </a:lnTo>
                  <a:lnTo>
                    <a:pt x="470789" y="13995"/>
                  </a:lnTo>
                  <a:lnTo>
                    <a:pt x="471474" y="13563"/>
                  </a:lnTo>
                  <a:lnTo>
                    <a:pt x="471919" y="12839"/>
                  </a:lnTo>
                  <a:lnTo>
                    <a:pt x="472033" y="13868"/>
                  </a:lnTo>
                  <a:lnTo>
                    <a:pt x="473011" y="13868"/>
                  </a:lnTo>
                  <a:close/>
                </a:path>
                <a:path w="507364" h="18415">
                  <a:moveTo>
                    <a:pt x="480898" y="10210"/>
                  </a:moveTo>
                  <a:lnTo>
                    <a:pt x="480771" y="8966"/>
                  </a:lnTo>
                  <a:lnTo>
                    <a:pt x="480593" y="7175"/>
                  </a:lnTo>
                  <a:lnTo>
                    <a:pt x="479971" y="6464"/>
                  </a:lnTo>
                  <a:lnTo>
                    <a:pt x="479691" y="6146"/>
                  </a:lnTo>
                  <a:lnTo>
                    <a:pt x="479691" y="8966"/>
                  </a:lnTo>
                  <a:lnTo>
                    <a:pt x="475119" y="8966"/>
                  </a:lnTo>
                  <a:lnTo>
                    <a:pt x="475195" y="7543"/>
                  </a:lnTo>
                  <a:lnTo>
                    <a:pt x="475996" y="6464"/>
                  </a:lnTo>
                  <a:lnTo>
                    <a:pt x="478294" y="6464"/>
                  </a:lnTo>
                  <a:lnTo>
                    <a:pt x="479336" y="7543"/>
                  </a:lnTo>
                  <a:lnTo>
                    <a:pt x="479691" y="8966"/>
                  </a:lnTo>
                  <a:lnTo>
                    <a:pt x="479691" y="6146"/>
                  </a:lnTo>
                  <a:lnTo>
                    <a:pt x="478866" y="5181"/>
                  </a:lnTo>
                  <a:lnTo>
                    <a:pt x="475170" y="5181"/>
                  </a:lnTo>
                  <a:lnTo>
                    <a:pt x="473862" y="7175"/>
                  </a:lnTo>
                  <a:lnTo>
                    <a:pt x="474357" y="12001"/>
                  </a:lnTo>
                  <a:lnTo>
                    <a:pt x="476097" y="14084"/>
                  </a:lnTo>
                  <a:lnTo>
                    <a:pt x="479259" y="14084"/>
                  </a:lnTo>
                  <a:lnTo>
                    <a:pt x="480314" y="13081"/>
                  </a:lnTo>
                  <a:lnTo>
                    <a:pt x="480390" y="12788"/>
                  </a:lnTo>
                  <a:lnTo>
                    <a:pt x="480707" y="11607"/>
                  </a:lnTo>
                  <a:lnTo>
                    <a:pt x="479488" y="11607"/>
                  </a:lnTo>
                  <a:lnTo>
                    <a:pt x="479145" y="12306"/>
                  </a:lnTo>
                  <a:lnTo>
                    <a:pt x="478561" y="12788"/>
                  </a:lnTo>
                  <a:lnTo>
                    <a:pt x="476656" y="12788"/>
                  </a:lnTo>
                  <a:lnTo>
                    <a:pt x="475602" y="11607"/>
                  </a:lnTo>
                  <a:lnTo>
                    <a:pt x="475246" y="10210"/>
                  </a:lnTo>
                  <a:lnTo>
                    <a:pt x="480898" y="10210"/>
                  </a:lnTo>
                  <a:close/>
                </a:path>
                <a:path w="507364" h="18415">
                  <a:moveTo>
                    <a:pt x="488149" y="13855"/>
                  </a:moveTo>
                  <a:lnTo>
                    <a:pt x="486714" y="0"/>
                  </a:lnTo>
                  <a:lnTo>
                    <a:pt x="485724" y="0"/>
                  </a:lnTo>
                  <a:lnTo>
                    <a:pt x="487159" y="13855"/>
                  </a:lnTo>
                  <a:lnTo>
                    <a:pt x="488149" y="13855"/>
                  </a:lnTo>
                  <a:close/>
                </a:path>
                <a:path w="507364" h="18415">
                  <a:moveTo>
                    <a:pt x="490296" y="3187"/>
                  </a:moveTo>
                  <a:lnTo>
                    <a:pt x="490181" y="2184"/>
                  </a:lnTo>
                  <a:lnTo>
                    <a:pt x="489813" y="1765"/>
                  </a:lnTo>
                  <a:lnTo>
                    <a:pt x="489051" y="1765"/>
                  </a:lnTo>
                  <a:lnTo>
                    <a:pt x="488784" y="2184"/>
                  </a:lnTo>
                  <a:lnTo>
                    <a:pt x="488886" y="3187"/>
                  </a:lnTo>
                  <a:lnTo>
                    <a:pt x="489242" y="3594"/>
                  </a:lnTo>
                  <a:lnTo>
                    <a:pt x="490004" y="3594"/>
                  </a:lnTo>
                  <a:lnTo>
                    <a:pt x="490296" y="3187"/>
                  </a:lnTo>
                  <a:close/>
                </a:path>
                <a:path w="507364" h="18415">
                  <a:moveTo>
                    <a:pt x="491236" y="13868"/>
                  </a:moveTo>
                  <a:lnTo>
                    <a:pt x="490347" y="5321"/>
                  </a:lnTo>
                  <a:lnTo>
                    <a:pt x="489318" y="5321"/>
                  </a:lnTo>
                  <a:lnTo>
                    <a:pt x="490207" y="13868"/>
                  </a:lnTo>
                  <a:lnTo>
                    <a:pt x="491236" y="13868"/>
                  </a:lnTo>
                  <a:close/>
                </a:path>
                <a:path w="507364" h="18415">
                  <a:moveTo>
                    <a:pt x="499948" y="16446"/>
                  </a:moveTo>
                  <a:lnTo>
                    <a:pt x="499541" y="12522"/>
                  </a:lnTo>
                  <a:lnTo>
                    <a:pt x="498932" y="6616"/>
                  </a:lnTo>
                  <a:lnTo>
                    <a:pt x="498792" y="5321"/>
                  </a:lnTo>
                  <a:lnTo>
                    <a:pt x="498360" y="5321"/>
                  </a:lnTo>
                  <a:lnTo>
                    <a:pt x="498360" y="11303"/>
                  </a:lnTo>
                  <a:lnTo>
                    <a:pt x="497357" y="12725"/>
                  </a:lnTo>
                  <a:lnTo>
                    <a:pt x="494766" y="12725"/>
                  </a:lnTo>
                  <a:lnTo>
                    <a:pt x="493636" y="11303"/>
                  </a:lnTo>
                  <a:lnTo>
                    <a:pt x="493280" y="7886"/>
                  </a:lnTo>
                  <a:lnTo>
                    <a:pt x="494118" y="6388"/>
                  </a:lnTo>
                  <a:lnTo>
                    <a:pt x="496709" y="6388"/>
                  </a:lnTo>
                  <a:lnTo>
                    <a:pt x="498005" y="7886"/>
                  </a:lnTo>
                  <a:lnTo>
                    <a:pt x="498360" y="11303"/>
                  </a:lnTo>
                  <a:lnTo>
                    <a:pt x="498360" y="5321"/>
                  </a:lnTo>
                  <a:lnTo>
                    <a:pt x="497776" y="5321"/>
                  </a:lnTo>
                  <a:lnTo>
                    <a:pt x="497903" y="6616"/>
                  </a:lnTo>
                  <a:lnTo>
                    <a:pt x="497738" y="6388"/>
                  </a:lnTo>
                  <a:lnTo>
                    <a:pt x="497217" y="5702"/>
                  </a:lnTo>
                  <a:lnTo>
                    <a:pt x="496290" y="5105"/>
                  </a:lnTo>
                  <a:lnTo>
                    <a:pt x="493483" y="5105"/>
                  </a:lnTo>
                  <a:lnTo>
                    <a:pt x="492175" y="7188"/>
                  </a:lnTo>
                  <a:lnTo>
                    <a:pt x="492671" y="12001"/>
                  </a:lnTo>
                  <a:lnTo>
                    <a:pt x="494398" y="13995"/>
                  </a:lnTo>
                  <a:lnTo>
                    <a:pt x="497217" y="13995"/>
                  </a:lnTo>
                  <a:lnTo>
                    <a:pt x="498017" y="13411"/>
                  </a:lnTo>
                  <a:lnTo>
                    <a:pt x="498398" y="12725"/>
                  </a:lnTo>
                  <a:lnTo>
                    <a:pt x="498513" y="12522"/>
                  </a:lnTo>
                  <a:lnTo>
                    <a:pt x="498856" y="15748"/>
                  </a:lnTo>
                  <a:lnTo>
                    <a:pt x="497916" y="16662"/>
                  </a:lnTo>
                  <a:lnTo>
                    <a:pt x="495706" y="16662"/>
                  </a:lnTo>
                  <a:lnTo>
                    <a:pt x="494880" y="15951"/>
                  </a:lnTo>
                  <a:lnTo>
                    <a:pt x="494385" y="14998"/>
                  </a:lnTo>
                  <a:lnTo>
                    <a:pt x="493255" y="14998"/>
                  </a:lnTo>
                  <a:lnTo>
                    <a:pt x="493903" y="16725"/>
                  </a:lnTo>
                  <a:lnTo>
                    <a:pt x="495274" y="17945"/>
                  </a:lnTo>
                  <a:lnTo>
                    <a:pt x="498589" y="17945"/>
                  </a:lnTo>
                  <a:lnTo>
                    <a:pt x="499757" y="16662"/>
                  </a:lnTo>
                  <a:lnTo>
                    <a:pt x="499948" y="16446"/>
                  </a:lnTo>
                  <a:close/>
                </a:path>
                <a:path w="507364" h="18415">
                  <a:moveTo>
                    <a:pt x="507288" y="13868"/>
                  </a:moveTo>
                  <a:lnTo>
                    <a:pt x="506399" y="5321"/>
                  </a:lnTo>
                  <a:lnTo>
                    <a:pt x="505409" y="5321"/>
                  </a:lnTo>
                  <a:lnTo>
                    <a:pt x="506082" y="11747"/>
                  </a:lnTo>
                  <a:lnTo>
                    <a:pt x="505371" y="12725"/>
                  </a:lnTo>
                  <a:lnTo>
                    <a:pt x="502970" y="12725"/>
                  </a:lnTo>
                  <a:lnTo>
                    <a:pt x="502297" y="11887"/>
                  </a:lnTo>
                  <a:lnTo>
                    <a:pt x="501624" y="5321"/>
                  </a:lnTo>
                  <a:lnTo>
                    <a:pt x="500634" y="5321"/>
                  </a:lnTo>
                  <a:lnTo>
                    <a:pt x="501421" y="12915"/>
                  </a:lnTo>
                  <a:lnTo>
                    <a:pt x="502323" y="13995"/>
                  </a:lnTo>
                  <a:lnTo>
                    <a:pt x="505066" y="13995"/>
                  </a:lnTo>
                  <a:lnTo>
                    <a:pt x="505739" y="13563"/>
                  </a:lnTo>
                  <a:lnTo>
                    <a:pt x="506196" y="12839"/>
                  </a:lnTo>
                  <a:lnTo>
                    <a:pt x="506298" y="13868"/>
                  </a:lnTo>
                  <a:lnTo>
                    <a:pt x="507288" y="1386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4584979" y="8703672"/>
              <a:ext cx="550545" cy="41275"/>
            </a:xfrm>
            <a:custGeom>
              <a:avLst/>
              <a:gdLst/>
              <a:ahLst/>
              <a:cxnLst/>
              <a:rect l="l" t="t" r="r" b="b"/>
              <a:pathLst>
                <a:path w="550545" h="41275">
                  <a:moveTo>
                    <a:pt x="10642" y="37134"/>
                  </a:moveTo>
                  <a:lnTo>
                    <a:pt x="10134" y="32258"/>
                  </a:lnTo>
                  <a:lnTo>
                    <a:pt x="9855" y="29540"/>
                  </a:lnTo>
                  <a:lnTo>
                    <a:pt x="8978" y="28448"/>
                  </a:lnTo>
                  <a:lnTo>
                    <a:pt x="6337" y="28448"/>
                  </a:lnTo>
                  <a:lnTo>
                    <a:pt x="5626" y="29057"/>
                  </a:lnTo>
                  <a:lnTo>
                    <a:pt x="5283" y="30099"/>
                  </a:lnTo>
                  <a:lnTo>
                    <a:pt x="4813" y="28943"/>
                  </a:lnTo>
                  <a:lnTo>
                    <a:pt x="4064" y="28448"/>
                  </a:lnTo>
                  <a:lnTo>
                    <a:pt x="2108" y="28448"/>
                  </a:lnTo>
                  <a:lnTo>
                    <a:pt x="1485" y="28879"/>
                  </a:lnTo>
                  <a:lnTo>
                    <a:pt x="1092" y="29616"/>
                  </a:lnTo>
                  <a:lnTo>
                    <a:pt x="990" y="28587"/>
                  </a:lnTo>
                  <a:lnTo>
                    <a:pt x="0" y="28587"/>
                  </a:lnTo>
                  <a:lnTo>
                    <a:pt x="876" y="37134"/>
                  </a:lnTo>
                  <a:lnTo>
                    <a:pt x="1866" y="37134"/>
                  </a:lnTo>
                  <a:lnTo>
                    <a:pt x="1193" y="30607"/>
                  </a:lnTo>
                  <a:lnTo>
                    <a:pt x="1854" y="29730"/>
                  </a:lnTo>
                  <a:lnTo>
                    <a:pt x="4013" y="29730"/>
                  </a:lnTo>
                  <a:lnTo>
                    <a:pt x="4584" y="30568"/>
                  </a:lnTo>
                  <a:lnTo>
                    <a:pt x="5270" y="37134"/>
                  </a:lnTo>
                  <a:lnTo>
                    <a:pt x="6261" y="37134"/>
                  </a:lnTo>
                  <a:lnTo>
                    <a:pt x="5575" y="30607"/>
                  </a:lnTo>
                  <a:lnTo>
                    <a:pt x="6235" y="29730"/>
                  </a:lnTo>
                  <a:lnTo>
                    <a:pt x="8394" y="29730"/>
                  </a:lnTo>
                  <a:lnTo>
                    <a:pt x="8966" y="30568"/>
                  </a:lnTo>
                  <a:lnTo>
                    <a:pt x="9639" y="37134"/>
                  </a:lnTo>
                  <a:lnTo>
                    <a:pt x="10642" y="37134"/>
                  </a:lnTo>
                  <a:close/>
                </a:path>
                <a:path w="550545" h="41275">
                  <a:moveTo>
                    <a:pt x="18910" y="37172"/>
                  </a:moveTo>
                  <a:lnTo>
                    <a:pt x="18757" y="35775"/>
                  </a:lnTo>
                  <a:lnTo>
                    <a:pt x="18161" y="29984"/>
                  </a:lnTo>
                  <a:lnTo>
                    <a:pt x="18021" y="28587"/>
                  </a:lnTo>
                  <a:lnTo>
                    <a:pt x="17589" y="28587"/>
                  </a:lnTo>
                  <a:lnTo>
                    <a:pt x="17589" y="34569"/>
                  </a:lnTo>
                  <a:lnTo>
                    <a:pt x="16598" y="36068"/>
                  </a:lnTo>
                  <a:lnTo>
                    <a:pt x="14008" y="36068"/>
                  </a:lnTo>
                  <a:lnTo>
                    <a:pt x="12865" y="34569"/>
                  </a:lnTo>
                  <a:lnTo>
                    <a:pt x="12509" y="31153"/>
                  </a:lnTo>
                  <a:lnTo>
                    <a:pt x="13347" y="29730"/>
                  </a:lnTo>
                  <a:lnTo>
                    <a:pt x="15938" y="29730"/>
                  </a:lnTo>
                  <a:lnTo>
                    <a:pt x="17233" y="31153"/>
                  </a:lnTo>
                  <a:lnTo>
                    <a:pt x="17589" y="34569"/>
                  </a:lnTo>
                  <a:lnTo>
                    <a:pt x="17589" y="28587"/>
                  </a:lnTo>
                  <a:lnTo>
                    <a:pt x="17030" y="28587"/>
                  </a:lnTo>
                  <a:lnTo>
                    <a:pt x="17183" y="29984"/>
                  </a:lnTo>
                  <a:lnTo>
                    <a:pt x="16979" y="29730"/>
                  </a:lnTo>
                  <a:lnTo>
                    <a:pt x="16471" y="29057"/>
                  </a:lnTo>
                  <a:lnTo>
                    <a:pt x="15557" y="28448"/>
                  </a:lnTo>
                  <a:lnTo>
                    <a:pt x="12712" y="28448"/>
                  </a:lnTo>
                  <a:lnTo>
                    <a:pt x="11391" y="30454"/>
                  </a:lnTo>
                  <a:lnTo>
                    <a:pt x="11899" y="35267"/>
                  </a:lnTo>
                  <a:lnTo>
                    <a:pt x="13639" y="37338"/>
                  </a:lnTo>
                  <a:lnTo>
                    <a:pt x="16471" y="37338"/>
                  </a:lnTo>
                  <a:lnTo>
                    <a:pt x="17272" y="36728"/>
                  </a:lnTo>
                  <a:lnTo>
                    <a:pt x="17614" y="36068"/>
                  </a:lnTo>
                  <a:lnTo>
                    <a:pt x="17780" y="35775"/>
                  </a:lnTo>
                  <a:lnTo>
                    <a:pt x="17907" y="37172"/>
                  </a:lnTo>
                  <a:lnTo>
                    <a:pt x="18910" y="37172"/>
                  </a:lnTo>
                  <a:close/>
                </a:path>
                <a:path w="550545" h="41275">
                  <a:moveTo>
                    <a:pt x="23012" y="29768"/>
                  </a:moveTo>
                  <a:lnTo>
                    <a:pt x="22898" y="28587"/>
                  </a:lnTo>
                  <a:lnTo>
                    <a:pt x="21437" y="28587"/>
                  </a:lnTo>
                  <a:lnTo>
                    <a:pt x="21094" y="25234"/>
                  </a:lnTo>
                  <a:lnTo>
                    <a:pt x="20091" y="25234"/>
                  </a:lnTo>
                  <a:lnTo>
                    <a:pt x="20447" y="28587"/>
                  </a:lnTo>
                  <a:lnTo>
                    <a:pt x="19481" y="28587"/>
                  </a:lnTo>
                  <a:lnTo>
                    <a:pt x="19596" y="29768"/>
                  </a:lnTo>
                  <a:lnTo>
                    <a:pt x="20561" y="29768"/>
                  </a:lnTo>
                  <a:lnTo>
                    <a:pt x="21336" y="37134"/>
                  </a:lnTo>
                  <a:lnTo>
                    <a:pt x="22326" y="37134"/>
                  </a:lnTo>
                  <a:lnTo>
                    <a:pt x="21564" y="29768"/>
                  </a:lnTo>
                  <a:lnTo>
                    <a:pt x="23012" y="29768"/>
                  </a:lnTo>
                  <a:close/>
                </a:path>
                <a:path w="550545" h="41275">
                  <a:moveTo>
                    <a:pt x="27165" y="29768"/>
                  </a:moveTo>
                  <a:lnTo>
                    <a:pt x="27051" y="28587"/>
                  </a:lnTo>
                  <a:lnTo>
                    <a:pt x="25590" y="28587"/>
                  </a:lnTo>
                  <a:lnTo>
                    <a:pt x="25247" y="25234"/>
                  </a:lnTo>
                  <a:lnTo>
                    <a:pt x="24244" y="25234"/>
                  </a:lnTo>
                  <a:lnTo>
                    <a:pt x="24599" y="28587"/>
                  </a:lnTo>
                  <a:lnTo>
                    <a:pt x="23634" y="28587"/>
                  </a:lnTo>
                  <a:lnTo>
                    <a:pt x="23749" y="29768"/>
                  </a:lnTo>
                  <a:lnTo>
                    <a:pt x="24714" y="29768"/>
                  </a:lnTo>
                  <a:lnTo>
                    <a:pt x="25488" y="37134"/>
                  </a:lnTo>
                  <a:lnTo>
                    <a:pt x="26479" y="37134"/>
                  </a:lnTo>
                  <a:lnTo>
                    <a:pt x="25717" y="29768"/>
                  </a:lnTo>
                  <a:lnTo>
                    <a:pt x="27165" y="29768"/>
                  </a:lnTo>
                  <a:close/>
                </a:path>
                <a:path w="550545" h="41275">
                  <a:moveTo>
                    <a:pt x="29400" y="26454"/>
                  </a:moveTo>
                  <a:lnTo>
                    <a:pt x="29298" y="25450"/>
                  </a:lnTo>
                  <a:lnTo>
                    <a:pt x="28930" y="25044"/>
                  </a:lnTo>
                  <a:lnTo>
                    <a:pt x="28168" y="25044"/>
                  </a:lnTo>
                  <a:lnTo>
                    <a:pt x="27901" y="25450"/>
                  </a:lnTo>
                  <a:lnTo>
                    <a:pt x="28003" y="26454"/>
                  </a:lnTo>
                  <a:lnTo>
                    <a:pt x="28359" y="26860"/>
                  </a:lnTo>
                  <a:lnTo>
                    <a:pt x="29121" y="26860"/>
                  </a:lnTo>
                  <a:lnTo>
                    <a:pt x="29400" y="26454"/>
                  </a:lnTo>
                  <a:close/>
                </a:path>
                <a:path w="550545" h="41275">
                  <a:moveTo>
                    <a:pt x="30340" y="37134"/>
                  </a:moveTo>
                  <a:lnTo>
                    <a:pt x="29451" y="28587"/>
                  </a:lnTo>
                  <a:lnTo>
                    <a:pt x="28435" y="28587"/>
                  </a:lnTo>
                  <a:lnTo>
                    <a:pt x="29324" y="37134"/>
                  </a:lnTo>
                  <a:lnTo>
                    <a:pt x="30340" y="37134"/>
                  </a:lnTo>
                  <a:close/>
                </a:path>
                <a:path w="550545" h="41275">
                  <a:moveTo>
                    <a:pt x="36880" y="36207"/>
                  </a:moveTo>
                  <a:lnTo>
                    <a:pt x="36576" y="33286"/>
                  </a:lnTo>
                  <a:lnTo>
                    <a:pt x="35826" y="32524"/>
                  </a:lnTo>
                  <a:lnTo>
                    <a:pt x="33020" y="31813"/>
                  </a:lnTo>
                  <a:lnTo>
                    <a:pt x="32550" y="31432"/>
                  </a:lnTo>
                  <a:lnTo>
                    <a:pt x="32423" y="30162"/>
                  </a:lnTo>
                  <a:lnTo>
                    <a:pt x="32918" y="29679"/>
                  </a:lnTo>
                  <a:lnTo>
                    <a:pt x="34467" y="29679"/>
                  </a:lnTo>
                  <a:lnTo>
                    <a:pt x="35001" y="30099"/>
                  </a:lnTo>
                  <a:lnTo>
                    <a:pt x="35140" y="30683"/>
                  </a:lnTo>
                  <a:lnTo>
                    <a:pt x="36042" y="30683"/>
                  </a:lnTo>
                  <a:lnTo>
                    <a:pt x="35814" y="29387"/>
                  </a:lnTo>
                  <a:lnTo>
                    <a:pt x="34848" y="28448"/>
                  </a:lnTo>
                  <a:lnTo>
                    <a:pt x="32105" y="28448"/>
                  </a:lnTo>
                  <a:lnTo>
                    <a:pt x="31445" y="29502"/>
                  </a:lnTo>
                  <a:lnTo>
                    <a:pt x="31711" y="32156"/>
                  </a:lnTo>
                  <a:lnTo>
                    <a:pt x="32486" y="32905"/>
                  </a:lnTo>
                  <a:lnTo>
                    <a:pt x="35293" y="33616"/>
                  </a:lnTo>
                  <a:lnTo>
                    <a:pt x="35737" y="33883"/>
                  </a:lnTo>
                  <a:lnTo>
                    <a:pt x="35902" y="35483"/>
                  </a:lnTo>
                  <a:lnTo>
                    <a:pt x="35318" y="36042"/>
                  </a:lnTo>
                  <a:lnTo>
                    <a:pt x="33515" y="36042"/>
                  </a:lnTo>
                  <a:lnTo>
                    <a:pt x="32791" y="35420"/>
                  </a:lnTo>
                  <a:lnTo>
                    <a:pt x="32626" y="34709"/>
                  </a:lnTo>
                  <a:lnTo>
                    <a:pt x="31724" y="34709"/>
                  </a:lnTo>
                  <a:lnTo>
                    <a:pt x="31927" y="36207"/>
                  </a:lnTo>
                  <a:lnTo>
                    <a:pt x="33020" y="37274"/>
                  </a:lnTo>
                  <a:lnTo>
                    <a:pt x="36106" y="37274"/>
                  </a:lnTo>
                  <a:lnTo>
                    <a:pt x="36880" y="36207"/>
                  </a:lnTo>
                  <a:close/>
                </a:path>
                <a:path w="550545" h="41275">
                  <a:moveTo>
                    <a:pt x="48831" y="33489"/>
                  </a:moveTo>
                  <a:lnTo>
                    <a:pt x="48704" y="32245"/>
                  </a:lnTo>
                  <a:lnTo>
                    <a:pt x="48514" y="30454"/>
                  </a:lnTo>
                  <a:lnTo>
                    <a:pt x="47904" y="29730"/>
                  </a:lnTo>
                  <a:lnTo>
                    <a:pt x="47637" y="29425"/>
                  </a:lnTo>
                  <a:lnTo>
                    <a:pt x="47637" y="32245"/>
                  </a:lnTo>
                  <a:lnTo>
                    <a:pt x="43053" y="32245"/>
                  </a:lnTo>
                  <a:lnTo>
                    <a:pt x="43129" y="30822"/>
                  </a:lnTo>
                  <a:lnTo>
                    <a:pt x="43929" y="29730"/>
                  </a:lnTo>
                  <a:lnTo>
                    <a:pt x="46228" y="29730"/>
                  </a:lnTo>
                  <a:lnTo>
                    <a:pt x="47256" y="30822"/>
                  </a:lnTo>
                  <a:lnTo>
                    <a:pt x="47637" y="32245"/>
                  </a:lnTo>
                  <a:lnTo>
                    <a:pt x="47637" y="29425"/>
                  </a:lnTo>
                  <a:lnTo>
                    <a:pt x="46786" y="28448"/>
                  </a:lnTo>
                  <a:lnTo>
                    <a:pt x="43103" y="28448"/>
                  </a:lnTo>
                  <a:lnTo>
                    <a:pt x="41795" y="30454"/>
                  </a:lnTo>
                  <a:lnTo>
                    <a:pt x="42291" y="35267"/>
                  </a:lnTo>
                  <a:lnTo>
                    <a:pt x="44030" y="37350"/>
                  </a:lnTo>
                  <a:lnTo>
                    <a:pt x="47193" y="37350"/>
                  </a:lnTo>
                  <a:lnTo>
                    <a:pt x="48247" y="36360"/>
                  </a:lnTo>
                  <a:lnTo>
                    <a:pt x="48323" y="36055"/>
                  </a:lnTo>
                  <a:lnTo>
                    <a:pt x="48641" y="34874"/>
                  </a:lnTo>
                  <a:lnTo>
                    <a:pt x="47421" y="34874"/>
                  </a:lnTo>
                  <a:lnTo>
                    <a:pt x="47066" y="35585"/>
                  </a:lnTo>
                  <a:lnTo>
                    <a:pt x="46494" y="36055"/>
                  </a:lnTo>
                  <a:lnTo>
                    <a:pt x="44577" y="36055"/>
                  </a:lnTo>
                  <a:lnTo>
                    <a:pt x="43535" y="34874"/>
                  </a:lnTo>
                  <a:lnTo>
                    <a:pt x="43180" y="33489"/>
                  </a:lnTo>
                  <a:lnTo>
                    <a:pt x="48831" y="33489"/>
                  </a:lnTo>
                  <a:close/>
                </a:path>
                <a:path w="550545" h="41275">
                  <a:moveTo>
                    <a:pt x="51663" y="37134"/>
                  </a:moveTo>
                  <a:lnTo>
                    <a:pt x="50228" y="23266"/>
                  </a:lnTo>
                  <a:lnTo>
                    <a:pt x="49237" y="23266"/>
                  </a:lnTo>
                  <a:lnTo>
                    <a:pt x="50673" y="37134"/>
                  </a:lnTo>
                  <a:lnTo>
                    <a:pt x="51663" y="37134"/>
                  </a:lnTo>
                  <a:close/>
                </a:path>
                <a:path w="550545" h="41275">
                  <a:moveTo>
                    <a:pt x="53797" y="26454"/>
                  </a:moveTo>
                  <a:lnTo>
                    <a:pt x="53695" y="25450"/>
                  </a:lnTo>
                  <a:lnTo>
                    <a:pt x="53327" y="25044"/>
                  </a:lnTo>
                  <a:lnTo>
                    <a:pt x="52552" y="25044"/>
                  </a:lnTo>
                  <a:lnTo>
                    <a:pt x="52298" y="25450"/>
                  </a:lnTo>
                  <a:lnTo>
                    <a:pt x="52400" y="26454"/>
                  </a:lnTo>
                  <a:lnTo>
                    <a:pt x="52743" y="26860"/>
                  </a:lnTo>
                  <a:lnTo>
                    <a:pt x="53517" y="26860"/>
                  </a:lnTo>
                  <a:lnTo>
                    <a:pt x="53797" y="26454"/>
                  </a:lnTo>
                  <a:close/>
                </a:path>
                <a:path w="550545" h="41275">
                  <a:moveTo>
                    <a:pt x="54749" y="37134"/>
                  </a:moveTo>
                  <a:lnTo>
                    <a:pt x="53848" y="28587"/>
                  </a:lnTo>
                  <a:lnTo>
                    <a:pt x="52832" y="28587"/>
                  </a:lnTo>
                  <a:lnTo>
                    <a:pt x="53708" y="37134"/>
                  </a:lnTo>
                  <a:lnTo>
                    <a:pt x="54749" y="37134"/>
                  </a:lnTo>
                  <a:close/>
                </a:path>
                <a:path w="550545" h="41275">
                  <a:moveTo>
                    <a:pt x="58889" y="29768"/>
                  </a:moveTo>
                  <a:lnTo>
                    <a:pt x="58762" y="28587"/>
                  </a:lnTo>
                  <a:lnTo>
                    <a:pt x="57302" y="28587"/>
                  </a:lnTo>
                  <a:lnTo>
                    <a:pt x="56959" y="25234"/>
                  </a:lnTo>
                  <a:lnTo>
                    <a:pt x="55968" y="25234"/>
                  </a:lnTo>
                  <a:lnTo>
                    <a:pt x="56324" y="28587"/>
                  </a:lnTo>
                  <a:lnTo>
                    <a:pt x="55346" y="28587"/>
                  </a:lnTo>
                  <a:lnTo>
                    <a:pt x="55460" y="29768"/>
                  </a:lnTo>
                  <a:lnTo>
                    <a:pt x="56438" y="29768"/>
                  </a:lnTo>
                  <a:lnTo>
                    <a:pt x="57200" y="37134"/>
                  </a:lnTo>
                  <a:lnTo>
                    <a:pt x="58191" y="37134"/>
                  </a:lnTo>
                  <a:lnTo>
                    <a:pt x="57429" y="29768"/>
                  </a:lnTo>
                  <a:lnTo>
                    <a:pt x="58889" y="29768"/>
                  </a:lnTo>
                  <a:close/>
                </a:path>
                <a:path w="550545" h="41275">
                  <a:moveTo>
                    <a:pt x="71691" y="37172"/>
                  </a:moveTo>
                  <a:lnTo>
                    <a:pt x="71539" y="35775"/>
                  </a:lnTo>
                  <a:lnTo>
                    <a:pt x="70942" y="29984"/>
                  </a:lnTo>
                  <a:lnTo>
                    <a:pt x="70802" y="28587"/>
                  </a:lnTo>
                  <a:lnTo>
                    <a:pt x="70370" y="28587"/>
                  </a:lnTo>
                  <a:lnTo>
                    <a:pt x="70370" y="34569"/>
                  </a:lnTo>
                  <a:lnTo>
                    <a:pt x="69380" y="36068"/>
                  </a:lnTo>
                  <a:lnTo>
                    <a:pt x="66789" y="36068"/>
                  </a:lnTo>
                  <a:lnTo>
                    <a:pt x="65646" y="34569"/>
                  </a:lnTo>
                  <a:lnTo>
                    <a:pt x="65290" y="31153"/>
                  </a:lnTo>
                  <a:lnTo>
                    <a:pt x="66128" y="29730"/>
                  </a:lnTo>
                  <a:lnTo>
                    <a:pt x="68719" y="29730"/>
                  </a:lnTo>
                  <a:lnTo>
                    <a:pt x="70015" y="31153"/>
                  </a:lnTo>
                  <a:lnTo>
                    <a:pt x="70370" y="34569"/>
                  </a:lnTo>
                  <a:lnTo>
                    <a:pt x="70370" y="28587"/>
                  </a:lnTo>
                  <a:lnTo>
                    <a:pt x="69811" y="28587"/>
                  </a:lnTo>
                  <a:lnTo>
                    <a:pt x="69951" y="29984"/>
                  </a:lnTo>
                  <a:lnTo>
                    <a:pt x="69761" y="29730"/>
                  </a:lnTo>
                  <a:lnTo>
                    <a:pt x="69253" y="29057"/>
                  </a:lnTo>
                  <a:lnTo>
                    <a:pt x="68326" y="28448"/>
                  </a:lnTo>
                  <a:lnTo>
                    <a:pt x="65493" y="28448"/>
                  </a:lnTo>
                  <a:lnTo>
                    <a:pt x="64185" y="30454"/>
                  </a:lnTo>
                  <a:lnTo>
                    <a:pt x="64681" y="35267"/>
                  </a:lnTo>
                  <a:lnTo>
                    <a:pt x="66421" y="37338"/>
                  </a:lnTo>
                  <a:lnTo>
                    <a:pt x="69253" y="37338"/>
                  </a:lnTo>
                  <a:lnTo>
                    <a:pt x="70053" y="36728"/>
                  </a:lnTo>
                  <a:lnTo>
                    <a:pt x="70408" y="36068"/>
                  </a:lnTo>
                  <a:lnTo>
                    <a:pt x="70561" y="35775"/>
                  </a:lnTo>
                  <a:lnTo>
                    <a:pt x="70688" y="37172"/>
                  </a:lnTo>
                  <a:lnTo>
                    <a:pt x="71691" y="37172"/>
                  </a:lnTo>
                  <a:close/>
                </a:path>
                <a:path w="550545" h="41275">
                  <a:moveTo>
                    <a:pt x="87833" y="37134"/>
                  </a:moveTo>
                  <a:lnTo>
                    <a:pt x="87337" y="32258"/>
                  </a:lnTo>
                  <a:lnTo>
                    <a:pt x="87045" y="29540"/>
                  </a:lnTo>
                  <a:lnTo>
                    <a:pt x="86182" y="28448"/>
                  </a:lnTo>
                  <a:lnTo>
                    <a:pt x="83527" y="28448"/>
                  </a:lnTo>
                  <a:lnTo>
                    <a:pt x="82816" y="29057"/>
                  </a:lnTo>
                  <a:lnTo>
                    <a:pt x="82473" y="30099"/>
                  </a:lnTo>
                  <a:lnTo>
                    <a:pt x="82016" y="28943"/>
                  </a:lnTo>
                  <a:lnTo>
                    <a:pt x="81254" y="28448"/>
                  </a:lnTo>
                  <a:lnTo>
                    <a:pt x="79298" y="28448"/>
                  </a:lnTo>
                  <a:lnTo>
                    <a:pt x="78689" y="28879"/>
                  </a:lnTo>
                  <a:lnTo>
                    <a:pt x="78282" y="29616"/>
                  </a:lnTo>
                  <a:lnTo>
                    <a:pt x="78181" y="28587"/>
                  </a:lnTo>
                  <a:lnTo>
                    <a:pt x="77203" y="28587"/>
                  </a:lnTo>
                  <a:lnTo>
                    <a:pt x="78079" y="37134"/>
                  </a:lnTo>
                  <a:lnTo>
                    <a:pt x="79057" y="37134"/>
                  </a:lnTo>
                  <a:lnTo>
                    <a:pt x="78397" y="30607"/>
                  </a:lnTo>
                  <a:lnTo>
                    <a:pt x="79057" y="29730"/>
                  </a:lnTo>
                  <a:lnTo>
                    <a:pt x="81203" y="29730"/>
                  </a:lnTo>
                  <a:lnTo>
                    <a:pt x="81788" y="30568"/>
                  </a:lnTo>
                  <a:lnTo>
                    <a:pt x="82461" y="37134"/>
                  </a:lnTo>
                  <a:lnTo>
                    <a:pt x="83464" y="37134"/>
                  </a:lnTo>
                  <a:lnTo>
                    <a:pt x="82778" y="30607"/>
                  </a:lnTo>
                  <a:lnTo>
                    <a:pt x="83439" y="29730"/>
                  </a:lnTo>
                  <a:lnTo>
                    <a:pt x="85598" y="29730"/>
                  </a:lnTo>
                  <a:lnTo>
                    <a:pt x="86169" y="30568"/>
                  </a:lnTo>
                  <a:lnTo>
                    <a:pt x="86842" y="37134"/>
                  </a:lnTo>
                  <a:lnTo>
                    <a:pt x="87833" y="37134"/>
                  </a:lnTo>
                  <a:close/>
                </a:path>
                <a:path w="550545" h="41275">
                  <a:moveTo>
                    <a:pt x="96100" y="37172"/>
                  </a:moveTo>
                  <a:lnTo>
                    <a:pt x="95961" y="35775"/>
                  </a:lnTo>
                  <a:lnTo>
                    <a:pt x="95364" y="29984"/>
                  </a:lnTo>
                  <a:lnTo>
                    <a:pt x="95211" y="28587"/>
                  </a:lnTo>
                  <a:lnTo>
                    <a:pt x="94780" y="28587"/>
                  </a:lnTo>
                  <a:lnTo>
                    <a:pt x="94780" y="34569"/>
                  </a:lnTo>
                  <a:lnTo>
                    <a:pt x="93802" y="36068"/>
                  </a:lnTo>
                  <a:lnTo>
                    <a:pt x="91198" y="36068"/>
                  </a:lnTo>
                  <a:lnTo>
                    <a:pt x="90068" y="34569"/>
                  </a:lnTo>
                  <a:lnTo>
                    <a:pt x="89712" y="31153"/>
                  </a:lnTo>
                  <a:lnTo>
                    <a:pt x="90538" y="29730"/>
                  </a:lnTo>
                  <a:lnTo>
                    <a:pt x="93141" y="29730"/>
                  </a:lnTo>
                  <a:lnTo>
                    <a:pt x="94424" y="31153"/>
                  </a:lnTo>
                  <a:lnTo>
                    <a:pt x="94780" y="34569"/>
                  </a:lnTo>
                  <a:lnTo>
                    <a:pt x="94780" y="28587"/>
                  </a:lnTo>
                  <a:lnTo>
                    <a:pt x="94234" y="28587"/>
                  </a:lnTo>
                  <a:lnTo>
                    <a:pt x="94361" y="29984"/>
                  </a:lnTo>
                  <a:lnTo>
                    <a:pt x="94170" y="29730"/>
                  </a:lnTo>
                  <a:lnTo>
                    <a:pt x="93675" y="29057"/>
                  </a:lnTo>
                  <a:lnTo>
                    <a:pt x="92748" y="28448"/>
                  </a:lnTo>
                  <a:lnTo>
                    <a:pt x="89916" y="28448"/>
                  </a:lnTo>
                  <a:lnTo>
                    <a:pt x="88595" y="30454"/>
                  </a:lnTo>
                  <a:lnTo>
                    <a:pt x="89103" y="35267"/>
                  </a:lnTo>
                  <a:lnTo>
                    <a:pt x="90843" y="37338"/>
                  </a:lnTo>
                  <a:lnTo>
                    <a:pt x="93662" y="37338"/>
                  </a:lnTo>
                  <a:lnTo>
                    <a:pt x="94475" y="36728"/>
                  </a:lnTo>
                  <a:lnTo>
                    <a:pt x="94818" y="36068"/>
                  </a:lnTo>
                  <a:lnTo>
                    <a:pt x="94970" y="35775"/>
                  </a:lnTo>
                  <a:lnTo>
                    <a:pt x="95110" y="37172"/>
                  </a:lnTo>
                  <a:lnTo>
                    <a:pt x="96100" y="37172"/>
                  </a:lnTo>
                  <a:close/>
                </a:path>
                <a:path w="550545" h="41275">
                  <a:moveTo>
                    <a:pt x="102603" y="36207"/>
                  </a:moveTo>
                  <a:lnTo>
                    <a:pt x="102298" y="33286"/>
                  </a:lnTo>
                  <a:lnTo>
                    <a:pt x="101549" y="32524"/>
                  </a:lnTo>
                  <a:lnTo>
                    <a:pt x="98742" y="31813"/>
                  </a:lnTo>
                  <a:lnTo>
                    <a:pt x="98272" y="31432"/>
                  </a:lnTo>
                  <a:lnTo>
                    <a:pt x="98145" y="30162"/>
                  </a:lnTo>
                  <a:lnTo>
                    <a:pt x="98640" y="29679"/>
                  </a:lnTo>
                  <a:lnTo>
                    <a:pt x="100190" y="29679"/>
                  </a:lnTo>
                  <a:lnTo>
                    <a:pt x="100723" y="30099"/>
                  </a:lnTo>
                  <a:lnTo>
                    <a:pt x="100876" y="30683"/>
                  </a:lnTo>
                  <a:lnTo>
                    <a:pt x="101777" y="30683"/>
                  </a:lnTo>
                  <a:lnTo>
                    <a:pt x="101549" y="29387"/>
                  </a:lnTo>
                  <a:lnTo>
                    <a:pt x="100584" y="28448"/>
                  </a:lnTo>
                  <a:lnTo>
                    <a:pt x="97828" y="28448"/>
                  </a:lnTo>
                  <a:lnTo>
                    <a:pt x="97167" y="29502"/>
                  </a:lnTo>
                  <a:lnTo>
                    <a:pt x="97434" y="32156"/>
                  </a:lnTo>
                  <a:lnTo>
                    <a:pt x="98209" y="32905"/>
                  </a:lnTo>
                  <a:lnTo>
                    <a:pt x="101015" y="33616"/>
                  </a:lnTo>
                  <a:lnTo>
                    <a:pt x="101460" y="33883"/>
                  </a:lnTo>
                  <a:lnTo>
                    <a:pt x="101625" y="35483"/>
                  </a:lnTo>
                  <a:lnTo>
                    <a:pt x="101041" y="36042"/>
                  </a:lnTo>
                  <a:lnTo>
                    <a:pt x="99250" y="36042"/>
                  </a:lnTo>
                  <a:lnTo>
                    <a:pt x="98513" y="35420"/>
                  </a:lnTo>
                  <a:lnTo>
                    <a:pt x="98348" y="34709"/>
                  </a:lnTo>
                  <a:lnTo>
                    <a:pt x="97447" y="34709"/>
                  </a:lnTo>
                  <a:lnTo>
                    <a:pt x="97663" y="36207"/>
                  </a:lnTo>
                  <a:lnTo>
                    <a:pt x="98755" y="37274"/>
                  </a:lnTo>
                  <a:lnTo>
                    <a:pt x="101841" y="37274"/>
                  </a:lnTo>
                  <a:lnTo>
                    <a:pt x="102603" y="36207"/>
                  </a:lnTo>
                  <a:close/>
                </a:path>
                <a:path w="550545" h="41275">
                  <a:moveTo>
                    <a:pt x="108762" y="36207"/>
                  </a:moveTo>
                  <a:lnTo>
                    <a:pt x="108458" y="33286"/>
                  </a:lnTo>
                  <a:lnTo>
                    <a:pt x="107708" y="32524"/>
                  </a:lnTo>
                  <a:lnTo>
                    <a:pt x="104902" y="31813"/>
                  </a:lnTo>
                  <a:lnTo>
                    <a:pt x="104432" y="31432"/>
                  </a:lnTo>
                  <a:lnTo>
                    <a:pt x="104305" y="30162"/>
                  </a:lnTo>
                  <a:lnTo>
                    <a:pt x="104800" y="29679"/>
                  </a:lnTo>
                  <a:lnTo>
                    <a:pt x="106349" y="29679"/>
                  </a:lnTo>
                  <a:lnTo>
                    <a:pt x="106883" y="30099"/>
                  </a:lnTo>
                  <a:lnTo>
                    <a:pt x="107035" y="30683"/>
                  </a:lnTo>
                  <a:lnTo>
                    <a:pt x="107937" y="30683"/>
                  </a:lnTo>
                  <a:lnTo>
                    <a:pt x="107696" y="29387"/>
                  </a:lnTo>
                  <a:lnTo>
                    <a:pt x="106743" y="28448"/>
                  </a:lnTo>
                  <a:lnTo>
                    <a:pt x="103987" y="28448"/>
                  </a:lnTo>
                  <a:lnTo>
                    <a:pt x="103327" y="29502"/>
                  </a:lnTo>
                  <a:lnTo>
                    <a:pt x="103593" y="32156"/>
                  </a:lnTo>
                  <a:lnTo>
                    <a:pt x="104368" y="32905"/>
                  </a:lnTo>
                  <a:lnTo>
                    <a:pt x="107175" y="33616"/>
                  </a:lnTo>
                  <a:lnTo>
                    <a:pt x="107619" y="33883"/>
                  </a:lnTo>
                  <a:lnTo>
                    <a:pt x="107784" y="35483"/>
                  </a:lnTo>
                  <a:lnTo>
                    <a:pt x="107200" y="36042"/>
                  </a:lnTo>
                  <a:lnTo>
                    <a:pt x="105410" y="36042"/>
                  </a:lnTo>
                  <a:lnTo>
                    <a:pt x="104673" y="35420"/>
                  </a:lnTo>
                  <a:lnTo>
                    <a:pt x="104508" y="34709"/>
                  </a:lnTo>
                  <a:lnTo>
                    <a:pt x="103606" y="34709"/>
                  </a:lnTo>
                  <a:lnTo>
                    <a:pt x="103822" y="36207"/>
                  </a:lnTo>
                  <a:lnTo>
                    <a:pt x="104914" y="37274"/>
                  </a:lnTo>
                  <a:lnTo>
                    <a:pt x="107988" y="37274"/>
                  </a:lnTo>
                  <a:lnTo>
                    <a:pt x="108762" y="36207"/>
                  </a:lnTo>
                  <a:close/>
                </a:path>
                <a:path w="550545" h="41275">
                  <a:moveTo>
                    <a:pt x="116763" y="37172"/>
                  </a:moveTo>
                  <a:lnTo>
                    <a:pt x="116611" y="35775"/>
                  </a:lnTo>
                  <a:lnTo>
                    <a:pt x="116014" y="29984"/>
                  </a:lnTo>
                  <a:lnTo>
                    <a:pt x="115874" y="28587"/>
                  </a:lnTo>
                  <a:lnTo>
                    <a:pt x="115443" y="28587"/>
                  </a:lnTo>
                  <a:lnTo>
                    <a:pt x="115443" y="34569"/>
                  </a:lnTo>
                  <a:lnTo>
                    <a:pt x="114452" y="36068"/>
                  </a:lnTo>
                  <a:lnTo>
                    <a:pt x="111861" y="36068"/>
                  </a:lnTo>
                  <a:lnTo>
                    <a:pt x="110718" y="34569"/>
                  </a:lnTo>
                  <a:lnTo>
                    <a:pt x="110363" y="31153"/>
                  </a:lnTo>
                  <a:lnTo>
                    <a:pt x="111201" y="29730"/>
                  </a:lnTo>
                  <a:lnTo>
                    <a:pt x="113792" y="29730"/>
                  </a:lnTo>
                  <a:lnTo>
                    <a:pt x="115087" y="31153"/>
                  </a:lnTo>
                  <a:lnTo>
                    <a:pt x="115443" y="34569"/>
                  </a:lnTo>
                  <a:lnTo>
                    <a:pt x="115443" y="28587"/>
                  </a:lnTo>
                  <a:lnTo>
                    <a:pt x="114884" y="28587"/>
                  </a:lnTo>
                  <a:lnTo>
                    <a:pt x="115036" y="29984"/>
                  </a:lnTo>
                  <a:lnTo>
                    <a:pt x="114833" y="29730"/>
                  </a:lnTo>
                  <a:lnTo>
                    <a:pt x="114325" y="29057"/>
                  </a:lnTo>
                  <a:lnTo>
                    <a:pt x="113411" y="28448"/>
                  </a:lnTo>
                  <a:lnTo>
                    <a:pt x="110566" y="28448"/>
                  </a:lnTo>
                  <a:lnTo>
                    <a:pt x="109245" y="30454"/>
                  </a:lnTo>
                  <a:lnTo>
                    <a:pt x="109753" y="35267"/>
                  </a:lnTo>
                  <a:lnTo>
                    <a:pt x="111493" y="37338"/>
                  </a:lnTo>
                  <a:lnTo>
                    <a:pt x="114325" y="37338"/>
                  </a:lnTo>
                  <a:lnTo>
                    <a:pt x="115125" y="36728"/>
                  </a:lnTo>
                  <a:lnTo>
                    <a:pt x="115468" y="36068"/>
                  </a:lnTo>
                  <a:lnTo>
                    <a:pt x="115633" y="35775"/>
                  </a:lnTo>
                  <a:lnTo>
                    <a:pt x="115760" y="37172"/>
                  </a:lnTo>
                  <a:lnTo>
                    <a:pt x="116763" y="37172"/>
                  </a:lnTo>
                  <a:close/>
                </a:path>
                <a:path w="550545" h="41275">
                  <a:moveTo>
                    <a:pt x="125285" y="29768"/>
                  </a:moveTo>
                  <a:lnTo>
                    <a:pt x="125171" y="28587"/>
                  </a:lnTo>
                  <a:lnTo>
                    <a:pt x="123710" y="28587"/>
                  </a:lnTo>
                  <a:lnTo>
                    <a:pt x="123367" y="25234"/>
                  </a:lnTo>
                  <a:lnTo>
                    <a:pt x="122364" y="25234"/>
                  </a:lnTo>
                  <a:lnTo>
                    <a:pt x="122720" y="28587"/>
                  </a:lnTo>
                  <a:lnTo>
                    <a:pt x="121754" y="28587"/>
                  </a:lnTo>
                  <a:lnTo>
                    <a:pt x="121869" y="29768"/>
                  </a:lnTo>
                  <a:lnTo>
                    <a:pt x="122834" y="29768"/>
                  </a:lnTo>
                  <a:lnTo>
                    <a:pt x="123609" y="37134"/>
                  </a:lnTo>
                  <a:lnTo>
                    <a:pt x="124599" y="37134"/>
                  </a:lnTo>
                  <a:lnTo>
                    <a:pt x="123837" y="29768"/>
                  </a:lnTo>
                  <a:lnTo>
                    <a:pt x="125285" y="29768"/>
                  </a:lnTo>
                  <a:close/>
                </a:path>
                <a:path w="550545" h="41275">
                  <a:moveTo>
                    <a:pt x="129806" y="29730"/>
                  </a:moveTo>
                  <a:lnTo>
                    <a:pt x="129667" y="28460"/>
                  </a:lnTo>
                  <a:lnTo>
                    <a:pt x="128765" y="28460"/>
                  </a:lnTo>
                  <a:lnTo>
                    <a:pt x="128054" y="28956"/>
                  </a:lnTo>
                  <a:lnTo>
                    <a:pt x="127596" y="29756"/>
                  </a:lnTo>
                  <a:lnTo>
                    <a:pt x="127482" y="28587"/>
                  </a:lnTo>
                  <a:lnTo>
                    <a:pt x="126492" y="28587"/>
                  </a:lnTo>
                  <a:lnTo>
                    <a:pt x="127368" y="37134"/>
                  </a:lnTo>
                  <a:lnTo>
                    <a:pt x="128371" y="37134"/>
                  </a:lnTo>
                  <a:lnTo>
                    <a:pt x="127698" y="30670"/>
                  </a:lnTo>
                  <a:lnTo>
                    <a:pt x="128651" y="29730"/>
                  </a:lnTo>
                  <a:lnTo>
                    <a:pt x="129806" y="29730"/>
                  </a:lnTo>
                  <a:close/>
                </a:path>
                <a:path w="550545" h="41275">
                  <a:moveTo>
                    <a:pt x="132029" y="26454"/>
                  </a:moveTo>
                  <a:lnTo>
                    <a:pt x="131927" y="25450"/>
                  </a:lnTo>
                  <a:lnTo>
                    <a:pt x="131559" y="25044"/>
                  </a:lnTo>
                  <a:lnTo>
                    <a:pt x="130797" y="25044"/>
                  </a:lnTo>
                  <a:lnTo>
                    <a:pt x="130530" y="25450"/>
                  </a:lnTo>
                  <a:lnTo>
                    <a:pt x="130632" y="26454"/>
                  </a:lnTo>
                  <a:lnTo>
                    <a:pt x="130987" y="26860"/>
                  </a:lnTo>
                  <a:lnTo>
                    <a:pt x="131749" y="26860"/>
                  </a:lnTo>
                  <a:lnTo>
                    <a:pt x="132029" y="26454"/>
                  </a:lnTo>
                  <a:close/>
                </a:path>
                <a:path w="550545" h="41275">
                  <a:moveTo>
                    <a:pt x="132981" y="37134"/>
                  </a:moveTo>
                  <a:lnTo>
                    <a:pt x="132092" y="28587"/>
                  </a:lnTo>
                  <a:lnTo>
                    <a:pt x="131064" y="28587"/>
                  </a:lnTo>
                  <a:lnTo>
                    <a:pt x="131953" y="37134"/>
                  </a:lnTo>
                  <a:lnTo>
                    <a:pt x="132981" y="37134"/>
                  </a:lnTo>
                  <a:close/>
                </a:path>
                <a:path w="550545" h="41275">
                  <a:moveTo>
                    <a:pt x="139509" y="36207"/>
                  </a:moveTo>
                  <a:lnTo>
                    <a:pt x="139204" y="33286"/>
                  </a:lnTo>
                  <a:lnTo>
                    <a:pt x="138455" y="32524"/>
                  </a:lnTo>
                  <a:lnTo>
                    <a:pt x="135648" y="31813"/>
                  </a:lnTo>
                  <a:lnTo>
                    <a:pt x="135178" y="31432"/>
                  </a:lnTo>
                  <a:lnTo>
                    <a:pt x="135051" y="30162"/>
                  </a:lnTo>
                  <a:lnTo>
                    <a:pt x="135547" y="29679"/>
                  </a:lnTo>
                  <a:lnTo>
                    <a:pt x="137096" y="29679"/>
                  </a:lnTo>
                  <a:lnTo>
                    <a:pt x="137629" y="30099"/>
                  </a:lnTo>
                  <a:lnTo>
                    <a:pt x="137782" y="30683"/>
                  </a:lnTo>
                  <a:lnTo>
                    <a:pt x="138684" y="30683"/>
                  </a:lnTo>
                  <a:lnTo>
                    <a:pt x="138442" y="29387"/>
                  </a:lnTo>
                  <a:lnTo>
                    <a:pt x="137490" y="28448"/>
                  </a:lnTo>
                  <a:lnTo>
                    <a:pt x="134734" y="28448"/>
                  </a:lnTo>
                  <a:lnTo>
                    <a:pt x="134073" y="29502"/>
                  </a:lnTo>
                  <a:lnTo>
                    <a:pt x="134340" y="32156"/>
                  </a:lnTo>
                  <a:lnTo>
                    <a:pt x="135115" y="32905"/>
                  </a:lnTo>
                  <a:lnTo>
                    <a:pt x="137922" y="33616"/>
                  </a:lnTo>
                  <a:lnTo>
                    <a:pt x="138366" y="33883"/>
                  </a:lnTo>
                  <a:lnTo>
                    <a:pt x="138531" y="35483"/>
                  </a:lnTo>
                  <a:lnTo>
                    <a:pt x="137947" y="36042"/>
                  </a:lnTo>
                  <a:lnTo>
                    <a:pt x="136156" y="36042"/>
                  </a:lnTo>
                  <a:lnTo>
                    <a:pt x="135420" y="35420"/>
                  </a:lnTo>
                  <a:lnTo>
                    <a:pt x="135255" y="34709"/>
                  </a:lnTo>
                  <a:lnTo>
                    <a:pt x="134353" y="34709"/>
                  </a:lnTo>
                  <a:lnTo>
                    <a:pt x="134556" y="36207"/>
                  </a:lnTo>
                  <a:lnTo>
                    <a:pt x="135661" y="37274"/>
                  </a:lnTo>
                  <a:lnTo>
                    <a:pt x="138734" y="37274"/>
                  </a:lnTo>
                  <a:lnTo>
                    <a:pt x="139509" y="36207"/>
                  </a:lnTo>
                  <a:close/>
                </a:path>
                <a:path w="550545" h="41275">
                  <a:moveTo>
                    <a:pt x="143281" y="29768"/>
                  </a:moveTo>
                  <a:lnTo>
                    <a:pt x="143167" y="28587"/>
                  </a:lnTo>
                  <a:lnTo>
                    <a:pt x="141693" y="28587"/>
                  </a:lnTo>
                  <a:lnTo>
                    <a:pt x="141351" y="25234"/>
                  </a:lnTo>
                  <a:lnTo>
                    <a:pt x="140360" y="25234"/>
                  </a:lnTo>
                  <a:lnTo>
                    <a:pt x="140716" y="28587"/>
                  </a:lnTo>
                  <a:lnTo>
                    <a:pt x="139738" y="28587"/>
                  </a:lnTo>
                  <a:lnTo>
                    <a:pt x="139852" y="29768"/>
                  </a:lnTo>
                  <a:lnTo>
                    <a:pt x="140830" y="29768"/>
                  </a:lnTo>
                  <a:lnTo>
                    <a:pt x="141592" y="37134"/>
                  </a:lnTo>
                  <a:lnTo>
                    <a:pt x="142582" y="37134"/>
                  </a:lnTo>
                  <a:lnTo>
                    <a:pt x="141820" y="29768"/>
                  </a:lnTo>
                  <a:lnTo>
                    <a:pt x="143281" y="29768"/>
                  </a:lnTo>
                  <a:close/>
                </a:path>
                <a:path w="550545" h="41275">
                  <a:moveTo>
                    <a:pt x="145503" y="26454"/>
                  </a:moveTo>
                  <a:lnTo>
                    <a:pt x="145402" y="25450"/>
                  </a:lnTo>
                  <a:lnTo>
                    <a:pt x="145034" y="25044"/>
                  </a:lnTo>
                  <a:lnTo>
                    <a:pt x="144272" y="25044"/>
                  </a:lnTo>
                  <a:lnTo>
                    <a:pt x="144005" y="25450"/>
                  </a:lnTo>
                  <a:lnTo>
                    <a:pt x="144106" y="26454"/>
                  </a:lnTo>
                  <a:lnTo>
                    <a:pt x="144462" y="26860"/>
                  </a:lnTo>
                  <a:lnTo>
                    <a:pt x="145224" y="26860"/>
                  </a:lnTo>
                  <a:lnTo>
                    <a:pt x="145503" y="26454"/>
                  </a:lnTo>
                  <a:close/>
                </a:path>
                <a:path w="550545" h="41275">
                  <a:moveTo>
                    <a:pt x="146456" y="37134"/>
                  </a:moveTo>
                  <a:lnTo>
                    <a:pt x="145567" y="28587"/>
                  </a:lnTo>
                  <a:lnTo>
                    <a:pt x="144538" y="28587"/>
                  </a:lnTo>
                  <a:lnTo>
                    <a:pt x="145427" y="37134"/>
                  </a:lnTo>
                  <a:lnTo>
                    <a:pt x="146456" y="37134"/>
                  </a:lnTo>
                  <a:close/>
                </a:path>
                <a:path w="550545" h="41275">
                  <a:moveTo>
                    <a:pt x="155282" y="41021"/>
                  </a:moveTo>
                  <a:lnTo>
                    <a:pt x="154749" y="35775"/>
                  </a:lnTo>
                  <a:lnTo>
                    <a:pt x="154139" y="29984"/>
                  </a:lnTo>
                  <a:lnTo>
                    <a:pt x="154000" y="28587"/>
                  </a:lnTo>
                  <a:lnTo>
                    <a:pt x="153581" y="28587"/>
                  </a:lnTo>
                  <a:lnTo>
                    <a:pt x="153581" y="34569"/>
                  </a:lnTo>
                  <a:lnTo>
                    <a:pt x="152590" y="36068"/>
                  </a:lnTo>
                  <a:lnTo>
                    <a:pt x="149999" y="36068"/>
                  </a:lnTo>
                  <a:lnTo>
                    <a:pt x="148856" y="34569"/>
                  </a:lnTo>
                  <a:lnTo>
                    <a:pt x="148501" y="31153"/>
                  </a:lnTo>
                  <a:lnTo>
                    <a:pt x="149339" y="29730"/>
                  </a:lnTo>
                  <a:lnTo>
                    <a:pt x="151942" y="29730"/>
                  </a:lnTo>
                  <a:lnTo>
                    <a:pt x="153225" y="31153"/>
                  </a:lnTo>
                  <a:lnTo>
                    <a:pt x="153581" y="34569"/>
                  </a:lnTo>
                  <a:lnTo>
                    <a:pt x="153581" y="28587"/>
                  </a:lnTo>
                  <a:lnTo>
                    <a:pt x="153009" y="28587"/>
                  </a:lnTo>
                  <a:lnTo>
                    <a:pt x="153162" y="29984"/>
                  </a:lnTo>
                  <a:lnTo>
                    <a:pt x="152971" y="29730"/>
                  </a:lnTo>
                  <a:lnTo>
                    <a:pt x="152476" y="29057"/>
                  </a:lnTo>
                  <a:lnTo>
                    <a:pt x="151536" y="28448"/>
                  </a:lnTo>
                  <a:lnTo>
                    <a:pt x="148704" y="28448"/>
                  </a:lnTo>
                  <a:lnTo>
                    <a:pt x="147396" y="30454"/>
                  </a:lnTo>
                  <a:lnTo>
                    <a:pt x="147878" y="35267"/>
                  </a:lnTo>
                  <a:lnTo>
                    <a:pt x="149618" y="37338"/>
                  </a:lnTo>
                  <a:lnTo>
                    <a:pt x="152463" y="37338"/>
                  </a:lnTo>
                  <a:lnTo>
                    <a:pt x="153263" y="36728"/>
                  </a:lnTo>
                  <a:lnTo>
                    <a:pt x="153606" y="36068"/>
                  </a:lnTo>
                  <a:lnTo>
                    <a:pt x="153758" y="35775"/>
                  </a:lnTo>
                  <a:lnTo>
                    <a:pt x="154305" y="41021"/>
                  </a:lnTo>
                  <a:lnTo>
                    <a:pt x="155282" y="41021"/>
                  </a:lnTo>
                  <a:close/>
                </a:path>
                <a:path w="550545" h="41275">
                  <a:moveTo>
                    <a:pt x="162483" y="37134"/>
                  </a:moveTo>
                  <a:lnTo>
                    <a:pt x="161607" y="28587"/>
                  </a:lnTo>
                  <a:lnTo>
                    <a:pt x="160616" y="28587"/>
                  </a:lnTo>
                  <a:lnTo>
                    <a:pt x="161290" y="35013"/>
                  </a:lnTo>
                  <a:lnTo>
                    <a:pt x="160578" y="35979"/>
                  </a:lnTo>
                  <a:lnTo>
                    <a:pt x="158178" y="35979"/>
                  </a:lnTo>
                  <a:lnTo>
                    <a:pt x="157505" y="35153"/>
                  </a:lnTo>
                  <a:lnTo>
                    <a:pt x="156819" y="28587"/>
                  </a:lnTo>
                  <a:lnTo>
                    <a:pt x="155841" y="28587"/>
                  </a:lnTo>
                  <a:lnTo>
                    <a:pt x="156629" y="36182"/>
                  </a:lnTo>
                  <a:lnTo>
                    <a:pt x="157530" y="37274"/>
                  </a:lnTo>
                  <a:lnTo>
                    <a:pt x="160274" y="37274"/>
                  </a:lnTo>
                  <a:lnTo>
                    <a:pt x="160947" y="36842"/>
                  </a:lnTo>
                  <a:lnTo>
                    <a:pt x="161404" y="36106"/>
                  </a:lnTo>
                  <a:lnTo>
                    <a:pt x="161505" y="37134"/>
                  </a:lnTo>
                  <a:lnTo>
                    <a:pt x="162483" y="37134"/>
                  </a:lnTo>
                  <a:close/>
                </a:path>
                <a:path w="550545" h="41275">
                  <a:moveTo>
                    <a:pt x="170370" y="33489"/>
                  </a:moveTo>
                  <a:lnTo>
                    <a:pt x="170243" y="32245"/>
                  </a:lnTo>
                  <a:lnTo>
                    <a:pt x="170053" y="30454"/>
                  </a:lnTo>
                  <a:lnTo>
                    <a:pt x="169443" y="29730"/>
                  </a:lnTo>
                  <a:lnTo>
                    <a:pt x="169164" y="29413"/>
                  </a:lnTo>
                  <a:lnTo>
                    <a:pt x="169164" y="32245"/>
                  </a:lnTo>
                  <a:lnTo>
                    <a:pt x="164592" y="32245"/>
                  </a:lnTo>
                  <a:lnTo>
                    <a:pt x="164680" y="30822"/>
                  </a:lnTo>
                  <a:lnTo>
                    <a:pt x="165468" y="29730"/>
                  </a:lnTo>
                  <a:lnTo>
                    <a:pt x="167767" y="29730"/>
                  </a:lnTo>
                  <a:lnTo>
                    <a:pt x="168795" y="30822"/>
                  </a:lnTo>
                  <a:lnTo>
                    <a:pt x="169164" y="32245"/>
                  </a:lnTo>
                  <a:lnTo>
                    <a:pt x="169164" y="29413"/>
                  </a:lnTo>
                  <a:lnTo>
                    <a:pt x="168325" y="28448"/>
                  </a:lnTo>
                  <a:lnTo>
                    <a:pt x="164642" y="28448"/>
                  </a:lnTo>
                  <a:lnTo>
                    <a:pt x="163334" y="30454"/>
                  </a:lnTo>
                  <a:lnTo>
                    <a:pt x="163830" y="35267"/>
                  </a:lnTo>
                  <a:lnTo>
                    <a:pt x="165569" y="37350"/>
                  </a:lnTo>
                  <a:lnTo>
                    <a:pt x="168732" y="37350"/>
                  </a:lnTo>
                  <a:lnTo>
                    <a:pt x="169786" y="36360"/>
                  </a:lnTo>
                  <a:lnTo>
                    <a:pt x="169862" y="36055"/>
                  </a:lnTo>
                  <a:lnTo>
                    <a:pt x="170180" y="34874"/>
                  </a:lnTo>
                  <a:lnTo>
                    <a:pt x="168960" y="34874"/>
                  </a:lnTo>
                  <a:lnTo>
                    <a:pt x="168617" y="35585"/>
                  </a:lnTo>
                  <a:lnTo>
                    <a:pt x="168033" y="36055"/>
                  </a:lnTo>
                  <a:lnTo>
                    <a:pt x="166116" y="36055"/>
                  </a:lnTo>
                  <a:lnTo>
                    <a:pt x="165074" y="34874"/>
                  </a:lnTo>
                  <a:lnTo>
                    <a:pt x="164719" y="33489"/>
                  </a:lnTo>
                  <a:lnTo>
                    <a:pt x="170370" y="33489"/>
                  </a:lnTo>
                  <a:close/>
                </a:path>
                <a:path w="550545" h="41275">
                  <a:moveTo>
                    <a:pt x="182448" y="34391"/>
                  </a:moveTo>
                  <a:lnTo>
                    <a:pt x="181330" y="34391"/>
                  </a:lnTo>
                  <a:lnTo>
                    <a:pt x="181038" y="35369"/>
                  </a:lnTo>
                  <a:lnTo>
                    <a:pt x="180340" y="36068"/>
                  </a:lnTo>
                  <a:lnTo>
                    <a:pt x="178130" y="36068"/>
                  </a:lnTo>
                  <a:lnTo>
                    <a:pt x="176961" y="34569"/>
                  </a:lnTo>
                  <a:lnTo>
                    <a:pt x="176606" y="31153"/>
                  </a:lnTo>
                  <a:lnTo>
                    <a:pt x="177482" y="29730"/>
                  </a:lnTo>
                  <a:lnTo>
                    <a:pt x="179692" y="29730"/>
                  </a:lnTo>
                  <a:lnTo>
                    <a:pt x="180505" y="30391"/>
                  </a:lnTo>
                  <a:lnTo>
                    <a:pt x="181013" y="31369"/>
                  </a:lnTo>
                  <a:lnTo>
                    <a:pt x="182118" y="31369"/>
                  </a:lnTo>
                  <a:lnTo>
                    <a:pt x="181470" y="29679"/>
                  </a:lnTo>
                  <a:lnTo>
                    <a:pt x="180111" y="28460"/>
                  </a:lnTo>
                  <a:lnTo>
                    <a:pt x="176809" y="28460"/>
                  </a:lnTo>
                  <a:lnTo>
                    <a:pt x="175501" y="30454"/>
                  </a:lnTo>
                  <a:lnTo>
                    <a:pt x="175996" y="35267"/>
                  </a:lnTo>
                  <a:lnTo>
                    <a:pt x="177736" y="37350"/>
                  </a:lnTo>
                  <a:lnTo>
                    <a:pt x="181051" y="37350"/>
                  </a:lnTo>
                  <a:lnTo>
                    <a:pt x="182181" y="36118"/>
                  </a:lnTo>
                  <a:lnTo>
                    <a:pt x="182448" y="34391"/>
                  </a:lnTo>
                  <a:close/>
                </a:path>
                <a:path w="550545" h="41275">
                  <a:moveTo>
                    <a:pt x="189890" y="37134"/>
                  </a:moveTo>
                  <a:lnTo>
                    <a:pt x="189001" y="28587"/>
                  </a:lnTo>
                  <a:lnTo>
                    <a:pt x="188023" y="28587"/>
                  </a:lnTo>
                  <a:lnTo>
                    <a:pt x="188683" y="35013"/>
                  </a:lnTo>
                  <a:lnTo>
                    <a:pt x="187972" y="35979"/>
                  </a:lnTo>
                  <a:lnTo>
                    <a:pt x="185585" y="35979"/>
                  </a:lnTo>
                  <a:lnTo>
                    <a:pt x="184912" y="35153"/>
                  </a:lnTo>
                  <a:lnTo>
                    <a:pt x="184226" y="28587"/>
                  </a:lnTo>
                  <a:lnTo>
                    <a:pt x="183248" y="28587"/>
                  </a:lnTo>
                  <a:lnTo>
                    <a:pt x="184023" y="36182"/>
                  </a:lnTo>
                  <a:lnTo>
                    <a:pt x="184924" y="37274"/>
                  </a:lnTo>
                  <a:lnTo>
                    <a:pt x="187667" y="37274"/>
                  </a:lnTo>
                  <a:lnTo>
                    <a:pt x="188353" y="36842"/>
                  </a:lnTo>
                  <a:lnTo>
                    <a:pt x="188798" y="36106"/>
                  </a:lnTo>
                  <a:lnTo>
                    <a:pt x="188912" y="37134"/>
                  </a:lnTo>
                  <a:lnTo>
                    <a:pt x="189890" y="37134"/>
                  </a:lnTo>
                  <a:close/>
                </a:path>
                <a:path w="550545" h="41275">
                  <a:moveTo>
                    <a:pt x="194373" y="29730"/>
                  </a:moveTo>
                  <a:lnTo>
                    <a:pt x="194233" y="28460"/>
                  </a:lnTo>
                  <a:lnTo>
                    <a:pt x="193332" y="28460"/>
                  </a:lnTo>
                  <a:lnTo>
                    <a:pt x="192620" y="28956"/>
                  </a:lnTo>
                  <a:lnTo>
                    <a:pt x="192176" y="29756"/>
                  </a:lnTo>
                  <a:lnTo>
                    <a:pt x="192049" y="28587"/>
                  </a:lnTo>
                  <a:lnTo>
                    <a:pt x="191058" y="28587"/>
                  </a:lnTo>
                  <a:lnTo>
                    <a:pt x="191935" y="37134"/>
                  </a:lnTo>
                  <a:lnTo>
                    <a:pt x="192938" y="37134"/>
                  </a:lnTo>
                  <a:lnTo>
                    <a:pt x="192265" y="30670"/>
                  </a:lnTo>
                  <a:lnTo>
                    <a:pt x="193217" y="29730"/>
                  </a:lnTo>
                  <a:lnTo>
                    <a:pt x="194373" y="29730"/>
                  </a:lnTo>
                  <a:close/>
                </a:path>
                <a:path w="550545" h="41275">
                  <a:moveTo>
                    <a:pt x="200901" y="36207"/>
                  </a:moveTo>
                  <a:lnTo>
                    <a:pt x="200596" y="33286"/>
                  </a:lnTo>
                  <a:lnTo>
                    <a:pt x="199859" y="32524"/>
                  </a:lnTo>
                  <a:lnTo>
                    <a:pt x="197053" y="31813"/>
                  </a:lnTo>
                  <a:lnTo>
                    <a:pt x="196583" y="31432"/>
                  </a:lnTo>
                  <a:lnTo>
                    <a:pt x="196456" y="30162"/>
                  </a:lnTo>
                  <a:lnTo>
                    <a:pt x="196951" y="29679"/>
                  </a:lnTo>
                  <a:lnTo>
                    <a:pt x="198501" y="29679"/>
                  </a:lnTo>
                  <a:lnTo>
                    <a:pt x="199034" y="30099"/>
                  </a:lnTo>
                  <a:lnTo>
                    <a:pt x="199174" y="30683"/>
                  </a:lnTo>
                  <a:lnTo>
                    <a:pt x="200075" y="30683"/>
                  </a:lnTo>
                  <a:lnTo>
                    <a:pt x="199847" y="29387"/>
                  </a:lnTo>
                  <a:lnTo>
                    <a:pt x="198882" y="28448"/>
                  </a:lnTo>
                  <a:lnTo>
                    <a:pt x="196126" y="28448"/>
                  </a:lnTo>
                  <a:lnTo>
                    <a:pt x="195465" y="29502"/>
                  </a:lnTo>
                  <a:lnTo>
                    <a:pt x="195745" y="32156"/>
                  </a:lnTo>
                  <a:lnTo>
                    <a:pt x="196519" y="32905"/>
                  </a:lnTo>
                  <a:lnTo>
                    <a:pt x="199326" y="33616"/>
                  </a:lnTo>
                  <a:lnTo>
                    <a:pt x="199758" y="33883"/>
                  </a:lnTo>
                  <a:lnTo>
                    <a:pt x="199936" y="35483"/>
                  </a:lnTo>
                  <a:lnTo>
                    <a:pt x="199339" y="36042"/>
                  </a:lnTo>
                  <a:lnTo>
                    <a:pt x="197548" y="36042"/>
                  </a:lnTo>
                  <a:lnTo>
                    <a:pt x="196824" y="35420"/>
                  </a:lnTo>
                  <a:lnTo>
                    <a:pt x="196659" y="34709"/>
                  </a:lnTo>
                  <a:lnTo>
                    <a:pt x="195757" y="34709"/>
                  </a:lnTo>
                  <a:lnTo>
                    <a:pt x="195973" y="36207"/>
                  </a:lnTo>
                  <a:lnTo>
                    <a:pt x="197065" y="37274"/>
                  </a:lnTo>
                  <a:lnTo>
                    <a:pt x="200139" y="37274"/>
                  </a:lnTo>
                  <a:lnTo>
                    <a:pt x="200901" y="36207"/>
                  </a:lnTo>
                  <a:close/>
                </a:path>
                <a:path w="550545" h="41275">
                  <a:moveTo>
                    <a:pt x="208229" y="37134"/>
                  </a:moveTo>
                  <a:lnTo>
                    <a:pt x="207352" y="28587"/>
                  </a:lnTo>
                  <a:lnTo>
                    <a:pt x="206362" y="28587"/>
                  </a:lnTo>
                  <a:lnTo>
                    <a:pt x="207022" y="35013"/>
                  </a:lnTo>
                  <a:lnTo>
                    <a:pt x="206311" y="35979"/>
                  </a:lnTo>
                  <a:lnTo>
                    <a:pt x="203911" y="35979"/>
                  </a:lnTo>
                  <a:lnTo>
                    <a:pt x="203250" y="35153"/>
                  </a:lnTo>
                  <a:lnTo>
                    <a:pt x="202565" y="28587"/>
                  </a:lnTo>
                  <a:lnTo>
                    <a:pt x="201587" y="28587"/>
                  </a:lnTo>
                  <a:lnTo>
                    <a:pt x="202361" y="36182"/>
                  </a:lnTo>
                  <a:lnTo>
                    <a:pt x="203263" y="37274"/>
                  </a:lnTo>
                  <a:lnTo>
                    <a:pt x="206019" y="37274"/>
                  </a:lnTo>
                  <a:lnTo>
                    <a:pt x="206692" y="36842"/>
                  </a:lnTo>
                  <a:lnTo>
                    <a:pt x="207137" y="36106"/>
                  </a:lnTo>
                  <a:lnTo>
                    <a:pt x="207251" y="37134"/>
                  </a:lnTo>
                  <a:lnTo>
                    <a:pt x="208229" y="37134"/>
                  </a:lnTo>
                  <a:close/>
                </a:path>
                <a:path w="550545" h="41275">
                  <a:moveTo>
                    <a:pt x="214731" y="36207"/>
                  </a:moveTo>
                  <a:lnTo>
                    <a:pt x="214426" y="33286"/>
                  </a:lnTo>
                  <a:lnTo>
                    <a:pt x="213690" y="32524"/>
                  </a:lnTo>
                  <a:lnTo>
                    <a:pt x="210883" y="31813"/>
                  </a:lnTo>
                  <a:lnTo>
                    <a:pt x="210413" y="31432"/>
                  </a:lnTo>
                  <a:lnTo>
                    <a:pt x="210286" y="30162"/>
                  </a:lnTo>
                  <a:lnTo>
                    <a:pt x="210781" y="29679"/>
                  </a:lnTo>
                  <a:lnTo>
                    <a:pt x="212331" y="29679"/>
                  </a:lnTo>
                  <a:lnTo>
                    <a:pt x="212864" y="30099"/>
                  </a:lnTo>
                  <a:lnTo>
                    <a:pt x="213004" y="30683"/>
                  </a:lnTo>
                  <a:lnTo>
                    <a:pt x="213906" y="30683"/>
                  </a:lnTo>
                  <a:lnTo>
                    <a:pt x="213677" y="29387"/>
                  </a:lnTo>
                  <a:lnTo>
                    <a:pt x="212712" y="28448"/>
                  </a:lnTo>
                  <a:lnTo>
                    <a:pt x="209956" y="28448"/>
                  </a:lnTo>
                  <a:lnTo>
                    <a:pt x="209296" y="29502"/>
                  </a:lnTo>
                  <a:lnTo>
                    <a:pt x="209575" y="32156"/>
                  </a:lnTo>
                  <a:lnTo>
                    <a:pt x="210350" y="32905"/>
                  </a:lnTo>
                  <a:lnTo>
                    <a:pt x="213156" y="33616"/>
                  </a:lnTo>
                  <a:lnTo>
                    <a:pt x="213588" y="33883"/>
                  </a:lnTo>
                  <a:lnTo>
                    <a:pt x="213766" y="35483"/>
                  </a:lnTo>
                  <a:lnTo>
                    <a:pt x="213169" y="36042"/>
                  </a:lnTo>
                  <a:lnTo>
                    <a:pt x="211378" y="36042"/>
                  </a:lnTo>
                  <a:lnTo>
                    <a:pt x="210654" y="35420"/>
                  </a:lnTo>
                  <a:lnTo>
                    <a:pt x="210489" y="34709"/>
                  </a:lnTo>
                  <a:lnTo>
                    <a:pt x="209588" y="34709"/>
                  </a:lnTo>
                  <a:lnTo>
                    <a:pt x="209804" y="36207"/>
                  </a:lnTo>
                  <a:lnTo>
                    <a:pt x="210896" y="37274"/>
                  </a:lnTo>
                  <a:lnTo>
                    <a:pt x="213969" y="37274"/>
                  </a:lnTo>
                  <a:lnTo>
                    <a:pt x="214731" y="36207"/>
                  </a:lnTo>
                  <a:close/>
                </a:path>
                <a:path w="550545" h="41275">
                  <a:moveTo>
                    <a:pt x="217373" y="36741"/>
                  </a:moveTo>
                  <a:lnTo>
                    <a:pt x="217258" y="35560"/>
                  </a:lnTo>
                  <a:lnTo>
                    <a:pt x="216839" y="35077"/>
                  </a:lnTo>
                  <a:lnTo>
                    <a:pt x="215938" y="35077"/>
                  </a:lnTo>
                  <a:lnTo>
                    <a:pt x="215607" y="35560"/>
                  </a:lnTo>
                  <a:lnTo>
                    <a:pt x="215671" y="36144"/>
                  </a:lnTo>
                  <a:lnTo>
                    <a:pt x="215734" y="36741"/>
                  </a:lnTo>
                  <a:lnTo>
                    <a:pt x="216154" y="37236"/>
                  </a:lnTo>
                  <a:lnTo>
                    <a:pt x="217055" y="37236"/>
                  </a:lnTo>
                  <a:lnTo>
                    <a:pt x="217373" y="36741"/>
                  </a:lnTo>
                  <a:close/>
                </a:path>
                <a:path w="550545" h="41275">
                  <a:moveTo>
                    <a:pt x="230060" y="30162"/>
                  </a:moveTo>
                  <a:lnTo>
                    <a:pt x="229527" y="24993"/>
                  </a:lnTo>
                  <a:lnTo>
                    <a:pt x="229196" y="24625"/>
                  </a:lnTo>
                  <a:lnTo>
                    <a:pt x="228854" y="24244"/>
                  </a:lnTo>
                  <a:lnTo>
                    <a:pt x="228854" y="29349"/>
                  </a:lnTo>
                  <a:lnTo>
                    <a:pt x="228079" y="30530"/>
                  </a:lnTo>
                  <a:lnTo>
                    <a:pt x="224370" y="30530"/>
                  </a:lnTo>
                  <a:lnTo>
                    <a:pt x="223748" y="24625"/>
                  </a:lnTo>
                  <a:lnTo>
                    <a:pt x="227482" y="24625"/>
                  </a:lnTo>
                  <a:lnTo>
                    <a:pt x="228485" y="25806"/>
                  </a:lnTo>
                  <a:lnTo>
                    <a:pt x="228854" y="29349"/>
                  </a:lnTo>
                  <a:lnTo>
                    <a:pt x="228854" y="24244"/>
                  </a:lnTo>
                  <a:lnTo>
                    <a:pt x="228003" y="23266"/>
                  </a:lnTo>
                  <a:lnTo>
                    <a:pt x="222529" y="23266"/>
                  </a:lnTo>
                  <a:lnTo>
                    <a:pt x="223964" y="37134"/>
                  </a:lnTo>
                  <a:lnTo>
                    <a:pt x="225044" y="37134"/>
                  </a:lnTo>
                  <a:lnTo>
                    <a:pt x="224497" y="31889"/>
                  </a:lnTo>
                  <a:lnTo>
                    <a:pt x="228904" y="31889"/>
                  </a:lnTo>
                  <a:lnTo>
                    <a:pt x="229819" y="30530"/>
                  </a:lnTo>
                  <a:lnTo>
                    <a:pt x="230060" y="30162"/>
                  </a:lnTo>
                  <a:close/>
                </a:path>
                <a:path w="550545" h="41275">
                  <a:moveTo>
                    <a:pt x="234670" y="29730"/>
                  </a:moveTo>
                  <a:lnTo>
                    <a:pt x="234543" y="28460"/>
                  </a:lnTo>
                  <a:lnTo>
                    <a:pt x="233641" y="28460"/>
                  </a:lnTo>
                  <a:lnTo>
                    <a:pt x="232930" y="28956"/>
                  </a:lnTo>
                  <a:lnTo>
                    <a:pt x="232473" y="29756"/>
                  </a:lnTo>
                  <a:lnTo>
                    <a:pt x="232346" y="28587"/>
                  </a:lnTo>
                  <a:lnTo>
                    <a:pt x="231368" y="28587"/>
                  </a:lnTo>
                  <a:lnTo>
                    <a:pt x="232244" y="37134"/>
                  </a:lnTo>
                  <a:lnTo>
                    <a:pt x="233235" y="37134"/>
                  </a:lnTo>
                  <a:lnTo>
                    <a:pt x="232575" y="30670"/>
                  </a:lnTo>
                  <a:lnTo>
                    <a:pt x="233527" y="29730"/>
                  </a:lnTo>
                  <a:lnTo>
                    <a:pt x="234670" y="29730"/>
                  </a:lnTo>
                  <a:close/>
                </a:path>
                <a:path w="550545" h="41275">
                  <a:moveTo>
                    <a:pt x="243052" y="37172"/>
                  </a:moveTo>
                  <a:lnTo>
                    <a:pt x="242900" y="35775"/>
                  </a:lnTo>
                  <a:lnTo>
                    <a:pt x="242303" y="29984"/>
                  </a:lnTo>
                  <a:lnTo>
                    <a:pt x="242163" y="28587"/>
                  </a:lnTo>
                  <a:lnTo>
                    <a:pt x="241731" y="28587"/>
                  </a:lnTo>
                  <a:lnTo>
                    <a:pt x="241731" y="34569"/>
                  </a:lnTo>
                  <a:lnTo>
                    <a:pt x="240753" y="36068"/>
                  </a:lnTo>
                  <a:lnTo>
                    <a:pt x="238150" y="36068"/>
                  </a:lnTo>
                  <a:lnTo>
                    <a:pt x="237007" y="34569"/>
                  </a:lnTo>
                  <a:lnTo>
                    <a:pt x="236651" y="31153"/>
                  </a:lnTo>
                  <a:lnTo>
                    <a:pt x="237490" y="29730"/>
                  </a:lnTo>
                  <a:lnTo>
                    <a:pt x="240093" y="29730"/>
                  </a:lnTo>
                  <a:lnTo>
                    <a:pt x="241376" y="31153"/>
                  </a:lnTo>
                  <a:lnTo>
                    <a:pt x="241731" y="34569"/>
                  </a:lnTo>
                  <a:lnTo>
                    <a:pt x="241731" y="28587"/>
                  </a:lnTo>
                  <a:lnTo>
                    <a:pt x="241173" y="28587"/>
                  </a:lnTo>
                  <a:lnTo>
                    <a:pt x="241312" y="29984"/>
                  </a:lnTo>
                  <a:lnTo>
                    <a:pt x="241122" y="29730"/>
                  </a:lnTo>
                  <a:lnTo>
                    <a:pt x="240626" y="29057"/>
                  </a:lnTo>
                  <a:lnTo>
                    <a:pt x="239699" y="28448"/>
                  </a:lnTo>
                  <a:lnTo>
                    <a:pt x="236867" y="28448"/>
                  </a:lnTo>
                  <a:lnTo>
                    <a:pt x="235546" y="30454"/>
                  </a:lnTo>
                  <a:lnTo>
                    <a:pt x="236042" y="35267"/>
                  </a:lnTo>
                  <a:lnTo>
                    <a:pt x="237782" y="37338"/>
                  </a:lnTo>
                  <a:lnTo>
                    <a:pt x="240614" y="37338"/>
                  </a:lnTo>
                  <a:lnTo>
                    <a:pt x="241414" y="36728"/>
                  </a:lnTo>
                  <a:lnTo>
                    <a:pt x="241769" y="36068"/>
                  </a:lnTo>
                  <a:lnTo>
                    <a:pt x="241922" y="35775"/>
                  </a:lnTo>
                  <a:lnTo>
                    <a:pt x="242062" y="37172"/>
                  </a:lnTo>
                  <a:lnTo>
                    <a:pt x="243052" y="37172"/>
                  </a:lnTo>
                  <a:close/>
                </a:path>
                <a:path w="550545" h="41275">
                  <a:moveTo>
                    <a:pt x="251079" y="33489"/>
                  </a:moveTo>
                  <a:lnTo>
                    <a:pt x="250952" y="32245"/>
                  </a:lnTo>
                  <a:lnTo>
                    <a:pt x="250761" y="30454"/>
                  </a:lnTo>
                  <a:lnTo>
                    <a:pt x="250151" y="29730"/>
                  </a:lnTo>
                  <a:lnTo>
                    <a:pt x="249885" y="29425"/>
                  </a:lnTo>
                  <a:lnTo>
                    <a:pt x="249885" y="32245"/>
                  </a:lnTo>
                  <a:lnTo>
                    <a:pt x="245300" y="32245"/>
                  </a:lnTo>
                  <a:lnTo>
                    <a:pt x="245376" y="30822"/>
                  </a:lnTo>
                  <a:lnTo>
                    <a:pt x="246176" y="29730"/>
                  </a:lnTo>
                  <a:lnTo>
                    <a:pt x="248462" y="29730"/>
                  </a:lnTo>
                  <a:lnTo>
                    <a:pt x="249504" y="30822"/>
                  </a:lnTo>
                  <a:lnTo>
                    <a:pt x="249885" y="32245"/>
                  </a:lnTo>
                  <a:lnTo>
                    <a:pt x="249885" y="29425"/>
                  </a:lnTo>
                  <a:lnTo>
                    <a:pt x="249034" y="28448"/>
                  </a:lnTo>
                  <a:lnTo>
                    <a:pt x="245351" y="28448"/>
                  </a:lnTo>
                  <a:lnTo>
                    <a:pt x="244043" y="30454"/>
                  </a:lnTo>
                  <a:lnTo>
                    <a:pt x="244525" y="35267"/>
                  </a:lnTo>
                  <a:lnTo>
                    <a:pt x="246265" y="37350"/>
                  </a:lnTo>
                  <a:lnTo>
                    <a:pt x="249428" y="37350"/>
                  </a:lnTo>
                  <a:lnTo>
                    <a:pt x="250494" y="36360"/>
                  </a:lnTo>
                  <a:lnTo>
                    <a:pt x="250571" y="36055"/>
                  </a:lnTo>
                  <a:lnTo>
                    <a:pt x="250888" y="34874"/>
                  </a:lnTo>
                  <a:lnTo>
                    <a:pt x="249656" y="34874"/>
                  </a:lnTo>
                  <a:lnTo>
                    <a:pt x="249313" y="35585"/>
                  </a:lnTo>
                  <a:lnTo>
                    <a:pt x="248742" y="36055"/>
                  </a:lnTo>
                  <a:lnTo>
                    <a:pt x="246824" y="36055"/>
                  </a:lnTo>
                  <a:lnTo>
                    <a:pt x="245783" y="34874"/>
                  </a:lnTo>
                  <a:lnTo>
                    <a:pt x="245414" y="33489"/>
                  </a:lnTo>
                  <a:lnTo>
                    <a:pt x="251079" y="33489"/>
                  </a:lnTo>
                  <a:close/>
                </a:path>
                <a:path w="550545" h="41275">
                  <a:moveTo>
                    <a:pt x="257441" y="36207"/>
                  </a:moveTo>
                  <a:lnTo>
                    <a:pt x="257149" y="33286"/>
                  </a:lnTo>
                  <a:lnTo>
                    <a:pt x="256400" y="32524"/>
                  </a:lnTo>
                  <a:lnTo>
                    <a:pt x="253593" y="31813"/>
                  </a:lnTo>
                  <a:lnTo>
                    <a:pt x="253123" y="31432"/>
                  </a:lnTo>
                  <a:lnTo>
                    <a:pt x="252996" y="30162"/>
                  </a:lnTo>
                  <a:lnTo>
                    <a:pt x="253492" y="29679"/>
                  </a:lnTo>
                  <a:lnTo>
                    <a:pt x="255041" y="29679"/>
                  </a:lnTo>
                  <a:lnTo>
                    <a:pt x="255574" y="30099"/>
                  </a:lnTo>
                  <a:lnTo>
                    <a:pt x="255714" y="30683"/>
                  </a:lnTo>
                  <a:lnTo>
                    <a:pt x="256616" y="30683"/>
                  </a:lnTo>
                  <a:lnTo>
                    <a:pt x="256387" y="29387"/>
                  </a:lnTo>
                  <a:lnTo>
                    <a:pt x="255422" y="28448"/>
                  </a:lnTo>
                  <a:lnTo>
                    <a:pt x="252666" y="28448"/>
                  </a:lnTo>
                  <a:lnTo>
                    <a:pt x="252018" y="29502"/>
                  </a:lnTo>
                  <a:lnTo>
                    <a:pt x="252285" y="32156"/>
                  </a:lnTo>
                  <a:lnTo>
                    <a:pt x="253060" y="32905"/>
                  </a:lnTo>
                  <a:lnTo>
                    <a:pt x="255866" y="33616"/>
                  </a:lnTo>
                  <a:lnTo>
                    <a:pt x="256311" y="33883"/>
                  </a:lnTo>
                  <a:lnTo>
                    <a:pt x="256476" y="35483"/>
                  </a:lnTo>
                  <a:lnTo>
                    <a:pt x="255892" y="36042"/>
                  </a:lnTo>
                  <a:lnTo>
                    <a:pt x="254101" y="36042"/>
                  </a:lnTo>
                  <a:lnTo>
                    <a:pt x="253365" y="35420"/>
                  </a:lnTo>
                  <a:lnTo>
                    <a:pt x="253199" y="34709"/>
                  </a:lnTo>
                  <a:lnTo>
                    <a:pt x="252298" y="34709"/>
                  </a:lnTo>
                  <a:lnTo>
                    <a:pt x="252514" y="36207"/>
                  </a:lnTo>
                  <a:lnTo>
                    <a:pt x="253606" y="37274"/>
                  </a:lnTo>
                  <a:lnTo>
                    <a:pt x="256679" y="37274"/>
                  </a:lnTo>
                  <a:lnTo>
                    <a:pt x="257441" y="36207"/>
                  </a:lnTo>
                  <a:close/>
                </a:path>
                <a:path w="550545" h="41275">
                  <a:moveTo>
                    <a:pt x="264985" y="33489"/>
                  </a:moveTo>
                  <a:lnTo>
                    <a:pt x="264858" y="32245"/>
                  </a:lnTo>
                  <a:lnTo>
                    <a:pt x="264668" y="30454"/>
                  </a:lnTo>
                  <a:lnTo>
                    <a:pt x="264058" y="29730"/>
                  </a:lnTo>
                  <a:lnTo>
                    <a:pt x="263779" y="29413"/>
                  </a:lnTo>
                  <a:lnTo>
                    <a:pt x="263779" y="32245"/>
                  </a:lnTo>
                  <a:lnTo>
                    <a:pt x="259207" y="32245"/>
                  </a:lnTo>
                  <a:lnTo>
                    <a:pt x="259283" y="30822"/>
                  </a:lnTo>
                  <a:lnTo>
                    <a:pt x="260083" y="29730"/>
                  </a:lnTo>
                  <a:lnTo>
                    <a:pt x="262382" y="29730"/>
                  </a:lnTo>
                  <a:lnTo>
                    <a:pt x="263410" y="30822"/>
                  </a:lnTo>
                  <a:lnTo>
                    <a:pt x="263779" y="32245"/>
                  </a:lnTo>
                  <a:lnTo>
                    <a:pt x="263779" y="29413"/>
                  </a:lnTo>
                  <a:lnTo>
                    <a:pt x="262940" y="28448"/>
                  </a:lnTo>
                  <a:lnTo>
                    <a:pt x="259257" y="28448"/>
                  </a:lnTo>
                  <a:lnTo>
                    <a:pt x="257949" y="30454"/>
                  </a:lnTo>
                  <a:lnTo>
                    <a:pt x="258445" y="35267"/>
                  </a:lnTo>
                  <a:lnTo>
                    <a:pt x="260172" y="37350"/>
                  </a:lnTo>
                  <a:lnTo>
                    <a:pt x="263334" y="37350"/>
                  </a:lnTo>
                  <a:lnTo>
                    <a:pt x="264401" y="36360"/>
                  </a:lnTo>
                  <a:lnTo>
                    <a:pt x="264477" y="36055"/>
                  </a:lnTo>
                  <a:lnTo>
                    <a:pt x="264795" y="34874"/>
                  </a:lnTo>
                  <a:lnTo>
                    <a:pt x="263575" y="34874"/>
                  </a:lnTo>
                  <a:lnTo>
                    <a:pt x="263220" y="35585"/>
                  </a:lnTo>
                  <a:lnTo>
                    <a:pt x="262648" y="36055"/>
                  </a:lnTo>
                  <a:lnTo>
                    <a:pt x="260731" y="36055"/>
                  </a:lnTo>
                  <a:lnTo>
                    <a:pt x="259676" y="34874"/>
                  </a:lnTo>
                  <a:lnTo>
                    <a:pt x="259334" y="33489"/>
                  </a:lnTo>
                  <a:lnTo>
                    <a:pt x="264985" y="33489"/>
                  </a:lnTo>
                  <a:close/>
                </a:path>
                <a:path w="550545" h="41275">
                  <a:moveTo>
                    <a:pt x="272669" y="37134"/>
                  </a:moveTo>
                  <a:lnTo>
                    <a:pt x="271894" y="29540"/>
                  </a:lnTo>
                  <a:lnTo>
                    <a:pt x="270979" y="28448"/>
                  </a:lnTo>
                  <a:lnTo>
                    <a:pt x="268236" y="28448"/>
                  </a:lnTo>
                  <a:lnTo>
                    <a:pt x="267550" y="28879"/>
                  </a:lnTo>
                  <a:lnTo>
                    <a:pt x="267119" y="29616"/>
                  </a:lnTo>
                  <a:lnTo>
                    <a:pt x="267004" y="28587"/>
                  </a:lnTo>
                  <a:lnTo>
                    <a:pt x="266014" y="28587"/>
                  </a:lnTo>
                  <a:lnTo>
                    <a:pt x="266903" y="37134"/>
                  </a:lnTo>
                  <a:lnTo>
                    <a:pt x="267893" y="37134"/>
                  </a:lnTo>
                  <a:lnTo>
                    <a:pt x="267220" y="30670"/>
                  </a:lnTo>
                  <a:lnTo>
                    <a:pt x="267931" y="29692"/>
                  </a:lnTo>
                  <a:lnTo>
                    <a:pt x="269252" y="29730"/>
                  </a:lnTo>
                  <a:lnTo>
                    <a:pt x="270332" y="29730"/>
                  </a:lnTo>
                  <a:lnTo>
                    <a:pt x="271005" y="30568"/>
                  </a:lnTo>
                  <a:lnTo>
                    <a:pt x="271691" y="37134"/>
                  </a:lnTo>
                  <a:lnTo>
                    <a:pt x="272669" y="37134"/>
                  </a:lnTo>
                  <a:close/>
                </a:path>
                <a:path w="550545" h="41275">
                  <a:moveTo>
                    <a:pt x="276644" y="29768"/>
                  </a:moveTo>
                  <a:lnTo>
                    <a:pt x="276529" y="28587"/>
                  </a:lnTo>
                  <a:lnTo>
                    <a:pt x="275069" y="28587"/>
                  </a:lnTo>
                  <a:lnTo>
                    <a:pt x="274726" y="25234"/>
                  </a:lnTo>
                  <a:lnTo>
                    <a:pt x="273723" y="25234"/>
                  </a:lnTo>
                  <a:lnTo>
                    <a:pt x="274078" y="28587"/>
                  </a:lnTo>
                  <a:lnTo>
                    <a:pt x="273113" y="28587"/>
                  </a:lnTo>
                  <a:lnTo>
                    <a:pt x="273227" y="29768"/>
                  </a:lnTo>
                  <a:lnTo>
                    <a:pt x="274193" y="29768"/>
                  </a:lnTo>
                  <a:lnTo>
                    <a:pt x="274967" y="37134"/>
                  </a:lnTo>
                  <a:lnTo>
                    <a:pt x="275958" y="37134"/>
                  </a:lnTo>
                  <a:lnTo>
                    <a:pt x="275196" y="29768"/>
                  </a:lnTo>
                  <a:lnTo>
                    <a:pt x="276644" y="29768"/>
                  </a:lnTo>
                  <a:close/>
                </a:path>
                <a:path w="550545" h="41275">
                  <a:moveTo>
                    <a:pt x="284060" y="37134"/>
                  </a:moveTo>
                  <a:lnTo>
                    <a:pt x="282625" y="23266"/>
                  </a:lnTo>
                  <a:lnTo>
                    <a:pt x="281647" y="23266"/>
                  </a:lnTo>
                  <a:lnTo>
                    <a:pt x="283083" y="37134"/>
                  </a:lnTo>
                  <a:lnTo>
                    <a:pt x="284060" y="37134"/>
                  </a:lnTo>
                  <a:close/>
                </a:path>
                <a:path w="550545" h="41275">
                  <a:moveTo>
                    <a:pt x="292354" y="37172"/>
                  </a:moveTo>
                  <a:lnTo>
                    <a:pt x="292201" y="35775"/>
                  </a:lnTo>
                  <a:lnTo>
                    <a:pt x="291604" y="29984"/>
                  </a:lnTo>
                  <a:lnTo>
                    <a:pt x="291465" y="28587"/>
                  </a:lnTo>
                  <a:lnTo>
                    <a:pt x="291033" y="28587"/>
                  </a:lnTo>
                  <a:lnTo>
                    <a:pt x="291033" y="34569"/>
                  </a:lnTo>
                  <a:lnTo>
                    <a:pt x="290042" y="36068"/>
                  </a:lnTo>
                  <a:lnTo>
                    <a:pt x="287451" y="36068"/>
                  </a:lnTo>
                  <a:lnTo>
                    <a:pt x="286308" y="34569"/>
                  </a:lnTo>
                  <a:lnTo>
                    <a:pt x="285953" y="31153"/>
                  </a:lnTo>
                  <a:lnTo>
                    <a:pt x="286791" y="29730"/>
                  </a:lnTo>
                  <a:lnTo>
                    <a:pt x="289382" y="29730"/>
                  </a:lnTo>
                  <a:lnTo>
                    <a:pt x="290677" y="31153"/>
                  </a:lnTo>
                  <a:lnTo>
                    <a:pt x="291033" y="34569"/>
                  </a:lnTo>
                  <a:lnTo>
                    <a:pt x="291033" y="28587"/>
                  </a:lnTo>
                  <a:lnTo>
                    <a:pt x="290474" y="28587"/>
                  </a:lnTo>
                  <a:lnTo>
                    <a:pt x="290626" y="29984"/>
                  </a:lnTo>
                  <a:lnTo>
                    <a:pt x="290423" y="29730"/>
                  </a:lnTo>
                  <a:lnTo>
                    <a:pt x="289928" y="29057"/>
                  </a:lnTo>
                  <a:lnTo>
                    <a:pt x="289001" y="28448"/>
                  </a:lnTo>
                  <a:lnTo>
                    <a:pt x="286169" y="28448"/>
                  </a:lnTo>
                  <a:lnTo>
                    <a:pt x="284848" y="30454"/>
                  </a:lnTo>
                  <a:lnTo>
                    <a:pt x="285343" y="35267"/>
                  </a:lnTo>
                  <a:lnTo>
                    <a:pt x="287083" y="37338"/>
                  </a:lnTo>
                  <a:lnTo>
                    <a:pt x="289915" y="37338"/>
                  </a:lnTo>
                  <a:lnTo>
                    <a:pt x="290715" y="36728"/>
                  </a:lnTo>
                  <a:lnTo>
                    <a:pt x="291071" y="36068"/>
                  </a:lnTo>
                  <a:lnTo>
                    <a:pt x="291223" y="35775"/>
                  </a:lnTo>
                  <a:lnTo>
                    <a:pt x="291350" y="37172"/>
                  </a:lnTo>
                  <a:lnTo>
                    <a:pt x="292354" y="37172"/>
                  </a:lnTo>
                  <a:close/>
                </a:path>
                <a:path w="550545" h="41275">
                  <a:moveTo>
                    <a:pt x="300126" y="34391"/>
                  </a:moveTo>
                  <a:lnTo>
                    <a:pt x="299008" y="34391"/>
                  </a:lnTo>
                  <a:lnTo>
                    <a:pt x="298716" y="35369"/>
                  </a:lnTo>
                  <a:lnTo>
                    <a:pt x="298030" y="36068"/>
                  </a:lnTo>
                  <a:lnTo>
                    <a:pt x="295821" y="36068"/>
                  </a:lnTo>
                  <a:lnTo>
                    <a:pt x="294640" y="34569"/>
                  </a:lnTo>
                  <a:lnTo>
                    <a:pt x="294284" y="31153"/>
                  </a:lnTo>
                  <a:lnTo>
                    <a:pt x="295173" y="29730"/>
                  </a:lnTo>
                  <a:lnTo>
                    <a:pt x="297383" y="29730"/>
                  </a:lnTo>
                  <a:lnTo>
                    <a:pt x="298196" y="30391"/>
                  </a:lnTo>
                  <a:lnTo>
                    <a:pt x="298704" y="31369"/>
                  </a:lnTo>
                  <a:lnTo>
                    <a:pt x="299808" y="31369"/>
                  </a:lnTo>
                  <a:lnTo>
                    <a:pt x="299161" y="29679"/>
                  </a:lnTo>
                  <a:lnTo>
                    <a:pt x="297802" y="28460"/>
                  </a:lnTo>
                  <a:lnTo>
                    <a:pt x="294500" y="28460"/>
                  </a:lnTo>
                  <a:lnTo>
                    <a:pt x="293192" y="30454"/>
                  </a:lnTo>
                  <a:lnTo>
                    <a:pt x="293687" y="35267"/>
                  </a:lnTo>
                  <a:lnTo>
                    <a:pt x="295414" y="37350"/>
                  </a:lnTo>
                  <a:lnTo>
                    <a:pt x="298729" y="37350"/>
                  </a:lnTo>
                  <a:lnTo>
                    <a:pt x="299859" y="36118"/>
                  </a:lnTo>
                  <a:lnTo>
                    <a:pt x="300126" y="34391"/>
                  </a:lnTo>
                  <a:close/>
                </a:path>
                <a:path w="550545" h="41275">
                  <a:moveTo>
                    <a:pt x="302107" y="26454"/>
                  </a:moveTo>
                  <a:lnTo>
                    <a:pt x="301993" y="25450"/>
                  </a:lnTo>
                  <a:lnTo>
                    <a:pt x="301637" y="25044"/>
                  </a:lnTo>
                  <a:lnTo>
                    <a:pt x="300863" y="25044"/>
                  </a:lnTo>
                  <a:lnTo>
                    <a:pt x="300596" y="25450"/>
                  </a:lnTo>
                  <a:lnTo>
                    <a:pt x="300697" y="26454"/>
                  </a:lnTo>
                  <a:lnTo>
                    <a:pt x="301040" y="26860"/>
                  </a:lnTo>
                  <a:lnTo>
                    <a:pt x="301815" y="26860"/>
                  </a:lnTo>
                  <a:lnTo>
                    <a:pt x="302107" y="26454"/>
                  </a:lnTo>
                  <a:close/>
                </a:path>
                <a:path w="550545" h="41275">
                  <a:moveTo>
                    <a:pt x="303047" y="37134"/>
                  </a:moveTo>
                  <a:lnTo>
                    <a:pt x="302158" y="28587"/>
                  </a:lnTo>
                  <a:lnTo>
                    <a:pt x="301129" y="28587"/>
                  </a:lnTo>
                  <a:lnTo>
                    <a:pt x="302018" y="37134"/>
                  </a:lnTo>
                  <a:lnTo>
                    <a:pt x="303047" y="37134"/>
                  </a:lnTo>
                  <a:close/>
                </a:path>
                <a:path w="550545" h="41275">
                  <a:moveTo>
                    <a:pt x="310896" y="37134"/>
                  </a:moveTo>
                  <a:lnTo>
                    <a:pt x="310108" y="29540"/>
                  </a:lnTo>
                  <a:lnTo>
                    <a:pt x="309194" y="28448"/>
                  </a:lnTo>
                  <a:lnTo>
                    <a:pt x="306438" y="28448"/>
                  </a:lnTo>
                  <a:lnTo>
                    <a:pt x="305777" y="28879"/>
                  </a:lnTo>
                  <a:lnTo>
                    <a:pt x="305333" y="29616"/>
                  </a:lnTo>
                  <a:lnTo>
                    <a:pt x="305231" y="28587"/>
                  </a:lnTo>
                  <a:lnTo>
                    <a:pt x="304228" y="28587"/>
                  </a:lnTo>
                  <a:lnTo>
                    <a:pt x="305117" y="37134"/>
                  </a:lnTo>
                  <a:lnTo>
                    <a:pt x="306108" y="37134"/>
                  </a:lnTo>
                  <a:lnTo>
                    <a:pt x="305435" y="30670"/>
                  </a:lnTo>
                  <a:lnTo>
                    <a:pt x="306146" y="29692"/>
                  </a:lnTo>
                  <a:lnTo>
                    <a:pt x="307467" y="29730"/>
                  </a:lnTo>
                  <a:lnTo>
                    <a:pt x="308546" y="29730"/>
                  </a:lnTo>
                  <a:lnTo>
                    <a:pt x="309232" y="30568"/>
                  </a:lnTo>
                  <a:lnTo>
                    <a:pt x="309892" y="37134"/>
                  </a:lnTo>
                  <a:lnTo>
                    <a:pt x="310896" y="37134"/>
                  </a:lnTo>
                  <a:close/>
                </a:path>
                <a:path w="550545" h="41275">
                  <a:moveTo>
                    <a:pt x="312940" y="26454"/>
                  </a:moveTo>
                  <a:lnTo>
                    <a:pt x="312839" y="25450"/>
                  </a:lnTo>
                  <a:lnTo>
                    <a:pt x="312470" y="25044"/>
                  </a:lnTo>
                  <a:lnTo>
                    <a:pt x="311708" y="25044"/>
                  </a:lnTo>
                  <a:lnTo>
                    <a:pt x="311429" y="25450"/>
                  </a:lnTo>
                  <a:lnTo>
                    <a:pt x="311543" y="26454"/>
                  </a:lnTo>
                  <a:lnTo>
                    <a:pt x="311899" y="26860"/>
                  </a:lnTo>
                  <a:lnTo>
                    <a:pt x="312661" y="26860"/>
                  </a:lnTo>
                  <a:lnTo>
                    <a:pt x="312940" y="26454"/>
                  </a:lnTo>
                  <a:close/>
                </a:path>
                <a:path w="550545" h="41275">
                  <a:moveTo>
                    <a:pt x="313880" y="37134"/>
                  </a:moveTo>
                  <a:lnTo>
                    <a:pt x="312991" y="28587"/>
                  </a:lnTo>
                  <a:lnTo>
                    <a:pt x="311962" y="28587"/>
                  </a:lnTo>
                  <a:lnTo>
                    <a:pt x="312851" y="37134"/>
                  </a:lnTo>
                  <a:lnTo>
                    <a:pt x="313880" y="37134"/>
                  </a:lnTo>
                  <a:close/>
                </a:path>
                <a:path w="550545" h="41275">
                  <a:moveTo>
                    <a:pt x="322402" y="37172"/>
                  </a:moveTo>
                  <a:lnTo>
                    <a:pt x="322249" y="35775"/>
                  </a:lnTo>
                  <a:lnTo>
                    <a:pt x="321652" y="29984"/>
                  </a:lnTo>
                  <a:lnTo>
                    <a:pt x="321513" y="28587"/>
                  </a:lnTo>
                  <a:lnTo>
                    <a:pt x="321081" y="28587"/>
                  </a:lnTo>
                  <a:lnTo>
                    <a:pt x="321081" y="34569"/>
                  </a:lnTo>
                  <a:lnTo>
                    <a:pt x="320090" y="36068"/>
                  </a:lnTo>
                  <a:lnTo>
                    <a:pt x="317500" y="36068"/>
                  </a:lnTo>
                  <a:lnTo>
                    <a:pt x="316357" y="34569"/>
                  </a:lnTo>
                  <a:lnTo>
                    <a:pt x="316001" y="31153"/>
                  </a:lnTo>
                  <a:lnTo>
                    <a:pt x="316839" y="29730"/>
                  </a:lnTo>
                  <a:lnTo>
                    <a:pt x="319430" y="29730"/>
                  </a:lnTo>
                  <a:lnTo>
                    <a:pt x="320725" y="31153"/>
                  </a:lnTo>
                  <a:lnTo>
                    <a:pt x="321081" y="34569"/>
                  </a:lnTo>
                  <a:lnTo>
                    <a:pt x="321081" y="28587"/>
                  </a:lnTo>
                  <a:lnTo>
                    <a:pt x="320522" y="28587"/>
                  </a:lnTo>
                  <a:lnTo>
                    <a:pt x="320662" y="29984"/>
                  </a:lnTo>
                  <a:lnTo>
                    <a:pt x="320471" y="29730"/>
                  </a:lnTo>
                  <a:lnTo>
                    <a:pt x="319963" y="29057"/>
                  </a:lnTo>
                  <a:lnTo>
                    <a:pt x="319036" y="28448"/>
                  </a:lnTo>
                  <a:lnTo>
                    <a:pt x="316204" y="28448"/>
                  </a:lnTo>
                  <a:lnTo>
                    <a:pt x="314896" y="30454"/>
                  </a:lnTo>
                  <a:lnTo>
                    <a:pt x="315391" y="35267"/>
                  </a:lnTo>
                  <a:lnTo>
                    <a:pt x="317131" y="37338"/>
                  </a:lnTo>
                  <a:lnTo>
                    <a:pt x="319963" y="37338"/>
                  </a:lnTo>
                  <a:lnTo>
                    <a:pt x="320763" y="36728"/>
                  </a:lnTo>
                  <a:lnTo>
                    <a:pt x="321119" y="36068"/>
                  </a:lnTo>
                  <a:lnTo>
                    <a:pt x="321271" y="35775"/>
                  </a:lnTo>
                  <a:lnTo>
                    <a:pt x="321398" y="37172"/>
                  </a:lnTo>
                  <a:lnTo>
                    <a:pt x="322402" y="37172"/>
                  </a:lnTo>
                  <a:close/>
                </a:path>
                <a:path w="550545" h="41275">
                  <a:moveTo>
                    <a:pt x="335229" y="37134"/>
                  </a:moveTo>
                  <a:lnTo>
                    <a:pt x="335089" y="35775"/>
                  </a:lnTo>
                  <a:lnTo>
                    <a:pt x="334492" y="29984"/>
                  </a:lnTo>
                  <a:lnTo>
                    <a:pt x="333921" y="24498"/>
                  </a:lnTo>
                  <a:lnTo>
                    <a:pt x="333921" y="34569"/>
                  </a:lnTo>
                  <a:lnTo>
                    <a:pt x="332930" y="36068"/>
                  </a:lnTo>
                  <a:lnTo>
                    <a:pt x="330327" y="36068"/>
                  </a:lnTo>
                  <a:lnTo>
                    <a:pt x="329184" y="34569"/>
                  </a:lnTo>
                  <a:lnTo>
                    <a:pt x="328841" y="31153"/>
                  </a:lnTo>
                  <a:lnTo>
                    <a:pt x="329679" y="29730"/>
                  </a:lnTo>
                  <a:lnTo>
                    <a:pt x="332270" y="29730"/>
                  </a:lnTo>
                  <a:lnTo>
                    <a:pt x="333565" y="31153"/>
                  </a:lnTo>
                  <a:lnTo>
                    <a:pt x="333921" y="34569"/>
                  </a:lnTo>
                  <a:lnTo>
                    <a:pt x="333921" y="24498"/>
                  </a:lnTo>
                  <a:lnTo>
                    <a:pt x="333794" y="23266"/>
                  </a:lnTo>
                  <a:lnTo>
                    <a:pt x="332803" y="23266"/>
                  </a:lnTo>
                  <a:lnTo>
                    <a:pt x="333502" y="29984"/>
                  </a:lnTo>
                  <a:lnTo>
                    <a:pt x="333298" y="29730"/>
                  </a:lnTo>
                  <a:lnTo>
                    <a:pt x="332803" y="29057"/>
                  </a:lnTo>
                  <a:lnTo>
                    <a:pt x="331876" y="28448"/>
                  </a:lnTo>
                  <a:lnTo>
                    <a:pt x="329044" y="28448"/>
                  </a:lnTo>
                  <a:lnTo>
                    <a:pt x="327723" y="30454"/>
                  </a:lnTo>
                  <a:lnTo>
                    <a:pt x="328218" y="35267"/>
                  </a:lnTo>
                  <a:lnTo>
                    <a:pt x="329958" y="37338"/>
                  </a:lnTo>
                  <a:lnTo>
                    <a:pt x="332803" y="37338"/>
                  </a:lnTo>
                  <a:lnTo>
                    <a:pt x="333603" y="36728"/>
                  </a:lnTo>
                  <a:lnTo>
                    <a:pt x="333946" y="36068"/>
                  </a:lnTo>
                  <a:lnTo>
                    <a:pt x="334098" y="35775"/>
                  </a:lnTo>
                  <a:lnTo>
                    <a:pt x="334238" y="37134"/>
                  </a:lnTo>
                  <a:lnTo>
                    <a:pt x="335229" y="37134"/>
                  </a:lnTo>
                  <a:close/>
                </a:path>
                <a:path w="550545" h="41275">
                  <a:moveTo>
                    <a:pt x="342823" y="37134"/>
                  </a:moveTo>
                  <a:lnTo>
                    <a:pt x="341934" y="28587"/>
                  </a:lnTo>
                  <a:lnTo>
                    <a:pt x="340956" y="28587"/>
                  </a:lnTo>
                  <a:lnTo>
                    <a:pt x="341617" y="35013"/>
                  </a:lnTo>
                  <a:lnTo>
                    <a:pt x="340906" y="35979"/>
                  </a:lnTo>
                  <a:lnTo>
                    <a:pt x="338518" y="35979"/>
                  </a:lnTo>
                  <a:lnTo>
                    <a:pt x="337845" y="35153"/>
                  </a:lnTo>
                  <a:lnTo>
                    <a:pt x="337159" y="28587"/>
                  </a:lnTo>
                  <a:lnTo>
                    <a:pt x="336181" y="28587"/>
                  </a:lnTo>
                  <a:lnTo>
                    <a:pt x="336969" y="36182"/>
                  </a:lnTo>
                  <a:lnTo>
                    <a:pt x="337858" y="37274"/>
                  </a:lnTo>
                  <a:lnTo>
                    <a:pt x="340601" y="37274"/>
                  </a:lnTo>
                  <a:lnTo>
                    <a:pt x="341287" y="36842"/>
                  </a:lnTo>
                  <a:lnTo>
                    <a:pt x="341731" y="36106"/>
                  </a:lnTo>
                  <a:lnTo>
                    <a:pt x="341845" y="37134"/>
                  </a:lnTo>
                  <a:lnTo>
                    <a:pt x="342823" y="37134"/>
                  </a:lnTo>
                  <a:close/>
                </a:path>
                <a:path w="550545" h="41275">
                  <a:moveTo>
                    <a:pt x="345020" y="26454"/>
                  </a:moveTo>
                  <a:lnTo>
                    <a:pt x="344919" y="25450"/>
                  </a:lnTo>
                  <a:lnTo>
                    <a:pt x="344551" y="25044"/>
                  </a:lnTo>
                  <a:lnTo>
                    <a:pt x="343789" y="25044"/>
                  </a:lnTo>
                  <a:lnTo>
                    <a:pt x="343522" y="25450"/>
                  </a:lnTo>
                  <a:lnTo>
                    <a:pt x="343623" y="26454"/>
                  </a:lnTo>
                  <a:lnTo>
                    <a:pt x="343966" y="26860"/>
                  </a:lnTo>
                  <a:lnTo>
                    <a:pt x="344741" y="26860"/>
                  </a:lnTo>
                  <a:lnTo>
                    <a:pt x="345020" y="26454"/>
                  </a:lnTo>
                  <a:close/>
                </a:path>
                <a:path w="550545" h="41275">
                  <a:moveTo>
                    <a:pt x="345973" y="37134"/>
                  </a:moveTo>
                  <a:lnTo>
                    <a:pt x="345084" y="28587"/>
                  </a:lnTo>
                  <a:lnTo>
                    <a:pt x="344055" y="28587"/>
                  </a:lnTo>
                  <a:lnTo>
                    <a:pt x="344944" y="37134"/>
                  </a:lnTo>
                  <a:lnTo>
                    <a:pt x="345973" y="37134"/>
                  </a:lnTo>
                  <a:close/>
                </a:path>
                <a:path w="550545" h="41275">
                  <a:moveTo>
                    <a:pt x="358089" y="37134"/>
                  </a:moveTo>
                  <a:lnTo>
                    <a:pt x="357200" y="28587"/>
                  </a:lnTo>
                  <a:lnTo>
                    <a:pt x="356209" y="28587"/>
                  </a:lnTo>
                  <a:lnTo>
                    <a:pt x="356882" y="35013"/>
                  </a:lnTo>
                  <a:lnTo>
                    <a:pt x="356171" y="35979"/>
                  </a:lnTo>
                  <a:lnTo>
                    <a:pt x="353771" y="35979"/>
                  </a:lnTo>
                  <a:lnTo>
                    <a:pt x="353098" y="35153"/>
                  </a:lnTo>
                  <a:lnTo>
                    <a:pt x="352425" y="28587"/>
                  </a:lnTo>
                  <a:lnTo>
                    <a:pt x="351434" y="28587"/>
                  </a:lnTo>
                  <a:lnTo>
                    <a:pt x="352221" y="36182"/>
                  </a:lnTo>
                  <a:lnTo>
                    <a:pt x="353123" y="37274"/>
                  </a:lnTo>
                  <a:lnTo>
                    <a:pt x="355866" y="37274"/>
                  </a:lnTo>
                  <a:lnTo>
                    <a:pt x="356552" y="36842"/>
                  </a:lnTo>
                  <a:lnTo>
                    <a:pt x="356997" y="36106"/>
                  </a:lnTo>
                  <a:lnTo>
                    <a:pt x="357098" y="37134"/>
                  </a:lnTo>
                  <a:lnTo>
                    <a:pt x="358089" y="37134"/>
                  </a:lnTo>
                  <a:close/>
                </a:path>
                <a:path w="550545" h="41275">
                  <a:moveTo>
                    <a:pt x="362204" y="29768"/>
                  </a:moveTo>
                  <a:lnTo>
                    <a:pt x="362089" y="28587"/>
                  </a:lnTo>
                  <a:lnTo>
                    <a:pt x="360616" y="28587"/>
                  </a:lnTo>
                  <a:lnTo>
                    <a:pt x="360273" y="25234"/>
                  </a:lnTo>
                  <a:lnTo>
                    <a:pt x="359283" y="25234"/>
                  </a:lnTo>
                  <a:lnTo>
                    <a:pt x="359638" y="28587"/>
                  </a:lnTo>
                  <a:lnTo>
                    <a:pt x="358660" y="28587"/>
                  </a:lnTo>
                  <a:lnTo>
                    <a:pt x="358775" y="29768"/>
                  </a:lnTo>
                  <a:lnTo>
                    <a:pt x="359752" y="29768"/>
                  </a:lnTo>
                  <a:lnTo>
                    <a:pt x="360514" y="37134"/>
                  </a:lnTo>
                  <a:lnTo>
                    <a:pt x="361518" y="37134"/>
                  </a:lnTo>
                  <a:lnTo>
                    <a:pt x="360743" y="29768"/>
                  </a:lnTo>
                  <a:lnTo>
                    <a:pt x="362204" y="29768"/>
                  </a:lnTo>
                  <a:close/>
                </a:path>
                <a:path w="550545" h="41275">
                  <a:moveTo>
                    <a:pt x="375005" y="37172"/>
                  </a:moveTo>
                  <a:lnTo>
                    <a:pt x="374865" y="35775"/>
                  </a:lnTo>
                  <a:lnTo>
                    <a:pt x="374269" y="29984"/>
                  </a:lnTo>
                  <a:lnTo>
                    <a:pt x="374116" y="28587"/>
                  </a:lnTo>
                  <a:lnTo>
                    <a:pt x="373684" y="28587"/>
                  </a:lnTo>
                  <a:lnTo>
                    <a:pt x="373684" y="34569"/>
                  </a:lnTo>
                  <a:lnTo>
                    <a:pt x="372706" y="36068"/>
                  </a:lnTo>
                  <a:lnTo>
                    <a:pt x="370103" y="36068"/>
                  </a:lnTo>
                  <a:lnTo>
                    <a:pt x="368960" y="34569"/>
                  </a:lnTo>
                  <a:lnTo>
                    <a:pt x="368604" y="31153"/>
                  </a:lnTo>
                  <a:lnTo>
                    <a:pt x="369443" y="29730"/>
                  </a:lnTo>
                  <a:lnTo>
                    <a:pt x="372046" y="29730"/>
                  </a:lnTo>
                  <a:lnTo>
                    <a:pt x="373329" y="31153"/>
                  </a:lnTo>
                  <a:lnTo>
                    <a:pt x="373684" y="34569"/>
                  </a:lnTo>
                  <a:lnTo>
                    <a:pt x="373684" y="28587"/>
                  </a:lnTo>
                  <a:lnTo>
                    <a:pt x="373138" y="28587"/>
                  </a:lnTo>
                  <a:lnTo>
                    <a:pt x="373278" y="29984"/>
                  </a:lnTo>
                  <a:lnTo>
                    <a:pt x="373087" y="29730"/>
                  </a:lnTo>
                  <a:lnTo>
                    <a:pt x="372579" y="29057"/>
                  </a:lnTo>
                  <a:lnTo>
                    <a:pt x="371652" y="28448"/>
                  </a:lnTo>
                  <a:lnTo>
                    <a:pt x="368820" y="28448"/>
                  </a:lnTo>
                  <a:lnTo>
                    <a:pt x="367499" y="30454"/>
                  </a:lnTo>
                  <a:lnTo>
                    <a:pt x="368007" y="35267"/>
                  </a:lnTo>
                  <a:lnTo>
                    <a:pt x="369735" y="37338"/>
                  </a:lnTo>
                  <a:lnTo>
                    <a:pt x="372567" y="37338"/>
                  </a:lnTo>
                  <a:lnTo>
                    <a:pt x="373380" y="36728"/>
                  </a:lnTo>
                  <a:lnTo>
                    <a:pt x="373722" y="36068"/>
                  </a:lnTo>
                  <a:lnTo>
                    <a:pt x="373875" y="35775"/>
                  </a:lnTo>
                  <a:lnTo>
                    <a:pt x="374015" y="37172"/>
                  </a:lnTo>
                  <a:lnTo>
                    <a:pt x="375005" y="37172"/>
                  </a:lnTo>
                  <a:close/>
                </a:path>
                <a:path w="550545" h="41275">
                  <a:moveTo>
                    <a:pt x="379476" y="29730"/>
                  </a:moveTo>
                  <a:lnTo>
                    <a:pt x="379336" y="28460"/>
                  </a:lnTo>
                  <a:lnTo>
                    <a:pt x="378434" y="28460"/>
                  </a:lnTo>
                  <a:lnTo>
                    <a:pt x="377723" y="28956"/>
                  </a:lnTo>
                  <a:lnTo>
                    <a:pt x="377278" y="29756"/>
                  </a:lnTo>
                  <a:lnTo>
                    <a:pt x="377164" y="28587"/>
                  </a:lnTo>
                  <a:lnTo>
                    <a:pt x="376174" y="28587"/>
                  </a:lnTo>
                  <a:lnTo>
                    <a:pt x="377050" y="37134"/>
                  </a:lnTo>
                  <a:lnTo>
                    <a:pt x="378040" y="37134"/>
                  </a:lnTo>
                  <a:lnTo>
                    <a:pt x="377367" y="30670"/>
                  </a:lnTo>
                  <a:lnTo>
                    <a:pt x="378320" y="29730"/>
                  </a:lnTo>
                  <a:lnTo>
                    <a:pt x="379476" y="29730"/>
                  </a:lnTo>
                  <a:close/>
                </a:path>
                <a:path w="550545" h="41275">
                  <a:moveTo>
                    <a:pt x="387299" y="34391"/>
                  </a:moveTo>
                  <a:lnTo>
                    <a:pt x="386181" y="34391"/>
                  </a:lnTo>
                  <a:lnTo>
                    <a:pt x="385876" y="35369"/>
                  </a:lnTo>
                  <a:lnTo>
                    <a:pt x="385191" y="36068"/>
                  </a:lnTo>
                  <a:lnTo>
                    <a:pt x="382981" y="36068"/>
                  </a:lnTo>
                  <a:lnTo>
                    <a:pt x="381812" y="34569"/>
                  </a:lnTo>
                  <a:lnTo>
                    <a:pt x="381457" y="31153"/>
                  </a:lnTo>
                  <a:lnTo>
                    <a:pt x="382333" y="29730"/>
                  </a:lnTo>
                  <a:lnTo>
                    <a:pt x="384543" y="29730"/>
                  </a:lnTo>
                  <a:lnTo>
                    <a:pt x="385356" y="30391"/>
                  </a:lnTo>
                  <a:lnTo>
                    <a:pt x="385864" y="31369"/>
                  </a:lnTo>
                  <a:lnTo>
                    <a:pt x="386969" y="31369"/>
                  </a:lnTo>
                  <a:lnTo>
                    <a:pt x="386321" y="29679"/>
                  </a:lnTo>
                  <a:lnTo>
                    <a:pt x="384962" y="28460"/>
                  </a:lnTo>
                  <a:lnTo>
                    <a:pt x="381660" y="28460"/>
                  </a:lnTo>
                  <a:lnTo>
                    <a:pt x="380352" y="30454"/>
                  </a:lnTo>
                  <a:lnTo>
                    <a:pt x="380847" y="35267"/>
                  </a:lnTo>
                  <a:lnTo>
                    <a:pt x="382587" y="37350"/>
                  </a:lnTo>
                  <a:lnTo>
                    <a:pt x="385889" y="37350"/>
                  </a:lnTo>
                  <a:lnTo>
                    <a:pt x="387019" y="36118"/>
                  </a:lnTo>
                  <a:lnTo>
                    <a:pt x="387299" y="34391"/>
                  </a:lnTo>
                  <a:close/>
                </a:path>
                <a:path w="550545" h="41275">
                  <a:moveTo>
                    <a:pt x="394741" y="37134"/>
                  </a:moveTo>
                  <a:lnTo>
                    <a:pt x="393852" y="28587"/>
                  </a:lnTo>
                  <a:lnTo>
                    <a:pt x="392861" y="28587"/>
                  </a:lnTo>
                  <a:lnTo>
                    <a:pt x="393534" y="35013"/>
                  </a:lnTo>
                  <a:lnTo>
                    <a:pt x="392823" y="35979"/>
                  </a:lnTo>
                  <a:lnTo>
                    <a:pt x="390423" y="35979"/>
                  </a:lnTo>
                  <a:lnTo>
                    <a:pt x="389763" y="35153"/>
                  </a:lnTo>
                  <a:lnTo>
                    <a:pt x="389077" y="28587"/>
                  </a:lnTo>
                  <a:lnTo>
                    <a:pt x="388086" y="28587"/>
                  </a:lnTo>
                  <a:lnTo>
                    <a:pt x="388874" y="36182"/>
                  </a:lnTo>
                  <a:lnTo>
                    <a:pt x="389775" y="37274"/>
                  </a:lnTo>
                  <a:lnTo>
                    <a:pt x="392518" y="37274"/>
                  </a:lnTo>
                  <a:lnTo>
                    <a:pt x="393204" y="36842"/>
                  </a:lnTo>
                  <a:lnTo>
                    <a:pt x="393649" y="36106"/>
                  </a:lnTo>
                  <a:lnTo>
                    <a:pt x="393750" y="37134"/>
                  </a:lnTo>
                  <a:lnTo>
                    <a:pt x="394741" y="37134"/>
                  </a:lnTo>
                  <a:close/>
                </a:path>
                <a:path w="550545" h="41275">
                  <a:moveTo>
                    <a:pt x="406958" y="34391"/>
                  </a:moveTo>
                  <a:lnTo>
                    <a:pt x="405828" y="34391"/>
                  </a:lnTo>
                  <a:lnTo>
                    <a:pt x="405536" y="35369"/>
                  </a:lnTo>
                  <a:lnTo>
                    <a:pt x="404850" y="36068"/>
                  </a:lnTo>
                  <a:lnTo>
                    <a:pt x="402640" y="36068"/>
                  </a:lnTo>
                  <a:lnTo>
                    <a:pt x="401472" y="34569"/>
                  </a:lnTo>
                  <a:lnTo>
                    <a:pt x="401116" y="31153"/>
                  </a:lnTo>
                  <a:lnTo>
                    <a:pt x="401993" y="29730"/>
                  </a:lnTo>
                  <a:lnTo>
                    <a:pt x="404202" y="29730"/>
                  </a:lnTo>
                  <a:lnTo>
                    <a:pt x="405015" y="30391"/>
                  </a:lnTo>
                  <a:lnTo>
                    <a:pt x="405523" y="31369"/>
                  </a:lnTo>
                  <a:lnTo>
                    <a:pt x="406628" y="31369"/>
                  </a:lnTo>
                  <a:lnTo>
                    <a:pt x="405980" y="29679"/>
                  </a:lnTo>
                  <a:lnTo>
                    <a:pt x="404622" y="28460"/>
                  </a:lnTo>
                  <a:lnTo>
                    <a:pt x="401320" y="28460"/>
                  </a:lnTo>
                  <a:lnTo>
                    <a:pt x="400011" y="30454"/>
                  </a:lnTo>
                  <a:lnTo>
                    <a:pt x="400519" y="35267"/>
                  </a:lnTo>
                  <a:lnTo>
                    <a:pt x="402247" y="37350"/>
                  </a:lnTo>
                  <a:lnTo>
                    <a:pt x="405549" y="37350"/>
                  </a:lnTo>
                  <a:lnTo>
                    <a:pt x="406679" y="36118"/>
                  </a:lnTo>
                  <a:lnTo>
                    <a:pt x="406958" y="34391"/>
                  </a:lnTo>
                  <a:close/>
                </a:path>
                <a:path w="550545" h="41275">
                  <a:moveTo>
                    <a:pt x="414794" y="35267"/>
                  </a:moveTo>
                  <a:lnTo>
                    <a:pt x="414299" y="30454"/>
                  </a:lnTo>
                  <a:lnTo>
                    <a:pt x="413689" y="29756"/>
                  </a:lnTo>
                  <a:lnTo>
                    <a:pt x="413689" y="34569"/>
                  </a:lnTo>
                  <a:lnTo>
                    <a:pt x="412826" y="36068"/>
                  </a:lnTo>
                  <a:lnTo>
                    <a:pt x="410197" y="36068"/>
                  </a:lnTo>
                  <a:lnTo>
                    <a:pt x="409028" y="34569"/>
                  </a:lnTo>
                  <a:lnTo>
                    <a:pt x="408673" y="31153"/>
                  </a:lnTo>
                  <a:lnTo>
                    <a:pt x="409536" y="29730"/>
                  </a:lnTo>
                  <a:lnTo>
                    <a:pt x="412165" y="29730"/>
                  </a:lnTo>
                  <a:lnTo>
                    <a:pt x="413346" y="31153"/>
                  </a:lnTo>
                  <a:lnTo>
                    <a:pt x="413689" y="34569"/>
                  </a:lnTo>
                  <a:lnTo>
                    <a:pt x="413689" y="29756"/>
                  </a:lnTo>
                  <a:lnTo>
                    <a:pt x="412572" y="28448"/>
                  </a:lnTo>
                  <a:lnTo>
                    <a:pt x="408876" y="28448"/>
                  </a:lnTo>
                  <a:lnTo>
                    <a:pt x="407568" y="30454"/>
                  </a:lnTo>
                  <a:lnTo>
                    <a:pt x="408063" y="35267"/>
                  </a:lnTo>
                  <a:lnTo>
                    <a:pt x="409803" y="37338"/>
                  </a:lnTo>
                  <a:lnTo>
                    <a:pt x="413486" y="37338"/>
                  </a:lnTo>
                  <a:lnTo>
                    <a:pt x="414299" y="36068"/>
                  </a:lnTo>
                  <a:lnTo>
                    <a:pt x="414794" y="35267"/>
                  </a:lnTo>
                  <a:close/>
                </a:path>
                <a:path w="550545" h="41275">
                  <a:moveTo>
                    <a:pt x="422300" y="37134"/>
                  </a:moveTo>
                  <a:lnTo>
                    <a:pt x="421513" y="29540"/>
                  </a:lnTo>
                  <a:lnTo>
                    <a:pt x="420598" y="28448"/>
                  </a:lnTo>
                  <a:lnTo>
                    <a:pt x="417855" y="28448"/>
                  </a:lnTo>
                  <a:lnTo>
                    <a:pt x="417182" y="28879"/>
                  </a:lnTo>
                  <a:lnTo>
                    <a:pt x="416737" y="29616"/>
                  </a:lnTo>
                  <a:lnTo>
                    <a:pt x="416636" y="28587"/>
                  </a:lnTo>
                  <a:lnTo>
                    <a:pt x="415632" y="28587"/>
                  </a:lnTo>
                  <a:lnTo>
                    <a:pt x="416534" y="37134"/>
                  </a:lnTo>
                  <a:lnTo>
                    <a:pt x="417512" y="37134"/>
                  </a:lnTo>
                  <a:lnTo>
                    <a:pt x="416839" y="30670"/>
                  </a:lnTo>
                  <a:lnTo>
                    <a:pt x="417550" y="29692"/>
                  </a:lnTo>
                  <a:lnTo>
                    <a:pt x="418871" y="29730"/>
                  </a:lnTo>
                  <a:lnTo>
                    <a:pt x="419950" y="29730"/>
                  </a:lnTo>
                  <a:lnTo>
                    <a:pt x="420636" y="30568"/>
                  </a:lnTo>
                  <a:lnTo>
                    <a:pt x="421309" y="37134"/>
                  </a:lnTo>
                  <a:lnTo>
                    <a:pt x="422300" y="37134"/>
                  </a:lnTo>
                  <a:close/>
                </a:path>
                <a:path w="550545" h="41275">
                  <a:moveTo>
                    <a:pt x="428650" y="36207"/>
                  </a:moveTo>
                  <a:lnTo>
                    <a:pt x="428345" y="33286"/>
                  </a:lnTo>
                  <a:lnTo>
                    <a:pt x="427609" y="32524"/>
                  </a:lnTo>
                  <a:lnTo>
                    <a:pt x="424802" y="31813"/>
                  </a:lnTo>
                  <a:lnTo>
                    <a:pt x="424332" y="31432"/>
                  </a:lnTo>
                  <a:lnTo>
                    <a:pt x="424205" y="30162"/>
                  </a:lnTo>
                  <a:lnTo>
                    <a:pt x="424700" y="29679"/>
                  </a:lnTo>
                  <a:lnTo>
                    <a:pt x="426250" y="29679"/>
                  </a:lnTo>
                  <a:lnTo>
                    <a:pt x="426783" y="30099"/>
                  </a:lnTo>
                  <a:lnTo>
                    <a:pt x="426923" y="30683"/>
                  </a:lnTo>
                  <a:lnTo>
                    <a:pt x="427824" y="30683"/>
                  </a:lnTo>
                  <a:lnTo>
                    <a:pt x="427596" y="29387"/>
                  </a:lnTo>
                  <a:lnTo>
                    <a:pt x="426631" y="28448"/>
                  </a:lnTo>
                  <a:lnTo>
                    <a:pt x="423875" y="28448"/>
                  </a:lnTo>
                  <a:lnTo>
                    <a:pt x="423214" y="29502"/>
                  </a:lnTo>
                  <a:lnTo>
                    <a:pt x="423494" y="32156"/>
                  </a:lnTo>
                  <a:lnTo>
                    <a:pt x="424268" y="32905"/>
                  </a:lnTo>
                  <a:lnTo>
                    <a:pt x="427075" y="33616"/>
                  </a:lnTo>
                  <a:lnTo>
                    <a:pt x="427507" y="33883"/>
                  </a:lnTo>
                  <a:lnTo>
                    <a:pt x="427685" y="35483"/>
                  </a:lnTo>
                  <a:lnTo>
                    <a:pt x="427088" y="36042"/>
                  </a:lnTo>
                  <a:lnTo>
                    <a:pt x="425297" y="36042"/>
                  </a:lnTo>
                  <a:lnTo>
                    <a:pt x="424573" y="35420"/>
                  </a:lnTo>
                  <a:lnTo>
                    <a:pt x="424395" y="34709"/>
                  </a:lnTo>
                  <a:lnTo>
                    <a:pt x="423506" y="34709"/>
                  </a:lnTo>
                  <a:lnTo>
                    <a:pt x="423710" y="36207"/>
                  </a:lnTo>
                  <a:lnTo>
                    <a:pt x="424815" y="37274"/>
                  </a:lnTo>
                  <a:lnTo>
                    <a:pt x="427888" y="37274"/>
                  </a:lnTo>
                  <a:lnTo>
                    <a:pt x="428650" y="36207"/>
                  </a:lnTo>
                  <a:close/>
                </a:path>
                <a:path w="550545" h="41275">
                  <a:moveTo>
                    <a:pt x="436194" y="33489"/>
                  </a:moveTo>
                  <a:lnTo>
                    <a:pt x="436054" y="32245"/>
                  </a:lnTo>
                  <a:lnTo>
                    <a:pt x="435876" y="30454"/>
                  </a:lnTo>
                  <a:lnTo>
                    <a:pt x="435254" y="29730"/>
                  </a:lnTo>
                  <a:lnTo>
                    <a:pt x="435000" y="29438"/>
                  </a:lnTo>
                  <a:lnTo>
                    <a:pt x="435000" y="32245"/>
                  </a:lnTo>
                  <a:lnTo>
                    <a:pt x="430403" y="32245"/>
                  </a:lnTo>
                  <a:lnTo>
                    <a:pt x="430491" y="30822"/>
                  </a:lnTo>
                  <a:lnTo>
                    <a:pt x="431292" y="29730"/>
                  </a:lnTo>
                  <a:lnTo>
                    <a:pt x="433578" y="29730"/>
                  </a:lnTo>
                  <a:lnTo>
                    <a:pt x="434619" y="30822"/>
                  </a:lnTo>
                  <a:lnTo>
                    <a:pt x="435000" y="32245"/>
                  </a:lnTo>
                  <a:lnTo>
                    <a:pt x="435000" y="29438"/>
                  </a:lnTo>
                  <a:lnTo>
                    <a:pt x="434149" y="28448"/>
                  </a:lnTo>
                  <a:lnTo>
                    <a:pt x="430466" y="28448"/>
                  </a:lnTo>
                  <a:lnTo>
                    <a:pt x="429145" y="30454"/>
                  </a:lnTo>
                  <a:lnTo>
                    <a:pt x="429641" y="35267"/>
                  </a:lnTo>
                  <a:lnTo>
                    <a:pt x="431380" y="37350"/>
                  </a:lnTo>
                  <a:lnTo>
                    <a:pt x="434543" y="37350"/>
                  </a:lnTo>
                  <a:lnTo>
                    <a:pt x="435597" y="36360"/>
                  </a:lnTo>
                  <a:lnTo>
                    <a:pt x="435686" y="36055"/>
                  </a:lnTo>
                  <a:lnTo>
                    <a:pt x="436003" y="34874"/>
                  </a:lnTo>
                  <a:lnTo>
                    <a:pt x="434771" y="34874"/>
                  </a:lnTo>
                  <a:lnTo>
                    <a:pt x="434428" y="35585"/>
                  </a:lnTo>
                  <a:lnTo>
                    <a:pt x="433857" y="36055"/>
                  </a:lnTo>
                  <a:lnTo>
                    <a:pt x="431939" y="36055"/>
                  </a:lnTo>
                  <a:lnTo>
                    <a:pt x="430898" y="34874"/>
                  </a:lnTo>
                  <a:lnTo>
                    <a:pt x="430530" y="33489"/>
                  </a:lnTo>
                  <a:lnTo>
                    <a:pt x="436194" y="33489"/>
                  </a:lnTo>
                  <a:close/>
                </a:path>
                <a:path w="550545" h="41275">
                  <a:moveTo>
                    <a:pt x="444868" y="41021"/>
                  </a:moveTo>
                  <a:lnTo>
                    <a:pt x="444322" y="35775"/>
                  </a:lnTo>
                  <a:lnTo>
                    <a:pt x="443725" y="29984"/>
                  </a:lnTo>
                  <a:lnTo>
                    <a:pt x="443585" y="28587"/>
                  </a:lnTo>
                  <a:lnTo>
                    <a:pt x="443166" y="28587"/>
                  </a:lnTo>
                  <a:lnTo>
                    <a:pt x="443166" y="34569"/>
                  </a:lnTo>
                  <a:lnTo>
                    <a:pt x="442175" y="36068"/>
                  </a:lnTo>
                  <a:lnTo>
                    <a:pt x="439572" y="36068"/>
                  </a:lnTo>
                  <a:lnTo>
                    <a:pt x="438429" y="34569"/>
                  </a:lnTo>
                  <a:lnTo>
                    <a:pt x="438086" y="31153"/>
                  </a:lnTo>
                  <a:lnTo>
                    <a:pt x="438924" y="29730"/>
                  </a:lnTo>
                  <a:lnTo>
                    <a:pt x="441515" y="29730"/>
                  </a:lnTo>
                  <a:lnTo>
                    <a:pt x="442810" y="31153"/>
                  </a:lnTo>
                  <a:lnTo>
                    <a:pt x="443166" y="34569"/>
                  </a:lnTo>
                  <a:lnTo>
                    <a:pt x="443166" y="28587"/>
                  </a:lnTo>
                  <a:lnTo>
                    <a:pt x="442595" y="28587"/>
                  </a:lnTo>
                  <a:lnTo>
                    <a:pt x="442747" y="29984"/>
                  </a:lnTo>
                  <a:lnTo>
                    <a:pt x="442544" y="29730"/>
                  </a:lnTo>
                  <a:lnTo>
                    <a:pt x="442048" y="29057"/>
                  </a:lnTo>
                  <a:lnTo>
                    <a:pt x="441121" y="28448"/>
                  </a:lnTo>
                  <a:lnTo>
                    <a:pt x="438277" y="28448"/>
                  </a:lnTo>
                  <a:lnTo>
                    <a:pt x="436968" y="30454"/>
                  </a:lnTo>
                  <a:lnTo>
                    <a:pt x="437464" y="35267"/>
                  </a:lnTo>
                  <a:lnTo>
                    <a:pt x="439204" y="37338"/>
                  </a:lnTo>
                  <a:lnTo>
                    <a:pt x="442036" y="37338"/>
                  </a:lnTo>
                  <a:lnTo>
                    <a:pt x="442849" y="36728"/>
                  </a:lnTo>
                  <a:lnTo>
                    <a:pt x="443191" y="36068"/>
                  </a:lnTo>
                  <a:lnTo>
                    <a:pt x="443344" y="35775"/>
                  </a:lnTo>
                  <a:lnTo>
                    <a:pt x="443890" y="41021"/>
                  </a:lnTo>
                  <a:lnTo>
                    <a:pt x="444868" y="41021"/>
                  </a:lnTo>
                  <a:close/>
                </a:path>
                <a:path w="550545" h="41275">
                  <a:moveTo>
                    <a:pt x="452069" y="37134"/>
                  </a:moveTo>
                  <a:lnTo>
                    <a:pt x="451180" y="28587"/>
                  </a:lnTo>
                  <a:lnTo>
                    <a:pt x="450189" y="28587"/>
                  </a:lnTo>
                  <a:lnTo>
                    <a:pt x="450862" y="35013"/>
                  </a:lnTo>
                  <a:lnTo>
                    <a:pt x="450151" y="35979"/>
                  </a:lnTo>
                  <a:lnTo>
                    <a:pt x="447751" y="35979"/>
                  </a:lnTo>
                  <a:lnTo>
                    <a:pt x="447090" y="35153"/>
                  </a:lnTo>
                  <a:lnTo>
                    <a:pt x="446405" y="28587"/>
                  </a:lnTo>
                  <a:lnTo>
                    <a:pt x="445414" y="28587"/>
                  </a:lnTo>
                  <a:lnTo>
                    <a:pt x="446201" y="36182"/>
                  </a:lnTo>
                  <a:lnTo>
                    <a:pt x="447103" y="37274"/>
                  </a:lnTo>
                  <a:lnTo>
                    <a:pt x="449846" y="37274"/>
                  </a:lnTo>
                  <a:lnTo>
                    <a:pt x="450532" y="36842"/>
                  </a:lnTo>
                  <a:lnTo>
                    <a:pt x="450977" y="36106"/>
                  </a:lnTo>
                  <a:lnTo>
                    <a:pt x="451091" y="37134"/>
                  </a:lnTo>
                  <a:lnTo>
                    <a:pt x="452069" y="37134"/>
                  </a:lnTo>
                  <a:close/>
                </a:path>
                <a:path w="550545" h="41275">
                  <a:moveTo>
                    <a:pt x="504545" y="13881"/>
                  </a:moveTo>
                  <a:lnTo>
                    <a:pt x="503656" y="5334"/>
                  </a:lnTo>
                  <a:lnTo>
                    <a:pt x="502666" y="5334"/>
                  </a:lnTo>
                  <a:lnTo>
                    <a:pt x="503339" y="11760"/>
                  </a:lnTo>
                  <a:lnTo>
                    <a:pt x="502627" y="12738"/>
                  </a:lnTo>
                  <a:lnTo>
                    <a:pt x="500227" y="12738"/>
                  </a:lnTo>
                  <a:lnTo>
                    <a:pt x="499554" y="11899"/>
                  </a:lnTo>
                  <a:lnTo>
                    <a:pt x="498881" y="5334"/>
                  </a:lnTo>
                  <a:lnTo>
                    <a:pt x="497890" y="5334"/>
                  </a:lnTo>
                  <a:lnTo>
                    <a:pt x="498678" y="12928"/>
                  </a:lnTo>
                  <a:lnTo>
                    <a:pt x="499579" y="14008"/>
                  </a:lnTo>
                  <a:lnTo>
                    <a:pt x="502323" y="14008"/>
                  </a:lnTo>
                  <a:lnTo>
                    <a:pt x="502996" y="13576"/>
                  </a:lnTo>
                  <a:lnTo>
                    <a:pt x="503453" y="12852"/>
                  </a:lnTo>
                  <a:lnTo>
                    <a:pt x="503555" y="13881"/>
                  </a:lnTo>
                  <a:lnTo>
                    <a:pt x="504545" y="13881"/>
                  </a:lnTo>
                  <a:close/>
                </a:path>
                <a:path w="550545" h="41275">
                  <a:moveTo>
                    <a:pt x="507504" y="13868"/>
                  </a:moveTo>
                  <a:lnTo>
                    <a:pt x="506069" y="12"/>
                  </a:lnTo>
                  <a:lnTo>
                    <a:pt x="505091" y="12"/>
                  </a:lnTo>
                  <a:lnTo>
                    <a:pt x="506526" y="13868"/>
                  </a:lnTo>
                  <a:lnTo>
                    <a:pt x="507504" y="13868"/>
                  </a:lnTo>
                  <a:close/>
                </a:path>
                <a:path w="550545" h="41275">
                  <a:moveTo>
                    <a:pt x="515797" y="13919"/>
                  </a:moveTo>
                  <a:lnTo>
                    <a:pt x="515645" y="12509"/>
                  </a:lnTo>
                  <a:lnTo>
                    <a:pt x="515048" y="6718"/>
                  </a:lnTo>
                  <a:lnTo>
                    <a:pt x="514908" y="5334"/>
                  </a:lnTo>
                  <a:lnTo>
                    <a:pt x="514477" y="5334"/>
                  </a:lnTo>
                  <a:lnTo>
                    <a:pt x="514477" y="11315"/>
                  </a:lnTo>
                  <a:lnTo>
                    <a:pt x="513486" y="12801"/>
                  </a:lnTo>
                  <a:lnTo>
                    <a:pt x="510895" y="12801"/>
                  </a:lnTo>
                  <a:lnTo>
                    <a:pt x="509752" y="11315"/>
                  </a:lnTo>
                  <a:lnTo>
                    <a:pt x="509397" y="7899"/>
                  </a:lnTo>
                  <a:lnTo>
                    <a:pt x="510235" y="6477"/>
                  </a:lnTo>
                  <a:lnTo>
                    <a:pt x="512826" y="6477"/>
                  </a:lnTo>
                  <a:lnTo>
                    <a:pt x="514121" y="7899"/>
                  </a:lnTo>
                  <a:lnTo>
                    <a:pt x="514477" y="11315"/>
                  </a:lnTo>
                  <a:lnTo>
                    <a:pt x="514477" y="5334"/>
                  </a:lnTo>
                  <a:lnTo>
                    <a:pt x="513918" y="5334"/>
                  </a:lnTo>
                  <a:lnTo>
                    <a:pt x="514070" y="6718"/>
                  </a:lnTo>
                  <a:lnTo>
                    <a:pt x="513880" y="6477"/>
                  </a:lnTo>
                  <a:lnTo>
                    <a:pt x="513359" y="5803"/>
                  </a:lnTo>
                  <a:lnTo>
                    <a:pt x="512445" y="5194"/>
                  </a:lnTo>
                  <a:lnTo>
                    <a:pt x="509600" y="5194"/>
                  </a:lnTo>
                  <a:lnTo>
                    <a:pt x="508292" y="7200"/>
                  </a:lnTo>
                  <a:lnTo>
                    <a:pt x="508787" y="12014"/>
                  </a:lnTo>
                  <a:lnTo>
                    <a:pt x="510527" y="14084"/>
                  </a:lnTo>
                  <a:lnTo>
                    <a:pt x="513359" y="14084"/>
                  </a:lnTo>
                  <a:lnTo>
                    <a:pt x="514159" y="13462"/>
                  </a:lnTo>
                  <a:lnTo>
                    <a:pt x="514502" y="12801"/>
                  </a:lnTo>
                  <a:lnTo>
                    <a:pt x="514667" y="12509"/>
                  </a:lnTo>
                  <a:lnTo>
                    <a:pt x="514794" y="13919"/>
                  </a:lnTo>
                  <a:lnTo>
                    <a:pt x="515797" y="13919"/>
                  </a:lnTo>
                  <a:close/>
                </a:path>
                <a:path w="550545" h="41275">
                  <a:moveTo>
                    <a:pt x="518782" y="13487"/>
                  </a:moveTo>
                  <a:lnTo>
                    <a:pt x="518655" y="12293"/>
                  </a:lnTo>
                  <a:lnTo>
                    <a:pt x="518236" y="11811"/>
                  </a:lnTo>
                  <a:lnTo>
                    <a:pt x="517334" y="11811"/>
                  </a:lnTo>
                  <a:lnTo>
                    <a:pt x="517004" y="12293"/>
                  </a:lnTo>
                  <a:lnTo>
                    <a:pt x="517067" y="12890"/>
                  </a:lnTo>
                  <a:lnTo>
                    <a:pt x="517131" y="13487"/>
                  </a:lnTo>
                  <a:lnTo>
                    <a:pt x="517550" y="13970"/>
                  </a:lnTo>
                  <a:lnTo>
                    <a:pt x="518452" y="13970"/>
                  </a:lnTo>
                  <a:lnTo>
                    <a:pt x="518782" y="13487"/>
                  </a:lnTo>
                  <a:close/>
                </a:path>
                <a:path w="550545" h="41275">
                  <a:moveTo>
                    <a:pt x="533323" y="11887"/>
                  </a:moveTo>
                  <a:lnTo>
                    <a:pt x="532295" y="1993"/>
                  </a:lnTo>
                  <a:lnTo>
                    <a:pt x="532104" y="1778"/>
                  </a:lnTo>
                  <a:lnTo>
                    <a:pt x="532104" y="10922"/>
                  </a:lnTo>
                  <a:lnTo>
                    <a:pt x="531050" y="12522"/>
                  </a:lnTo>
                  <a:lnTo>
                    <a:pt x="526300" y="12522"/>
                  </a:lnTo>
                  <a:lnTo>
                    <a:pt x="525145" y="1371"/>
                  </a:lnTo>
                  <a:lnTo>
                    <a:pt x="529907" y="1371"/>
                  </a:lnTo>
                  <a:lnTo>
                    <a:pt x="531291" y="2959"/>
                  </a:lnTo>
                  <a:lnTo>
                    <a:pt x="532104" y="10922"/>
                  </a:lnTo>
                  <a:lnTo>
                    <a:pt x="532104" y="1778"/>
                  </a:lnTo>
                  <a:lnTo>
                    <a:pt x="531749" y="1371"/>
                  </a:lnTo>
                  <a:lnTo>
                    <a:pt x="530567" y="0"/>
                  </a:lnTo>
                  <a:lnTo>
                    <a:pt x="523938" y="0"/>
                  </a:lnTo>
                  <a:lnTo>
                    <a:pt x="525373" y="13881"/>
                  </a:lnTo>
                  <a:lnTo>
                    <a:pt x="532003" y="13881"/>
                  </a:lnTo>
                  <a:lnTo>
                    <a:pt x="532904" y="12522"/>
                  </a:lnTo>
                  <a:lnTo>
                    <a:pt x="533323" y="11887"/>
                  </a:lnTo>
                  <a:close/>
                </a:path>
                <a:path w="550545" h="41275">
                  <a:moveTo>
                    <a:pt x="540753" y="13881"/>
                  </a:moveTo>
                  <a:lnTo>
                    <a:pt x="539877" y="5334"/>
                  </a:lnTo>
                  <a:lnTo>
                    <a:pt x="538886" y="5334"/>
                  </a:lnTo>
                  <a:lnTo>
                    <a:pt x="539546" y="11760"/>
                  </a:lnTo>
                  <a:lnTo>
                    <a:pt x="538835" y="12738"/>
                  </a:lnTo>
                  <a:lnTo>
                    <a:pt x="536435" y="12738"/>
                  </a:lnTo>
                  <a:lnTo>
                    <a:pt x="535774" y="11899"/>
                  </a:lnTo>
                  <a:lnTo>
                    <a:pt x="535089" y="5334"/>
                  </a:lnTo>
                  <a:lnTo>
                    <a:pt x="534111" y="5334"/>
                  </a:lnTo>
                  <a:lnTo>
                    <a:pt x="534885" y="12928"/>
                  </a:lnTo>
                  <a:lnTo>
                    <a:pt x="535787" y="14008"/>
                  </a:lnTo>
                  <a:lnTo>
                    <a:pt x="538530" y="14008"/>
                  </a:lnTo>
                  <a:lnTo>
                    <a:pt x="539216" y="13576"/>
                  </a:lnTo>
                  <a:lnTo>
                    <a:pt x="539661" y="12852"/>
                  </a:lnTo>
                  <a:lnTo>
                    <a:pt x="539775" y="13881"/>
                  </a:lnTo>
                  <a:lnTo>
                    <a:pt x="540753" y="13881"/>
                  </a:lnTo>
                  <a:close/>
                </a:path>
                <a:path w="550545" h="41275">
                  <a:moveTo>
                    <a:pt x="542950" y="3200"/>
                  </a:moveTo>
                  <a:lnTo>
                    <a:pt x="542848" y="2197"/>
                  </a:lnTo>
                  <a:lnTo>
                    <a:pt x="542480" y="1778"/>
                  </a:lnTo>
                  <a:lnTo>
                    <a:pt x="541718" y="1778"/>
                  </a:lnTo>
                  <a:lnTo>
                    <a:pt x="541451" y="2197"/>
                  </a:lnTo>
                  <a:lnTo>
                    <a:pt x="541553" y="3200"/>
                  </a:lnTo>
                  <a:lnTo>
                    <a:pt x="541909" y="3606"/>
                  </a:lnTo>
                  <a:lnTo>
                    <a:pt x="542671" y="3606"/>
                  </a:lnTo>
                  <a:lnTo>
                    <a:pt x="542950" y="3200"/>
                  </a:lnTo>
                  <a:close/>
                </a:path>
                <a:path w="550545" h="41275">
                  <a:moveTo>
                    <a:pt x="543902" y="13881"/>
                  </a:moveTo>
                  <a:lnTo>
                    <a:pt x="543001" y="5334"/>
                  </a:lnTo>
                  <a:lnTo>
                    <a:pt x="541985" y="5334"/>
                  </a:lnTo>
                  <a:lnTo>
                    <a:pt x="542874" y="13881"/>
                  </a:lnTo>
                  <a:lnTo>
                    <a:pt x="543902" y="13881"/>
                  </a:lnTo>
                  <a:close/>
                </a:path>
                <a:path w="550545" h="41275">
                  <a:moveTo>
                    <a:pt x="550418" y="12941"/>
                  </a:moveTo>
                  <a:lnTo>
                    <a:pt x="550125" y="10033"/>
                  </a:lnTo>
                  <a:lnTo>
                    <a:pt x="549376" y="9271"/>
                  </a:lnTo>
                  <a:lnTo>
                    <a:pt x="547662" y="8826"/>
                  </a:lnTo>
                  <a:lnTo>
                    <a:pt x="546569" y="8559"/>
                  </a:lnTo>
                  <a:lnTo>
                    <a:pt x="546100" y="8178"/>
                  </a:lnTo>
                  <a:lnTo>
                    <a:pt x="545973" y="6908"/>
                  </a:lnTo>
                  <a:lnTo>
                    <a:pt x="546468" y="6426"/>
                  </a:lnTo>
                  <a:lnTo>
                    <a:pt x="548017" y="6426"/>
                  </a:lnTo>
                  <a:lnTo>
                    <a:pt x="548551" y="6845"/>
                  </a:lnTo>
                  <a:lnTo>
                    <a:pt x="548690" y="7429"/>
                  </a:lnTo>
                  <a:lnTo>
                    <a:pt x="549592" y="7429"/>
                  </a:lnTo>
                  <a:lnTo>
                    <a:pt x="549363" y="6134"/>
                  </a:lnTo>
                  <a:lnTo>
                    <a:pt x="548398" y="5194"/>
                  </a:lnTo>
                  <a:lnTo>
                    <a:pt x="545642" y="5194"/>
                  </a:lnTo>
                  <a:lnTo>
                    <a:pt x="544995" y="6248"/>
                  </a:lnTo>
                  <a:lnTo>
                    <a:pt x="545261" y="8902"/>
                  </a:lnTo>
                  <a:lnTo>
                    <a:pt x="546036" y="9652"/>
                  </a:lnTo>
                  <a:lnTo>
                    <a:pt x="548843" y="10363"/>
                  </a:lnTo>
                  <a:lnTo>
                    <a:pt x="549287" y="10629"/>
                  </a:lnTo>
                  <a:lnTo>
                    <a:pt x="549452" y="12230"/>
                  </a:lnTo>
                  <a:lnTo>
                    <a:pt x="548868" y="12788"/>
                  </a:lnTo>
                  <a:lnTo>
                    <a:pt x="547077" y="12788"/>
                  </a:lnTo>
                  <a:lnTo>
                    <a:pt x="546341" y="12166"/>
                  </a:lnTo>
                  <a:lnTo>
                    <a:pt x="546176" y="11455"/>
                  </a:lnTo>
                  <a:lnTo>
                    <a:pt x="545274" y="11455"/>
                  </a:lnTo>
                  <a:lnTo>
                    <a:pt x="545490" y="12941"/>
                  </a:lnTo>
                  <a:lnTo>
                    <a:pt x="546582" y="14020"/>
                  </a:lnTo>
                  <a:lnTo>
                    <a:pt x="549656" y="14020"/>
                  </a:lnTo>
                  <a:lnTo>
                    <a:pt x="550418" y="12941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4585868" y="8726938"/>
              <a:ext cx="550545" cy="41275"/>
            </a:xfrm>
            <a:custGeom>
              <a:avLst/>
              <a:gdLst/>
              <a:ahLst/>
              <a:cxnLst/>
              <a:rect l="l" t="t" r="r" b="b"/>
              <a:pathLst>
                <a:path w="550545" h="41275">
                  <a:moveTo>
                    <a:pt x="10058" y="23253"/>
                  </a:moveTo>
                  <a:lnTo>
                    <a:pt x="8890" y="23253"/>
                  </a:lnTo>
                  <a:lnTo>
                    <a:pt x="6286" y="35293"/>
                  </a:lnTo>
                  <a:lnTo>
                    <a:pt x="1168" y="23253"/>
                  </a:lnTo>
                  <a:lnTo>
                    <a:pt x="0" y="23253"/>
                  </a:lnTo>
                  <a:lnTo>
                    <a:pt x="5892" y="37122"/>
                  </a:lnTo>
                  <a:lnTo>
                    <a:pt x="7048" y="37122"/>
                  </a:lnTo>
                  <a:lnTo>
                    <a:pt x="10058" y="23253"/>
                  </a:lnTo>
                  <a:close/>
                </a:path>
                <a:path w="550545" h="41275">
                  <a:moveTo>
                    <a:pt x="12649" y="26441"/>
                  </a:moveTo>
                  <a:lnTo>
                    <a:pt x="12547" y="25450"/>
                  </a:lnTo>
                  <a:lnTo>
                    <a:pt x="12179" y="25031"/>
                  </a:lnTo>
                  <a:lnTo>
                    <a:pt x="11404" y="25031"/>
                  </a:lnTo>
                  <a:lnTo>
                    <a:pt x="11150" y="25450"/>
                  </a:lnTo>
                  <a:lnTo>
                    <a:pt x="11252" y="26441"/>
                  </a:lnTo>
                  <a:lnTo>
                    <a:pt x="11595" y="26847"/>
                  </a:lnTo>
                  <a:lnTo>
                    <a:pt x="12369" y="26847"/>
                  </a:lnTo>
                  <a:lnTo>
                    <a:pt x="12649" y="26441"/>
                  </a:lnTo>
                  <a:close/>
                </a:path>
                <a:path w="550545" h="41275">
                  <a:moveTo>
                    <a:pt x="13601" y="37122"/>
                  </a:moveTo>
                  <a:lnTo>
                    <a:pt x="12712" y="28575"/>
                  </a:lnTo>
                  <a:lnTo>
                    <a:pt x="11684" y="28575"/>
                  </a:lnTo>
                  <a:lnTo>
                    <a:pt x="12560" y="37122"/>
                  </a:lnTo>
                  <a:lnTo>
                    <a:pt x="13601" y="37122"/>
                  </a:lnTo>
                  <a:close/>
                </a:path>
                <a:path w="550545" h="41275">
                  <a:moveTo>
                    <a:pt x="20256" y="28575"/>
                  </a:moveTo>
                  <a:lnTo>
                    <a:pt x="19189" y="28575"/>
                  </a:lnTo>
                  <a:lnTo>
                    <a:pt x="17767" y="35394"/>
                  </a:lnTo>
                  <a:lnTo>
                    <a:pt x="14922" y="28575"/>
                  </a:lnTo>
                  <a:lnTo>
                    <a:pt x="13843" y="28575"/>
                  </a:lnTo>
                  <a:lnTo>
                    <a:pt x="17399" y="37122"/>
                  </a:lnTo>
                  <a:lnTo>
                    <a:pt x="18478" y="37122"/>
                  </a:lnTo>
                  <a:lnTo>
                    <a:pt x="20256" y="28575"/>
                  </a:lnTo>
                  <a:close/>
                </a:path>
                <a:path w="550545" h="41275">
                  <a:moveTo>
                    <a:pt x="28549" y="37160"/>
                  </a:moveTo>
                  <a:lnTo>
                    <a:pt x="28409" y="35763"/>
                  </a:lnTo>
                  <a:lnTo>
                    <a:pt x="27813" y="29984"/>
                  </a:lnTo>
                  <a:lnTo>
                    <a:pt x="27660" y="28575"/>
                  </a:lnTo>
                  <a:lnTo>
                    <a:pt x="27228" y="28575"/>
                  </a:lnTo>
                  <a:lnTo>
                    <a:pt x="27228" y="34556"/>
                  </a:lnTo>
                  <a:lnTo>
                    <a:pt x="26250" y="36055"/>
                  </a:lnTo>
                  <a:lnTo>
                    <a:pt x="23647" y="36055"/>
                  </a:lnTo>
                  <a:lnTo>
                    <a:pt x="22504" y="34556"/>
                  </a:lnTo>
                  <a:lnTo>
                    <a:pt x="22148" y="31140"/>
                  </a:lnTo>
                  <a:lnTo>
                    <a:pt x="22987" y="29718"/>
                  </a:lnTo>
                  <a:lnTo>
                    <a:pt x="25590" y="29718"/>
                  </a:lnTo>
                  <a:lnTo>
                    <a:pt x="26873" y="31140"/>
                  </a:lnTo>
                  <a:lnTo>
                    <a:pt x="27228" y="34556"/>
                  </a:lnTo>
                  <a:lnTo>
                    <a:pt x="27228" y="28575"/>
                  </a:lnTo>
                  <a:lnTo>
                    <a:pt x="26682" y="28575"/>
                  </a:lnTo>
                  <a:lnTo>
                    <a:pt x="26822" y="29984"/>
                  </a:lnTo>
                  <a:lnTo>
                    <a:pt x="26631" y="29718"/>
                  </a:lnTo>
                  <a:lnTo>
                    <a:pt x="26123" y="29044"/>
                  </a:lnTo>
                  <a:lnTo>
                    <a:pt x="25196" y="28435"/>
                  </a:lnTo>
                  <a:lnTo>
                    <a:pt x="22364" y="28435"/>
                  </a:lnTo>
                  <a:lnTo>
                    <a:pt x="21043" y="30441"/>
                  </a:lnTo>
                  <a:lnTo>
                    <a:pt x="21551" y="35255"/>
                  </a:lnTo>
                  <a:lnTo>
                    <a:pt x="23279" y="37325"/>
                  </a:lnTo>
                  <a:lnTo>
                    <a:pt x="26111" y="37325"/>
                  </a:lnTo>
                  <a:lnTo>
                    <a:pt x="26924" y="36715"/>
                  </a:lnTo>
                  <a:lnTo>
                    <a:pt x="27266" y="36055"/>
                  </a:lnTo>
                  <a:lnTo>
                    <a:pt x="27419" y="35763"/>
                  </a:lnTo>
                  <a:lnTo>
                    <a:pt x="27559" y="37160"/>
                  </a:lnTo>
                  <a:lnTo>
                    <a:pt x="28549" y="37160"/>
                  </a:lnTo>
                  <a:close/>
                </a:path>
                <a:path w="550545" h="41275">
                  <a:moveTo>
                    <a:pt x="40271" y="37109"/>
                  </a:moveTo>
                  <a:lnTo>
                    <a:pt x="39776" y="32245"/>
                  </a:lnTo>
                  <a:lnTo>
                    <a:pt x="39497" y="29527"/>
                  </a:lnTo>
                  <a:lnTo>
                    <a:pt x="38620" y="28448"/>
                  </a:lnTo>
                  <a:lnTo>
                    <a:pt x="35979" y="28448"/>
                  </a:lnTo>
                  <a:lnTo>
                    <a:pt x="35267" y="29044"/>
                  </a:lnTo>
                  <a:lnTo>
                    <a:pt x="34912" y="30086"/>
                  </a:lnTo>
                  <a:lnTo>
                    <a:pt x="34455" y="28930"/>
                  </a:lnTo>
                  <a:lnTo>
                    <a:pt x="33705" y="28448"/>
                  </a:lnTo>
                  <a:lnTo>
                    <a:pt x="31750" y="28448"/>
                  </a:lnTo>
                  <a:lnTo>
                    <a:pt x="31127" y="28867"/>
                  </a:lnTo>
                  <a:lnTo>
                    <a:pt x="30734" y="29603"/>
                  </a:lnTo>
                  <a:lnTo>
                    <a:pt x="30619" y="28575"/>
                  </a:lnTo>
                  <a:lnTo>
                    <a:pt x="29641" y="28575"/>
                  </a:lnTo>
                  <a:lnTo>
                    <a:pt x="30518" y="37109"/>
                  </a:lnTo>
                  <a:lnTo>
                    <a:pt x="31508" y="37109"/>
                  </a:lnTo>
                  <a:lnTo>
                    <a:pt x="30835" y="30594"/>
                  </a:lnTo>
                  <a:lnTo>
                    <a:pt x="31496" y="29718"/>
                  </a:lnTo>
                  <a:lnTo>
                    <a:pt x="33655" y="29718"/>
                  </a:lnTo>
                  <a:lnTo>
                    <a:pt x="34226" y="30556"/>
                  </a:lnTo>
                  <a:lnTo>
                    <a:pt x="34912" y="37109"/>
                  </a:lnTo>
                  <a:lnTo>
                    <a:pt x="35902" y="37109"/>
                  </a:lnTo>
                  <a:lnTo>
                    <a:pt x="35217" y="30594"/>
                  </a:lnTo>
                  <a:lnTo>
                    <a:pt x="35877" y="29718"/>
                  </a:lnTo>
                  <a:lnTo>
                    <a:pt x="38036" y="29718"/>
                  </a:lnTo>
                  <a:lnTo>
                    <a:pt x="38608" y="30556"/>
                  </a:lnTo>
                  <a:lnTo>
                    <a:pt x="39281" y="37109"/>
                  </a:lnTo>
                  <a:lnTo>
                    <a:pt x="40271" y="37109"/>
                  </a:lnTo>
                  <a:close/>
                </a:path>
                <a:path w="550545" h="41275">
                  <a:moveTo>
                    <a:pt x="47866" y="37122"/>
                  </a:moveTo>
                  <a:lnTo>
                    <a:pt x="46977" y="28575"/>
                  </a:lnTo>
                  <a:lnTo>
                    <a:pt x="45999" y="28575"/>
                  </a:lnTo>
                  <a:lnTo>
                    <a:pt x="46672" y="35001"/>
                  </a:lnTo>
                  <a:lnTo>
                    <a:pt x="45961" y="35979"/>
                  </a:lnTo>
                  <a:lnTo>
                    <a:pt x="43561" y="35979"/>
                  </a:lnTo>
                  <a:lnTo>
                    <a:pt x="42887" y="35140"/>
                  </a:lnTo>
                  <a:lnTo>
                    <a:pt x="42202" y="28575"/>
                  </a:lnTo>
                  <a:lnTo>
                    <a:pt x="41224" y="28575"/>
                  </a:lnTo>
                  <a:lnTo>
                    <a:pt x="42011" y="36169"/>
                  </a:lnTo>
                  <a:lnTo>
                    <a:pt x="42913" y="37261"/>
                  </a:lnTo>
                  <a:lnTo>
                    <a:pt x="45656" y="37261"/>
                  </a:lnTo>
                  <a:lnTo>
                    <a:pt x="46329" y="36830"/>
                  </a:lnTo>
                  <a:lnTo>
                    <a:pt x="46786" y="36093"/>
                  </a:lnTo>
                  <a:lnTo>
                    <a:pt x="46888" y="37122"/>
                  </a:lnTo>
                  <a:lnTo>
                    <a:pt x="47866" y="37122"/>
                  </a:lnTo>
                  <a:close/>
                </a:path>
                <a:path w="550545" h="41275">
                  <a:moveTo>
                    <a:pt x="54381" y="36195"/>
                  </a:moveTo>
                  <a:lnTo>
                    <a:pt x="54076" y="33274"/>
                  </a:lnTo>
                  <a:lnTo>
                    <a:pt x="53327" y="32512"/>
                  </a:lnTo>
                  <a:lnTo>
                    <a:pt x="51612" y="32067"/>
                  </a:lnTo>
                  <a:lnTo>
                    <a:pt x="50520" y="31800"/>
                  </a:lnTo>
                  <a:lnTo>
                    <a:pt x="50050" y="31432"/>
                  </a:lnTo>
                  <a:lnTo>
                    <a:pt x="49923" y="30149"/>
                  </a:lnTo>
                  <a:lnTo>
                    <a:pt x="50419" y="29667"/>
                  </a:lnTo>
                  <a:lnTo>
                    <a:pt x="51968" y="29667"/>
                  </a:lnTo>
                  <a:lnTo>
                    <a:pt x="52501" y="30086"/>
                  </a:lnTo>
                  <a:lnTo>
                    <a:pt x="52654" y="30670"/>
                  </a:lnTo>
                  <a:lnTo>
                    <a:pt x="53543" y="30670"/>
                  </a:lnTo>
                  <a:lnTo>
                    <a:pt x="53314" y="29375"/>
                  </a:lnTo>
                  <a:lnTo>
                    <a:pt x="52362" y="28448"/>
                  </a:lnTo>
                  <a:lnTo>
                    <a:pt x="49606" y="28448"/>
                  </a:lnTo>
                  <a:lnTo>
                    <a:pt x="48945" y="29489"/>
                  </a:lnTo>
                  <a:lnTo>
                    <a:pt x="49212" y="32143"/>
                  </a:lnTo>
                  <a:lnTo>
                    <a:pt x="49987" y="32893"/>
                  </a:lnTo>
                  <a:lnTo>
                    <a:pt x="52793" y="33604"/>
                  </a:lnTo>
                  <a:lnTo>
                    <a:pt x="53238" y="33870"/>
                  </a:lnTo>
                  <a:lnTo>
                    <a:pt x="53403" y="35471"/>
                  </a:lnTo>
                  <a:lnTo>
                    <a:pt x="52819" y="36029"/>
                  </a:lnTo>
                  <a:lnTo>
                    <a:pt x="51028" y="36029"/>
                  </a:lnTo>
                  <a:lnTo>
                    <a:pt x="50292" y="35407"/>
                  </a:lnTo>
                  <a:lnTo>
                    <a:pt x="50126" y="34696"/>
                  </a:lnTo>
                  <a:lnTo>
                    <a:pt x="49225" y="34696"/>
                  </a:lnTo>
                  <a:lnTo>
                    <a:pt x="49428" y="36195"/>
                  </a:lnTo>
                  <a:lnTo>
                    <a:pt x="50520" y="37261"/>
                  </a:lnTo>
                  <a:lnTo>
                    <a:pt x="53606" y="37261"/>
                  </a:lnTo>
                  <a:lnTo>
                    <a:pt x="54381" y="36195"/>
                  </a:lnTo>
                  <a:close/>
                </a:path>
                <a:path w="550545" h="41275">
                  <a:moveTo>
                    <a:pt x="66128" y="37122"/>
                  </a:moveTo>
                  <a:lnTo>
                    <a:pt x="65239" y="28575"/>
                  </a:lnTo>
                  <a:lnTo>
                    <a:pt x="64249" y="28575"/>
                  </a:lnTo>
                  <a:lnTo>
                    <a:pt x="64922" y="35001"/>
                  </a:lnTo>
                  <a:lnTo>
                    <a:pt x="64211" y="35979"/>
                  </a:lnTo>
                  <a:lnTo>
                    <a:pt x="61810" y="35979"/>
                  </a:lnTo>
                  <a:lnTo>
                    <a:pt x="61137" y="35140"/>
                  </a:lnTo>
                  <a:lnTo>
                    <a:pt x="60464" y="28575"/>
                  </a:lnTo>
                  <a:lnTo>
                    <a:pt x="59474" y="28575"/>
                  </a:lnTo>
                  <a:lnTo>
                    <a:pt x="60261" y="36169"/>
                  </a:lnTo>
                  <a:lnTo>
                    <a:pt x="61163" y="37261"/>
                  </a:lnTo>
                  <a:lnTo>
                    <a:pt x="63906" y="37261"/>
                  </a:lnTo>
                  <a:lnTo>
                    <a:pt x="64592" y="36830"/>
                  </a:lnTo>
                  <a:lnTo>
                    <a:pt x="65036" y="36093"/>
                  </a:lnTo>
                  <a:lnTo>
                    <a:pt x="65138" y="37122"/>
                  </a:lnTo>
                  <a:lnTo>
                    <a:pt x="66128" y="37122"/>
                  </a:lnTo>
                  <a:close/>
                </a:path>
                <a:path w="550545" h="41275">
                  <a:moveTo>
                    <a:pt x="69088" y="37122"/>
                  </a:moveTo>
                  <a:lnTo>
                    <a:pt x="67652" y="23253"/>
                  </a:lnTo>
                  <a:lnTo>
                    <a:pt x="66662" y="23253"/>
                  </a:lnTo>
                  <a:lnTo>
                    <a:pt x="68097" y="37122"/>
                  </a:lnTo>
                  <a:lnTo>
                    <a:pt x="69088" y="37122"/>
                  </a:lnTo>
                  <a:close/>
                </a:path>
                <a:path w="550545" h="41275">
                  <a:moveTo>
                    <a:pt x="73139" y="29756"/>
                  </a:moveTo>
                  <a:lnTo>
                    <a:pt x="73025" y="28575"/>
                  </a:lnTo>
                  <a:lnTo>
                    <a:pt x="71564" y="28575"/>
                  </a:lnTo>
                  <a:lnTo>
                    <a:pt x="71221" y="25222"/>
                  </a:lnTo>
                  <a:lnTo>
                    <a:pt x="70218" y="25222"/>
                  </a:lnTo>
                  <a:lnTo>
                    <a:pt x="70573" y="28575"/>
                  </a:lnTo>
                  <a:lnTo>
                    <a:pt x="69608" y="28575"/>
                  </a:lnTo>
                  <a:lnTo>
                    <a:pt x="69723" y="29756"/>
                  </a:lnTo>
                  <a:lnTo>
                    <a:pt x="70688" y="29756"/>
                  </a:lnTo>
                  <a:lnTo>
                    <a:pt x="71462" y="37122"/>
                  </a:lnTo>
                  <a:lnTo>
                    <a:pt x="72453" y="37122"/>
                  </a:lnTo>
                  <a:lnTo>
                    <a:pt x="71691" y="29756"/>
                  </a:lnTo>
                  <a:lnTo>
                    <a:pt x="73139" y="29756"/>
                  </a:lnTo>
                  <a:close/>
                </a:path>
                <a:path w="550545" h="41275">
                  <a:moveTo>
                    <a:pt x="77660" y="29718"/>
                  </a:moveTo>
                  <a:lnTo>
                    <a:pt x="77520" y="28448"/>
                  </a:lnTo>
                  <a:lnTo>
                    <a:pt x="76619" y="28448"/>
                  </a:lnTo>
                  <a:lnTo>
                    <a:pt x="75907" y="28943"/>
                  </a:lnTo>
                  <a:lnTo>
                    <a:pt x="75450" y="29743"/>
                  </a:lnTo>
                  <a:lnTo>
                    <a:pt x="75336" y="28575"/>
                  </a:lnTo>
                  <a:lnTo>
                    <a:pt x="74345" y="28575"/>
                  </a:lnTo>
                  <a:lnTo>
                    <a:pt x="75222" y="37109"/>
                  </a:lnTo>
                  <a:lnTo>
                    <a:pt x="76225" y="37109"/>
                  </a:lnTo>
                  <a:lnTo>
                    <a:pt x="75552" y="30657"/>
                  </a:lnTo>
                  <a:lnTo>
                    <a:pt x="76504" y="29718"/>
                  </a:lnTo>
                  <a:lnTo>
                    <a:pt x="77660" y="29718"/>
                  </a:lnTo>
                  <a:close/>
                </a:path>
                <a:path w="550545" h="41275">
                  <a:moveTo>
                    <a:pt x="79883" y="26441"/>
                  </a:moveTo>
                  <a:lnTo>
                    <a:pt x="79781" y="25450"/>
                  </a:lnTo>
                  <a:lnTo>
                    <a:pt x="79413" y="25031"/>
                  </a:lnTo>
                  <a:lnTo>
                    <a:pt x="78638" y="25031"/>
                  </a:lnTo>
                  <a:lnTo>
                    <a:pt x="78384" y="25450"/>
                  </a:lnTo>
                  <a:lnTo>
                    <a:pt x="78486" y="26441"/>
                  </a:lnTo>
                  <a:lnTo>
                    <a:pt x="78828" y="26847"/>
                  </a:lnTo>
                  <a:lnTo>
                    <a:pt x="79603" y="26847"/>
                  </a:lnTo>
                  <a:lnTo>
                    <a:pt x="79883" y="26441"/>
                  </a:lnTo>
                  <a:close/>
                </a:path>
                <a:path w="550545" h="41275">
                  <a:moveTo>
                    <a:pt x="80835" y="37122"/>
                  </a:moveTo>
                  <a:lnTo>
                    <a:pt x="79946" y="28575"/>
                  </a:lnTo>
                  <a:lnTo>
                    <a:pt x="78917" y="28575"/>
                  </a:lnTo>
                  <a:lnTo>
                    <a:pt x="79794" y="37122"/>
                  </a:lnTo>
                  <a:lnTo>
                    <a:pt x="80835" y="37122"/>
                  </a:lnTo>
                  <a:close/>
                </a:path>
                <a:path w="550545" h="41275">
                  <a:moveTo>
                    <a:pt x="88646" y="34378"/>
                  </a:moveTo>
                  <a:lnTo>
                    <a:pt x="87515" y="34378"/>
                  </a:lnTo>
                  <a:lnTo>
                    <a:pt x="87210" y="35356"/>
                  </a:lnTo>
                  <a:lnTo>
                    <a:pt x="86537" y="36055"/>
                  </a:lnTo>
                  <a:lnTo>
                    <a:pt x="84328" y="36055"/>
                  </a:lnTo>
                  <a:lnTo>
                    <a:pt x="83159" y="34556"/>
                  </a:lnTo>
                  <a:lnTo>
                    <a:pt x="82804" y="31140"/>
                  </a:lnTo>
                  <a:lnTo>
                    <a:pt x="83680" y="29718"/>
                  </a:lnTo>
                  <a:lnTo>
                    <a:pt x="85890" y="29718"/>
                  </a:lnTo>
                  <a:lnTo>
                    <a:pt x="86702" y="30378"/>
                  </a:lnTo>
                  <a:lnTo>
                    <a:pt x="87210" y="31356"/>
                  </a:lnTo>
                  <a:lnTo>
                    <a:pt x="88315" y="31356"/>
                  </a:lnTo>
                  <a:lnTo>
                    <a:pt x="87668" y="29667"/>
                  </a:lnTo>
                  <a:lnTo>
                    <a:pt x="86296" y="28448"/>
                  </a:lnTo>
                  <a:lnTo>
                    <a:pt x="83007" y="28448"/>
                  </a:lnTo>
                  <a:lnTo>
                    <a:pt x="81699" y="30441"/>
                  </a:lnTo>
                  <a:lnTo>
                    <a:pt x="82194" y="35255"/>
                  </a:lnTo>
                  <a:lnTo>
                    <a:pt x="83934" y="37338"/>
                  </a:lnTo>
                  <a:lnTo>
                    <a:pt x="87236" y="37338"/>
                  </a:lnTo>
                  <a:lnTo>
                    <a:pt x="88366" y="36106"/>
                  </a:lnTo>
                  <a:lnTo>
                    <a:pt x="88646" y="34378"/>
                  </a:lnTo>
                  <a:close/>
                </a:path>
                <a:path w="550545" h="41275">
                  <a:moveTo>
                    <a:pt x="90614" y="26441"/>
                  </a:moveTo>
                  <a:lnTo>
                    <a:pt x="90500" y="25450"/>
                  </a:lnTo>
                  <a:lnTo>
                    <a:pt x="90144" y="25031"/>
                  </a:lnTo>
                  <a:lnTo>
                    <a:pt x="89369" y="25031"/>
                  </a:lnTo>
                  <a:lnTo>
                    <a:pt x="89103" y="25450"/>
                  </a:lnTo>
                  <a:lnTo>
                    <a:pt x="89204" y="26441"/>
                  </a:lnTo>
                  <a:lnTo>
                    <a:pt x="89560" y="26847"/>
                  </a:lnTo>
                  <a:lnTo>
                    <a:pt x="90322" y="26847"/>
                  </a:lnTo>
                  <a:lnTo>
                    <a:pt x="90614" y="26441"/>
                  </a:lnTo>
                  <a:close/>
                </a:path>
                <a:path w="550545" h="41275">
                  <a:moveTo>
                    <a:pt x="91554" y="37122"/>
                  </a:moveTo>
                  <a:lnTo>
                    <a:pt x="90665" y="28575"/>
                  </a:lnTo>
                  <a:lnTo>
                    <a:pt x="89636" y="28575"/>
                  </a:lnTo>
                  <a:lnTo>
                    <a:pt x="90525" y="37122"/>
                  </a:lnTo>
                  <a:lnTo>
                    <a:pt x="91554" y="37122"/>
                  </a:lnTo>
                  <a:close/>
                </a:path>
                <a:path w="550545" h="41275">
                  <a:moveTo>
                    <a:pt x="99453" y="33477"/>
                  </a:moveTo>
                  <a:lnTo>
                    <a:pt x="99326" y="32232"/>
                  </a:lnTo>
                  <a:lnTo>
                    <a:pt x="99148" y="30441"/>
                  </a:lnTo>
                  <a:lnTo>
                    <a:pt x="98526" y="29730"/>
                  </a:lnTo>
                  <a:lnTo>
                    <a:pt x="98259" y="29425"/>
                  </a:lnTo>
                  <a:lnTo>
                    <a:pt x="98259" y="32232"/>
                  </a:lnTo>
                  <a:lnTo>
                    <a:pt x="93675" y="32232"/>
                  </a:lnTo>
                  <a:lnTo>
                    <a:pt x="93751" y="30797"/>
                  </a:lnTo>
                  <a:lnTo>
                    <a:pt x="94564" y="29730"/>
                  </a:lnTo>
                  <a:lnTo>
                    <a:pt x="96850" y="29730"/>
                  </a:lnTo>
                  <a:lnTo>
                    <a:pt x="97891" y="30797"/>
                  </a:lnTo>
                  <a:lnTo>
                    <a:pt x="98259" y="32232"/>
                  </a:lnTo>
                  <a:lnTo>
                    <a:pt x="98259" y="29425"/>
                  </a:lnTo>
                  <a:lnTo>
                    <a:pt x="97421" y="28435"/>
                  </a:lnTo>
                  <a:lnTo>
                    <a:pt x="93726" y="28435"/>
                  </a:lnTo>
                  <a:lnTo>
                    <a:pt x="92417" y="30441"/>
                  </a:lnTo>
                  <a:lnTo>
                    <a:pt x="92913" y="35255"/>
                  </a:lnTo>
                  <a:lnTo>
                    <a:pt x="94653" y="37338"/>
                  </a:lnTo>
                  <a:lnTo>
                    <a:pt x="97802" y="37338"/>
                  </a:lnTo>
                  <a:lnTo>
                    <a:pt x="98869" y="36347"/>
                  </a:lnTo>
                  <a:lnTo>
                    <a:pt x="98945" y="36055"/>
                  </a:lnTo>
                  <a:lnTo>
                    <a:pt x="99275" y="34861"/>
                  </a:lnTo>
                  <a:lnTo>
                    <a:pt x="98044" y="34861"/>
                  </a:lnTo>
                  <a:lnTo>
                    <a:pt x="97701" y="35572"/>
                  </a:lnTo>
                  <a:lnTo>
                    <a:pt x="97129" y="36055"/>
                  </a:lnTo>
                  <a:lnTo>
                    <a:pt x="95211" y="36055"/>
                  </a:lnTo>
                  <a:lnTo>
                    <a:pt x="94157" y="34861"/>
                  </a:lnTo>
                  <a:lnTo>
                    <a:pt x="93802" y="33477"/>
                  </a:lnTo>
                  <a:lnTo>
                    <a:pt x="99453" y="33477"/>
                  </a:lnTo>
                  <a:close/>
                </a:path>
                <a:path w="550545" h="41275">
                  <a:moveTo>
                    <a:pt x="105829" y="36195"/>
                  </a:moveTo>
                  <a:lnTo>
                    <a:pt x="105524" y="33274"/>
                  </a:lnTo>
                  <a:lnTo>
                    <a:pt x="104787" y="32512"/>
                  </a:lnTo>
                  <a:lnTo>
                    <a:pt x="103060" y="32067"/>
                  </a:lnTo>
                  <a:lnTo>
                    <a:pt x="101981" y="31800"/>
                  </a:lnTo>
                  <a:lnTo>
                    <a:pt x="101511" y="31432"/>
                  </a:lnTo>
                  <a:lnTo>
                    <a:pt x="101384" y="30149"/>
                  </a:lnTo>
                  <a:lnTo>
                    <a:pt x="101866" y="29667"/>
                  </a:lnTo>
                  <a:lnTo>
                    <a:pt x="103416" y="29667"/>
                  </a:lnTo>
                  <a:lnTo>
                    <a:pt x="103962" y="30086"/>
                  </a:lnTo>
                  <a:lnTo>
                    <a:pt x="104101" y="30670"/>
                  </a:lnTo>
                  <a:lnTo>
                    <a:pt x="105003" y="30670"/>
                  </a:lnTo>
                  <a:lnTo>
                    <a:pt x="104775" y="29375"/>
                  </a:lnTo>
                  <a:lnTo>
                    <a:pt x="103809" y="28448"/>
                  </a:lnTo>
                  <a:lnTo>
                    <a:pt x="101053" y="28448"/>
                  </a:lnTo>
                  <a:lnTo>
                    <a:pt x="100393" y="29489"/>
                  </a:lnTo>
                  <a:lnTo>
                    <a:pt x="100672" y="32143"/>
                  </a:lnTo>
                  <a:lnTo>
                    <a:pt x="101447" y="32893"/>
                  </a:lnTo>
                  <a:lnTo>
                    <a:pt x="104254" y="33604"/>
                  </a:lnTo>
                  <a:lnTo>
                    <a:pt x="104686" y="33870"/>
                  </a:lnTo>
                  <a:lnTo>
                    <a:pt x="104851" y="35471"/>
                  </a:lnTo>
                  <a:lnTo>
                    <a:pt x="104267" y="36029"/>
                  </a:lnTo>
                  <a:lnTo>
                    <a:pt x="102476" y="36029"/>
                  </a:lnTo>
                  <a:lnTo>
                    <a:pt x="101752" y="35407"/>
                  </a:lnTo>
                  <a:lnTo>
                    <a:pt x="101574" y="34696"/>
                  </a:lnTo>
                  <a:lnTo>
                    <a:pt x="100672" y="34696"/>
                  </a:lnTo>
                  <a:lnTo>
                    <a:pt x="100901" y="36195"/>
                  </a:lnTo>
                  <a:lnTo>
                    <a:pt x="101981" y="37261"/>
                  </a:lnTo>
                  <a:lnTo>
                    <a:pt x="105067" y="37261"/>
                  </a:lnTo>
                  <a:lnTo>
                    <a:pt x="105829" y="36195"/>
                  </a:lnTo>
                  <a:close/>
                </a:path>
                <a:path w="550545" h="41275">
                  <a:moveTo>
                    <a:pt x="117729" y="37122"/>
                  </a:moveTo>
                  <a:lnTo>
                    <a:pt x="116941" y="29527"/>
                  </a:lnTo>
                  <a:lnTo>
                    <a:pt x="116027" y="28435"/>
                  </a:lnTo>
                  <a:lnTo>
                    <a:pt x="113284" y="28435"/>
                  </a:lnTo>
                  <a:lnTo>
                    <a:pt x="112610" y="28867"/>
                  </a:lnTo>
                  <a:lnTo>
                    <a:pt x="112166" y="29603"/>
                  </a:lnTo>
                  <a:lnTo>
                    <a:pt x="112064" y="28575"/>
                  </a:lnTo>
                  <a:lnTo>
                    <a:pt x="111074" y="28575"/>
                  </a:lnTo>
                  <a:lnTo>
                    <a:pt x="111950" y="37122"/>
                  </a:lnTo>
                  <a:lnTo>
                    <a:pt x="112941" y="37122"/>
                  </a:lnTo>
                  <a:lnTo>
                    <a:pt x="112280" y="30657"/>
                  </a:lnTo>
                  <a:lnTo>
                    <a:pt x="112991" y="29679"/>
                  </a:lnTo>
                  <a:lnTo>
                    <a:pt x="114300" y="29718"/>
                  </a:lnTo>
                  <a:lnTo>
                    <a:pt x="115379" y="29718"/>
                  </a:lnTo>
                  <a:lnTo>
                    <a:pt x="116065" y="30556"/>
                  </a:lnTo>
                  <a:lnTo>
                    <a:pt x="116738" y="37122"/>
                  </a:lnTo>
                  <a:lnTo>
                    <a:pt x="117729" y="37122"/>
                  </a:lnTo>
                  <a:close/>
                </a:path>
                <a:path w="550545" h="41275">
                  <a:moveTo>
                    <a:pt x="124891" y="37122"/>
                  </a:moveTo>
                  <a:lnTo>
                    <a:pt x="124002" y="28575"/>
                  </a:lnTo>
                  <a:lnTo>
                    <a:pt x="123012" y="28575"/>
                  </a:lnTo>
                  <a:lnTo>
                    <a:pt x="123685" y="35001"/>
                  </a:lnTo>
                  <a:lnTo>
                    <a:pt x="122974" y="35979"/>
                  </a:lnTo>
                  <a:lnTo>
                    <a:pt x="120573" y="35979"/>
                  </a:lnTo>
                  <a:lnTo>
                    <a:pt x="119900" y="35140"/>
                  </a:lnTo>
                  <a:lnTo>
                    <a:pt x="119227" y="28575"/>
                  </a:lnTo>
                  <a:lnTo>
                    <a:pt x="118237" y="28575"/>
                  </a:lnTo>
                  <a:lnTo>
                    <a:pt x="119024" y="36169"/>
                  </a:lnTo>
                  <a:lnTo>
                    <a:pt x="119926" y="37261"/>
                  </a:lnTo>
                  <a:lnTo>
                    <a:pt x="122669" y="37261"/>
                  </a:lnTo>
                  <a:lnTo>
                    <a:pt x="123342" y="36830"/>
                  </a:lnTo>
                  <a:lnTo>
                    <a:pt x="123799" y="36093"/>
                  </a:lnTo>
                  <a:lnTo>
                    <a:pt x="123901" y="37122"/>
                  </a:lnTo>
                  <a:lnTo>
                    <a:pt x="124891" y="37122"/>
                  </a:lnTo>
                  <a:close/>
                </a:path>
                <a:path w="550545" h="41275">
                  <a:moveTo>
                    <a:pt x="132715" y="37122"/>
                  </a:moveTo>
                  <a:lnTo>
                    <a:pt x="131927" y="29527"/>
                  </a:lnTo>
                  <a:lnTo>
                    <a:pt x="131013" y="28435"/>
                  </a:lnTo>
                  <a:lnTo>
                    <a:pt x="128270" y="28435"/>
                  </a:lnTo>
                  <a:lnTo>
                    <a:pt x="127584" y="28867"/>
                  </a:lnTo>
                  <a:lnTo>
                    <a:pt x="127152" y="29603"/>
                  </a:lnTo>
                  <a:lnTo>
                    <a:pt x="127050" y="28575"/>
                  </a:lnTo>
                  <a:lnTo>
                    <a:pt x="126047" y="28575"/>
                  </a:lnTo>
                  <a:lnTo>
                    <a:pt x="126936" y="37122"/>
                  </a:lnTo>
                  <a:lnTo>
                    <a:pt x="127927" y="37122"/>
                  </a:lnTo>
                  <a:lnTo>
                    <a:pt x="127254" y="30657"/>
                  </a:lnTo>
                  <a:lnTo>
                    <a:pt x="127965" y="29679"/>
                  </a:lnTo>
                  <a:lnTo>
                    <a:pt x="129286" y="29718"/>
                  </a:lnTo>
                  <a:lnTo>
                    <a:pt x="130365" y="29718"/>
                  </a:lnTo>
                  <a:lnTo>
                    <a:pt x="131051" y="30556"/>
                  </a:lnTo>
                  <a:lnTo>
                    <a:pt x="131724" y="37122"/>
                  </a:lnTo>
                  <a:lnTo>
                    <a:pt x="132715" y="37122"/>
                  </a:lnTo>
                  <a:close/>
                </a:path>
                <a:path w="550545" h="41275">
                  <a:moveTo>
                    <a:pt x="140347" y="34378"/>
                  </a:moveTo>
                  <a:lnTo>
                    <a:pt x="139230" y="34378"/>
                  </a:lnTo>
                  <a:lnTo>
                    <a:pt x="138938" y="35356"/>
                  </a:lnTo>
                  <a:lnTo>
                    <a:pt x="138239" y="36055"/>
                  </a:lnTo>
                  <a:lnTo>
                    <a:pt x="136029" y="36055"/>
                  </a:lnTo>
                  <a:lnTo>
                    <a:pt x="134861" y="34556"/>
                  </a:lnTo>
                  <a:lnTo>
                    <a:pt x="134505" y="31140"/>
                  </a:lnTo>
                  <a:lnTo>
                    <a:pt x="135382" y="29718"/>
                  </a:lnTo>
                  <a:lnTo>
                    <a:pt x="137591" y="29718"/>
                  </a:lnTo>
                  <a:lnTo>
                    <a:pt x="138404" y="30378"/>
                  </a:lnTo>
                  <a:lnTo>
                    <a:pt x="138912" y="31356"/>
                  </a:lnTo>
                  <a:lnTo>
                    <a:pt x="140017" y="31356"/>
                  </a:lnTo>
                  <a:lnTo>
                    <a:pt x="139369" y="29667"/>
                  </a:lnTo>
                  <a:lnTo>
                    <a:pt x="137998" y="28448"/>
                  </a:lnTo>
                  <a:lnTo>
                    <a:pt x="134708" y="28448"/>
                  </a:lnTo>
                  <a:lnTo>
                    <a:pt x="133400" y="30441"/>
                  </a:lnTo>
                  <a:lnTo>
                    <a:pt x="133896" y="35255"/>
                  </a:lnTo>
                  <a:lnTo>
                    <a:pt x="135636" y="37338"/>
                  </a:lnTo>
                  <a:lnTo>
                    <a:pt x="138950" y="37338"/>
                  </a:lnTo>
                  <a:lnTo>
                    <a:pt x="140081" y="36106"/>
                  </a:lnTo>
                  <a:lnTo>
                    <a:pt x="140347" y="34378"/>
                  </a:lnTo>
                  <a:close/>
                </a:path>
                <a:path w="550545" h="41275">
                  <a:moveTo>
                    <a:pt x="152425" y="33477"/>
                  </a:moveTo>
                  <a:lnTo>
                    <a:pt x="152298" y="32232"/>
                  </a:lnTo>
                  <a:lnTo>
                    <a:pt x="152107" y="30441"/>
                  </a:lnTo>
                  <a:lnTo>
                    <a:pt x="151498" y="29730"/>
                  </a:lnTo>
                  <a:lnTo>
                    <a:pt x="151218" y="29413"/>
                  </a:lnTo>
                  <a:lnTo>
                    <a:pt x="151218" y="32232"/>
                  </a:lnTo>
                  <a:lnTo>
                    <a:pt x="146646" y="32232"/>
                  </a:lnTo>
                  <a:lnTo>
                    <a:pt x="146723" y="30797"/>
                  </a:lnTo>
                  <a:lnTo>
                    <a:pt x="147523" y="29730"/>
                  </a:lnTo>
                  <a:lnTo>
                    <a:pt x="149821" y="29730"/>
                  </a:lnTo>
                  <a:lnTo>
                    <a:pt x="150850" y="30797"/>
                  </a:lnTo>
                  <a:lnTo>
                    <a:pt x="151218" y="32232"/>
                  </a:lnTo>
                  <a:lnTo>
                    <a:pt x="151218" y="29413"/>
                  </a:lnTo>
                  <a:lnTo>
                    <a:pt x="150380" y="28435"/>
                  </a:lnTo>
                  <a:lnTo>
                    <a:pt x="146697" y="28435"/>
                  </a:lnTo>
                  <a:lnTo>
                    <a:pt x="145389" y="30441"/>
                  </a:lnTo>
                  <a:lnTo>
                    <a:pt x="145884" y="35255"/>
                  </a:lnTo>
                  <a:lnTo>
                    <a:pt x="147612" y="37338"/>
                  </a:lnTo>
                  <a:lnTo>
                    <a:pt x="150774" y="37338"/>
                  </a:lnTo>
                  <a:lnTo>
                    <a:pt x="151841" y="36347"/>
                  </a:lnTo>
                  <a:lnTo>
                    <a:pt x="151917" y="36055"/>
                  </a:lnTo>
                  <a:lnTo>
                    <a:pt x="152234" y="34861"/>
                  </a:lnTo>
                  <a:lnTo>
                    <a:pt x="151015" y="34861"/>
                  </a:lnTo>
                  <a:lnTo>
                    <a:pt x="150660" y="35572"/>
                  </a:lnTo>
                  <a:lnTo>
                    <a:pt x="150088" y="36055"/>
                  </a:lnTo>
                  <a:lnTo>
                    <a:pt x="148170" y="36055"/>
                  </a:lnTo>
                  <a:lnTo>
                    <a:pt x="147116" y="34861"/>
                  </a:lnTo>
                  <a:lnTo>
                    <a:pt x="146773" y="33477"/>
                  </a:lnTo>
                  <a:lnTo>
                    <a:pt x="152425" y="33477"/>
                  </a:lnTo>
                  <a:close/>
                </a:path>
                <a:path w="550545" h="41275">
                  <a:moveTo>
                    <a:pt x="156413" y="29756"/>
                  </a:moveTo>
                  <a:lnTo>
                    <a:pt x="156286" y="28575"/>
                  </a:lnTo>
                  <a:lnTo>
                    <a:pt x="154825" y="28575"/>
                  </a:lnTo>
                  <a:lnTo>
                    <a:pt x="154482" y="25222"/>
                  </a:lnTo>
                  <a:lnTo>
                    <a:pt x="153492" y="25222"/>
                  </a:lnTo>
                  <a:lnTo>
                    <a:pt x="153835" y="28575"/>
                  </a:lnTo>
                  <a:lnTo>
                    <a:pt x="152869" y="28575"/>
                  </a:lnTo>
                  <a:lnTo>
                    <a:pt x="152984" y="29756"/>
                  </a:lnTo>
                  <a:lnTo>
                    <a:pt x="153962" y="29756"/>
                  </a:lnTo>
                  <a:lnTo>
                    <a:pt x="154724" y="37122"/>
                  </a:lnTo>
                  <a:lnTo>
                    <a:pt x="155714" y="37122"/>
                  </a:lnTo>
                  <a:lnTo>
                    <a:pt x="154952" y="29756"/>
                  </a:lnTo>
                  <a:lnTo>
                    <a:pt x="156413" y="29756"/>
                  </a:lnTo>
                  <a:close/>
                </a:path>
                <a:path w="550545" h="41275">
                  <a:moveTo>
                    <a:pt x="168935" y="35255"/>
                  </a:moveTo>
                  <a:lnTo>
                    <a:pt x="168440" y="30441"/>
                  </a:lnTo>
                  <a:lnTo>
                    <a:pt x="167830" y="29743"/>
                  </a:lnTo>
                  <a:lnTo>
                    <a:pt x="167830" y="34556"/>
                  </a:lnTo>
                  <a:lnTo>
                    <a:pt x="166966" y="36055"/>
                  </a:lnTo>
                  <a:lnTo>
                    <a:pt x="164338" y="36055"/>
                  </a:lnTo>
                  <a:lnTo>
                    <a:pt x="163169" y="34556"/>
                  </a:lnTo>
                  <a:lnTo>
                    <a:pt x="162814" y="31140"/>
                  </a:lnTo>
                  <a:lnTo>
                    <a:pt x="163677" y="29718"/>
                  </a:lnTo>
                  <a:lnTo>
                    <a:pt x="166306" y="29718"/>
                  </a:lnTo>
                  <a:lnTo>
                    <a:pt x="167487" y="31140"/>
                  </a:lnTo>
                  <a:lnTo>
                    <a:pt x="167830" y="34556"/>
                  </a:lnTo>
                  <a:lnTo>
                    <a:pt x="167830" y="29743"/>
                  </a:lnTo>
                  <a:lnTo>
                    <a:pt x="166712" y="28435"/>
                  </a:lnTo>
                  <a:lnTo>
                    <a:pt x="163017" y="28435"/>
                  </a:lnTo>
                  <a:lnTo>
                    <a:pt x="161709" y="30441"/>
                  </a:lnTo>
                  <a:lnTo>
                    <a:pt x="162204" y="35255"/>
                  </a:lnTo>
                  <a:lnTo>
                    <a:pt x="163944" y="37325"/>
                  </a:lnTo>
                  <a:lnTo>
                    <a:pt x="167627" y="37325"/>
                  </a:lnTo>
                  <a:lnTo>
                    <a:pt x="168440" y="36055"/>
                  </a:lnTo>
                  <a:lnTo>
                    <a:pt x="168935" y="35255"/>
                  </a:lnTo>
                  <a:close/>
                </a:path>
                <a:path w="550545" h="41275">
                  <a:moveTo>
                    <a:pt x="177025" y="37122"/>
                  </a:moveTo>
                  <a:lnTo>
                    <a:pt x="176885" y="35763"/>
                  </a:lnTo>
                  <a:lnTo>
                    <a:pt x="176288" y="29984"/>
                  </a:lnTo>
                  <a:lnTo>
                    <a:pt x="175717" y="24485"/>
                  </a:lnTo>
                  <a:lnTo>
                    <a:pt x="175717" y="34556"/>
                  </a:lnTo>
                  <a:lnTo>
                    <a:pt x="174739" y="36055"/>
                  </a:lnTo>
                  <a:lnTo>
                    <a:pt x="172135" y="36055"/>
                  </a:lnTo>
                  <a:lnTo>
                    <a:pt x="170992" y="34556"/>
                  </a:lnTo>
                  <a:lnTo>
                    <a:pt x="170637" y="31140"/>
                  </a:lnTo>
                  <a:lnTo>
                    <a:pt x="171475" y="29718"/>
                  </a:lnTo>
                  <a:lnTo>
                    <a:pt x="174078" y="29718"/>
                  </a:lnTo>
                  <a:lnTo>
                    <a:pt x="175361" y="31140"/>
                  </a:lnTo>
                  <a:lnTo>
                    <a:pt x="175717" y="34556"/>
                  </a:lnTo>
                  <a:lnTo>
                    <a:pt x="175717" y="24485"/>
                  </a:lnTo>
                  <a:lnTo>
                    <a:pt x="175590" y="23253"/>
                  </a:lnTo>
                  <a:lnTo>
                    <a:pt x="174612" y="23253"/>
                  </a:lnTo>
                  <a:lnTo>
                    <a:pt x="175298" y="29984"/>
                  </a:lnTo>
                  <a:lnTo>
                    <a:pt x="175107" y="29718"/>
                  </a:lnTo>
                  <a:lnTo>
                    <a:pt x="174612" y="29044"/>
                  </a:lnTo>
                  <a:lnTo>
                    <a:pt x="173672" y="28435"/>
                  </a:lnTo>
                  <a:lnTo>
                    <a:pt x="170840" y="28435"/>
                  </a:lnTo>
                  <a:lnTo>
                    <a:pt x="169532" y="30441"/>
                  </a:lnTo>
                  <a:lnTo>
                    <a:pt x="170027" y="35255"/>
                  </a:lnTo>
                  <a:lnTo>
                    <a:pt x="171767" y="37325"/>
                  </a:lnTo>
                  <a:lnTo>
                    <a:pt x="174599" y="37325"/>
                  </a:lnTo>
                  <a:lnTo>
                    <a:pt x="175399" y="36715"/>
                  </a:lnTo>
                  <a:lnTo>
                    <a:pt x="175742" y="36055"/>
                  </a:lnTo>
                  <a:lnTo>
                    <a:pt x="175895" y="35763"/>
                  </a:lnTo>
                  <a:lnTo>
                    <a:pt x="176047" y="37122"/>
                  </a:lnTo>
                  <a:lnTo>
                    <a:pt x="177025" y="37122"/>
                  </a:lnTo>
                  <a:close/>
                </a:path>
                <a:path w="550545" h="41275">
                  <a:moveTo>
                    <a:pt x="179158" y="26441"/>
                  </a:moveTo>
                  <a:lnTo>
                    <a:pt x="179057" y="25450"/>
                  </a:lnTo>
                  <a:lnTo>
                    <a:pt x="178689" y="25031"/>
                  </a:lnTo>
                  <a:lnTo>
                    <a:pt x="177914" y="25031"/>
                  </a:lnTo>
                  <a:lnTo>
                    <a:pt x="177647" y="25450"/>
                  </a:lnTo>
                  <a:lnTo>
                    <a:pt x="177749" y="26441"/>
                  </a:lnTo>
                  <a:lnTo>
                    <a:pt x="178104" y="26847"/>
                  </a:lnTo>
                  <a:lnTo>
                    <a:pt x="178879" y="26847"/>
                  </a:lnTo>
                  <a:lnTo>
                    <a:pt x="179158" y="26441"/>
                  </a:lnTo>
                  <a:close/>
                </a:path>
                <a:path w="550545" h="41275">
                  <a:moveTo>
                    <a:pt x="180098" y="37122"/>
                  </a:moveTo>
                  <a:lnTo>
                    <a:pt x="179209" y="28575"/>
                  </a:lnTo>
                  <a:lnTo>
                    <a:pt x="178181" y="28575"/>
                  </a:lnTo>
                  <a:lnTo>
                    <a:pt x="179057" y="37122"/>
                  </a:lnTo>
                  <a:lnTo>
                    <a:pt x="180098" y="37122"/>
                  </a:lnTo>
                  <a:close/>
                </a:path>
                <a:path w="550545" h="41275">
                  <a:moveTo>
                    <a:pt x="188188" y="35255"/>
                  </a:moveTo>
                  <a:lnTo>
                    <a:pt x="187693" y="30441"/>
                  </a:lnTo>
                  <a:lnTo>
                    <a:pt x="187083" y="29743"/>
                  </a:lnTo>
                  <a:lnTo>
                    <a:pt x="187083" y="34556"/>
                  </a:lnTo>
                  <a:lnTo>
                    <a:pt x="186220" y="36055"/>
                  </a:lnTo>
                  <a:lnTo>
                    <a:pt x="183591" y="36055"/>
                  </a:lnTo>
                  <a:lnTo>
                    <a:pt x="182422" y="34556"/>
                  </a:lnTo>
                  <a:lnTo>
                    <a:pt x="182067" y="31140"/>
                  </a:lnTo>
                  <a:lnTo>
                    <a:pt x="182930" y="29718"/>
                  </a:lnTo>
                  <a:lnTo>
                    <a:pt x="185572" y="29718"/>
                  </a:lnTo>
                  <a:lnTo>
                    <a:pt x="186740" y="31140"/>
                  </a:lnTo>
                  <a:lnTo>
                    <a:pt x="187083" y="34556"/>
                  </a:lnTo>
                  <a:lnTo>
                    <a:pt x="187083" y="29743"/>
                  </a:lnTo>
                  <a:lnTo>
                    <a:pt x="185966" y="28435"/>
                  </a:lnTo>
                  <a:lnTo>
                    <a:pt x="182283" y="28435"/>
                  </a:lnTo>
                  <a:lnTo>
                    <a:pt x="180962" y="30441"/>
                  </a:lnTo>
                  <a:lnTo>
                    <a:pt x="181457" y="35255"/>
                  </a:lnTo>
                  <a:lnTo>
                    <a:pt x="183197" y="37325"/>
                  </a:lnTo>
                  <a:lnTo>
                    <a:pt x="186880" y="37325"/>
                  </a:lnTo>
                  <a:lnTo>
                    <a:pt x="187693" y="36055"/>
                  </a:lnTo>
                  <a:lnTo>
                    <a:pt x="188188" y="35255"/>
                  </a:lnTo>
                  <a:close/>
                </a:path>
                <a:path w="550545" h="41275">
                  <a:moveTo>
                    <a:pt x="204025" y="37109"/>
                  </a:moveTo>
                  <a:lnTo>
                    <a:pt x="203530" y="32245"/>
                  </a:lnTo>
                  <a:lnTo>
                    <a:pt x="203238" y="29527"/>
                  </a:lnTo>
                  <a:lnTo>
                    <a:pt x="202374" y="28448"/>
                  </a:lnTo>
                  <a:lnTo>
                    <a:pt x="199720" y="28448"/>
                  </a:lnTo>
                  <a:lnTo>
                    <a:pt x="199009" y="29044"/>
                  </a:lnTo>
                  <a:lnTo>
                    <a:pt x="198666" y="30086"/>
                  </a:lnTo>
                  <a:lnTo>
                    <a:pt x="198208" y="28930"/>
                  </a:lnTo>
                  <a:lnTo>
                    <a:pt x="197446" y="28448"/>
                  </a:lnTo>
                  <a:lnTo>
                    <a:pt x="195491" y="28448"/>
                  </a:lnTo>
                  <a:lnTo>
                    <a:pt x="194868" y="28867"/>
                  </a:lnTo>
                  <a:lnTo>
                    <a:pt x="194475" y="29603"/>
                  </a:lnTo>
                  <a:lnTo>
                    <a:pt x="194373" y="28575"/>
                  </a:lnTo>
                  <a:lnTo>
                    <a:pt x="193382" y="28575"/>
                  </a:lnTo>
                  <a:lnTo>
                    <a:pt x="194271" y="37109"/>
                  </a:lnTo>
                  <a:lnTo>
                    <a:pt x="195249" y="37109"/>
                  </a:lnTo>
                  <a:lnTo>
                    <a:pt x="194576" y="30594"/>
                  </a:lnTo>
                  <a:lnTo>
                    <a:pt x="195237" y="29718"/>
                  </a:lnTo>
                  <a:lnTo>
                    <a:pt x="197396" y="29718"/>
                  </a:lnTo>
                  <a:lnTo>
                    <a:pt x="197980" y="30556"/>
                  </a:lnTo>
                  <a:lnTo>
                    <a:pt x="198653" y="37109"/>
                  </a:lnTo>
                  <a:lnTo>
                    <a:pt x="199644" y="37109"/>
                  </a:lnTo>
                  <a:lnTo>
                    <a:pt x="198970" y="30594"/>
                  </a:lnTo>
                  <a:lnTo>
                    <a:pt x="199631" y="29718"/>
                  </a:lnTo>
                  <a:lnTo>
                    <a:pt x="201790" y="29718"/>
                  </a:lnTo>
                  <a:lnTo>
                    <a:pt x="202361" y="30556"/>
                  </a:lnTo>
                  <a:lnTo>
                    <a:pt x="203034" y="37109"/>
                  </a:lnTo>
                  <a:lnTo>
                    <a:pt x="204025" y="37109"/>
                  </a:lnTo>
                  <a:close/>
                </a:path>
                <a:path w="550545" h="41275">
                  <a:moveTo>
                    <a:pt x="212293" y="37160"/>
                  </a:moveTo>
                  <a:lnTo>
                    <a:pt x="212153" y="35763"/>
                  </a:lnTo>
                  <a:lnTo>
                    <a:pt x="211543" y="29984"/>
                  </a:lnTo>
                  <a:lnTo>
                    <a:pt x="211404" y="28575"/>
                  </a:lnTo>
                  <a:lnTo>
                    <a:pt x="210972" y="28575"/>
                  </a:lnTo>
                  <a:lnTo>
                    <a:pt x="210972" y="34556"/>
                  </a:lnTo>
                  <a:lnTo>
                    <a:pt x="209994" y="36055"/>
                  </a:lnTo>
                  <a:lnTo>
                    <a:pt x="207391" y="36055"/>
                  </a:lnTo>
                  <a:lnTo>
                    <a:pt x="206248" y="34556"/>
                  </a:lnTo>
                  <a:lnTo>
                    <a:pt x="205892" y="31140"/>
                  </a:lnTo>
                  <a:lnTo>
                    <a:pt x="206730" y="29718"/>
                  </a:lnTo>
                  <a:lnTo>
                    <a:pt x="209334" y="29718"/>
                  </a:lnTo>
                  <a:lnTo>
                    <a:pt x="210616" y="31140"/>
                  </a:lnTo>
                  <a:lnTo>
                    <a:pt x="210972" y="34556"/>
                  </a:lnTo>
                  <a:lnTo>
                    <a:pt x="210972" y="28575"/>
                  </a:lnTo>
                  <a:lnTo>
                    <a:pt x="210413" y="28575"/>
                  </a:lnTo>
                  <a:lnTo>
                    <a:pt x="210553" y="29984"/>
                  </a:lnTo>
                  <a:lnTo>
                    <a:pt x="210362" y="29718"/>
                  </a:lnTo>
                  <a:lnTo>
                    <a:pt x="209867" y="29044"/>
                  </a:lnTo>
                  <a:lnTo>
                    <a:pt x="208927" y="28435"/>
                  </a:lnTo>
                  <a:lnTo>
                    <a:pt x="206108" y="28435"/>
                  </a:lnTo>
                  <a:lnTo>
                    <a:pt x="204787" y="30441"/>
                  </a:lnTo>
                  <a:lnTo>
                    <a:pt x="205295" y="35255"/>
                  </a:lnTo>
                  <a:lnTo>
                    <a:pt x="207022" y="37325"/>
                  </a:lnTo>
                  <a:lnTo>
                    <a:pt x="209854" y="37325"/>
                  </a:lnTo>
                  <a:lnTo>
                    <a:pt x="210654" y="36715"/>
                  </a:lnTo>
                  <a:lnTo>
                    <a:pt x="211010" y="36055"/>
                  </a:lnTo>
                  <a:lnTo>
                    <a:pt x="211162" y="35763"/>
                  </a:lnTo>
                  <a:lnTo>
                    <a:pt x="211302" y="37160"/>
                  </a:lnTo>
                  <a:lnTo>
                    <a:pt x="212293" y="37160"/>
                  </a:lnTo>
                  <a:close/>
                </a:path>
                <a:path w="550545" h="41275">
                  <a:moveTo>
                    <a:pt x="216408" y="29756"/>
                  </a:moveTo>
                  <a:lnTo>
                    <a:pt x="216293" y="28575"/>
                  </a:lnTo>
                  <a:lnTo>
                    <a:pt x="214820" y="28575"/>
                  </a:lnTo>
                  <a:lnTo>
                    <a:pt x="214477" y="25222"/>
                  </a:lnTo>
                  <a:lnTo>
                    <a:pt x="213487" y="25222"/>
                  </a:lnTo>
                  <a:lnTo>
                    <a:pt x="213842" y="28575"/>
                  </a:lnTo>
                  <a:lnTo>
                    <a:pt x="212864" y="28575"/>
                  </a:lnTo>
                  <a:lnTo>
                    <a:pt x="212979" y="29756"/>
                  </a:lnTo>
                  <a:lnTo>
                    <a:pt x="213956" y="29756"/>
                  </a:lnTo>
                  <a:lnTo>
                    <a:pt x="214718" y="37122"/>
                  </a:lnTo>
                  <a:lnTo>
                    <a:pt x="215709" y="37122"/>
                  </a:lnTo>
                  <a:lnTo>
                    <a:pt x="214947" y="29756"/>
                  </a:lnTo>
                  <a:lnTo>
                    <a:pt x="216408" y="29756"/>
                  </a:lnTo>
                  <a:close/>
                </a:path>
                <a:path w="550545" h="41275">
                  <a:moveTo>
                    <a:pt x="220560" y="29756"/>
                  </a:moveTo>
                  <a:lnTo>
                    <a:pt x="220446" y="28575"/>
                  </a:lnTo>
                  <a:lnTo>
                    <a:pt x="218973" y="28575"/>
                  </a:lnTo>
                  <a:lnTo>
                    <a:pt x="218630" y="25222"/>
                  </a:lnTo>
                  <a:lnTo>
                    <a:pt x="217639" y="25222"/>
                  </a:lnTo>
                  <a:lnTo>
                    <a:pt x="217995" y="28575"/>
                  </a:lnTo>
                  <a:lnTo>
                    <a:pt x="217017" y="28575"/>
                  </a:lnTo>
                  <a:lnTo>
                    <a:pt x="217131" y="29756"/>
                  </a:lnTo>
                  <a:lnTo>
                    <a:pt x="218109" y="29756"/>
                  </a:lnTo>
                  <a:lnTo>
                    <a:pt x="218871" y="37122"/>
                  </a:lnTo>
                  <a:lnTo>
                    <a:pt x="219862" y="37122"/>
                  </a:lnTo>
                  <a:lnTo>
                    <a:pt x="219100" y="29756"/>
                  </a:lnTo>
                  <a:lnTo>
                    <a:pt x="220560" y="29756"/>
                  </a:lnTo>
                  <a:close/>
                </a:path>
                <a:path w="550545" h="41275">
                  <a:moveTo>
                    <a:pt x="222796" y="26441"/>
                  </a:moveTo>
                  <a:lnTo>
                    <a:pt x="222694" y="25450"/>
                  </a:lnTo>
                  <a:lnTo>
                    <a:pt x="222326" y="25031"/>
                  </a:lnTo>
                  <a:lnTo>
                    <a:pt x="221551" y="25031"/>
                  </a:lnTo>
                  <a:lnTo>
                    <a:pt x="221284" y="25450"/>
                  </a:lnTo>
                  <a:lnTo>
                    <a:pt x="221386" y="26441"/>
                  </a:lnTo>
                  <a:lnTo>
                    <a:pt x="221742" y="26847"/>
                  </a:lnTo>
                  <a:lnTo>
                    <a:pt x="222516" y="26847"/>
                  </a:lnTo>
                  <a:lnTo>
                    <a:pt x="222796" y="26441"/>
                  </a:lnTo>
                  <a:close/>
                </a:path>
                <a:path w="550545" h="41275">
                  <a:moveTo>
                    <a:pt x="223735" y="37122"/>
                  </a:moveTo>
                  <a:lnTo>
                    <a:pt x="222846" y="28575"/>
                  </a:lnTo>
                  <a:lnTo>
                    <a:pt x="221818" y="28575"/>
                  </a:lnTo>
                  <a:lnTo>
                    <a:pt x="222694" y="37122"/>
                  </a:lnTo>
                  <a:lnTo>
                    <a:pt x="223735" y="37122"/>
                  </a:lnTo>
                  <a:close/>
                </a:path>
                <a:path w="550545" h="41275">
                  <a:moveTo>
                    <a:pt x="230263" y="36195"/>
                  </a:moveTo>
                  <a:lnTo>
                    <a:pt x="229958" y="33274"/>
                  </a:lnTo>
                  <a:lnTo>
                    <a:pt x="229209" y="32512"/>
                  </a:lnTo>
                  <a:lnTo>
                    <a:pt x="227495" y="32067"/>
                  </a:lnTo>
                  <a:lnTo>
                    <a:pt x="226402" y="31800"/>
                  </a:lnTo>
                  <a:lnTo>
                    <a:pt x="225933" y="31432"/>
                  </a:lnTo>
                  <a:lnTo>
                    <a:pt x="225806" y="30149"/>
                  </a:lnTo>
                  <a:lnTo>
                    <a:pt x="226301" y="29667"/>
                  </a:lnTo>
                  <a:lnTo>
                    <a:pt x="227850" y="29667"/>
                  </a:lnTo>
                  <a:lnTo>
                    <a:pt x="228384" y="30086"/>
                  </a:lnTo>
                  <a:lnTo>
                    <a:pt x="228536" y="30670"/>
                  </a:lnTo>
                  <a:lnTo>
                    <a:pt x="229438" y="30670"/>
                  </a:lnTo>
                  <a:lnTo>
                    <a:pt x="229209" y="29375"/>
                  </a:lnTo>
                  <a:lnTo>
                    <a:pt x="228244" y="28448"/>
                  </a:lnTo>
                  <a:lnTo>
                    <a:pt x="225488" y="28448"/>
                  </a:lnTo>
                  <a:lnTo>
                    <a:pt x="224828" y="29489"/>
                  </a:lnTo>
                  <a:lnTo>
                    <a:pt x="225094" y="32143"/>
                  </a:lnTo>
                  <a:lnTo>
                    <a:pt x="225869" y="32893"/>
                  </a:lnTo>
                  <a:lnTo>
                    <a:pt x="228676" y="33604"/>
                  </a:lnTo>
                  <a:lnTo>
                    <a:pt x="229120" y="33870"/>
                  </a:lnTo>
                  <a:lnTo>
                    <a:pt x="229285" y="35471"/>
                  </a:lnTo>
                  <a:lnTo>
                    <a:pt x="228701" y="36029"/>
                  </a:lnTo>
                  <a:lnTo>
                    <a:pt x="226910" y="36029"/>
                  </a:lnTo>
                  <a:lnTo>
                    <a:pt x="226174" y="35407"/>
                  </a:lnTo>
                  <a:lnTo>
                    <a:pt x="226009" y="34696"/>
                  </a:lnTo>
                  <a:lnTo>
                    <a:pt x="225107" y="34696"/>
                  </a:lnTo>
                  <a:lnTo>
                    <a:pt x="225336" y="36195"/>
                  </a:lnTo>
                  <a:lnTo>
                    <a:pt x="226415" y="37261"/>
                  </a:lnTo>
                  <a:lnTo>
                    <a:pt x="229501" y="37261"/>
                  </a:lnTo>
                  <a:lnTo>
                    <a:pt x="230263" y="36195"/>
                  </a:lnTo>
                  <a:close/>
                </a:path>
                <a:path w="550545" h="41275">
                  <a:moveTo>
                    <a:pt x="242862" y="35255"/>
                  </a:moveTo>
                  <a:lnTo>
                    <a:pt x="242354" y="30441"/>
                  </a:lnTo>
                  <a:lnTo>
                    <a:pt x="241744" y="29743"/>
                  </a:lnTo>
                  <a:lnTo>
                    <a:pt x="241744" y="34556"/>
                  </a:lnTo>
                  <a:lnTo>
                    <a:pt x="240906" y="36055"/>
                  </a:lnTo>
                  <a:lnTo>
                    <a:pt x="238315" y="36055"/>
                  </a:lnTo>
                  <a:lnTo>
                    <a:pt x="238061" y="35763"/>
                  </a:lnTo>
                  <a:lnTo>
                    <a:pt x="237020" y="34556"/>
                  </a:lnTo>
                  <a:lnTo>
                    <a:pt x="236664" y="31140"/>
                  </a:lnTo>
                  <a:lnTo>
                    <a:pt x="237477" y="29984"/>
                  </a:lnTo>
                  <a:lnTo>
                    <a:pt x="237655" y="29718"/>
                  </a:lnTo>
                  <a:lnTo>
                    <a:pt x="240258" y="29718"/>
                  </a:lnTo>
                  <a:lnTo>
                    <a:pt x="241388" y="31140"/>
                  </a:lnTo>
                  <a:lnTo>
                    <a:pt x="241744" y="34556"/>
                  </a:lnTo>
                  <a:lnTo>
                    <a:pt x="241744" y="29743"/>
                  </a:lnTo>
                  <a:lnTo>
                    <a:pt x="240626" y="28435"/>
                  </a:lnTo>
                  <a:lnTo>
                    <a:pt x="237794" y="28435"/>
                  </a:lnTo>
                  <a:lnTo>
                    <a:pt x="236982" y="29044"/>
                  </a:lnTo>
                  <a:lnTo>
                    <a:pt x="236486" y="29984"/>
                  </a:lnTo>
                  <a:lnTo>
                    <a:pt x="236347" y="28575"/>
                  </a:lnTo>
                  <a:lnTo>
                    <a:pt x="235356" y="28575"/>
                  </a:lnTo>
                  <a:lnTo>
                    <a:pt x="236651" y="41008"/>
                  </a:lnTo>
                  <a:lnTo>
                    <a:pt x="237629" y="41008"/>
                  </a:lnTo>
                  <a:lnTo>
                    <a:pt x="237083" y="35763"/>
                  </a:lnTo>
                  <a:lnTo>
                    <a:pt x="237782" y="36715"/>
                  </a:lnTo>
                  <a:lnTo>
                    <a:pt x="238709" y="37325"/>
                  </a:lnTo>
                  <a:lnTo>
                    <a:pt x="241554" y="37325"/>
                  </a:lnTo>
                  <a:lnTo>
                    <a:pt x="242354" y="36055"/>
                  </a:lnTo>
                  <a:lnTo>
                    <a:pt x="242862" y="35255"/>
                  </a:lnTo>
                  <a:close/>
                </a:path>
                <a:path w="550545" h="41275">
                  <a:moveTo>
                    <a:pt x="250532" y="35255"/>
                  </a:moveTo>
                  <a:lnTo>
                    <a:pt x="250024" y="30441"/>
                  </a:lnTo>
                  <a:lnTo>
                    <a:pt x="249415" y="29743"/>
                  </a:lnTo>
                  <a:lnTo>
                    <a:pt x="249415" y="34556"/>
                  </a:lnTo>
                  <a:lnTo>
                    <a:pt x="248564" y="36055"/>
                  </a:lnTo>
                  <a:lnTo>
                    <a:pt x="245935" y="36055"/>
                  </a:lnTo>
                  <a:lnTo>
                    <a:pt x="244754" y="34556"/>
                  </a:lnTo>
                  <a:lnTo>
                    <a:pt x="244398" y="31140"/>
                  </a:lnTo>
                  <a:lnTo>
                    <a:pt x="245275" y="29718"/>
                  </a:lnTo>
                  <a:lnTo>
                    <a:pt x="247904" y="29718"/>
                  </a:lnTo>
                  <a:lnTo>
                    <a:pt x="249072" y="31140"/>
                  </a:lnTo>
                  <a:lnTo>
                    <a:pt x="249415" y="34556"/>
                  </a:lnTo>
                  <a:lnTo>
                    <a:pt x="249415" y="29743"/>
                  </a:lnTo>
                  <a:lnTo>
                    <a:pt x="248297" y="28435"/>
                  </a:lnTo>
                  <a:lnTo>
                    <a:pt x="244614" y="28435"/>
                  </a:lnTo>
                  <a:lnTo>
                    <a:pt x="243306" y="30441"/>
                  </a:lnTo>
                  <a:lnTo>
                    <a:pt x="243801" y="35255"/>
                  </a:lnTo>
                  <a:lnTo>
                    <a:pt x="245529" y="37325"/>
                  </a:lnTo>
                  <a:lnTo>
                    <a:pt x="249224" y="37325"/>
                  </a:lnTo>
                  <a:lnTo>
                    <a:pt x="250024" y="36055"/>
                  </a:lnTo>
                  <a:lnTo>
                    <a:pt x="250532" y="35255"/>
                  </a:lnTo>
                  <a:close/>
                </a:path>
                <a:path w="550545" h="41275">
                  <a:moveTo>
                    <a:pt x="254685" y="29718"/>
                  </a:moveTo>
                  <a:lnTo>
                    <a:pt x="254546" y="28448"/>
                  </a:lnTo>
                  <a:lnTo>
                    <a:pt x="253644" y="28448"/>
                  </a:lnTo>
                  <a:lnTo>
                    <a:pt x="252933" y="28943"/>
                  </a:lnTo>
                  <a:lnTo>
                    <a:pt x="252488" y="29743"/>
                  </a:lnTo>
                  <a:lnTo>
                    <a:pt x="252361" y="28575"/>
                  </a:lnTo>
                  <a:lnTo>
                    <a:pt x="251371" y="28575"/>
                  </a:lnTo>
                  <a:lnTo>
                    <a:pt x="252247" y="37109"/>
                  </a:lnTo>
                  <a:lnTo>
                    <a:pt x="253250" y="37109"/>
                  </a:lnTo>
                  <a:lnTo>
                    <a:pt x="252577" y="30657"/>
                  </a:lnTo>
                  <a:lnTo>
                    <a:pt x="253530" y="29718"/>
                  </a:lnTo>
                  <a:lnTo>
                    <a:pt x="254685" y="29718"/>
                  </a:lnTo>
                  <a:close/>
                </a:path>
                <a:path w="550545" h="41275">
                  <a:moveTo>
                    <a:pt x="258826" y="29756"/>
                  </a:moveTo>
                  <a:lnTo>
                    <a:pt x="258711" y="28575"/>
                  </a:lnTo>
                  <a:lnTo>
                    <a:pt x="257251" y="28575"/>
                  </a:lnTo>
                  <a:lnTo>
                    <a:pt x="256908" y="25222"/>
                  </a:lnTo>
                  <a:lnTo>
                    <a:pt x="255917" y="25222"/>
                  </a:lnTo>
                  <a:lnTo>
                    <a:pt x="256260" y="28575"/>
                  </a:lnTo>
                  <a:lnTo>
                    <a:pt x="255295" y="28575"/>
                  </a:lnTo>
                  <a:lnTo>
                    <a:pt x="255409" y="29756"/>
                  </a:lnTo>
                  <a:lnTo>
                    <a:pt x="256387" y="29756"/>
                  </a:lnTo>
                  <a:lnTo>
                    <a:pt x="257149" y="37122"/>
                  </a:lnTo>
                  <a:lnTo>
                    <a:pt x="258140" y="37122"/>
                  </a:lnTo>
                  <a:lnTo>
                    <a:pt x="257378" y="29756"/>
                  </a:lnTo>
                  <a:lnTo>
                    <a:pt x="258826" y="29756"/>
                  </a:lnTo>
                  <a:close/>
                </a:path>
                <a:path w="550545" h="41275">
                  <a:moveTo>
                    <a:pt x="262991" y="29756"/>
                  </a:moveTo>
                  <a:lnTo>
                    <a:pt x="262864" y="28575"/>
                  </a:lnTo>
                  <a:lnTo>
                    <a:pt x="261404" y="28575"/>
                  </a:lnTo>
                  <a:lnTo>
                    <a:pt x="261061" y="25222"/>
                  </a:lnTo>
                  <a:lnTo>
                    <a:pt x="260070" y="25222"/>
                  </a:lnTo>
                  <a:lnTo>
                    <a:pt x="260426" y="28575"/>
                  </a:lnTo>
                  <a:lnTo>
                    <a:pt x="259448" y="28575"/>
                  </a:lnTo>
                  <a:lnTo>
                    <a:pt x="259562" y="29756"/>
                  </a:lnTo>
                  <a:lnTo>
                    <a:pt x="260540" y="29756"/>
                  </a:lnTo>
                  <a:lnTo>
                    <a:pt x="261302" y="37122"/>
                  </a:lnTo>
                  <a:lnTo>
                    <a:pt x="262293" y="37122"/>
                  </a:lnTo>
                  <a:lnTo>
                    <a:pt x="261531" y="29756"/>
                  </a:lnTo>
                  <a:lnTo>
                    <a:pt x="262991" y="29756"/>
                  </a:lnTo>
                  <a:close/>
                </a:path>
                <a:path w="550545" h="41275">
                  <a:moveTo>
                    <a:pt x="265226" y="26441"/>
                  </a:moveTo>
                  <a:lnTo>
                    <a:pt x="265112" y="25450"/>
                  </a:lnTo>
                  <a:lnTo>
                    <a:pt x="264744" y="25031"/>
                  </a:lnTo>
                  <a:lnTo>
                    <a:pt x="263982" y="25031"/>
                  </a:lnTo>
                  <a:lnTo>
                    <a:pt x="263715" y="25450"/>
                  </a:lnTo>
                  <a:lnTo>
                    <a:pt x="263817" y="26441"/>
                  </a:lnTo>
                  <a:lnTo>
                    <a:pt x="264172" y="26847"/>
                  </a:lnTo>
                  <a:lnTo>
                    <a:pt x="264934" y="26847"/>
                  </a:lnTo>
                  <a:lnTo>
                    <a:pt x="265226" y="26441"/>
                  </a:lnTo>
                  <a:close/>
                </a:path>
                <a:path w="550545" h="41275">
                  <a:moveTo>
                    <a:pt x="266166" y="37122"/>
                  </a:moveTo>
                  <a:lnTo>
                    <a:pt x="265277" y="28575"/>
                  </a:lnTo>
                  <a:lnTo>
                    <a:pt x="264248" y="28575"/>
                  </a:lnTo>
                  <a:lnTo>
                    <a:pt x="265137" y="37122"/>
                  </a:lnTo>
                  <a:lnTo>
                    <a:pt x="266166" y="37122"/>
                  </a:lnTo>
                  <a:close/>
                </a:path>
                <a:path w="550545" h="41275">
                  <a:moveTo>
                    <a:pt x="270306" y="29756"/>
                  </a:moveTo>
                  <a:lnTo>
                    <a:pt x="270192" y="28575"/>
                  </a:lnTo>
                  <a:lnTo>
                    <a:pt x="268719" y="28575"/>
                  </a:lnTo>
                  <a:lnTo>
                    <a:pt x="268376" y="25222"/>
                  </a:lnTo>
                  <a:lnTo>
                    <a:pt x="267398" y="25222"/>
                  </a:lnTo>
                  <a:lnTo>
                    <a:pt x="267741" y="28575"/>
                  </a:lnTo>
                  <a:lnTo>
                    <a:pt x="266763" y="28575"/>
                  </a:lnTo>
                  <a:lnTo>
                    <a:pt x="266877" y="29756"/>
                  </a:lnTo>
                  <a:lnTo>
                    <a:pt x="267868" y="29756"/>
                  </a:lnTo>
                  <a:lnTo>
                    <a:pt x="268617" y="37122"/>
                  </a:lnTo>
                  <a:lnTo>
                    <a:pt x="269608" y="37122"/>
                  </a:lnTo>
                  <a:lnTo>
                    <a:pt x="268846" y="29756"/>
                  </a:lnTo>
                  <a:lnTo>
                    <a:pt x="270306" y="29756"/>
                  </a:lnTo>
                  <a:close/>
                </a:path>
                <a:path w="550545" h="41275">
                  <a:moveTo>
                    <a:pt x="278409" y="35255"/>
                  </a:moveTo>
                  <a:lnTo>
                    <a:pt x="277914" y="30441"/>
                  </a:lnTo>
                  <a:lnTo>
                    <a:pt x="277304" y="29743"/>
                  </a:lnTo>
                  <a:lnTo>
                    <a:pt x="277304" y="34556"/>
                  </a:lnTo>
                  <a:lnTo>
                    <a:pt x="276440" y="36055"/>
                  </a:lnTo>
                  <a:lnTo>
                    <a:pt x="273812" y="36055"/>
                  </a:lnTo>
                  <a:lnTo>
                    <a:pt x="272643" y="34556"/>
                  </a:lnTo>
                  <a:lnTo>
                    <a:pt x="272288" y="31140"/>
                  </a:lnTo>
                  <a:lnTo>
                    <a:pt x="273151" y="29718"/>
                  </a:lnTo>
                  <a:lnTo>
                    <a:pt x="275780" y="29718"/>
                  </a:lnTo>
                  <a:lnTo>
                    <a:pt x="276961" y="31140"/>
                  </a:lnTo>
                  <a:lnTo>
                    <a:pt x="277304" y="34556"/>
                  </a:lnTo>
                  <a:lnTo>
                    <a:pt x="277304" y="29743"/>
                  </a:lnTo>
                  <a:lnTo>
                    <a:pt x="276186" y="28435"/>
                  </a:lnTo>
                  <a:lnTo>
                    <a:pt x="272491" y="28435"/>
                  </a:lnTo>
                  <a:lnTo>
                    <a:pt x="271183" y="30441"/>
                  </a:lnTo>
                  <a:lnTo>
                    <a:pt x="271678" y="35255"/>
                  </a:lnTo>
                  <a:lnTo>
                    <a:pt x="273418" y="37325"/>
                  </a:lnTo>
                  <a:lnTo>
                    <a:pt x="277101" y="37325"/>
                  </a:lnTo>
                  <a:lnTo>
                    <a:pt x="277914" y="36055"/>
                  </a:lnTo>
                  <a:lnTo>
                    <a:pt x="278409" y="35255"/>
                  </a:lnTo>
                  <a:close/>
                </a:path>
                <a:path w="550545" h="41275">
                  <a:moveTo>
                    <a:pt x="282562" y="29718"/>
                  </a:moveTo>
                  <a:lnTo>
                    <a:pt x="282422" y="28448"/>
                  </a:lnTo>
                  <a:lnTo>
                    <a:pt x="281533" y="28448"/>
                  </a:lnTo>
                  <a:lnTo>
                    <a:pt x="280809" y="28943"/>
                  </a:lnTo>
                  <a:lnTo>
                    <a:pt x="280365" y="29743"/>
                  </a:lnTo>
                  <a:lnTo>
                    <a:pt x="280250" y="28575"/>
                  </a:lnTo>
                  <a:lnTo>
                    <a:pt x="279260" y="28575"/>
                  </a:lnTo>
                  <a:lnTo>
                    <a:pt x="280136" y="37109"/>
                  </a:lnTo>
                  <a:lnTo>
                    <a:pt x="281127" y="37109"/>
                  </a:lnTo>
                  <a:lnTo>
                    <a:pt x="280454" y="30657"/>
                  </a:lnTo>
                  <a:lnTo>
                    <a:pt x="281406" y="29718"/>
                  </a:lnTo>
                  <a:lnTo>
                    <a:pt x="282562" y="29718"/>
                  </a:lnTo>
                  <a:close/>
                </a:path>
                <a:path w="550545" h="41275">
                  <a:moveTo>
                    <a:pt x="285572" y="36741"/>
                  </a:moveTo>
                  <a:lnTo>
                    <a:pt x="285521" y="36131"/>
                  </a:lnTo>
                  <a:lnTo>
                    <a:pt x="285457" y="35547"/>
                  </a:lnTo>
                  <a:lnTo>
                    <a:pt x="285038" y="35064"/>
                  </a:lnTo>
                  <a:lnTo>
                    <a:pt x="284149" y="35064"/>
                  </a:lnTo>
                  <a:lnTo>
                    <a:pt x="283819" y="35547"/>
                  </a:lnTo>
                  <a:lnTo>
                    <a:pt x="283883" y="36131"/>
                  </a:lnTo>
                  <a:lnTo>
                    <a:pt x="283946" y="36741"/>
                  </a:lnTo>
                  <a:lnTo>
                    <a:pt x="284365" y="37223"/>
                  </a:lnTo>
                  <a:lnTo>
                    <a:pt x="285267" y="37223"/>
                  </a:lnTo>
                  <a:lnTo>
                    <a:pt x="285572" y="36741"/>
                  </a:lnTo>
                  <a:close/>
                </a:path>
                <a:path w="550545" h="41275">
                  <a:moveTo>
                    <a:pt x="300139" y="35128"/>
                  </a:moveTo>
                  <a:lnTo>
                    <a:pt x="299110" y="25234"/>
                  </a:lnTo>
                  <a:lnTo>
                    <a:pt x="298907" y="25006"/>
                  </a:lnTo>
                  <a:lnTo>
                    <a:pt x="298907" y="34175"/>
                  </a:lnTo>
                  <a:lnTo>
                    <a:pt x="297865" y="35763"/>
                  </a:lnTo>
                  <a:lnTo>
                    <a:pt x="293116" y="35763"/>
                  </a:lnTo>
                  <a:lnTo>
                    <a:pt x="291960" y="24612"/>
                  </a:lnTo>
                  <a:lnTo>
                    <a:pt x="296710" y="24612"/>
                  </a:lnTo>
                  <a:lnTo>
                    <a:pt x="298094" y="26200"/>
                  </a:lnTo>
                  <a:lnTo>
                    <a:pt x="298907" y="34175"/>
                  </a:lnTo>
                  <a:lnTo>
                    <a:pt x="298907" y="25006"/>
                  </a:lnTo>
                  <a:lnTo>
                    <a:pt x="298564" y="24612"/>
                  </a:lnTo>
                  <a:lnTo>
                    <a:pt x="297370" y="23253"/>
                  </a:lnTo>
                  <a:lnTo>
                    <a:pt x="290741" y="23253"/>
                  </a:lnTo>
                  <a:lnTo>
                    <a:pt x="292163" y="37122"/>
                  </a:lnTo>
                  <a:lnTo>
                    <a:pt x="298805" y="37122"/>
                  </a:lnTo>
                  <a:lnTo>
                    <a:pt x="299720" y="35763"/>
                  </a:lnTo>
                  <a:lnTo>
                    <a:pt x="300139" y="35128"/>
                  </a:lnTo>
                  <a:close/>
                </a:path>
                <a:path w="550545" h="41275">
                  <a:moveTo>
                    <a:pt x="307568" y="37122"/>
                  </a:moveTo>
                  <a:lnTo>
                    <a:pt x="306679" y="28575"/>
                  </a:lnTo>
                  <a:lnTo>
                    <a:pt x="305689" y="28575"/>
                  </a:lnTo>
                  <a:lnTo>
                    <a:pt x="306362" y="35001"/>
                  </a:lnTo>
                  <a:lnTo>
                    <a:pt x="305650" y="35979"/>
                  </a:lnTo>
                  <a:lnTo>
                    <a:pt x="303250" y="35979"/>
                  </a:lnTo>
                  <a:lnTo>
                    <a:pt x="302577" y="35140"/>
                  </a:lnTo>
                  <a:lnTo>
                    <a:pt x="301904" y="28575"/>
                  </a:lnTo>
                  <a:lnTo>
                    <a:pt x="300913" y="28575"/>
                  </a:lnTo>
                  <a:lnTo>
                    <a:pt x="301701" y="36169"/>
                  </a:lnTo>
                  <a:lnTo>
                    <a:pt x="302602" y="37261"/>
                  </a:lnTo>
                  <a:lnTo>
                    <a:pt x="305346" y="37261"/>
                  </a:lnTo>
                  <a:lnTo>
                    <a:pt x="306019" y="36830"/>
                  </a:lnTo>
                  <a:lnTo>
                    <a:pt x="306476" y="36093"/>
                  </a:lnTo>
                  <a:lnTo>
                    <a:pt x="306578" y="37122"/>
                  </a:lnTo>
                  <a:lnTo>
                    <a:pt x="307568" y="37122"/>
                  </a:lnTo>
                  <a:close/>
                </a:path>
                <a:path w="550545" h="41275">
                  <a:moveTo>
                    <a:pt x="309765" y="26441"/>
                  </a:moveTo>
                  <a:lnTo>
                    <a:pt x="309664" y="25450"/>
                  </a:lnTo>
                  <a:lnTo>
                    <a:pt x="309295" y="25031"/>
                  </a:lnTo>
                  <a:lnTo>
                    <a:pt x="308533" y="25031"/>
                  </a:lnTo>
                  <a:lnTo>
                    <a:pt x="308267" y="25450"/>
                  </a:lnTo>
                  <a:lnTo>
                    <a:pt x="308368" y="26441"/>
                  </a:lnTo>
                  <a:lnTo>
                    <a:pt x="308724" y="26847"/>
                  </a:lnTo>
                  <a:lnTo>
                    <a:pt x="309486" y="26847"/>
                  </a:lnTo>
                  <a:lnTo>
                    <a:pt x="309765" y="26441"/>
                  </a:lnTo>
                  <a:close/>
                </a:path>
                <a:path w="550545" h="41275">
                  <a:moveTo>
                    <a:pt x="310705" y="37122"/>
                  </a:moveTo>
                  <a:lnTo>
                    <a:pt x="309816" y="28575"/>
                  </a:lnTo>
                  <a:lnTo>
                    <a:pt x="308800" y="28575"/>
                  </a:lnTo>
                  <a:lnTo>
                    <a:pt x="309689" y="37122"/>
                  </a:lnTo>
                  <a:lnTo>
                    <a:pt x="310705" y="37122"/>
                  </a:lnTo>
                  <a:close/>
                </a:path>
                <a:path w="550545" h="41275">
                  <a:moveTo>
                    <a:pt x="317233" y="36195"/>
                  </a:moveTo>
                  <a:lnTo>
                    <a:pt x="316928" y="33274"/>
                  </a:lnTo>
                  <a:lnTo>
                    <a:pt x="316191" y="32512"/>
                  </a:lnTo>
                  <a:lnTo>
                    <a:pt x="314477" y="32067"/>
                  </a:lnTo>
                  <a:lnTo>
                    <a:pt x="313385" y="31800"/>
                  </a:lnTo>
                  <a:lnTo>
                    <a:pt x="312915" y="31432"/>
                  </a:lnTo>
                  <a:lnTo>
                    <a:pt x="312788" y="30149"/>
                  </a:lnTo>
                  <a:lnTo>
                    <a:pt x="313283" y="29667"/>
                  </a:lnTo>
                  <a:lnTo>
                    <a:pt x="314833" y="29667"/>
                  </a:lnTo>
                  <a:lnTo>
                    <a:pt x="315366" y="30086"/>
                  </a:lnTo>
                  <a:lnTo>
                    <a:pt x="315506" y="30670"/>
                  </a:lnTo>
                  <a:lnTo>
                    <a:pt x="316407" y="30670"/>
                  </a:lnTo>
                  <a:lnTo>
                    <a:pt x="316179" y="29375"/>
                  </a:lnTo>
                  <a:lnTo>
                    <a:pt x="315214" y="28448"/>
                  </a:lnTo>
                  <a:lnTo>
                    <a:pt x="312458" y="28448"/>
                  </a:lnTo>
                  <a:lnTo>
                    <a:pt x="311797" y="29489"/>
                  </a:lnTo>
                  <a:lnTo>
                    <a:pt x="312077" y="32143"/>
                  </a:lnTo>
                  <a:lnTo>
                    <a:pt x="312851" y="32893"/>
                  </a:lnTo>
                  <a:lnTo>
                    <a:pt x="315658" y="33604"/>
                  </a:lnTo>
                  <a:lnTo>
                    <a:pt x="316090" y="33870"/>
                  </a:lnTo>
                  <a:lnTo>
                    <a:pt x="316268" y="35471"/>
                  </a:lnTo>
                  <a:lnTo>
                    <a:pt x="315683" y="36029"/>
                  </a:lnTo>
                  <a:lnTo>
                    <a:pt x="313893" y="36029"/>
                  </a:lnTo>
                  <a:lnTo>
                    <a:pt x="313156" y="35407"/>
                  </a:lnTo>
                  <a:lnTo>
                    <a:pt x="312991" y="34696"/>
                  </a:lnTo>
                  <a:lnTo>
                    <a:pt x="312089" y="34696"/>
                  </a:lnTo>
                  <a:lnTo>
                    <a:pt x="312305" y="36195"/>
                  </a:lnTo>
                  <a:lnTo>
                    <a:pt x="313397" y="37261"/>
                  </a:lnTo>
                  <a:lnTo>
                    <a:pt x="316471" y="37261"/>
                  </a:lnTo>
                  <a:lnTo>
                    <a:pt x="317233" y="36195"/>
                  </a:lnTo>
                  <a:close/>
                </a:path>
                <a:path w="550545" h="41275">
                  <a:moveTo>
                    <a:pt x="333044" y="37109"/>
                  </a:moveTo>
                  <a:lnTo>
                    <a:pt x="332549" y="32245"/>
                  </a:lnTo>
                  <a:lnTo>
                    <a:pt x="332257" y="29527"/>
                  </a:lnTo>
                  <a:lnTo>
                    <a:pt x="331393" y="28448"/>
                  </a:lnTo>
                  <a:lnTo>
                    <a:pt x="328739" y="28448"/>
                  </a:lnTo>
                  <a:lnTo>
                    <a:pt x="328028" y="29044"/>
                  </a:lnTo>
                  <a:lnTo>
                    <a:pt x="327685" y="30086"/>
                  </a:lnTo>
                  <a:lnTo>
                    <a:pt x="327228" y="28930"/>
                  </a:lnTo>
                  <a:lnTo>
                    <a:pt x="326466" y="28448"/>
                  </a:lnTo>
                  <a:lnTo>
                    <a:pt x="324510" y="28448"/>
                  </a:lnTo>
                  <a:lnTo>
                    <a:pt x="323900" y="28867"/>
                  </a:lnTo>
                  <a:lnTo>
                    <a:pt x="323494" y="29603"/>
                  </a:lnTo>
                  <a:lnTo>
                    <a:pt x="323392" y="28575"/>
                  </a:lnTo>
                  <a:lnTo>
                    <a:pt x="322414" y="28575"/>
                  </a:lnTo>
                  <a:lnTo>
                    <a:pt x="323291" y="37109"/>
                  </a:lnTo>
                  <a:lnTo>
                    <a:pt x="324281" y="37109"/>
                  </a:lnTo>
                  <a:lnTo>
                    <a:pt x="323608" y="30594"/>
                  </a:lnTo>
                  <a:lnTo>
                    <a:pt x="324256" y="29718"/>
                  </a:lnTo>
                  <a:lnTo>
                    <a:pt x="326415" y="29718"/>
                  </a:lnTo>
                  <a:lnTo>
                    <a:pt x="326999" y="30556"/>
                  </a:lnTo>
                  <a:lnTo>
                    <a:pt x="327672" y="37109"/>
                  </a:lnTo>
                  <a:lnTo>
                    <a:pt x="328676" y="37109"/>
                  </a:lnTo>
                  <a:lnTo>
                    <a:pt x="327990" y="30594"/>
                  </a:lnTo>
                  <a:lnTo>
                    <a:pt x="328650" y="29718"/>
                  </a:lnTo>
                  <a:lnTo>
                    <a:pt x="330809" y="29718"/>
                  </a:lnTo>
                  <a:lnTo>
                    <a:pt x="331381" y="30556"/>
                  </a:lnTo>
                  <a:lnTo>
                    <a:pt x="332054" y="37109"/>
                  </a:lnTo>
                  <a:lnTo>
                    <a:pt x="333044" y="37109"/>
                  </a:lnTo>
                  <a:close/>
                </a:path>
                <a:path w="550545" h="41275">
                  <a:moveTo>
                    <a:pt x="341045" y="35255"/>
                  </a:moveTo>
                  <a:lnTo>
                    <a:pt x="340537" y="30441"/>
                  </a:lnTo>
                  <a:lnTo>
                    <a:pt x="339928" y="29743"/>
                  </a:lnTo>
                  <a:lnTo>
                    <a:pt x="339928" y="34556"/>
                  </a:lnTo>
                  <a:lnTo>
                    <a:pt x="339064" y="36055"/>
                  </a:lnTo>
                  <a:lnTo>
                    <a:pt x="336448" y="36055"/>
                  </a:lnTo>
                  <a:lnTo>
                    <a:pt x="335267" y="34556"/>
                  </a:lnTo>
                  <a:lnTo>
                    <a:pt x="334911" y="31140"/>
                  </a:lnTo>
                  <a:lnTo>
                    <a:pt x="335788" y="29718"/>
                  </a:lnTo>
                  <a:lnTo>
                    <a:pt x="338416" y="29718"/>
                  </a:lnTo>
                  <a:lnTo>
                    <a:pt x="339572" y="31140"/>
                  </a:lnTo>
                  <a:lnTo>
                    <a:pt x="339928" y="34556"/>
                  </a:lnTo>
                  <a:lnTo>
                    <a:pt x="339928" y="29743"/>
                  </a:lnTo>
                  <a:lnTo>
                    <a:pt x="338810" y="28435"/>
                  </a:lnTo>
                  <a:lnTo>
                    <a:pt x="335127" y="28435"/>
                  </a:lnTo>
                  <a:lnTo>
                    <a:pt x="333819" y="30441"/>
                  </a:lnTo>
                  <a:lnTo>
                    <a:pt x="334314" y="35255"/>
                  </a:lnTo>
                  <a:lnTo>
                    <a:pt x="336042" y="37325"/>
                  </a:lnTo>
                  <a:lnTo>
                    <a:pt x="339737" y="37325"/>
                  </a:lnTo>
                  <a:lnTo>
                    <a:pt x="340537" y="36055"/>
                  </a:lnTo>
                  <a:lnTo>
                    <a:pt x="341045" y="35255"/>
                  </a:lnTo>
                  <a:close/>
                </a:path>
                <a:path w="550545" h="41275">
                  <a:moveTo>
                    <a:pt x="343674" y="37122"/>
                  </a:moveTo>
                  <a:lnTo>
                    <a:pt x="342239" y="23253"/>
                  </a:lnTo>
                  <a:lnTo>
                    <a:pt x="341261" y="23253"/>
                  </a:lnTo>
                  <a:lnTo>
                    <a:pt x="342696" y="37122"/>
                  </a:lnTo>
                  <a:lnTo>
                    <a:pt x="343674" y="37122"/>
                  </a:lnTo>
                  <a:close/>
                </a:path>
                <a:path w="550545" h="41275">
                  <a:moveTo>
                    <a:pt x="351497" y="33477"/>
                  </a:moveTo>
                  <a:lnTo>
                    <a:pt x="351370" y="32232"/>
                  </a:lnTo>
                  <a:lnTo>
                    <a:pt x="351193" y="30441"/>
                  </a:lnTo>
                  <a:lnTo>
                    <a:pt x="350570" y="29730"/>
                  </a:lnTo>
                  <a:lnTo>
                    <a:pt x="350304" y="29425"/>
                  </a:lnTo>
                  <a:lnTo>
                    <a:pt x="350304" y="32232"/>
                  </a:lnTo>
                  <a:lnTo>
                    <a:pt x="345719" y="32232"/>
                  </a:lnTo>
                  <a:lnTo>
                    <a:pt x="345795" y="30797"/>
                  </a:lnTo>
                  <a:lnTo>
                    <a:pt x="346608" y="29730"/>
                  </a:lnTo>
                  <a:lnTo>
                    <a:pt x="348894" y="29730"/>
                  </a:lnTo>
                  <a:lnTo>
                    <a:pt x="349935" y="30797"/>
                  </a:lnTo>
                  <a:lnTo>
                    <a:pt x="350304" y="32232"/>
                  </a:lnTo>
                  <a:lnTo>
                    <a:pt x="350304" y="29425"/>
                  </a:lnTo>
                  <a:lnTo>
                    <a:pt x="349465" y="28435"/>
                  </a:lnTo>
                  <a:lnTo>
                    <a:pt x="345770" y="28435"/>
                  </a:lnTo>
                  <a:lnTo>
                    <a:pt x="344462" y="30441"/>
                  </a:lnTo>
                  <a:lnTo>
                    <a:pt x="344957" y="35255"/>
                  </a:lnTo>
                  <a:lnTo>
                    <a:pt x="346697" y="37338"/>
                  </a:lnTo>
                  <a:lnTo>
                    <a:pt x="349859" y="37338"/>
                  </a:lnTo>
                  <a:lnTo>
                    <a:pt x="350913" y="36347"/>
                  </a:lnTo>
                  <a:lnTo>
                    <a:pt x="350989" y="36055"/>
                  </a:lnTo>
                  <a:lnTo>
                    <a:pt x="351320" y="34861"/>
                  </a:lnTo>
                  <a:lnTo>
                    <a:pt x="350088" y="34861"/>
                  </a:lnTo>
                  <a:lnTo>
                    <a:pt x="349745" y="35572"/>
                  </a:lnTo>
                  <a:lnTo>
                    <a:pt x="349173" y="36055"/>
                  </a:lnTo>
                  <a:lnTo>
                    <a:pt x="347256" y="36055"/>
                  </a:lnTo>
                  <a:lnTo>
                    <a:pt x="346202" y="34861"/>
                  </a:lnTo>
                  <a:lnTo>
                    <a:pt x="345846" y="33477"/>
                  </a:lnTo>
                  <a:lnTo>
                    <a:pt x="351497" y="33477"/>
                  </a:lnTo>
                  <a:close/>
                </a:path>
                <a:path w="550545" h="41275">
                  <a:moveTo>
                    <a:pt x="357873" y="36195"/>
                  </a:moveTo>
                  <a:lnTo>
                    <a:pt x="357568" y="33274"/>
                  </a:lnTo>
                  <a:lnTo>
                    <a:pt x="356831" y="32512"/>
                  </a:lnTo>
                  <a:lnTo>
                    <a:pt x="355104" y="32067"/>
                  </a:lnTo>
                  <a:lnTo>
                    <a:pt x="354025" y="31800"/>
                  </a:lnTo>
                  <a:lnTo>
                    <a:pt x="353555" y="31432"/>
                  </a:lnTo>
                  <a:lnTo>
                    <a:pt x="353428" y="30149"/>
                  </a:lnTo>
                  <a:lnTo>
                    <a:pt x="353910" y="29667"/>
                  </a:lnTo>
                  <a:lnTo>
                    <a:pt x="355460" y="29667"/>
                  </a:lnTo>
                  <a:lnTo>
                    <a:pt x="355993" y="30086"/>
                  </a:lnTo>
                  <a:lnTo>
                    <a:pt x="356146" y="30670"/>
                  </a:lnTo>
                  <a:lnTo>
                    <a:pt x="357047" y="30670"/>
                  </a:lnTo>
                  <a:lnTo>
                    <a:pt x="356819" y="29375"/>
                  </a:lnTo>
                  <a:lnTo>
                    <a:pt x="355854" y="28448"/>
                  </a:lnTo>
                  <a:lnTo>
                    <a:pt x="353098" y="28448"/>
                  </a:lnTo>
                  <a:lnTo>
                    <a:pt x="352437" y="29489"/>
                  </a:lnTo>
                  <a:lnTo>
                    <a:pt x="352717" y="32143"/>
                  </a:lnTo>
                  <a:lnTo>
                    <a:pt x="353491" y="32893"/>
                  </a:lnTo>
                  <a:lnTo>
                    <a:pt x="356298" y="33604"/>
                  </a:lnTo>
                  <a:lnTo>
                    <a:pt x="356730" y="33870"/>
                  </a:lnTo>
                  <a:lnTo>
                    <a:pt x="356895" y="35471"/>
                  </a:lnTo>
                  <a:lnTo>
                    <a:pt x="356311" y="36029"/>
                  </a:lnTo>
                  <a:lnTo>
                    <a:pt x="354520" y="36029"/>
                  </a:lnTo>
                  <a:lnTo>
                    <a:pt x="353796" y="35407"/>
                  </a:lnTo>
                  <a:lnTo>
                    <a:pt x="353618" y="34696"/>
                  </a:lnTo>
                  <a:lnTo>
                    <a:pt x="352717" y="34696"/>
                  </a:lnTo>
                  <a:lnTo>
                    <a:pt x="352945" y="36195"/>
                  </a:lnTo>
                  <a:lnTo>
                    <a:pt x="354025" y="37261"/>
                  </a:lnTo>
                  <a:lnTo>
                    <a:pt x="357111" y="37261"/>
                  </a:lnTo>
                  <a:lnTo>
                    <a:pt x="357873" y="36195"/>
                  </a:lnTo>
                  <a:close/>
                </a:path>
                <a:path w="550545" h="41275">
                  <a:moveTo>
                    <a:pt x="361645" y="29756"/>
                  </a:moveTo>
                  <a:lnTo>
                    <a:pt x="361530" y="28575"/>
                  </a:lnTo>
                  <a:lnTo>
                    <a:pt x="360070" y="28575"/>
                  </a:lnTo>
                  <a:lnTo>
                    <a:pt x="359714" y="25222"/>
                  </a:lnTo>
                  <a:lnTo>
                    <a:pt x="358736" y="25222"/>
                  </a:lnTo>
                  <a:lnTo>
                    <a:pt x="359079" y="28575"/>
                  </a:lnTo>
                  <a:lnTo>
                    <a:pt x="358101" y="28575"/>
                  </a:lnTo>
                  <a:lnTo>
                    <a:pt x="358216" y="29756"/>
                  </a:lnTo>
                  <a:lnTo>
                    <a:pt x="359206" y="29756"/>
                  </a:lnTo>
                  <a:lnTo>
                    <a:pt x="359956" y="37122"/>
                  </a:lnTo>
                  <a:lnTo>
                    <a:pt x="360959" y="37122"/>
                  </a:lnTo>
                  <a:lnTo>
                    <a:pt x="360184" y="29756"/>
                  </a:lnTo>
                  <a:lnTo>
                    <a:pt x="361645" y="29756"/>
                  </a:lnTo>
                  <a:close/>
                </a:path>
                <a:path w="550545" h="41275">
                  <a:moveTo>
                    <a:pt x="363880" y="26441"/>
                  </a:moveTo>
                  <a:lnTo>
                    <a:pt x="363778" y="25450"/>
                  </a:lnTo>
                  <a:lnTo>
                    <a:pt x="363410" y="25031"/>
                  </a:lnTo>
                  <a:lnTo>
                    <a:pt x="362648" y="25031"/>
                  </a:lnTo>
                  <a:lnTo>
                    <a:pt x="362369" y="25450"/>
                  </a:lnTo>
                  <a:lnTo>
                    <a:pt x="362483" y="26441"/>
                  </a:lnTo>
                  <a:lnTo>
                    <a:pt x="362839" y="26847"/>
                  </a:lnTo>
                  <a:lnTo>
                    <a:pt x="363601" y="26847"/>
                  </a:lnTo>
                  <a:lnTo>
                    <a:pt x="363880" y="26441"/>
                  </a:lnTo>
                  <a:close/>
                </a:path>
                <a:path w="550545" h="41275">
                  <a:moveTo>
                    <a:pt x="364820" y="37122"/>
                  </a:moveTo>
                  <a:lnTo>
                    <a:pt x="363931" y="28575"/>
                  </a:lnTo>
                  <a:lnTo>
                    <a:pt x="362902" y="28575"/>
                  </a:lnTo>
                  <a:lnTo>
                    <a:pt x="363791" y="37122"/>
                  </a:lnTo>
                  <a:lnTo>
                    <a:pt x="364820" y="37122"/>
                  </a:lnTo>
                  <a:close/>
                </a:path>
                <a:path w="550545" h="41275">
                  <a:moveTo>
                    <a:pt x="372732" y="33477"/>
                  </a:moveTo>
                  <a:lnTo>
                    <a:pt x="372592" y="32232"/>
                  </a:lnTo>
                  <a:lnTo>
                    <a:pt x="372414" y="30441"/>
                  </a:lnTo>
                  <a:lnTo>
                    <a:pt x="371792" y="29730"/>
                  </a:lnTo>
                  <a:lnTo>
                    <a:pt x="371538" y="29438"/>
                  </a:lnTo>
                  <a:lnTo>
                    <a:pt x="371538" y="32232"/>
                  </a:lnTo>
                  <a:lnTo>
                    <a:pt x="366941" y="32232"/>
                  </a:lnTo>
                  <a:lnTo>
                    <a:pt x="367030" y="30797"/>
                  </a:lnTo>
                  <a:lnTo>
                    <a:pt x="367830" y="29730"/>
                  </a:lnTo>
                  <a:lnTo>
                    <a:pt x="370116" y="29730"/>
                  </a:lnTo>
                  <a:lnTo>
                    <a:pt x="371157" y="30797"/>
                  </a:lnTo>
                  <a:lnTo>
                    <a:pt x="371538" y="32232"/>
                  </a:lnTo>
                  <a:lnTo>
                    <a:pt x="371538" y="29438"/>
                  </a:lnTo>
                  <a:lnTo>
                    <a:pt x="370687" y="28435"/>
                  </a:lnTo>
                  <a:lnTo>
                    <a:pt x="367004" y="28435"/>
                  </a:lnTo>
                  <a:lnTo>
                    <a:pt x="365696" y="30441"/>
                  </a:lnTo>
                  <a:lnTo>
                    <a:pt x="366179" y="35255"/>
                  </a:lnTo>
                  <a:lnTo>
                    <a:pt x="367919" y="37338"/>
                  </a:lnTo>
                  <a:lnTo>
                    <a:pt x="371081" y="37338"/>
                  </a:lnTo>
                  <a:lnTo>
                    <a:pt x="372135" y="36347"/>
                  </a:lnTo>
                  <a:lnTo>
                    <a:pt x="372224" y="36055"/>
                  </a:lnTo>
                  <a:lnTo>
                    <a:pt x="372541" y="34861"/>
                  </a:lnTo>
                  <a:lnTo>
                    <a:pt x="371309" y="34861"/>
                  </a:lnTo>
                  <a:lnTo>
                    <a:pt x="370967" y="35572"/>
                  </a:lnTo>
                  <a:lnTo>
                    <a:pt x="370395" y="36055"/>
                  </a:lnTo>
                  <a:lnTo>
                    <a:pt x="368477" y="36055"/>
                  </a:lnTo>
                  <a:lnTo>
                    <a:pt x="367436" y="34861"/>
                  </a:lnTo>
                  <a:lnTo>
                    <a:pt x="367068" y="33477"/>
                  </a:lnTo>
                  <a:lnTo>
                    <a:pt x="372732" y="33477"/>
                  </a:lnTo>
                  <a:close/>
                </a:path>
                <a:path w="550545" h="41275">
                  <a:moveTo>
                    <a:pt x="384898" y="33477"/>
                  </a:moveTo>
                  <a:lnTo>
                    <a:pt x="384771" y="32232"/>
                  </a:lnTo>
                  <a:lnTo>
                    <a:pt x="384581" y="30441"/>
                  </a:lnTo>
                  <a:lnTo>
                    <a:pt x="383971" y="29730"/>
                  </a:lnTo>
                  <a:lnTo>
                    <a:pt x="383692" y="29413"/>
                  </a:lnTo>
                  <a:lnTo>
                    <a:pt x="383692" y="32232"/>
                  </a:lnTo>
                  <a:lnTo>
                    <a:pt x="379120" y="32232"/>
                  </a:lnTo>
                  <a:lnTo>
                    <a:pt x="379196" y="30797"/>
                  </a:lnTo>
                  <a:lnTo>
                    <a:pt x="379996" y="29730"/>
                  </a:lnTo>
                  <a:lnTo>
                    <a:pt x="382295" y="29730"/>
                  </a:lnTo>
                  <a:lnTo>
                    <a:pt x="383324" y="30797"/>
                  </a:lnTo>
                  <a:lnTo>
                    <a:pt x="383692" y="32232"/>
                  </a:lnTo>
                  <a:lnTo>
                    <a:pt x="383692" y="29413"/>
                  </a:lnTo>
                  <a:lnTo>
                    <a:pt x="382854" y="28435"/>
                  </a:lnTo>
                  <a:lnTo>
                    <a:pt x="379171" y="28435"/>
                  </a:lnTo>
                  <a:lnTo>
                    <a:pt x="377863" y="30441"/>
                  </a:lnTo>
                  <a:lnTo>
                    <a:pt x="378358" y="35255"/>
                  </a:lnTo>
                  <a:lnTo>
                    <a:pt x="380098" y="37338"/>
                  </a:lnTo>
                  <a:lnTo>
                    <a:pt x="383260" y="37338"/>
                  </a:lnTo>
                  <a:lnTo>
                    <a:pt x="384314" y="36347"/>
                  </a:lnTo>
                  <a:lnTo>
                    <a:pt x="384390" y="36055"/>
                  </a:lnTo>
                  <a:lnTo>
                    <a:pt x="384708" y="34861"/>
                  </a:lnTo>
                  <a:lnTo>
                    <a:pt x="383489" y="34861"/>
                  </a:lnTo>
                  <a:lnTo>
                    <a:pt x="383146" y="35572"/>
                  </a:lnTo>
                  <a:lnTo>
                    <a:pt x="382562" y="36055"/>
                  </a:lnTo>
                  <a:lnTo>
                    <a:pt x="380644" y="36055"/>
                  </a:lnTo>
                  <a:lnTo>
                    <a:pt x="379603" y="34861"/>
                  </a:lnTo>
                  <a:lnTo>
                    <a:pt x="379247" y="33477"/>
                  </a:lnTo>
                  <a:lnTo>
                    <a:pt x="384898" y="33477"/>
                  </a:lnTo>
                  <a:close/>
                </a:path>
                <a:path w="550545" h="41275">
                  <a:moveTo>
                    <a:pt x="451180" y="13868"/>
                  </a:moveTo>
                  <a:lnTo>
                    <a:pt x="450291" y="5321"/>
                  </a:lnTo>
                  <a:lnTo>
                    <a:pt x="449300" y="5321"/>
                  </a:lnTo>
                  <a:lnTo>
                    <a:pt x="449973" y="11747"/>
                  </a:lnTo>
                  <a:lnTo>
                    <a:pt x="449262" y="12712"/>
                  </a:lnTo>
                  <a:lnTo>
                    <a:pt x="446862" y="12712"/>
                  </a:lnTo>
                  <a:lnTo>
                    <a:pt x="446201" y="11887"/>
                  </a:lnTo>
                  <a:lnTo>
                    <a:pt x="445516" y="5321"/>
                  </a:lnTo>
                  <a:lnTo>
                    <a:pt x="444525" y="5321"/>
                  </a:lnTo>
                  <a:lnTo>
                    <a:pt x="445312" y="12915"/>
                  </a:lnTo>
                  <a:lnTo>
                    <a:pt x="446214" y="14008"/>
                  </a:lnTo>
                  <a:lnTo>
                    <a:pt x="448957" y="14008"/>
                  </a:lnTo>
                  <a:lnTo>
                    <a:pt x="449643" y="13576"/>
                  </a:lnTo>
                  <a:lnTo>
                    <a:pt x="450088" y="12839"/>
                  </a:lnTo>
                  <a:lnTo>
                    <a:pt x="450202" y="13868"/>
                  </a:lnTo>
                  <a:lnTo>
                    <a:pt x="451180" y="13868"/>
                  </a:lnTo>
                  <a:close/>
                </a:path>
                <a:path w="550545" h="41275">
                  <a:moveTo>
                    <a:pt x="459536" y="13906"/>
                  </a:moveTo>
                  <a:lnTo>
                    <a:pt x="459384" y="12509"/>
                  </a:lnTo>
                  <a:lnTo>
                    <a:pt x="458787" y="6718"/>
                  </a:lnTo>
                  <a:lnTo>
                    <a:pt x="458647" y="5321"/>
                  </a:lnTo>
                  <a:lnTo>
                    <a:pt x="458216" y="5321"/>
                  </a:lnTo>
                  <a:lnTo>
                    <a:pt x="458216" y="11303"/>
                  </a:lnTo>
                  <a:lnTo>
                    <a:pt x="457225" y="12801"/>
                  </a:lnTo>
                  <a:lnTo>
                    <a:pt x="454634" y="12801"/>
                  </a:lnTo>
                  <a:lnTo>
                    <a:pt x="453491" y="11303"/>
                  </a:lnTo>
                  <a:lnTo>
                    <a:pt x="453136" y="7886"/>
                  </a:lnTo>
                  <a:lnTo>
                    <a:pt x="453974" y="6464"/>
                  </a:lnTo>
                  <a:lnTo>
                    <a:pt x="456565" y="6464"/>
                  </a:lnTo>
                  <a:lnTo>
                    <a:pt x="457860" y="7886"/>
                  </a:lnTo>
                  <a:lnTo>
                    <a:pt x="458216" y="11303"/>
                  </a:lnTo>
                  <a:lnTo>
                    <a:pt x="458216" y="5321"/>
                  </a:lnTo>
                  <a:lnTo>
                    <a:pt x="457657" y="5321"/>
                  </a:lnTo>
                  <a:lnTo>
                    <a:pt x="457796" y="6718"/>
                  </a:lnTo>
                  <a:lnTo>
                    <a:pt x="457606" y="6464"/>
                  </a:lnTo>
                  <a:lnTo>
                    <a:pt x="457098" y="5791"/>
                  </a:lnTo>
                  <a:lnTo>
                    <a:pt x="456171" y="5181"/>
                  </a:lnTo>
                  <a:lnTo>
                    <a:pt x="453339" y="5181"/>
                  </a:lnTo>
                  <a:lnTo>
                    <a:pt x="452031" y="7188"/>
                  </a:lnTo>
                  <a:lnTo>
                    <a:pt x="452526" y="12001"/>
                  </a:lnTo>
                  <a:lnTo>
                    <a:pt x="454266" y="14071"/>
                  </a:lnTo>
                  <a:lnTo>
                    <a:pt x="457098" y="14071"/>
                  </a:lnTo>
                  <a:lnTo>
                    <a:pt x="457898" y="13462"/>
                  </a:lnTo>
                  <a:lnTo>
                    <a:pt x="458241" y="12801"/>
                  </a:lnTo>
                  <a:lnTo>
                    <a:pt x="458406" y="12509"/>
                  </a:lnTo>
                  <a:lnTo>
                    <a:pt x="458533" y="13906"/>
                  </a:lnTo>
                  <a:lnTo>
                    <a:pt x="459536" y="13906"/>
                  </a:lnTo>
                  <a:close/>
                </a:path>
                <a:path w="550545" h="41275">
                  <a:moveTo>
                    <a:pt x="463638" y="6502"/>
                  </a:moveTo>
                  <a:lnTo>
                    <a:pt x="463511" y="5321"/>
                  </a:lnTo>
                  <a:lnTo>
                    <a:pt x="462064" y="5321"/>
                  </a:lnTo>
                  <a:lnTo>
                    <a:pt x="461721" y="1968"/>
                  </a:lnTo>
                  <a:lnTo>
                    <a:pt x="460730" y="1968"/>
                  </a:lnTo>
                  <a:lnTo>
                    <a:pt x="461073" y="5321"/>
                  </a:lnTo>
                  <a:lnTo>
                    <a:pt x="460108" y="5321"/>
                  </a:lnTo>
                  <a:lnTo>
                    <a:pt x="460222" y="6502"/>
                  </a:lnTo>
                  <a:lnTo>
                    <a:pt x="461200" y="6502"/>
                  </a:lnTo>
                  <a:lnTo>
                    <a:pt x="461962" y="13868"/>
                  </a:lnTo>
                  <a:lnTo>
                    <a:pt x="462953" y="13868"/>
                  </a:lnTo>
                  <a:lnTo>
                    <a:pt x="462191" y="6502"/>
                  </a:lnTo>
                  <a:lnTo>
                    <a:pt x="463638" y="6502"/>
                  </a:lnTo>
                  <a:close/>
                </a:path>
                <a:path w="550545" h="41275">
                  <a:moveTo>
                    <a:pt x="476618" y="12001"/>
                  </a:moveTo>
                  <a:lnTo>
                    <a:pt x="476123" y="7188"/>
                  </a:lnTo>
                  <a:lnTo>
                    <a:pt x="475513" y="6489"/>
                  </a:lnTo>
                  <a:lnTo>
                    <a:pt x="475513" y="11303"/>
                  </a:lnTo>
                  <a:lnTo>
                    <a:pt x="474675" y="12801"/>
                  </a:lnTo>
                  <a:lnTo>
                    <a:pt x="472084" y="12801"/>
                  </a:lnTo>
                  <a:lnTo>
                    <a:pt x="471817" y="12509"/>
                  </a:lnTo>
                  <a:lnTo>
                    <a:pt x="470776" y="11303"/>
                  </a:lnTo>
                  <a:lnTo>
                    <a:pt x="470433" y="7886"/>
                  </a:lnTo>
                  <a:lnTo>
                    <a:pt x="471233" y="6718"/>
                  </a:lnTo>
                  <a:lnTo>
                    <a:pt x="471424" y="6464"/>
                  </a:lnTo>
                  <a:lnTo>
                    <a:pt x="474014" y="6464"/>
                  </a:lnTo>
                  <a:lnTo>
                    <a:pt x="475157" y="7886"/>
                  </a:lnTo>
                  <a:lnTo>
                    <a:pt x="475513" y="11303"/>
                  </a:lnTo>
                  <a:lnTo>
                    <a:pt x="475513" y="6489"/>
                  </a:lnTo>
                  <a:lnTo>
                    <a:pt x="474395" y="5181"/>
                  </a:lnTo>
                  <a:lnTo>
                    <a:pt x="471551" y="5181"/>
                  </a:lnTo>
                  <a:lnTo>
                    <a:pt x="470750" y="5791"/>
                  </a:lnTo>
                  <a:lnTo>
                    <a:pt x="470255" y="6718"/>
                  </a:lnTo>
                  <a:lnTo>
                    <a:pt x="470103" y="5321"/>
                  </a:lnTo>
                  <a:lnTo>
                    <a:pt x="469125" y="5321"/>
                  </a:lnTo>
                  <a:lnTo>
                    <a:pt x="470408" y="17754"/>
                  </a:lnTo>
                  <a:lnTo>
                    <a:pt x="471398" y="17754"/>
                  </a:lnTo>
                  <a:lnTo>
                    <a:pt x="470852" y="12509"/>
                  </a:lnTo>
                  <a:lnTo>
                    <a:pt x="471538" y="13462"/>
                  </a:lnTo>
                  <a:lnTo>
                    <a:pt x="472478" y="14071"/>
                  </a:lnTo>
                  <a:lnTo>
                    <a:pt x="475310" y="14071"/>
                  </a:lnTo>
                  <a:lnTo>
                    <a:pt x="476123" y="12801"/>
                  </a:lnTo>
                  <a:lnTo>
                    <a:pt x="476618" y="12001"/>
                  </a:lnTo>
                  <a:close/>
                </a:path>
                <a:path w="550545" h="41275">
                  <a:moveTo>
                    <a:pt x="484098" y="10223"/>
                  </a:moveTo>
                  <a:lnTo>
                    <a:pt x="483971" y="8978"/>
                  </a:lnTo>
                  <a:lnTo>
                    <a:pt x="483793" y="7188"/>
                  </a:lnTo>
                  <a:lnTo>
                    <a:pt x="483171" y="6464"/>
                  </a:lnTo>
                  <a:lnTo>
                    <a:pt x="482904" y="6159"/>
                  </a:lnTo>
                  <a:lnTo>
                    <a:pt x="482904" y="8978"/>
                  </a:lnTo>
                  <a:lnTo>
                    <a:pt x="478320" y="8978"/>
                  </a:lnTo>
                  <a:lnTo>
                    <a:pt x="478409" y="7556"/>
                  </a:lnTo>
                  <a:lnTo>
                    <a:pt x="479196" y="6464"/>
                  </a:lnTo>
                  <a:lnTo>
                    <a:pt x="481495" y="6464"/>
                  </a:lnTo>
                  <a:lnTo>
                    <a:pt x="482536" y="7556"/>
                  </a:lnTo>
                  <a:lnTo>
                    <a:pt x="482904" y="8978"/>
                  </a:lnTo>
                  <a:lnTo>
                    <a:pt x="482904" y="6159"/>
                  </a:lnTo>
                  <a:lnTo>
                    <a:pt x="482066" y="5181"/>
                  </a:lnTo>
                  <a:lnTo>
                    <a:pt x="478370" y="5181"/>
                  </a:lnTo>
                  <a:lnTo>
                    <a:pt x="477062" y="7188"/>
                  </a:lnTo>
                  <a:lnTo>
                    <a:pt x="477558" y="12001"/>
                  </a:lnTo>
                  <a:lnTo>
                    <a:pt x="479298" y="14084"/>
                  </a:lnTo>
                  <a:lnTo>
                    <a:pt x="482460" y="14084"/>
                  </a:lnTo>
                  <a:lnTo>
                    <a:pt x="483514" y="13093"/>
                  </a:lnTo>
                  <a:lnTo>
                    <a:pt x="483590" y="12788"/>
                  </a:lnTo>
                  <a:lnTo>
                    <a:pt x="483908" y="11607"/>
                  </a:lnTo>
                  <a:lnTo>
                    <a:pt x="482688" y="11607"/>
                  </a:lnTo>
                  <a:lnTo>
                    <a:pt x="482346" y="12319"/>
                  </a:lnTo>
                  <a:lnTo>
                    <a:pt x="481761" y="12788"/>
                  </a:lnTo>
                  <a:lnTo>
                    <a:pt x="479856" y="12788"/>
                  </a:lnTo>
                  <a:lnTo>
                    <a:pt x="478802" y="11607"/>
                  </a:lnTo>
                  <a:lnTo>
                    <a:pt x="478447" y="10223"/>
                  </a:lnTo>
                  <a:lnTo>
                    <a:pt x="484098" y="10223"/>
                  </a:lnTo>
                  <a:close/>
                </a:path>
                <a:path w="550545" h="41275">
                  <a:moveTo>
                    <a:pt x="486930" y="13868"/>
                  </a:moveTo>
                  <a:lnTo>
                    <a:pt x="485495" y="0"/>
                  </a:lnTo>
                  <a:lnTo>
                    <a:pt x="484505" y="0"/>
                  </a:lnTo>
                  <a:lnTo>
                    <a:pt x="485940" y="13868"/>
                  </a:lnTo>
                  <a:lnTo>
                    <a:pt x="486930" y="13868"/>
                  </a:lnTo>
                  <a:close/>
                </a:path>
                <a:path w="550545" h="41275">
                  <a:moveTo>
                    <a:pt x="490054" y="13868"/>
                  </a:moveTo>
                  <a:lnTo>
                    <a:pt x="488619" y="0"/>
                  </a:lnTo>
                  <a:lnTo>
                    <a:pt x="487629" y="0"/>
                  </a:lnTo>
                  <a:lnTo>
                    <a:pt x="489064" y="13868"/>
                  </a:lnTo>
                  <a:lnTo>
                    <a:pt x="490054" y="13868"/>
                  </a:lnTo>
                  <a:close/>
                </a:path>
                <a:path w="550545" h="41275">
                  <a:moveTo>
                    <a:pt x="497878" y="10223"/>
                  </a:moveTo>
                  <a:lnTo>
                    <a:pt x="497751" y="8978"/>
                  </a:lnTo>
                  <a:lnTo>
                    <a:pt x="497560" y="7188"/>
                  </a:lnTo>
                  <a:lnTo>
                    <a:pt x="496951" y="6464"/>
                  </a:lnTo>
                  <a:lnTo>
                    <a:pt x="496671" y="6146"/>
                  </a:lnTo>
                  <a:lnTo>
                    <a:pt x="496671" y="8978"/>
                  </a:lnTo>
                  <a:lnTo>
                    <a:pt x="492099" y="8978"/>
                  </a:lnTo>
                  <a:lnTo>
                    <a:pt x="492175" y="7556"/>
                  </a:lnTo>
                  <a:lnTo>
                    <a:pt x="492975" y="6464"/>
                  </a:lnTo>
                  <a:lnTo>
                    <a:pt x="495261" y="6464"/>
                  </a:lnTo>
                  <a:lnTo>
                    <a:pt x="496303" y="7556"/>
                  </a:lnTo>
                  <a:lnTo>
                    <a:pt x="496671" y="8978"/>
                  </a:lnTo>
                  <a:lnTo>
                    <a:pt x="496671" y="6146"/>
                  </a:lnTo>
                  <a:lnTo>
                    <a:pt x="495846" y="5181"/>
                  </a:lnTo>
                  <a:lnTo>
                    <a:pt x="492150" y="5181"/>
                  </a:lnTo>
                  <a:lnTo>
                    <a:pt x="490842" y="7188"/>
                  </a:lnTo>
                  <a:lnTo>
                    <a:pt x="491324" y="12001"/>
                  </a:lnTo>
                  <a:lnTo>
                    <a:pt x="493064" y="14084"/>
                  </a:lnTo>
                  <a:lnTo>
                    <a:pt x="496227" y="14084"/>
                  </a:lnTo>
                  <a:lnTo>
                    <a:pt x="497293" y="13093"/>
                  </a:lnTo>
                  <a:lnTo>
                    <a:pt x="497370" y="12788"/>
                  </a:lnTo>
                  <a:lnTo>
                    <a:pt x="497687" y="11607"/>
                  </a:lnTo>
                  <a:lnTo>
                    <a:pt x="496455" y="11607"/>
                  </a:lnTo>
                  <a:lnTo>
                    <a:pt x="496112" y="12319"/>
                  </a:lnTo>
                  <a:lnTo>
                    <a:pt x="495541" y="12788"/>
                  </a:lnTo>
                  <a:lnTo>
                    <a:pt x="493623" y="12788"/>
                  </a:lnTo>
                  <a:lnTo>
                    <a:pt x="492582" y="11607"/>
                  </a:lnTo>
                  <a:lnTo>
                    <a:pt x="492226" y="10223"/>
                  </a:lnTo>
                  <a:lnTo>
                    <a:pt x="497878" y="10223"/>
                  </a:lnTo>
                  <a:close/>
                </a:path>
                <a:path w="550545" h="41275">
                  <a:moveTo>
                    <a:pt x="505561" y="13868"/>
                  </a:moveTo>
                  <a:lnTo>
                    <a:pt x="504774" y="6273"/>
                  </a:lnTo>
                  <a:lnTo>
                    <a:pt x="503872" y="5181"/>
                  </a:lnTo>
                  <a:lnTo>
                    <a:pt x="501129" y="5181"/>
                  </a:lnTo>
                  <a:lnTo>
                    <a:pt x="500443" y="5613"/>
                  </a:lnTo>
                  <a:lnTo>
                    <a:pt x="499999" y="6350"/>
                  </a:lnTo>
                  <a:lnTo>
                    <a:pt x="499897" y="5321"/>
                  </a:lnTo>
                  <a:lnTo>
                    <a:pt x="498906" y="5321"/>
                  </a:lnTo>
                  <a:lnTo>
                    <a:pt x="499795" y="13868"/>
                  </a:lnTo>
                  <a:lnTo>
                    <a:pt x="500773" y="13868"/>
                  </a:lnTo>
                  <a:lnTo>
                    <a:pt x="500113" y="7404"/>
                  </a:lnTo>
                  <a:lnTo>
                    <a:pt x="500824" y="6426"/>
                  </a:lnTo>
                  <a:lnTo>
                    <a:pt x="502145" y="6464"/>
                  </a:lnTo>
                  <a:lnTo>
                    <a:pt x="503224" y="6464"/>
                  </a:lnTo>
                  <a:lnTo>
                    <a:pt x="503897" y="7302"/>
                  </a:lnTo>
                  <a:lnTo>
                    <a:pt x="504583" y="13868"/>
                  </a:lnTo>
                  <a:lnTo>
                    <a:pt x="505561" y="13868"/>
                  </a:lnTo>
                  <a:close/>
                </a:path>
                <a:path w="550545" h="41275">
                  <a:moveTo>
                    <a:pt x="509536" y="6502"/>
                  </a:moveTo>
                  <a:lnTo>
                    <a:pt x="509422" y="5321"/>
                  </a:lnTo>
                  <a:lnTo>
                    <a:pt x="507949" y="5321"/>
                  </a:lnTo>
                  <a:lnTo>
                    <a:pt x="507606" y="1968"/>
                  </a:lnTo>
                  <a:lnTo>
                    <a:pt x="506615" y="1968"/>
                  </a:lnTo>
                  <a:lnTo>
                    <a:pt x="506971" y="5321"/>
                  </a:lnTo>
                  <a:lnTo>
                    <a:pt x="505993" y="5321"/>
                  </a:lnTo>
                  <a:lnTo>
                    <a:pt x="506107" y="6502"/>
                  </a:lnTo>
                  <a:lnTo>
                    <a:pt x="507085" y="6502"/>
                  </a:lnTo>
                  <a:lnTo>
                    <a:pt x="507847" y="13868"/>
                  </a:lnTo>
                  <a:lnTo>
                    <a:pt x="508838" y="13868"/>
                  </a:lnTo>
                  <a:lnTo>
                    <a:pt x="508076" y="6502"/>
                  </a:lnTo>
                  <a:lnTo>
                    <a:pt x="509536" y="6502"/>
                  </a:lnTo>
                  <a:close/>
                </a:path>
                <a:path w="550545" h="41275">
                  <a:moveTo>
                    <a:pt x="517448" y="10223"/>
                  </a:moveTo>
                  <a:lnTo>
                    <a:pt x="517321" y="8978"/>
                  </a:lnTo>
                  <a:lnTo>
                    <a:pt x="517131" y="7188"/>
                  </a:lnTo>
                  <a:lnTo>
                    <a:pt x="516521" y="6464"/>
                  </a:lnTo>
                  <a:lnTo>
                    <a:pt x="516242" y="6146"/>
                  </a:lnTo>
                  <a:lnTo>
                    <a:pt x="516242" y="8978"/>
                  </a:lnTo>
                  <a:lnTo>
                    <a:pt x="511670" y="8978"/>
                  </a:lnTo>
                  <a:lnTo>
                    <a:pt x="511759" y="7556"/>
                  </a:lnTo>
                  <a:lnTo>
                    <a:pt x="512546" y="6464"/>
                  </a:lnTo>
                  <a:lnTo>
                    <a:pt x="514845" y="6464"/>
                  </a:lnTo>
                  <a:lnTo>
                    <a:pt x="515886" y="7556"/>
                  </a:lnTo>
                  <a:lnTo>
                    <a:pt x="516242" y="8978"/>
                  </a:lnTo>
                  <a:lnTo>
                    <a:pt x="516242" y="6146"/>
                  </a:lnTo>
                  <a:lnTo>
                    <a:pt x="515404" y="5181"/>
                  </a:lnTo>
                  <a:lnTo>
                    <a:pt x="511721" y="5181"/>
                  </a:lnTo>
                  <a:lnTo>
                    <a:pt x="510413" y="7188"/>
                  </a:lnTo>
                  <a:lnTo>
                    <a:pt x="510908" y="12001"/>
                  </a:lnTo>
                  <a:lnTo>
                    <a:pt x="512648" y="14084"/>
                  </a:lnTo>
                  <a:lnTo>
                    <a:pt x="515810" y="14084"/>
                  </a:lnTo>
                  <a:lnTo>
                    <a:pt x="516864" y="13093"/>
                  </a:lnTo>
                  <a:lnTo>
                    <a:pt x="516940" y="12788"/>
                  </a:lnTo>
                  <a:lnTo>
                    <a:pt x="517258" y="11607"/>
                  </a:lnTo>
                  <a:lnTo>
                    <a:pt x="516039" y="11607"/>
                  </a:lnTo>
                  <a:lnTo>
                    <a:pt x="515696" y="12319"/>
                  </a:lnTo>
                  <a:lnTo>
                    <a:pt x="515112" y="12788"/>
                  </a:lnTo>
                  <a:lnTo>
                    <a:pt x="513194" y="12788"/>
                  </a:lnTo>
                  <a:lnTo>
                    <a:pt x="512152" y="11607"/>
                  </a:lnTo>
                  <a:lnTo>
                    <a:pt x="511797" y="10223"/>
                  </a:lnTo>
                  <a:lnTo>
                    <a:pt x="517448" y="10223"/>
                  </a:lnTo>
                  <a:close/>
                </a:path>
                <a:path w="550545" h="41275">
                  <a:moveTo>
                    <a:pt x="523824" y="12941"/>
                  </a:moveTo>
                  <a:lnTo>
                    <a:pt x="523519" y="10020"/>
                  </a:lnTo>
                  <a:lnTo>
                    <a:pt x="522770" y="9258"/>
                  </a:lnTo>
                  <a:lnTo>
                    <a:pt x="519976" y="8547"/>
                  </a:lnTo>
                  <a:lnTo>
                    <a:pt x="519493" y="8166"/>
                  </a:lnTo>
                  <a:lnTo>
                    <a:pt x="519379" y="6896"/>
                  </a:lnTo>
                  <a:lnTo>
                    <a:pt x="519861" y="6413"/>
                  </a:lnTo>
                  <a:lnTo>
                    <a:pt x="521411" y="6413"/>
                  </a:lnTo>
                  <a:lnTo>
                    <a:pt x="521944" y="6832"/>
                  </a:lnTo>
                  <a:lnTo>
                    <a:pt x="522097" y="7416"/>
                  </a:lnTo>
                  <a:lnTo>
                    <a:pt x="522998" y="7416"/>
                  </a:lnTo>
                  <a:lnTo>
                    <a:pt x="522770" y="6121"/>
                  </a:lnTo>
                  <a:lnTo>
                    <a:pt x="521804" y="5181"/>
                  </a:lnTo>
                  <a:lnTo>
                    <a:pt x="519049" y="5181"/>
                  </a:lnTo>
                  <a:lnTo>
                    <a:pt x="518388" y="6235"/>
                  </a:lnTo>
                  <a:lnTo>
                    <a:pt x="518655" y="8890"/>
                  </a:lnTo>
                  <a:lnTo>
                    <a:pt x="519430" y="9639"/>
                  </a:lnTo>
                  <a:lnTo>
                    <a:pt x="522236" y="10350"/>
                  </a:lnTo>
                  <a:lnTo>
                    <a:pt x="522681" y="10617"/>
                  </a:lnTo>
                  <a:lnTo>
                    <a:pt x="522846" y="12217"/>
                  </a:lnTo>
                  <a:lnTo>
                    <a:pt x="522262" y="12776"/>
                  </a:lnTo>
                  <a:lnTo>
                    <a:pt x="520471" y="12776"/>
                  </a:lnTo>
                  <a:lnTo>
                    <a:pt x="519734" y="12153"/>
                  </a:lnTo>
                  <a:lnTo>
                    <a:pt x="519569" y="11442"/>
                  </a:lnTo>
                  <a:lnTo>
                    <a:pt x="518668" y="11442"/>
                  </a:lnTo>
                  <a:lnTo>
                    <a:pt x="518896" y="12941"/>
                  </a:lnTo>
                  <a:lnTo>
                    <a:pt x="519976" y="14008"/>
                  </a:lnTo>
                  <a:lnTo>
                    <a:pt x="523062" y="14008"/>
                  </a:lnTo>
                  <a:lnTo>
                    <a:pt x="523824" y="12941"/>
                  </a:lnTo>
                  <a:close/>
                </a:path>
                <a:path w="550545" h="41275">
                  <a:moveTo>
                    <a:pt x="532295" y="17754"/>
                  </a:moveTo>
                  <a:lnTo>
                    <a:pt x="531749" y="12509"/>
                  </a:lnTo>
                  <a:lnTo>
                    <a:pt x="531152" y="6718"/>
                  </a:lnTo>
                  <a:lnTo>
                    <a:pt x="530999" y="5321"/>
                  </a:lnTo>
                  <a:lnTo>
                    <a:pt x="530580" y="5321"/>
                  </a:lnTo>
                  <a:lnTo>
                    <a:pt x="530580" y="11303"/>
                  </a:lnTo>
                  <a:lnTo>
                    <a:pt x="529602" y="12801"/>
                  </a:lnTo>
                  <a:lnTo>
                    <a:pt x="526999" y="12801"/>
                  </a:lnTo>
                  <a:lnTo>
                    <a:pt x="525856" y="11303"/>
                  </a:lnTo>
                  <a:lnTo>
                    <a:pt x="525500" y="7886"/>
                  </a:lnTo>
                  <a:lnTo>
                    <a:pt x="526338" y="6464"/>
                  </a:lnTo>
                  <a:lnTo>
                    <a:pt x="528942" y="6464"/>
                  </a:lnTo>
                  <a:lnTo>
                    <a:pt x="530225" y="7886"/>
                  </a:lnTo>
                  <a:lnTo>
                    <a:pt x="530580" y="11303"/>
                  </a:lnTo>
                  <a:lnTo>
                    <a:pt x="530580" y="5321"/>
                  </a:lnTo>
                  <a:lnTo>
                    <a:pt x="530021" y="5321"/>
                  </a:lnTo>
                  <a:lnTo>
                    <a:pt x="530161" y="6718"/>
                  </a:lnTo>
                  <a:lnTo>
                    <a:pt x="529971" y="6464"/>
                  </a:lnTo>
                  <a:lnTo>
                    <a:pt x="529475" y="5791"/>
                  </a:lnTo>
                  <a:lnTo>
                    <a:pt x="528535" y="5181"/>
                  </a:lnTo>
                  <a:lnTo>
                    <a:pt x="525703" y="5181"/>
                  </a:lnTo>
                  <a:lnTo>
                    <a:pt x="524395" y="7188"/>
                  </a:lnTo>
                  <a:lnTo>
                    <a:pt x="524891" y="12001"/>
                  </a:lnTo>
                  <a:lnTo>
                    <a:pt x="526618" y="14071"/>
                  </a:lnTo>
                  <a:lnTo>
                    <a:pt x="529463" y="14071"/>
                  </a:lnTo>
                  <a:lnTo>
                    <a:pt x="530263" y="13462"/>
                  </a:lnTo>
                  <a:lnTo>
                    <a:pt x="530606" y="12801"/>
                  </a:lnTo>
                  <a:lnTo>
                    <a:pt x="530758" y="12509"/>
                  </a:lnTo>
                  <a:lnTo>
                    <a:pt x="531304" y="17754"/>
                  </a:lnTo>
                  <a:lnTo>
                    <a:pt x="532295" y="17754"/>
                  </a:lnTo>
                  <a:close/>
                </a:path>
                <a:path w="550545" h="41275">
                  <a:moveTo>
                    <a:pt x="539483" y="13868"/>
                  </a:moveTo>
                  <a:lnTo>
                    <a:pt x="538607" y="5321"/>
                  </a:lnTo>
                  <a:lnTo>
                    <a:pt x="537616" y="5321"/>
                  </a:lnTo>
                  <a:lnTo>
                    <a:pt x="538289" y="11747"/>
                  </a:lnTo>
                  <a:lnTo>
                    <a:pt x="537578" y="12712"/>
                  </a:lnTo>
                  <a:lnTo>
                    <a:pt x="535178" y="12712"/>
                  </a:lnTo>
                  <a:lnTo>
                    <a:pt x="534504" y="11887"/>
                  </a:lnTo>
                  <a:lnTo>
                    <a:pt x="533819" y="5321"/>
                  </a:lnTo>
                  <a:lnTo>
                    <a:pt x="532841" y="5321"/>
                  </a:lnTo>
                  <a:lnTo>
                    <a:pt x="533628" y="12915"/>
                  </a:lnTo>
                  <a:lnTo>
                    <a:pt x="534530" y="14008"/>
                  </a:lnTo>
                  <a:lnTo>
                    <a:pt x="537273" y="14008"/>
                  </a:lnTo>
                  <a:lnTo>
                    <a:pt x="537946" y="13576"/>
                  </a:lnTo>
                  <a:lnTo>
                    <a:pt x="538403" y="12839"/>
                  </a:lnTo>
                  <a:lnTo>
                    <a:pt x="538505" y="13868"/>
                  </a:lnTo>
                  <a:lnTo>
                    <a:pt x="539483" y="13868"/>
                  </a:lnTo>
                  <a:close/>
                </a:path>
                <a:path w="550545" h="41275">
                  <a:moveTo>
                    <a:pt x="547382" y="10223"/>
                  </a:moveTo>
                  <a:lnTo>
                    <a:pt x="547255" y="8978"/>
                  </a:lnTo>
                  <a:lnTo>
                    <a:pt x="547065" y="7188"/>
                  </a:lnTo>
                  <a:lnTo>
                    <a:pt x="546442" y="6464"/>
                  </a:lnTo>
                  <a:lnTo>
                    <a:pt x="546176" y="6159"/>
                  </a:lnTo>
                  <a:lnTo>
                    <a:pt x="546176" y="8978"/>
                  </a:lnTo>
                  <a:lnTo>
                    <a:pt x="541604" y="8978"/>
                  </a:lnTo>
                  <a:lnTo>
                    <a:pt x="541667" y="7556"/>
                  </a:lnTo>
                  <a:lnTo>
                    <a:pt x="542480" y="6464"/>
                  </a:lnTo>
                  <a:lnTo>
                    <a:pt x="544766" y="6464"/>
                  </a:lnTo>
                  <a:lnTo>
                    <a:pt x="545807" y="7556"/>
                  </a:lnTo>
                  <a:lnTo>
                    <a:pt x="546176" y="8978"/>
                  </a:lnTo>
                  <a:lnTo>
                    <a:pt x="546176" y="6159"/>
                  </a:lnTo>
                  <a:lnTo>
                    <a:pt x="545338" y="5181"/>
                  </a:lnTo>
                  <a:lnTo>
                    <a:pt x="541655" y="5181"/>
                  </a:lnTo>
                  <a:lnTo>
                    <a:pt x="540346" y="7188"/>
                  </a:lnTo>
                  <a:lnTo>
                    <a:pt x="540829" y="12001"/>
                  </a:lnTo>
                  <a:lnTo>
                    <a:pt x="542569" y="14084"/>
                  </a:lnTo>
                  <a:lnTo>
                    <a:pt x="545719" y="14084"/>
                  </a:lnTo>
                  <a:lnTo>
                    <a:pt x="546785" y="13093"/>
                  </a:lnTo>
                  <a:lnTo>
                    <a:pt x="546874" y="12788"/>
                  </a:lnTo>
                  <a:lnTo>
                    <a:pt x="547192" y="11607"/>
                  </a:lnTo>
                  <a:lnTo>
                    <a:pt x="545960" y="11607"/>
                  </a:lnTo>
                  <a:lnTo>
                    <a:pt x="545617" y="12319"/>
                  </a:lnTo>
                  <a:lnTo>
                    <a:pt x="545045" y="12788"/>
                  </a:lnTo>
                  <a:lnTo>
                    <a:pt x="543128" y="12788"/>
                  </a:lnTo>
                  <a:lnTo>
                    <a:pt x="542074" y="11607"/>
                  </a:lnTo>
                  <a:lnTo>
                    <a:pt x="541718" y="10223"/>
                  </a:lnTo>
                  <a:lnTo>
                    <a:pt x="547382" y="10223"/>
                  </a:lnTo>
                  <a:close/>
                </a:path>
                <a:path w="550545" h="41275">
                  <a:moveTo>
                    <a:pt x="550240" y="13474"/>
                  </a:moveTo>
                  <a:lnTo>
                    <a:pt x="550113" y="12293"/>
                  </a:lnTo>
                  <a:lnTo>
                    <a:pt x="549694" y="11811"/>
                  </a:lnTo>
                  <a:lnTo>
                    <a:pt x="548792" y="11811"/>
                  </a:lnTo>
                  <a:lnTo>
                    <a:pt x="548462" y="12293"/>
                  </a:lnTo>
                  <a:lnTo>
                    <a:pt x="548525" y="12877"/>
                  </a:lnTo>
                  <a:lnTo>
                    <a:pt x="548589" y="13474"/>
                  </a:lnTo>
                  <a:lnTo>
                    <a:pt x="549008" y="13970"/>
                  </a:lnTo>
                  <a:lnTo>
                    <a:pt x="549910" y="13970"/>
                  </a:lnTo>
                  <a:lnTo>
                    <a:pt x="550240" y="13474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4589539" y="8750192"/>
              <a:ext cx="556260" cy="37465"/>
            </a:xfrm>
            <a:custGeom>
              <a:avLst/>
              <a:gdLst/>
              <a:ahLst/>
              <a:cxnLst/>
              <a:rect l="l" t="t" r="r" b="b"/>
              <a:pathLst>
                <a:path w="556260" h="37465">
                  <a:moveTo>
                    <a:pt x="7505" y="37160"/>
                  </a:moveTo>
                  <a:lnTo>
                    <a:pt x="7353" y="35763"/>
                  </a:lnTo>
                  <a:lnTo>
                    <a:pt x="6756" y="29972"/>
                  </a:lnTo>
                  <a:lnTo>
                    <a:pt x="6616" y="28575"/>
                  </a:lnTo>
                  <a:lnTo>
                    <a:pt x="6184" y="28575"/>
                  </a:lnTo>
                  <a:lnTo>
                    <a:pt x="6184" y="34556"/>
                  </a:lnTo>
                  <a:lnTo>
                    <a:pt x="5207" y="36055"/>
                  </a:lnTo>
                  <a:lnTo>
                    <a:pt x="2603" y="36055"/>
                  </a:lnTo>
                  <a:lnTo>
                    <a:pt x="1460" y="34556"/>
                  </a:lnTo>
                  <a:lnTo>
                    <a:pt x="1104" y="31140"/>
                  </a:lnTo>
                  <a:lnTo>
                    <a:pt x="1943" y="29718"/>
                  </a:lnTo>
                  <a:lnTo>
                    <a:pt x="4546" y="29718"/>
                  </a:lnTo>
                  <a:lnTo>
                    <a:pt x="5829" y="31140"/>
                  </a:lnTo>
                  <a:lnTo>
                    <a:pt x="6184" y="34556"/>
                  </a:lnTo>
                  <a:lnTo>
                    <a:pt x="6184" y="28575"/>
                  </a:lnTo>
                  <a:lnTo>
                    <a:pt x="5626" y="28575"/>
                  </a:lnTo>
                  <a:lnTo>
                    <a:pt x="5765" y="29972"/>
                  </a:lnTo>
                  <a:lnTo>
                    <a:pt x="5575" y="29718"/>
                  </a:lnTo>
                  <a:lnTo>
                    <a:pt x="5080" y="29044"/>
                  </a:lnTo>
                  <a:lnTo>
                    <a:pt x="4152" y="28448"/>
                  </a:lnTo>
                  <a:lnTo>
                    <a:pt x="1320" y="28448"/>
                  </a:lnTo>
                  <a:lnTo>
                    <a:pt x="0" y="30441"/>
                  </a:lnTo>
                  <a:lnTo>
                    <a:pt x="495" y="35255"/>
                  </a:lnTo>
                  <a:lnTo>
                    <a:pt x="2235" y="37338"/>
                  </a:lnTo>
                  <a:lnTo>
                    <a:pt x="5067" y="37338"/>
                  </a:lnTo>
                  <a:lnTo>
                    <a:pt x="5867" y="36715"/>
                  </a:lnTo>
                  <a:lnTo>
                    <a:pt x="6223" y="36055"/>
                  </a:lnTo>
                  <a:lnTo>
                    <a:pt x="6375" y="35763"/>
                  </a:lnTo>
                  <a:lnTo>
                    <a:pt x="6515" y="37160"/>
                  </a:lnTo>
                  <a:lnTo>
                    <a:pt x="7505" y="37160"/>
                  </a:lnTo>
                  <a:close/>
                </a:path>
                <a:path w="556260" h="37465">
                  <a:moveTo>
                    <a:pt x="15290" y="34378"/>
                  </a:moveTo>
                  <a:lnTo>
                    <a:pt x="14160" y="34378"/>
                  </a:lnTo>
                  <a:lnTo>
                    <a:pt x="13868" y="35356"/>
                  </a:lnTo>
                  <a:lnTo>
                    <a:pt x="13182" y="36055"/>
                  </a:lnTo>
                  <a:lnTo>
                    <a:pt x="10972" y="36055"/>
                  </a:lnTo>
                  <a:lnTo>
                    <a:pt x="9804" y="34556"/>
                  </a:lnTo>
                  <a:lnTo>
                    <a:pt x="9448" y="31140"/>
                  </a:lnTo>
                  <a:lnTo>
                    <a:pt x="10325" y="29718"/>
                  </a:lnTo>
                  <a:lnTo>
                    <a:pt x="12534" y="29718"/>
                  </a:lnTo>
                  <a:lnTo>
                    <a:pt x="13347" y="30378"/>
                  </a:lnTo>
                  <a:lnTo>
                    <a:pt x="13855" y="31356"/>
                  </a:lnTo>
                  <a:lnTo>
                    <a:pt x="14960" y="31356"/>
                  </a:lnTo>
                  <a:lnTo>
                    <a:pt x="14312" y="29667"/>
                  </a:lnTo>
                  <a:lnTo>
                    <a:pt x="12954" y="28448"/>
                  </a:lnTo>
                  <a:lnTo>
                    <a:pt x="9652" y="28448"/>
                  </a:lnTo>
                  <a:lnTo>
                    <a:pt x="8343" y="30441"/>
                  </a:lnTo>
                  <a:lnTo>
                    <a:pt x="8851" y="35267"/>
                  </a:lnTo>
                  <a:lnTo>
                    <a:pt x="10579" y="37338"/>
                  </a:lnTo>
                  <a:lnTo>
                    <a:pt x="13881" y="37338"/>
                  </a:lnTo>
                  <a:lnTo>
                    <a:pt x="15011" y="36106"/>
                  </a:lnTo>
                  <a:lnTo>
                    <a:pt x="15290" y="34378"/>
                  </a:lnTo>
                  <a:close/>
                </a:path>
                <a:path w="556260" h="37465">
                  <a:moveTo>
                    <a:pt x="27152" y="37122"/>
                  </a:moveTo>
                  <a:lnTo>
                    <a:pt x="26276" y="28575"/>
                  </a:lnTo>
                  <a:lnTo>
                    <a:pt x="25273" y="28575"/>
                  </a:lnTo>
                  <a:lnTo>
                    <a:pt x="25946" y="35013"/>
                  </a:lnTo>
                  <a:lnTo>
                    <a:pt x="25234" y="35979"/>
                  </a:lnTo>
                  <a:lnTo>
                    <a:pt x="22834" y="35979"/>
                  </a:lnTo>
                  <a:lnTo>
                    <a:pt x="22161" y="35140"/>
                  </a:lnTo>
                  <a:lnTo>
                    <a:pt x="21488" y="28575"/>
                  </a:lnTo>
                  <a:lnTo>
                    <a:pt x="20497" y="28575"/>
                  </a:lnTo>
                  <a:lnTo>
                    <a:pt x="21285" y="36169"/>
                  </a:lnTo>
                  <a:lnTo>
                    <a:pt x="22186" y="37261"/>
                  </a:lnTo>
                  <a:lnTo>
                    <a:pt x="24942" y="37261"/>
                  </a:lnTo>
                  <a:lnTo>
                    <a:pt x="25615" y="36830"/>
                  </a:lnTo>
                  <a:lnTo>
                    <a:pt x="26060" y="36093"/>
                  </a:lnTo>
                  <a:lnTo>
                    <a:pt x="26162" y="37122"/>
                  </a:lnTo>
                  <a:lnTo>
                    <a:pt x="27152" y="37122"/>
                  </a:lnTo>
                  <a:close/>
                </a:path>
                <a:path w="556260" h="37465">
                  <a:moveTo>
                    <a:pt x="30124" y="37122"/>
                  </a:moveTo>
                  <a:lnTo>
                    <a:pt x="28676" y="23253"/>
                  </a:lnTo>
                  <a:lnTo>
                    <a:pt x="27698" y="23253"/>
                  </a:lnTo>
                  <a:lnTo>
                    <a:pt x="29133" y="37122"/>
                  </a:lnTo>
                  <a:lnTo>
                    <a:pt x="30124" y="37122"/>
                  </a:lnTo>
                  <a:close/>
                </a:path>
                <a:path w="556260" h="37465">
                  <a:moveTo>
                    <a:pt x="34175" y="29768"/>
                  </a:moveTo>
                  <a:lnTo>
                    <a:pt x="34061" y="28587"/>
                  </a:lnTo>
                  <a:lnTo>
                    <a:pt x="32600" y="28587"/>
                  </a:lnTo>
                  <a:lnTo>
                    <a:pt x="32245" y="25222"/>
                  </a:lnTo>
                  <a:lnTo>
                    <a:pt x="31254" y="25222"/>
                  </a:lnTo>
                  <a:lnTo>
                    <a:pt x="31597" y="28587"/>
                  </a:lnTo>
                  <a:lnTo>
                    <a:pt x="30632" y="28587"/>
                  </a:lnTo>
                  <a:lnTo>
                    <a:pt x="30746" y="29768"/>
                  </a:lnTo>
                  <a:lnTo>
                    <a:pt x="31724" y="29768"/>
                  </a:lnTo>
                  <a:lnTo>
                    <a:pt x="32486" y="37122"/>
                  </a:lnTo>
                  <a:lnTo>
                    <a:pt x="33489" y="37122"/>
                  </a:lnTo>
                  <a:lnTo>
                    <a:pt x="32727" y="29768"/>
                  </a:lnTo>
                  <a:lnTo>
                    <a:pt x="34175" y="29768"/>
                  </a:lnTo>
                  <a:close/>
                </a:path>
                <a:path w="556260" h="37465">
                  <a:moveTo>
                    <a:pt x="38684" y="29730"/>
                  </a:moveTo>
                  <a:lnTo>
                    <a:pt x="38557" y="28448"/>
                  </a:lnTo>
                  <a:lnTo>
                    <a:pt x="37655" y="28448"/>
                  </a:lnTo>
                  <a:lnTo>
                    <a:pt x="36944" y="28956"/>
                  </a:lnTo>
                  <a:lnTo>
                    <a:pt x="36487" y="29743"/>
                  </a:lnTo>
                  <a:lnTo>
                    <a:pt x="36360" y="28587"/>
                  </a:lnTo>
                  <a:lnTo>
                    <a:pt x="35382" y="28587"/>
                  </a:lnTo>
                  <a:lnTo>
                    <a:pt x="36258" y="37122"/>
                  </a:lnTo>
                  <a:lnTo>
                    <a:pt x="37249" y="37122"/>
                  </a:lnTo>
                  <a:lnTo>
                    <a:pt x="36588" y="30657"/>
                  </a:lnTo>
                  <a:lnTo>
                    <a:pt x="37541" y="29730"/>
                  </a:lnTo>
                  <a:lnTo>
                    <a:pt x="38684" y="29730"/>
                  </a:lnTo>
                  <a:close/>
                </a:path>
                <a:path w="556260" h="37465">
                  <a:moveTo>
                    <a:pt x="40919" y="26441"/>
                  </a:moveTo>
                  <a:lnTo>
                    <a:pt x="40817" y="25450"/>
                  </a:lnTo>
                  <a:lnTo>
                    <a:pt x="40449" y="25031"/>
                  </a:lnTo>
                  <a:lnTo>
                    <a:pt x="39674" y="25031"/>
                  </a:lnTo>
                  <a:lnTo>
                    <a:pt x="39408" y="25450"/>
                  </a:lnTo>
                  <a:lnTo>
                    <a:pt x="39522" y="26441"/>
                  </a:lnTo>
                  <a:lnTo>
                    <a:pt x="39865" y="26847"/>
                  </a:lnTo>
                  <a:lnTo>
                    <a:pt x="40640" y="26847"/>
                  </a:lnTo>
                  <a:lnTo>
                    <a:pt x="40919" y="26441"/>
                  </a:lnTo>
                  <a:close/>
                </a:path>
                <a:path w="556260" h="37465">
                  <a:moveTo>
                    <a:pt x="41859" y="37122"/>
                  </a:moveTo>
                  <a:lnTo>
                    <a:pt x="40970" y="28575"/>
                  </a:lnTo>
                  <a:lnTo>
                    <a:pt x="39941" y="28575"/>
                  </a:lnTo>
                  <a:lnTo>
                    <a:pt x="40830" y="37122"/>
                  </a:lnTo>
                  <a:lnTo>
                    <a:pt x="41859" y="37122"/>
                  </a:lnTo>
                  <a:close/>
                </a:path>
                <a:path w="556260" h="37465">
                  <a:moveTo>
                    <a:pt x="49669" y="34378"/>
                  </a:moveTo>
                  <a:lnTo>
                    <a:pt x="48552" y="34378"/>
                  </a:lnTo>
                  <a:lnTo>
                    <a:pt x="48247" y="35356"/>
                  </a:lnTo>
                  <a:lnTo>
                    <a:pt x="47574" y="36055"/>
                  </a:lnTo>
                  <a:lnTo>
                    <a:pt x="45364" y="36055"/>
                  </a:lnTo>
                  <a:lnTo>
                    <a:pt x="44183" y="34556"/>
                  </a:lnTo>
                  <a:lnTo>
                    <a:pt x="43827" y="31140"/>
                  </a:lnTo>
                  <a:lnTo>
                    <a:pt x="44704" y="29718"/>
                  </a:lnTo>
                  <a:lnTo>
                    <a:pt x="46913" y="29718"/>
                  </a:lnTo>
                  <a:lnTo>
                    <a:pt x="47739" y="30378"/>
                  </a:lnTo>
                  <a:lnTo>
                    <a:pt x="48234" y="31356"/>
                  </a:lnTo>
                  <a:lnTo>
                    <a:pt x="49352" y="31356"/>
                  </a:lnTo>
                  <a:lnTo>
                    <a:pt x="48704" y="29667"/>
                  </a:lnTo>
                  <a:lnTo>
                    <a:pt x="47332" y="28448"/>
                  </a:lnTo>
                  <a:lnTo>
                    <a:pt x="44043" y="28448"/>
                  </a:lnTo>
                  <a:lnTo>
                    <a:pt x="42735" y="30441"/>
                  </a:lnTo>
                  <a:lnTo>
                    <a:pt x="43218" y="35267"/>
                  </a:lnTo>
                  <a:lnTo>
                    <a:pt x="44958" y="37338"/>
                  </a:lnTo>
                  <a:lnTo>
                    <a:pt x="48272" y="37338"/>
                  </a:lnTo>
                  <a:lnTo>
                    <a:pt x="49403" y="36106"/>
                  </a:lnTo>
                  <a:lnTo>
                    <a:pt x="49669" y="34378"/>
                  </a:lnTo>
                  <a:close/>
                </a:path>
                <a:path w="556260" h="37465">
                  <a:moveTo>
                    <a:pt x="51638" y="26441"/>
                  </a:moveTo>
                  <a:lnTo>
                    <a:pt x="51536" y="25450"/>
                  </a:lnTo>
                  <a:lnTo>
                    <a:pt x="51168" y="25031"/>
                  </a:lnTo>
                  <a:lnTo>
                    <a:pt x="50393" y="25031"/>
                  </a:lnTo>
                  <a:lnTo>
                    <a:pt x="50139" y="25450"/>
                  </a:lnTo>
                  <a:lnTo>
                    <a:pt x="50241" y="26441"/>
                  </a:lnTo>
                  <a:lnTo>
                    <a:pt x="50584" y="26847"/>
                  </a:lnTo>
                  <a:lnTo>
                    <a:pt x="51358" y="26847"/>
                  </a:lnTo>
                  <a:lnTo>
                    <a:pt x="51638" y="26441"/>
                  </a:lnTo>
                  <a:close/>
                </a:path>
                <a:path w="556260" h="37465">
                  <a:moveTo>
                    <a:pt x="52590" y="37122"/>
                  </a:moveTo>
                  <a:lnTo>
                    <a:pt x="51701" y="28575"/>
                  </a:lnTo>
                  <a:lnTo>
                    <a:pt x="50673" y="28575"/>
                  </a:lnTo>
                  <a:lnTo>
                    <a:pt x="51549" y="37122"/>
                  </a:lnTo>
                  <a:lnTo>
                    <a:pt x="52590" y="37122"/>
                  </a:lnTo>
                  <a:close/>
                </a:path>
                <a:path w="556260" h="37465">
                  <a:moveTo>
                    <a:pt x="60490" y="33477"/>
                  </a:moveTo>
                  <a:lnTo>
                    <a:pt x="60363" y="32232"/>
                  </a:lnTo>
                  <a:lnTo>
                    <a:pt x="60172" y="30441"/>
                  </a:lnTo>
                  <a:lnTo>
                    <a:pt x="59563" y="29730"/>
                  </a:lnTo>
                  <a:lnTo>
                    <a:pt x="59283" y="29413"/>
                  </a:lnTo>
                  <a:lnTo>
                    <a:pt x="59283" y="32232"/>
                  </a:lnTo>
                  <a:lnTo>
                    <a:pt x="54711" y="32232"/>
                  </a:lnTo>
                  <a:lnTo>
                    <a:pt x="54787" y="30810"/>
                  </a:lnTo>
                  <a:lnTo>
                    <a:pt x="55587" y="29730"/>
                  </a:lnTo>
                  <a:lnTo>
                    <a:pt x="57886" y="29730"/>
                  </a:lnTo>
                  <a:lnTo>
                    <a:pt x="58915" y="30810"/>
                  </a:lnTo>
                  <a:lnTo>
                    <a:pt x="59283" y="32232"/>
                  </a:lnTo>
                  <a:lnTo>
                    <a:pt x="59283" y="29413"/>
                  </a:lnTo>
                  <a:lnTo>
                    <a:pt x="58445" y="28435"/>
                  </a:lnTo>
                  <a:lnTo>
                    <a:pt x="54762" y="28435"/>
                  </a:lnTo>
                  <a:lnTo>
                    <a:pt x="53454" y="30441"/>
                  </a:lnTo>
                  <a:lnTo>
                    <a:pt x="53949" y="35255"/>
                  </a:lnTo>
                  <a:lnTo>
                    <a:pt x="55689" y="37338"/>
                  </a:lnTo>
                  <a:lnTo>
                    <a:pt x="58839" y="37338"/>
                  </a:lnTo>
                  <a:lnTo>
                    <a:pt x="59905" y="36347"/>
                  </a:lnTo>
                  <a:lnTo>
                    <a:pt x="59982" y="36055"/>
                  </a:lnTo>
                  <a:lnTo>
                    <a:pt x="60299" y="34874"/>
                  </a:lnTo>
                  <a:lnTo>
                    <a:pt x="59080" y="34874"/>
                  </a:lnTo>
                  <a:lnTo>
                    <a:pt x="58737" y="35572"/>
                  </a:lnTo>
                  <a:lnTo>
                    <a:pt x="58153" y="36055"/>
                  </a:lnTo>
                  <a:lnTo>
                    <a:pt x="56235" y="36055"/>
                  </a:lnTo>
                  <a:lnTo>
                    <a:pt x="55194" y="34874"/>
                  </a:lnTo>
                  <a:lnTo>
                    <a:pt x="54838" y="33477"/>
                  </a:lnTo>
                  <a:lnTo>
                    <a:pt x="60490" y="33477"/>
                  </a:lnTo>
                  <a:close/>
                </a:path>
                <a:path w="556260" h="37465">
                  <a:moveTo>
                    <a:pt x="66865" y="36195"/>
                  </a:moveTo>
                  <a:lnTo>
                    <a:pt x="66560" y="33286"/>
                  </a:lnTo>
                  <a:lnTo>
                    <a:pt x="65811" y="32524"/>
                  </a:lnTo>
                  <a:lnTo>
                    <a:pt x="63004" y="31800"/>
                  </a:lnTo>
                  <a:lnTo>
                    <a:pt x="62534" y="31432"/>
                  </a:lnTo>
                  <a:lnTo>
                    <a:pt x="62407" y="30149"/>
                  </a:lnTo>
                  <a:lnTo>
                    <a:pt x="62903" y="29667"/>
                  </a:lnTo>
                  <a:lnTo>
                    <a:pt x="64452" y="29667"/>
                  </a:lnTo>
                  <a:lnTo>
                    <a:pt x="64985" y="30086"/>
                  </a:lnTo>
                  <a:lnTo>
                    <a:pt x="65138" y="30670"/>
                  </a:lnTo>
                  <a:lnTo>
                    <a:pt x="66040" y="30670"/>
                  </a:lnTo>
                  <a:lnTo>
                    <a:pt x="65811" y="29375"/>
                  </a:lnTo>
                  <a:lnTo>
                    <a:pt x="64846" y="28448"/>
                  </a:lnTo>
                  <a:lnTo>
                    <a:pt x="62090" y="28448"/>
                  </a:lnTo>
                  <a:lnTo>
                    <a:pt x="61429" y="29489"/>
                  </a:lnTo>
                  <a:lnTo>
                    <a:pt x="61696" y="32156"/>
                  </a:lnTo>
                  <a:lnTo>
                    <a:pt x="62471" y="32893"/>
                  </a:lnTo>
                  <a:lnTo>
                    <a:pt x="65278" y="33604"/>
                  </a:lnTo>
                  <a:lnTo>
                    <a:pt x="65722" y="33883"/>
                  </a:lnTo>
                  <a:lnTo>
                    <a:pt x="65887" y="35471"/>
                  </a:lnTo>
                  <a:lnTo>
                    <a:pt x="65303" y="36042"/>
                  </a:lnTo>
                  <a:lnTo>
                    <a:pt x="63512" y="36042"/>
                  </a:lnTo>
                  <a:lnTo>
                    <a:pt x="62776" y="35407"/>
                  </a:lnTo>
                  <a:lnTo>
                    <a:pt x="62611" y="34696"/>
                  </a:lnTo>
                  <a:lnTo>
                    <a:pt x="61709" y="34696"/>
                  </a:lnTo>
                  <a:lnTo>
                    <a:pt x="61925" y="36195"/>
                  </a:lnTo>
                  <a:lnTo>
                    <a:pt x="63004" y="37261"/>
                  </a:lnTo>
                  <a:lnTo>
                    <a:pt x="66103" y="37261"/>
                  </a:lnTo>
                  <a:lnTo>
                    <a:pt x="66865" y="36195"/>
                  </a:lnTo>
                  <a:close/>
                </a:path>
                <a:path w="556260" h="37465">
                  <a:moveTo>
                    <a:pt x="82677" y="37122"/>
                  </a:moveTo>
                  <a:lnTo>
                    <a:pt x="82169" y="32245"/>
                  </a:lnTo>
                  <a:lnTo>
                    <a:pt x="81889" y="29527"/>
                  </a:lnTo>
                  <a:lnTo>
                    <a:pt x="81013" y="28435"/>
                  </a:lnTo>
                  <a:lnTo>
                    <a:pt x="78371" y="28435"/>
                  </a:lnTo>
                  <a:lnTo>
                    <a:pt x="77660" y="29044"/>
                  </a:lnTo>
                  <a:lnTo>
                    <a:pt x="77304" y="30099"/>
                  </a:lnTo>
                  <a:lnTo>
                    <a:pt x="76847" y="28930"/>
                  </a:lnTo>
                  <a:lnTo>
                    <a:pt x="76098" y="28435"/>
                  </a:lnTo>
                  <a:lnTo>
                    <a:pt x="74142" y="28435"/>
                  </a:lnTo>
                  <a:lnTo>
                    <a:pt x="73520" y="28867"/>
                  </a:lnTo>
                  <a:lnTo>
                    <a:pt x="73126" y="29616"/>
                  </a:lnTo>
                  <a:lnTo>
                    <a:pt x="73012" y="28575"/>
                  </a:lnTo>
                  <a:lnTo>
                    <a:pt x="72034" y="28575"/>
                  </a:lnTo>
                  <a:lnTo>
                    <a:pt x="72910" y="37122"/>
                  </a:lnTo>
                  <a:lnTo>
                    <a:pt x="73901" y="37122"/>
                  </a:lnTo>
                  <a:lnTo>
                    <a:pt x="73228" y="30594"/>
                  </a:lnTo>
                  <a:lnTo>
                    <a:pt x="73888" y="29730"/>
                  </a:lnTo>
                  <a:lnTo>
                    <a:pt x="76047" y="29730"/>
                  </a:lnTo>
                  <a:lnTo>
                    <a:pt x="76619" y="30568"/>
                  </a:lnTo>
                  <a:lnTo>
                    <a:pt x="77304" y="37122"/>
                  </a:lnTo>
                  <a:lnTo>
                    <a:pt x="78295" y="37122"/>
                  </a:lnTo>
                  <a:lnTo>
                    <a:pt x="77609" y="30594"/>
                  </a:lnTo>
                  <a:lnTo>
                    <a:pt x="78270" y="29730"/>
                  </a:lnTo>
                  <a:lnTo>
                    <a:pt x="80429" y="29730"/>
                  </a:lnTo>
                  <a:lnTo>
                    <a:pt x="81000" y="30568"/>
                  </a:lnTo>
                  <a:lnTo>
                    <a:pt x="81673" y="37122"/>
                  </a:lnTo>
                  <a:lnTo>
                    <a:pt x="82677" y="37122"/>
                  </a:lnTo>
                  <a:close/>
                </a:path>
                <a:path w="556260" h="37465">
                  <a:moveTo>
                    <a:pt x="90474" y="33477"/>
                  </a:moveTo>
                  <a:lnTo>
                    <a:pt x="90347" y="32232"/>
                  </a:lnTo>
                  <a:lnTo>
                    <a:pt x="90157" y="30441"/>
                  </a:lnTo>
                  <a:lnTo>
                    <a:pt x="89547" y="29730"/>
                  </a:lnTo>
                  <a:lnTo>
                    <a:pt x="89268" y="29413"/>
                  </a:lnTo>
                  <a:lnTo>
                    <a:pt x="89268" y="32232"/>
                  </a:lnTo>
                  <a:lnTo>
                    <a:pt x="84696" y="32232"/>
                  </a:lnTo>
                  <a:lnTo>
                    <a:pt x="84772" y="30810"/>
                  </a:lnTo>
                  <a:lnTo>
                    <a:pt x="85572" y="29730"/>
                  </a:lnTo>
                  <a:lnTo>
                    <a:pt x="87871" y="29730"/>
                  </a:lnTo>
                  <a:lnTo>
                    <a:pt x="88900" y="30810"/>
                  </a:lnTo>
                  <a:lnTo>
                    <a:pt x="89268" y="32232"/>
                  </a:lnTo>
                  <a:lnTo>
                    <a:pt x="89268" y="29413"/>
                  </a:lnTo>
                  <a:lnTo>
                    <a:pt x="88430" y="28435"/>
                  </a:lnTo>
                  <a:lnTo>
                    <a:pt x="84747" y="28435"/>
                  </a:lnTo>
                  <a:lnTo>
                    <a:pt x="83439" y="30441"/>
                  </a:lnTo>
                  <a:lnTo>
                    <a:pt x="83934" y="35255"/>
                  </a:lnTo>
                  <a:lnTo>
                    <a:pt x="85674" y="37338"/>
                  </a:lnTo>
                  <a:lnTo>
                    <a:pt x="88823" y="37338"/>
                  </a:lnTo>
                  <a:lnTo>
                    <a:pt x="89890" y="36347"/>
                  </a:lnTo>
                  <a:lnTo>
                    <a:pt x="89966" y="36055"/>
                  </a:lnTo>
                  <a:lnTo>
                    <a:pt x="90284" y="34874"/>
                  </a:lnTo>
                  <a:lnTo>
                    <a:pt x="89065" y="34874"/>
                  </a:lnTo>
                  <a:lnTo>
                    <a:pt x="88709" y="35572"/>
                  </a:lnTo>
                  <a:lnTo>
                    <a:pt x="88138" y="36055"/>
                  </a:lnTo>
                  <a:lnTo>
                    <a:pt x="86220" y="36055"/>
                  </a:lnTo>
                  <a:lnTo>
                    <a:pt x="85166" y="34874"/>
                  </a:lnTo>
                  <a:lnTo>
                    <a:pt x="84823" y="33477"/>
                  </a:lnTo>
                  <a:lnTo>
                    <a:pt x="90474" y="33477"/>
                  </a:lnTo>
                  <a:close/>
                </a:path>
                <a:path w="556260" h="37465">
                  <a:moveTo>
                    <a:pt x="94462" y="29768"/>
                  </a:moveTo>
                  <a:lnTo>
                    <a:pt x="94348" y="28587"/>
                  </a:lnTo>
                  <a:lnTo>
                    <a:pt x="92875" y="28587"/>
                  </a:lnTo>
                  <a:lnTo>
                    <a:pt x="92532" y="25222"/>
                  </a:lnTo>
                  <a:lnTo>
                    <a:pt x="91541" y="25222"/>
                  </a:lnTo>
                  <a:lnTo>
                    <a:pt x="91897" y="28587"/>
                  </a:lnTo>
                  <a:lnTo>
                    <a:pt x="90919" y="28587"/>
                  </a:lnTo>
                  <a:lnTo>
                    <a:pt x="91033" y="29768"/>
                  </a:lnTo>
                  <a:lnTo>
                    <a:pt x="92011" y="29768"/>
                  </a:lnTo>
                  <a:lnTo>
                    <a:pt x="92773" y="37122"/>
                  </a:lnTo>
                  <a:lnTo>
                    <a:pt x="93764" y="37122"/>
                  </a:lnTo>
                  <a:lnTo>
                    <a:pt x="93002" y="29768"/>
                  </a:lnTo>
                  <a:lnTo>
                    <a:pt x="94462" y="29768"/>
                  </a:lnTo>
                  <a:close/>
                </a:path>
                <a:path w="556260" h="37465">
                  <a:moveTo>
                    <a:pt x="102171" y="37122"/>
                  </a:moveTo>
                  <a:lnTo>
                    <a:pt x="101282" y="28575"/>
                  </a:lnTo>
                  <a:lnTo>
                    <a:pt x="100291" y="28575"/>
                  </a:lnTo>
                  <a:lnTo>
                    <a:pt x="100965" y="35013"/>
                  </a:lnTo>
                  <a:lnTo>
                    <a:pt x="100253" y="35979"/>
                  </a:lnTo>
                  <a:lnTo>
                    <a:pt x="97853" y="35979"/>
                  </a:lnTo>
                  <a:lnTo>
                    <a:pt x="97180" y="35140"/>
                  </a:lnTo>
                  <a:lnTo>
                    <a:pt x="96507" y="28575"/>
                  </a:lnTo>
                  <a:lnTo>
                    <a:pt x="95516" y="28575"/>
                  </a:lnTo>
                  <a:lnTo>
                    <a:pt x="96304" y="36169"/>
                  </a:lnTo>
                  <a:lnTo>
                    <a:pt x="97205" y="37261"/>
                  </a:lnTo>
                  <a:lnTo>
                    <a:pt x="99949" y="37261"/>
                  </a:lnTo>
                  <a:lnTo>
                    <a:pt x="100634" y="36830"/>
                  </a:lnTo>
                  <a:lnTo>
                    <a:pt x="101079" y="36093"/>
                  </a:lnTo>
                  <a:lnTo>
                    <a:pt x="101180" y="37122"/>
                  </a:lnTo>
                  <a:lnTo>
                    <a:pt x="102171" y="37122"/>
                  </a:lnTo>
                  <a:close/>
                </a:path>
                <a:path w="556260" h="37465">
                  <a:moveTo>
                    <a:pt x="108673" y="36195"/>
                  </a:moveTo>
                  <a:lnTo>
                    <a:pt x="108369" y="33286"/>
                  </a:lnTo>
                  <a:lnTo>
                    <a:pt x="107632" y="32524"/>
                  </a:lnTo>
                  <a:lnTo>
                    <a:pt x="104825" y="31800"/>
                  </a:lnTo>
                  <a:lnTo>
                    <a:pt x="104355" y="31432"/>
                  </a:lnTo>
                  <a:lnTo>
                    <a:pt x="104228" y="30149"/>
                  </a:lnTo>
                  <a:lnTo>
                    <a:pt x="104724" y="29667"/>
                  </a:lnTo>
                  <a:lnTo>
                    <a:pt x="106273" y="29667"/>
                  </a:lnTo>
                  <a:lnTo>
                    <a:pt x="106807" y="30086"/>
                  </a:lnTo>
                  <a:lnTo>
                    <a:pt x="106946" y="30670"/>
                  </a:lnTo>
                  <a:lnTo>
                    <a:pt x="107848" y="30670"/>
                  </a:lnTo>
                  <a:lnTo>
                    <a:pt x="107619" y="29375"/>
                  </a:lnTo>
                  <a:lnTo>
                    <a:pt x="106654" y="28448"/>
                  </a:lnTo>
                  <a:lnTo>
                    <a:pt x="103898" y="28448"/>
                  </a:lnTo>
                  <a:lnTo>
                    <a:pt x="103238" y="29489"/>
                  </a:lnTo>
                  <a:lnTo>
                    <a:pt x="103517" y="32156"/>
                  </a:lnTo>
                  <a:lnTo>
                    <a:pt x="104292" y="32893"/>
                  </a:lnTo>
                  <a:lnTo>
                    <a:pt x="107099" y="33604"/>
                  </a:lnTo>
                  <a:lnTo>
                    <a:pt x="107530" y="33883"/>
                  </a:lnTo>
                  <a:lnTo>
                    <a:pt x="107708" y="35471"/>
                  </a:lnTo>
                  <a:lnTo>
                    <a:pt x="107111" y="36042"/>
                  </a:lnTo>
                  <a:lnTo>
                    <a:pt x="105321" y="36042"/>
                  </a:lnTo>
                  <a:lnTo>
                    <a:pt x="104597" y="35407"/>
                  </a:lnTo>
                  <a:lnTo>
                    <a:pt x="104419" y="34696"/>
                  </a:lnTo>
                  <a:lnTo>
                    <a:pt x="103530" y="34696"/>
                  </a:lnTo>
                  <a:lnTo>
                    <a:pt x="103746" y="36195"/>
                  </a:lnTo>
                  <a:lnTo>
                    <a:pt x="104838" y="37261"/>
                  </a:lnTo>
                  <a:lnTo>
                    <a:pt x="107911" y="37261"/>
                  </a:lnTo>
                  <a:lnTo>
                    <a:pt x="108673" y="36195"/>
                  </a:lnTo>
                  <a:close/>
                </a:path>
                <a:path w="556260" h="37465">
                  <a:moveTo>
                    <a:pt x="124485" y="37122"/>
                  </a:moveTo>
                  <a:lnTo>
                    <a:pt x="123977" y="32245"/>
                  </a:lnTo>
                  <a:lnTo>
                    <a:pt x="123698" y="29527"/>
                  </a:lnTo>
                  <a:lnTo>
                    <a:pt x="122834" y="28435"/>
                  </a:lnTo>
                  <a:lnTo>
                    <a:pt x="120180" y="28435"/>
                  </a:lnTo>
                  <a:lnTo>
                    <a:pt x="119468" y="29044"/>
                  </a:lnTo>
                  <a:lnTo>
                    <a:pt x="119126" y="30099"/>
                  </a:lnTo>
                  <a:lnTo>
                    <a:pt x="118668" y="28930"/>
                  </a:lnTo>
                  <a:lnTo>
                    <a:pt x="117906" y="28435"/>
                  </a:lnTo>
                  <a:lnTo>
                    <a:pt x="115951" y="28435"/>
                  </a:lnTo>
                  <a:lnTo>
                    <a:pt x="115328" y="28867"/>
                  </a:lnTo>
                  <a:lnTo>
                    <a:pt x="114935" y="29616"/>
                  </a:lnTo>
                  <a:lnTo>
                    <a:pt x="114833" y="28575"/>
                  </a:lnTo>
                  <a:lnTo>
                    <a:pt x="113842" y="28575"/>
                  </a:lnTo>
                  <a:lnTo>
                    <a:pt x="114731" y="37122"/>
                  </a:lnTo>
                  <a:lnTo>
                    <a:pt x="115709" y="37122"/>
                  </a:lnTo>
                  <a:lnTo>
                    <a:pt x="115036" y="30594"/>
                  </a:lnTo>
                  <a:lnTo>
                    <a:pt x="115697" y="29730"/>
                  </a:lnTo>
                  <a:lnTo>
                    <a:pt x="117856" y="29730"/>
                  </a:lnTo>
                  <a:lnTo>
                    <a:pt x="118440" y="30568"/>
                  </a:lnTo>
                  <a:lnTo>
                    <a:pt x="119113" y="37122"/>
                  </a:lnTo>
                  <a:lnTo>
                    <a:pt x="120103" y="37122"/>
                  </a:lnTo>
                  <a:lnTo>
                    <a:pt x="119430" y="30594"/>
                  </a:lnTo>
                  <a:lnTo>
                    <a:pt x="120091" y="29730"/>
                  </a:lnTo>
                  <a:lnTo>
                    <a:pt x="122250" y="29730"/>
                  </a:lnTo>
                  <a:lnTo>
                    <a:pt x="122809" y="30568"/>
                  </a:lnTo>
                  <a:lnTo>
                    <a:pt x="123494" y="37122"/>
                  </a:lnTo>
                  <a:lnTo>
                    <a:pt x="124485" y="37122"/>
                  </a:lnTo>
                  <a:close/>
                </a:path>
                <a:path w="556260" h="37465">
                  <a:moveTo>
                    <a:pt x="132753" y="37160"/>
                  </a:moveTo>
                  <a:lnTo>
                    <a:pt x="132600" y="35763"/>
                  </a:lnTo>
                  <a:lnTo>
                    <a:pt x="132003" y="29972"/>
                  </a:lnTo>
                  <a:lnTo>
                    <a:pt x="131864" y="28575"/>
                  </a:lnTo>
                  <a:lnTo>
                    <a:pt x="131432" y="28575"/>
                  </a:lnTo>
                  <a:lnTo>
                    <a:pt x="131432" y="34556"/>
                  </a:lnTo>
                  <a:lnTo>
                    <a:pt x="130454" y="36055"/>
                  </a:lnTo>
                  <a:lnTo>
                    <a:pt x="127850" y="36055"/>
                  </a:lnTo>
                  <a:lnTo>
                    <a:pt x="126707" y="34556"/>
                  </a:lnTo>
                  <a:lnTo>
                    <a:pt x="126352" y="31140"/>
                  </a:lnTo>
                  <a:lnTo>
                    <a:pt x="127190" y="29718"/>
                  </a:lnTo>
                  <a:lnTo>
                    <a:pt x="129794" y="29718"/>
                  </a:lnTo>
                  <a:lnTo>
                    <a:pt x="131076" y="31140"/>
                  </a:lnTo>
                  <a:lnTo>
                    <a:pt x="131432" y="34556"/>
                  </a:lnTo>
                  <a:lnTo>
                    <a:pt x="131432" y="28575"/>
                  </a:lnTo>
                  <a:lnTo>
                    <a:pt x="130873" y="28575"/>
                  </a:lnTo>
                  <a:lnTo>
                    <a:pt x="131013" y="29972"/>
                  </a:lnTo>
                  <a:lnTo>
                    <a:pt x="130822" y="29718"/>
                  </a:lnTo>
                  <a:lnTo>
                    <a:pt x="130327" y="29044"/>
                  </a:lnTo>
                  <a:lnTo>
                    <a:pt x="129400" y="28448"/>
                  </a:lnTo>
                  <a:lnTo>
                    <a:pt x="126568" y="28448"/>
                  </a:lnTo>
                  <a:lnTo>
                    <a:pt x="125247" y="30441"/>
                  </a:lnTo>
                  <a:lnTo>
                    <a:pt x="125742" y="35255"/>
                  </a:lnTo>
                  <a:lnTo>
                    <a:pt x="127482" y="37338"/>
                  </a:lnTo>
                  <a:lnTo>
                    <a:pt x="130314" y="37338"/>
                  </a:lnTo>
                  <a:lnTo>
                    <a:pt x="131114" y="36715"/>
                  </a:lnTo>
                  <a:lnTo>
                    <a:pt x="131470" y="36055"/>
                  </a:lnTo>
                  <a:lnTo>
                    <a:pt x="131622" y="35763"/>
                  </a:lnTo>
                  <a:lnTo>
                    <a:pt x="131762" y="37160"/>
                  </a:lnTo>
                  <a:lnTo>
                    <a:pt x="132753" y="37160"/>
                  </a:lnTo>
                  <a:close/>
                </a:path>
                <a:path w="556260" h="37465">
                  <a:moveTo>
                    <a:pt x="135712" y="37122"/>
                  </a:moveTo>
                  <a:lnTo>
                    <a:pt x="134277" y="23253"/>
                  </a:lnTo>
                  <a:lnTo>
                    <a:pt x="133286" y="23253"/>
                  </a:lnTo>
                  <a:lnTo>
                    <a:pt x="134721" y="37122"/>
                  </a:lnTo>
                  <a:lnTo>
                    <a:pt x="135712" y="37122"/>
                  </a:lnTo>
                  <a:close/>
                </a:path>
                <a:path w="556260" h="37465">
                  <a:moveTo>
                    <a:pt x="143535" y="33477"/>
                  </a:moveTo>
                  <a:lnTo>
                    <a:pt x="143395" y="32232"/>
                  </a:lnTo>
                  <a:lnTo>
                    <a:pt x="143217" y="30441"/>
                  </a:lnTo>
                  <a:lnTo>
                    <a:pt x="142595" y="29730"/>
                  </a:lnTo>
                  <a:lnTo>
                    <a:pt x="142328" y="29425"/>
                  </a:lnTo>
                  <a:lnTo>
                    <a:pt x="142328" y="32232"/>
                  </a:lnTo>
                  <a:lnTo>
                    <a:pt x="137756" y="32232"/>
                  </a:lnTo>
                  <a:lnTo>
                    <a:pt x="137820" y="30810"/>
                  </a:lnTo>
                  <a:lnTo>
                    <a:pt x="138633" y="29730"/>
                  </a:lnTo>
                  <a:lnTo>
                    <a:pt x="140919" y="29730"/>
                  </a:lnTo>
                  <a:lnTo>
                    <a:pt x="141960" y="30810"/>
                  </a:lnTo>
                  <a:lnTo>
                    <a:pt x="142328" y="32232"/>
                  </a:lnTo>
                  <a:lnTo>
                    <a:pt x="142328" y="29425"/>
                  </a:lnTo>
                  <a:lnTo>
                    <a:pt x="141490" y="28435"/>
                  </a:lnTo>
                  <a:lnTo>
                    <a:pt x="137807" y="28435"/>
                  </a:lnTo>
                  <a:lnTo>
                    <a:pt x="136499" y="30441"/>
                  </a:lnTo>
                  <a:lnTo>
                    <a:pt x="136982" y="35255"/>
                  </a:lnTo>
                  <a:lnTo>
                    <a:pt x="138722" y="37338"/>
                  </a:lnTo>
                  <a:lnTo>
                    <a:pt x="141884" y="37338"/>
                  </a:lnTo>
                  <a:lnTo>
                    <a:pt x="142938" y="36347"/>
                  </a:lnTo>
                  <a:lnTo>
                    <a:pt x="143027" y="36055"/>
                  </a:lnTo>
                  <a:lnTo>
                    <a:pt x="143344" y="34874"/>
                  </a:lnTo>
                  <a:lnTo>
                    <a:pt x="142113" y="34874"/>
                  </a:lnTo>
                  <a:lnTo>
                    <a:pt x="141770" y="35572"/>
                  </a:lnTo>
                  <a:lnTo>
                    <a:pt x="141198" y="36055"/>
                  </a:lnTo>
                  <a:lnTo>
                    <a:pt x="139280" y="36055"/>
                  </a:lnTo>
                  <a:lnTo>
                    <a:pt x="138226" y="34874"/>
                  </a:lnTo>
                  <a:lnTo>
                    <a:pt x="137871" y="33477"/>
                  </a:lnTo>
                  <a:lnTo>
                    <a:pt x="143535" y="33477"/>
                  </a:lnTo>
                  <a:close/>
                </a:path>
                <a:path w="556260" h="37465">
                  <a:moveTo>
                    <a:pt x="149898" y="36195"/>
                  </a:moveTo>
                  <a:lnTo>
                    <a:pt x="149593" y="33286"/>
                  </a:lnTo>
                  <a:lnTo>
                    <a:pt x="148856" y="32524"/>
                  </a:lnTo>
                  <a:lnTo>
                    <a:pt x="146050" y="31800"/>
                  </a:lnTo>
                  <a:lnTo>
                    <a:pt x="145580" y="31432"/>
                  </a:lnTo>
                  <a:lnTo>
                    <a:pt x="145453" y="30149"/>
                  </a:lnTo>
                  <a:lnTo>
                    <a:pt x="145948" y="29667"/>
                  </a:lnTo>
                  <a:lnTo>
                    <a:pt x="147497" y="29667"/>
                  </a:lnTo>
                  <a:lnTo>
                    <a:pt x="148031" y="30086"/>
                  </a:lnTo>
                  <a:lnTo>
                    <a:pt x="148170" y="30670"/>
                  </a:lnTo>
                  <a:lnTo>
                    <a:pt x="149072" y="30670"/>
                  </a:lnTo>
                  <a:lnTo>
                    <a:pt x="148844" y="29375"/>
                  </a:lnTo>
                  <a:lnTo>
                    <a:pt x="147878" y="28448"/>
                  </a:lnTo>
                  <a:lnTo>
                    <a:pt x="145122" y="28448"/>
                  </a:lnTo>
                  <a:lnTo>
                    <a:pt x="144462" y="29489"/>
                  </a:lnTo>
                  <a:lnTo>
                    <a:pt x="144741" y="32156"/>
                  </a:lnTo>
                  <a:lnTo>
                    <a:pt x="145516" y="32893"/>
                  </a:lnTo>
                  <a:lnTo>
                    <a:pt x="148323" y="33604"/>
                  </a:lnTo>
                  <a:lnTo>
                    <a:pt x="148755" y="33883"/>
                  </a:lnTo>
                  <a:lnTo>
                    <a:pt x="148932" y="35471"/>
                  </a:lnTo>
                  <a:lnTo>
                    <a:pt x="148336" y="36042"/>
                  </a:lnTo>
                  <a:lnTo>
                    <a:pt x="146545" y="36042"/>
                  </a:lnTo>
                  <a:lnTo>
                    <a:pt x="145821" y="35407"/>
                  </a:lnTo>
                  <a:lnTo>
                    <a:pt x="145656" y="34696"/>
                  </a:lnTo>
                  <a:lnTo>
                    <a:pt x="144754" y="34696"/>
                  </a:lnTo>
                  <a:lnTo>
                    <a:pt x="144957" y="36195"/>
                  </a:lnTo>
                  <a:lnTo>
                    <a:pt x="146050" y="37261"/>
                  </a:lnTo>
                  <a:lnTo>
                    <a:pt x="149136" y="37261"/>
                  </a:lnTo>
                  <a:lnTo>
                    <a:pt x="149898" y="36195"/>
                  </a:lnTo>
                  <a:close/>
                </a:path>
                <a:path w="556260" h="37465">
                  <a:moveTo>
                    <a:pt x="157226" y="37122"/>
                  </a:moveTo>
                  <a:lnTo>
                    <a:pt x="156349" y="28575"/>
                  </a:lnTo>
                  <a:lnTo>
                    <a:pt x="155359" y="28575"/>
                  </a:lnTo>
                  <a:lnTo>
                    <a:pt x="156019" y="35013"/>
                  </a:lnTo>
                  <a:lnTo>
                    <a:pt x="155308" y="35979"/>
                  </a:lnTo>
                  <a:lnTo>
                    <a:pt x="152908" y="35979"/>
                  </a:lnTo>
                  <a:lnTo>
                    <a:pt x="152247" y="35140"/>
                  </a:lnTo>
                  <a:lnTo>
                    <a:pt x="151561" y="28575"/>
                  </a:lnTo>
                  <a:lnTo>
                    <a:pt x="150583" y="28575"/>
                  </a:lnTo>
                  <a:lnTo>
                    <a:pt x="151358" y="36169"/>
                  </a:lnTo>
                  <a:lnTo>
                    <a:pt x="152260" y="37261"/>
                  </a:lnTo>
                  <a:lnTo>
                    <a:pt x="155003" y="37261"/>
                  </a:lnTo>
                  <a:lnTo>
                    <a:pt x="155689" y="36830"/>
                  </a:lnTo>
                  <a:lnTo>
                    <a:pt x="156133" y="36093"/>
                  </a:lnTo>
                  <a:lnTo>
                    <a:pt x="156248" y="37122"/>
                  </a:lnTo>
                  <a:lnTo>
                    <a:pt x="157226" y="37122"/>
                  </a:lnTo>
                  <a:close/>
                </a:path>
                <a:path w="556260" h="37465">
                  <a:moveTo>
                    <a:pt x="165569" y="37160"/>
                  </a:moveTo>
                  <a:lnTo>
                    <a:pt x="165430" y="35763"/>
                  </a:lnTo>
                  <a:lnTo>
                    <a:pt x="164833" y="29972"/>
                  </a:lnTo>
                  <a:lnTo>
                    <a:pt x="164680" y="28575"/>
                  </a:lnTo>
                  <a:lnTo>
                    <a:pt x="164261" y="28575"/>
                  </a:lnTo>
                  <a:lnTo>
                    <a:pt x="164261" y="34556"/>
                  </a:lnTo>
                  <a:lnTo>
                    <a:pt x="163271" y="36055"/>
                  </a:lnTo>
                  <a:lnTo>
                    <a:pt x="160680" y="36055"/>
                  </a:lnTo>
                  <a:lnTo>
                    <a:pt x="159537" y="34556"/>
                  </a:lnTo>
                  <a:lnTo>
                    <a:pt x="159181" y="31140"/>
                  </a:lnTo>
                  <a:lnTo>
                    <a:pt x="160020" y="29718"/>
                  </a:lnTo>
                  <a:lnTo>
                    <a:pt x="162610" y="29718"/>
                  </a:lnTo>
                  <a:lnTo>
                    <a:pt x="163906" y="31140"/>
                  </a:lnTo>
                  <a:lnTo>
                    <a:pt x="164261" y="34556"/>
                  </a:lnTo>
                  <a:lnTo>
                    <a:pt x="164261" y="28575"/>
                  </a:lnTo>
                  <a:lnTo>
                    <a:pt x="163703" y="28575"/>
                  </a:lnTo>
                  <a:lnTo>
                    <a:pt x="163842" y="29972"/>
                  </a:lnTo>
                  <a:lnTo>
                    <a:pt x="163652" y="29718"/>
                  </a:lnTo>
                  <a:lnTo>
                    <a:pt x="163144" y="29044"/>
                  </a:lnTo>
                  <a:lnTo>
                    <a:pt x="162217" y="28448"/>
                  </a:lnTo>
                  <a:lnTo>
                    <a:pt x="159385" y="28448"/>
                  </a:lnTo>
                  <a:lnTo>
                    <a:pt x="158064" y="30441"/>
                  </a:lnTo>
                  <a:lnTo>
                    <a:pt x="158572" y="35255"/>
                  </a:lnTo>
                  <a:lnTo>
                    <a:pt x="160312" y="37338"/>
                  </a:lnTo>
                  <a:lnTo>
                    <a:pt x="163131" y="37338"/>
                  </a:lnTo>
                  <a:lnTo>
                    <a:pt x="163944" y="36715"/>
                  </a:lnTo>
                  <a:lnTo>
                    <a:pt x="164287" y="36055"/>
                  </a:lnTo>
                  <a:lnTo>
                    <a:pt x="164439" y="35763"/>
                  </a:lnTo>
                  <a:lnTo>
                    <a:pt x="164579" y="37160"/>
                  </a:lnTo>
                  <a:lnTo>
                    <a:pt x="165569" y="37160"/>
                  </a:lnTo>
                  <a:close/>
                </a:path>
                <a:path w="556260" h="37465">
                  <a:moveTo>
                    <a:pt x="173977" y="37122"/>
                  </a:moveTo>
                  <a:lnTo>
                    <a:pt x="173837" y="35763"/>
                  </a:lnTo>
                  <a:lnTo>
                    <a:pt x="173240" y="29972"/>
                  </a:lnTo>
                  <a:lnTo>
                    <a:pt x="172669" y="24485"/>
                  </a:lnTo>
                  <a:lnTo>
                    <a:pt x="172669" y="34556"/>
                  </a:lnTo>
                  <a:lnTo>
                    <a:pt x="171691" y="36055"/>
                  </a:lnTo>
                  <a:lnTo>
                    <a:pt x="169087" y="36055"/>
                  </a:lnTo>
                  <a:lnTo>
                    <a:pt x="167944" y="34556"/>
                  </a:lnTo>
                  <a:lnTo>
                    <a:pt x="167589" y="31140"/>
                  </a:lnTo>
                  <a:lnTo>
                    <a:pt x="168427" y="29718"/>
                  </a:lnTo>
                  <a:lnTo>
                    <a:pt x="171030" y="29718"/>
                  </a:lnTo>
                  <a:lnTo>
                    <a:pt x="172313" y="31140"/>
                  </a:lnTo>
                  <a:lnTo>
                    <a:pt x="172669" y="34556"/>
                  </a:lnTo>
                  <a:lnTo>
                    <a:pt x="172669" y="24485"/>
                  </a:lnTo>
                  <a:lnTo>
                    <a:pt x="172542" y="23266"/>
                  </a:lnTo>
                  <a:lnTo>
                    <a:pt x="171551" y="23266"/>
                  </a:lnTo>
                  <a:lnTo>
                    <a:pt x="172250" y="29972"/>
                  </a:lnTo>
                  <a:lnTo>
                    <a:pt x="172059" y="29718"/>
                  </a:lnTo>
                  <a:lnTo>
                    <a:pt x="171564" y="29044"/>
                  </a:lnTo>
                  <a:lnTo>
                    <a:pt x="170624" y="28448"/>
                  </a:lnTo>
                  <a:lnTo>
                    <a:pt x="167792" y="28448"/>
                  </a:lnTo>
                  <a:lnTo>
                    <a:pt x="166484" y="30441"/>
                  </a:lnTo>
                  <a:lnTo>
                    <a:pt x="166979" y="35255"/>
                  </a:lnTo>
                  <a:lnTo>
                    <a:pt x="168719" y="37338"/>
                  </a:lnTo>
                  <a:lnTo>
                    <a:pt x="171551" y="37338"/>
                  </a:lnTo>
                  <a:lnTo>
                    <a:pt x="172364" y="36715"/>
                  </a:lnTo>
                  <a:lnTo>
                    <a:pt x="172694" y="36055"/>
                  </a:lnTo>
                  <a:lnTo>
                    <a:pt x="172847" y="35763"/>
                  </a:lnTo>
                  <a:lnTo>
                    <a:pt x="172986" y="37122"/>
                  </a:lnTo>
                  <a:lnTo>
                    <a:pt x="173977" y="37122"/>
                  </a:lnTo>
                  <a:close/>
                </a:path>
                <a:path w="556260" h="37465">
                  <a:moveTo>
                    <a:pt x="182257" y="37160"/>
                  </a:moveTo>
                  <a:lnTo>
                    <a:pt x="182105" y="35763"/>
                  </a:lnTo>
                  <a:lnTo>
                    <a:pt x="181508" y="29972"/>
                  </a:lnTo>
                  <a:lnTo>
                    <a:pt x="181368" y="28575"/>
                  </a:lnTo>
                  <a:lnTo>
                    <a:pt x="180936" y="28575"/>
                  </a:lnTo>
                  <a:lnTo>
                    <a:pt x="180936" y="34556"/>
                  </a:lnTo>
                  <a:lnTo>
                    <a:pt x="179946" y="36055"/>
                  </a:lnTo>
                  <a:lnTo>
                    <a:pt x="177355" y="36055"/>
                  </a:lnTo>
                  <a:lnTo>
                    <a:pt x="176212" y="34556"/>
                  </a:lnTo>
                  <a:lnTo>
                    <a:pt x="175856" y="31140"/>
                  </a:lnTo>
                  <a:lnTo>
                    <a:pt x="176695" y="29718"/>
                  </a:lnTo>
                  <a:lnTo>
                    <a:pt x="179285" y="29718"/>
                  </a:lnTo>
                  <a:lnTo>
                    <a:pt x="180581" y="31140"/>
                  </a:lnTo>
                  <a:lnTo>
                    <a:pt x="180936" y="34556"/>
                  </a:lnTo>
                  <a:lnTo>
                    <a:pt x="180936" y="28575"/>
                  </a:lnTo>
                  <a:lnTo>
                    <a:pt x="180378" y="28575"/>
                  </a:lnTo>
                  <a:lnTo>
                    <a:pt x="180517" y="29972"/>
                  </a:lnTo>
                  <a:lnTo>
                    <a:pt x="180327" y="29718"/>
                  </a:lnTo>
                  <a:lnTo>
                    <a:pt x="179832" y="29044"/>
                  </a:lnTo>
                  <a:lnTo>
                    <a:pt x="178892" y="28448"/>
                  </a:lnTo>
                  <a:lnTo>
                    <a:pt x="176072" y="28448"/>
                  </a:lnTo>
                  <a:lnTo>
                    <a:pt x="174752" y="30441"/>
                  </a:lnTo>
                  <a:lnTo>
                    <a:pt x="175247" y="35255"/>
                  </a:lnTo>
                  <a:lnTo>
                    <a:pt x="176987" y="37338"/>
                  </a:lnTo>
                  <a:lnTo>
                    <a:pt x="179819" y="37338"/>
                  </a:lnTo>
                  <a:lnTo>
                    <a:pt x="180619" y="36715"/>
                  </a:lnTo>
                  <a:lnTo>
                    <a:pt x="180975" y="36055"/>
                  </a:lnTo>
                  <a:lnTo>
                    <a:pt x="181127" y="35763"/>
                  </a:lnTo>
                  <a:lnTo>
                    <a:pt x="181254" y="37160"/>
                  </a:lnTo>
                  <a:lnTo>
                    <a:pt x="182257" y="37160"/>
                  </a:lnTo>
                  <a:close/>
                </a:path>
                <a:path w="556260" h="37465">
                  <a:moveTo>
                    <a:pt x="185242" y="36728"/>
                  </a:moveTo>
                  <a:lnTo>
                    <a:pt x="185115" y="35547"/>
                  </a:lnTo>
                  <a:lnTo>
                    <a:pt x="184696" y="35064"/>
                  </a:lnTo>
                  <a:lnTo>
                    <a:pt x="183794" y="35064"/>
                  </a:lnTo>
                  <a:lnTo>
                    <a:pt x="183464" y="35547"/>
                  </a:lnTo>
                  <a:lnTo>
                    <a:pt x="183527" y="36131"/>
                  </a:lnTo>
                  <a:lnTo>
                    <a:pt x="183591" y="36728"/>
                  </a:lnTo>
                  <a:lnTo>
                    <a:pt x="184010" y="37223"/>
                  </a:lnTo>
                  <a:lnTo>
                    <a:pt x="184912" y="37223"/>
                  </a:lnTo>
                  <a:lnTo>
                    <a:pt x="185242" y="36728"/>
                  </a:lnTo>
                  <a:close/>
                </a:path>
                <a:path w="556260" h="37465">
                  <a:moveTo>
                    <a:pt x="200812" y="37122"/>
                  </a:moveTo>
                  <a:lnTo>
                    <a:pt x="199364" y="23253"/>
                  </a:lnTo>
                  <a:lnTo>
                    <a:pt x="198285" y="23253"/>
                  </a:lnTo>
                  <a:lnTo>
                    <a:pt x="199517" y="35179"/>
                  </a:lnTo>
                  <a:lnTo>
                    <a:pt x="191693" y="23253"/>
                  </a:lnTo>
                  <a:lnTo>
                    <a:pt x="190385" y="23253"/>
                  </a:lnTo>
                  <a:lnTo>
                    <a:pt x="191820" y="37122"/>
                  </a:lnTo>
                  <a:lnTo>
                    <a:pt x="192900" y="37122"/>
                  </a:lnTo>
                  <a:lnTo>
                    <a:pt x="191668" y="25209"/>
                  </a:lnTo>
                  <a:lnTo>
                    <a:pt x="199504" y="37122"/>
                  </a:lnTo>
                  <a:lnTo>
                    <a:pt x="200812" y="37122"/>
                  </a:lnTo>
                  <a:close/>
                </a:path>
                <a:path w="556260" h="37465">
                  <a:moveTo>
                    <a:pt x="208610" y="37122"/>
                  </a:moveTo>
                  <a:lnTo>
                    <a:pt x="207733" y="28575"/>
                  </a:lnTo>
                  <a:lnTo>
                    <a:pt x="206743" y="28575"/>
                  </a:lnTo>
                  <a:lnTo>
                    <a:pt x="207416" y="35013"/>
                  </a:lnTo>
                  <a:lnTo>
                    <a:pt x="206692" y="35979"/>
                  </a:lnTo>
                  <a:lnTo>
                    <a:pt x="204304" y="35979"/>
                  </a:lnTo>
                  <a:lnTo>
                    <a:pt x="203631" y="35140"/>
                  </a:lnTo>
                  <a:lnTo>
                    <a:pt x="202946" y="28575"/>
                  </a:lnTo>
                  <a:lnTo>
                    <a:pt x="201968" y="28575"/>
                  </a:lnTo>
                  <a:lnTo>
                    <a:pt x="202755" y="36169"/>
                  </a:lnTo>
                  <a:lnTo>
                    <a:pt x="203657" y="37261"/>
                  </a:lnTo>
                  <a:lnTo>
                    <a:pt x="206400" y="37261"/>
                  </a:lnTo>
                  <a:lnTo>
                    <a:pt x="207073" y="36830"/>
                  </a:lnTo>
                  <a:lnTo>
                    <a:pt x="207530" y="36093"/>
                  </a:lnTo>
                  <a:lnTo>
                    <a:pt x="207632" y="37122"/>
                  </a:lnTo>
                  <a:lnTo>
                    <a:pt x="208610" y="37122"/>
                  </a:lnTo>
                  <a:close/>
                </a:path>
                <a:path w="556260" h="37465">
                  <a:moveTo>
                    <a:pt x="216446" y="37122"/>
                  </a:moveTo>
                  <a:lnTo>
                    <a:pt x="215658" y="29527"/>
                  </a:lnTo>
                  <a:lnTo>
                    <a:pt x="214744" y="28448"/>
                  </a:lnTo>
                  <a:lnTo>
                    <a:pt x="212001" y="28448"/>
                  </a:lnTo>
                  <a:lnTo>
                    <a:pt x="211328" y="28867"/>
                  </a:lnTo>
                  <a:lnTo>
                    <a:pt x="210883" y="29603"/>
                  </a:lnTo>
                  <a:lnTo>
                    <a:pt x="210781" y="28575"/>
                  </a:lnTo>
                  <a:lnTo>
                    <a:pt x="209778" y="28575"/>
                  </a:lnTo>
                  <a:lnTo>
                    <a:pt x="210680" y="37122"/>
                  </a:lnTo>
                  <a:lnTo>
                    <a:pt x="211658" y="37122"/>
                  </a:lnTo>
                  <a:lnTo>
                    <a:pt x="210985" y="30657"/>
                  </a:lnTo>
                  <a:lnTo>
                    <a:pt x="211696" y="29692"/>
                  </a:lnTo>
                  <a:lnTo>
                    <a:pt x="213017" y="29718"/>
                  </a:lnTo>
                  <a:lnTo>
                    <a:pt x="214096" y="29718"/>
                  </a:lnTo>
                  <a:lnTo>
                    <a:pt x="214782" y="30556"/>
                  </a:lnTo>
                  <a:lnTo>
                    <a:pt x="215442" y="37122"/>
                  </a:lnTo>
                  <a:lnTo>
                    <a:pt x="216446" y="37122"/>
                  </a:lnTo>
                  <a:close/>
                </a:path>
                <a:path w="556260" h="37465">
                  <a:moveTo>
                    <a:pt x="224078" y="34378"/>
                  </a:moveTo>
                  <a:lnTo>
                    <a:pt x="222961" y="34378"/>
                  </a:lnTo>
                  <a:lnTo>
                    <a:pt x="222669" y="35356"/>
                  </a:lnTo>
                  <a:lnTo>
                    <a:pt x="221983" y="36055"/>
                  </a:lnTo>
                  <a:lnTo>
                    <a:pt x="219760" y="36055"/>
                  </a:lnTo>
                  <a:lnTo>
                    <a:pt x="218592" y="34556"/>
                  </a:lnTo>
                  <a:lnTo>
                    <a:pt x="218236" y="31140"/>
                  </a:lnTo>
                  <a:lnTo>
                    <a:pt x="219113" y="29718"/>
                  </a:lnTo>
                  <a:lnTo>
                    <a:pt x="221322" y="29718"/>
                  </a:lnTo>
                  <a:lnTo>
                    <a:pt x="222148" y="30378"/>
                  </a:lnTo>
                  <a:lnTo>
                    <a:pt x="222643" y="31356"/>
                  </a:lnTo>
                  <a:lnTo>
                    <a:pt x="223761" y="31356"/>
                  </a:lnTo>
                  <a:lnTo>
                    <a:pt x="223100" y="29667"/>
                  </a:lnTo>
                  <a:lnTo>
                    <a:pt x="221742" y="28448"/>
                  </a:lnTo>
                  <a:lnTo>
                    <a:pt x="218452" y="28448"/>
                  </a:lnTo>
                  <a:lnTo>
                    <a:pt x="217131" y="30441"/>
                  </a:lnTo>
                  <a:lnTo>
                    <a:pt x="217639" y="35267"/>
                  </a:lnTo>
                  <a:lnTo>
                    <a:pt x="219367" y="37338"/>
                  </a:lnTo>
                  <a:lnTo>
                    <a:pt x="222681" y="37338"/>
                  </a:lnTo>
                  <a:lnTo>
                    <a:pt x="223812" y="36106"/>
                  </a:lnTo>
                  <a:lnTo>
                    <a:pt x="224078" y="34378"/>
                  </a:lnTo>
                  <a:close/>
                </a:path>
                <a:path w="556260" h="37465">
                  <a:moveTo>
                    <a:pt x="231228" y="37122"/>
                  </a:moveTo>
                  <a:lnTo>
                    <a:pt x="229793" y="23253"/>
                  </a:lnTo>
                  <a:lnTo>
                    <a:pt x="228815" y="23253"/>
                  </a:lnTo>
                  <a:lnTo>
                    <a:pt x="230251" y="37122"/>
                  </a:lnTo>
                  <a:lnTo>
                    <a:pt x="231228" y="37122"/>
                  </a:lnTo>
                  <a:close/>
                </a:path>
                <a:path w="556260" h="37465">
                  <a:moveTo>
                    <a:pt x="238848" y="37122"/>
                  </a:moveTo>
                  <a:lnTo>
                    <a:pt x="237959" y="28575"/>
                  </a:lnTo>
                  <a:lnTo>
                    <a:pt x="236969" y="28575"/>
                  </a:lnTo>
                  <a:lnTo>
                    <a:pt x="237642" y="35013"/>
                  </a:lnTo>
                  <a:lnTo>
                    <a:pt x="236931" y="35979"/>
                  </a:lnTo>
                  <a:lnTo>
                    <a:pt x="234530" y="35979"/>
                  </a:lnTo>
                  <a:lnTo>
                    <a:pt x="233857" y="35140"/>
                  </a:lnTo>
                  <a:lnTo>
                    <a:pt x="233184" y="28575"/>
                  </a:lnTo>
                  <a:lnTo>
                    <a:pt x="232194" y="28575"/>
                  </a:lnTo>
                  <a:lnTo>
                    <a:pt x="232981" y="36169"/>
                  </a:lnTo>
                  <a:lnTo>
                    <a:pt x="233883" y="37261"/>
                  </a:lnTo>
                  <a:lnTo>
                    <a:pt x="236626" y="37261"/>
                  </a:lnTo>
                  <a:lnTo>
                    <a:pt x="237312" y="36830"/>
                  </a:lnTo>
                  <a:lnTo>
                    <a:pt x="237756" y="36093"/>
                  </a:lnTo>
                  <a:lnTo>
                    <a:pt x="237858" y="37122"/>
                  </a:lnTo>
                  <a:lnTo>
                    <a:pt x="238848" y="37122"/>
                  </a:lnTo>
                  <a:close/>
                </a:path>
                <a:path w="556260" h="37465">
                  <a:moveTo>
                    <a:pt x="246646" y="34378"/>
                  </a:moveTo>
                  <a:lnTo>
                    <a:pt x="245516" y="34378"/>
                  </a:lnTo>
                  <a:lnTo>
                    <a:pt x="245224" y="35356"/>
                  </a:lnTo>
                  <a:lnTo>
                    <a:pt x="244538" y="36055"/>
                  </a:lnTo>
                  <a:lnTo>
                    <a:pt x="242328" y="36055"/>
                  </a:lnTo>
                  <a:lnTo>
                    <a:pt x="241160" y="34556"/>
                  </a:lnTo>
                  <a:lnTo>
                    <a:pt x="240792" y="31140"/>
                  </a:lnTo>
                  <a:lnTo>
                    <a:pt x="241681" y="29718"/>
                  </a:lnTo>
                  <a:lnTo>
                    <a:pt x="243890" y="29718"/>
                  </a:lnTo>
                  <a:lnTo>
                    <a:pt x="244703" y="30378"/>
                  </a:lnTo>
                  <a:lnTo>
                    <a:pt x="245211" y="31356"/>
                  </a:lnTo>
                  <a:lnTo>
                    <a:pt x="246316" y="31356"/>
                  </a:lnTo>
                  <a:lnTo>
                    <a:pt x="245668" y="29667"/>
                  </a:lnTo>
                  <a:lnTo>
                    <a:pt x="244297" y="28448"/>
                  </a:lnTo>
                  <a:lnTo>
                    <a:pt x="241007" y="28448"/>
                  </a:lnTo>
                  <a:lnTo>
                    <a:pt x="239699" y="30441"/>
                  </a:lnTo>
                  <a:lnTo>
                    <a:pt x="240195" y="35267"/>
                  </a:lnTo>
                  <a:lnTo>
                    <a:pt x="241935" y="37338"/>
                  </a:lnTo>
                  <a:lnTo>
                    <a:pt x="245237" y="37338"/>
                  </a:lnTo>
                  <a:lnTo>
                    <a:pt x="246367" y="36106"/>
                  </a:lnTo>
                  <a:lnTo>
                    <a:pt x="246646" y="34378"/>
                  </a:lnTo>
                  <a:close/>
                </a:path>
                <a:path w="556260" h="37465">
                  <a:moveTo>
                    <a:pt x="250532" y="29768"/>
                  </a:moveTo>
                  <a:lnTo>
                    <a:pt x="250418" y="28587"/>
                  </a:lnTo>
                  <a:lnTo>
                    <a:pt x="248945" y="28587"/>
                  </a:lnTo>
                  <a:lnTo>
                    <a:pt x="248602" y="25222"/>
                  </a:lnTo>
                  <a:lnTo>
                    <a:pt x="247611" y="25222"/>
                  </a:lnTo>
                  <a:lnTo>
                    <a:pt x="247967" y="28587"/>
                  </a:lnTo>
                  <a:lnTo>
                    <a:pt x="246989" y="28587"/>
                  </a:lnTo>
                  <a:lnTo>
                    <a:pt x="247103" y="29768"/>
                  </a:lnTo>
                  <a:lnTo>
                    <a:pt x="248094" y="29768"/>
                  </a:lnTo>
                  <a:lnTo>
                    <a:pt x="248843" y="37122"/>
                  </a:lnTo>
                  <a:lnTo>
                    <a:pt x="249834" y="37122"/>
                  </a:lnTo>
                  <a:lnTo>
                    <a:pt x="249072" y="29768"/>
                  </a:lnTo>
                  <a:lnTo>
                    <a:pt x="250532" y="29768"/>
                  </a:lnTo>
                  <a:close/>
                </a:path>
                <a:path w="556260" h="37465">
                  <a:moveTo>
                    <a:pt x="258241" y="37122"/>
                  </a:moveTo>
                  <a:lnTo>
                    <a:pt x="257352" y="28575"/>
                  </a:lnTo>
                  <a:lnTo>
                    <a:pt x="256362" y="28575"/>
                  </a:lnTo>
                  <a:lnTo>
                    <a:pt x="257035" y="35013"/>
                  </a:lnTo>
                  <a:lnTo>
                    <a:pt x="256324" y="35979"/>
                  </a:lnTo>
                  <a:lnTo>
                    <a:pt x="253923" y="35979"/>
                  </a:lnTo>
                  <a:lnTo>
                    <a:pt x="253250" y="35140"/>
                  </a:lnTo>
                  <a:lnTo>
                    <a:pt x="252577" y="28575"/>
                  </a:lnTo>
                  <a:lnTo>
                    <a:pt x="251587" y="28575"/>
                  </a:lnTo>
                  <a:lnTo>
                    <a:pt x="252374" y="36169"/>
                  </a:lnTo>
                  <a:lnTo>
                    <a:pt x="253276" y="37261"/>
                  </a:lnTo>
                  <a:lnTo>
                    <a:pt x="256019" y="37261"/>
                  </a:lnTo>
                  <a:lnTo>
                    <a:pt x="256705" y="36830"/>
                  </a:lnTo>
                  <a:lnTo>
                    <a:pt x="257149" y="36093"/>
                  </a:lnTo>
                  <a:lnTo>
                    <a:pt x="257251" y="37122"/>
                  </a:lnTo>
                  <a:lnTo>
                    <a:pt x="258241" y="37122"/>
                  </a:lnTo>
                  <a:close/>
                </a:path>
                <a:path w="556260" h="37465">
                  <a:moveTo>
                    <a:pt x="264744" y="36195"/>
                  </a:moveTo>
                  <a:lnTo>
                    <a:pt x="264439" y="33286"/>
                  </a:lnTo>
                  <a:lnTo>
                    <a:pt x="263690" y="32524"/>
                  </a:lnTo>
                  <a:lnTo>
                    <a:pt x="260883" y="31800"/>
                  </a:lnTo>
                  <a:lnTo>
                    <a:pt x="260413" y="31432"/>
                  </a:lnTo>
                  <a:lnTo>
                    <a:pt x="260286" y="30149"/>
                  </a:lnTo>
                  <a:lnTo>
                    <a:pt x="260781" y="29667"/>
                  </a:lnTo>
                  <a:lnTo>
                    <a:pt x="262331" y="29667"/>
                  </a:lnTo>
                  <a:lnTo>
                    <a:pt x="262864" y="30086"/>
                  </a:lnTo>
                  <a:lnTo>
                    <a:pt x="263017" y="30670"/>
                  </a:lnTo>
                  <a:lnTo>
                    <a:pt x="263918" y="30670"/>
                  </a:lnTo>
                  <a:lnTo>
                    <a:pt x="263690" y="29375"/>
                  </a:lnTo>
                  <a:lnTo>
                    <a:pt x="262724" y="28448"/>
                  </a:lnTo>
                  <a:lnTo>
                    <a:pt x="259969" y="28448"/>
                  </a:lnTo>
                  <a:lnTo>
                    <a:pt x="259308" y="29489"/>
                  </a:lnTo>
                  <a:lnTo>
                    <a:pt x="259575" y="32156"/>
                  </a:lnTo>
                  <a:lnTo>
                    <a:pt x="260350" y="32893"/>
                  </a:lnTo>
                  <a:lnTo>
                    <a:pt x="263156" y="33604"/>
                  </a:lnTo>
                  <a:lnTo>
                    <a:pt x="263601" y="33883"/>
                  </a:lnTo>
                  <a:lnTo>
                    <a:pt x="263766" y="35471"/>
                  </a:lnTo>
                  <a:lnTo>
                    <a:pt x="263182" y="36042"/>
                  </a:lnTo>
                  <a:lnTo>
                    <a:pt x="261391" y="36042"/>
                  </a:lnTo>
                  <a:lnTo>
                    <a:pt x="260654" y="35407"/>
                  </a:lnTo>
                  <a:lnTo>
                    <a:pt x="260489" y="34696"/>
                  </a:lnTo>
                  <a:lnTo>
                    <a:pt x="259588" y="34696"/>
                  </a:lnTo>
                  <a:lnTo>
                    <a:pt x="259803" y="36195"/>
                  </a:lnTo>
                  <a:lnTo>
                    <a:pt x="260896" y="37261"/>
                  </a:lnTo>
                  <a:lnTo>
                    <a:pt x="263982" y="37261"/>
                  </a:lnTo>
                  <a:lnTo>
                    <a:pt x="264744" y="36195"/>
                  </a:lnTo>
                  <a:close/>
                </a:path>
                <a:path w="556260" h="37465">
                  <a:moveTo>
                    <a:pt x="271780" y="37122"/>
                  </a:moveTo>
                  <a:lnTo>
                    <a:pt x="270344" y="23253"/>
                  </a:lnTo>
                  <a:lnTo>
                    <a:pt x="269354" y="23253"/>
                  </a:lnTo>
                  <a:lnTo>
                    <a:pt x="270789" y="37122"/>
                  </a:lnTo>
                  <a:lnTo>
                    <a:pt x="271780" y="37122"/>
                  </a:lnTo>
                  <a:close/>
                </a:path>
                <a:path w="556260" h="37465">
                  <a:moveTo>
                    <a:pt x="279603" y="33477"/>
                  </a:moveTo>
                  <a:lnTo>
                    <a:pt x="279476" y="32232"/>
                  </a:lnTo>
                  <a:lnTo>
                    <a:pt x="279285" y="30441"/>
                  </a:lnTo>
                  <a:lnTo>
                    <a:pt x="278676" y="29730"/>
                  </a:lnTo>
                  <a:lnTo>
                    <a:pt x="278396" y="29413"/>
                  </a:lnTo>
                  <a:lnTo>
                    <a:pt x="278396" y="32232"/>
                  </a:lnTo>
                  <a:lnTo>
                    <a:pt x="273824" y="32232"/>
                  </a:lnTo>
                  <a:lnTo>
                    <a:pt x="273900" y="30810"/>
                  </a:lnTo>
                  <a:lnTo>
                    <a:pt x="274701" y="29730"/>
                  </a:lnTo>
                  <a:lnTo>
                    <a:pt x="276999" y="29730"/>
                  </a:lnTo>
                  <a:lnTo>
                    <a:pt x="278028" y="30810"/>
                  </a:lnTo>
                  <a:lnTo>
                    <a:pt x="278396" y="32232"/>
                  </a:lnTo>
                  <a:lnTo>
                    <a:pt x="278396" y="29413"/>
                  </a:lnTo>
                  <a:lnTo>
                    <a:pt x="277558" y="28435"/>
                  </a:lnTo>
                  <a:lnTo>
                    <a:pt x="273875" y="28435"/>
                  </a:lnTo>
                  <a:lnTo>
                    <a:pt x="272567" y="30441"/>
                  </a:lnTo>
                  <a:lnTo>
                    <a:pt x="273062" y="35255"/>
                  </a:lnTo>
                  <a:lnTo>
                    <a:pt x="274789" y="37338"/>
                  </a:lnTo>
                  <a:lnTo>
                    <a:pt x="277952" y="37338"/>
                  </a:lnTo>
                  <a:lnTo>
                    <a:pt x="279019" y="36347"/>
                  </a:lnTo>
                  <a:lnTo>
                    <a:pt x="279095" y="36055"/>
                  </a:lnTo>
                  <a:lnTo>
                    <a:pt x="279412" y="34874"/>
                  </a:lnTo>
                  <a:lnTo>
                    <a:pt x="278193" y="34874"/>
                  </a:lnTo>
                  <a:lnTo>
                    <a:pt x="277837" y="35572"/>
                  </a:lnTo>
                  <a:lnTo>
                    <a:pt x="277266" y="36055"/>
                  </a:lnTo>
                  <a:lnTo>
                    <a:pt x="275348" y="36055"/>
                  </a:lnTo>
                  <a:lnTo>
                    <a:pt x="274294" y="34874"/>
                  </a:lnTo>
                  <a:lnTo>
                    <a:pt x="273951" y="33477"/>
                  </a:lnTo>
                  <a:lnTo>
                    <a:pt x="279603" y="33477"/>
                  </a:lnTo>
                  <a:close/>
                </a:path>
                <a:path w="556260" h="37465">
                  <a:moveTo>
                    <a:pt x="287248" y="34378"/>
                  </a:moveTo>
                  <a:lnTo>
                    <a:pt x="286131" y="34378"/>
                  </a:lnTo>
                  <a:lnTo>
                    <a:pt x="285838" y="35356"/>
                  </a:lnTo>
                  <a:lnTo>
                    <a:pt x="285165" y="36055"/>
                  </a:lnTo>
                  <a:lnTo>
                    <a:pt x="282956" y="36055"/>
                  </a:lnTo>
                  <a:lnTo>
                    <a:pt x="281762" y="34556"/>
                  </a:lnTo>
                  <a:lnTo>
                    <a:pt x="281406" y="31140"/>
                  </a:lnTo>
                  <a:lnTo>
                    <a:pt x="282295" y="29718"/>
                  </a:lnTo>
                  <a:lnTo>
                    <a:pt x="284505" y="29718"/>
                  </a:lnTo>
                  <a:lnTo>
                    <a:pt x="285330" y="30378"/>
                  </a:lnTo>
                  <a:lnTo>
                    <a:pt x="285813" y="31356"/>
                  </a:lnTo>
                  <a:lnTo>
                    <a:pt x="286931" y="31356"/>
                  </a:lnTo>
                  <a:lnTo>
                    <a:pt x="286283" y="29667"/>
                  </a:lnTo>
                  <a:lnTo>
                    <a:pt x="284924" y="28448"/>
                  </a:lnTo>
                  <a:lnTo>
                    <a:pt x="281622" y="28448"/>
                  </a:lnTo>
                  <a:lnTo>
                    <a:pt x="280314" y="30441"/>
                  </a:lnTo>
                  <a:lnTo>
                    <a:pt x="280809" y="35267"/>
                  </a:lnTo>
                  <a:lnTo>
                    <a:pt x="282536" y="37338"/>
                  </a:lnTo>
                  <a:lnTo>
                    <a:pt x="285851" y="37338"/>
                  </a:lnTo>
                  <a:lnTo>
                    <a:pt x="286981" y="36106"/>
                  </a:lnTo>
                  <a:lnTo>
                    <a:pt x="287248" y="34378"/>
                  </a:lnTo>
                  <a:close/>
                </a:path>
                <a:path w="556260" h="37465">
                  <a:moveTo>
                    <a:pt x="291147" y="29768"/>
                  </a:moveTo>
                  <a:lnTo>
                    <a:pt x="291033" y="28587"/>
                  </a:lnTo>
                  <a:lnTo>
                    <a:pt x="289560" y="28587"/>
                  </a:lnTo>
                  <a:lnTo>
                    <a:pt x="289217" y="25222"/>
                  </a:lnTo>
                  <a:lnTo>
                    <a:pt x="288226" y="25222"/>
                  </a:lnTo>
                  <a:lnTo>
                    <a:pt x="288582" y="28587"/>
                  </a:lnTo>
                  <a:lnTo>
                    <a:pt x="287604" y="28587"/>
                  </a:lnTo>
                  <a:lnTo>
                    <a:pt x="287718" y="29768"/>
                  </a:lnTo>
                  <a:lnTo>
                    <a:pt x="288696" y="29768"/>
                  </a:lnTo>
                  <a:lnTo>
                    <a:pt x="289458" y="37122"/>
                  </a:lnTo>
                  <a:lnTo>
                    <a:pt x="290449" y="37122"/>
                  </a:lnTo>
                  <a:lnTo>
                    <a:pt x="289687" y="29768"/>
                  </a:lnTo>
                  <a:lnTo>
                    <a:pt x="291147" y="29768"/>
                  </a:lnTo>
                  <a:close/>
                </a:path>
                <a:path w="556260" h="37465">
                  <a:moveTo>
                    <a:pt x="298856" y="37122"/>
                  </a:moveTo>
                  <a:lnTo>
                    <a:pt x="297967" y="28575"/>
                  </a:lnTo>
                  <a:lnTo>
                    <a:pt x="296976" y="28575"/>
                  </a:lnTo>
                  <a:lnTo>
                    <a:pt x="297649" y="35013"/>
                  </a:lnTo>
                  <a:lnTo>
                    <a:pt x="296938" y="35979"/>
                  </a:lnTo>
                  <a:lnTo>
                    <a:pt x="294538" y="35979"/>
                  </a:lnTo>
                  <a:lnTo>
                    <a:pt x="293865" y="35140"/>
                  </a:lnTo>
                  <a:lnTo>
                    <a:pt x="293192" y="28575"/>
                  </a:lnTo>
                  <a:lnTo>
                    <a:pt x="292201" y="28575"/>
                  </a:lnTo>
                  <a:lnTo>
                    <a:pt x="292989" y="36169"/>
                  </a:lnTo>
                  <a:lnTo>
                    <a:pt x="293890" y="37261"/>
                  </a:lnTo>
                  <a:lnTo>
                    <a:pt x="296633" y="37261"/>
                  </a:lnTo>
                  <a:lnTo>
                    <a:pt x="297307" y="36830"/>
                  </a:lnTo>
                  <a:lnTo>
                    <a:pt x="297764" y="36093"/>
                  </a:lnTo>
                  <a:lnTo>
                    <a:pt x="297865" y="37122"/>
                  </a:lnTo>
                  <a:lnTo>
                    <a:pt x="298856" y="37122"/>
                  </a:lnTo>
                  <a:close/>
                </a:path>
                <a:path w="556260" h="37465">
                  <a:moveTo>
                    <a:pt x="305358" y="36195"/>
                  </a:moveTo>
                  <a:lnTo>
                    <a:pt x="305054" y="33286"/>
                  </a:lnTo>
                  <a:lnTo>
                    <a:pt x="304317" y="32524"/>
                  </a:lnTo>
                  <a:lnTo>
                    <a:pt x="301510" y="31800"/>
                  </a:lnTo>
                  <a:lnTo>
                    <a:pt x="301040" y="31432"/>
                  </a:lnTo>
                  <a:lnTo>
                    <a:pt x="300913" y="30149"/>
                  </a:lnTo>
                  <a:lnTo>
                    <a:pt x="301409" y="29667"/>
                  </a:lnTo>
                  <a:lnTo>
                    <a:pt x="302958" y="29667"/>
                  </a:lnTo>
                  <a:lnTo>
                    <a:pt x="303491" y="30086"/>
                  </a:lnTo>
                  <a:lnTo>
                    <a:pt x="303631" y="30670"/>
                  </a:lnTo>
                  <a:lnTo>
                    <a:pt x="304533" y="30670"/>
                  </a:lnTo>
                  <a:lnTo>
                    <a:pt x="304304" y="29375"/>
                  </a:lnTo>
                  <a:lnTo>
                    <a:pt x="303339" y="28448"/>
                  </a:lnTo>
                  <a:lnTo>
                    <a:pt x="300583" y="28448"/>
                  </a:lnTo>
                  <a:lnTo>
                    <a:pt x="299923" y="29489"/>
                  </a:lnTo>
                  <a:lnTo>
                    <a:pt x="300202" y="32156"/>
                  </a:lnTo>
                  <a:lnTo>
                    <a:pt x="300977" y="32893"/>
                  </a:lnTo>
                  <a:lnTo>
                    <a:pt x="303784" y="33604"/>
                  </a:lnTo>
                  <a:lnTo>
                    <a:pt x="304215" y="33883"/>
                  </a:lnTo>
                  <a:lnTo>
                    <a:pt x="304393" y="35471"/>
                  </a:lnTo>
                  <a:lnTo>
                    <a:pt x="303796" y="36042"/>
                  </a:lnTo>
                  <a:lnTo>
                    <a:pt x="302006" y="36042"/>
                  </a:lnTo>
                  <a:lnTo>
                    <a:pt x="301282" y="35407"/>
                  </a:lnTo>
                  <a:lnTo>
                    <a:pt x="301117" y="34696"/>
                  </a:lnTo>
                  <a:lnTo>
                    <a:pt x="300215" y="34696"/>
                  </a:lnTo>
                  <a:lnTo>
                    <a:pt x="300431" y="36195"/>
                  </a:lnTo>
                  <a:lnTo>
                    <a:pt x="301523" y="37261"/>
                  </a:lnTo>
                  <a:lnTo>
                    <a:pt x="304596" y="37261"/>
                  </a:lnTo>
                  <a:lnTo>
                    <a:pt x="305358" y="36195"/>
                  </a:lnTo>
                  <a:close/>
                </a:path>
                <a:path w="556260" h="37465">
                  <a:moveTo>
                    <a:pt x="317258" y="37122"/>
                  </a:moveTo>
                  <a:lnTo>
                    <a:pt x="316471" y="29527"/>
                  </a:lnTo>
                  <a:lnTo>
                    <a:pt x="315569" y="28448"/>
                  </a:lnTo>
                  <a:lnTo>
                    <a:pt x="312826" y="28448"/>
                  </a:lnTo>
                  <a:lnTo>
                    <a:pt x="312140" y="28867"/>
                  </a:lnTo>
                  <a:lnTo>
                    <a:pt x="311696" y="29603"/>
                  </a:lnTo>
                  <a:lnTo>
                    <a:pt x="311594" y="28575"/>
                  </a:lnTo>
                  <a:lnTo>
                    <a:pt x="310603" y="28575"/>
                  </a:lnTo>
                  <a:lnTo>
                    <a:pt x="311480" y="37122"/>
                  </a:lnTo>
                  <a:lnTo>
                    <a:pt x="312470" y="37122"/>
                  </a:lnTo>
                  <a:lnTo>
                    <a:pt x="311810" y="30657"/>
                  </a:lnTo>
                  <a:lnTo>
                    <a:pt x="312521" y="29692"/>
                  </a:lnTo>
                  <a:lnTo>
                    <a:pt x="313842" y="29718"/>
                  </a:lnTo>
                  <a:lnTo>
                    <a:pt x="314909" y="29718"/>
                  </a:lnTo>
                  <a:lnTo>
                    <a:pt x="315595" y="30556"/>
                  </a:lnTo>
                  <a:lnTo>
                    <a:pt x="316268" y="37122"/>
                  </a:lnTo>
                  <a:lnTo>
                    <a:pt x="317258" y="37122"/>
                  </a:lnTo>
                  <a:close/>
                </a:path>
                <a:path w="556260" h="37465">
                  <a:moveTo>
                    <a:pt x="324993" y="33477"/>
                  </a:moveTo>
                  <a:lnTo>
                    <a:pt x="324866" y="32232"/>
                  </a:lnTo>
                  <a:lnTo>
                    <a:pt x="324675" y="30441"/>
                  </a:lnTo>
                  <a:lnTo>
                    <a:pt x="324065" y="29730"/>
                  </a:lnTo>
                  <a:lnTo>
                    <a:pt x="323786" y="29413"/>
                  </a:lnTo>
                  <a:lnTo>
                    <a:pt x="323786" y="32232"/>
                  </a:lnTo>
                  <a:lnTo>
                    <a:pt x="319214" y="32232"/>
                  </a:lnTo>
                  <a:lnTo>
                    <a:pt x="319290" y="30810"/>
                  </a:lnTo>
                  <a:lnTo>
                    <a:pt x="320090" y="29730"/>
                  </a:lnTo>
                  <a:lnTo>
                    <a:pt x="322389" y="29730"/>
                  </a:lnTo>
                  <a:lnTo>
                    <a:pt x="323418" y="30810"/>
                  </a:lnTo>
                  <a:lnTo>
                    <a:pt x="323786" y="32232"/>
                  </a:lnTo>
                  <a:lnTo>
                    <a:pt x="323786" y="29413"/>
                  </a:lnTo>
                  <a:lnTo>
                    <a:pt x="322948" y="28435"/>
                  </a:lnTo>
                  <a:lnTo>
                    <a:pt x="319265" y="28435"/>
                  </a:lnTo>
                  <a:lnTo>
                    <a:pt x="317957" y="30441"/>
                  </a:lnTo>
                  <a:lnTo>
                    <a:pt x="318452" y="35255"/>
                  </a:lnTo>
                  <a:lnTo>
                    <a:pt x="320192" y="37338"/>
                  </a:lnTo>
                  <a:lnTo>
                    <a:pt x="323354" y="37338"/>
                  </a:lnTo>
                  <a:lnTo>
                    <a:pt x="324408" y="36347"/>
                  </a:lnTo>
                  <a:lnTo>
                    <a:pt x="324485" y="36055"/>
                  </a:lnTo>
                  <a:lnTo>
                    <a:pt x="324802" y="34874"/>
                  </a:lnTo>
                  <a:lnTo>
                    <a:pt x="323583" y="34874"/>
                  </a:lnTo>
                  <a:lnTo>
                    <a:pt x="323240" y="35572"/>
                  </a:lnTo>
                  <a:lnTo>
                    <a:pt x="322656" y="36055"/>
                  </a:lnTo>
                  <a:lnTo>
                    <a:pt x="320738" y="36055"/>
                  </a:lnTo>
                  <a:lnTo>
                    <a:pt x="319697" y="34874"/>
                  </a:lnTo>
                  <a:lnTo>
                    <a:pt x="319341" y="33477"/>
                  </a:lnTo>
                  <a:lnTo>
                    <a:pt x="324993" y="33477"/>
                  </a:lnTo>
                  <a:close/>
                </a:path>
                <a:path w="556260" h="37465">
                  <a:moveTo>
                    <a:pt x="332651" y="34378"/>
                  </a:moveTo>
                  <a:lnTo>
                    <a:pt x="331520" y="34378"/>
                  </a:lnTo>
                  <a:lnTo>
                    <a:pt x="331228" y="35356"/>
                  </a:lnTo>
                  <a:lnTo>
                    <a:pt x="330555" y="36055"/>
                  </a:lnTo>
                  <a:lnTo>
                    <a:pt x="328333" y="36055"/>
                  </a:lnTo>
                  <a:lnTo>
                    <a:pt x="327164" y="34556"/>
                  </a:lnTo>
                  <a:lnTo>
                    <a:pt x="326809" y="31140"/>
                  </a:lnTo>
                  <a:lnTo>
                    <a:pt x="327685" y="29718"/>
                  </a:lnTo>
                  <a:lnTo>
                    <a:pt x="329895" y="29718"/>
                  </a:lnTo>
                  <a:lnTo>
                    <a:pt x="330720" y="30378"/>
                  </a:lnTo>
                  <a:lnTo>
                    <a:pt x="331216" y="31356"/>
                  </a:lnTo>
                  <a:lnTo>
                    <a:pt x="332320" y="31356"/>
                  </a:lnTo>
                  <a:lnTo>
                    <a:pt x="331673" y="29667"/>
                  </a:lnTo>
                  <a:lnTo>
                    <a:pt x="330314" y="28448"/>
                  </a:lnTo>
                  <a:lnTo>
                    <a:pt x="327012" y="28448"/>
                  </a:lnTo>
                  <a:lnTo>
                    <a:pt x="325704" y="30441"/>
                  </a:lnTo>
                  <a:lnTo>
                    <a:pt x="326212" y="35267"/>
                  </a:lnTo>
                  <a:lnTo>
                    <a:pt x="327939" y="37338"/>
                  </a:lnTo>
                  <a:lnTo>
                    <a:pt x="331241" y="37338"/>
                  </a:lnTo>
                  <a:lnTo>
                    <a:pt x="332371" y="36106"/>
                  </a:lnTo>
                  <a:lnTo>
                    <a:pt x="332651" y="34378"/>
                  </a:lnTo>
                  <a:close/>
                </a:path>
                <a:path w="556260" h="37465">
                  <a:moveTo>
                    <a:pt x="348576" y="37122"/>
                  </a:moveTo>
                  <a:lnTo>
                    <a:pt x="348068" y="32245"/>
                  </a:lnTo>
                  <a:lnTo>
                    <a:pt x="347789" y="29527"/>
                  </a:lnTo>
                  <a:lnTo>
                    <a:pt x="346913" y="28435"/>
                  </a:lnTo>
                  <a:lnTo>
                    <a:pt x="344271" y="28435"/>
                  </a:lnTo>
                  <a:lnTo>
                    <a:pt x="343560" y="29044"/>
                  </a:lnTo>
                  <a:lnTo>
                    <a:pt x="343217" y="30099"/>
                  </a:lnTo>
                  <a:lnTo>
                    <a:pt x="342747" y="28930"/>
                  </a:lnTo>
                  <a:lnTo>
                    <a:pt x="341998" y="28435"/>
                  </a:lnTo>
                  <a:lnTo>
                    <a:pt x="340042" y="28435"/>
                  </a:lnTo>
                  <a:lnTo>
                    <a:pt x="339420" y="28867"/>
                  </a:lnTo>
                  <a:lnTo>
                    <a:pt x="339026" y="29616"/>
                  </a:lnTo>
                  <a:lnTo>
                    <a:pt x="338924" y="28575"/>
                  </a:lnTo>
                  <a:lnTo>
                    <a:pt x="337934" y="28575"/>
                  </a:lnTo>
                  <a:lnTo>
                    <a:pt x="338810" y="37122"/>
                  </a:lnTo>
                  <a:lnTo>
                    <a:pt x="339801" y="37122"/>
                  </a:lnTo>
                  <a:lnTo>
                    <a:pt x="339128" y="30594"/>
                  </a:lnTo>
                  <a:lnTo>
                    <a:pt x="339788" y="29730"/>
                  </a:lnTo>
                  <a:lnTo>
                    <a:pt x="341947" y="29730"/>
                  </a:lnTo>
                  <a:lnTo>
                    <a:pt x="342519" y="30568"/>
                  </a:lnTo>
                  <a:lnTo>
                    <a:pt x="343204" y="37122"/>
                  </a:lnTo>
                  <a:lnTo>
                    <a:pt x="344195" y="37122"/>
                  </a:lnTo>
                  <a:lnTo>
                    <a:pt x="343522" y="30594"/>
                  </a:lnTo>
                  <a:lnTo>
                    <a:pt x="344170" y="29730"/>
                  </a:lnTo>
                  <a:lnTo>
                    <a:pt x="346329" y="29730"/>
                  </a:lnTo>
                  <a:lnTo>
                    <a:pt x="346913" y="30568"/>
                  </a:lnTo>
                  <a:lnTo>
                    <a:pt x="347573" y="37122"/>
                  </a:lnTo>
                  <a:lnTo>
                    <a:pt x="348576" y="37122"/>
                  </a:lnTo>
                  <a:close/>
                </a:path>
                <a:path w="556260" h="37465">
                  <a:moveTo>
                    <a:pt x="381228" y="10223"/>
                  </a:moveTo>
                  <a:lnTo>
                    <a:pt x="381101" y="8978"/>
                  </a:lnTo>
                  <a:lnTo>
                    <a:pt x="380911" y="7188"/>
                  </a:lnTo>
                  <a:lnTo>
                    <a:pt x="380301" y="6477"/>
                  </a:lnTo>
                  <a:lnTo>
                    <a:pt x="380022" y="6159"/>
                  </a:lnTo>
                  <a:lnTo>
                    <a:pt x="380022" y="8978"/>
                  </a:lnTo>
                  <a:lnTo>
                    <a:pt x="375450" y="8978"/>
                  </a:lnTo>
                  <a:lnTo>
                    <a:pt x="375526" y="7543"/>
                  </a:lnTo>
                  <a:lnTo>
                    <a:pt x="376326" y="6477"/>
                  </a:lnTo>
                  <a:lnTo>
                    <a:pt x="378625" y="6477"/>
                  </a:lnTo>
                  <a:lnTo>
                    <a:pt x="379653" y="7543"/>
                  </a:lnTo>
                  <a:lnTo>
                    <a:pt x="380022" y="8978"/>
                  </a:lnTo>
                  <a:lnTo>
                    <a:pt x="380022" y="6159"/>
                  </a:lnTo>
                  <a:lnTo>
                    <a:pt x="379183" y="5181"/>
                  </a:lnTo>
                  <a:lnTo>
                    <a:pt x="375500" y="5181"/>
                  </a:lnTo>
                  <a:lnTo>
                    <a:pt x="374192" y="7188"/>
                  </a:lnTo>
                  <a:lnTo>
                    <a:pt x="374688" y="12001"/>
                  </a:lnTo>
                  <a:lnTo>
                    <a:pt x="376428" y="14084"/>
                  </a:lnTo>
                  <a:lnTo>
                    <a:pt x="379590" y="14084"/>
                  </a:lnTo>
                  <a:lnTo>
                    <a:pt x="380644" y="13093"/>
                  </a:lnTo>
                  <a:lnTo>
                    <a:pt x="380720" y="12801"/>
                  </a:lnTo>
                  <a:lnTo>
                    <a:pt x="381038" y="11607"/>
                  </a:lnTo>
                  <a:lnTo>
                    <a:pt x="379818" y="11607"/>
                  </a:lnTo>
                  <a:lnTo>
                    <a:pt x="379476" y="12319"/>
                  </a:lnTo>
                  <a:lnTo>
                    <a:pt x="378891" y="12801"/>
                  </a:lnTo>
                  <a:lnTo>
                    <a:pt x="376974" y="12801"/>
                  </a:lnTo>
                  <a:lnTo>
                    <a:pt x="375932" y="11607"/>
                  </a:lnTo>
                  <a:lnTo>
                    <a:pt x="375577" y="10223"/>
                  </a:lnTo>
                  <a:lnTo>
                    <a:pt x="381228" y="10223"/>
                  </a:lnTo>
                  <a:close/>
                </a:path>
                <a:path w="556260" h="37465">
                  <a:moveTo>
                    <a:pt x="385572" y="6464"/>
                  </a:moveTo>
                  <a:lnTo>
                    <a:pt x="385432" y="5194"/>
                  </a:lnTo>
                  <a:lnTo>
                    <a:pt x="384530" y="5194"/>
                  </a:lnTo>
                  <a:lnTo>
                    <a:pt x="383819" y="5689"/>
                  </a:lnTo>
                  <a:lnTo>
                    <a:pt x="383374" y="6489"/>
                  </a:lnTo>
                  <a:lnTo>
                    <a:pt x="383260" y="5321"/>
                  </a:lnTo>
                  <a:lnTo>
                    <a:pt x="382270" y="5321"/>
                  </a:lnTo>
                  <a:lnTo>
                    <a:pt x="383146" y="13855"/>
                  </a:lnTo>
                  <a:lnTo>
                    <a:pt x="384136" y="13855"/>
                  </a:lnTo>
                  <a:lnTo>
                    <a:pt x="383463" y="7404"/>
                  </a:lnTo>
                  <a:lnTo>
                    <a:pt x="384416" y="6464"/>
                  </a:lnTo>
                  <a:lnTo>
                    <a:pt x="385572" y="6464"/>
                  </a:lnTo>
                  <a:close/>
                </a:path>
                <a:path w="556260" h="37465">
                  <a:moveTo>
                    <a:pt x="393954" y="13906"/>
                  </a:moveTo>
                  <a:lnTo>
                    <a:pt x="393801" y="12509"/>
                  </a:lnTo>
                  <a:lnTo>
                    <a:pt x="393204" y="6731"/>
                  </a:lnTo>
                  <a:lnTo>
                    <a:pt x="393065" y="5321"/>
                  </a:lnTo>
                  <a:lnTo>
                    <a:pt x="392633" y="5321"/>
                  </a:lnTo>
                  <a:lnTo>
                    <a:pt x="392633" y="11303"/>
                  </a:lnTo>
                  <a:lnTo>
                    <a:pt x="391642" y="12801"/>
                  </a:lnTo>
                  <a:lnTo>
                    <a:pt x="389051" y="12801"/>
                  </a:lnTo>
                  <a:lnTo>
                    <a:pt x="387908" y="11303"/>
                  </a:lnTo>
                  <a:lnTo>
                    <a:pt x="387553" y="7886"/>
                  </a:lnTo>
                  <a:lnTo>
                    <a:pt x="388391" y="6464"/>
                  </a:lnTo>
                  <a:lnTo>
                    <a:pt x="390994" y="6464"/>
                  </a:lnTo>
                  <a:lnTo>
                    <a:pt x="392277" y="7886"/>
                  </a:lnTo>
                  <a:lnTo>
                    <a:pt x="392633" y="11303"/>
                  </a:lnTo>
                  <a:lnTo>
                    <a:pt x="392633" y="5321"/>
                  </a:lnTo>
                  <a:lnTo>
                    <a:pt x="392074" y="5321"/>
                  </a:lnTo>
                  <a:lnTo>
                    <a:pt x="392214" y="6731"/>
                  </a:lnTo>
                  <a:lnTo>
                    <a:pt x="392023" y="6464"/>
                  </a:lnTo>
                  <a:lnTo>
                    <a:pt x="391528" y="5791"/>
                  </a:lnTo>
                  <a:lnTo>
                    <a:pt x="390588" y="5181"/>
                  </a:lnTo>
                  <a:lnTo>
                    <a:pt x="387769" y="5181"/>
                  </a:lnTo>
                  <a:lnTo>
                    <a:pt x="386448" y="7188"/>
                  </a:lnTo>
                  <a:lnTo>
                    <a:pt x="386943" y="12001"/>
                  </a:lnTo>
                  <a:lnTo>
                    <a:pt x="388683" y="14071"/>
                  </a:lnTo>
                  <a:lnTo>
                    <a:pt x="391515" y="14071"/>
                  </a:lnTo>
                  <a:lnTo>
                    <a:pt x="392315" y="13462"/>
                  </a:lnTo>
                  <a:lnTo>
                    <a:pt x="392671" y="12801"/>
                  </a:lnTo>
                  <a:lnTo>
                    <a:pt x="392823" y="12509"/>
                  </a:lnTo>
                  <a:lnTo>
                    <a:pt x="392963" y="13906"/>
                  </a:lnTo>
                  <a:lnTo>
                    <a:pt x="393954" y="13906"/>
                  </a:lnTo>
                  <a:close/>
                </a:path>
                <a:path w="556260" h="37465">
                  <a:moveTo>
                    <a:pt x="398068" y="6502"/>
                  </a:moveTo>
                  <a:lnTo>
                    <a:pt x="397941" y="5321"/>
                  </a:lnTo>
                  <a:lnTo>
                    <a:pt x="396481" y="5321"/>
                  </a:lnTo>
                  <a:lnTo>
                    <a:pt x="396138" y="1968"/>
                  </a:lnTo>
                  <a:lnTo>
                    <a:pt x="395147" y="1968"/>
                  </a:lnTo>
                  <a:lnTo>
                    <a:pt x="395490" y="5321"/>
                  </a:lnTo>
                  <a:lnTo>
                    <a:pt x="394525" y="5321"/>
                  </a:lnTo>
                  <a:lnTo>
                    <a:pt x="394639" y="6502"/>
                  </a:lnTo>
                  <a:lnTo>
                    <a:pt x="395617" y="6502"/>
                  </a:lnTo>
                  <a:lnTo>
                    <a:pt x="396379" y="13868"/>
                  </a:lnTo>
                  <a:lnTo>
                    <a:pt x="397370" y="13868"/>
                  </a:lnTo>
                  <a:lnTo>
                    <a:pt x="396608" y="6502"/>
                  </a:lnTo>
                  <a:lnTo>
                    <a:pt x="398068" y="6502"/>
                  </a:lnTo>
                  <a:close/>
                </a:path>
                <a:path w="556260" h="37465">
                  <a:moveTo>
                    <a:pt x="409028" y="12941"/>
                  </a:moveTo>
                  <a:lnTo>
                    <a:pt x="408724" y="10020"/>
                  </a:lnTo>
                  <a:lnTo>
                    <a:pt x="407974" y="9258"/>
                  </a:lnTo>
                  <a:lnTo>
                    <a:pt x="406260" y="8813"/>
                  </a:lnTo>
                  <a:lnTo>
                    <a:pt x="405168" y="8547"/>
                  </a:lnTo>
                  <a:lnTo>
                    <a:pt x="404698" y="8178"/>
                  </a:lnTo>
                  <a:lnTo>
                    <a:pt x="404571" y="6896"/>
                  </a:lnTo>
                  <a:lnTo>
                    <a:pt x="405066" y="6413"/>
                  </a:lnTo>
                  <a:lnTo>
                    <a:pt x="406615" y="6413"/>
                  </a:lnTo>
                  <a:lnTo>
                    <a:pt x="407149" y="6832"/>
                  </a:lnTo>
                  <a:lnTo>
                    <a:pt x="407301" y="7416"/>
                  </a:lnTo>
                  <a:lnTo>
                    <a:pt x="408190" y="7416"/>
                  </a:lnTo>
                  <a:lnTo>
                    <a:pt x="407962" y="6121"/>
                  </a:lnTo>
                  <a:lnTo>
                    <a:pt x="406996" y="5194"/>
                  </a:lnTo>
                  <a:lnTo>
                    <a:pt x="404253" y="5194"/>
                  </a:lnTo>
                  <a:lnTo>
                    <a:pt x="403593" y="6235"/>
                  </a:lnTo>
                  <a:lnTo>
                    <a:pt x="403860" y="8890"/>
                  </a:lnTo>
                  <a:lnTo>
                    <a:pt x="404634" y="9639"/>
                  </a:lnTo>
                  <a:lnTo>
                    <a:pt x="407441" y="10350"/>
                  </a:lnTo>
                  <a:lnTo>
                    <a:pt x="407885" y="10617"/>
                  </a:lnTo>
                  <a:lnTo>
                    <a:pt x="408051" y="12217"/>
                  </a:lnTo>
                  <a:lnTo>
                    <a:pt x="407466" y="12776"/>
                  </a:lnTo>
                  <a:lnTo>
                    <a:pt x="405676" y="12776"/>
                  </a:lnTo>
                  <a:lnTo>
                    <a:pt x="404939" y="12153"/>
                  </a:lnTo>
                  <a:lnTo>
                    <a:pt x="404774" y="11442"/>
                  </a:lnTo>
                  <a:lnTo>
                    <a:pt x="403872" y="11442"/>
                  </a:lnTo>
                  <a:lnTo>
                    <a:pt x="404088" y="12941"/>
                  </a:lnTo>
                  <a:lnTo>
                    <a:pt x="405180" y="14008"/>
                  </a:lnTo>
                  <a:lnTo>
                    <a:pt x="408254" y="14008"/>
                  </a:lnTo>
                  <a:lnTo>
                    <a:pt x="409028" y="12941"/>
                  </a:lnTo>
                  <a:close/>
                </a:path>
                <a:path w="556260" h="37465">
                  <a:moveTo>
                    <a:pt x="410883" y="3187"/>
                  </a:moveTo>
                  <a:lnTo>
                    <a:pt x="410768" y="2197"/>
                  </a:lnTo>
                  <a:lnTo>
                    <a:pt x="410400" y="1778"/>
                  </a:lnTo>
                  <a:lnTo>
                    <a:pt x="409625" y="1778"/>
                  </a:lnTo>
                  <a:lnTo>
                    <a:pt x="409371" y="2197"/>
                  </a:lnTo>
                  <a:lnTo>
                    <a:pt x="409473" y="3187"/>
                  </a:lnTo>
                  <a:lnTo>
                    <a:pt x="409816" y="3594"/>
                  </a:lnTo>
                  <a:lnTo>
                    <a:pt x="410591" y="3594"/>
                  </a:lnTo>
                  <a:lnTo>
                    <a:pt x="410883" y="3187"/>
                  </a:lnTo>
                  <a:close/>
                </a:path>
                <a:path w="556260" h="37465">
                  <a:moveTo>
                    <a:pt x="411822" y="13868"/>
                  </a:moveTo>
                  <a:lnTo>
                    <a:pt x="410933" y="5321"/>
                  </a:lnTo>
                  <a:lnTo>
                    <a:pt x="409905" y="5321"/>
                  </a:lnTo>
                  <a:lnTo>
                    <a:pt x="410781" y="13868"/>
                  </a:lnTo>
                  <a:lnTo>
                    <a:pt x="411822" y="13868"/>
                  </a:lnTo>
                  <a:close/>
                </a:path>
                <a:path w="556260" h="37465">
                  <a:moveTo>
                    <a:pt x="415963" y="6502"/>
                  </a:moveTo>
                  <a:lnTo>
                    <a:pt x="415848" y="5321"/>
                  </a:lnTo>
                  <a:lnTo>
                    <a:pt x="414375" y="5321"/>
                  </a:lnTo>
                  <a:lnTo>
                    <a:pt x="414032" y="1968"/>
                  </a:lnTo>
                  <a:lnTo>
                    <a:pt x="413042" y="1968"/>
                  </a:lnTo>
                  <a:lnTo>
                    <a:pt x="413385" y="5321"/>
                  </a:lnTo>
                  <a:lnTo>
                    <a:pt x="412419" y="5321"/>
                  </a:lnTo>
                  <a:lnTo>
                    <a:pt x="412534" y="6502"/>
                  </a:lnTo>
                  <a:lnTo>
                    <a:pt x="413512" y="6502"/>
                  </a:lnTo>
                  <a:lnTo>
                    <a:pt x="414274" y="13868"/>
                  </a:lnTo>
                  <a:lnTo>
                    <a:pt x="415264" y="13868"/>
                  </a:lnTo>
                  <a:lnTo>
                    <a:pt x="414502" y="6502"/>
                  </a:lnTo>
                  <a:lnTo>
                    <a:pt x="415963" y="6502"/>
                  </a:lnTo>
                  <a:close/>
                </a:path>
                <a:path w="556260" h="37465">
                  <a:moveTo>
                    <a:pt x="428764" y="13906"/>
                  </a:moveTo>
                  <a:lnTo>
                    <a:pt x="428625" y="12509"/>
                  </a:lnTo>
                  <a:lnTo>
                    <a:pt x="428015" y="6731"/>
                  </a:lnTo>
                  <a:lnTo>
                    <a:pt x="427875" y="5321"/>
                  </a:lnTo>
                  <a:lnTo>
                    <a:pt x="427443" y="5321"/>
                  </a:lnTo>
                  <a:lnTo>
                    <a:pt x="427443" y="11303"/>
                  </a:lnTo>
                  <a:lnTo>
                    <a:pt x="426466" y="12801"/>
                  </a:lnTo>
                  <a:lnTo>
                    <a:pt x="423849" y="12801"/>
                  </a:lnTo>
                  <a:lnTo>
                    <a:pt x="422719" y="11303"/>
                  </a:lnTo>
                  <a:lnTo>
                    <a:pt x="422363" y="7886"/>
                  </a:lnTo>
                  <a:lnTo>
                    <a:pt x="423202" y="6464"/>
                  </a:lnTo>
                  <a:lnTo>
                    <a:pt x="425805" y="6464"/>
                  </a:lnTo>
                  <a:lnTo>
                    <a:pt x="427088" y="7886"/>
                  </a:lnTo>
                  <a:lnTo>
                    <a:pt x="427443" y="11303"/>
                  </a:lnTo>
                  <a:lnTo>
                    <a:pt x="427443" y="5321"/>
                  </a:lnTo>
                  <a:lnTo>
                    <a:pt x="426885" y="5321"/>
                  </a:lnTo>
                  <a:lnTo>
                    <a:pt x="427024" y="6731"/>
                  </a:lnTo>
                  <a:lnTo>
                    <a:pt x="426834" y="6464"/>
                  </a:lnTo>
                  <a:lnTo>
                    <a:pt x="426339" y="5791"/>
                  </a:lnTo>
                  <a:lnTo>
                    <a:pt x="425399" y="5181"/>
                  </a:lnTo>
                  <a:lnTo>
                    <a:pt x="422579" y="5181"/>
                  </a:lnTo>
                  <a:lnTo>
                    <a:pt x="421259" y="7188"/>
                  </a:lnTo>
                  <a:lnTo>
                    <a:pt x="421754" y="12001"/>
                  </a:lnTo>
                  <a:lnTo>
                    <a:pt x="423494" y="14071"/>
                  </a:lnTo>
                  <a:lnTo>
                    <a:pt x="426326" y="14071"/>
                  </a:lnTo>
                  <a:lnTo>
                    <a:pt x="427126" y="13462"/>
                  </a:lnTo>
                  <a:lnTo>
                    <a:pt x="427482" y="12801"/>
                  </a:lnTo>
                  <a:lnTo>
                    <a:pt x="427634" y="12509"/>
                  </a:lnTo>
                  <a:lnTo>
                    <a:pt x="427774" y="13906"/>
                  </a:lnTo>
                  <a:lnTo>
                    <a:pt x="428764" y="13906"/>
                  </a:lnTo>
                  <a:close/>
                </a:path>
                <a:path w="556260" h="37465">
                  <a:moveTo>
                    <a:pt x="440486" y="13855"/>
                  </a:moveTo>
                  <a:lnTo>
                    <a:pt x="439991" y="8991"/>
                  </a:lnTo>
                  <a:lnTo>
                    <a:pt x="439712" y="6273"/>
                  </a:lnTo>
                  <a:lnTo>
                    <a:pt x="438835" y="5194"/>
                  </a:lnTo>
                  <a:lnTo>
                    <a:pt x="436194" y="5194"/>
                  </a:lnTo>
                  <a:lnTo>
                    <a:pt x="435483" y="5791"/>
                  </a:lnTo>
                  <a:lnTo>
                    <a:pt x="435127" y="6832"/>
                  </a:lnTo>
                  <a:lnTo>
                    <a:pt x="434670" y="5676"/>
                  </a:lnTo>
                  <a:lnTo>
                    <a:pt x="433920" y="5194"/>
                  </a:lnTo>
                  <a:lnTo>
                    <a:pt x="431952" y="5194"/>
                  </a:lnTo>
                  <a:lnTo>
                    <a:pt x="431342" y="5613"/>
                  </a:lnTo>
                  <a:lnTo>
                    <a:pt x="430949" y="6350"/>
                  </a:lnTo>
                  <a:lnTo>
                    <a:pt x="430834" y="5321"/>
                  </a:lnTo>
                  <a:lnTo>
                    <a:pt x="429856" y="5321"/>
                  </a:lnTo>
                  <a:lnTo>
                    <a:pt x="430733" y="13855"/>
                  </a:lnTo>
                  <a:lnTo>
                    <a:pt x="431723" y="13855"/>
                  </a:lnTo>
                  <a:lnTo>
                    <a:pt x="431050" y="7340"/>
                  </a:lnTo>
                  <a:lnTo>
                    <a:pt x="431711" y="6464"/>
                  </a:lnTo>
                  <a:lnTo>
                    <a:pt x="433870" y="6464"/>
                  </a:lnTo>
                  <a:lnTo>
                    <a:pt x="434441" y="7302"/>
                  </a:lnTo>
                  <a:lnTo>
                    <a:pt x="435114" y="13855"/>
                  </a:lnTo>
                  <a:lnTo>
                    <a:pt x="436118" y="13855"/>
                  </a:lnTo>
                  <a:lnTo>
                    <a:pt x="435432" y="7340"/>
                  </a:lnTo>
                  <a:lnTo>
                    <a:pt x="436092" y="6464"/>
                  </a:lnTo>
                  <a:lnTo>
                    <a:pt x="438251" y="6464"/>
                  </a:lnTo>
                  <a:lnTo>
                    <a:pt x="438823" y="7302"/>
                  </a:lnTo>
                  <a:lnTo>
                    <a:pt x="439496" y="13855"/>
                  </a:lnTo>
                  <a:lnTo>
                    <a:pt x="440486" y="13855"/>
                  </a:lnTo>
                  <a:close/>
                </a:path>
                <a:path w="556260" h="37465">
                  <a:moveTo>
                    <a:pt x="448297" y="10223"/>
                  </a:moveTo>
                  <a:lnTo>
                    <a:pt x="448170" y="8978"/>
                  </a:lnTo>
                  <a:lnTo>
                    <a:pt x="447979" y="7188"/>
                  </a:lnTo>
                  <a:lnTo>
                    <a:pt x="447370" y="6477"/>
                  </a:lnTo>
                  <a:lnTo>
                    <a:pt x="447090" y="6159"/>
                  </a:lnTo>
                  <a:lnTo>
                    <a:pt x="447090" y="8978"/>
                  </a:lnTo>
                  <a:lnTo>
                    <a:pt x="442518" y="8978"/>
                  </a:lnTo>
                  <a:lnTo>
                    <a:pt x="442582" y="7543"/>
                  </a:lnTo>
                  <a:lnTo>
                    <a:pt x="443395" y="6477"/>
                  </a:lnTo>
                  <a:lnTo>
                    <a:pt x="445681" y="6477"/>
                  </a:lnTo>
                  <a:lnTo>
                    <a:pt x="446722" y="7543"/>
                  </a:lnTo>
                  <a:lnTo>
                    <a:pt x="447090" y="8978"/>
                  </a:lnTo>
                  <a:lnTo>
                    <a:pt x="447090" y="6159"/>
                  </a:lnTo>
                  <a:lnTo>
                    <a:pt x="446252" y="5181"/>
                  </a:lnTo>
                  <a:lnTo>
                    <a:pt x="442569" y="5181"/>
                  </a:lnTo>
                  <a:lnTo>
                    <a:pt x="441261" y="7188"/>
                  </a:lnTo>
                  <a:lnTo>
                    <a:pt x="441744" y="12001"/>
                  </a:lnTo>
                  <a:lnTo>
                    <a:pt x="443484" y="14084"/>
                  </a:lnTo>
                  <a:lnTo>
                    <a:pt x="446646" y="14084"/>
                  </a:lnTo>
                  <a:lnTo>
                    <a:pt x="447713" y="13093"/>
                  </a:lnTo>
                  <a:lnTo>
                    <a:pt x="447789" y="12801"/>
                  </a:lnTo>
                  <a:lnTo>
                    <a:pt x="448106" y="11607"/>
                  </a:lnTo>
                  <a:lnTo>
                    <a:pt x="446874" y="11607"/>
                  </a:lnTo>
                  <a:lnTo>
                    <a:pt x="446532" y="12319"/>
                  </a:lnTo>
                  <a:lnTo>
                    <a:pt x="445960" y="12801"/>
                  </a:lnTo>
                  <a:lnTo>
                    <a:pt x="444042" y="12801"/>
                  </a:lnTo>
                  <a:lnTo>
                    <a:pt x="442988" y="11607"/>
                  </a:lnTo>
                  <a:lnTo>
                    <a:pt x="442645" y="10223"/>
                  </a:lnTo>
                  <a:lnTo>
                    <a:pt x="448297" y="10223"/>
                  </a:lnTo>
                  <a:close/>
                </a:path>
                <a:path w="556260" h="37465">
                  <a:moveTo>
                    <a:pt x="452285" y="6502"/>
                  </a:moveTo>
                  <a:lnTo>
                    <a:pt x="452158" y="5321"/>
                  </a:lnTo>
                  <a:lnTo>
                    <a:pt x="450697" y="5321"/>
                  </a:lnTo>
                  <a:lnTo>
                    <a:pt x="450354" y="1968"/>
                  </a:lnTo>
                  <a:lnTo>
                    <a:pt x="449364" y="1968"/>
                  </a:lnTo>
                  <a:lnTo>
                    <a:pt x="449719" y="5321"/>
                  </a:lnTo>
                  <a:lnTo>
                    <a:pt x="448729" y="5321"/>
                  </a:lnTo>
                  <a:lnTo>
                    <a:pt x="448856" y="6502"/>
                  </a:lnTo>
                  <a:lnTo>
                    <a:pt x="449846" y="6502"/>
                  </a:lnTo>
                  <a:lnTo>
                    <a:pt x="450596" y="13868"/>
                  </a:lnTo>
                  <a:lnTo>
                    <a:pt x="451586" y="13868"/>
                  </a:lnTo>
                  <a:lnTo>
                    <a:pt x="450824" y="6502"/>
                  </a:lnTo>
                  <a:lnTo>
                    <a:pt x="452285" y="6502"/>
                  </a:lnTo>
                  <a:close/>
                </a:path>
                <a:path w="556260" h="37465">
                  <a:moveTo>
                    <a:pt x="463245" y="12941"/>
                  </a:moveTo>
                  <a:lnTo>
                    <a:pt x="462940" y="10020"/>
                  </a:lnTo>
                  <a:lnTo>
                    <a:pt x="462191" y="9258"/>
                  </a:lnTo>
                  <a:lnTo>
                    <a:pt x="460476" y="8813"/>
                  </a:lnTo>
                  <a:lnTo>
                    <a:pt x="459384" y="8547"/>
                  </a:lnTo>
                  <a:lnTo>
                    <a:pt x="458914" y="8178"/>
                  </a:lnTo>
                  <a:lnTo>
                    <a:pt x="458787" y="6896"/>
                  </a:lnTo>
                  <a:lnTo>
                    <a:pt x="459282" y="6413"/>
                  </a:lnTo>
                  <a:lnTo>
                    <a:pt x="460832" y="6413"/>
                  </a:lnTo>
                  <a:lnTo>
                    <a:pt x="461365" y="6832"/>
                  </a:lnTo>
                  <a:lnTo>
                    <a:pt x="461518" y="7416"/>
                  </a:lnTo>
                  <a:lnTo>
                    <a:pt x="462407" y="7416"/>
                  </a:lnTo>
                  <a:lnTo>
                    <a:pt x="462178" y="6121"/>
                  </a:lnTo>
                  <a:lnTo>
                    <a:pt x="461213" y="5194"/>
                  </a:lnTo>
                  <a:lnTo>
                    <a:pt x="458470" y="5194"/>
                  </a:lnTo>
                  <a:lnTo>
                    <a:pt x="457809" y="6235"/>
                  </a:lnTo>
                  <a:lnTo>
                    <a:pt x="458076" y="8890"/>
                  </a:lnTo>
                  <a:lnTo>
                    <a:pt x="458851" y="9639"/>
                  </a:lnTo>
                  <a:lnTo>
                    <a:pt x="461657" y="10350"/>
                  </a:lnTo>
                  <a:lnTo>
                    <a:pt x="462102" y="10617"/>
                  </a:lnTo>
                  <a:lnTo>
                    <a:pt x="462267" y="12217"/>
                  </a:lnTo>
                  <a:lnTo>
                    <a:pt x="461683" y="12776"/>
                  </a:lnTo>
                  <a:lnTo>
                    <a:pt x="459892" y="12776"/>
                  </a:lnTo>
                  <a:lnTo>
                    <a:pt x="459155" y="12153"/>
                  </a:lnTo>
                  <a:lnTo>
                    <a:pt x="458990" y="11442"/>
                  </a:lnTo>
                  <a:lnTo>
                    <a:pt x="458089" y="11442"/>
                  </a:lnTo>
                  <a:lnTo>
                    <a:pt x="458304" y="12941"/>
                  </a:lnTo>
                  <a:lnTo>
                    <a:pt x="459397" y="14008"/>
                  </a:lnTo>
                  <a:lnTo>
                    <a:pt x="462470" y="14008"/>
                  </a:lnTo>
                  <a:lnTo>
                    <a:pt x="463245" y="12941"/>
                  </a:lnTo>
                  <a:close/>
                </a:path>
                <a:path w="556260" h="37465">
                  <a:moveTo>
                    <a:pt x="470776" y="10223"/>
                  </a:moveTo>
                  <a:lnTo>
                    <a:pt x="470649" y="8978"/>
                  </a:lnTo>
                  <a:lnTo>
                    <a:pt x="470458" y="7188"/>
                  </a:lnTo>
                  <a:lnTo>
                    <a:pt x="469849" y="6477"/>
                  </a:lnTo>
                  <a:lnTo>
                    <a:pt x="469582" y="6172"/>
                  </a:lnTo>
                  <a:lnTo>
                    <a:pt x="469582" y="8978"/>
                  </a:lnTo>
                  <a:lnTo>
                    <a:pt x="464997" y="8978"/>
                  </a:lnTo>
                  <a:lnTo>
                    <a:pt x="465074" y="7543"/>
                  </a:lnTo>
                  <a:lnTo>
                    <a:pt x="465874" y="6477"/>
                  </a:lnTo>
                  <a:lnTo>
                    <a:pt x="468172" y="6477"/>
                  </a:lnTo>
                  <a:lnTo>
                    <a:pt x="469201" y="7543"/>
                  </a:lnTo>
                  <a:lnTo>
                    <a:pt x="469582" y="8978"/>
                  </a:lnTo>
                  <a:lnTo>
                    <a:pt x="469582" y="6172"/>
                  </a:lnTo>
                  <a:lnTo>
                    <a:pt x="468731" y="5181"/>
                  </a:lnTo>
                  <a:lnTo>
                    <a:pt x="465048" y="5181"/>
                  </a:lnTo>
                  <a:lnTo>
                    <a:pt x="463740" y="7188"/>
                  </a:lnTo>
                  <a:lnTo>
                    <a:pt x="464248" y="12001"/>
                  </a:lnTo>
                  <a:lnTo>
                    <a:pt x="465975" y="14084"/>
                  </a:lnTo>
                  <a:lnTo>
                    <a:pt x="469138" y="14084"/>
                  </a:lnTo>
                  <a:lnTo>
                    <a:pt x="470192" y="13093"/>
                  </a:lnTo>
                  <a:lnTo>
                    <a:pt x="470268" y="12801"/>
                  </a:lnTo>
                  <a:lnTo>
                    <a:pt x="470585" y="11607"/>
                  </a:lnTo>
                  <a:lnTo>
                    <a:pt x="469366" y="11607"/>
                  </a:lnTo>
                  <a:lnTo>
                    <a:pt x="469011" y="12319"/>
                  </a:lnTo>
                  <a:lnTo>
                    <a:pt x="468439" y="12801"/>
                  </a:lnTo>
                  <a:lnTo>
                    <a:pt x="466521" y="12801"/>
                  </a:lnTo>
                  <a:lnTo>
                    <a:pt x="465480" y="11607"/>
                  </a:lnTo>
                  <a:lnTo>
                    <a:pt x="465124" y="10223"/>
                  </a:lnTo>
                  <a:lnTo>
                    <a:pt x="470776" y="10223"/>
                  </a:lnTo>
                  <a:close/>
                </a:path>
                <a:path w="556260" h="37465">
                  <a:moveTo>
                    <a:pt x="482371" y="13855"/>
                  </a:moveTo>
                  <a:lnTo>
                    <a:pt x="481876" y="8991"/>
                  </a:lnTo>
                  <a:lnTo>
                    <a:pt x="481596" y="6273"/>
                  </a:lnTo>
                  <a:lnTo>
                    <a:pt x="480720" y="5194"/>
                  </a:lnTo>
                  <a:lnTo>
                    <a:pt x="478078" y="5194"/>
                  </a:lnTo>
                  <a:lnTo>
                    <a:pt x="477367" y="5791"/>
                  </a:lnTo>
                  <a:lnTo>
                    <a:pt x="477012" y="6832"/>
                  </a:lnTo>
                  <a:lnTo>
                    <a:pt x="476554" y="5676"/>
                  </a:lnTo>
                  <a:lnTo>
                    <a:pt x="475805" y="5194"/>
                  </a:lnTo>
                  <a:lnTo>
                    <a:pt x="473837" y="5194"/>
                  </a:lnTo>
                  <a:lnTo>
                    <a:pt x="473227" y="5613"/>
                  </a:lnTo>
                  <a:lnTo>
                    <a:pt x="472833" y="6350"/>
                  </a:lnTo>
                  <a:lnTo>
                    <a:pt x="472719" y="5321"/>
                  </a:lnTo>
                  <a:lnTo>
                    <a:pt x="471741" y="5321"/>
                  </a:lnTo>
                  <a:lnTo>
                    <a:pt x="472617" y="13855"/>
                  </a:lnTo>
                  <a:lnTo>
                    <a:pt x="473608" y="13855"/>
                  </a:lnTo>
                  <a:lnTo>
                    <a:pt x="472935" y="7340"/>
                  </a:lnTo>
                  <a:lnTo>
                    <a:pt x="473595" y="6464"/>
                  </a:lnTo>
                  <a:lnTo>
                    <a:pt x="475754" y="6464"/>
                  </a:lnTo>
                  <a:lnTo>
                    <a:pt x="476326" y="7302"/>
                  </a:lnTo>
                  <a:lnTo>
                    <a:pt x="476999" y="13855"/>
                  </a:lnTo>
                  <a:lnTo>
                    <a:pt x="478002" y="13855"/>
                  </a:lnTo>
                  <a:lnTo>
                    <a:pt x="477316" y="7340"/>
                  </a:lnTo>
                  <a:lnTo>
                    <a:pt x="477977" y="6464"/>
                  </a:lnTo>
                  <a:lnTo>
                    <a:pt x="480136" y="6464"/>
                  </a:lnTo>
                  <a:lnTo>
                    <a:pt x="480707" y="7302"/>
                  </a:lnTo>
                  <a:lnTo>
                    <a:pt x="481380" y="13855"/>
                  </a:lnTo>
                  <a:lnTo>
                    <a:pt x="482371" y="13855"/>
                  </a:lnTo>
                  <a:close/>
                </a:path>
                <a:path w="556260" h="37465">
                  <a:moveTo>
                    <a:pt x="493356" y="5321"/>
                  </a:moveTo>
                  <a:lnTo>
                    <a:pt x="492290" y="5321"/>
                  </a:lnTo>
                  <a:lnTo>
                    <a:pt x="490867" y="12141"/>
                  </a:lnTo>
                  <a:lnTo>
                    <a:pt x="488022" y="5321"/>
                  </a:lnTo>
                  <a:lnTo>
                    <a:pt x="486943" y="5321"/>
                  </a:lnTo>
                  <a:lnTo>
                    <a:pt x="490499" y="13868"/>
                  </a:lnTo>
                  <a:lnTo>
                    <a:pt x="491578" y="13868"/>
                  </a:lnTo>
                  <a:lnTo>
                    <a:pt x="493356" y="5321"/>
                  </a:lnTo>
                  <a:close/>
                </a:path>
                <a:path w="556260" h="37465">
                  <a:moveTo>
                    <a:pt x="501192" y="10223"/>
                  </a:moveTo>
                  <a:lnTo>
                    <a:pt x="501053" y="8978"/>
                  </a:lnTo>
                  <a:lnTo>
                    <a:pt x="500875" y="7188"/>
                  </a:lnTo>
                  <a:lnTo>
                    <a:pt x="500253" y="6477"/>
                  </a:lnTo>
                  <a:lnTo>
                    <a:pt x="499986" y="6172"/>
                  </a:lnTo>
                  <a:lnTo>
                    <a:pt x="499986" y="8978"/>
                  </a:lnTo>
                  <a:lnTo>
                    <a:pt x="495414" y="8978"/>
                  </a:lnTo>
                  <a:lnTo>
                    <a:pt x="495477" y="7543"/>
                  </a:lnTo>
                  <a:lnTo>
                    <a:pt x="496290" y="6477"/>
                  </a:lnTo>
                  <a:lnTo>
                    <a:pt x="498576" y="6477"/>
                  </a:lnTo>
                  <a:lnTo>
                    <a:pt x="499618" y="7543"/>
                  </a:lnTo>
                  <a:lnTo>
                    <a:pt x="499986" y="8978"/>
                  </a:lnTo>
                  <a:lnTo>
                    <a:pt x="499986" y="6172"/>
                  </a:lnTo>
                  <a:lnTo>
                    <a:pt x="499148" y="5181"/>
                  </a:lnTo>
                  <a:lnTo>
                    <a:pt x="495465" y="5181"/>
                  </a:lnTo>
                  <a:lnTo>
                    <a:pt x="494157" y="7188"/>
                  </a:lnTo>
                  <a:lnTo>
                    <a:pt x="494639" y="12001"/>
                  </a:lnTo>
                  <a:lnTo>
                    <a:pt x="496379" y="14084"/>
                  </a:lnTo>
                  <a:lnTo>
                    <a:pt x="499529" y="14084"/>
                  </a:lnTo>
                  <a:lnTo>
                    <a:pt x="500595" y="13093"/>
                  </a:lnTo>
                  <a:lnTo>
                    <a:pt x="500684" y="12801"/>
                  </a:lnTo>
                  <a:lnTo>
                    <a:pt x="501002" y="11607"/>
                  </a:lnTo>
                  <a:lnTo>
                    <a:pt x="499770" y="11607"/>
                  </a:lnTo>
                  <a:lnTo>
                    <a:pt x="499427" y="12319"/>
                  </a:lnTo>
                  <a:lnTo>
                    <a:pt x="498856" y="12801"/>
                  </a:lnTo>
                  <a:lnTo>
                    <a:pt x="496938" y="12801"/>
                  </a:lnTo>
                  <a:lnTo>
                    <a:pt x="495884" y="11607"/>
                  </a:lnTo>
                  <a:lnTo>
                    <a:pt x="495528" y="10223"/>
                  </a:lnTo>
                  <a:lnTo>
                    <a:pt x="501192" y="10223"/>
                  </a:lnTo>
                  <a:close/>
                </a:path>
                <a:path w="556260" h="37465">
                  <a:moveTo>
                    <a:pt x="507555" y="12941"/>
                  </a:moveTo>
                  <a:lnTo>
                    <a:pt x="507250" y="10020"/>
                  </a:lnTo>
                  <a:lnTo>
                    <a:pt x="506514" y="9258"/>
                  </a:lnTo>
                  <a:lnTo>
                    <a:pt x="504786" y="8813"/>
                  </a:lnTo>
                  <a:lnTo>
                    <a:pt x="503707" y="8547"/>
                  </a:lnTo>
                  <a:lnTo>
                    <a:pt x="503237" y="8178"/>
                  </a:lnTo>
                  <a:lnTo>
                    <a:pt x="503110" y="6896"/>
                  </a:lnTo>
                  <a:lnTo>
                    <a:pt x="503593" y="6413"/>
                  </a:lnTo>
                  <a:lnTo>
                    <a:pt x="505155" y="6413"/>
                  </a:lnTo>
                  <a:lnTo>
                    <a:pt x="505688" y="6832"/>
                  </a:lnTo>
                  <a:lnTo>
                    <a:pt x="505828" y="7416"/>
                  </a:lnTo>
                  <a:lnTo>
                    <a:pt x="506730" y="7416"/>
                  </a:lnTo>
                  <a:lnTo>
                    <a:pt x="506501" y="6121"/>
                  </a:lnTo>
                  <a:lnTo>
                    <a:pt x="505536" y="5194"/>
                  </a:lnTo>
                  <a:lnTo>
                    <a:pt x="502780" y="5194"/>
                  </a:lnTo>
                  <a:lnTo>
                    <a:pt x="502119" y="6235"/>
                  </a:lnTo>
                  <a:lnTo>
                    <a:pt x="502399" y="8890"/>
                  </a:lnTo>
                  <a:lnTo>
                    <a:pt x="503174" y="9639"/>
                  </a:lnTo>
                  <a:lnTo>
                    <a:pt x="505980" y="10350"/>
                  </a:lnTo>
                  <a:lnTo>
                    <a:pt x="506412" y="10617"/>
                  </a:lnTo>
                  <a:lnTo>
                    <a:pt x="506577" y="12217"/>
                  </a:lnTo>
                  <a:lnTo>
                    <a:pt x="505993" y="12776"/>
                  </a:lnTo>
                  <a:lnTo>
                    <a:pt x="504202" y="12776"/>
                  </a:lnTo>
                  <a:lnTo>
                    <a:pt x="503478" y="12153"/>
                  </a:lnTo>
                  <a:lnTo>
                    <a:pt x="503301" y="11442"/>
                  </a:lnTo>
                  <a:lnTo>
                    <a:pt x="502412" y="11442"/>
                  </a:lnTo>
                  <a:lnTo>
                    <a:pt x="502627" y="12941"/>
                  </a:lnTo>
                  <a:lnTo>
                    <a:pt x="503720" y="14008"/>
                  </a:lnTo>
                  <a:lnTo>
                    <a:pt x="506793" y="14008"/>
                  </a:lnTo>
                  <a:lnTo>
                    <a:pt x="507555" y="12941"/>
                  </a:lnTo>
                  <a:close/>
                </a:path>
                <a:path w="556260" h="37465">
                  <a:moveTo>
                    <a:pt x="511327" y="6502"/>
                  </a:moveTo>
                  <a:lnTo>
                    <a:pt x="511213" y="5321"/>
                  </a:lnTo>
                  <a:lnTo>
                    <a:pt x="509752" y="5321"/>
                  </a:lnTo>
                  <a:lnTo>
                    <a:pt x="509409" y="1968"/>
                  </a:lnTo>
                  <a:lnTo>
                    <a:pt x="508406" y="1968"/>
                  </a:lnTo>
                  <a:lnTo>
                    <a:pt x="508749" y="5321"/>
                  </a:lnTo>
                  <a:lnTo>
                    <a:pt x="507796" y="5321"/>
                  </a:lnTo>
                  <a:lnTo>
                    <a:pt x="507911" y="6502"/>
                  </a:lnTo>
                  <a:lnTo>
                    <a:pt x="508876" y="6502"/>
                  </a:lnTo>
                  <a:lnTo>
                    <a:pt x="509651" y="13868"/>
                  </a:lnTo>
                  <a:lnTo>
                    <a:pt x="510641" y="13868"/>
                  </a:lnTo>
                  <a:lnTo>
                    <a:pt x="509879" y="6502"/>
                  </a:lnTo>
                  <a:lnTo>
                    <a:pt x="511327" y="6502"/>
                  </a:lnTo>
                  <a:close/>
                </a:path>
                <a:path w="556260" h="37465">
                  <a:moveTo>
                    <a:pt x="513562" y="3187"/>
                  </a:moveTo>
                  <a:lnTo>
                    <a:pt x="513461" y="2197"/>
                  </a:lnTo>
                  <a:lnTo>
                    <a:pt x="513092" y="1778"/>
                  </a:lnTo>
                  <a:lnTo>
                    <a:pt x="512330" y="1778"/>
                  </a:lnTo>
                  <a:lnTo>
                    <a:pt x="512051" y="2197"/>
                  </a:lnTo>
                  <a:lnTo>
                    <a:pt x="512165" y="3187"/>
                  </a:lnTo>
                  <a:lnTo>
                    <a:pt x="512521" y="3594"/>
                  </a:lnTo>
                  <a:lnTo>
                    <a:pt x="513283" y="3594"/>
                  </a:lnTo>
                  <a:lnTo>
                    <a:pt x="513562" y="3187"/>
                  </a:lnTo>
                  <a:close/>
                </a:path>
                <a:path w="556260" h="37465">
                  <a:moveTo>
                    <a:pt x="514502" y="13868"/>
                  </a:moveTo>
                  <a:lnTo>
                    <a:pt x="513613" y="5321"/>
                  </a:lnTo>
                  <a:lnTo>
                    <a:pt x="512584" y="5321"/>
                  </a:lnTo>
                  <a:lnTo>
                    <a:pt x="513486" y="13868"/>
                  </a:lnTo>
                  <a:lnTo>
                    <a:pt x="514502" y="13868"/>
                  </a:lnTo>
                  <a:close/>
                </a:path>
                <a:path w="556260" h="37465">
                  <a:moveTo>
                    <a:pt x="523189" y="12001"/>
                  </a:moveTo>
                  <a:lnTo>
                    <a:pt x="522693" y="7188"/>
                  </a:lnTo>
                  <a:lnTo>
                    <a:pt x="522097" y="6515"/>
                  </a:lnTo>
                  <a:lnTo>
                    <a:pt x="522097" y="11303"/>
                  </a:lnTo>
                  <a:lnTo>
                    <a:pt x="521258" y="12801"/>
                  </a:lnTo>
                  <a:lnTo>
                    <a:pt x="518655" y="12801"/>
                  </a:lnTo>
                  <a:lnTo>
                    <a:pt x="518401" y="12509"/>
                  </a:lnTo>
                  <a:lnTo>
                    <a:pt x="517372" y="11303"/>
                  </a:lnTo>
                  <a:lnTo>
                    <a:pt x="517017" y="7886"/>
                  </a:lnTo>
                  <a:lnTo>
                    <a:pt x="517817" y="6731"/>
                  </a:lnTo>
                  <a:lnTo>
                    <a:pt x="517994" y="6464"/>
                  </a:lnTo>
                  <a:lnTo>
                    <a:pt x="520598" y="6464"/>
                  </a:lnTo>
                  <a:lnTo>
                    <a:pt x="521728" y="7886"/>
                  </a:lnTo>
                  <a:lnTo>
                    <a:pt x="522097" y="11303"/>
                  </a:lnTo>
                  <a:lnTo>
                    <a:pt x="522097" y="6515"/>
                  </a:lnTo>
                  <a:lnTo>
                    <a:pt x="520954" y="5181"/>
                  </a:lnTo>
                  <a:lnTo>
                    <a:pt x="518134" y="5181"/>
                  </a:lnTo>
                  <a:lnTo>
                    <a:pt x="517321" y="5791"/>
                  </a:lnTo>
                  <a:lnTo>
                    <a:pt x="516839" y="6731"/>
                  </a:lnTo>
                  <a:lnTo>
                    <a:pt x="516128" y="0"/>
                  </a:lnTo>
                  <a:lnTo>
                    <a:pt x="515137" y="0"/>
                  </a:lnTo>
                  <a:lnTo>
                    <a:pt x="516585" y="13868"/>
                  </a:lnTo>
                  <a:lnTo>
                    <a:pt x="517563" y="13868"/>
                  </a:lnTo>
                  <a:lnTo>
                    <a:pt x="517436" y="12509"/>
                  </a:lnTo>
                  <a:lnTo>
                    <a:pt x="518121" y="13462"/>
                  </a:lnTo>
                  <a:lnTo>
                    <a:pt x="519049" y="14071"/>
                  </a:lnTo>
                  <a:lnTo>
                    <a:pt x="521881" y="14071"/>
                  </a:lnTo>
                  <a:lnTo>
                    <a:pt x="522693" y="12801"/>
                  </a:lnTo>
                  <a:lnTo>
                    <a:pt x="523189" y="12001"/>
                  </a:lnTo>
                  <a:close/>
                </a:path>
                <a:path w="556260" h="37465">
                  <a:moveTo>
                    <a:pt x="530542" y="13868"/>
                  </a:moveTo>
                  <a:lnTo>
                    <a:pt x="529653" y="5321"/>
                  </a:lnTo>
                  <a:lnTo>
                    <a:pt x="528662" y="5321"/>
                  </a:lnTo>
                  <a:lnTo>
                    <a:pt x="529336" y="11747"/>
                  </a:lnTo>
                  <a:lnTo>
                    <a:pt x="528624" y="12725"/>
                  </a:lnTo>
                  <a:lnTo>
                    <a:pt x="526224" y="12725"/>
                  </a:lnTo>
                  <a:lnTo>
                    <a:pt x="525564" y="11887"/>
                  </a:lnTo>
                  <a:lnTo>
                    <a:pt x="524878" y="5321"/>
                  </a:lnTo>
                  <a:lnTo>
                    <a:pt x="523887" y="5321"/>
                  </a:lnTo>
                  <a:lnTo>
                    <a:pt x="524675" y="12915"/>
                  </a:lnTo>
                  <a:lnTo>
                    <a:pt x="525576" y="14008"/>
                  </a:lnTo>
                  <a:lnTo>
                    <a:pt x="528320" y="14008"/>
                  </a:lnTo>
                  <a:lnTo>
                    <a:pt x="529005" y="13576"/>
                  </a:lnTo>
                  <a:lnTo>
                    <a:pt x="529450" y="12839"/>
                  </a:lnTo>
                  <a:lnTo>
                    <a:pt x="529564" y="13868"/>
                  </a:lnTo>
                  <a:lnTo>
                    <a:pt x="530542" y="13868"/>
                  </a:lnTo>
                  <a:close/>
                </a:path>
                <a:path w="556260" h="37465">
                  <a:moveTo>
                    <a:pt x="533514" y="13868"/>
                  </a:moveTo>
                  <a:lnTo>
                    <a:pt x="532079" y="0"/>
                  </a:lnTo>
                  <a:lnTo>
                    <a:pt x="531088" y="0"/>
                  </a:lnTo>
                  <a:lnTo>
                    <a:pt x="532523" y="13868"/>
                  </a:lnTo>
                  <a:lnTo>
                    <a:pt x="533514" y="13868"/>
                  </a:lnTo>
                  <a:close/>
                </a:path>
                <a:path w="556260" h="37465">
                  <a:moveTo>
                    <a:pt x="541121" y="13868"/>
                  </a:moveTo>
                  <a:lnTo>
                    <a:pt x="540232" y="5321"/>
                  </a:lnTo>
                  <a:lnTo>
                    <a:pt x="539254" y="5321"/>
                  </a:lnTo>
                  <a:lnTo>
                    <a:pt x="539915" y="11747"/>
                  </a:lnTo>
                  <a:lnTo>
                    <a:pt x="539203" y="12725"/>
                  </a:lnTo>
                  <a:lnTo>
                    <a:pt x="536803" y="12725"/>
                  </a:lnTo>
                  <a:lnTo>
                    <a:pt x="536143" y="11887"/>
                  </a:lnTo>
                  <a:lnTo>
                    <a:pt x="535457" y="5321"/>
                  </a:lnTo>
                  <a:lnTo>
                    <a:pt x="534479" y="5321"/>
                  </a:lnTo>
                  <a:lnTo>
                    <a:pt x="535254" y="12915"/>
                  </a:lnTo>
                  <a:lnTo>
                    <a:pt x="536155" y="14008"/>
                  </a:lnTo>
                  <a:lnTo>
                    <a:pt x="538899" y="14008"/>
                  </a:lnTo>
                  <a:lnTo>
                    <a:pt x="539584" y="13576"/>
                  </a:lnTo>
                  <a:lnTo>
                    <a:pt x="540029" y="12839"/>
                  </a:lnTo>
                  <a:lnTo>
                    <a:pt x="540143" y="13868"/>
                  </a:lnTo>
                  <a:lnTo>
                    <a:pt x="541121" y="13868"/>
                  </a:lnTo>
                  <a:close/>
                </a:path>
                <a:path w="556260" h="37465">
                  <a:moveTo>
                    <a:pt x="552856" y="13855"/>
                  </a:moveTo>
                  <a:lnTo>
                    <a:pt x="552361" y="8991"/>
                  </a:lnTo>
                  <a:lnTo>
                    <a:pt x="552081" y="6273"/>
                  </a:lnTo>
                  <a:lnTo>
                    <a:pt x="551205" y="5194"/>
                  </a:lnTo>
                  <a:lnTo>
                    <a:pt x="548563" y="5194"/>
                  </a:lnTo>
                  <a:lnTo>
                    <a:pt x="547839" y="5791"/>
                  </a:lnTo>
                  <a:lnTo>
                    <a:pt x="547497" y="6832"/>
                  </a:lnTo>
                  <a:lnTo>
                    <a:pt x="547039" y="5676"/>
                  </a:lnTo>
                  <a:lnTo>
                    <a:pt x="546290" y="5194"/>
                  </a:lnTo>
                  <a:lnTo>
                    <a:pt x="544322" y="5194"/>
                  </a:lnTo>
                  <a:lnTo>
                    <a:pt x="543712" y="5613"/>
                  </a:lnTo>
                  <a:lnTo>
                    <a:pt x="543306" y="6350"/>
                  </a:lnTo>
                  <a:lnTo>
                    <a:pt x="543204" y="5321"/>
                  </a:lnTo>
                  <a:lnTo>
                    <a:pt x="542226" y="5321"/>
                  </a:lnTo>
                  <a:lnTo>
                    <a:pt x="543102" y="13855"/>
                  </a:lnTo>
                  <a:lnTo>
                    <a:pt x="544093" y="13855"/>
                  </a:lnTo>
                  <a:lnTo>
                    <a:pt x="543420" y="7340"/>
                  </a:lnTo>
                  <a:lnTo>
                    <a:pt x="544080" y="6464"/>
                  </a:lnTo>
                  <a:lnTo>
                    <a:pt x="546239" y="6464"/>
                  </a:lnTo>
                  <a:lnTo>
                    <a:pt x="546811" y="7302"/>
                  </a:lnTo>
                  <a:lnTo>
                    <a:pt x="547484" y="13855"/>
                  </a:lnTo>
                  <a:lnTo>
                    <a:pt x="548487" y="13855"/>
                  </a:lnTo>
                  <a:lnTo>
                    <a:pt x="547801" y="7340"/>
                  </a:lnTo>
                  <a:lnTo>
                    <a:pt x="548462" y="6464"/>
                  </a:lnTo>
                  <a:lnTo>
                    <a:pt x="550621" y="6464"/>
                  </a:lnTo>
                  <a:lnTo>
                    <a:pt x="551192" y="7302"/>
                  </a:lnTo>
                  <a:lnTo>
                    <a:pt x="551865" y="13855"/>
                  </a:lnTo>
                  <a:lnTo>
                    <a:pt x="552856" y="13855"/>
                  </a:lnTo>
                  <a:close/>
                </a:path>
                <a:path w="556260" h="37465">
                  <a:moveTo>
                    <a:pt x="555726" y="13157"/>
                  </a:moveTo>
                  <a:lnTo>
                    <a:pt x="555713" y="12877"/>
                  </a:lnTo>
                  <a:lnTo>
                    <a:pt x="555650" y="12293"/>
                  </a:lnTo>
                  <a:lnTo>
                    <a:pt x="555231" y="11811"/>
                  </a:lnTo>
                  <a:lnTo>
                    <a:pt x="554329" y="11811"/>
                  </a:lnTo>
                  <a:lnTo>
                    <a:pt x="553999" y="12293"/>
                  </a:lnTo>
                  <a:lnTo>
                    <a:pt x="554126" y="13360"/>
                  </a:lnTo>
                  <a:lnTo>
                    <a:pt x="554393" y="13766"/>
                  </a:lnTo>
                  <a:lnTo>
                    <a:pt x="554748" y="13906"/>
                  </a:lnTo>
                  <a:lnTo>
                    <a:pt x="554621" y="15379"/>
                  </a:lnTo>
                  <a:lnTo>
                    <a:pt x="555091" y="15379"/>
                  </a:lnTo>
                  <a:lnTo>
                    <a:pt x="555675" y="13423"/>
                  </a:lnTo>
                  <a:lnTo>
                    <a:pt x="555726" y="1315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4591317" y="8773026"/>
              <a:ext cx="554990" cy="41910"/>
            </a:xfrm>
            <a:custGeom>
              <a:avLst/>
              <a:gdLst/>
              <a:ahLst/>
              <a:cxnLst/>
              <a:rect l="l" t="t" r="r" b="b"/>
              <a:pathLst>
                <a:path w="554989" h="41909">
                  <a:moveTo>
                    <a:pt x="6426" y="29006"/>
                  </a:moveTo>
                  <a:lnTo>
                    <a:pt x="5359" y="29006"/>
                  </a:lnTo>
                  <a:lnTo>
                    <a:pt x="3937" y="35814"/>
                  </a:lnTo>
                  <a:lnTo>
                    <a:pt x="1079" y="29006"/>
                  </a:lnTo>
                  <a:lnTo>
                    <a:pt x="0" y="29006"/>
                  </a:lnTo>
                  <a:lnTo>
                    <a:pt x="3568" y="37541"/>
                  </a:lnTo>
                  <a:lnTo>
                    <a:pt x="4648" y="37541"/>
                  </a:lnTo>
                  <a:lnTo>
                    <a:pt x="6426" y="29006"/>
                  </a:lnTo>
                  <a:close/>
                </a:path>
                <a:path w="554989" h="41909">
                  <a:moveTo>
                    <a:pt x="14719" y="37592"/>
                  </a:moveTo>
                  <a:lnTo>
                    <a:pt x="14579" y="36182"/>
                  </a:lnTo>
                  <a:lnTo>
                    <a:pt x="13970" y="30403"/>
                  </a:lnTo>
                  <a:lnTo>
                    <a:pt x="13830" y="29006"/>
                  </a:lnTo>
                  <a:lnTo>
                    <a:pt x="13398" y="29006"/>
                  </a:lnTo>
                  <a:lnTo>
                    <a:pt x="13398" y="34975"/>
                  </a:lnTo>
                  <a:lnTo>
                    <a:pt x="12420" y="36474"/>
                  </a:lnTo>
                  <a:lnTo>
                    <a:pt x="9817" y="36474"/>
                  </a:lnTo>
                  <a:lnTo>
                    <a:pt x="8674" y="34975"/>
                  </a:lnTo>
                  <a:lnTo>
                    <a:pt x="8318" y="31572"/>
                  </a:lnTo>
                  <a:lnTo>
                    <a:pt x="9156" y="30137"/>
                  </a:lnTo>
                  <a:lnTo>
                    <a:pt x="11760" y="30137"/>
                  </a:lnTo>
                  <a:lnTo>
                    <a:pt x="13042" y="31572"/>
                  </a:lnTo>
                  <a:lnTo>
                    <a:pt x="13398" y="34975"/>
                  </a:lnTo>
                  <a:lnTo>
                    <a:pt x="13398" y="29006"/>
                  </a:lnTo>
                  <a:lnTo>
                    <a:pt x="12839" y="29006"/>
                  </a:lnTo>
                  <a:lnTo>
                    <a:pt x="12979" y="30403"/>
                  </a:lnTo>
                  <a:lnTo>
                    <a:pt x="12788" y="30137"/>
                  </a:lnTo>
                  <a:lnTo>
                    <a:pt x="12293" y="29476"/>
                  </a:lnTo>
                  <a:lnTo>
                    <a:pt x="11353" y="28867"/>
                  </a:lnTo>
                  <a:lnTo>
                    <a:pt x="8534" y="28867"/>
                  </a:lnTo>
                  <a:lnTo>
                    <a:pt x="7213" y="30861"/>
                  </a:lnTo>
                  <a:lnTo>
                    <a:pt x="7708" y="35687"/>
                  </a:lnTo>
                  <a:lnTo>
                    <a:pt x="9448" y="37769"/>
                  </a:lnTo>
                  <a:lnTo>
                    <a:pt x="12280" y="37769"/>
                  </a:lnTo>
                  <a:lnTo>
                    <a:pt x="13081" y="37134"/>
                  </a:lnTo>
                  <a:lnTo>
                    <a:pt x="13436" y="36474"/>
                  </a:lnTo>
                  <a:lnTo>
                    <a:pt x="13589" y="36182"/>
                  </a:lnTo>
                  <a:lnTo>
                    <a:pt x="13728" y="37592"/>
                  </a:lnTo>
                  <a:lnTo>
                    <a:pt x="14719" y="37592"/>
                  </a:lnTo>
                  <a:close/>
                </a:path>
                <a:path w="554989" h="41909">
                  <a:moveTo>
                    <a:pt x="19189" y="30149"/>
                  </a:moveTo>
                  <a:lnTo>
                    <a:pt x="19050" y="28867"/>
                  </a:lnTo>
                  <a:lnTo>
                    <a:pt x="18148" y="28867"/>
                  </a:lnTo>
                  <a:lnTo>
                    <a:pt x="17437" y="29375"/>
                  </a:lnTo>
                  <a:lnTo>
                    <a:pt x="16992" y="30162"/>
                  </a:lnTo>
                  <a:lnTo>
                    <a:pt x="16865" y="29006"/>
                  </a:lnTo>
                  <a:lnTo>
                    <a:pt x="15875" y="29006"/>
                  </a:lnTo>
                  <a:lnTo>
                    <a:pt x="16764" y="37553"/>
                  </a:lnTo>
                  <a:lnTo>
                    <a:pt x="17754" y="37553"/>
                  </a:lnTo>
                  <a:lnTo>
                    <a:pt x="17081" y="31076"/>
                  </a:lnTo>
                  <a:lnTo>
                    <a:pt x="18034" y="30149"/>
                  </a:lnTo>
                  <a:lnTo>
                    <a:pt x="19189" y="30149"/>
                  </a:lnTo>
                  <a:close/>
                </a:path>
                <a:path w="554989" h="41909">
                  <a:moveTo>
                    <a:pt x="21424" y="26860"/>
                  </a:moveTo>
                  <a:lnTo>
                    <a:pt x="21310" y="25869"/>
                  </a:lnTo>
                  <a:lnTo>
                    <a:pt x="20955" y="25450"/>
                  </a:lnTo>
                  <a:lnTo>
                    <a:pt x="20180" y="25450"/>
                  </a:lnTo>
                  <a:lnTo>
                    <a:pt x="19913" y="25869"/>
                  </a:lnTo>
                  <a:lnTo>
                    <a:pt x="20015" y="26860"/>
                  </a:lnTo>
                  <a:lnTo>
                    <a:pt x="20358" y="27266"/>
                  </a:lnTo>
                  <a:lnTo>
                    <a:pt x="21132" y="27266"/>
                  </a:lnTo>
                  <a:lnTo>
                    <a:pt x="21424" y="26860"/>
                  </a:lnTo>
                  <a:close/>
                </a:path>
                <a:path w="554989" h="41909">
                  <a:moveTo>
                    <a:pt x="22364" y="37541"/>
                  </a:moveTo>
                  <a:lnTo>
                    <a:pt x="21475" y="29006"/>
                  </a:lnTo>
                  <a:lnTo>
                    <a:pt x="20447" y="29006"/>
                  </a:lnTo>
                  <a:lnTo>
                    <a:pt x="21323" y="37541"/>
                  </a:lnTo>
                  <a:lnTo>
                    <a:pt x="22364" y="37541"/>
                  </a:lnTo>
                  <a:close/>
                </a:path>
                <a:path w="554989" h="41909">
                  <a:moveTo>
                    <a:pt x="30060" y="37541"/>
                  </a:moveTo>
                  <a:lnTo>
                    <a:pt x="29171" y="29006"/>
                  </a:lnTo>
                  <a:lnTo>
                    <a:pt x="28181" y="29006"/>
                  </a:lnTo>
                  <a:lnTo>
                    <a:pt x="28854" y="35433"/>
                  </a:lnTo>
                  <a:lnTo>
                    <a:pt x="28143" y="36410"/>
                  </a:lnTo>
                  <a:lnTo>
                    <a:pt x="25742" y="36410"/>
                  </a:lnTo>
                  <a:lnTo>
                    <a:pt x="25069" y="35572"/>
                  </a:lnTo>
                  <a:lnTo>
                    <a:pt x="24396" y="29006"/>
                  </a:lnTo>
                  <a:lnTo>
                    <a:pt x="23406" y="29006"/>
                  </a:lnTo>
                  <a:lnTo>
                    <a:pt x="24193" y="36588"/>
                  </a:lnTo>
                  <a:lnTo>
                    <a:pt x="25095" y="37680"/>
                  </a:lnTo>
                  <a:lnTo>
                    <a:pt x="27838" y="37680"/>
                  </a:lnTo>
                  <a:lnTo>
                    <a:pt x="28524" y="37249"/>
                  </a:lnTo>
                  <a:lnTo>
                    <a:pt x="28968" y="36525"/>
                  </a:lnTo>
                  <a:lnTo>
                    <a:pt x="29070" y="37541"/>
                  </a:lnTo>
                  <a:lnTo>
                    <a:pt x="30060" y="37541"/>
                  </a:lnTo>
                  <a:close/>
                </a:path>
                <a:path w="554989" h="41909">
                  <a:moveTo>
                    <a:pt x="36563" y="36614"/>
                  </a:moveTo>
                  <a:lnTo>
                    <a:pt x="36258" y="33705"/>
                  </a:lnTo>
                  <a:lnTo>
                    <a:pt x="35509" y="32943"/>
                  </a:lnTo>
                  <a:lnTo>
                    <a:pt x="32715" y="32219"/>
                  </a:lnTo>
                  <a:lnTo>
                    <a:pt x="32232" y="31851"/>
                  </a:lnTo>
                  <a:lnTo>
                    <a:pt x="32118" y="30581"/>
                  </a:lnTo>
                  <a:lnTo>
                    <a:pt x="32600" y="30086"/>
                  </a:lnTo>
                  <a:lnTo>
                    <a:pt x="34150" y="30086"/>
                  </a:lnTo>
                  <a:lnTo>
                    <a:pt x="34683" y="30518"/>
                  </a:lnTo>
                  <a:lnTo>
                    <a:pt x="34836" y="31102"/>
                  </a:lnTo>
                  <a:lnTo>
                    <a:pt x="35737" y="31102"/>
                  </a:lnTo>
                  <a:lnTo>
                    <a:pt x="35509" y="29806"/>
                  </a:lnTo>
                  <a:lnTo>
                    <a:pt x="34544" y="28867"/>
                  </a:lnTo>
                  <a:lnTo>
                    <a:pt x="31788" y="28867"/>
                  </a:lnTo>
                  <a:lnTo>
                    <a:pt x="31127" y="29921"/>
                  </a:lnTo>
                  <a:lnTo>
                    <a:pt x="31394" y="32575"/>
                  </a:lnTo>
                  <a:lnTo>
                    <a:pt x="32169" y="33324"/>
                  </a:lnTo>
                  <a:lnTo>
                    <a:pt x="34975" y="34036"/>
                  </a:lnTo>
                  <a:lnTo>
                    <a:pt x="35420" y="34302"/>
                  </a:lnTo>
                  <a:lnTo>
                    <a:pt x="35585" y="35890"/>
                  </a:lnTo>
                  <a:lnTo>
                    <a:pt x="35001" y="36461"/>
                  </a:lnTo>
                  <a:lnTo>
                    <a:pt x="33210" y="36461"/>
                  </a:lnTo>
                  <a:lnTo>
                    <a:pt x="32473" y="35826"/>
                  </a:lnTo>
                  <a:lnTo>
                    <a:pt x="32308" y="35115"/>
                  </a:lnTo>
                  <a:lnTo>
                    <a:pt x="31407" y="35115"/>
                  </a:lnTo>
                  <a:lnTo>
                    <a:pt x="31635" y="36614"/>
                  </a:lnTo>
                  <a:lnTo>
                    <a:pt x="32715" y="37680"/>
                  </a:lnTo>
                  <a:lnTo>
                    <a:pt x="35801" y="37680"/>
                  </a:lnTo>
                  <a:lnTo>
                    <a:pt x="36563" y="36614"/>
                  </a:lnTo>
                  <a:close/>
                </a:path>
                <a:path w="554989" h="41909">
                  <a:moveTo>
                    <a:pt x="39204" y="37160"/>
                  </a:moveTo>
                  <a:lnTo>
                    <a:pt x="39077" y="35966"/>
                  </a:lnTo>
                  <a:lnTo>
                    <a:pt x="38658" y="35483"/>
                  </a:lnTo>
                  <a:lnTo>
                    <a:pt x="37757" y="35483"/>
                  </a:lnTo>
                  <a:lnTo>
                    <a:pt x="37439" y="35966"/>
                  </a:lnTo>
                  <a:lnTo>
                    <a:pt x="37503" y="36550"/>
                  </a:lnTo>
                  <a:lnTo>
                    <a:pt x="37566" y="37160"/>
                  </a:lnTo>
                  <a:lnTo>
                    <a:pt x="37985" y="37642"/>
                  </a:lnTo>
                  <a:lnTo>
                    <a:pt x="38887" y="37642"/>
                  </a:lnTo>
                  <a:lnTo>
                    <a:pt x="39204" y="37160"/>
                  </a:lnTo>
                  <a:close/>
                </a:path>
                <a:path w="554989" h="41909">
                  <a:moveTo>
                    <a:pt x="51727" y="37541"/>
                  </a:moveTo>
                  <a:lnTo>
                    <a:pt x="51600" y="36182"/>
                  </a:lnTo>
                  <a:lnTo>
                    <a:pt x="46736" y="36182"/>
                  </a:lnTo>
                  <a:lnTo>
                    <a:pt x="45440" y="23685"/>
                  </a:lnTo>
                  <a:lnTo>
                    <a:pt x="44361" y="23685"/>
                  </a:lnTo>
                  <a:lnTo>
                    <a:pt x="45796" y="37541"/>
                  </a:lnTo>
                  <a:lnTo>
                    <a:pt x="51727" y="37541"/>
                  </a:lnTo>
                  <a:close/>
                </a:path>
                <a:path w="554989" h="41909">
                  <a:moveTo>
                    <a:pt x="59220" y="35687"/>
                  </a:moveTo>
                  <a:lnTo>
                    <a:pt x="58712" y="30861"/>
                  </a:lnTo>
                  <a:lnTo>
                    <a:pt x="58102" y="30162"/>
                  </a:lnTo>
                  <a:lnTo>
                    <a:pt x="58102" y="34975"/>
                  </a:lnTo>
                  <a:lnTo>
                    <a:pt x="57251" y="36474"/>
                  </a:lnTo>
                  <a:lnTo>
                    <a:pt x="54622" y="36474"/>
                  </a:lnTo>
                  <a:lnTo>
                    <a:pt x="53441" y="34975"/>
                  </a:lnTo>
                  <a:lnTo>
                    <a:pt x="53086" y="31572"/>
                  </a:lnTo>
                  <a:lnTo>
                    <a:pt x="53962" y="30137"/>
                  </a:lnTo>
                  <a:lnTo>
                    <a:pt x="56591" y="30137"/>
                  </a:lnTo>
                  <a:lnTo>
                    <a:pt x="57759" y="31572"/>
                  </a:lnTo>
                  <a:lnTo>
                    <a:pt x="58102" y="34975"/>
                  </a:lnTo>
                  <a:lnTo>
                    <a:pt x="58102" y="30162"/>
                  </a:lnTo>
                  <a:lnTo>
                    <a:pt x="56984" y="28867"/>
                  </a:lnTo>
                  <a:lnTo>
                    <a:pt x="53301" y="28867"/>
                  </a:lnTo>
                  <a:lnTo>
                    <a:pt x="51993" y="30861"/>
                  </a:lnTo>
                  <a:lnTo>
                    <a:pt x="52476" y="35687"/>
                  </a:lnTo>
                  <a:lnTo>
                    <a:pt x="54216" y="37769"/>
                  </a:lnTo>
                  <a:lnTo>
                    <a:pt x="57899" y="37769"/>
                  </a:lnTo>
                  <a:lnTo>
                    <a:pt x="58712" y="36474"/>
                  </a:lnTo>
                  <a:lnTo>
                    <a:pt x="59220" y="35687"/>
                  </a:lnTo>
                  <a:close/>
                </a:path>
                <a:path w="554989" h="41909">
                  <a:moveTo>
                    <a:pt x="63373" y="30149"/>
                  </a:moveTo>
                  <a:lnTo>
                    <a:pt x="63233" y="28867"/>
                  </a:lnTo>
                  <a:lnTo>
                    <a:pt x="62331" y="28867"/>
                  </a:lnTo>
                  <a:lnTo>
                    <a:pt x="61620" y="29375"/>
                  </a:lnTo>
                  <a:lnTo>
                    <a:pt x="61163" y="30162"/>
                  </a:lnTo>
                  <a:lnTo>
                    <a:pt x="61048" y="29006"/>
                  </a:lnTo>
                  <a:lnTo>
                    <a:pt x="60058" y="29006"/>
                  </a:lnTo>
                  <a:lnTo>
                    <a:pt x="60934" y="37553"/>
                  </a:lnTo>
                  <a:lnTo>
                    <a:pt x="61937" y="37553"/>
                  </a:lnTo>
                  <a:lnTo>
                    <a:pt x="61264" y="31076"/>
                  </a:lnTo>
                  <a:lnTo>
                    <a:pt x="62217" y="30149"/>
                  </a:lnTo>
                  <a:lnTo>
                    <a:pt x="63373" y="30149"/>
                  </a:lnTo>
                  <a:close/>
                </a:path>
                <a:path w="554989" h="41909">
                  <a:moveTo>
                    <a:pt x="71285" y="33896"/>
                  </a:moveTo>
                  <a:lnTo>
                    <a:pt x="71158" y="32651"/>
                  </a:lnTo>
                  <a:lnTo>
                    <a:pt x="70967" y="30861"/>
                  </a:lnTo>
                  <a:lnTo>
                    <a:pt x="70345" y="30137"/>
                  </a:lnTo>
                  <a:lnTo>
                    <a:pt x="70078" y="29832"/>
                  </a:lnTo>
                  <a:lnTo>
                    <a:pt x="70078" y="32651"/>
                  </a:lnTo>
                  <a:lnTo>
                    <a:pt x="65506" y="32651"/>
                  </a:lnTo>
                  <a:lnTo>
                    <a:pt x="65570" y="31229"/>
                  </a:lnTo>
                  <a:lnTo>
                    <a:pt x="66382" y="30137"/>
                  </a:lnTo>
                  <a:lnTo>
                    <a:pt x="68681" y="30137"/>
                  </a:lnTo>
                  <a:lnTo>
                    <a:pt x="69710" y="31229"/>
                  </a:lnTo>
                  <a:lnTo>
                    <a:pt x="70078" y="32651"/>
                  </a:lnTo>
                  <a:lnTo>
                    <a:pt x="70078" y="29832"/>
                  </a:lnTo>
                  <a:lnTo>
                    <a:pt x="69240" y="28867"/>
                  </a:lnTo>
                  <a:lnTo>
                    <a:pt x="65557" y="28867"/>
                  </a:lnTo>
                  <a:lnTo>
                    <a:pt x="64249" y="30861"/>
                  </a:lnTo>
                  <a:lnTo>
                    <a:pt x="64744" y="35687"/>
                  </a:lnTo>
                  <a:lnTo>
                    <a:pt x="66471" y="37769"/>
                  </a:lnTo>
                  <a:lnTo>
                    <a:pt x="69634" y="37769"/>
                  </a:lnTo>
                  <a:lnTo>
                    <a:pt x="70700" y="36766"/>
                  </a:lnTo>
                  <a:lnTo>
                    <a:pt x="70777" y="36474"/>
                  </a:lnTo>
                  <a:lnTo>
                    <a:pt x="71094" y="35293"/>
                  </a:lnTo>
                  <a:lnTo>
                    <a:pt x="69875" y="35293"/>
                  </a:lnTo>
                  <a:lnTo>
                    <a:pt x="69519" y="35991"/>
                  </a:lnTo>
                  <a:lnTo>
                    <a:pt x="68948" y="36474"/>
                  </a:lnTo>
                  <a:lnTo>
                    <a:pt x="67030" y="36474"/>
                  </a:lnTo>
                  <a:lnTo>
                    <a:pt x="65976" y="35293"/>
                  </a:lnTo>
                  <a:lnTo>
                    <a:pt x="65633" y="33896"/>
                  </a:lnTo>
                  <a:lnTo>
                    <a:pt x="71285" y="33896"/>
                  </a:lnTo>
                  <a:close/>
                </a:path>
                <a:path w="554989" h="41909">
                  <a:moveTo>
                    <a:pt x="82880" y="37541"/>
                  </a:moveTo>
                  <a:lnTo>
                    <a:pt x="82384" y="32677"/>
                  </a:lnTo>
                  <a:lnTo>
                    <a:pt x="82092" y="29946"/>
                  </a:lnTo>
                  <a:lnTo>
                    <a:pt x="81229" y="28867"/>
                  </a:lnTo>
                  <a:lnTo>
                    <a:pt x="78574" y="28867"/>
                  </a:lnTo>
                  <a:lnTo>
                    <a:pt x="77863" y="29464"/>
                  </a:lnTo>
                  <a:lnTo>
                    <a:pt x="77520" y="30518"/>
                  </a:lnTo>
                  <a:lnTo>
                    <a:pt x="77063" y="29349"/>
                  </a:lnTo>
                  <a:lnTo>
                    <a:pt x="76301" y="28867"/>
                  </a:lnTo>
                  <a:lnTo>
                    <a:pt x="74345" y="28867"/>
                  </a:lnTo>
                  <a:lnTo>
                    <a:pt x="73723" y="29286"/>
                  </a:lnTo>
                  <a:lnTo>
                    <a:pt x="73329" y="30035"/>
                  </a:lnTo>
                  <a:lnTo>
                    <a:pt x="73228" y="28994"/>
                  </a:lnTo>
                  <a:lnTo>
                    <a:pt x="72237" y="28994"/>
                  </a:lnTo>
                  <a:lnTo>
                    <a:pt x="73126" y="37541"/>
                  </a:lnTo>
                  <a:lnTo>
                    <a:pt x="74117" y="37541"/>
                  </a:lnTo>
                  <a:lnTo>
                    <a:pt x="73431" y="31013"/>
                  </a:lnTo>
                  <a:lnTo>
                    <a:pt x="74091" y="30149"/>
                  </a:lnTo>
                  <a:lnTo>
                    <a:pt x="76250" y="30149"/>
                  </a:lnTo>
                  <a:lnTo>
                    <a:pt x="76835" y="30988"/>
                  </a:lnTo>
                  <a:lnTo>
                    <a:pt x="77508" y="37541"/>
                  </a:lnTo>
                  <a:lnTo>
                    <a:pt x="78498" y="37541"/>
                  </a:lnTo>
                  <a:lnTo>
                    <a:pt x="77825" y="31013"/>
                  </a:lnTo>
                  <a:lnTo>
                    <a:pt x="78486" y="30149"/>
                  </a:lnTo>
                  <a:lnTo>
                    <a:pt x="80645" y="30149"/>
                  </a:lnTo>
                  <a:lnTo>
                    <a:pt x="81216" y="30988"/>
                  </a:lnTo>
                  <a:lnTo>
                    <a:pt x="81889" y="37541"/>
                  </a:lnTo>
                  <a:lnTo>
                    <a:pt x="82880" y="37541"/>
                  </a:lnTo>
                  <a:close/>
                </a:path>
                <a:path w="554989" h="41909">
                  <a:moveTo>
                    <a:pt x="89420" y="26860"/>
                  </a:moveTo>
                  <a:lnTo>
                    <a:pt x="89319" y="25869"/>
                  </a:lnTo>
                  <a:lnTo>
                    <a:pt x="88950" y="25450"/>
                  </a:lnTo>
                  <a:lnTo>
                    <a:pt x="88188" y="25450"/>
                  </a:lnTo>
                  <a:lnTo>
                    <a:pt x="87922" y="25869"/>
                  </a:lnTo>
                  <a:lnTo>
                    <a:pt x="88023" y="26860"/>
                  </a:lnTo>
                  <a:lnTo>
                    <a:pt x="88366" y="27266"/>
                  </a:lnTo>
                  <a:lnTo>
                    <a:pt x="89141" y="27266"/>
                  </a:lnTo>
                  <a:lnTo>
                    <a:pt x="89420" y="26860"/>
                  </a:lnTo>
                  <a:close/>
                </a:path>
                <a:path w="554989" h="41909">
                  <a:moveTo>
                    <a:pt x="90373" y="37541"/>
                  </a:moveTo>
                  <a:lnTo>
                    <a:pt x="89471" y="29006"/>
                  </a:lnTo>
                  <a:lnTo>
                    <a:pt x="88455" y="29006"/>
                  </a:lnTo>
                  <a:lnTo>
                    <a:pt x="89344" y="37541"/>
                  </a:lnTo>
                  <a:lnTo>
                    <a:pt x="90373" y="37541"/>
                  </a:lnTo>
                  <a:close/>
                </a:path>
                <a:path w="554989" h="41909">
                  <a:moveTo>
                    <a:pt x="98907" y="35687"/>
                  </a:moveTo>
                  <a:lnTo>
                    <a:pt x="98412" y="30861"/>
                  </a:lnTo>
                  <a:lnTo>
                    <a:pt x="97802" y="30162"/>
                  </a:lnTo>
                  <a:lnTo>
                    <a:pt x="97802" y="34975"/>
                  </a:lnTo>
                  <a:lnTo>
                    <a:pt x="96964" y="36474"/>
                  </a:lnTo>
                  <a:lnTo>
                    <a:pt x="94361" y="36474"/>
                  </a:lnTo>
                  <a:lnTo>
                    <a:pt x="94119" y="36182"/>
                  </a:lnTo>
                  <a:lnTo>
                    <a:pt x="93078" y="34975"/>
                  </a:lnTo>
                  <a:lnTo>
                    <a:pt x="92722" y="31572"/>
                  </a:lnTo>
                  <a:lnTo>
                    <a:pt x="93522" y="30403"/>
                  </a:lnTo>
                  <a:lnTo>
                    <a:pt x="93713" y="30137"/>
                  </a:lnTo>
                  <a:lnTo>
                    <a:pt x="96316" y="30137"/>
                  </a:lnTo>
                  <a:lnTo>
                    <a:pt x="97447" y="31572"/>
                  </a:lnTo>
                  <a:lnTo>
                    <a:pt x="97802" y="34975"/>
                  </a:lnTo>
                  <a:lnTo>
                    <a:pt x="97802" y="30162"/>
                  </a:lnTo>
                  <a:lnTo>
                    <a:pt x="96685" y="28867"/>
                  </a:lnTo>
                  <a:lnTo>
                    <a:pt x="93840" y="28867"/>
                  </a:lnTo>
                  <a:lnTo>
                    <a:pt x="93040" y="29476"/>
                  </a:lnTo>
                  <a:lnTo>
                    <a:pt x="92544" y="30403"/>
                  </a:lnTo>
                  <a:lnTo>
                    <a:pt x="92392" y="29006"/>
                  </a:lnTo>
                  <a:lnTo>
                    <a:pt x="91414" y="29006"/>
                  </a:lnTo>
                  <a:lnTo>
                    <a:pt x="92697" y="41427"/>
                  </a:lnTo>
                  <a:lnTo>
                    <a:pt x="93687" y="41427"/>
                  </a:lnTo>
                  <a:lnTo>
                    <a:pt x="93141" y="36182"/>
                  </a:lnTo>
                  <a:lnTo>
                    <a:pt x="93827" y="37134"/>
                  </a:lnTo>
                  <a:lnTo>
                    <a:pt x="94767" y="37769"/>
                  </a:lnTo>
                  <a:lnTo>
                    <a:pt x="97599" y="37769"/>
                  </a:lnTo>
                  <a:lnTo>
                    <a:pt x="98412" y="36474"/>
                  </a:lnTo>
                  <a:lnTo>
                    <a:pt x="98907" y="35687"/>
                  </a:lnTo>
                  <a:close/>
                </a:path>
                <a:path w="554989" h="41909">
                  <a:moveTo>
                    <a:pt x="105016" y="36614"/>
                  </a:moveTo>
                  <a:lnTo>
                    <a:pt x="104711" y="33705"/>
                  </a:lnTo>
                  <a:lnTo>
                    <a:pt x="103962" y="32943"/>
                  </a:lnTo>
                  <a:lnTo>
                    <a:pt x="101155" y="32219"/>
                  </a:lnTo>
                  <a:lnTo>
                    <a:pt x="100685" y="31851"/>
                  </a:lnTo>
                  <a:lnTo>
                    <a:pt x="100558" y="30581"/>
                  </a:lnTo>
                  <a:lnTo>
                    <a:pt x="101053" y="30086"/>
                  </a:lnTo>
                  <a:lnTo>
                    <a:pt x="102603" y="30086"/>
                  </a:lnTo>
                  <a:lnTo>
                    <a:pt x="103136" y="30518"/>
                  </a:lnTo>
                  <a:lnTo>
                    <a:pt x="103289" y="31102"/>
                  </a:lnTo>
                  <a:lnTo>
                    <a:pt x="104190" y="31102"/>
                  </a:lnTo>
                  <a:lnTo>
                    <a:pt x="103949" y="29806"/>
                  </a:lnTo>
                  <a:lnTo>
                    <a:pt x="102997" y="28867"/>
                  </a:lnTo>
                  <a:lnTo>
                    <a:pt x="100241" y="28867"/>
                  </a:lnTo>
                  <a:lnTo>
                    <a:pt x="99580" y="29921"/>
                  </a:lnTo>
                  <a:lnTo>
                    <a:pt x="99847" y="32575"/>
                  </a:lnTo>
                  <a:lnTo>
                    <a:pt x="100622" y="33324"/>
                  </a:lnTo>
                  <a:lnTo>
                    <a:pt x="103428" y="34036"/>
                  </a:lnTo>
                  <a:lnTo>
                    <a:pt x="103873" y="34302"/>
                  </a:lnTo>
                  <a:lnTo>
                    <a:pt x="104038" y="35890"/>
                  </a:lnTo>
                  <a:lnTo>
                    <a:pt x="103454" y="36461"/>
                  </a:lnTo>
                  <a:lnTo>
                    <a:pt x="101663" y="36461"/>
                  </a:lnTo>
                  <a:lnTo>
                    <a:pt x="100926" y="35826"/>
                  </a:lnTo>
                  <a:lnTo>
                    <a:pt x="100761" y="35115"/>
                  </a:lnTo>
                  <a:lnTo>
                    <a:pt x="99860" y="35115"/>
                  </a:lnTo>
                  <a:lnTo>
                    <a:pt x="100076" y="36614"/>
                  </a:lnTo>
                  <a:lnTo>
                    <a:pt x="101168" y="37680"/>
                  </a:lnTo>
                  <a:lnTo>
                    <a:pt x="104254" y="37680"/>
                  </a:lnTo>
                  <a:lnTo>
                    <a:pt x="105016" y="36614"/>
                  </a:lnTo>
                  <a:close/>
                </a:path>
                <a:path w="554989" h="41909">
                  <a:moveTo>
                    <a:pt x="112344" y="37541"/>
                  </a:moveTo>
                  <a:lnTo>
                    <a:pt x="111455" y="29006"/>
                  </a:lnTo>
                  <a:lnTo>
                    <a:pt x="110464" y="29006"/>
                  </a:lnTo>
                  <a:lnTo>
                    <a:pt x="111137" y="35433"/>
                  </a:lnTo>
                  <a:lnTo>
                    <a:pt x="110426" y="36410"/>
                  </a:lnTo>
                  <a:lnTo>
                    <a:pt x="108026" y="36410"/>
                  </a:lnTo>
                  <a:lnTo>
                    <a:pt x="107353" y="35572"/>
                  </a:lnTo>
                  <a:lnTo>
                    <a:pt x="106680" y="29006"/>
                  </a:lnTo>
                  <a:lnTo>
                    <a:pt x="105689" y="29006"/>
                  </a:lnTo>
                  <a:lnTo>
                    <a:pt x="106476" y="36588"/>
                  </a:lnTo>
                  <a:lnTo>
                    <a:pt x="107378" y="37680"/>
                  </a:lnTo>
                  <a:lnTo>
                    <a:pt x="110121" y="37680"/>
                  </a:lnTo>
                  <a:lnTo>
                    <a:pt x="110807" y="37249"/>
                  </a:lnTo>
                  <a:lnTo>
                    <a:pt x="111239" y="36525"/>
                  </a:lnTo>
                  <a:lnTo>
                    <a:pt x="111353" y="37541"/>
                  </a:lnTo>
                  <a:lnTo>
                    <a:pt x="112344" y="37541"/>
                  </a:lnTo>
                  <a:close/>
                </a:path>
                <a:path w="554989" h="41909">
                  <a:moveTo>
                    <a:pt x="124079" y="37541"/>
                  </a:moveTo>
                  <a:lnTo>
                    <a:pt x="123571" y="32677"/>
                  </a:lnTo>
                  <a:lnTo>
                    <a:pt x="123291" y="29946"/>
                  </a:lnTo>
                  <a:lnTo>
                    <a:pt x="122440" y="28867"/>
                  </a:lnTo>
                  <a:lnTo>
                    <a:pt x="119773" y="28867"/>
                  </a:lnTo>
                  <a:lnTo>
                    <a:pt x="119062" y="29464"/>
                  </a:lnTo>
                  <a:lnTo>
                    <a:pt x="118719" y="30518"/>
                  </a:lnTo>
                  <a:lnTo>
                    <a:pt x="118262" y="29349"/>
                  </a:lnTo>
                  <a:lnTo>
                    <a:pt x="117500" y="28867"/>
                  </a:lnTo>
                  <a:lnTo>
                    <a:pt x="115544" y="28867"/>
                  </a:lnTo>
                  <a:lnTo>
                    <a:pt x="114922" y="29286"/>
                  </a:lnTo>
                  <a:lnTo>
                    <a:pt x="114528" y="30035"/>
                  </a:lnTo>
                  <a:lnTo>
                    <a:pt x="114427" y="28994"/>
                  </a:lnTo>
                  <a:lnTo>
                    <a:pt x="113436" y="28994"/>
                  </a:lnTo>
                  <a:lnTo>
                    <a:pt x="114325" y="37541"/>
                  </a:lnTo>
                  <a:lnTo>
                    <a:pt x="115303" y="37541"/>
                  </a:lnTo>
                  <a:lnTo>
                    <a:pt x="114630" y="31013"/>
                  </a:lnTo>
                  <a:lnTo>
                    <a:pt x="115290" y="30149"/>
                  </a:lnTo>
                  <a:lnTo>
                    <a:pt x="117449" y="30149"/>
                  </a:lnTo>
                  <a:lnTo>
                    <a:pt x="118021" y="30988"/>
                  </a:lnTo>
                  <a:lnTo>
                    <a:pt x="118706" y="37541"/>
                  </a:lnTo>
                  <a:lnTo>
                    <a:pt x="119697" y="37541"/>
                  </a:lnTo>
                  <a:lnTo>
                    <a:pt x="119024" y="31013"/>
                  </a:lnTo>
                  <a:lnTo>
                    <a:pt x="119684" y="30149"/>
                  </a:lnTo>
                  <a:lnTo>
                    <a:pt x="121843" y="30149"/>
                  </a:lnTo>
                  <a:lnTo>
                    <a:pt x="122415" y="30988"/>
                  </a:lnTo>
                  <a:lnTo>
                    <a:pt x="123088" y="37541"/>
                  </a:lnTo>
                  <a:lnTo>
                    <a:pt x="124079" y="37541"/>
                  </a:lnTo>
                  <a:close/>
                </a:path>
                <a:path w="554989" h="41909">
                  <a:moveTo>
                    <a:pt x="136829" y="37541"/>
                  </a:moveTo>
                  <a:lnTo>
                    <a:pt x="136690" y="36182"/>
                  </a:lnTo>
                  <a:lnTo>
                    <a:pt x="136093" y="30403"/>
                  </a:lnTo>
                  <a:lnTo>
                    <a:pt x="135521" y="24917"/>
                  </a:lnTo>
                  <a:lnTo>
                    <a:pt x="135521" y="34975"/>
                  </a:lnTo>
                  <a:lnTo>
                    <a:pt x="134543" y="36474"/>
                  </a:lnTo>
                  <a:lnTo>
                    <a:pt x="131940" y="36474"/>
                  </a:lnTo>
                  <a:lnTo>
                    <a:pt x="130797" y="34975"/>
                  </a:lnTo>
                  <a:lnTo>
                    <a:pt x="130441" y="31572"/>
                  </a:lnTo>
                  <a:lnTo>
                    <a:pt x="131279" y="30137"/>
                  </a:lnTo>
                  <a:lnTo>
                    <a:pt x="133883" y="30137"/>
                  </a:lnTo>
                  <a:lnTo>
                    <a:pt x="135166" y="31572"/>
                  </a:lnTo>
                  <a:lnTo>
                    <a:pt x="135521" y="34975"/>
                  </a:lnTo>
                  <a:lnTo>
                    <a:pt x="135521" y="24917"/>
                  </a:lnTo>
                  <a:lnTo>
                    <a:pt x="135394" y="23685"/>
                  </a:lnTo>
                  <a:lnTo>
                    <a:pt x="134404" y="23685"/>
                  </a:lnTo>
                  <a:lnTo>
                    <a:pt x="135102" y="30403"/>
                  </a:lnTo>
                  <a:lnTo>
                    <a:pt x="134912" y="30137"/>
                  </a:lnTo>
                  <a:lnTo>
                    <a:pt x="134416" y="29476"/>
                  </a:lnTo>
                  <a:lnTo>
                    <a:pt x="133489" y="28867"/>
                  </a:lnTo>
                  <a:lnTo>
                    <a:pt x="130644" y="28867"/>
                  </a:lnTo>
                  <a:lnTo>
                    <a:pt x="129336" y="30861"/>
                  </a:lnTo>
                  <a:lnTo>
                    <a:pt x="129832" y="35687"/>
                  </a:lnTo>
                  <a:lnTo>
                    <a:pt x="131572" y="37769"/>
                  </a:lnTo>
                  <a:lnTo>
                    <a:pt x="134404" y="37769"/>
                  </a:lnTo>
                  <a:lnTo>
                    <a:pt x="135216" y="37134"/>
                  </a:lnTo>
                  <a:lnTo>
                    <a:pt x="135547" y="36474"/>
                  </a:lnTo>
                  <a:lnTo>
                    <a:pt x="135699" y="36182"/>
                  </a:lnTo>
                  <a:lnTo>
                    <a:pt x="135839" y="37541"/>
                  </a:lnTo>
                  <a:lnTo>
                    <a:pt x="136829" y="37541"/>
                  </a:lnTo>
                  <a:close/>
                </a:path>
                <a:path w="554989" h="41909">
                  <a:moveTo>
                    <a:pt x="144830" y="35687"/>
                  </a:moveTo>
                  <a:lnTo>
                    <a:pt x="144335" y="30861"/>
                  </a:lnTo>
                  <a:lnTo>
                    <a:pt x="143725" y="30175"/>
                  </a:lnTo>
                  <a:lnTo>
                    <a:pt x="143725" y="34975"/>
                  </a:lnTo>
                  <a:lnTo>
                    <a:pt x="142862" y="36474"/>
                  </a:lnTo>
                  <a:lnTo>
                    <a:pt x="140233" y="36474"/>
                  </a:lnTo>
                  <a:lnTo>
                    <a:pt x="139065" y="34975"/>
                  </a:lnTo>
                  <a:lnTo>
                    <a:pt x="138709" y="31572"/>
                  </a:lnTo>
                  <a:lnTo>
                    <a:pt x="139585" y="30137"/>
                  </a:lnTo>
                  <a:lnTo>
                    <a:pt x="142201" y="30137"/>
                  </a:lnTo>
                  <a:lnTo>
                    <a:pt x="143383" y="31572"/>
                  </a:lnTo>
                  <a:lnTo>
                    <a:pt x="143725" y="34975"/>
                  </a:lnTo>
                  <a:lnTo>
                    <a:pt x="143725" y="30175"/>
                  </a:lnTo>
                  <a:lnTo>
                    <a:pt x="142608" y="28867"/>
                  </a:lnTo>
                  <a:lnTo>
                    <a:pt x="138912" y="28867"/>
                  </a:lnTo>
                  <a:lnTo>
                    <a:pt x="137604" y="30861"/>
                  </a:lnTo>
                  <a:lnTo>
                    <a:pt x="138099" y="35687"/>
                  </a:lnTo>
                  <a:lnTo>
                    <a:pt x="139839" y="37769"/>
                  </a:lnTo>
                  <a:lnTo>
                    <a:pt x="143522" y="37769"/>
                  </a:lnTo>
                  <a:lnTo>
                    <a:pt x="144335" y="36474"/>
                  </a:lnTo>
                  <a:lnTo>
                    <a:pt x="144830" y="35687"/>
                  </a:lnTo>
                  <a:close/>
                </a:path>
                <a:path w="554989" h="41909">
                  <a:moveTo>
                    <a:pt x="147472" y="37541"/>
                  </a:moveTo>
                  <a:lnTo>
                    <a:pt x="146037" y="23685"/>
                  </a:lnTo>
                  <a:lnTo>
                    <a:pt x="145046" y="23685"/>
                  </a:lnTo>
                  <a:lnTo>
                    <a:pt x="146481" y="37541"/>
                  </a:lnTo>
                  <a:lnTo>
                    <a:pt x="147472" y="37541"/>
                  </a:lnTo>
                  <a:close/>
                </a:path>
                <a:path w="554989" h="41909">
                  <a:moveTo>
                    <a:pt x="155486" y="35687"/>
                  </a:moveTo>
                  <a:lnTo>
                    <a:pt x="154978" y="30861"/>
                  </a:lnTo>
                  <a:lnTo>
                    <a:pt x="154381" y="30175"/>
                  </a:lnTo>
                  <a:lnTo>
                    <a:pt x="154381" y="34975"/>
                  </a:lnTo>
                  <a:lnTo>
                    <a:pt x="153517" y="36474"/>
                  </a:lnTo>
                  <a:lnTo>
                    <a:pt x="150888" y="36474"/>
                  </a:lnTo>
                  <a:lnTo>
                    <a:pt x="149720" y="34975"/>
                  </a:lnTo>
                  <a:lnTo>
                    <a:pt x="149364" y="31572"/>
                  </a:lnTo>
                  <a:lnTo>
                    <a:pt x="150228" y="30137"/>
                  </a:lnTo>
                  <a:lnTo>
                    <a:pt x="152857" y="30137"/>
                  </a:lnTo>
                  <a:lnTo>
                    <a:pt x="154025" y="31572"/>
                  </a:lnTo>
                  <a:lnTo>
                    <a:pt x="154381" y="34975"/>
                  </a:lnTo>
                  <a:lnTo>
                    <a:pt x="154381" y="30175"/>
                  </a:lnTo>
                  <a:lnTo>
                    <a:pt x="153250" y="28867"/>
                  </a:lnTo>
                  <a:lnTo>
                    <a:pt x="149567" y="28867"/>
                  </a:lnTo>
                  <a:lnTo>
                    <a:pt x="148247" y="30861"/>
                  </a:lnTo>
                  <a:lnTo>
                    <a:pt x="148755" y="35687"/>
                  </a:lnTo>
                  <a:lnTo>
                    <a:pt x="150495" y="37769"/>
                  </a:lnTo>
                  <a:lnTo>
                    <a:pt x="154178" y="37769"/>
                  </a:lnTo>
                  <a:lnTo>
                    <a:pt x="154990" y="36474"/>
                  </a:lnTo>
                  <a:lnTo>
                    <a:pt x="155486" y="35687"/>
                  </a:lnTo>
                  <a:close/>
                </a:path>
                <a:path w="554989" h="41909">
                  <a:moveTo>
                    <a:pt x="159639" y="30149"/>
                  </a:moveTo>
                  <a:lnTo>
                    <a:pt x="159499" y="28867"/>
                  </a:lnTo>
                  <a:lnTo>
                    <a:pt x="158597" y="28867"/>
                  </a:lnTo>
                  <a:lnTo>
                    <a:pt x="157886" y="29375"/>
                  </a:lnTo>
                  <a:lnTo>
                    <a:pt x="157441" y="30162"/>
                  </a:lnTo>
                  <a:lnTo>
                    <a:pt x="157314" y="29006"/>
                  </a:lnTo>
                  <a:lnTo>
                    <a:pt x="156324" y="29006"/>
                  </a:lnTo>
                  <a:lnTo>
                    <a:pt x="157213" y="37553"/>
                  </a:lnTo>
                  <a:lnTo>
                    <a:pt x="158203" y="37553"/>
                  </a:lnTo>
                  <a:lnTo>
                    <a:pt x="157530" y="31076"/>
                  </a:lnTo>
                  <a:lnTo>
                    <a:pt x="158483" y="30149"/>
                  </a:lnTo>
                  <a:lnTo>
                    <a:pt x="159639" y="30149"/>
                  </a:lnTo>
                  <a:close/>
                </a:path>
                <a:path w="554989" h="41909">
                  <a:moveTo>
                    <a:pt x="170599" y="36614"/>
                  </a:moveTo>
                  <a:lnTo>
                    <a:pt x="170294" y="33705"/>
                  </a:lnTo>
                  <a:lnTo>
                    <a:pt x="169545" y="32943"/>
                  </a:lnTo>
                  <a:lnTo>
                    <a:pt x="166738" y="32219"/>
                  </a:lnTo>
                  <a:lnTo>
                    <a:pt x="166268" y="31851"/>
                  </a:lnTo>
                  <a:lnTo>
                    <a:pt x="166141" y="30581"/>
                  </a:lnTo>
                  <a:lnTo>
                    <a:pt x="166636" y="30086"/>
                  </a:lnTo>
                  <a:lnTo>
                    <a:pt x="168186" y="30086"/>
                  </a:lnTo>
                  <a:lnTo>
                    <a:pt x="168719" y="30518"/>
                  </a:lnTo>
                  <a:lnTo>
                    <a:pt x="168871" y="31102"/>
                  </a:lnTo>
                  <a:lnTo>
                    <a:pt x="169773" y="31102"/>
                  </a:lnTo>
                  <a:lnTo>
                    <a:pt x="169532" y="29806"/>
                  </a:lnTo>
                  <a:lnTo>
                    <a:pt x="168579" y="28867"/>
                  </a:lnTo>
                  <a:lnTo>
                    <a:pt x="165823" y="28867"/>
                  </a:lnTo>
                  <a:lnTo>
                    <a:pt x="165163" y="29921"/>
                  </a:lnTo>
                  <a:lnTo>
                    <a:pt x="165430" y="32575"/>
                  </a:lnTo>
                  <a:lnTo>
                    <a:pt x="166204" y="33324"/>
                  </a:lnTo>
                  <a:lnTo>
                    <a:pt x="169011" y="34036"/>
                  </a:lnTo>
                  <a:lnTo>
                    <a:pt x="169456" y="34302"/>
                  </a:lnTo>
                  <a:lnTo>
                    <a:pt x="169621" y="35890"/>
                  </a:lnTo>
                  <a:lnTo>
                    <a:pt x="169037" y="36461"/>
                  </a:lnTo>
                  <a:lnTo>
                    <a:pt x="167246" y="36461"/>
                  </a:lnTo>
                  <a:lnTo>
                    <a:pt x="166509" y="35826"/>
                  </a:lnTo>
                  <a:lnTo>
                    <a:pt x="166344" y="35115"/>
                  </a:lnTo>
                  <a:lnTo>
                    <a:pt x="165442" y="35115"/>
                  </a:lnTo>
                  <a:lnTo>
                    <a:pt x="165658" y="36614"/>
                  </a:lnTo>
                  <a:lnTo>
                    <a:pt x="166751" y="37680"/>
                  </a:lnTo>
                  <a:lnTo>
                    <a:pt x="169824" y="37680"/>
                  </a:lnTo>
                  <a:lnTo>
                    <a:pt x="170599" y="36614"/>
                  </a:lnTo>
                  <a:close/>
                </a:path>
                <a:path w="554989" h="41909">
                  <a:moveTo>
                    <a:pt x="172453" y="26860"/>
                  </a:moveTo>
                  <a:lnTo>
                    <a:pt x="172339" y="25869"/>
                  </a:lnTo>
                  <a:lnTo>
                    <a:pt x="171983" y="25450"/>
                  </a:lnTo>
                  <a:lnTo>
                    <a:pt x="171208" y="25450"/>
                  </a:lnTo>
                  <a:lnTo>
                    <a:pt x="170942" y="25869"/>
                  </a:lnTo>
                  <a:lnTo>
                    <a:pt x="171043" y="26860"/>
                  </a:lnTo>
                  <a:lnTo>
                    <a:pt x="171386" y="27266"/>
                  </a:lnTo>
                  <a:lnTo>
                    <a:pt x="172161" y="27266"/>
                  </a:lnTo>
                  <a:lnTo>
                    <a:pt x="172453" y="26860"/>
                  </a:lnTo>
                  <a:close/>
                </a:path>
                <a:path w="554989" h="41909">
                  <a:moveTo>
                    <a:pt x="173393" y="37541"/>
                  </a:moveTo>
                  <a:lnTo>
                    <a:pt x="172516" y="29006"/>
                  </a:lnTo>
                  <a:lnTo>
                    <a:pt x="171475" y="29006"/>
                  </a:lnTo>
                  <a:lnTo>
                    <a:pt x="172351" y="37541"/>
                  </a:lnTo>
                  <a:lnTo>
                    <a:pt x="173393" y="37541"/>
                  </a:lnTo>
                  <a:close/>
                </a:path>
                <a:path w="554989" h="41909">
                  <a:moveTo>
                    <a:pt x="177533" y="30187"/>
                  </a:moveTo>
                  <a:lnTo>
                    <a:pt x="177419" y="29006"/>
                  </a:lnTo>
                  <a:lnTo>
                    <a:pt x="175945" y="29006"/>
                  </a:lnTo>
                  <a:lnTo>
                    <a:pt x="175602" y="25641"/>
                  </a:lnTo>
                  <a:lnTo>
                    <a:pt x="174625" y="25641"/>
                  </a:lnTo>
                  <a:lnTo>
                    <a:pt x="174967" y="29006"/>
                  </a:lnTo>
                  <a:lnTo>
                    <a:pt x="173990" y="29006"/>
                  </a:lnTo>
                  <a:lnTo>
                    <a:pt x="174104" y="30187"/>
                  </a:lnTo>
                  <a:lnTo>
                    <a:pt x="175094" y="30187"/>
                  </a:lnTo>
                  <a:lnTo>
                    <a:pt x="175844" y="37553"/>
                  </a:lnTo>
                  <a:lnTo>
                    <a:pt x="176847" y="37553"/>
                  </a:lnTo>
                  <a:lnTo>
                    <a:pt x="176072" y="30187"/>
                  </a:lnTo>
                  <a:lnTo>
                    <a:pt x="177533" y="30187"/>
                  </a:lnTo>
                  <a:close/>
                </a:path>
                <a:path w="554989" h="41909">
                  <a:moveTo>
                    <a:pt x="190334" y="37592"/>
                  </a:moveTo>
                  <a:lnTo>
                    <a:pt x="190195" y="36182"/>
                  </a:lnTo>
                  <a:lnTo>
                    <a:pt x="189598" y="30403"/>
                  </a:lnTo>
                  <a:lnTo>
                    <a:pt x="189445" y="29006"/>
                  </a:lnTo>
                  <a:lnTo>
                    <a:pt x="189014" y="29006"/>
                  </a:lnTo>
                  <a:lnTo>
                    <a:pt x="189014" y="34975"/>
                  </a:lnTo>
                  <a:lnTo>
                    <a:pt x="188036" y="36474"/>
                  </a:lnTo>
                  <a:lnTo>
                    <a:pt x="185432" y="36474"/>
                  </a:lnTo>
                  <a:lnTo>
                    <a:pt x="184289" y="34975"/>
                  </a:lnTo>
                  <a:lnTo>
                    <a:pt x="183934" y="31572"/>
                  </a:lnTo>
                  <a:lnTo>
                    <a:pt x="184772" y="30137"/>
                  </a:lnTo>
                  <a:lnTo>
                    <a:pt x="187375" y="30137"/>
                  </a:lnTo>
                  <a:lnTo>
                    <a:pt x="188658" y="31572"/>
                  </a:lnTo>
                  <a:lnTo>
                    <a:pt x="189014" y="34975"/>
                  </a:lnTo>
                  <a:lnTo>
                    <a:pt x="189014" y="29006"/>
                  </a:lnTo>
                  <a:lnTo>
                    <a:pt x="188468" y="29006"/>
                  </a:lnTo>
                  <a:lnTo>
                    <a:pt x="188595" y="30403"/>
                  </a:lnTo>
                  <a:lnTo>
                    <a:pt x="188404" y="30137"/>
                  </a:lnTo>
                  <a:lnTo>
                    <a:pt x="187909" y="29476"/>
                  </a:lnTo>
                  <a:lnTo>
                    <a:pt x="186969" y="28867"/>
                  </a:lnTo>
                  <a:lnTo>
                    <a:pt x="184150" y="28867"/>
                  </a:lnTo>
                  <a:lnTo>
                    <a:pt x="182829" y="30861"/>
                  </a:lnTo>
                  <a:lnTo>
                    <a:pt x="183337" y="35687"/>
                  </a:lnTo>
                  <a:lnTo>
                    <a:pt x="185064" y="37769"/>
                  </a:lnTo>
                  <a:lnTo>
                    <a:pt x="187896" y="37769"/>
                  </a:lnTo>
                  <a:lnTo>
                    <a:pt x="188709" y="37134"/>
                  </a:lnTo>
                  <a:lnTo>
                    <a:pt x="189052" y="36474"/>
                  </a:lnTo>
                  <a:lnTo>
                    <a:pt x="189204" y="36182"/>
                  </a:lnTo>
                  <a:lnTo>
                    <a:pt x="189344" y="37592"/>
                  </a:lnTo>
                  <a:lnTo>
                    <a:pt x="190334" y="37592"/>
                  </a:lnTo>
                  <a:close/>
                </a:path>
                <a:path w="554989" h="41909">
                  <a:moveTo>
                    <a:pt x="202057" y="37541"/>
                  </a:moveTo>
                  <a:lnTo>
                    <a:pt x="201561" y="32677"/>
                  </a:lnTo>
                  <a:lnTo>
                    <a:pt x="201282" y="29946"/>
                  </a:lnTo>
                  <a:lnTo>
                    <a:pt x="200406" y="28867"/>
                  </a:lnTo>
                  <a:lnTo>
                    <a:pt x="197764" y="28867"/>
                  </a:lnTo>
                  <a:lnTo>
                    <a:pt x="197053" y="29464"/>
                  </a:lnTo>
                  <a:lnTo>
                    <a:pt x="196697" y="30518"/>
                  </a:lnTo>
                  <a:lnTo>
                    <a:pt x="196240" y="29349"/>
                  </a:lnTo>
                  <a:lnTo>
                    <a:pt x="195491" y="28867"/>
                  </a:lnTo>
                  <a:lnTo>
                    <a:pt x="193535" y="28867"/>
                  </a:lnTo>
                  <a:lnTo>
                    <a:pt x="192913" y="29286"/>
                  </a:lnTo>
                  <a:lnTo>
                    <a:pt x="192519" y="30035"/>
                  </a:lnTo>
                  <a:lnTo>
                    <a:pt x="192405" y="28994"/>
                  </a:lnTo>
                  <a:lnTo>
                    <a:pt x="191427" y="28994"/>
                  </a:lnTo>
                  <a:lnTo>
                    <a:pt x="192303" y="37541"/>
                  </a:lnTo>
                  <a:lnTo>
                    <a:pt x="193294" y="37541"/>
                  </a:lnTo>
                  <a:lnTo>
                    <a:pt x="192620" y="31013"/>
                  </a:lnTo>
                  <a:lnTo>
                    <a:pt x="193281" y="30149"/>
                  </a:lnTo>
                  <a:lnTo>
                    <a:pt x="195440" y="30149"/>
                  </a:lnTo>
                  <a:lnTo>
                    <a:pt x="196011" y="30988"/>
                  </a:lnTo>
                  <a:lnTo>
                    <a:pt x="196697" y="37541"/>
                  </a:lnTo>
                  <a:lnTo>
                    <a:pt x="197688" y="37541"/>
                  </a:lnTo>
                  <a:lnTo>
                    <a:pt x="197002" y="31013"/>
                  </a:lnTo>
                  <a:lnTo>
                    <a:pt x="197662" y="30149"/>
                  </a:lnTo>
                  <a:lnTo>
                    <a:pt x="199821" y="30149"/>
                  </a:lnTo>
                  <a:lnTo>
                    <a:pt x="200393" y="30988"/>
                  </a:lnTo>
                  <a:lnTo>
                    <a:pt x="201066" y="37541"/>
                  </a:lnTo>
                  <a:lnTo>
                    <a:pt x="202057" y="37541"/>
                  </a:lnTo>
                  <a:close/>
                </a:path>
                <a:path w="554989" h="41909">
                  <a:moveTo>
                    <a:pt x="209867" y="33896"/>
                  </a:moveTo>
                  <a:lnTo>
                    <a:pt x="209740" y="32651"/>
                  </a:lnTo>
                  <a:lnTo>
                    <a:pt x="209550" y="30861"/>
                  </a:lnTo>
                  <a:lnTo>
                    <a:pt x="208927" y="30137"/>
                  </a:lnTo>
                  <a:lnTo>
                    <a:pt x="208661" y="29832"/>
                  </a:lnTo>
                  <a:lnTo>
                    <a:pt x="208661" y="32651"/>
                  </a:lnTo>
                  <a:lnTo>
                    <a:pt x="204089" y="32651"/>
                  </a:lnTo>
                  <a:lnTo>
                    <a:pt x="204165" y="31229"/>
                  </a:lnTo>
                  <a:lnTo>
                    <a:pt x="204965" y="30137"/>
                  </a:lnTo>
                  <a:lnTo>
                    <a:pt x="207264" y="30137"/>
                  </a:lnTo>
                  <a:lnTo>
                    <a:pt x="208292" y="31229"/>
                  </a:lnTo>
                  <a:lnTo>
                    <a:pt x="208661" y="32651"/>
                  </a:lnTo>
                  <a:lnTo>
                    <a:pt x="208661" y="29832"/>
                  </a:lnTo>
                  <a:lnTo>
                    <a:pt x="207822" y="28867"/>
                  </a:lnTo>
                  <a:lnTo>
                    <a:pt x="204139" y="28867"/>
                  </a:lnTo>
                  <a:lnTo>
                    <a:pt x="202831" y="30861"/>
                  </a:lnTo>
                  <a:lnTo>
                    <a:pt x="203327" y="35687"/>
                  </a:lnTo>
                  <a:lnTo>
                    <a:pt x="205054" y="37769"/>
                  </a:lnTo>
                  <a:lnTo>
                    <a:pt x="208216" y="37769"/>
                  </a:lnTo>
                  <a:lnTo>
                    <a:pt x="209283" y="36766"/>
                  </a:lnTo>
                  <a:lnTo>
                    <a:pt x="209359" y="36474"/>
                  </a:lnTo>
                  <a:lnTo>
                    <a:pt x="209677" y="35293"/>
                  </a:lnTo>
                  <a:lnTo>
                    <a:pt x="208457" y="35293"/>
                  </a:lnTo>
                  <a:lnTo>
                    <a:pt x="208102" y="35991"/>
                  </a:lnTo>
                  <a:lnTo>
                    <a:pt x="207530" y="36474"/>
                  </a:lnTo>
                  <a:lnTo>
                    <a:pt x="205613" y="36474"/>
                  </a:lnTo>
                  <a:lnTo>
                    <a:pt x="204558" y="35293"/>
                  </a:lnTo>
                  <a:lnTo>
                    <a:pt x="204216" y="33896"/>
                  </a:lnTo>
                  <a:lnTo>
                    <a:pt x="209867" y="33896"/>
                  </a:lnTo>
                  <a:close/>
                </a:path>
                <a:path w="554989" h="41909">
                  <a:moveTo>
                    <a:pt x="213855" y="30187"/>
                  </a:moveTo>
                  <a:lnTo>
                    <a:pt x="213728" y="29006"/>
                  </a:lnTo>
                  <a:lnTo>
                    <a:pt x="212267" y="29006"/>
                  </a:lnTo>
                  <a:lnTo>
                    <a:pt x="211924" y="25641"/>
                  </a:lnTo>
                  <a:lnTo>
                    <a:pt x="210934" y="25641"/>
                  </a:lnTo>
                  <a:lnTo>
                    <a:pt x="211277" y="29006"/>
                  </a:lnTo>
                  <a:lnTo>
                    <a:pt x="210312" y="29006"/>
                  </a:lnTo>
                  <a:lnTo>
                    <a:pt x="210426" y="30187"/>
                  </a:lnTo>
                  <a:lnTo>
                    <a:pt x="211404" y="30187"/>
                  </a:lnTo>
                  <a:lnTo>
                    <a:pt x="212166" y="37553"/>
                  </a:lnTo>
                  <a:lnTo>
                    <a:pt x="213156" y="37553"/>
                  </a:lnTo>
                  <a:lnTo>
                    <a:pt x="212394" y="30187"/>
                  </a:lnTo>
                  <a:lnTo>
                    <a:pt x="213855" y="30187"/>
                  </a:lnTo>
                  <a:close/>
                </a:path>
                <a:path w="554989" h="41909">
                  <a:moveTo>
                    <a:pt x="216839" y="36842"/>
                  </a:moveTo>
                  <a:lnTo>
                    <a:pt x="216801" y="36563"/>
                  </a:lnTo>
                  <a:lnTo>
                    <a:pt x="216750" y="35979"/>
                  </a:lnTo>
                  <a:lnTo>
                    <a:pt x="216331" y="35496"/>
                  </a:lnTo>
                  <a:lnTo>
                    <a:pt x="215430" y="35496"/>
                  </a:lnTo>
                  <a:lnTo>
                    <a:pt x="215112" y="35979"/>
                  </a:lnTo>
                  <a:lnTo>
                    <a:pt x="215226" y="37045"/>
                  </a:lnTo>
                  <a:lnTo>
                    <a:pt x="215493" y="37452"/>
                  </a:lnTo>
                  <a:lnTo>
                    <a:pt x="215849" y="37592"/>
                  </a:lnTo>
                  <a:lnTo>
                    <a:pt x="215722" y="39065"/>
                  </a:lnTo>
                  <a:lnTo>
                    <a:pt x="216192" y="39065"/>
                  </a:lnTo>
                  <a:lnTo>
                    <a:pt x="216725" y="37287"/>
                  </a:lnTo>
                  <a:lnTo>
                    <a:pt x="216839" y="36842"/>
                  </a:lnTo>
                  <a:close/>
                </a:path>
                <a:path w="554989" h="41909">
                  <a:moveTo>
                    <a:pt x="229057" y="34810"/>
                  </a:moveTo>
                  <a:lnTo>
                    <a:pt x="227939" y="34810"/>
                  </a:lnTo>
                  <a:lnTo>
                    <a:pt x="227634" y="35775"/>
                  </a:lnTo>
                  <a:lnTo>
                    <a:pt x="226961" y="36487"/>
                  </a:lnTo>
                  <a:lnTo>
                    <a:pt x="224739" y="36487"/>
                  </a:lnTo>
                  <a:lnTo>
                    <a:pt x="223570" y="34988"/>
                  </a:lnTo>
                  <a:lnTo>
                    <a:pt x="223215" y="31572"/>
                  </a:lnTo>
                  <a:lnTo>
                    <a:pt x="224091" y="30149"/>
                  </a:lnTo>
                  <a:lnTo>
                    <a:pt x="226301" y="30149"/>
                  </a:lnTo>
                  <a:lnTo>
                    <a:pt x="227126" y="30810"/>
                  </a:lnTo>
                  <a:lnTo>
                    <a:pt x="227622" y="31775"/>
                  </a:lnTo>
                  <a:lnTo>
                    <a:pt x="228727" y="31775"/>
                  </a:lnTo>
                  <a:lnTo>
                    <a:pt x="228079" y="30099"/>
                  </a:lnTo>
                  <a:lnTo>
                    <a:pt x="226720" y="28867"/>
                  </a:lnTo>
                  <a:lnTo>
                    <a:pt x="223418" y="28867"/>
                  </a:lnTo>
                  <a:lnTo>
                    <a:pt x="222110" y="30873"/>
                  </a:lnTo>
                  <a:lnTo>
                    <a:pt x="222618" y="35687"/>
                  </a:lnTo>
                  <a:lnTo>
                    <a:pt x="224345" y="37757"/>
                  </a:lnTo>
                  <a:lnTo>
                    <a:pt x="227647" y="37757"/>
                  </a:lnTo>
                  <a:lnTo>
                    <a:pt x="228777" y="36537"/>
                  </a:lnTo>
                  <a:lnTo>
                    <a:pt x="229057" y="34810"/>
                  </a:lnTo>
                  <a:close/>
                </a:path>
                <a:path w="554989" h="41909">
                  <a:moveTo>
                    <a:pt x="236905" y="35687"/>
                  </a:moveTo>
                  <a:lnTo>
                    <a:pt x="236397" y="30861"/>
                  </a:lnTo>
                  <a:lnTo>
                    <a:pt x="235788" y="30162"/>
                  </a:lnTo>
                  <a:lnTo>
                    <a:pt x="235788" y="34975"/>
                  </a:lnTo>
                  <a:lnTo>
                    <a:pt x="234937" y="36474"/>
                  </a:lnTo>
                  <a:lnTo>
                    <a:pt x="232308" y="36474"/>
                  </a:lnTo>
                  <a:lnTo>
                    <a:pt x="231127" y="34975"/>
                  </a:lnTo>
                  <a:lnTo>
                    <a:pt x="230771" y="31572"/>
                  </a:lnTo>
                  <a:lnTo>
                    <a:pt x="231648" y="30137"/>
                  </a:lnTo>
                  <a:lnTo>
                    <a:pt x="234276" y="30137"/>
                  </a:lnTo>
                  <a:lnTo>
                    <a:pt x="235432" y="31572"/>
                  </a:lnTo>
                  <a:lnTo>
                    <a:pt x="235788" y="34975"/>
                  </a:lnTo>
                  <a:lnTo>
                    <a:pt x="235788" y="30162"/>
                  </a:lnTo>
                  <a:lnTo>
                    <a:pt x="234670" y="28867"/>
                  </a:lnTo>
                  <a:lnTo>
                    <a:pt x="230987" y="28867"/>
                  </a:lnTo>
                  <a:lnTo>
                    <a:pt x="229666" y="30861"/>
                  </a:lnTo>
                  <a:lnTo>
                    <a:pt x="230162" y="35687"/>
                  </a:lnTo>
                  <a:lnTo>
                    <a:pt x="231902" y="37769"/>
                  </a:lnTo>
                  <a:lnTo>
                    <a:pt x="235585" y="37769"/>
                  </a:lnTo>
                  <a:lnTo>
                    <a:pt x="236397" y="36474"/>
                  </a:lnTo>
                  <a:lnTo>
                    <a:pt x="236905" y="35687"/>
                  </a:lnTo>
                  <a:close/>
                </a:path>
                <a:path w="554989" h="41909">
                  <a:moveTo>
                    <a:pt x="244398" y="37541"/>
                  </a:moveTo>
                  <a:lnTo>
                    <a:pt x="243611" y="29959"/>
                  </a:lnTo>
                  <a:lnTo>
                    <a:pt x="242697" y="28867"/>
                  </a:lnTo>
                  <a:lnTo>
                    <a:pt x="239953" y="28867"/>
                  </a:lnTo>
                  <a:lnTo>
                    <a:pt x="239280" y="29298"/>
                  </a:lnTo>
                  <a:lnTo>
                    <a:pt x="238836" y="30022"/>
                  </a:lnTo>
                  <a:lnTo>
                    <a:pt x="238734" y="29006"/>
                  </a:lnTo>
                  <a:lnTo>
                    <a:pt x="237744" y="29006"/>
                  </a:lnTo>
                  <a:lnTo>
                    <a:pt x="238633" y="37541"/>
                  </a:lnTo>
                  <a:lnTo>
                    <a:pt x="239610" y="37541"/>
                  </a:lnTo>
                  <a:lnTo>
                    <a:pt x="238937" y="31089"/>
                  </a:lnTo>
                  <a:lnTo>
                    <a:pt x="239649" y="30111"/>
                  </a:lnTo>
                  <a:lnTo>
                    <a:pt x="240969" y="30137"/>
                  </a:lnTo>
                  <a:lnTo>
                    <a:pt x="242049" y="30137"/>
                  </a:lnTo>
                  <a:lnTo>
                    <a:pt x="242735" y="30975"/>
                  </a:lnTo>
                  <a:lnTo>
                    <a:pt x="243408" y="37541"/>
                  </a:lnTo>
                  <a:lnTo>
                    <a:pt x="244398" y="37541"/>
                  </a:lnTo>
                  <a:close/>
                </a:path>
                <a:path w="554989" h="41909">
                  <a:moveTo>
                    <a:pt x="250748" y="36614"/>
                  </a:moveTo>
                  <a:lnTo>
                    <a:pt x="250444" y="33705"/>
                  </a:lnTo>
                  <a:lnTo>
                    <a:pt x="249707" y="32943"/>
                  </a:lnTo>
                  <a:lnTo>
                    <a:pt x="246900" y="32219"/>
                  </a:lnTo>
                  <a:lnTo>
                    <a:pt x="246430" y="31851"/>
                  </a:lnTo>
                  <a:lnTo>
                    <a:pt x="246303" y="30581"/>
                  </a:lnTo>
                  <a:lnTo>
                    <a:pt x="246799" y="30086"/>
                  </a:lnTo>
                  <a:lnTo>
                    <a:pt x="248348" y="30086"/>
                  </a:lnTo>
                  <a:lnTo>
                    <a:pt x="248881" y="30518"/>
                  </a:lnTo>
                  <a:lnTo>
                    <a:pt x="249021" y="31102"/>
                  </a:lnTo>
                  <a:lnTo>
                    <a:pt x="249923" y="31102"/>
                  </a:lnTo>
                  <a:lnTo>
                    <a:pt x="249694" y="29806"/>
                  </a:lnTo>
                  <a:lnTo>
                    <a:pt x="248729" y="28867"/>
                  </a:lnTo>
                  <a:lnTo>
                    <a:pt x="245973" y="28867"/>
                  </a:lnTo>
                  <a:lnTo>
                    <a:pt x="245313" y="29921"/>
                  </a:lnTo>
                  <a:lnTo>
                    <a:pt x="245592" y="32575"/>
                  </a:lnTo>
                  <a:lnTo>
                    <a:pt x="246367" y="33324"/>
                  </a:lnTo>
                  <a:lnTo>
                    <a:pt x="249174" y="34036"/>
                  </a:lnTo>
                  <a:lnTo>
                    <a:pt x="249605" y="34302"/>
                  </a:lnTo>
                  <a:lnTo>
                    <a:pt x="249783" y="35890"/>
                  </a:lnTo>
                  <a:lnTo>
                    <a:pt x="249186" y="36461"/>
                  </a:lnTo>
                  <a:lnTo>
                    <a:pt x="247396" y="36461"/>
                  </a:lnTo>
                  <a:lnTo>
                    <a:pt x="246672" y="35826"/>
                  </a:lnTo>
                  <a:lnTo>
                    <a:pt x="246494" y="35115"/>
                  </a:lnTo>
                  <a:lnTo>
                    <a:pt x="245605" y="35115"/>
                  </a:lnTo>
                  <a:lnTo>
                    <a:pt x="245821" y="36614"/>
                  </a:lnTo>
                  <a:lnTo>
                    <a:pt x="246913" y="37680"/>
                  </a:lnTo>
                  <a:lnTo>
                    <a:pt x="249986" y="37680"/>
                  </a:lnTo>
                  <a:lnTo>
                    <a:pt x="250748" y="36614"/>
                  </a:lnTo>
                  <a:close/>
                </a:path>
                <a:path w="554989" h="41909">
                  <a:moveTo>
                    <a:pt x="258292" y="33896"/>
                  </a:moveTo>
                  <a:lnTo>
                    <a:pt x="258165" y="32651"/>
                  </a:lnTo>
                  <a:lnTo>
                    <a:pt x="257975" y="30861"/>
                  </a:lnTo>
                  <a:lnTo>
                    <a:pt x="257352" y="30137"/>
                  </a:lnTo>
                  <a:lnTo>
                    <a:pt x="257086" y="29832"/>
                  </a:lnTo>
                  <a:lnTo>
                    <a:pt x="257086" y="32651"/>
                  </a:lnTo>
                  <a:lnTo>
                    <a:pt x="252514" y="32651"/>
                  </a:lnTo>
                  <a:lnTo>
                    <a:pt x="252577" y="31229"/>
                  </a:lnTo>
                  <a:lnTo>
                    <a:pt x="253390" y="30137"/>
                  </a:lnTo>
                  <a:lnTo>
                    <a:pt x="255676" y="30137"/>
                  </a:lnTo>
                  <a:lnTo>
                    <a:pt x="256717" y="31229"/>
                  </a:lnTo>
                  <a:lnTo>
                    <a:pt x="257086" y="32651"/>
                  </a:lnTo>
                  <a:lnTo>
                    <a:pt x="257086" y="29832"/>
                  </a:lnTo>
                  <a:lnTo>
                    <a:pt x="256247" y="28867"/>
                  </a:lnTo>
                  <a:lnTo>
                    <a:pt x="252564" y="28867"/>
                  </a:lnTo>
                  <a:lnTo>
                    <a:pt x="251256" y="30861"/>
                  </a:lnTo>
                  <a:lnTo>
                    <a:pt x="251739" y="35687"/>
                  </a:lnTo>
                  <a:lnTo>
                    <a:pt x="253479" y="37769"/>
                  </a:lnTo>
                  <a:lnTo>
                    <a:pt x="256641" y="37769"/>
                  </a:lnTo>
                  <a:lnTo>
                    <a:pt x="257708" y="36766"/>
                  </a:lnTo>
                  <a:lnTo>
                    <a:pt x="257784" y="36474"/>
                  </a:lnTo>
                  <a:lnTo>
                    <a:pt x="258102" y="35293"/>
                  </a:lnTo>
                  <a:lnTo>
                    <a:pt x="256870" y="35293"/>
                  </a:lnTo>
                  <a:lnTo>
                    <a:pt x="256527" y="35991"/>
                  </a:lnTo>
                  <a:lnTo>
                    <a:pt x="255955" y="36474"/>
                  </a:lnTo>
                  <a:lnTo>
                    <a:pt x="254038" y="36474"/>
                  </a:lnTo>
                  <a:lnTo>
                    <a:pt x="252984" y="35293"/>
                  </a:lnTo>
                  <a:lnTo>
                    <a:pt x="252641" y="33896"/>
                  </a:lnTo>
                  <a:lnTo>
                    <a:pt x="258292" y="33896"/>
                  </a:lnTo>
                  <a:close/>
                </a:path>
                <a:path w="554989" h="41909">
                  <a:moveTo>
                    <a:pt x="265938" y="34810"/>
                  </a:moveTo>
                  <a:lnTo>
                    <a:pt x="264820" y="34810"/>
                  </a:lnTo>
                  <a:lnTo>
                    <a:pt x="264528" y="35775"/>
                  </a:lnTo>
                  <a:lnTo>
                    <a:pt x="263842" y="36487"/>
                  </a:lnTo>
                  <a:lnTo>
                    <a:pt x="261632" y="36487"/>
                  </a:lnTo>
                  <a:lnTo>
                    <a:pt x="260451" y="34988"/>
                  </a:lnTo>
                  <a:lnTo>
                    <a:pt x="260096" y="31572"/>
                  </a:lnTo>
                  <a:lnTo>
                    <a:pt x="260985" y="30149"/>
                  </a:lnTo>
                  <a:lnTo>
                    <a:pt x="263194" y="30149"/>
                  </a:lnTo>
                  <a:lnTo>
                    <a:pt x="264020" y="30810"/>
                  </a:lnTo>
                  <a:lnTo>
                    <a:pt x="264502" y="31775"/>
                  </a:lnTo>
                  <a:lnTo>
                    <a:pt x="265620" y="31775"/>
                  </a:lnTo>
                  <a:lnTo>
                    <a:pt x="264972" y="30099"/>
                  </a:lnTo>
                  <a:lnTo>
                    <a:pt x="263613" y="28867"/>
                  </a:lnTo>
                  <a:lnTo>
                    <a:pt x="260311" y="28867"/>
                  </a:lnTo>
                  <a:lnTo>
                    <a:pt x="259003" y="30873"/>
                  </a:lnTo>
                  <a:lnTo>
                    <a:pt x="259499" y="35687"/>
                  </a:lnTo>
                  <a:lnTo>
                    <a:pt x="261226" y="37757"/>
                  </a:lnTo>
                  <a:lnTo>
                    <a:pt x="264541" y="37757"/>
                  </a:lnTo>
                  <a:lnTo>
                    <a:pt x="265671" y="36537"/>
                  </a:lnTo>
                  <a:lnTo>
                    <a:pt x="265938" y="34810"/>
                  </a:lnTo>
                  <a:close/>
                </a:path>
                <a:path w="554989" h="41909">
                  <a:moveTo>
                    <a:pt x="269836" y="30187"/>
                  </a:moveTo>
                  <a:lnTo>
                    <a:pt x="269722" y="29006"/>
                  </a:lnTo>
                  <a:lnTo>
                    <a:pt x="268249" y="29006"/>
                  </a:lnTo>
                  <a:lnTo>
                    <a:pt x="267906" y="25641"/>
                  </a:lnTo>
                  <a:lnTo>
                    <a:pt x="266915" y="25641"/>
                  </a:lnTo>
                  <a:lnTo>
                    <a:pt x="267271" y="29006"/>
                  </a:lnTo>
                  <a:lnTo>
                    <a:pt x="266293" y="29006"/>
                  </a:lnTo>
                  <a:lnTo>
                    <a:pt x="266407" y="30187"/>
                  </a:lnTo>
                  <a:lnTo>
                    <a:pt x="267398" y="30187"/>
                  </a:lnTo>
                  <a:lnTo>
                    <a:pt x="268147" y="37553"/>
                  </a:lnTo>
                  <a:lnTo>
                    <a:pt x="269138" y="37553"/>
                  </a:lnTo>
                  <a:lnTo>
                    <a:pt x="268376" y="30187"/>
                  </a:lnTo>
                  <a:lnTo>
                    <a:pt x="269836" y="30187"/>
                  </a:lnTo>
                  <a:close/>
                </a:path>
                <a:path w="554989" h="41909">
                  <a:moveTo>
                    <a:pt x="277749" y="33896"/>
                  </a:moveTo>
                  <a:lnTo>
                    <a:pt x="277622" y="32651"/>
                  </a:lnTo>
                  <a:lnTo>
                    <a:pt x="277431" y="30861"/>
                  </a:lnTo>
                  <a:lnTo>
                    <a:pt x="276809" y="30137"/>
                  </a:lnTo>
                  <a:lnTo>
                    <a:pt x="276542" y="29832"/>
                  </a:lnTo>
                  <a:lnTo>
                    <a:pt x="276542" y="32651"/>
                  </a:lnTo>
                  <a:lnTo>
                    <a:pt x="271970" y="32651"/>
                  </a:lnTo>
                  <a:lnTo>
                    <a:pt x="272059" y="31229"/>
                  </a:lnTo>
                  <a:lnTo>
                    <a:pt x="272846" y="30137"/>
                  </a:lnTo>
                  <a:lnTo>
                    <a:pt x="275145" y="30137"/>
                  </a:lnTo>
                  <a:lnTo>
                    <a:pt x="276174" y="31229"/>
                  </a:lnTo>
                  <a:lnTo>
                    <a:pt x="276542" y="32651"/>
                  </a:lnTo>
                  <a:lnTo>
                    <a:pt x="276542" y="29832"/>
                  </a:lnTo>
                  <a:lnTo>
                    <a:pt x="275704" y="28867"/>
                  </a:lnTo>
                  <a:lnTo>
                    <a:pt x="272021" y="28867"/>
                  </a:lnTo>
                  <a:lnTo>
                    <a:pt x="270713" y="30861"/>
                  </a:lnTo>
                  <a:lnTo>
                    <a:pt x="271208" y="35687"/>
                  </a:lnTo>
                  <a:lnTo>
                    <a:pt x="272948" y="37769"/>
                  </a:lnTo>
                  <a:lnTo>
                    <a:pt x="276110" y="37769"/>
                  </a:lnTo>
                  <a:lnTo>
                    <a:pt x="277164" y="36766"/>
                  </a:lnTo>
                  <a:lnTo>
                    <a:pt x="277241" y="36474"/>
                  </a:lnTo>
                  <a:lnTo>
                    <a:pt x="277558" y="35293"/>
                  </a:lnTo>
                  <a:lnTo>
                    <a:pt x="276339" y="35293"/>
                  </a:lnTo>
                  <a:lnTo>
                    <a:pt x="275996" y="35991"/>
                  </a:lnTo>
                  <a:lnTo>
                    <a:pt x="275412" y="36474"/>
                  </a:lnTo>
                  <a:lnTo>
                    <a:pt x="273494" y="36474"/>
                  </a:lnTo>
                  <a:lnTo>
                    <a:pt x="272453" y="35293"/>
                  </a:lnTo>
                  <a:lnTo>
                    <a:pt x="272097" y="33896"/>
                  </a:lnTo>
                  <a:lnTo>
                    <a:pt x="277749" y="33896"/>
                  </a:lnTo>
                  <a:close/>
                </a:path>
                <a:path w="554989" h="41909">
                  <a:moveTo>
                    <a:pt x="281736" y="30187"/>
                  </a:moveTo>
                  <a:lnTo>
                    <a:pt x="281622" y="29006"/>
                  </a:lnTo>
                  <a:lnTo>
                    <a:pt x="280149" y="29006"/>
                  </a:lnTo>
                  <a:lnTo>
                    <a:pt x="279806" y="25641"/>
                  </a:lnTo>
                  <a:lnTo>
                    <a:pt x="278828" y="25641"/>
                  </a:lnTo>
                  <a:lnTo>
                    <a:pt x="279171" y="29006"/>
                  </a:lnTo>
                  <a:lnTo>
                    <a:pt x="278193" y="29006"/>
                  </a:lnTo>
                  <a:lnTo>
                    <a:pt x="278307" y="30187"/>
                  </a:lnTo>
                  <a:lnTo>
                    <a:pt x="279298" y="30187"/>
                  </a:lnTo>
                  <a:lnTo>
                    <a:pt x="280047" y="37553"/>
                  </a:lnTo>
                  <a:lnTo>
                    <a:pt x="281051" y="37553"/>
                  </a:lnTo>
                  <a:lnTo>
                    <a:pt x="280276" y="30187"/>
                  </a:lnTo>
                  <a:lnTo>
                    <a:pt x="281736" y="30187"/>
                  </a:lnTo>
                  <a:close/>
                </a:path>
                <a:path w="554989" h="41909">
                  <a:moveTo>
                    <a:pt x="289445" y="37541"/>
                  </a:moveTo>
                  <a:lnTo>
                    <a:pt x="288569" y="29006"/>
                  </a:lnTo>
                  <a:lnTo>
                    <a:pt x="287566" y="29006"/>
                  </a:lnTo>
                  <a:lnTo>
                    <a:pt x="288239" y="35433"/>
                  </a:lnTo>
                  <a:lnTo>
                    <a:pt x="287528" y="36410"/>
                  </a:lnTo>
                  <a:lnTo>
                    <a:pt x="285127" y="36410"/>
                  </a:lnTo>
                  <a:lnTo>
                    <a:pt x="284454" y="35572"/>
                  </a:lnTo>
                  <a:lnTo>
                    <a:pt x="283781" y="29006"/>
                  </a:lnTo>
                  <a:lnTo>
                    <a:pt x="282790" y="29006"/>
                  </a:lnTo>
                  <a:lnTo>
                    <a:pt x="283578" y="36588"/>
                  </a:lnTo>
                  <a:lnTo>
                    <a:pt x="284480" y="37680"/>
                  </a:lnTo>
                  <a:lnTo>
                    <a:pt x="287235" y="37680"/>
                  </a:lnTo>
                  <a:lnTo>
                    <a:pt x="287909" y="37249"/>
                  </a:lnTo>
                  <a:lnTo>
                    <a:pt x="288353" y="36525"/>
                  </a:lnTo>
                  <a:lnTo>
                    <a:pt x="288455" y="37541"/>
                  </a:lnTo>
                  <a:lnTo>
                    <a:pt x="289445" y="37541"/>
                  </a:lnTo>
                  <a:close/>
                </a:path>
                <a:path w="554989" h="41909">
                  <a:moveTo>
                    <a:pt x="293916" y="30149"/>
                  </a:moveTo>
                  <a:lnTo>
                    <a:pt x="293789" y="28867"/>
                  </a:lnTo>
                  <a:lnTo>
                    <a:pt x="292887" y="28867"/>
                  </a:lnTo>
                  <a:lnTo>
                    <a:pt x="292176" y="29375"/>
                  </a:lnTo>
                  <a:lnTo>
                    <a:pt x="291719" y="30162"/>
                  </a:lnTo>
                  <a:lnTo>
                    <a:pt x="291592" y="29006"/>
                  </a:lnTo>
                  <a:lnTo>
                    <a:pt x="290614" y="29006"/>
                  </a:lnTo>
                  <a:lnTo>
                    <a:pt x="291490" y="37553"/>
                  </a:lnTo>
                  <a:lnTo>
                    <a:pt x="292481" y="37553"/>
                  </a:lnTo>
                  <a:lnTo>
                    <a:pt x="291820" y="31076"/>
                  </a:lnTo>
                  <a:lnTo>
                    <a:pt x="292773" y="30149"/>
                  </a:lnTo>
                  <a:lnTo>
                    <a:pt x="293916" y="30149"/>
                  </a:lnTo>
                  <a:close/>
                </a:path>
                <a:path w="554989" h="41909">
                  <a:moveTo>
                    <a:pt x="306717" y="37592"/>
                  </a:moveTo>
                  <a:lnTo>
                    <a:pt x="306578" y="36182"/>
                  </a:lnTo>
                  <a:lnTo>
                    <a:pt x="305981" y="30403"/>
                  </a:lnTo>
                  <a:lnTo>
                    <a:pt x="305828" y="29006"/>
                  </a:lnTo>
                  <a:lnTo>
                    <a:pt x="305396" y="29006"/>
                  </a:lnTo>
                  <a:lnTo>
                    <a:pt x="305396" y="34975"/>
                  </a:lnTo>
                  <a:lnTo>
                    <a:pt x="304419" y="36474"/>
                  </a:lnTo>
                  <a:lnTo>
                    <a:pt x="301815" y="36474"/>
                  </a:lnTo>
                  <a:lnTo>
                    <a:pt x="300685" y="34975"/>
                  </a:lnTo>
                  <a:lnTo>
                    <a:pt x="300329" y="31572"/>
                  </a:lnTo>
                  <a:lnTo>
                    <a:pt x="301167" y="30137"/>
                  </a:lnTo>
                  <a:lnTo>
                    <a:pt x="303758" y="30137"/>
                  </a:lnTo>
                  <a:lnTo>
                    <a:pt x="305041" y="31572"/>
                  </a:lnTo>
                  <a:lnTo>
                    <a:pt x="305396" y="34975"/>
                  </a:lnTo>
                  <a:lnTo>
                    <a:pt x="305396" y="29006"/>
                  </a:lnTo>
                  <a:lnTo>
                    <a:pt x="304850" y="29006"/>
                  </a:lnTo>
                  <a:lnTo>
                    <a:pt x="304977" y="30403"/>
                  </a:lnTo>
                  <a:lnTo>
                    <a:pt x="304787" y="30137"/>
                  </a:lnTo>
                  <a:lnTo>
                    <a:pt x="304292" y="29476"/>
                  </a:lnTo>
                  <a:lnTo>
                    <a:pt x="303364" y="28867"/>
                  </a:lnTo>
                  <a:lnTo>
                    <a:pt x="300532" y="28867"/>
                  </a:lnTo>
                  <a:lnTo>
                    <a:pt x="299212" y="30861"/>
                  </a:lnTo>
                  <a:lnTo>
                    <a:pt x="299720" y="35687"/>
                  </a:lnTo>
                  <a:lnTo>
                    <a:pt x="301459" y="37769"/>
                  </a:lnTo>
                  <a:lnTo>
                    <a:pt x="304279" y="37769"/>
                  </a:lnTo>
                  <a:lnTo>
                    <a:pt x="305092" y="37134"/>
                  </a:lnTo>
                  <a:lnTo>
                    <a:pt x="305435" y="36474"/>
                  </a:lnTo>
                  <a:lnTo>
                    <a:pt x="305587" y="36182"/>
                  </a:lnTo>
                  <a:lnTo>
                    <a:pt x="305727" y="37592"/>
                  </a:lnTo>
                  <a:lnTo>
                    <a:pt x="306717" y="37592"/>
                  </a:lnTo>
                  <a:close/>
                </a:path>
                <a:path w="554989" h="41909">
                  <a:moveTo>
                    <a:pt x="346798" y="14287"/>
                  </a:moveTo>
                  <a:lnTo>
                    <a:pt x="346290" y="9410"/>
                  </a:lnTo>
                  <a:lnTo>
                    <a:pt x="346011" y="6692"/>
                  </a:lnTo>
                  <a:lnTo>
                    <a:pt x="345135" y="5600"/>
                  </a:lnTo>
                  <a:lnTo>
                    <a:pt x="342493" y="5600"/>
                  </a:lnTo>
                  <a:lnTo>
                    <a:pt x="341782" y="6210"/>
                  </a:lnTo>
                  <a:lnTo>
                    <a:pt x="341439" y="7264"/>
                  </a:lnTo>
                  <a:lnTo>
                    <a:pt x="340969" y="6096"/>
                  </a:lnTo>
                  <a:lnTo>
                    <a:pt x="340220" y="5600"/>
                  </a:lnTo>
                  <a:lnTo>
                    <a:pt x="338264" y="5600"/>
                  </a:lnTo>
                  <a:lnTo>
                    <a:pt x="337642" y="6032"/>
                  </a:lnTo>
                  <a:lnTo>
                    <a:pt x="337248" y="6781"/>
                  </a:lnTo>
                  <a:lnTo>
                    <a:pt x="337146" y="5740"/>
                  </a:lnTo>
                  <a:lnTo>
                    <a:pt x="336156" y="5740"/>
                  </a:lnTo>
                  <a:lnTo>
                    <a:pt x="337032" y="14287"/>
                  </a:lnTo>
                  <a:lnTo>
                    <a:pt x="338023" y="14287"/>
                  </a:lnTo>
                  <a:lnTo>
                    <a:pt x="337350" y="7759"/>
                  </a:lnTo>
                  <a:lnTo>
                    <a:pt x="338010" y="6896"/>
                  </a:lnTo>
                  <a:lnTo>
                    <a:pt x="340169" y="6896"/>
                  </a:lnTo>
                  <a:lnTo>
                    <a:pt x="340741" y="7734"/>
                  </a:lnTo>
                  <a:lnTo>
                    <a:pt x="341426" y="14287"/>
                  </a:lnTo>
                  <a:lnTo>
                    <a:pt x="342417" y="14287"/>
                  </a:lnTo>
                  <a:lnTo>
                    <a:pt x="341744" y="7759"/>
                  </a:lnTo>
                  <a:lnTo>
                    <a:pt x="342392" y="6896"/>
                  </a:lnTo>
                  <a:lnTo>
                    <a:pt x="344551" y="6896"/>
                  </a:lnTo>
                  <a:lnTo>
                    <a:pt x="345135" y="7734"/>
                  </a:lnTo>
                  <a:lnTo>
                    <a:pt x="345795" y="14287"/>
                  </a:lnTo>
                  <a:lnTo>
                    <a:pt x="346798" y="14287"/>
                  </a:lnTo>
                  <a:close/>
                </a:path>
                <a:path w="554989" h="41909">
                  <a:moveTo>
                    <a:pt x="354596" y="10642"/>
                  </a:moveTo>
                  <a:lnTo>
                    <a:pt x="354469" y="9398"/>
                  </a:lnTo>
                  <a:lnTo>
                    <a:pt x="354279" y="7607"/>
                  </a:lnTo>
                  <a:lnTo>
                    <a:pt x="353669" y="6896"/>
                  </a:lnTo>
                  <a:lnTo>
                    <a:pt x="353402" y="6591"/>
                  </a:lnTo>
                  <a:lnTo>
                    <a:pt x="353402" y="9398"/>
                  </a:lnTo>
                  <a:lnTo>
                    <a:pt x="348818" y="9398"/>
                  </a:lnTo>
                  <a:lnTo>
                    <a:pt x="348907" y="7975"/>
                  </a:lnTo>
                  <a:lnTo>
                    <a:pt x="349694" y="6896"/>
                  </a:lnTo>
                  <a:lnTo>
                    <a:pt x="351993" y="6896"/>
                  </a:lnTo>
                  <a:lnTo>
                    <a:pt x="353021" y="7975"/>
                  </a:lnTo>
                  <a:lnTo>
                    <a:pt x="353402" y="9398"/>
                  </a:lnTo>
                  <a:lnTo>
                    <a:pt x="353402" y="6591"/>
                  </a:lnTo>
                  <a:lnTo>
                    <a:pt x="352552" y="5600"/>
                  </a:lnTo>
                  <a:lnTo>
                    <a:pt x="348869" y="5600"/>
                  </a:lnTo>
                  <a:lnTo>
                    <a:pt x="347560" y="7607"/>
                  </a:lnTo>
                  <a:lnTo>
                    <a:pt x="348056" y="12420"/>
                  </a:lnTo>
                  <a:lnTo>
                    <a:pt x="349796" y="14503"/>
                  </a:lnTo>
                  <a:lnTo>
                    <a:pt x="352958" y="14503"/>
                  </a:lnTo>
                  <a:lnTo>
                    <a:pt x="354012" y="13512"/>
                  </a:lnTo>
                  <a:lnTo>
                    <a:pt x="354088" y="13220"/>
                  </a:lnTo>
                  <a:lnTo>
                    <a:pt x="354406" y="12039"/>
                  </a:lnTo>
                  <a:lnTo>
                    <a:pt x="353187" y="12039"/>
                  </a:lnTo>
                  <a:lnTo>
                    <a:pt x="352844" y="12738"/>
                  </a:lnTo>
                  <a:lnTo>
                    <a:pt x="352259" y="13220"/>
                  </a:lnTo>
                  <a:lnTo>
                    <a:pt x="350342" y="13220"/>
                  </a:lnTo>
                  <a:lnTo>
                    <a:pt x="349300" y="12039"/>
                  </a:lnTo>
                  <a:lnTo>
                    <a:pt x="348945" y="10642"/>
                  </a:lnTo>
                  <a:lnTo>
                    <a:pt x="354596" y="10642"/>
                  </a:lnTo>
                  <a:close/>
                </a:path>
                <a:path w="554989" h="41909">
                  <a:moveTo>
                    <a:pt x="358584" y="6934"/>
                  </a:moveTo>
                  <a:lnTo>
                    <a:pt x="358470" y="5753"/>
                  </a:lnTo>
                  <a:lnTo>
                    <a:pt x="357009" y="5753"/>
                  </a:lnTo>
                  <a:lnTo>
                    <a:pt x="356654" y="2387"/>
                  </a:lnTo>
                  <a:lnTo>
                    <a:pt x="355676" y="2387"/>
                  </a:lnTo>
                  <a:lnTo>
                    <a:pt x="356019" y="5753"/>
                  </a:lnTo>
                  <a:lnTo>
                    <a:pt x="355041" y="5753"/>
                  </a:lnTo>
                  <a:lnTo>
                    <a:pt x="355155" y="6934"/>
                  </a:lnTo>
                  <a:lnTo>
                    <a:pt x="356146" y="6934"/>
                  </a:lnTo>
                  <a:lnTo>
                    <a:pt x="356895" y="14287"/>
                  </a:lnTo>
                  <a:lnTo>
                    <a:pt x="357898" y="14287"/>
                  </a:lnTo>
                  <a:lnTo>
                    <a:pt x="357124" y="6934"/>
                  </a:lnTo>
                  <a:lnTo>
                    <a:pt x="358584" y="6934"/>
                  </a:lnTo>
                  <a:close/>
                </a:path>
                <a:path w="554989" h="41909">
                  <a:moveTo>
                    <a:pt x="366293" y="14287"/>
                  </a:moveTo>
                  <a:lnTo>
                    <a:pt x="365417" y="5740"/>
                  </a:lnTo>
                  <a:lnTo>
                    <a:pt x="364413" y="5740"/>
                  </a:lnTo>
                  <a:lnTo>
                    <a:pt x="365086" y="12179"/>
                  </a:lnTo>
                  <a:lnTo>
                    <a:pt x="364375" y="13144"/>
                  </a:lnTo>
                  <a:lnTo>
                    <a:pt x="361975" y="13144"/>
                  </a:lnTo>
                  <a:lnTo>
                    <a:pt x="361302" y="12306"/>
                  </a:lnTo>
                  <a:lnTo>
                    <a:pt x="360629" y="5740"/>
                  </a:lnTo>
                  <a:lnTo>
                    <a:pt x="359638" y="5740"/>
                  </a:lnTo>
                  <a:lnTo>
                    <a:pt x="360426" y="13335"/>
                  </a:lnTo>
                  <a:lnTo>
                    <a:pt x="361327" y="14427"/>
                  </a:lnTo>
                  <a:lnTo>
                    <a:pt x="364070" y="14427"/>
                  </a:lnTo>
                  <a:lnTo>
                    <a:pt x="364756" y="13995"/>
                  </a:lnTo>
                  <a:lnTo>
                    <a:pt x="365201" y="13258"/>
                  </a:lnTo>
                  <a:lnTo>
                    <a:pt x="365302" y="14287"/>
                  </a:lnTo>
                  <a:lnTo>
                    <a:pt x="366293" y="14287"/>
                  </a:lnTo>
                  <a:close/>
                </a:path>
                <a:path w="554989" h="41909">
                  <a:moveTo>
                    <a:pt x="372795" y="13360"/>
                  </a:moveTo>
                  <a:lnTo>
                    <a:pt x="372491" y="10452"/>
                  </a:lnTo>
                  <a:lnTo>
                    <a:pt x="371754" y="9690"/>
                  </a:lnTo>
                  <a:lnTo>
                    <a:pt x="368947" y="8966"/>
                  </a:lnTo>
                  <a:lnTo>
                    <a:pt x="368477" y="8597"/>
                  </a:lnTo>
                  <a:lnTo>
                    <a:pt x="368350" y="7315"/>
                  </a:lnTo>
                  <a:lnTo>
                    <a:pt x="368833" y="6832"/>
                  </a:lnTo>
                  <a:lnTo>
                    <a:pt x="370382" y="6832"/>
                  </a:lnTo>
                  <a:lnTo>
                    <a:pt x="370916" y="7251"/>
                  </a:lnTo>
                  <a:lnTo>
                    <a:pt x="371068" y="7835"/>
                  </a:lnTo>
                  <a:lnTo>
                    <a:pt x="371970" y="7835"/>
                  </a:lnTo>
                  <a:lnTo>
                    <a:pt x="371741" y="6540"/>
                  </a:lnTo>
                  <a:lnTo>
                    <a:pt x="370776" y="5613"/>
                  </a:lnTo>
                  <a:lnTo>
                    <a:pt x="368020" y="5613"/>
                  </a:lnTo>
                  <a:lnTo>
                    <a:pt x="367360" y="6654"/>
                  </a:lnTo>
                  <a:lnTo>
                    <a:pt x="367639" y="9321"/>
                  </a:lnTo>
                  <a:lnTo>
                    <a:pt x="368414" y="10058"/>
                  </a:lnTo>
                  <a:lnTo>
                    <a:pt x="371221" y="10769"/>
                  </a:lnTo>
                  <a:lnTo>
                    <a:pt x="371652" y="11049"/>
                  </a:lnTo>
                  <a:lnTo>
                    <a:pt x="371817" y="12636"/>
                  </a:lnTo>
                  <a:lnTo>
                    <a:pt x="371233" y="13208"/>
                  </a:lnTo>
                  <a:lnTo>
                    <a:pt x="369443" y="13208"/>
                  </a:lnTo>
                  <a:lnTo>
                    <a:pt x="368706" y="12573"/>
                  </a:lnTo>
                  <a:lnTo>
                    <a:pt x="368541" y="11861"/>
                  </a:lnTo>
                  <a:lnTo>
                    <a:pt x="367639" y="11861"/>
                  </a:lnTo>
                  <a:lnTo>
                    <a:pt x="367868" y="13360"/>
                  </a:lnTo>
                  <a:lnTo>
                    <a:pt x="368947" y="14427"/>
                  </a:lnTo>
                  <a:lnTo>
                    <a:pt x="372033" y="14427"/>
                  </a:lnTo>
                  <a:lnTo>
                    <a:pt x="372795" y="13360"/>
                  </a:lnTo>
                  <a:close/>
                </a:path>
                <a:path w="554989" h="41909">
                  <a:moveTo>
                    <a:pt x="380898" y="6934"/>
                  </a:moveTo>
                  <a:lnTo>
                    <a:pt x="380771" y="5740"/>
                  </a:lnTo>
                  <a:lnTo>
                    <a:pt x="379463" y="5740"/>
                  </a:lnTo>
                  <a:lnTo>
                    <a:pt x="379209" y="3314"/>
                  </a:lnTo>
                  <a:lnTo>
                    <a:pt x="378866" y="1384"/>
                  </a:lnTo>
                  <a:lnTo>
                    <a:pt x="380415" y="1625"/>
                  </a:lnTo>
                  <a:lnTo>
                    <a:pt x="380301" y="431"/>
                  </a:lnTo>
                  <a:lnTo>
                    <a:pt x="377913" y="0"/>
                  </a:lnTo>
                  <a:lnTo>
                    <a:pt x="378129" y="2476"/>
                  </a:lnTo>
                  <a:lnTo>
                    <a:pt x="378460" y="5740"/>
                  </a:lnTo>
                  <a:lnTo>
                    <a:pt x="377596" y="5740"/>
                  </a:lnTo>
                  <a:lnTo>
                    <a:pt x="377723" y="6934"/>
                  </a:lnTo>
                  <a:lnTo>
                    <a:pt x="378587" y="6934"/>
                  </a:lnTo>
                  <a:lnTo>
                    <a:pt x="379349" y="14287"/>
                  </a:lnTo>
                  <a:lnTo>
                    <a:pt x="380339" y="14287"/>
                  </a:lnTo>
                  <a:lnTo>
                    <a:pt x="379577" y="6934"/>
                  </a:lnTo>
                  <a:lnTo>
                    <a:pt x="380898" y="6934"/>
                  </a:lnTo>
                  <a:close/>
                </a:path>
                <a:path w="554989" h="41909">
                  <a:moveTo>
                    <a:pt x="389496" y="14325"/>
                  </a:moveTo>
                  <a:lnTo>
                    <a:pt x="389343" y="12928"/>
                  </a:lnTo>
                  <a:lnTo>
                    <a:pt x="388747" y="7137"/>
                  </a:lnTo>
                  <a:lnTo>
                    <a:pt x="388607" y="5740"/>
                  </a:lnTo>
                  <a:lnTo>
                    <a:pt x="388175" y="5740"/>
                  </a:lnTo>
                  <a:lnTo>
                    <a:pt x="388175" y="11722"/>
                  </a:lnTo>
                  <a:lnTo>
                    <a:pt x="387184" y="13220"/>
                  </a:lnTo>
                  <a:lnTo>
                    <a:pt x="384594" y="13220"/>
                  </a:lnTo>
                  <a:lnTo>
                    <a:pt x="383451" y="11722"/>
                  </a:lnTo>
                  <a:lnTo>
                    <a:pt x="383095" y="8305"/>
                  </a:lnTo>
                  <a:lnTo>
                    <a:pt x="383933" y="6883"/>
                  </a:lnTo>
                  <a:lnTo>
                    <a:pt x="386524" y="6883"/>
                  </a:lnTo>
                  <a:lnTo>
                    <a:pt x="387819" y="8305"/>
                  </a:lnTo>
                  <a:lnTo>
                    <a:pt x="388175" y="11722"/>
                  </a:lnTo>
                  <a:lnTo>
                    <a:pt x="388175" y="5740"/>
                  </a:lnTo>
                  <a:lnTo>
                    <a:pt x="387616" y="5740"/>
                  </a:lnTo>
                  <a:lnTo>
                    <a:pt x="387756" y="7137"/>
                  </a:lnTo>
                  <a:lnTo>
                    <a:pt x="387565" y="6883"/>
                  </a:lnTo>
                  <a:lnTo>
                    <a:pt x="387057" y="6210"/>
                  </a:lnTo>
                  <a:lnTo>
                    <a:pt x="386130" y="5613"/>
                  </a:lnTo>
                  <a:lnTo>
                    <a:pt x="383298" y="5613"/>
                  </a:lnTo>
                  <a:lnTo>
                    <a:pt x="381990" y="7607"/>
                  </a:lnTo>
                  <a:lnTo>
                    <a:pt x="382485" y="12420"/>
                  </a:lnTo>
                  <a:lnTo>
                    <a:pt x="384225" y="14503"/>
                  </a:lnTo>
                  <a:lnTo>
                    <a:pt x="387057" y="14503"/>
                  </a:lnTo>
                  <a:lnTo>
                    <a:pt x="387858" y="13881"/>
                  </a:lnTo>
                  <a:lnTo>
                    <a:pt x="388213" y="13220"/>
                  </a:lnTo>
                  <a:lnTo>
                    <a:pt x="388366" y="12928"/>
                  </a:lnTo>
                  <a:lnTo>
                    <a:pt x="388493" y="14325"/>
                  </a:lnTo>
                  <a:lnTo>
                    <a:pt x="389496" y="14325"/>
                  </a:lnTo>
                  <a:close/>
                </a:path>
                <a:path w="554989" h="41909">
                  <a:moveTo>
                    <a:pt x="397090" y="14287"/>
                  </a:moveTo>
                  <a:lnTo>
                    <a:pt x="396201" y="5740"/>
                  </a:lnTo>
                  <a:lnTo>
                    <a:pt x="395211" y="5740"/>
                  </a:lnTo>
                  <a:lnTo>
                    <a:pt x="395884" y="12179"/>
                  </a:lnTo>
                  <a:lnTo>
                    <a:pt x="395173" y="13144"/>
                  </a:lnTo>
                  <a:lnTo>
                    <a:pt x="392772" y="13144"/>
                  </a:lnTo>
                  <a:lnTo>
                    <a:pt x="392099" y="12306"/>
                  </a:lnTo>
                  <a:lnTo>
                    <a:pt x="391426" y="5740"/>
                  </a:lnTo>
                  <a:lnTo>
                    <a:pt x="390436" y="5740"/>
                  </a:lnTo>
                  <a:lnTo>
                    <a:pt x="391223" y="13335"/>
                  </a:lnTo>
                  <a:lnTo>
                    <a:pt x="392125" y="14427"/>
                  </a:lnTo>
                  <a:lnTo>
                    <a:pt x="394868" y="14427"/>
                  </a:lnTo>
                  <a:lnTo>
                    <a:pt x="395554" y="13995"/>
                  </a:lnTo>
                  <a:lnTo>
                    <a:pt x="395986" y="13258"/>
                  </a:lnTo>
                  <a:lnTo>
                    <a:pt x="396100" y="14287"/>
                  </a:lnTo>
                  <a:lnTo>
                    <a:pt x="397090" y="14287"/>
                  </a:lnTo>
                  <a:close/>
                </a:path>
                <a:path w="554989" h="41909">
                  <a:moveTo>
                    <a:pt x="404876" y="11544"/>
                  </a:moveTo>
                  <a:lnTo>
                    <a:pt x="403758" y="11544"/>
                  </a:lnTo>
                  <a:lnTo>
                    <a:pt x="403466" y="12522"/>
                  </a:lnTo>
                  <a:lnTo>
                    <a:pt x="402767" y="13220"/>
                  </a:lnTo>
                  <a:lnTo>
                    <a:pt x="400558" y="13220"/>
                  </a:lnTo>
                  <a:lnTo>
                    <a:pt x="399389" y="11722"/>
                  </a:lnTo>
                  <a:lnTo>
                    <a:pt x="399034" y="8305"/>
                  </a:lnTo>
                  <a:lnTo>
                    <a:pt x="399910" y="6883"/>
                  </a:lnTo>
                  <a:lnTo>
                    <a:pt x="402120" y="6883"/>
                  </a:lnTo>
                  <a:lnTo>
                    <a:pt x="402932" y="7543"/>
                  </a:lnTo>
                  <a:lnTo>
                    <a:pt x="403440" y="8521"/>
                  </a:lnTo>
                  <a:lnTo>
                    <a:pt x="404545" y="8521"/>
                  </a:lnTo>
                  <a:lnTo>
                    <a:pt x="403898" y="6832"/>
                  </a:lnTo>
                  <a:lnTo>
                    <a:pt x="402539" y="5613"/>
                  </a:lnTo>
                  <a:lnTo>
                    <a:pt x="399237" y="5613"/>
                  </a:lnTo>
                  <a:lnTo>
                    <a:pt x="397929" y="7607"/>
                  </a:lnTo>
                  <a:lnTo>
                    <a:pt x="398437" y="12433"/>
                  </a:lnTo>
                  <a:lnTo>
                    <a:pt x="400164" y="14503"/>
                  </a:lnTo>
                  <a:lnTo>
                    <a:pt x="403466" y="14503"/>
                  </a:lnTo>
                  <a:lnTo>
                    <a:pt x="404596" y="13271"/>
                  </a:lnTo>
                  <a:lnTo>
                    <a:pt x="404876" y="11544"/>
                  </a:lnTo>
                  <a:close/>
                </a:path>
                <a:path w="554989" h="41909">
                  <a:moveTo>
                    <a:pt x="406844" y="3606"/>
                  </a:moveTo>
                  <a:lnTo>
                    <a:pt x="406742" y="2616"/>
                  </a:lnTo>
                  <a:lnTo>
                    <a:pt x="406374" y="2197"/>
                  </a:lnTo>
                  <a:lnTo>
                    <a:pt x="405599" y="2197"/>
                  </a:lnTo>
                  <a:lnTo>
                    <a:pt x="405333" y="2616"/>
                  </a:lnTo>
                  <a:lnTo>
                    <a:pt x="405447" y="3606"/>
                  </a:lnTo>
                  <a:lnTo>
                    <a:pt x="405790" y="4013"/>
                  </a:lnTo>
                  <a:lnTo>
                    <a:pt x="406565" y="4013"/>
                  </a:lnTo>
                  <a:lnTo>
                    <a:pt x="406844" y="3606"/>
                  </a:lnTo>
                  <a:close/>
                </a:path>
                <a:path w="554989" h="41909">
                  <a:moveTo>
                    <a:pt x="407784" y="14287"/>
                  </a:moveTo>
                  <a:lnTo>
                    <a:pt x="406895" y="5740"/>
                  </a:lnTo>
                  <a:lnTo>
                    <a:pt x="405866" y="5740"/>
                  </a:lnTo>
                  <a:lnTo>
                    <a:pt x="406755" y="14287"/>
                  </a:lnTo>
                  <a:lnTo>
                    <a:pt x="407784" y="14287"/>
                  </a:lnTo>
                  <a:close/>
                </a:path>
                <a:path w="554989" h="41909">
                  <a:moveTo>
                    <a:pt x="416471" y="12420"/>
                  </a:moveTo>
                  <a:lnTo>
                    <a:pt x="415963" y="7607"/>
                  </a:lnTo>
                  <a:lnTo>
                    <a:pt x="415366" y="6921"/>
                  </a:lnTo>
                  <a:lnTo>
                    <a:pt x="415366" y="11722"/>
                  </a:lnTo>
                  <a:lnTo>
                    <a:pt x="414528" y="13220"/>
                  </a:lnTo>
                  <a:lnTo>
                    <a:pt x="411937" y="13220"/>
                  </a:lnTo>
                  <a:lnTo>
                    <a:pt x="411683" y="12928"/>
                  </a:lnTo>
                  <a:lnTo>
                    <a:pt x="410654" y="11722"/>
                  </a:lnTo>
                  <a:lnTo>
                    <a:pt x="410286" y="8305"/>
                  </a:lnTo>
                  <a:lnTo>
                    <a:pt x="411099" y="7137"/>
                  </a:lnTo>
                  <a:lnTo>
                    <a:pt x="411276" y="6883"/>
                  </a:lnTo>
                  <a:lnTo>
                    <a:pt x="413880" y="6883"/>
                  </a:lnTo>
                  <a:lnTo>
                    <a:pt x="415010" y="8305"/>
                  </a:lnTo>
                  <a:lnTo>
                    <a:pt x="415366" y="11722"/>
                  </a:lnTo>
                  <a:lnTo>
                    <a:pt x="415366" y="6921"/>
                  </a:lnTo>
                  <a:lnTo>
                    <a:pt x="414235" y="5613"/>
                  </a:lnTo>
                  <a:lnTo>
                    <a:pt x="411416" y="5613"/>
                  </a:lnTo>
                  <a:lnTo>
                    <a:pt x="410603" y="6210"/>
                  </a:lnTo>
                  <a:lnTo>
                    <a:pt x="410108" y="7137"/>
                  </a:lnTo>
                  <a:lnTo>
                    <a:pt x="409409" y="431"/>
                  </a:lnTo>
                  <a:lnTo>
                    <a:pt x="408419" y="431"/>
                  </a:lnTo>
                  <a:lnTo>
                    <a:pt x="409867" y="14287"/>
                  </a:lnTo>
                  <a:lnTo>
                    <a:pt x="410845" y="14287"/>
                  </a:lnTo>
                  <a:lnTo>
                    <a:pt x="410705" y="12928"/>
                  </a:lnTo>
                  <a:lnTo>
                    <a:pt x="411403" y="13881"/>
                  </a:lnTo>
                  <a:lnTo>
                    <a:pt x="412330" y="14503"/>
                  </a:lnTo>
                  <a:lnTo>
                    <a:pt x="415163" y="14503"/>
                  </a:lnTo>
                  <a:lnTo>
                    <a:pt x="415963" y="13220"/>
                  </a:lnTo>
                  <a:lnTo>
                    <a:pt x="416471" y="12420"/>
                  </a:lnTo>
                  <a:close/>
                </a:path>
                <a:path w="554989" h="41909">
                  <a:moveTo>
                    <a:pt x="423824" y="14287"/>
                  </a:moveTo>
                  <a:lnTo>
                    <a:pt x="422935" y="5740"/>
                  </a:lnTo>
                  <a:lnTo>
                    <a:pt x="421944" y="5740"/>
                  </a:lnTo>
                  <a:lnTo>
                    <a:pt x="422617" y="12179"/>
                  </a:lnTo>
                  <a:lnTo>
                    <a:pt x="421906" y="13144"/>
                  </a:lnTo>
                  <a:lnTo>
                    <a:pt x="419506" y="13144"/>
                  </a:lnTo>
                  <a:lnTo>
                    <a:pt x="418833" y="12306"/>
                  </a:lnTo>
                  <a:lnTo>
                    <a:pt x="418160" y="5740"/>
                  </a:lnTo>
                  <a:lnTo>
                    <a:pt x="417169" y="5740"/>
                  </a:lnTo>
                  <a:lnTo>
                    <a:pt x="417957" y="13335"/>
                  </a:lnTo>
                  <a:lnTo>
                    <a:pt x="418858" y="14427"/>
                  </a:lnTo>
                  <a:lnTo>
                    <a:pt x="421601" y="14427"/>
                  </a:lnTo>
                  <a:lnTo>
                    <a:pt x="422287" y="13995"/>
                  </a:lnTo>
                  <a:lnTo>
                    <a:pt x="422732" y="13258"/>
                  </a:lnTo>
                  <a:lnTo>
                    <a:pt x="422833" y="14287"/>
                  </a:lnTo>
                  <a:lnTo>
                    <a:pt x="423824" y="14287"/>
                  </a:lnTo>
                  <a:close/>
                </a:path>
                <a:path w="554989" h="41909">
                  <a:moveTo>
                    <a:pt x="430326" y="13360"/>
                  </a:moveTo>
                  <a:lnTo>
                    <a:pt x="430022" y="10452"/>
                  </a:lnTo>
                  <a:lnTo>
                    <a:pt x="429285" y="9690"/>
                  </a:lnTo>
                  <a:lnTo>
                    <a:pt x="426478" y="8966"/>
                  </a:lnTo>
                  <a:lnTo>
                    <a:pt x="426008" y="8597"/>
                  </a:lnTo>
                  <a:lnTo>
                    <a:pt x="425881" y="7315"/>
                  </a:lnTo>
                  <a:lnTo>
                    <a:pt x="426377" y="6832"/>
                  </a:lnTo>
                  <a:lnTo>
                    <a:pt x="427926" y="6832"/>
                  </a:lnTo>
                  <a:lnTo>
                    <a:pt x="428459" y="7251"/>
                  </a:lnTo>
                  <a:lnTo>
                    <a:pt x="428599" y="7835"/>
                  </a:lnTo>
                  <a:lnTo>
                    <a:pt x="429501" y="7835"/>
                  </a:lnTo>
                  <a:lnTo>
                    <a:pt x="429272" y="6540"/>
                  </a:lnTo>
                  <a:lnTo>
                    <a:pt x="428307" y="5613"/>
                  </a:lnTo>
                  <a:lnTo>
                    <a:pt x="425551" y="5613"/>
                  </a:lnTo>
                  <a:lnTo>
                    <a:pt x="424891" y="6654"/>
                  </a:lnTo>
                  <a:lnTo>
                    <a:pt x="425170" y="9321"/>
                  </a:lnTo>
                  <a:lnTo>
                    <a:pt x="425945" y="10058"/>
                  </a:lnTo>
                  <a:lnTo>
                    <a:pt x="428752" y="10769"/>
                  </a:lnTo>
                  <a:lnTo>
                    <a:pt x="429183" y="11049"/>
                  </a:lnTo>
                  <a:lnTo>
                    <a:pt x="429361" y="12636"/>
                  </a:lnTo>
                  <a:lnTo>
                    <a:pt x="428777" y="13208"/>
                  </a:lnTo>
                  <a:lnTo>
                    <a:pt x="426986" y="13208"/>
                  </a:lnTo>
                  <a:lnTo>
                    <a:pt x="426250" y="12573"/>
                  </a:lnTo>
                  <a:lnTo>
                    <a:pt x="426085" y="11861"/>
                  </a:lnTo>
                  <a:lnTo>
                    <a:pt x="425183" y="11861"/>
                  </a:lnTo>
                  <a:lnTo>
                    <a:pt x="425386" y="13360"/>
                  </a:lnTo>
                  <a:lnTo>
                    <a:pt x="426491" y="14427"/>
                  </a:lnTo>
                  <a:lnTo>
                    <a:pt x="429564" y="14427"/>
                  </a:lnTo>
                  <a:lnTo>
                    <a:pt x="430326" y="13360"/>
                  </a:lnTo>
                  <a:close/>
                </a:path>
                <a:path w="554989" h="41909">
                  <a:moveTo>
                    <a:pt x="432930" y="13589"/>
                  </a:moveTo>
                  <a:lnTo>
                    <a:pt x="432854" y="12712"/>
                  </a:lnTo>
                  <a:lnTo>
                    <a:pt x="432435" y="12230"/>
                  </a:lnTo>
                  <a:lnTo>
                    <a:pt x="431520" y="12230"/>
                  </a:lnTo>
                  <a:lnTo>
                    <a:pt x="431203" y="12712"/>
                  </a:lnTo>
                  <a:lnTo>
                    <a:pt x="431317" y="13779"/>
                  </a:lnTo>
                  <a:lnTo>
                    <a:pt x="431596" y="14185"/>
                  </a:lnTo>
                  <a:lnTo>
                    <a:pt x="431952" y="14325"/>
                  </a:lnTo>
                  <a:lnTo>
                    <a:pt x="431825" y="15798"/>
                  </a:lnTo>
                  <a:lnTo>
                    <a:pt x="432295" y="15798"/>
                  </a:lnTo>
                  <a:lnTo>
                    <a:pt x="432816" y="14033"/>
                  </a:lnTo>
                  <a:lnTo>
                    <a:pt x="432930" y="13589"/>
                  </a:lnTo>
                  <a:close/>
                </a:path>
                <a:path w="554989" h="41909">
                  <a:moveTo>
                    <a:pt x="446176" y="18173"/>
                  </a:moveTo>
                  <a:lnTo>
                    <a:pt x="445630" y="12928"/>
                  </a:lnTo>
                  <a:lnTo>
                    <a:pt x="445033" y="7137"/>
                  </a:lnTo>
                  <a:lnTo>
                    <a:pt x="444893" y="5740"/>
                  </a:lnTo>
                  <a:lnTo>
                    <a:pt x="444474" y="5740"/>
                  </a:lnTo>
                  <a:lnTo>
                    <a:pt x="444474" y="11722"/>
                  </a:lnTo>
                  <a:lnTo>
                    <a:pt x="443484" y="13220"/>
                  </a:lnTo>
                  <a:lnTo>
                    <a:pt x="440893" y="13220"/>
                  </a:lnTo>
                  <a:lnTo>
                    <a:pt x="439750" y="11722"/>
                  </a:lnTo>
                  <a:lnTo>
                    <a:pt x="439394" y="8305"/>
                  </a:lnTo>
                  <a:lnTo>
                    <a:pt x="440232" y="6883"/>
                  </a:lnTo>
                  <a:lnTo>
                    <a:pt x="442823" y="6883"/>
                  </a:lnTo>
                  <a:lnTo>
                    <a:pt x="444119" y="8305"/>
                  </a:lnTo>
                  <a:lnTo>
                    <a:pt x="444474" y="11722"/>
                  </a:lnTo>
                  <a:lnTo>
                    <a:pt x="444474" y="5740"/>
                  </a:lnTo>
                  <a:lnTo>
                    <a:pt x="443903" y="5740"/>
                  </a:lnTo>
                  <a:lnTo>
                    <a:pt x="444055" y="7137"/>
                  </a:lnTo>
                  <a:lnTo>
                    <a:pt x="443865" y="6883"/>
                  </a:lnTo>
                  <a:lnTo>
                    <a:pt x="443357" y="6210"/>
                  </a:lnTo>
                  <a:lnTo>
                    <a:pt x="442429" y="5613"/>
                  </a:lnTo>
                  <a:lnTo>
                    <a:pt x="439597" y="5613"/>
                  </a:lnTo>
                  <a:lnTo>
                    <a:pt x="438277" y="7607"/>
                  </a:lnTo>
                  <a:lnTo>
                    <a:pt x="438772" y="12420"/>
                  </a:lnTo>
                  <a:lnTo>
                    <a:pt x="440512" y="14503"/>
                  </a:lnTo>
                  <a:lnTo>
                    <a:pt x="443357" y="14503"/>
                  </a:lnTo>
                  <a:lnTo>
                    <a:pt x="444157" y="13881"/>
                  </a:lnTo>
                  <a:lnTo>
                    <a:pt x="444500" y="13220"/>
                  </a:lnTo>
                  <a:lnTo>
                    <a:pt x="444652" y="12928"/>
                  </a:lnTo>
                  <a:lnTo>
                    <a:pt x="445198" y="18173"/>
                  </a:lnTo>
                  <a:lnTo>
                    <a:pt x="446176" y="18173"/>
                  </a:lnTo>
                  <a:close/>
                </a:path>
                <a:path w="554989" h="41909">
                  <a:moveTo>
                    <a:pt x="453377" y="14287"/>
                  </a:moveTo>
                  <a:lnTo>
                    <a:pt x="452501" y="5740"/>
                  </a:lnTo>
                  <a:lnTo>
                    <a:pt x="451510" y="5740"/>
                  </a:lnTo>
                  <a:lnTo>
                    <a:pt x="452170" y="12179"/>
                  </a:lnTo>
                  <a:lnTo>
                    <a:pt x="451459" y="13144"/>
                  </a:lnTo>
                  <a:lnTo>
                    <a:pt x="449059" y="13144"/>
                  </a:lnTo>
                  <a:lnTo>
                    <a:pt x="448398" y="12306"/>
                  </a:lnTo>
                  <a:lnTo>
                    <a:pt x="447713" y="5740"/>
                  </a:lnTo>
                  <a:lnTo>
                    <a:pt x="446735" y="5740"/>
                  </a:lnTo>
                  <a:lnTo>
                    <a:pt x="447509" y="13335"/>
                  </a:lnTo>
                  <a:lnTo>
                    <a:pt x="448411" y="14427"/>
                  </a:lnTo>
                  <a:lnTo>
                    <a:pt x="451167" y="14427"/>
                  </a:lnTo>
                  <a:lnTo>
                    <a:pt x="451840" y="13995"/>
                  </a:lnTo>
                  <a:lnTo>
                    <a:pt x="452285" y="13258"/>
                  </a:lnTo>
                  <a:lnTo>
                    <a:pt x="452399" y="14287"/>
                  </a:lnTo>
                  <a:lnTo>
                    <a:pt x="453377" y="14287"/>
                  </a:lnTo>
                  <a:close/>
                </a:path>
                <a:path w="554989" h="41909">
                  <a:moveTo>
                    <a:pt x="455574" y="3606"/>
                  </a:moveTo>
                  <a:lnTo>
                    <a:pt x="455472" y="2616"/>
                  </a:lnTo>
                  <a:lnTo>
                    <a:pt x="455104" y="2197"/>
                  </a:lnTo>
                  <a:lnTo>
                    <a:pt x="454342" y="2197"/>
                  </a:lnTo>
                  <a:lnTo>
                    <a:pt x="454075" y="2616"/>
                  </a:lnTo>
                  <a:lnTo>
                    <a:pt x="454177" y="3606"/>
                  </a:lnTo>
                  <a:lnTo>
                    <a:pt x="454533" y="4013"/>
                  </a:lnTo>
                  <a:lnTo>
                    <a:pt x="455295" y="4013"/>
                  </a:lnTo>
                  <a:lnTo>
                    <a:pt x="455574" y="3606"/>
                  </a:lnTo>
                  <a:close/>
                </a:path>
                <a:path w="554989" h="41909">
                  <a:moveTo>
                    <a:pt x="456526" y="14287"/>
                  </a:moveTo>
                  <a:lnTo>
                    <a:pt x="455625" y="5740"/>
                  </a:lnTo>
                  <a:lnTo>
                    <a:pt x="454609" y="5740"/>
                  </a:lnTo>
                  <a:lnTo>
                    <a:pt x="455498" y="14287"/>
                  </a:lnTo>
                  <a:lnTo>
                    <a:pt x="456526" y="14287"/>
                  </a:lnTo>
                  <a:close/>
                </a:path>
                <a:path w="554989" h="41909">
                  <a:moveTo>
                    <a:pt x="463054" y="13360"/>
                  </a:moveTo>
                  <a:lnTo>
                    <a:pt x="462749" y="10452"/>
                  </a:lnTo>
                  <a:lnTo>
                    <a:pt x="462000" y="9690"/>
                  </a:lnTo>
                  <a:lnTo>
                    <a:pt x="459193" y="8966"/>
                  </a:lnTo>
                  <a:lnTo>
                    <a:pt x="458724" y="8597"/>
                  </a:lnTo>
                  <a:lnTo>
                    <a:pt x="458597" y="7315"/>
                  </a:lnTo>
                  <a:lnTo>
                    <a:pt x="459092" y="6832"/>
                  </a:lnTo>
                  <a:lnTo>
                    <a:pt x="460641" y="6832"/>
                  </a:lnTo>
                  <a:lnTo>
                    <a:pt x="461175" y="7251"/>
                  </a:lnTo>
                  <a:lnTo>
                    <a:pt x="461327" y="7835"/>
                  </a:lnTo>
                  <a:lnTo>
                    <a:pt x="462216" y="7835"/>
                  </a:lnTo>
                  <a:lnTo>
                    <a:pt x="461987" y="6540"/>
                  </a:lnTo>
                  <a:lnTo>
                    <a:pt x="461022" y="5613"/>
                  </a:lnTo>
                  <a:lnTo>
                    <a:pt x="458279" y="5613"/>
                  </a:lnTo>
                  <a:lnTo>
                    <a:pt x="457619" y="6654"/>
                  </a:lnTo>
                  <a:lnTo>
                    <a:pt x="457885" y="9321"/>
                  </a:lnTo>
                  <a:lnTo>
                    <a:pt x="458660" y="10058"/>
                  </a:lnTo>
                  <a:lnTo>
                    <a:pt x="461467" y="10769"/>
                  </a:lnTo>
                  <a:lnTo>
                    <a:pt x="461911" y="11049"/>
                  </a:lnTo>
                  <a:lnTo>
                    <a:pt x="462076" y="12636"/>
                  </a:lnTo>
                  <a:lnTo>
                    <a:pt x="461492" y="13208"/>
                  </a:lnTo>
                  <a:lnTo>
                    <a:pt x="459701" y="13208"/>
                  </a:lnTo>
                  <a:lnTo>
                    <a:pt x="458965" y="12573"/>
                  </a:lnTo>
                  <a:lnTo>
                    <a:pt x="458800" y="11861"/>
                  </a:lnTo>
                  <a:lnTo>
                    <a:pt x="457898" y="11861"/>
                  </a:lnTo>
                  <a:lnTo>
                    <a:pt x="458101" y="13360"/>
                  </a:lnTo>
                  <a:lnTo>
                    <a:pt x="459193" y="14427"/>
                  </a:lnTo>
                  <a:lnTo>
                    <a:pt x="462280" y="14427"/>
                  </a:lnTo>
                  <a:lnTo>
                    <a:pt x="463054" y="13360"/>
                  </a:lnTo>
                  <a:close/>
                </a:path>
                <a:path w="554989" h="41909">
                  <a:moveTo>
                    <a:pt x="478853" y="14287"/>
                  </a:moveTo>
                  <a:lnTo>
                    <a:pt x="478358" y="9410"/>
                  </a:lnTo>
                  <a:lnTo>
                    <a:pt x="478066" y="6692"/>
                  </a:lnTo>
                  <a:lnTo>
                    <a:pt x="477202" y="5600"/>
                  </a:lnTo>
                  <a:lnTo>
                    <a:pt x="474548" y="5600"/>
                  </a:lnTo>
                  <a:lnTo>
                    <a:pt x="473837" y="6210"/>
                  </a:lnTo>
                  <a:lnTo>
                    <a:pt x="473494" y="7264"/>
                  </a:lnTo>
                  <a:lnTo>
                    <a:pt x="473036" y="6096"/>
                  </a:lnTo>
                  <a:lnTo>
                    <a:pt x="472287" y="5600"/>
                  </a:lnTo>
                  <a:lnTo>
                    <a:pt x="470319" y="5600"/>
                  </a:lnTo>
                  <a:lnTo>
                    <a:pt x="469709" y="6032"/>
                  </a:lnTo>
                  <a:lnTo>
                    <a:pt x="469303" y="6781"/>
                  </a:lnTo>
                  <a:lnTo>
                    <a:pt x="469201" y="5740"/>
                  </a:lnTo>
                  <a:lnTo>
                    <a:pt x="468223" y="5740"/>
                  </a:lnTo>
                  <a:lnTo>
                    <a:pt x="469099" y="14287"/>
                  </a:lnTo>
                  <a:lnTo>
                    <a:pt x="470090" y="14287"/>
                  </a:lnTo>
                  <a:lnTo>
                    <a:pt x="469417" y="7759"/>
                  </a:lnTo>
                  <a:lnTo>
                    <a:pt x="470077" y="6896"/>
                  </a:lnTo>
                  <a:lnTo>
                    <a:pt x="472224" y="6896"/>
                  </a:lnTo>
                  <a:lnTo>
                    <a:pt x="472808" y="7734"/>
                  </a:lnTo>
                  <a:lnTo>
                    <a:pt x="473481" y="14287"/>
                  </a:lnTo>
                  <a:lnTo>
                    <a:pt x="474484" y="14287"/>
                  </a:lnTo>
                  <a:lnTo>
                    <a:pt x="473798" y="7759"/>
                  </a:lnTo>
                  <a:lnTo>
                    <a:pt x="474459" y="6896"/>
                  </a:lnTo>
                  <a:lnTo>
                    <a:pt x="476618" y="6896"/>
                  </a:lnTo>
                  <a:lnTo>
                    <a:pt x="477189" y="7734"/>
                  </a:lnTo>
                  <a:lnTo>
                    <a:pt x="477862" y="14287"/>
                  </a:lnTo>
                  <a:lnTo>
                    <a:pt x="478853" y="14287"/>
                  </a:lnTo>
                  <a:close/>
                </a:path>
                <a:path w="554989" h="41909">
                  <a:moveTo>
                    <a:pt x="487121" y="14325"/>
                  </a:moveTo>
                  <a:lnTo>
                    <a:pt x="486981" y="12928"/>
                  </a:lnTo>
                  <a:lnTo>
                    <a:pt x="486384" y="7137"/>
                  </a:lnTo>
                  <a:lnTo>
                    <a:pt x="486232" y="5740"/>
                  </a:lnTo>
                  <a:lnTo>
                    <a:pt x="485800" y="5740"/>
                  </a:lnTo>
                  <a:lnTo>
                    <a:pt x="485800" y="11722"/>
                  </a:lnTo>
                  <a:lnTo>
                    <a:pt x="484822" y="13220"/>
                  </a:lnTo>
                  <a:lnTo>
                    <a:pt x="482219" y="13220"/>
                  </a:lnTo>
                  <a:lnTo>
                    <a:pt x="481088" y="11722"/>
                  </a:lnTo>
                  <a:lnTo>
                    <a:pt x="480733" y="8305"/>
                  </a:lnTo>
                  <a:lnTo>
                    <a:pt x="481571" y="6883"/>
                  </a:lnTo>
                  <a:lnTo>
                    <a:pt x="484162" y="6883"/>
                  </a:lnTo>
                  <a:lnTo>
                    <a:pt x="485444" y="8305"/>
                  </a:lnTo>
                  <a:lnTo>
                    <a:pt x="485800" y="11722"/>
                  </a:lnTo>
                  <a:lnTo>
                    <a:pt x="485800" y="5740"/>
                  </a:lnTo>
                  <a:lnTo>
                    <a:pt x="485254" y="5740"/>
                  </a:lnTo>
                  <a:lnTo>
                    <a:pt x="485381" y="7137"/>
                  </a:lnTo>
                  <a:lnTo>
                    <a:pt x="485203" y="6883"/>
                  </a:lnTo>
                  <a:lnTo>
                    <a:pt x="484695" y="6210"/>
                  </a:lnTo>
                  <a:lnTo>
                    <a:pt x="483768" y="5613"/>
                  </a:lnTo>
                  <a:lnTo>
                    <a:pt x="480936" y="5613"/>
                  </a:lnTo>
                  <a:lnTo>
                    <a:pt x="479615" y="7607"/>
                  </a:lnTo>
                  <a:lnTo>
                    <a:pt x="480123" y="12420"/>
                  </a:lnTo>
                  <a:lnTo>
                    <a:pt x="481863" y="14503"/>
                  </a:lnTo>
                  <a:lnTo>
                    <a:pt x="484682" y="14503"/>
                  </a:lnTo>
                  <a:lnTo>
                    <a:pt x="485495" y="13881"/>
                  </a:lnTo>
                  <a:lnTo>
                    <a:pt x="485838" y="13220"/>
                  </a:lnTo>
                  <a:lnTo>
                    <a:pt x="485990" y="12928"/>
                  </a:lnTo>
                  <a:lnTo>
                    <a:pt x="486130" y="14325"/>
                  </a:lnTo>
                  <a:lnTo>
                    <a:pt x="487121" y="14325"/>
                  </a:lnTo>
                  <a:close/>
                </a:path>
                <a:path w="554989" h="41909">
                  <a:moveTo>
                    <a:pt x="495033" y="14287"/>
                  </a:moveTo>
                  <a:lnTo>
                    <a:pt x="492061" y="9880"/>
                  </a:lnTo>
                  <a:lnTo>
                    <a:pt x="493991" y="5753"/>
                  </a:lnTo>
                  <a:lnTo>
                    <a:pt x="492785" y="5753"/>
                  </a:lnTo>
                  <a:lnTo>
                    <a:pt x="491350" y="8813"/>
                  </a:lnTo>
                  <a:lnTo>
                    <a:pt x="489267" y="5753"/>
                  </a:lnTo>
                  <a:lnTo>
                    <a:pt x="488061" y="5753"/>
                  </a:lnTo>
                  <a:lnTo>
                    <a:pt x="490855" y="9880"/>
                  </a:lnTo>
                  <a:lnTo>
                    <a:pt x="488797" y="14287"/>
                  </a:lnTo>
                  <a:lnTo>
                    <a:pt x="490016" y="14287"/>
                  </a:lnTo>
                  <a:lnTo>
                    <a:pt x="491566" y="10947"/>
                  </a:lnTo>
                  <a:lnTo>
                    <a:pt x="493826" y="14287"/>
                  </a:lnTo>
                  <a:lnTo>
                    <a:pt x="495033" y="14287"/>
                  </a:lnTo>
                  <a:close/>
                </a:path>
                <a:path w="554989" h="41909">
                  <a:moveTo>
                    <a:pt x="496506" y="3606"/>
                  </a:moveTo>
                  <a:lnTo>
                    <a:pt x="496404" y="2616"/>
                  </a:lnTo>
                  <a:lnTo>
                    <a:pt x="496036" y="2197"/>
                  </a:lnTo>
                  <a:lnTo>
                    <a:pt x="495261" y="2197"/>
                  </a:lnTo>
                  <a:lnTo>
                    <a:pt x="494995" y="2616"/>
                  </a:lnTo>
                  <a:lnTo>
                    <a:pt x="495109" y="3606"/>
                  </a:lnTo>
                  <a:lnTo>
                    <a:pt x="495452" y="4013"/>
                  </a:lnTo>
                  <a:lnTo>
                    <a:pt x="496227" y="4013"/>
                  </a:lnTo>
                  <a:lnTo>
                    <a:pt x="496506" y="3606"/>
                  </a:lnTo>
                  <a:close/>
                </a:path>
                <a:path w="554989" h="41909">
                  <a:moveTo>
                    <a:pt x="497446" y="14287"/>
                  </a:moveTo>
                  <a:lnTo>
                    <a:pt x="496557" y="5740"/>
                  </a:lnTo>
                  <a:lnTo>
                    <a:pt x="495528" y="5740"/>
                  </a:lnTo>
                  <a:lnTo>
                    <a:pt x="496417" y="14287"/>
                  </a:lnTo>
                  <a:lnTo>
                    <a:pt x="497446" y="14287"/>
                  </a:lnTo>
                  <a:close/>
                </a:path>
                <a:path w="554989" h="41909">
                  <a:moveTo>
                    <a:pt x="509206" y="14287"/>
                  </a:moveTo>
                  <a:lnTo>
                    <a:pt x="508698" y="9410"/>
                  </a:lnTo>
                  <a:lnTo>
                    <a:pt x="508419" y="6692"/>
                  </a:lnTo>
                  <a:lnTo>
                    <a:pt x="507555" y="5600"/>
                  </a:lnTo>
                  <a:lnTo>
                    <a:pt x="504901" y="5600"/>
                  </a:lnTo>
                  <a:lnTo>
                    <a:pt x="504190" y="6210"/>
                  </a:lnTo>
                  <a:lnTo>
                    <a:pt x="503847" y="7264"/>
                  </a:lnTo>
                  <a:lnTo>
                    <a:pt x="503389" y="6096"/>
                  </a:lnTo>
                  <a:lnTo>
                    <a:pt x="502627" y="5600"/>
                  </a:lnTo>
                  <a:lnTo>
                    <a:pt x="500672" y="5600"/>
                  </a:lnTo>
                  <a:lnTo>
                    <a:pt x="500049" y="6032"/>
                  </a:lnTo>
                  <a:lnTo>
                    <a:pt x="499656" y="6781"/>
                  </a:lnTo>
                  <a:lnTo>
                    <a:pt x="499554" y="5740"/>
                  </a:lnTo>
                  <a:lnTo>
                    <a:pt x="498563" y="5740"/>
                  </a:lnTo>
                  <a:lnTo>
                    <a:pt x="499452" y="14287"/>
                  </a:lnTo>
                  <a:lnTo>
                    <a:pt x="500430" y="14287"/>
                  </a:lnTo>
                  <a:lnTo>
                    <a:pt x="499757" y="7759"/>
                  </a:lnTo>
                  <a:lnTo>
                    <a:pt x="500418" y="6896"/>
                  </a:lnTo>
                  <a:lnTo>
                    <a:pt x="502577" y="6896"/>
                  </a:lnTo>
                  <a:lnTo>
                    <a:pt x="503148" y="7734"/>
                  </a:lnTo>
                  <a:lnTo>
                    <a:pt x="503834" y="14287"/>
                  </a:lnTo>
                  <a:lnTo>
                    <a:pt x="504825" y="14287"/>
                  </a:lnTo>
                  <a:lnTo>
                    <a:pt x="504151" y="7759"/>
                  </a:lnTo>
                  <a:lnTo>
                    <a:pt x="504812" y="6896"/>
                  </a:lnTo>
                  <a:lnTo>
                    <a:pt x="506971" y="6896"/>
                  </a:lnTo>
                  <a:lnTo>
                    <a:pt x="507530" y="7734"/>
                  </a:lnTo>
                  <a:lnTo>
                    <a:pt x="508215" y="14287"/>
                  </a:lnTo>
                  <a:lnTo>
                    <a:pt x="509206" y="14287"/>
                  </a:lnTo>
                  <a:close/>
                </a:path>
                <a:path w="554989" h="41909">
                  <a:moveTo>
                    <a:pt x="516801" y="14287"/>
                  </a:moveTo>
                  <a:lnTo>
                    <a:pt x="515912" y="5740"/>
                  </a:lnTo>
                  <a:lnTo>
                    <a:pt x="514921" y="5740"/>
                  </a:lnTo>
                  <a:lnTo>
                    <a:pt x="515594" y="12179"/>
                  </a:lnTo>
                  <a:lnTo>
                    <a:pt x="514883" y="13144"/>
                  </a:lnTo>
                  <a:lnTo>
                    <a:pt x="512483" y="13144"/>
                  </a:lnTo>
                  <a:lnTo>
                    <a:pt x="511810" y="12306"/>
                  </a:lnTo>
                  <a:lnTo>
                    <a:pt x="511136" y="5740"/>
                  </a:lnTo>
                  <a:lnTo>
                    <a:pt x="510146" y="5740"/>
                  </a:lnTo>
                  <a:lnTo>
                    <a:pt x="510933" y="13335"/>
                  </a:lnTo>
                  <a:lnTo>
                    <a:pt x="511835" y="14427"/>
                  </a:lnTo>
                  <a:lnTo>
                    <a:pt x="514578" y="14427"/>
                  </a:lnTo>
                  <a:lnTo>
                    <a:pt x="515264" y="13995"/>
                  </a:lnTo>
                  <a:lnTo>
                    <a:pt x="515708" y="13258"/>
                  </a:lnTo>
                  <a:lnTo>
                    <a:pt x="515810" y="14287"/>
                  </a:lnTo>
                  <a:lnTo>
                    <a:pt x="516801" y="14287"/>
                  </a:lnTo>
                  <a:close/>
                </a:path>
                <a:path w="554989" h="41909">
                  <a:moveTo>
                    <a:pt x="523303" y="13360"/>
                  </a:moveTo>
                  <a:lnTo>
                    <a:pt x="522998" y="10452"/>
                  </a:lnTo>
                  <a:lnTo>
                    <a:pt x="522262" y="9690"/>
                  </a:lnTo>
                  <a:lnTo>
                    <a:pt x="519455" y="8966"/>
                  </a:lnTo>
                  <a:lnTo>
                    <a:pt x="518972" y="8597"/>
                  </a:lnTo>
                  <a:lnTo>
                    <a:pt x="518858" y="7315"/>
                  </a:lnTo>
                  <a:lnTo>
                    <a:pt x="519341" y="6832"/>
                  </a:lnTo>
                  <a:lnTo>
                    <a:pt x="520890" y="6832"/>
                  </a:lnTo>
                  <a:lnTo>
                    <a:pt x="521423" y="7251"/>
                  </a:lnTo>
                  <a:lnTo>
                    <a:pt x="521576" y="7835"/>
                  </a:lnTo>
                  <a:lnTo>
                    <a:pt x="522478" y="7835"/>
                  </a:lnTo>
                  <a:lnTo>
                    <a:pt x="522249" y="6540"/>
                  </a:lnTo>
                  <a:lnTo>
                    <a:pt x="521284" y="5613"/>
                  </a:lnTo>
                  <a:lnTo>
                    <a:pt x="518528" y="5613"/>
                  </a:lnTo>
                  <a:lnTo>
                    <a:pt x="517867" y="6654"/>
                  </a:lnTo>
                  <a:lnTo>
                    <a:pt x="518147" y="9321"/>
                  </a:lnTo>
                  <a:lnTo>
                    <a:pt x="518922" y="10058"/>
                  </a:lnTo>
                  <a:lnTo>
                    <a:pt x="521716" y="10769"/>
                  </a:lnTo>
                  <a:lnTo>
                    <a:pt x="522160" y="11049"/>
                  </a:lnTo>
                  <a:lnTo>
                    <a:pt x="522325" y="12636"/>
                  </a:lnTo>
                  <a:lnTo>
                    <a:pt x="521741" y="13208"/>
                  </a:lnTo>
                  <a:lnTo>
                    <a:pt x="519950" y="13208"/>
                  </a:lnTo>
                  <a:lnTo>
                    <a:pt x="519214" y="12573"/>
                  </a:lnTo>
                  <a:lnTo>
                    <a:pt x="519049" y="11861"/>
                  </a:lnTo>
                  <a:lnTo>
                    <a:pt x="518147" y="11861"/>
                  </a:lnTo>
                  <a:lnTo>
                    <a:pt x="518375" y="13360"/>
                  </a:lnTo>
                  <a:lnTo>
                    <a:pt x="519455" y="14427"/>
                  </a:lnTo>
                  <a:lnTo>
                    <a:pt x="522541" y="14427"/>
                  </a:lnTo>
                  <a:lnTo>
                    <a:pt x="523303" y="13360"/>
                  </a:lnTo>
                  <a:close/>
                </a:path>
                <a:path w="554989" h="41909">
                  <a:moveTo>
                    <a:pt x="535457" y="12420"/>
                  </a:moveTo>
                  <a:lnTo>
                    <a:pt x="534949" y="7607"/>
                  </a:lnTo>
                  <a:lnTo>
                    <a:pt x="534339" y="6908"/>
                  </a:lnTo>
                  <a:lnTo>
                    <a:pt x="534339" y="11722"/>
                  </a:lnTo>
                  <a:lnTo>
                    <a:pt x="533488" y="13220"/>
                  </a:lnTo>
                  <a:lnTo>
                    <a:pt x="530860" y="13220"/>
                  </a:lnTo>
                  <a:lnTo>
                    <a:pt x="529678" y="11722"/>
                  </a:lnTo>
                  <a:lnTo>
                    <a:pt x="529323" y="8305"/>
                  </a:lnTo>
                  <a:lnTo>
                    <a:pt x="530199" y="6883"/>
                  </a:lnTo>
                  <a:lnTo>
                    <a:pt x="532828" y="6883"/>
                  </a:lnTo>
                  <a:lnTo>
                    <a:pt x="533996" y="8305"/>
                  </a:lnTo>
                  <a:lnTo>
                    <a:pt x="534339" y="11722"/>
                  </a:lnTo>
                  <a:lnTo>
                    <a:pt x="534339" y="6908"/>
                  </a:lnTo>
                  <a:lnTo>
                    <a:pt x="533222" y="5613"/>
                  </a:lnTo>
                  <a:lnTo>
                    <a:pt x="529539" y="5613"/>
                  </a:lnTo>
                  <a:lnTo>
                    <a:pt x="528218" y="7607"/>
                  </a:lnTo>
                  <a:lnTo>
                    <a:pt x="528713" y="12420"/>
                  </a:lnTo>
                  <a:lnTo>
                    <a:pt x="530453" y="14503"/>
                  </a:lnTo>
                  <a:lnTo>
                    <a:pt x="534136" y="14503"/>
                  </a:lnTo>
                  <a:lnTo>
                    <a:pt x="534949" y="13220"/>
                  </a:lnTo>
                  <a:lnTo>
                    <a:pt x="535457" y="12420"/>
                  </a:lnTo>
                  <a:close/>
                </a:path>
                <a:path w="554989" h="41909">
                  <a:moveTo>
                    <a:pt x="543547" y="14287"/>
                  </a:moveTo>
                  <a:lnTo>
                    <a:pt x="543407" y="12928"/>
                  </a:lnTo>
                  <a:lnTo>
                    <a:pt x="542798" y="7137"/>
                  </a:lnTo>
                  <a:lnTo>
                    <a:pt x="542239" y="1676"/>
                  </a:lnTo>
                  <a:lnTo>
                    <a:pt x="542239" y="11722"/>
                  </a:lnTo>
                  <a:lnTo>
                    <a:pt x="541248" y="13220"/>
                  </a:lnTo>
                  <a:lnTo>
                    <a:pt x="538657" y="13220"/>
                  </a:lnTo>
                  <a:lnTo>
                    <a:pt x="537514" y="11722"/>
                  </a:lnTo>
                  <a:lnTo>
                    <a:pt x="537159" y="8305"/>
                  </a:lnTo>
                  <a:lnTo>
                    <a:pt x="537997" y="6883"/>
                  </a:lnTo>
                  <a:lnTo>
                    <a:pt x="540588" y="6883"/>
                  </a:lnTo>
                  <a:lnTo>
                    <a:pt x="541883" y="8305"/>
                  </a:lnTo>
                  <a:lnTo>
                    <a:pt x="542239" y="11722"/>
                  </a:lnTo>
                  <a:lnTo>
                    <a:pt x="542239" y="1676"/>
                  </a:lnTo>
                  <a:lnTo>
                    <a:pt x="542112" y="431"/>
                  </a:lnTo>
                  <a:lnTo>
                    <a:pt x="541108" y="431"/>
                  </a:lnTo>
                  <a:lnTo>
                    <a:pt x="541820" y="7137"/>
                  </a:lnTo>
                  <a:lnTo>
                    <a:pt x="541629" y="6883"/>
                  </a:lnTo>
                  <a:lnTo>
                    <a:pt x="541121" y="6210"/>
                  </a:lnTo>
                  <a:lnTo>
                    <a:pt x="540194" y="5613"/>
                  </a:lnTo>
                  <a:lnTo>
                    <a:pt x="537349" y="5613"/>
                  </a:lnTo>
                  <a:lnTo>
                    <a:pt x="536041" y="7607"/>
                  </a:lnTo>
                  <a:lnTo>
                    <a:pt x="536536" y="12420"/>
                  </a:lnTo>
                  <a:lnTo>
                    <a:pt x="538276" y="14503"/>
                  </a:lnTo>
                  <a:lnTo>
                    <a:pt x="541108" y="14503"/>
                  </a:lnTo>
                  <a:lnTo>
                    <a:pt x="541921" y="13881"/>
                  </a:lnTo>
                  <a:lnTo>
                    <a:pt x="542264" y="13220"/>
                  </a:lnTo>
                  <a:lnTo>
                    <a:pt x="542417" y="12928"/>
                  </a:lnTo>
                  <a:lnTo>
                    <a:pt x="542544" y="14287"/>
                  </a:lnTo>
                  <a:lnTo>
                    <a:pt x="543547" y="14287"/>
                  </a:lnTo>
                  <a:close/>
                </a:path>
                <a:path w="554989" h="41909">
                  <a:moveTo>
                    <a:pt x="545668" y="3606"/>
                  </a:moveTo>
                  <a:lnTo>
                    <a:pt x="545566" y="2616"/>
                  </a:lnTo>
                  <a:lnTo>
                    <a:pt x="545198" y="2197"/>
                  </a:lnTo>
                  <a:lnTo>
                    <a:pt x="544436" y="2197"/>
                  </a:lnTo>
                  <a:lnTo>
                    <a:pt x="544156" y="2616"/>
                  </a:lnTo>
                  <a:lnTo>
                    <a:pt x="544271" y="3606"/>
                  </a:lnTo>
                  <a:lnTo>
                    <a:pt x="544626" y="4013"/>
                  </a:lnTo>
                  <a:lnTo>
                    <a:pt x="545388" y="4013"/>
                  </a:lnTo>
                  <a:lnTo>
                    <a:pt x="545668" y="3606"/>
                  </a:lnTo>
                  <a:close/>
                </a:path>
                <a:path w="554989" h="41909">
                  <a:moveTo>
                    <a:pt x="546608" y="14287"/>
                  </a:moveTo>
                  <a:lnTo>
                    <a:pt x="545731" y="5740"/>
                  </a:lnTo>
                  <a:lnTo>
                    <a:pt x="544690" y="5740"/>
                  </a:lnTo>
                  <a:lnTo>
                    <a:pt x="545579" y="14287"/>
                  </a:lnTo>
                  <a:lnTo>
                    <a:pt x="546608" y="14287"/>
                  </a:lnTo>
                  <a:close/>
                </a:path>
                <a:path w="554989" h="41909">
                  <a:moveTo>
                    <a:pt x="554710" y="12420"/>
                  </a:moveTo>
                  <a:lnTo>
                    <a:pt x="554202" y="7607"/>
                  </a:lnTo>
                  <a:lnTo>
                    <a:pt x="553593" y="6908"/>
                  </a:lnTo>
                  <a:lnTo>
                    <a:pt x="553593" y="11722"/>
                  </a:lnTo>
                  <a:lnTo>
                    <a:pt x="552742" y="13220"/>
                  </a:lnTo>
                  <a:lnTo>
                    <a:pt x="550113" y="13220"/>
                  </a:lnTo>
                  <a:lnTo>
                    <a:pt x="548932" y="11722"/>
                  </a:lnTo>
                  <a:lnTo>
                    <a:pt x="548576" y="8305"/>
                  </a:lnTo>
                  <a:lnTo>
                    <a:pt x="549452" y="6883"/>
                  </a:lnTo>
                  <a:lnTo>
                    <a:pt x="552081" y="6883"/>
                  </a:lnTo>
                  <a:lnTo>
                    <a:pt x="553237" y="8305"/>
                  </a:lnTo>
                  <a:lnTo>
                    <a:pt x="553593" y="11722"/>
                  </a:lnTo>
                  <a:lnTo>
                    <a:pt x="553593" y="6908"/>
                  </a:lnTo>
                  <a:lnTo>
                    <a:pt x="552475" y="5613"/>
                  </a:lnTo>
                  <a:lnTo>
                    <a:pt x="548792" y="5613"/>
                  </a:lnTo>
                  <a:lnTo>
                    <a:pt x="547484" y="7607"/>
                  </a:lnTo>
                  <a:lnTo>
                    <a:pt x="547979" y="12420"/>
                  </a:lnTo>
                  <a:lnTo>
                    <a:pt x="549706" y="14503"/>
                  </a:lnTo>
                  <a:lnTo>
                    <a:pt x="553402" y="14503"/>
                  </a:lnTo>
                  <a:lnTo>
                    <a:pt x="554202" y="13220"/>
                  </a:lnTo>
                  <a:lnTo>
                    <a:pt x="554710" y="1242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4890529" y="8796712"/>
              <a:ext cx="232410" cy="18415"/>
            </a:xfrm>
            <a:custGeom>
              <a:avLst/>
              <a:gdLst/>
              <a:ahLst/>
              <a:cxnLst/>
              <a:rect l="l" t="t" r="r" b="b"/>
              <a:pathLst>
                <a:path w="232410" h="18415">
                  <a:moveTo>
                    <a:pt x="7505" y="13906"/>
                  </a:moveTo>
                  <a:lnTo>
                    <a:pt x="7366" y="12496"/>
                  </a:lnTo>
                  <a:lnTo>
                    <a:pt x="6769" y="6718"/>
                  </a:lnTo>
                  <a:lnTo>
                    <a:pt x="6616" y="5321"/>
                  </a:lnTo>
                  <a:lnTo>
                    <a:pt x="6184" y="5321"/>
                  </a:lnTo>
                  <a:lnTo>
                    <a:pt x="6184" y="11290"/>
                  </a:lnTo>
                  <a:lnTo>
                    <a:pt x="5207" y="12788"/>
                  </a:lnTo>
                  <a:lnTo>
                    <a:pt x="2603" y="12788"/>
                  </a:lnTo>
                  <a:lnTo>
                    <a:pt x="1473" y="11290"/>
                  </a:lnTo>
                  <a:lnTo>
                    <a:pt x="1117" y="7886"/>
                  </a:lnTo>
                  <a:lnTo>
                    <a:pt x="1955" y="6451"/>
                  </a:lnTo>
                  <a:lnTo>
                    <a:pt x="4546" y="6451"/>
                  </a:lnTo>
                  <a:lnTo>
                    <a:pt x="5829" y="7886"/>
                  </a:lnTo>
                  <a:lnTo>
                    <a:pt x="6184" y="11290"/>
                  </a:lnTo>
                  <a:lnTo>
                    <a:pt x="6184" y="5321"/>
                  </a:lnTo>
                  <a:lnTo>
                    <a:pt x="5638" y="5321"/>
                  </a:lnTo>
                  <a:lnTo>
                    <a:pt x="5765" y="6718"/>
                  </a:lnTo>
                  <a:lnTo>
                    <a:pt x="5575" y="6451"/>
                  </a:lnTo>
                  <a:lnTo>
                    <a:pt x="5080" y="5791"/>
                  </a:lnTo>
                  <a:lnTo>
                    <a:pt x="4152" y="5181"/>
                  </a:lnTo>
                  <a:lnTo>
                    <a:pt x="1320" y="5181"/>
                  </a:lnTo>
                  <a:lnTo>
                    <a:pt x="0" y="7175"/>
                  </a:lnTo>
                  <a:lnTo>
                    <a:pt x="508" y="12001"/>
                  </a:lnTo>
                  <a:lnTo>
                    <a:pt x="2247" y="14084"/>
                  </a:lnTo>
                  <a:lnTo>
                    <a:pt x="5067" y="14084"/>
                  </a:lnTo>
                  <a:lnTo>
                    <a:pt x="5880" y="13449"/>
                  </a:lnTo>
                  <a:lnTo>
                    <a:pt x="6223" y="12788"/>
                  </a:lnTo>
                  <a:lnTo>
                    <a:pt x="6375" y="12496"/>
                  </a:lnTo>
                  <a:lnTo>
                    <a:pt x="6515" y="13906"/>
                  </a:lnTo>
                  <a:lnTo>
                    <a:pt x="7505" y="13906"/>
                  </a:lnTo>
                  <a:close/>
                </a:path>
                <a:path w="232410" h="18415">
                  <a:moveTo>
                    <a:pt x="15913" y="13855"/>
                  </a:moveTo>
                  <a:lnTo>
                    <a:pt x="15773" y="12496"/>
                  </a:lnTo>
                  <a:lnTo>
                    <a:pt x="15176" y="6718"/>
                  </a:lnTo>
                  <a:lnTo>
                    <a:pt x="14605" y="1231"/>
                  </a:lnTo>
                  <a:lnTo>
                    <a:pt x="14605" y="11290"/>
                  </a:lnTo>
                  <a:lnTo>
                    <a:pt x="13627" y="12788"/>
                  </a:lnTo>
                  <a:lnTo>
                    <a:pt x="11023" y="12788"/>
                  </a:lnTo>
                  <a:lnTo>
                    <a:pt x="9880" y="11290"/>
                  </a:lnTo>
                  <a:lnTo>
                    <a:pt x="9525" y="7886"/>
                  </a:lnTo>
                  <a:lnTo>
                    <a:pt x="10363" y="6451"/>
                  </a:lnTo>
                  <a:lnTo>
                    <a:pt x="12966" y="6451"/>
                  </a:lnTo>
                  <a:lnTo>
                    <a:pt x="14249" y="7886"/>
                  </a:lnTo>
                  <a:lnTo>
                    <a:pt x="14605" y="11290"/>
                  </a:lnTo>
                  <a:lnTo>
                    <a:pt x="14605" y="1231"/>
                  </a:lnTo>
                  <a:lnTo>
                    <a:pt x="14478" y="0"/>
                  </a:lnTo>
                  <a:lnTo>
                    <a:pt x="13487" y="0"/>
                  </a:lnTo>
                  <a:lnTo>
                    <a:pt x="14185" y="6718"/>
                  </a:lnTo>
                  <a:lnTo>
                    <a:pt x="13995" y="6451"/>
                  </a:lnTo>
                  <a:lnTo>
                    <a:pt x="13500" y="5791"/>
                  </a:lnTo>
                  <a:lnTo>
                    <a:pt x="12560" y="5181"/>
                  </a:lnTo>
                  <a:lnTo>
                    <a:pt x="9728" y="5181"/>
                  </a:lnTo>
                  <a:lnTo>
                    <a:pt x="8420" y="7175"/>
                  </a:lnTo>
                  <a:lnTo>
                    <a:pt x="8915" y="12001"/>
                  </a:lnTo>
                  <a:lnTo>
                    <a:pt x="10642" y="14084"/>
                  </a:lnTo>
                  <a:lnTo>
                    <a:pt x="13487" y="14084"/>
                  </a:lnTo>
                  <a:lnTo>
                    <a:pt x="14287" y="13449"/>
                  </a:lnTo>
                  <a:lnTo>
                    <a:pt x="14630" y="12788"/>
                  </a:lnTo>
                  <a:lnTo>
                    <a:pt x="14782" y="12496"/>
                  </a:lnTo>
                  <a:lnTo>
                    <a:pt x="14922" y="13855"/>
                  </a:lnTo>
                  <a:lnTo>
                    <a:pt x="15913" y="13855"/>
                  </a:lnTo>
                  <a:close/>
                </a:path>
                <a:path w="232410" h="18415">
                  <a:moveTo>
                    <a:pt x="18046" y="3175"/>
                  </a:moveTo>
                  <a:lnTo>
                    <a:pt x="17932" y="2184"/>
                  </a:lnTo>
                  <a:lnTo>
                    <a:pt x="17564" y="1765"/>
                  </a:lnTo>
                  <a:lnTo>
                    <a:pt x="16802" y="1765"/>
                  </a:lnTo>
                  <a:lnTo>
                    <a:pt x="16535" y="2184"/>
                  </a:lnTo>
                  <a:lnTo>
                    <a:pt x="16637" y="3175"/>
                  </a:lnTo>
                  <a:lnTo>
                    <a:pt x="16992" y="3581"/>
                  </a:lnTo>
                  <a:lnTo>
                    <a:pt x="17754" y="3581"/>
                  </a:lnTo>
                  <a:lnTo>
                    <a:pt x="18046" y="3175"/>
                  </a:lnTo>
                  <a:close/>
                </a:path>
                <a:path w="232410" h="18415">
                  <a:moveTo>
                    <a:pt x="18986" y="13855"/>
                  </a:moveTo>
                  <a:lnTo>
                    <a:pt x="18097" y="5321"/>
                  </a:lnTo>
                  <a:lnTo>
                    <a:pt x="17068" y="5321"/>
                  </a:lnTo>
                  <a:lnTo>
                    <a:pt x="17957" y="13855"/>
                  </a:lnTo>
                  <a:lnTo>
                    <a:pt x="18986" y="13855"/>
                  </a:lnTo>
                  <a:close/>
                </a:path>
                <a:path w="232410" h="18415">
                  <a:moveTo>
                    <a:pt x="27520" y="12001"/>
                  </a:moveTo>
                  <a:lnTo>
                    <a:pt x="27025" y="7175"/>
                  </a:lnTo>
                  <a:lnTo>
                    <a:pt x="26416" y="6477"/>
                  </a:lnTo>
                  <a:lnTo>
                    <a:pt x="26416" y="11290"/>
                  </a:lnTo>
                  <a:lnTo>
                    <a:pt x="25577" y="12788"/>
                  </a:lnTo>
                  <a:lnTo>
                    <a:pt x="22987" y="12788"/>
                  </a:lnTo>
                  <a:lnTo>
                    <a:pt x="22733" y="12496"/>
                  </a:lnTo>
                  <a:lnTo>
                    <a:pt x="21691" y="11290"/>
                  </a:lnTo>
                  <a:lnTo>
                    <a:pt x="21336" y="7886"/>
                  </a:lnTo>
                  <a:lnTo>
                    <a:pt x="22148" y="6718"/>
                  </a:lnTo>
                  <a:lnTo>
                    <a:pt x="22326" y="6451"/>
                  </a:lnTo>
                  <a:lnTo>
                    <a:pt x="24930" y="6451"/>
                  </a:lnTo>
                  <a:lnTo>
                    <a:pt x="26060" y="7886"/>
                  </a:lnTo>
                  <a:lnTo>
                    <a:pt x="26416" y="11290"/>
                  </a:lnTo>
                  <a:lnTo>
                    <a:pt x="26416" y="6477"/>
                  </a:lnTo>
                  <a:lnTo>
                    <a:pt x="25298" y="5181"/>
                  </a:lnTo>
                  <a:lnTo>
                    <a:pt x="22453" y="5181"/>
                  </a:lnTo>
                  <a:lnTo>
                    <a:pt x="21653" y="5791"/>
                  </a:lnTo>
                  <a:lnTo>
                    <a:pt x="21158" y="6718"/>
                  </a:lnTo>
                  <a:lnTo>
                    <a:pt x="21018" y="5321"/>
                  </a:lnTo>
                  <a:lnTo>
                    <a:pt x="20027" y="5321"/>
                  </a:lnTo>
                  <a:lnTo>
                    <a:pt x="21310" y="17741"/>
                  </a:lnTo>
                  <a:lnTo>
                    <a:pt x="22301" y="17741"/>
                  </a:lnTo>
                  <a:lnTo>
                    <a:pt x="21755" y="12496"/>
                  </a:lnTo>
                  <a:lnTo>
                    <a:pt x="22453" y="13449"/>
                  </a:lnTo>
                  <a:lnTo>
                    <a:pt x="23380" y="14084"/>
                  </a:lnTo>
                  <a:lnTo>
                    <a:pt x="26212" y="14084"/>
                  </a:lnTo>
                  <a:lnTo>
                    <a:pt x="27025" y="12788"/>
                  </a:lnTo>
                  <a:lnTo>
                    <a:pt x="27520" y="12001"/>
                  </a:lnTo>
                  <a:close/>
                </a:path>
                <a:path w="232410" h="18415">
                  <a:moveTo>
                    <a:pt x="29324" y="3175"/>
                  </a:moveTo>
                  <a:lnTo>
                    <a:pt x="29222" y="2184"/>
                  </a:lnTo>
                  <a:lnTo>
                    <a:pt x="28854" y="1765"/>
                  </a:lnTo>
                  <a:lnTo>
                    <a:pt x="28092" y="1765"/>
                  </a:lnTo>
                  <a:lnTo>
                    <a:pt x="27813" y="2184"/>
                  </a:lnTo>
                  <a:lnTo>
                    <a:pt x="27927" y="3175"/>
                  </a:lnTo>
                  <a:lnTo>
                    <a:pt x="28282" y="3581"/>
                  </a:lnTo>
                  <a:lnTo>
                    <a:pt x="29044" y="3581"/>
                  </a:lnTo>
                  <a:lnTo>
                    <a:pt x="29324" y="3175"/>
                  </a:lnTo>
                  <a:close/>
                </a:path>
                <a:path w="232410" h="18415">
                  <a:moveTo>
                    <a:pt x="30264" y="13855"/>
                  </a:moveTo>
                  <a:lnTo>
                    <a:pt x="29375" y="5321"/>
                  </a:lnTo>
                  <a:lnTo>
                    <a:pt x="28346" y="5321"/>
                  </a:lnTo>
                  <a:lnTo>
                    <a:pt x="29235" y="13855"/>
                  </a:lnTo>
                  <a:lnTo>
                    <a:pt x="30264" y="13855"/>
                  </a:lnTo>
                  <a:close/>
                </a:path>
                <a:path w="232410" h="18415">
                  <a:moveTo>
                    <a:pt x="36791" y="12928"/>
                  </a:moveTo>
                  <a:lnTo>
                    <a:pt x="36487" y="10020"/>
                  </a:lnTo>
                  <a:lnTo>
                    <a:pt x="35750" y="9258"/>
                  </a:lnTo>
                  <a:lnTo>
                    <a:pt x="32943" y="8534"/>
                  </a:lnTo>
                  <a:lnTo>
                    <a:pt x="32473" y="8166"/>
                  </a:lnTo>
                  <a:lnTo>
                    <a:pt x="32346" y="6896"/>
                  </a:lnTo>
                  <a:lnTo>
                    <a:pt x="32842" y="6400"/>
                  </a:lnTo>
                  <a:lnTo>
                    <a:pt x="34391" y="6400"/>
                  </a:lnTo>
                  <a:lnTo>
                    <a:pt x="34925" y="6832"/>
                  </a:lnTo>
                  <a:lnTo>
                    <a:pt x="35064" y="7416"/>
                  </a:lnTo>
                  <a:lnTo>
                    <a:pt x="35966" y="7416"/>
                  </a:lnTo>
                  <a:lnTo>
                    <a:pt x="35737" y="6121"/>
                  </a:lnTo>
                  <a:lnTo>
                    <a:pt x="34772" y="5181"/>
                  </a:lnTo>
                  <a:lnTo>
                    <a:pt x="32016" y="5181"/>
                  </a:lnTo>
                  <a:lnTo>
                    <a:pt x="31356" y="6235"/>
                  </a:lnTo>
                  <a:lnTo>
                    <a:pt x="31635" y="8890"/>
                  </a:lnTo>
                  <a:lnTo>
                    <a:pt x="32410" y="9639"/>
                  </a:lnTo>
                  <a:lnTo>
                    <a:pt x="35217" y="10350"/>
                  </a:lnTo>
                  <a:lnTo>
                    <a:pt x="35648" y="10617"/>
                  </a:lnTo>
                  <a:lnTo>
                    <a:pt x="35826" y="12204"/>
                  </a:lnTo>
                  <a:lnTo>
                    <a:pt x="35229" y="12776"/>
                  </a:lnTo>
                  <a:lnTo>
                    <a:pt x="33439" y="12776"/>
                  </a:lnTo>
                  <a:lnTo>
                    <a:pt x="32715" y="12141"/>
                  </a:lnTo>
                  <a:lnTo>
                    <a:pt x="32550" y="11430"/>
                  </a:lnTo>
                  <a:lnTo>
                    <a:pt x="31648" y="11430"/>
                  </a:lnTo>
                  <a:lnTo>
                    <a:pt x="31864" y="12928"/>
                  </a:lnTo>
                  <a:lnTo>
                    <a:pt x="32943" y="13995"/>
                  </a:lnTo>
                  <a:lnTo>
                    <a:pt x="36029" y="13995"/>
                  </a:lnTo>
                  <a:lnTo>
                    <a:pt x="36791" y="12928"/>
                  </a:lnTo>
                  <a:close/>
                </a:path>
                <a:path w="232410" h="18415">
                  <a:moveTo>
                    <a:pt x="44234" y="11125"/>
                  </a:moveTo>
                  <a:lnTo>
                    <a:pt x="43116" y="11125"/>
                  </a:lnTo>
                  <a:lnTo>
                    <a:pt x="42824" y="12090"/>
                  </a:lnTo>
                  <a:lnTo>
                    <a:pt x="42125" y="12801"/>
                  </a:lnTo>
                  <a:lnTo>
                    <a:pt x="39916" y="12801"/>
                  </a:lnTo>
                  <a:lnTo>
                    <a:pt x="38747" y="11303"/>
                  </a:lnTo>
                  <a:lnTo>
                    <a:pt x="38392" y="7886"/>
                  </a:lnTo>
                  <a:lnTo>
                    <a:pt x="39268" y="6464"/>
                  </a:lnTo>
                  <a:lnTo>
                    <a:pt x="41478" y="6464"/>
                  </a:lnTo>
                  <a:lnTo>
                    <a:pt x="42303" y="7124"/>
                  </a:lnTo>
                  <a:lnTo>
                    <a:pt x="42799" y="8089"/>
                  </a:lnTo>
                  <a:lnTo>
                    <a:pt x="43916" y="8089"/>
                  </a:lnTo>
                  <a:lnTo>
                    <a:pt x="43256" y="6413"/>
                  </a:lnTo>
                  <a:lnTo>
                    <a:pt x="41884" y="5181"/>
                  </a:lnTo>
                  <a:lnTo>
                    <a:pt x="38608" y="5181"/>
                  </a:lnTo>
                  <a:lnTo>
                    <a:pt x="37299" y="7188"/>
                  </a:lnTo>
                  <a:lnTo>
                    <a:pt x="37782" y="12001"/>
                  </a:lnTo>
                  <a:lnTo>
                    <a:pt x="39522" y="14071"/>
                  </a:lnTo>
                  <a:lnTo>
                    <a:pt x="42837" y="14071"/>
                  </a:lnTo>
                  <a:lnTo>
                    <a:pt x="43967" y="12852"/>
                  </a:lnTo>
                  <a:lnTo>
                    <a:pt x="44234" y="11125"/>
                  </a:lnTo>
                  <a:close/>
                </a:path>
                <a:path w="232410" h="18415">
                  <a:moveTo>
                    <a:pt x="46202" y="3175"/>
                  </a:moveTo>
                  <a:lnTo>
                    <a:pt x="46101" y="2184"/>
                  </a:lnTo>
                  <a:lnTo>
                    <a:pt x="45732" y="1765"/>
                  </a:lnTo>
                  <a:lnTo>
                    <a:pt x="44958" y="1765"/>
                  </a:lnTo>
                  <a:lnTo>
                    <a:pt x="44704" y="2184"/>
                  </a:lnTo>
                  <a:lnTo>
                    <a:pt x="44805" y="3175"/>
                  </a:lnTo>
                  <a:lnTo>
                    <a:pt x="45148" y="3581"/>
                  </a:lnTo>
                  <a:lnTo>
                    <a:pt x="45923" y="3581"/>
                  </a:lnTo>
                  <a:lnTo>
                    <a:pt x="46202" y="3175"/>
                  </a:lnTo>
                  <a:close/>
                </a:path>
                <a:path w="232410" h="18415">
                  <a:moveTo>
                    <a:pt x="47155" y="13855"/>
                  </a:moveTo>
                  <a:lnTo>
                    <a:pt x="46266" y="5321"/>
                  </a:lnTo>
                  <a:lnTo>
                    <a:pt x="45237" y="5321"/>
                  </a:lnTo>
                  <a:lnTo>
                    <a:pt x="46113" y="13855"/>
                  </a:lnTo>
                  <a:lnTo>
                    <a:pt x="47155" y="13855"/>
                  </a:lnTo>
                  <a:close/>
                </a:path>
                <a:path w="232410" h="18415">
                  <a:moveTo>
                    <a:pt x="54991" y="13855"/>
                  </a:moveTo>
                  <a:lnTo>
                    <a:pt x="54203" y="6273"/>
                  </a:lnTo>
                  <a:lnTo>
                    <a:pt x="53301" y="5181"/>
                  </a:lnTo>
                  <a:lnTo>
                    <a:pt x="50558" y="5181"/>
                  </a:lnTo>
                  <a:lnTo>
                    <a:pt x="49872" y="5613"/>
                  </a:lnTo>
                  <a:lnTo>
                    <a:pt x="49441" y="6337"/>
                  </a:lnTo>
                  <a:lnTo>
                    <a:pt x="49326" y="5321"/>
                  </a:lnTo>
                  <a:lnTo>
                    <a:pt x="48336" y="5321"/>
                  </a:lnTo>
                  <a:lnTo>
                    <a:pt x="49225" y="13855"/>
                  </a:lnTo>
                  <a:lnTo>
                    <a:pt x="50215" y="13855"/>
                  </a:lnTo>
                  <a:lnTo>
                    <a:pt x="49542" y="7404"/>
                  </a:lnTo>
                  <a:lnTo>
                    <a:pt x="50253" y="6426"/>
                  </a:lnTo>
                  <a:lnTo>
                    <a:pt x="51574" y="6451"/>
                  </a:lnTo>
                  <a:lnTo>
                    <a:pt x="52654" y="6451"/>
                  </a:lnTo>
                  <a:lnTo>
                    <a:pt x="53327" y="7289"/>
                  </a:lnTo>
                  <a:lnTo>
                    <a:pt x="54013" y="13855"/>
                  </a:lnTo>
                  <a:lnTo>
                    <a:pt x="54991" y="13855"/>
                  </a:lnTo>
                  <a:close/>
                </a:path>
                <a:path w="232410" h="18415">
                  <a:moveTo>
                    <a:pt x="63538" y="16446"/>
                  </a:moveTo>
                  <a:lnTo>
                    <a:pt x="63131" y="12522"/>
                  </a:lnTo>
                  <a:lnTo>
                    <a:pt x="62522" y="6616"/>
                  </a:lnTo>
                  <a:lnTo>
                    <a:pt x="62395" y="5321"/>
                  </a:lnTo>
                  <a:lnTo>
                    <a:pt x="61950" y="5321"/>
                  </a:lnTo>
                  <a:lnTo>
                    <a:pt x="61950" y="11290"/>
                  </a:lnTo>
                  <a:lnTo>
                    <a:pt x="60960" y="12725"/>
                  </a:lnTo>
                  <a:lnTo>
                    <a:pt x="58356" y="12725"/>
                  </a:lnTo>
                  <a:lnTo>
                    <a:pt x="57226" y="11290"/>
                  </a:lnTo>
                  <a:lnTo>
                    <a:pt x="56870" y="7886"/>
                  </a:lnTo>
                  <a:lnTo>
                    <a:pt x="57708" y="6388"/>
                  </a:lnTo>
                  <a:lnTo>
                    <a:pt x="60312" y="6388"/>
                  </a:lnTo>
                  <a:lnTo>
                    <a:pt x="61595" y="7886"/>
                  </a:lnTo>
                  <a:lnTo>
                    <a:pt x="61950" y="11290"/>
                  </a:lnTo>
                  <a:lnTo>
                    <a:pt x="61950" y="5321"/>
                  </a:lnTo>
                  <a:lnTo>
                    <a:pt x="61366" y="5321"/>
                  </a:lnTo>
                  <a:lnTo>
                    <a:pt x="61493" y="6616"/>
                  </a:lnTo>
                  <a:lnTo>
                    <a:pt x="61315" y="6388"/>
                  </a:lnTo>
                  <a:lnTo>
                    <a:pt x="60807" y="5702"/>
                  </a:lnTo>
                  <a:lnTo>
                    <a:pt x="59893" y="5105"/>
                  </a:lnTo>
                  <a:lnTo>
                    <a:pt x="57073" y="5105"/>
                  </a:lnTo>
                  <a:lnTo>
                    <a:pt x="55765" y="7175"/>
                  </a:lnTo>
                  <a:lnTo>
                    <a:pt x="56261" y="12001"/>
                  </a:lnTo>
                  <a:lnTo>
                    <a:pt x="57988" y="13995"/>
                  </a:lnTo>
                  <a:lnTo>
                    <a:pt x="60807" y="13995"/>
                  </a:lnTo>
                  <a:lnTo>
                    <a:pt x="61607" y="13411"/>
                  </a:lnTo>
                  <a:lnTo>
                    <a:pt x="62001" y="12725"/>
                  </a:lnTo>
                  <a:lnTo>
                    <a:pt x="62103" y="12522"/>
                  </a:lnTo>
                  <a:lnTo>
                    <a:pt x="62445" y="15748"/>
                  </a:lnTo>
                  <a:lnTo>
                    <a:pt x="61506" y="16662"/>
                  </a:lnTo>
                  <a:lnTo>
                    <a:pt x="59309" y="16662"/>
                  </a:lnTo>
                  <a:lnTo>
                    <a:pt x="58470" y="15951"/>
                  </a:lnTo>
                  <a:lnTo>
                    <a:pt x="57988" y="14998"/>
                  </a:lnTo>
                  <a:lnTo>
                    <a:pt x="56857" y="14998"/>
                  </a:lnTo>
                  <a:lnTo>
                    <a:pt x="57492" y="16725"/>
                  </a:lnTo>
                  <a:lnTo>
                    <a:pt x="58877" y="17932"/>
                  </a:lnTo>
                  <a:lnTo>
                    <a:pt x="62179" y="17932"/>
                  </a:lnTo>
                  <a:lnTo>
                    <a:pt x="63347" y="16662"/>
                  </a:lnTo>
                  <a:lnTo>
                    <a:pt x="63538" y="16446"/>
                  </a:lnTo>
                  <a:close/>
                </a:path>
                <a:path w="232410" h="18415">
                  <a:moveTo>
                    <a:pt x="75514" y="10210"/>
                  </a:moveTo>
                  <a:lnTo>
                    <a:pt x="75374" y="8966"/>
                  </a:lnTo>
                  <a:lnTo>
                    <a:pt x="75196" y="7175"/>
                  </a:lnTo>
                  <a:lnTo>
                    <a:pt x="74574" y="6451"/>
                  </a:lnTo>
                  <a:lnTo>
                    <a:pt x="74320" y="6172"/>
                  </a:lnTo>
                  <a:lnTo>
                    <a:pt x="74320" y="8966"/>
                  </a:lnTo>
                  <a:lnTo>
                    <a:pt x="69723" y="8966"/>
                  </a:lnTo>
                  <a:lnTo>
                    <a:pt x="69811" y="7543"/>
                  </a:lnTo>
                  <a:lnTo>
                    <a:pt x="70612" y="6451"/>
                  </a:lnTo>
                  <a:lnTo>
                    <a:pt x="72898" y="6451"/>
                  </a:lnTo>
                  <a:lnTo>
                    <a:pt x="73939" y="7543"/>
                  </a:lnTo>
                  <a:lnTo>
                    <a:pt x="74320" y="8966"/>
                  </a:lnTo>
                  <a:lnTo>
                    <a:pt x="74320" y="6172"/>
                  </a:lnTo>
                  <a:lnTo>
                    <a:pt x="73469" y="5181"/>
                  </a:lnTo>
                  <a:lnTo>
                    <a:pt x="69786" y="5181"/>
                  </a:lnTo>
                  <a:lnTo>
                    <a:pt x="68478" y="7175"/>
                  </a:lnTo>
                  <a:lnTo>
                    <a:pt x="68961" y="12001"/>
                  </a:lnTo>
                  <a:lnTo>
                    <a:pt x="70700" y="14084"/>
                  </a:lnTo>
                  <a:lnTo>
                    <a:pt x="73863" y="14084"/>
                  </a:lnTo>
                  <a:lnTo>
                    <a:pt x="74917" y="13081"/>
                  </a:lnTo>
                  <a:lnTo>
                    <a:pt x="75006" y="12788"/>
                  </a:lnTo>
                  <a:lnTo>
                    <a:pt x="75323" y="11607"/>
                  </a:lnTo>
                  <a:lnTo>
                    <a:pt x="74091" y="11607"/>
                  </a:lnTo>
                  <a:lnTo>
                    <a:pt x="73748" y="12306"/>
                  </a:lnTo>
                  <a:lnTo>
                    <a:pt x="73177" y="12788"/>
                  </a:lnTo>
                  <a:lnTo>
                    <a:pt x="71259" y="12788"/>
                  </a:lnTo>
                  <a:lnTo>
                    <a:pt x="70218" y="11607"/>
                  </a:lnTo>
                  <a:lnTo>
                    <a:pt x="69850" y="10210"/>
                  </a:lnTo>
                  <a:lnTo>
                    <a:pt x="75514" y="10210"/>
                  </a:lnTo>
                  <a:close/>
                </a:path>
                <a:path w="232410" h="18415">
                  <a:moveTo>
                    <a:pt x="78333" y="13855"/>
                  </a:moveTo>
                  <a:lnTo>
                    <a:pt x="76898" y="0"/>
                  </a:lnTo>
                  <a:lnTo>
                    <a:pt x="75920" y="0"/>
                  </a:lnTo>
                  <a:lnTo>
                    <a:pt x="77355" y="13855"/>
                  </a:lnTo>
                  <a:lnTo>
                    <a:pt x="78333" y="13855"/>
                  </a:lnTo>
                  <a:close/>
                </a:path>
                <a:path w="232410" h="18415">
                  <a:moveTo>
                    <a:pt x="80479" y="3175"/>
                  </a:moveTo>
                  <a:lnTo>
                    <a:pt x="80378" y="2184"/>
                  </a:lnTo>
                  <a:lnTo>
                    <a:pt x="80010" y="1765"/>
                  </a:lnTo>
                  <a:lnTo>
                    <a:pt x="79235" y="1765"/>
                  </a:lnTo>
                  <a:lnTo>
                    <a:pt x="78968" y="2184"/>
                  </a:lnTo>
                  <a:lnTo>
                    <a:pt x="79070" y="3175"/>
                  </a:lnTo>
                  <a:lnTo>
                    <a:pt x="79425" y="3581"/>
                  </a:lnTo>
                  <a:lnTo>
                    <a:pt x="80200" y="3581"/>
                  </a:lnTo>
                  <a:lnTo>
                    <a:pt x="80479" y="3175"/>
                  </a:lnTo>
                  <a:close/>
                </a:path>
                <a:path w="232410" h="18415">
                  <a:moveTo>
                    <a:pt x="81419" y="13855"/>
                  </a:moveTo>
                  <a:lnTo>
                    <a:pt x="80530" y="5321"/>
                  </a:lnTo>
                  <a:lnTo>
                    <a:pt x="79502" y="5321"/>
                  </a:lnTo>
                  <a:lnTo>
                    <a:pt x="80391" y="13855"/>
                  </a:lnTo>
                  <a:lnTo>
                    <a:pt x="81419" y="13855"/>
                  </a:lnTo>
                  <a:close/>
                </a:path>
                <a:path w="232410" h="18415">
                  <a:moveTo>
                    <a:pt x="85559" y="6502"/>
                  </a:moveTo>
                  <a:lnTo>
                    <a:pt x="85432" y="5321"/>
                  </a:lnTo>
                  <a:lnTo>
                    <a:pt x="83985" y="5321"/>
                  </a:lnTo>
                  <a:lnTo>
                    <a:pt x="83629" y="1955"/>
                  </a:lnTo>
                  <a:lnTo>
                    <a:pt x="82638" y="1955"/>
                  </a:lnTo>
                  <a:lnTo>
                    <a:pt x="82981" y="5321"/>
                  </a:lnTo>
                  <a:lnTo>
                    <a:pt x="82016" y="5321"/>
                  </a:lnTo>
                  <a:lnTo>
                    <a:pt x="82143" y="6502"/>
                  </a:lnTo>
                  <a:lnTo>
                    <a:pt x="83108" y="6502"/>
                  </a:lnTo>
                  <a:lnTo>
                    <a:pt x="83870" y="13868"/>
                  </a:lnTo>
                  <a:lnTo>
                    <a:pt x="84874" y="13868"/>
                  </a:lnTo>
                  <a:lnTo>
                    <a:pt x="84112" y="6502"/>
                  </a:lnTo>
                  <a:lnTo>
                    <a:pt x="85559" y="6502"/>
                  </a:lnTo>
                  <a:close/>
                </a:path>
                <a:path w="232410" h="18415">
                  <a:moveTo>
                    <a:pt x="88582" y="13474"/>
                  </a:moveTo>
                  <a:lnTo>
                    <a:pt x="88455" y="12280"/>
                  </a:lnTo>
                  <a:lnTo>
                    <a:pt x="88036" y="11798"/>
                  </a:lnTo>
                  <a:lnTo>
                    <a:pt x="87147" y="11798"/>
                  </a:lnTo>
                  <a:lnTo>
                    <a:pt x="86817" y="12280"/>
                  </a:lnTo>
                  <a:lnTo>
                    <a:pt x="86880" y="12865"/>
                  </a:lnTo>
                  <a:lnTo>
                    <a:pt x="86944" y="13474"/>
                  </a:lnTo>
                  <a:lnTo>
                    <a:pt x="87363" y="13957"/>
                  </a:lnTo>
                  <a:lnTo>
                    <a:pt x="88265" y="13957"/>
                  </a:lnTo>
                  <a:lnTo>
                    <a:pt x="88582" y="13474"/>
                  </a:lnTo>
                  <a:close/>
                </a:path>
                <a:path w="232410" h="18415">
                  <a:moveTo>
                    <a:pt x="104635" y="13855"/>
                  </a:moveTo>
                  <a:lnTo>
                    <a:pt x="102184" y="8356"/>
                  </a:lnTo>
                  <a:lnTo>
                    <a:pt x="101574" y="6997"/>
                  </a:lnTo>
                  <a:lnTo>
                    <a:pt x="100406" y="4368"/>
                  </a:lnTo>
                  <a:lnTo>
                    <a:pt x="100406" y="6997"/>
                  </a:lnTo>
                  <a:lnTo>
                    <a:pt x="96799" y="6997"/>
                  </a:lnTo>
                  <a:lnTo>
                    <a:pt x="98069" y="1701"/>
                  </a:lnTo>
                  <a:lnTo>
                    <a:pt x="100406" y="6997"/>
                  </a:lnTo>
                  <a:lnTo>
                    <a:pt x="100406" y="4368"/>
                  </a:lnTo>
                  <a:lnTo>
                    <a:pt x="99225" y="1701"/>
                  </a:lnTo>
                  <a:lnTo>
                    <a:pt x="98463" y="0"/>
                  </a:lnTo>
                  <a:lnTo>
                    <a:pt x="97294" y="0"/>
                  </a:lnTo>
                  <a:lnTo>
                    <a:pt x="93992" y="13855"/>
                  </a:lnTo>
                  <a:lnTo>
                    <a:pt x="95161" y="13855"/>
                  </a:lnTo>
                  <a:lnTo>
                    <a:pt x="96481" y="8356"/>
                  </a:lnTo>
                  <a:lnTo>
                    <a:pt x="101003" y="8356"/>
                  </a:lnTo>
                  <a:lnTo>
                    <a:pt x="103466" y="13855"/>
                  </a:lnTo>
                  <a:lnTo>
                    <a:pt x="104635" y="13855"/>
                  </a:lnTo>
                  <a:close/>
                </a:path>
                <a:path w="232410" h="18415">
                  <a:moveTo>
                    <a:pt x="106565" y="13855"/>
                  </a:moveTo>
                  <a:lnTo>
                    <a:pt x="105130" y="0"/>
                  </a:lnTo>
                  <a:lnTo>
                    <a:pt x="104140" y="0"/>
                  </a:lnTo>
                  <a:lnTo>
                    <a:pt x="105575" y="13855"/>
                  </a:lnTo>
                  <a:lnTo>
                    <a:pt x="106565" y="13855"/>
                  </a:lnTo>
                  <a:close/>
                </a:path>
                <a:path w="232410" h="18415">
                  <a:moveTo>
                    <a:pt x="108699" y="3175"/>
                  </a:moveTo>
                  <a:lnTo>
                    <a:pt x="108597" y="2184"/>
                  </a:lnTo>
                  <a:lnTo>
                    <a:pt x="108229" y="1765"/>
                  </a:lnTo>
                  <a:lnTo>
                    <a:pt x="107467" y="1765"/>
                  </a:lnTo>
                  <a:lnTo>
                    <a:pt x="107188" y="2184"/>
                  </a:lnTo>
                  <a:lnTo>
                    <a:pt x="107302" y="3175"/>
                  </a:lnTo>
                  <a:lnTo>
                    <a:pt x="107657" y="3581"/>
                  </a:lnTo>
                  <a:lnTo>
                    <a:pt x="108419" y="3581"/>
                  </a:lnTo>
                  <a:lnTo>
                    <a:pt x="108699" y="3175"/>
                  </a:lnTo>
                  <a:close/>
                </a:path>
                <a:path w="232410" h="18415">
                  <a:moveTo>
                    <a:pt x="109639" y="13855"/>
                  </a:moveTo>
                  <a:lnTo>
                    <a:pt x="108750" y="5321"/>
                  </a:lnTo>
                  <a:lnTo>
                    <a:pt x="107721" y="5321"/>
                  </a:lnTo>
                  <a:lnTo>
                    <a:pt x="108610" y="13855"/>
                  </a:lnTo>
                  <a:lnTo>
                    <a:pt x="109639" y="13855"/>
                  </a:lnTo>
                  <a:close/>
                </a:path>
                <a:path w="232410" h="18415">
                  <a:moveTo>
                    <a:pt x="118478" y="17741"/>
                  </a:moveTo>
                  <a:lnTo>
                    <a:pt x="117932" y="12496"/>
                  </a:lnTo>
                  <a:lnTo>
                    <a:pt x="117335" y="6718"/>
                  </a:lnTo>
                  <a:lnTo>
                    <a:pt x="117195" y="5321"/>
                  </a:lnTo>
                  <a:lnTo>
                    <a:pt x="116776" y="5321"/>
                  </a:lnTo>
                  <a:lnTo>
                    <a:pt x="116776" y="11290"/>
                  </a:lnTo>
                  <a:lnTo>
                    <a:pt x="115785" y="12788"/>
                  </a:lnTo>
                  <a:lnTo>
                    <a:pt x="113195" y="12788"/>
                  </a:lnTo>
                  <a:lnTo>
                    <a:pt x="112052" y="11290"/>
                  </a:lnTo>
                  <a:lnTo>
                    <a:pt x="111696" y="7886"/>
                  </a:lnTo>
                  <a:lnTo>
                    <a:pt x="112534" y="6451"/>
                  </a:lnTo>
                  <a:lnTo>
                    <a:pt x="115125" y="6451"/>
                  </a:lnTo>
                  <a:lnTo>
                    <a:pt x="116420" y="7886"/>
                  </a:lnTo>
                  <a:lnTo>
                    <a:pt x="116776" y="11290"/>
                  </a:lnTo>
                  <a:lnTo>
                    <a:pt x="116776" y="5321"/>
                  </a:lnTo>
                  <a:lnTo>
                    <a:pt x="116205" y="5321"/>
                  </a:lnTo>
                  <a:lnTo>
                    <a:pt x="116357" y="6718"/>
                  </a:lnTo>
                  <a:lnTo>
                    <a:pt x="116154" y="6451"/>
                  </a:lnTo>
                  <a:lnTo>
                    <a:pt x="115658" y="5791"/>
                  </a:lnTo>
                  <a:lnTo>
                    <a:pt x="114731" y="5181"/>
                  </a:lnTo>
                  <a:lnTo>
                    <a:pt x="111887" y="5181"/>
                  </a:lnTo>
                  <a:lnTo>
                    <a:pt x="110578" y="7175"/>
                  </a:lnTo>
                  <a:lnTo>
                    <a:pt x="111074" y="12001"/>
                  </a:lnTo>
                  <a:lnTo>
                    <a:pt x="112814" y="14084"/>
                  </a:lnTo>
                  <a:lnTo>
                    <a:pt x="115646" y="14084"/>
                  </a:lnTo>
                  <a:lnTo>
                    <a:pt x="116459" y="13449"/>
                  </a:lnTo>
                  <a:lnTo>
                    <a:pt x="116801" y="12788"/>
                  </a:lnTo>
                  <a:lnTo>
                    <a:pt x="116954" y="12496"/>
                  </a:lnTo>
                  <a:lnTo>
                    <a:pt x="117487" y="17741"/>
                  </a:lnTo>
                  <a:lnTo>
                    <a:pt x="118478" y="17741"/>
                  </a:lnTo>
                  <a:close/>
                </a:path>
                <a:path w="232410" h="18415">
                  <a:moveTo>
                    <a:pt x="125679" y="13855"/>
                  </a:moveTo>
                  <a:lnTo>
                    <a:pt x="124802" y="5321"/>
                  </a:lnTo>
                  <a:lnTo>
                    <a:pt x="123799" y="5321"/>
                  </a:lnTo>
                  <a:lnTo>
                    <a:pt x="124472" y="11747"/>
                  </a:lnTo>
                  <a:lnTo>
                    <a:pt x="123761" y="12725"/>
                  </a:lnTo>
                  <a:lnTo>
                    <a:pt x="121361" y="12725"/>
                  </a:lnTo>
                  <a:lnTo>
                    <a:pt x="120700" y="11887"/>
                  </a:lnTo>
                  <a:lnTo>
                    <a:pt x="120015" y="5321"/>
                  </a:lnTo>
                  <a:lnTo>
                    <a:pt x="119024" y="5321"/>
                  </a:lnTo>
                  <a:lnTo>
                    <a:pt x="119811" y="12903"/>
                  </a:lnTo>
                  <a:lnTo>
                    <a:pt x="120713" y="13995"/>
                  </a:lnTo>
                  <a:lnTo>
                    <a:pt x="123456" y="13995"/>
                  </a:lnTo>
                  <a:lnTo>
                    <a:pt x="124142" y="13563"/>
                  </a:lnTo>
                  <a:lnTo>
                    <a:pt x="124587" y="12839"/>
                  </a:lnTo>
                  <a:lnTo>
                    <a:pt x="124688" y="13855"/>
                  </a:lnTo>
                  <a:lnTo>
                    <a:pt x="125679" y="13855"/>
                  </a:lnTo>
                  <a:close/>
                </a:path>
                <a:path w="232410" h="18415">
                  <a:moveTo>
                    <a:pt x="134035" y="13906"/>
                  </a:moveTo>
                  <a:lnTo>
                    <a:pt x="133883" y="12496"/>
                  </a:lnTo>
                  <a:lnTo>
                    <a:pt x="133286" y="6718"/>
                  </a:lnTo>
                  <a:lnTo>
                    <a:pt x="133146" y="5321"/>
                  </a:lnTo>
                  <a:lnTo>
                    <a:pt x="132715" y="5321"/>
                  </a:lnTo>
                  <a:lnTo>
                    <a:pt x="132715" y="11290"/>
                  </a:lnTo>
                  <a:lnTo>
                    <a:pt x="131724" y="12788"/>
                  </a:lnTo>
                  <a:lnTo>
                    <a:pt x="129133" y="12788"/>
                  </a:lnTo>
                  <a:lnTo>
                    <a:pt x="127990" y="11290"/>
                  </a:lnTo>
                  <a:lnTo>
                    <a:pt x="127635" y="7886"/>
                  </a:lnTo>
                  <a:lnTo>
                    <a:pt x="128473" y="6451"/>
                  </a:lnTo>
                  <a:lnTo>
                    <a:pt x="131064" y="6451"/>
                  </a:lnTo>
                  <a:lnTo>
                    <a:pt x="132359" y="7886"/>
                  </a:lnTo>
                  <a:lnTo>
                    <a:pt x="132715" y="11290"/>
                  </a:lnTo>
                  <a:lnTo>
                    <a:pt x="132715" y="5321"/>
                  </a:lnTo>
                  <a:lnTo>
                    <a:pt x="132156" y="5321"/>
                  </a:lnTo>
                  <a:lnTo>
                    <a:pt x="132295" y="6718"/>
                  </a:lnTo>
                  <a:lnTo>
                    <a:pt x="132105" y="6451"/>
                  </a:lnTo>
                  <a:lnTo>
                    <a:pt x="131597" y="5791"/>
                  </a:lnTo>
                  <a:lnTo>
                    <a:pt x="130670" y="5181"/>
                  </a:lnTo>
                  <a:lnTo>
                    <a:pt x="127838" y="5181"/>
                  </a:lnTo>
                  <a:lnTo>
                    <a:pt x="126517" y="7175"/>
                  </a:lnTo>
                  <a:lnTo>
                    <a:pt x="127025" y="12001"/>
                  </a:lnTo>
                  <a:lnTo>
                    <a:pt x="128765" y="14084"/>
                  </a:lnTo>
                  <a:lnTo>
                    <a:pt x="131597" y="14084"/>
                  </a:lnTo>
                  <a:lnTo>
                    <a:pt x="132397" y="13449"/>
                  </a:lnTo>
                  <a:lnTo>
                    <a:pt x="132740" y="12788"/>
                  </a:lnTo>
                  <a:lnTo>
                    <a:pt x="132892" y="12496"/>
                  </a:lnTo>
                  <a:lnTo>
                    <a:pt x="133032" y="13906"/>
                  </a:lnTo>
                  <a:lnTo>
                    <a:pt x="134035" y="13906"/>
                  </a:lnTo>
                  <a:close/>
                </a:path>
                <a:path w="232410" h="18415">
                  <a:moveTo>
                    <a:pt x="145757" y="13855"/>
                  </a:moveTo>
                  <a:lnTo>
                    <a:pt x="145249" y="8991"/>
                  </a:lnTo>
                  <a:lnTo>
                    <a:pt x="144970" y="6261"/>
                  </a:lnTo>
                  <a:lnTo>
                    <a:pt x="144106" y="5181"/>
                  </a:lnTo>
                  <a:lnTo>
                    <a:pt x="141452" y="5181"/>
                  </a:lnTo>
                  <a:lnTo>
                    <a:pt x="140741" y="5778"/>
                  </a:lnTo>
                  <a:lnTo>
                    <a:pt x="140398" y="6832"/>
                  </a:lnTo>
                  <a:lnTo>
                    <a:pt x="139941" y="5664"/>
                  </a:lnTo>
                  <a:lnTo>
                    <a:pt x="139179" y="5181"/>
                  </a:lnTo>
                  <a:lnTo>
                    <a:pt x="137223" y="5181"/>
                  </a:lnTo>
                  <a:lnTo>
                    <a:pt x="136601" y="5600"/>
                  </a:lnTo>
                  <a:lnTo>
                    <a:pt x="136207" y="6350"/>
                  </a:lnTo>
                  <a:lnTo>
                    <a:pt x="136105" y="5308"/>
                  </a:lnTo>
                  <a:lnTo>
                    <a:pt x="135115" y="5308"/>
                  </a:lnTo>
                  <a:lnTo>
                    <a:pt x="136004" y="13855"/>
                  </a:lnTo>
                  <a:lnTo>
                    <a:pt x="136982" y="13855"/>
                  </a:lnTo>
                  <a:lnTo>
                    <a:pt x="136309" y="7327"/>
                  </a:lnTo>
                  <a:lnTo>
                    <a:pt x="136969" y="6464"/>
                  </a:lnTo>
                  <a:lnTo>
                    <a:pt x="139128" y="6464"/>
                  </a:lnTo>
                  <a:lnTo>
                    <a:pt x="139700" y="7302"/>
                  </a:lnTo>
                  <a:lnTo>
                    <a:pt x="140385" y="13855"/>
                  </a:lnTo>
                  <a:lnTo>
                    <a:pt x="141376" y="13855"/>
                  </a:lnTo>
                  <a:lnTo>
                    <a:pt x="140703" y="7327"/>
                  </a:lnTo>
                  <a:lnTo>
                    <a:pt x="141363" y="6464"/>
                  </a:lnTo>
                  <a:lnTo>
                    <a:pt x="143522" y="6464"/>
                  </a:lnTo>
                  <a:lnTo>
                    <a:pt x="144094" y="7302"/>
                  </a:lnTo>
                  <a:lnTo>
                    <a:pt x="144767" y="13855"/>
                  </a:lnTo>
                  <a:lnTo>
                    <a:pt x="145757" y="13855"/>
                  </a:lnTo>
                  <a:close/>
                </a:path>
                <a:path w="232410" h="18415">
                  <a:moveTo>
                    <a:pt x="157975" y="10210"/>
                  </a:moveTo>
                  <a:lnTo>
                    <a:pt x="157848" y="8966"/>
                  </a:lnTo>
                  <a:lnTo>
                    <a:pt x="157670" y="7175"/>
                  </a:lnTo>
                  <a:lnTo>
                    <a:pt x="157048" y="6451"/>
                  </a:lnTo>
                  <a:lnTo>
                    <a:pt x="156781" y="6146"/>
                  </a:lnTo>
                  <a:lnTo>
                    <a:pt x="156781" y="8966"/>
                  </a:lnTo>
                  <a:lnTo>
                    <a:pt x="152196" y="8966"/>
                  </a:lnTo>
                  <a:lnTo>
                    <a:pt x="152285" y="7543"/>
                  </a:lnTo>
                  <a:lnTo>
                    <a:pt x="153085" y="6451"/>
                  </a:lnTo>
                  <a:lnTo>
                    <a:pt x="155371" y="6451"/>
                  </a:lnTo>
                  <a:lnTo>
                    <a:pt x="156413" y="7543"/>
                  </a:lnTo>
                  <a:lnTo>
                    <a:pt x="156781" y="8966"/>
                  </a:lnTo>
                  <a:lnTo>
                    <a:pt x="156781" y="6146"/>
                  </a:lnTo>
                  <a:lnTo>
                    <a:pt x="155943" y="5181"/>
                  </a:lnTo>
                  <a:lnTo>
                    <a:pt x="152247" y="5181"/>
                  </a:lnTo>
                  <a:lnTo>
                    <a:pt x="150939" y="7175"/>
                  </a:lnTo>
                  <a:lnTo>
                    <a:pt x="151434" y="12001"/>
                  </a:lnTo>
                  <a:lnTo>
                    <a:pt x="153174" y="14084"/>
                  </a:lnTo>
                  <a:lnTo>
                    <a:pt x="156337" y="14084"/>
                  </a:lnTo>
                  <a:lnTo>
                    <a:pt x="157403" y="13081"/>
                  </a:lnTo>
                  <a:lnTo>
                    <a:pt x="157480" y="12788"/>
                  </a:lnTo>
                  <a:lnTo>
                    <a:pt x="157797" y="11607"/>
                  </a:lnTo>
                  <a:lnTo>
                    <a:pt x="156565" y="11607"/>
                  </a:lnTo>
                  <a:lnTo>
                    <a:pt x="156222" y="12306"/>
                  </a:lnTo>
                  <a:lnTo>
                    <a:pt x="155651" y="12788"/>
                  </a:lnTo>
                  <a:lnTo>
                    <a:pt x="153733" y="12788"/>
                  </a:lnTo>
                  <a:lnTo>
                    <a:pt x="152692" y="11607"/>
                  </a:lnTo>
                  <a:lnTo>
                    <a:pt x="152323" y="10210"/>
                  </a:lnTo>
                  <a:lnTo>
                    <a:pt x="157975" y="10210"/>
                  </a:lnTo>
                  <a:close/>
                </a:path>
                <a:path w="232410" h="18415">
                  <a:moveTo>
                    <a:pt x="162331" y="6464"/>
                  </a:moveTo>
                  <a:lnTo>
                    <a:pt x="162191" y="5181"/>
                  </a:lnTo>
                  <a:lnTo>
                    <a:pt x="161290" y="5181"/>
                  </a:lnTo>
                  <a:lnTo>
                    <a:pt x="160578" y="5689"/>
                  </a:lnTo>
                  <a:lnTo>
                    <a:pt x="160121" y="6477"/>
                  </a:lnTo>
                  <a:lnTo>
                    <a:pt x="160007" y="5321"/>
                  </a:lnTo>
                  <a:lnTo>
                    <a:pt x="159016" y="5321"/>
                  </a:lnTo>
                  <a:lnTo>
                    <a:pt x="159893" y="13868"/>
                  </a:lnTo>
                  <a:lnTo>
                    <a:pt x="160896" y="13868"/>
                  </a:lnTo>
                  <a:lnTo>
                    <a:pt x="160223" y="7391"/>
                  </a:lnTo>
                  <a:lnTo>
                    <a:pt x="161175" y="6464"/>
                  </a:lnTo>
                  <a:lnTo>
                    <a:pt x="162331" y="6464"/>
                  </a:lnTo>
                  <a:close/>
                </a:path>
                <a:path w="232410" h="18415">
                  <a:moveTo>
                    <a:pt x="170700" y="13906"/>
                  </a:moveTo>
                  <a:lnTo>
                    <a:pt x="170561" y="12496"/>
                  </a:lnTo>
                  <a:lnTo>
                    <a:pt x="169964" y="6718"/>
                  </a:lnTo>
                  <a:lnTo>
                    <a:pt x="169811" y="5321"/>
                  </a:lnTo>
                  <a:lnTo>
                    <a:pt x="169392" y="5321"/>
                  </a:lnTo>
                  <a:lnTo>
                    <a:pt x="169392" y="11290"/>
                  </a:lnTo>
                  <a:lnTo>
                    <a:pt x="168402" y="12788"/>
                  </a:lnTo>
                  <a:lnTo>
                    <a:pt x="165798" y="12788"/>
                  </a:lnTo>
                  <a:lnTo>
                    <a:pt x="164668" y="11290"/>
                  </a:lnTo>
                  <a:lnTo>
                    <a:pt x="164312" y="7886"/>
                  </a:lnTo>
                  <a:lnTo>
                    <a:pt x="165150" y="6451"/>
                  </a:lnTo>
                  <a:lnTo>
                    <a:pt x="167741" y="6451"/>
                  </a:lnTo>
                  <a:lnTo>
                    <a:pt x="169024" y="7886"/>
                  </a:lnTo>
                  <a:lnTo>
                    <a:pt x="169392" y="11290"/>
                  </a:lnTo>
                  <a:lnTo>
                    <a:pt x="169392" y="5321"/>
                  </a:lnTo>
                  <a:lnTo>
                    <a:pt x="168821" y="5321"/>
                  </a:lnTo>
                  <a:lnTo>
                    <a:pt x="168973" y="6718"/>
                  </a:lnTo>
                  <a:lnTo>
                    <a:pt x="168770" y="6451"/>
                  </a:lnTo>
                  <a:lnTo>
                    <a:pt x="168275" y="5791"/>
                  </a:lnTo>
                  <a:lnTo>
                    <a:pt x="167347" y="5181"/>
                  </a:lnTo>
                  <a:lnTo>
                    <a:pt x="164515" y="5181"/>
                  </a:lnTo>
                  <a:lnTo>
                    <a:pt x="163195" y="7175"/>
                  </a:lnTo>
                  <a:lnTo>
                    <a:pt x="163703" y="12001"/>
                  </a:lnTo>
                  <a:lnTo>
                    <a:pt x="165442" y="14084"/>
                  </a:lnTo>
                  <a:lnTo>
                    <a:pt x="168262" y="14084"/>
                  </a:lnTo>
                  <a:lnTo>
                    <a:pt x="169075" y="13449"/>
                  </a:lnTo>
                  <a:lnTo>
                    <a:pt x="169418" y="12788"/>
                  </a:lnTo>
                  <a:lnTo>
                    <a:pt x="169570" y="12496"/>
                  </a:lnTo>
                  <a:lnTo>
                    <a:pt x="169710" y="13906"/>
                  </a:lnTo>
                  <a:lnTo>
                    <a:pt x="170700" y="13906"/>
                  </a:lnTo>
                  <a:close/>
                </a:path>
                <a:path w="232410" h="18415">
                  <a:moveTo>
                    <a:pt x="174815" y="6502"/>
                  </a:moveTo>
                  <a:lnTo>
                    <a:pt x="174688" y="5321"/>
                  </a:lnTo>
                  <a:lnTo>
                    <a:pt x="173240" y="5321"/>
                  </a:lnTo>
                  <a:lnTo>
                    <a:pt x="172885" y="1955"/>
                  </a:lnTo>
                  <a:lnTo>
                    <a:pt x="171907" y="1955"/>
                  </a:lnTo>
                  <a:lnTo>
                    <a:pt x="172250" y="5321"/>
                  </a:lnTo>
                  <a:lnTo>
                    <a:pt x="171272" y="5321"/>
                  </a:lnTo>
                  <a:lnTo>
                    <a:pt x="171399" y="6502"/>
                  </a:lnTo>
                  <a:lnTo>
                    <a:pt x="172377" y="6502"/>
                  </a:lnTo>
                  <a:lnTo>
                    <a:pt x="173126" y="13868"/>
                  </a:lnTo>
                  <a:lnTo>
                    <a:pt x="174129" y="13868"/>
                  </a:lnTo>
                  <a:lnTo>
                    <a:pt x="173367" y="6502"/>
                  </a:lnTo>
                  <a:lnTo>
                    <a:pt x="174815" y="6502"/>
                  </a:lnTo>
                  <a:close/>
                </a:path>
                <a:path w="232410" h="18415">
                  <a:moveTo>
                    <a:pt x="185915" y="5321"/>
                  </a:moveTo>
                  <a:lnTo>
                    <a:pt x="184848" y="5321"/>
                  </a:lnTo>
                  <a:lnTo>
                    <a:pt x="183413" y="12128"/>
                  </a:lnTo>
                  <a:lnTo>
                    <a:pt x="180568" y="5321"/>
                  </a:lnTo>
                  <a:lnTo>
                    <a:pt x="179489" y="5321"/>
                  </a:lnTo>
                  <a:lnTo>
                    <a:pt x="183057" y="13855"/>
                  </a:lnTo>
                  <a:lnTo>
                    <a:pt x="184124" y="13855"/>
                  </a:lnTo>
                  <a:lnTo>
                    <a:pt x="185915" y="5321"/>
                  </a:lnTo>
                  <a:close/>
                </a:path>
                <a:path w="232410" h="18415">
                  <a:moveTo>
                    <a:pt x="193929" y="12001"/>
                  </a:moveTo>
                  <a:lnTo>
                    <a:pt x="193433" y="7175"/>
                  </a:lnTo>
                  <a:lnTo>
                    <a:pt x="192824" y="6489"/>
                  </a:lnTo>
                  <a:lnTo>
                    <a:pt x="192824" y="11290"/>
                  </a:lnTo>
                  <a:lnTo>
                    <a:pt x="191960" y="12788"/>
                  </a:lnTo>
                  <a:lnTo>
                    <a:pt x="189331" y="12788"/>
                  </a:lnTo>
                  <a:lnTo>
                    <a:pt x="188163" y="11290"/>
                  </a:lnTo>
                  <a:lnTo>
                    <a:pt x="187807" y="7886"/>
                  </a:lnTo>
                  <a:lnTo>
                    <a:pt x="188671" y="6451"/>
                  </a:lnTo>
                  <a:lnTo>
                    <a:pt x="191300" y="6451"/>
                  </a:lnTo>
                  <a:lnTo>
                    <a:pt x="192468" y="7886"/>
                  </a:lnTo>
                  <a:lnTo>
                    <a:pt x="192824" y="11290"/>
                  </a:lnTo>
                  <a:lnTo>
                    <a:pt x="192824" y="6489"/>
                  </a:lnTo>
                  <a:lnTo>
                    <a:pt x="191693" y="5181"/>
                  </a:lnTo>
                  <a:lnTo>
                    <a:pt x="188010" y="5181"/>
                  </a:lnTo>
                  <a:lnTo>
                    <a:pt x="186702" y="7175"/>
                  </a:lnTo>
                  <a:lnTo>
                    <a:pt x="187198" y="12001"/>
                  </a:lnTo>
                  <a:lnTo>
                    <a:pt x="188937" y="14084"/>
                  </a:lnTo>
                  <a:lnTo>
                    <a:pt x="192620" y="14084"/>
                  </a:lnTo>
                  <a:lnTo>
                    <a:pt x="193433" y="12788"/>
                  </a:lnTo>
                  <a:lnTo>
                    <a:pt x="193929" y="12001"/>
                  </a:lnTo>
                  <a:close/>
                </a:path>
                <a:path w="232410" h="18415">
                  <a:moveTo>
                    <a:pt x="196570" y="13855"/>
                  </a:moveTo>
                  <a:lnTo>
                    <a:pt x="195135" y="0"/>
                  </a:lnTo>
                  <a:lnTo>
                    <a:pt x="194144" y="0"/>
                  </a:lnTo>
                  <a:lnTo>
                    <a:pt x="195580" y="13855"/>
                  </a:lnTo>
                  <a:lnTo>
                    <a:pt x="196570" y="13855"/>
                  </a:lnTo>
                  <a:close/>
                </a:path>
                <a:path w="232410" h="18415">
                  <a:moveTo>
                    <a:pt x="204177" y="13855"/>
                  </a:moveTo>
                  <a:lnTo>
                    <a:pt x="203301" y="5321"/>
                  </a:lnTo>
                  <a:lnTo>
                    <a:pt x="202311" y="5321"/>
                  </a:lnTo>
                  <a:lnTo>
                    <a:pt x="202984" y="11747"/>
                  </a:lnTo>
                  <a:lnTo>
                    <a:pt x="202260" y="12725"/>
                  </a:lnTo>
                  <a:lnTo>
                    <a:pt x="199872" y="12725"/>
                  </a:lnTo>
                  <a:lnTo>
                    <a:pt x="199199" y="11887"/>
                  </a:lnTo>
                  <a:lnTo>
                    <a:pt x="198513" y="5321"/>
                  </a:lnTo>
                  <a:lnTo>
                    <a:pt x="197535" y="5321"/>
                  </a:lnTo>
                  <a:lnTo>
                    <a:pt x="198323" y="12903"/>
                  </a:lnTo>
                  <a:lnTo>
                    <a:pt x="199224" y="13995"/>
                  </a:lnTo>
                  <a:lnTo>
                    <a:pt x="201968" y="13995"/>
                  </a:lnTo>
                  <a:lnTo>
                    <a:pt x="202641" y="13563"/>
                  </a:lnTo>
                  <a:lnTo>
                    <a:pt x="203098" y="12839"/>
                  </a:lnTo>
                  <a:lnTo>
                    <a:pt x="203200" y="13855"/>
                  </a:lnTo>
                  <a:lnTo>
                    <a:pt x="204177" y="13855"/>
                  </a:lnTo>
                  <a:close/>
                </a:path>
                <a:path w="232410" h="18415">
                  <a:moveTo>
                    <a:pt x="208305" y="6502"/>
                  </a:moveTo>
                  <a:lnTo>
                    <a:pt x="208191" y="5321"/>
                  </a:lnTo>
                  <a:lnTo>
                    <a:pt x="206717" y="5321"/>
                  </a:lnTo>
                  <a:lnTo>
                    <a:pt x="206375" y="1955"/>
                  </a:lnTo>
                  <a:lnTo>
                    <a:pt x="205384" y="1955"/>
                  </a:lnTo>
                  <a:lnTo>
                    <a:pt x="205740" y="5321"/>
                  </a:lnTo>
                  <a:lnTo>
                    <a:pt x="204762" y="5321"/>
                  </a:lnTo>
                  <a:lnTo>
                    <a:pt x="204876" y="6502"/>
                  </a:lnTo>
                  <a:lnTo>
                    <a:pt x="205854" y="6502"/>
                  </a:lnTo>
                  <a:lnTo>
                    <a:pt x="206616" y="13868"/>
                  </a:lnTo>
                  <a:lnTo>
                    <a:pt x="207606" y="13868"/>
                  </a:lnTo>
                  <a:lnTo>
                    <a:pt x="206844" y="6502"/>
                  </a:lnTo>
                  <a:lnTo>
                    <a:pt x="208305" y="6502"/>
                  </a:lnTo>
                  <a:close/>
                </a:path>
                <a:path w="232410" h="18415">
                  <a:moveTo>
                    <a:pt x="216852" y="12001"/>
                  </a:moveTo>
                  <a:lnTo>
                    <a:pt x="216357" y="7175"/>
                  </a:lnTo>
                  <a:lnTo>
                    <a:pt x="215747" y="6477"/>
                  </a:lnTo>
                  <a:lnTo>
                    <a:pt x="215747" y="11290"/>
                  </a:lnTo>
                  <a:lnTo>
                    <a:pt x="214909" y="12788"/>
                  </a:lnTo>
                  <a:lnTo>
                    <a:pt x="212318" y="12788"/>
                  </a:lnTo>
                  <a:lnTo>
                    <a:pt x="212064" y="12496"/>
                  </a:lnTo>
                  <a:lnTo>
                    <a:pt x="211023" y="11290"/>
                  </a:lnTo>
                  <a:lnTo>
                    <a:pt x="210667" y="7886"/>
                  </a:lnTo>
                  <a:lnTo>
                    <a:pt x="211467" y="6718"/>
                  </a:lnTo>
                  <a:lnTo>
                    <a:pt x="211658" y="6451"/>
                  </a:lnTo>
                  <a:lnTo>
                    <a:pt x="214249" y="6451"/>
                  </a:lnTo>
                  <a:lnTo>
                    <a:pt x="215392" y="7886"/>
                  </a:lnTo>
                  <a:lnTo>
                    <a:pt x="215747" y="11290"/>
                  </a:lnTo>
                  <a:lnTo>
                    <a:pt x="215747" y="6477"/>
                  </a:lnTo>
                  <a:lnTo>
                    <a:pt x="214630" y="5181"/>
                  </a:lnTo>
                  <a:lnTo>
                    <a:pt x="211785" y="5181"/>
                  </a:lnTo>
                  <a:lnTo>
                    <a:pt x="210985" y="5791"/>
                  </a:lnTo>
                  <a:lnTo>
                    <a:pt x="210489" y="6718"/>
                  </a:lnTo>
                  <a:lnTo>
                    <a:pt x="210350" y="5321"/>
                  </a:lnTo>
                  <a:lnTo>
                    <a:pt x="209359" y="5321"/>
                  </a:lnTo>
                  <a:lnTo>
                    <a:pt x="210642" y="17741"/>
                  </a:lnTo>
                  <a:lnTo>
                    <a:pt x="211632" y="17741"/>
                  </a:lnTo>
                  <a:lnTo>
                    <a:pt x="211086" y="12496"/>
                  </a:lnTo>
                  <a:lnTo>
                    <a:pt x="211772" y="13449"/>
                  </a:lnTo>
                  <a:lnTo>
                    <a:pt x="212712" y="14084"/>
                  </a:lnTo>
                  <a:lnTo>
                    <a:pt x="215544" y="14084"/>
                  </a:lnTo>
                  <a:lnTo>
                    <a:pt x="216357" y="12788"/>
                  </a:lnTo>
                  <a:lnTo>
                    <a:pt x="216852" y="12001"/>
                  </a:lnTo>
                  <a:close/>
                </a:path>
                <a:path w="232410" h="18415">
                  <a:moveTo>
                    <a:pt x="224955" y="13906"/>
                  </a:moveTo>
                  <a:lnTo>
                    <a:pt x="224802" y="12496"/>
                  </a:lnTo>
                  <a:lnTo>
                    <a:pt x="224205" y="6718"/>
                  </a:lnTo>
                  <a:lnTo>
                    <a:pt x="224066" y="5321"/>
                  </a:lnTo>
                  <a:lnTo>
                    <a:pt x="223634" y="5321"/>
                  </a:lnTo>
                  <a:lnTo>
                    <a:pt x="223634" y="11290"/>
                  </a:lnTo>
                  <a:lnTo>
                    <a:pt x="222643" y="12788"/>
                  </a:lnTo>
                  <a:lnTo>
                    <a:pt x="220040" y="12788"/>
                  </a:lnTo>
                  <a:lnTo>
                    <a:pt x="218909" y="11290"/>
                  </a:lnTo>
                  <a:lnTo>
                    <a:pt x="218554" y="7886"/>
                  </a:lnTo>
                  <a:lnTo>
                    <a:pt x="219392" y="6451"/>
                  </a:lnTo>
                  <a:lnTo>
                    <a:pt x="221983" y="6451"/>
                  </a:lnTo>
                  <a:lnTo>
                    <a:pt x="223278" y="7886"/>
                  </a:lnTo>
                  <a:lnTo>
                    <a:pt x="223634" y="11290"/>
                  </a:lnTo>
                  <a:lnTo>
                    <a:pt x="223634" y="5321"/>
                  </a:lnTo>
                  <a:lnTo>
                    <a:pt x="223075" y="5321"/>
                  </a:lnTo>
                  <a:lnTo>
                    <a:pt x="223215" y="6718"/>
                  </a:lnTo>
                  <a:lnTo>
                    <a:pt x="223024" y="6451"/>
                  </a:lnTo>
                  <a:lnTo>
                    <a:pt x="222516" y="5791"/>
                  </a:lnTo>
                  <a:lnTo>
                    <a:pt x="221589" y="5181"/>
                  </a:lnTo>
                  <a:lnTo>
                    <a:pt x="218757" y="5181"/>
                  </a:lnTo>
                  <a:lnTo>
                    <a:pt x="217449" y="7175"/>
                  </a:lnTo>
                  <a:lnTo>
                    <a:pt x="217944" y="12001"/>
                  </a:lnTo>
                  <a:lnTo>
                    <a:pt x="219684" y="14084"/>
                  </a:lnTo>
                  <a:lnTo>
                    <a:pt x="222516" y="14084"/>
                  </a:lnTo>
                  <a:lnTo>
                    <a:pt x="223316" y="13449"/>
                  </a:lnTo>
                  <a:lnTo>
                    <a:pt x="223659" y="12788"/>
                  </a:lnTo>
                  <a:lnTo>
                    <a:pt x="223812" y="12496"/>
                  </a:lnTo>
                  <a:lnTo>
                    <a:pt x="223951" y="13906"/>
                  </a:lnTo>
                  <a:lnTo>
                    <a:pt x="224955" y="13906"/>
                  </a:lnTo>
                  <a:close/>
                </a:path>
                <a:path w="232410" h="18415">
                  <a:moveTo>
                    <a:pt x="229057" y="6502"/>
                  </a:moveTo>
                  <a:lnTo>
                    <a:pt x="228930" y="5321"/>
                  </a:lnTo>
                  <a:lnTo>
                    <a:pt x="227482" y="5321"/>
                  </a:lnTo>
                  <a:lnTo>
                    <a:pt x="227139" y="1955"/>
                  </a:lnTo>
                  <a:lnTo>
                    <a:pt x="226136" y="1955"/>
                  </a:lnTo>
                  <a:lnTo>
                    <a:pt x="226491" y="5321"/>
                  </a:lnTo>
                  <a:lnTo>
                    <a:pt x="225513" y="5321"/>
                  </a:lnTo>
                  <a:lnTo>
                    <a:pt x="225640" y="6502"/>
                  </a:lnTo>
                  <a:lnTo>
                    <a:pt x="226606" y="6502"/>
                  </a:lnTo>
                  <a:lnTo>
                    <a:pt x="227380" y="13868"/>
                  </a:lnTo>
                  <a:lnTo>
                    <a:pt x="228371" y="13868"/>
                  </a:lnTo>
                  <a:lnTo>
                    <a:pt x="227609" y="6502"/>
                  </a:lnTo>
                  <a:lnTo>
                    <a:pt x="229057" y="6502"/>
                  </a:lnTo>
                  <a:close/>
                </a:path>
                <a:path w="232410" h="18415">
                  <a:moveTo>
                    <a:pt x="232092" y="13474"/>
                  </a:moveTo>
                  <a:lnTo>
                    <a:pt x="231965" y="12280"/>
                  </a:lnTo>
                  <a:lnTo>
                    <a:pt x="231546" y="11798"/>
                  </a:lnTo>
                  <a:lnTo>
                    <a:pt x="230644" y="11798"/>
                  </a:lnTo>
                  <a:lnTo>
                    <a:pt x="230314" y="12280"/>
                  </a:lnTo>
                  <a:lnTo>
                    <a:pt x="230378" y="12865"/>
                  </a:lnTo>
                  <a:lnTo>
                    <a:pt x="230441" y="13474"/>
                  </a:lnTo>
                  <a:lnTo>
                    <a:pt x="230860" y="13957"/>
                  </a:lnTo>
                  <a:lnTo>
                    <a:pt x="231762" y="13957"/>
                  </a:lnTo>
                  <a:lnTo>
                    <a:pt x="232092" y="13474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4528739" y="8373032"/>
              <a:ext cx="629285" cy="125095"/>
            </a:xfrm>
            <a:custGeom>
              <a:avLst/>
              <a:gdLst/>
              <a:ahLst/>
              <a:cxnLst/>
              <a:rect l="l" t="t" r="r" b="b"/>
              <a:pathLst>
                <a:path w="629285" h="125095">
                  <a:moveTo>
                    <a:pt x="615897" y="0"/>
                  </a:moveTo>
                  <a:lnTo>
                    <a:pt x="0" y="0"/>
                  </a:lnTo>
                  <a:lnTo>
                    <a:pt x="12889" y="124498"/>
                  </a:lnTo>
                  <a:lnTo>
                    <a:pt x="628776" y="124498"/>
                  </a:lnTo>
                  <a:lnTo>
                    <a:pt x="61589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4559198" y="8400256"/>
              <a:ext cx="571500" cy="44450"/>
            </a:xfrm>
            <a:custGeom>
              <a:avLst/>
              <a:gdLst/>
              <a:ahLst/>
              <a:cxnLst/>
              <a:rect l="l" t="t" r="r" b="b"/>
              <a:pathLst>
                <a:path w="571500" h="44450">
                  <a:moveTo>
                    <a:pt x="199237" y="44145"/>
                  </a:moveTo>
                  <a:lnTo>
                    <a:pt x="194665" y="0"/>
                  </a:lnTo>
                  <a:lnTo>
                    <a:pt x="0" y="0"/>
                  </a:lnTo>
                  <a:lnTo>
                    <a:pt x="4572" y="44145"/>
                  </a:lnTo>
                  <a:lnTo>
                    <a:pt x="199237" y="44145"/>
                  </a:lnTo>
                  <a:close/>
                </a:path>
                <a:path w="571500" h="44450">
                  <a:moveTo>
                    <a:pt x="338404" y="44145"/>
                  </a:moveTo>
                  <a:lnTo>
                    <a:pt x="333832" y="0"/>
                  </a:lnTo>
                  <a:lnTo>
                    <a:pt x="233629" y="0"/>
                  </a:lnTo>
                  <a:lnTo>
                    <a:pt x="238201" y="44145"/>
                  </a:lnTo>
                  <a:lnTo>
                    <a:pt x="338404" y="44145"/>
                  </a:lnTo>
                  <a:close/>
                </a:path>
                <a:path w="571500" h="44450">
                  <a:moveTo>
                    <a:pt x="431444" y="44145"/>
                  </a:moveTo>
                  <a:lnTo>
                    <a:pt x="426872" y="0"/>
                  </a:lnTo>
                  <a:lnTo>
                    <a:pt x="372008" y="0"/>
                  </a:lnTo>
                  <a:lnTo>
                    <a:pt x="376580" y="44145"/>
                  </a:lnTo>
                  <a:lnTo>
                    <a:pt x="431444" y="44145"/>
                  </a:lnTo>
                  <a:close/>
                </a:path>
                <a:path w="571500" h="44450">
                  <a:moveTo>
                    <a:pt x="501421" y="44145"/>
                  </a:moveTo>
                  <a:lnTo>
                    <a:pt x="496862" y="0"/>
                  </a:lnTo>
                  <a:lnTo>
                    <a:pt x="441985" y="0"/>
                  </a:lnTo>
                  <a:lnTo>
                    <a:pt x="446557" y="44145"/>
                  </a:lnTo>
                  <a:lnTo>
                    <a:pt x="501421" y="44145"/>
                  </a:lnTo>
                  <a:close/>
                </a:path>
                <a:path w="571500" h="44450">
                  <a:moveTo>
                    <a:pt x="571411" y="44145"/>
                  </a:moveTo>
                  <a:lnTo>
                    <a:pt x="566839" y="0"/>
                  </a:lnTo>
                  <a:lnTo>
                    <a:pt x="511962" y="0"/>
                  </a:lnTo>
                  <a:lnTo>
                    <a:pt x="516534" y="44145"/>
                  </a:lnTo>
                  <a:lnTo>
                    <a:pt x="571411" y="441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4546333" y="8497538"/>
              <a:ext cx="629285" cy="173355"/>
            </a:xfrm>
            <a:custGeom>
              <a:avLst/>
              <a:gdLst/>
              <a:ahLst/>
              <a:cxnLst/>
              <a:rect l="l" t="t" r="r" b="b"/>
              <a:pathLst>
                <a:path w="629285" h="173354">
                  <a:moveTo>
                    <a:pt x="629081" y="173088"/>
                  </a:moveTo>
                  <a:lnTo>
                    <a:pt x="628548" y="167894"/>
                  </a:lnTo>
                  <a:lnTo>
                    <a:pt x="376097" y="167894"/>
                  </a:lnTo>
                  <a:lnTo>
                    <a:pt x="372160" y="129832"/>
                  </a:lnTo>
                  <a:lnTo>
                    <a:pt x="372160" y="167894"/>
                  </a:lnTo>
                  <a:lnTo>
                    <a:pt x="236931" y="167894"/>
                  </a:lnTo>
                  <a:lnTo>
                    <a:pt x="231140" y="111899"/>
                  </a:lnTo>
                  <a:lnTo>
                    <a:pt x="366369" y="111899"/>
                  </a:lnTo>
                  <a:lnTo>
                    <a:pt x="372160" y="167894"/>
                  </a:lnTo>
                  <a:lnTo>
                    <a:pt x="372160" y="129832"/>
                  </a:lnTo>
                  <a:lnTo>
                    <a:pt x="370306" y="111899"/>
                  </a:lnTo>
                  <a:lnTo>
                    <a:pt x="622757" y="111899"/>
                  </a:lnTo>
                  <a:lnTo>
                    <a:pt x="622223" y="106705"/>
                  </a:lnTo>
                  <a:lnTo>
                    <a:pt x="369773" y="106705"/>
                  </a:lnTo>
                  <a:lnTo>
                    <a:pt x="365823" y="68529"/>
                  </a:lnTo>
                  <a:lnTo>
                    <a:pt x="365823" y="106705"/>
                  </a:lnTo>
                  <a:lnTo>
                    <a:pt x="230606" y="106705"/>
                  </a:lnTo>
                  <a:lnTo>
                    <a:pt x="224815" y="50723"/>
                  </a:lnTo>
                  <a:lnTo>
                    <a:pt x="360032" y="50723"/>
                  </a:lnTo>
                  <a:lnTo>
                    <a:pt x="365823" y="106705"/>
                  </a:lnTo>
                  <a:lnTo>
                    <a:pt x="365823" y="68529"/>
                  </a:lnTo>
                  <a:lnTo>
                    <a:pt x="363982" y="50723"/>
                  </a:lnTo>
                  <a:lnTo>
                    <a:pt x="616419" y="50723"/>
                  </a:lnTo>
                  <a:lnTo>
                    <a:pt x="615886" y="45529"/>
                  </a:lnTo>
                  <a:lnTo>
                    <a:pt x="363435" y="45529"/>
                  </a:lnTo>
                  <a:lnTo>
                    <a:pt x="358736" y="0"/>
                  </a:lnTo>
                  <a:lnTo>
                    <a:pt x="354787" y="0"/>
                  </a:lnTo>
                  <a:lnTo>
                    <a:pt x="359498" y="45529"/>
                  </a:lnTo>
                  <a:lnTo>
                    <a:pt x="224269" y="45529"/>
                  </a:lnTo>
                  <a:lnTo>
                    <a:pt x="219570" y="0"/>
                  </a:lnTo>
                  <a:lnTo>
                    <a:pt x="215620" y="0"/>
                  </a:lnTo>
                  <a:lnTo>
                    <a:pt x="220319" y="45529"/>
                  </a:lnTo>
                  <a:lnTo>
                    <a:pt x="0" y="45529"/>
                  </a:lnTo>
                  <a:lnTo>
                    <a:pt x="533" y="50723"/>
                  </a:lnTo>
                  <a:lnTo>
                    <a:pt x="220865" y="50723"/>
                  </a:lnTo>
                  <a:lnTo>
                    <a:pt x="226656" y="106705"/>
                  </a:lnTo>
                  <a:lnTo>
                    <a:pt x="6337" y="106705"/>
                  </a:lnTo>
                  <a:lnTo>
                    <a:pt x="6870" y="111899"/>
                  </a:lnTo>
                  <a:lnTo>
                    <a:pt x="227190" y="111899"/>
                  </a:lnTo>
                  <a:lnTo>
                    <a:pt x="232981" y="167894"/>
                  </a:lnTo>
                  <a:lnTo>
                    <a:pt x="12661" y="167894"/>
                  </a:lnTo>
                  <a:lnTo>
                    <a:pt x="13195" y="173088"/>
                  </a:lnTo>
                  <a:lnTo>
                    <a:pt x="629081" y="17308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4523160" y="8366567"/>
              <a:ext cx="621030" cy="514984"/>
            </a:xfrm>
            <a:custGeom>
              <a:avLst/>
              <a:gdLst/>
              <a:ahLst/>
              <a:cxnLst/>
              <a:rect l="l" t="t" r="r" b="b"/>
              <a:pathLst>
                <a:path w="621029" h="514984">
                  <a:moveTo>
                    <a:pt x="620808" y="0"/>
                  </a:moveTo>
                  <a:lnTo>
                    <a:pt x="0" y="0"/>
                  </a:lnTo>
                  <a:lnTo>
                    <a:pt x="53286" y="514926"/>
                  </a:lnTo>
                  <a:lnTo>
                    <a:pt x="620808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4994173" y="8497538"/>
              <a:ext cx="97790" cy="170815"/>
            </a:xfrm>
            <a:custGeom>
              <a:avLst/>
              <a:gdLst/>
              <a:ahLst/>
              <a:cxnLst/>
              <a:rect l="l" t="t" r="r" b="b"/>
              <a:pathLst>
                <a:path w="97789" h="170815">
                  <a:moveTo>
                    <a:pt x="21590" y="170484"/>
                  </a:moveTo>
                  <a:lnTo>
                    <a:pt x="3949" y="0"/>
                  </a:lnTo>
                  <a:lnTo>
                    <a:pt x="0" y="0"/>
                  </a:lnTo>
                  <a:lnTo>
                    <a:pt x="17640" y="170484"/>
                  </a:lnTo>
                  <a:lnTo>
                    <a:pt x="21590" y="170484"/>
                  </a:lnTo>
                  <a:close/>
                </a:path>
                <a:path w="97789" h="170815">
                  <a:moveTo>
                    <a:pt x="97269" y="170484"/>
                  </a:moveTo>
                  <a:lnTo>
                    <a:pt x="79616" y="0"/>
                  </a:lnTo>
                  <a:lnTo>
                    <a:pt x="75679" y="0"/>
                  </a:lnTo>
                  <a:lnTo>
                    <a:pt x="93319" y="170484"/>
                  </a:lnTo>
                  <a:lnTo>
                    <a:pt x="97269" y="170484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4585373" y="8510924"/>
              <a:ext cx="568325" cy="135890"/>
            </a:xfrm>
            <a:custGeom>
              <a:avLst/>
              <a:gdLst/>
              <a:ahLst/>
              <a:cxnLst/>
              <a:rect l="l" t="t" r="r" b="b"/>
              <a:pathLst>
                <a:path w="568325" h="135890">
                  <a:moveTo>
                    <a:pt x="9791" y="18846"/>
                  </a:moveTo>
                  <a:lnTo>
                    <a:pt x="9613" y="17056"/>
                  </a:lnTo>
                  <a:lnTo>
                    <a:pt x="3149" y="17056"/>
                  </a:lnTo>
                  <a:lnTo>
                    <a:pt x="1422" y="406"/>
                  </a:lnTo>
                  <a:lnTo>
                    <a:pt x="0" y="406"/>
                  </a:lnTo>
                  <a:lnTo>
                    <a:pt x="1905" y="18846"/>
                  </a:lnTo>
                  <a:lnTo>
                    <a:pt x="9791" y="18846"/>
                  </a:lnTo>
                  <a:close/>
                </a:path>
                <a:path w="568325" h="135890">
                  <a:moveTo>
                    <a:pt x="15278" y="71856"/>
                  </a:moveTo>
                  <a:lnTo>
                    <a:pt x="15087" y="70053"/>
                  </a:lnTo>
                  <a:lnTo>
                    <a:pt x="8623" y="70053"/>
                  </a:lnTo>
                  <a:lnTo>
                    <a:pt x="6908" y="53416"/>
                  </a:lnTo>
                  <a:lnTo>
                    <a:pt x="5473" y="53416"/>
                  </a:lnTo>
                  <a:lnTo>
                    <a:pt x="7378" y="71856"/>
                  </a:lnTo>
                  <a:lnTo>
                    <a:pt x="15278" y="71856"/>
                  </a:lnTo>
                  <a:close/>
                </a:path>
                <a:path w="568325" h="135890">
                  <a:moveTo>
                    <a:pt x="19773" y="16370"/>
                  </a:moveTo>
                  <a:lnTo>
                    <a:pt x="19113" y="9969"/>
                  </a:lnTo>
                  <a:lnTo>
                    <a:pt x="18300" y="9042"/>
                  </a:lnTo>
                  <a:lnTo>
                    <a:pt x="18300" y="15443"/>
                  </a:lnTo>
                  <a:lnTo>
                    <a:pt x="17157" y="17437"/>
                  </a:lnTo>
                  <a:lnTo>
                    <a:pt x="13652" y="17437"/>
                  </a:lnTo>
                  <a:lnTo>
                    <a:pt x="12090" y="15443"/>
                  </a:lnTo>
                  <a:lnTo>
                    <a:pt x="11620" y="10896"/>
                  </a:lnTo>
                  <a:lnTo>
                    <a:pt x="12788" y="9004"/>
                  </a:lnTo>
                  <a:lnTo>
                    <a:pt x="16281" y="9004"/>
                  </a:lnTo>
                  <a:lnTo>
                    <a:pt x="17818" y="10896"/>
                  </a:lnTo>
                  <a:lnTo>
                    <a:pt x="18300" y="15443"/>
                  </a:lnTo>
                  <a:lnTo>
                    <a:pt x="18300" y="9042"/>
                  </a:lnTo>
                  <a:lnTo>
                    <a:pt x="16802" y="7315"/>
                  </a:lnTo>
                  <a:lnTo>
                    <a:pt x="11899" y="7315"/>
                  </a:lnTo>
                  <a:lnTo>
                    <a:pt x="10160" y="9969"/>
                  </a:lnTo>
                  <a:lnTo>
                    <a:pt x="10820" y="16370"/>
                  </a:lnTo>
                  <a:lnTo>
                    <a:pt x="13119" y="19138"/>
                  </a:lnTo>
                  <a:lnTo>
                    <a:pt x="18034" y="19138"/>
                  </a:lnTo>
                  <a:lnTo>
                    <a:pt x="19100" y="17437"/>
                  </a:lnTo>
                  <a:lnTo>
                    <a:pt x="19773" y="16370"/>
                  </a:lnTo>
                  <a:close/>
                </a:path>
                <a:path w="568325" h="135890">
                  <a:moveTo>
                    <a:pt x="21082" y="127838"/>
                  </a:moveTo>
                  <a:lnTo>
                    <a:pt x="20891" y="126047"/>
                  </a:lnTo>
                  <a:lnTo>
                    <a:pt x="14427" y="126047"/>
                  </a:lnTo>
                  <a:lnTo>
                    <a:pt x="12712" y="109410"/>
                  </a:lnTo>
                  <a:lnTo>
                    <a:pt x="11277" y="109410"/>
                  </a:lnTo>
                  <a:lnTo>
                    <a:pt x="13182" y="127838"/>
                  </a:lnTo>
                  <a:lnTo>
                    <a:pt x="21082" y="127838"/>
                  </a:lnTo>
                  <a:close/>
                </a:path>
                <a:path w="568325" h="135890">
                  <a:moveTo>
                    <a:pt x="25247" y="69380"/>
                  </a:moveTo>
                  <a:lnTo>
                    <a:pt x="24587" y="62979"/>
                  </a:lnTo>
                  <a:lnTo>
                    <a:pt x="23787" y="62064"/>
                  </a:lnTo>
                  <a:lnTo>
                    <a:pt x="23787" y="68453"/>
                  </a:lnTo>
                  <a:lnTo>
                    <a:pt x="22631" y="70446"/>
                  </a:lnTo>
                  <a:lnTo>
                    <a:pt x="19138" y="70446"/>
                  </a:lnTo>
                  <a:lnTo>
                    <a:pt x="17576" y="68453"/>
                  </a:lnTo>
                  <a:lnTo>
                    <a:pt x="17106" y="63906"/>
                  </a:lnTo>
                  <a:lnTo>
                    <a:pt x="18262" y="62026"/>
                  </a:lnTo>
                  <a:lnTo>
                    <a:pt x="21767" y="62026"/>
                  </a:lnTo>
                  <a:lnTo>
                    <a:pt x="23317" y="63906"/>
                  </a:lnTo>
                  <a:lnTo>
                    <a:pt x="23787" y="68453"/>
                  </a:lnTo>
                  <a:lnTo>
                    <a:pt x="23787" y="62064"/>
                  </a:lnTo>
                  <a:lnTo>
                    <a:pt x="22288" y="60312"/>
                  </a:lnTo>
                  <a:lnTo>
                    <a:pt x="17386" y="60312"/>
                  </a:lnTo>
                  <a:lnTo>
                    <a:pt x="15633" y="62979"/>
                  </a:lnTo>
                  <a:lnTo>
                    <a:pt x="16294" y="69380"/>
                  </a:lnTo>
                  <a:lnTo>
                    <a:pt x="18605" y="72136"/>
                  </a:lnTo>
                  <a:lnTo>
                    <a:pt x="23507" y="72136"/>
                  </a:lnTo>
                  <a:lnTo>
                    <a:pt x="24574" y="70446"/>
                  </a:lnTo>
                  <a:lnTo>
                    <a:pt x="25247" y="69380"/>
                  </a:lnTo>
                  <a:close/>
                </a:path>
                <a:path w="568325" h="135890">
                  <a:moveTo>
                    <a:pt x="25323" y="9004"/>
                  </a:moveTo>
                  <a:lnTo>
                    <a:pt x="25146" y="7315"/>
                  </a:lnTo>
                  <a:lnTo>
                    <a:pt x="23952" y="7315"/>
                  </a:lnTo>
                  <a:lnTo>
                    <a:pt x="22999" y="7988"/>
                  </a:lnTo>
                  <a:lnTo>
                    <a:pt x="22402" y="9042"/>
                  </a:lnTo>
                  <a:lnTo>
                    <a:pt x="22237" y="7493"/>
                  </a:lnTo>
                  <a:lnTo>
                    <a:pt x="20916" y="7493"/>
                  </a:lnTo>
                  <a:lnTo>
                    <a:pt x="22098" y="18846"/>
                  </a:lnTo>
                  <a:lnTo>
                    <a:pt x="23418" y="18846"/>
                  </a:lnTo>
                  <a:lnTo>
                    <a:pt x="22517" y="10248"/>
                  </a:lnTo>
                  <a:lnTo>
                    <a:pt x="23787" y="9004"/>
                  </a:lnTo>
                  <a:lnTo>
                    <a:pt x="25323" y="9004"/>
                  </a:lnTo>
                  <a:close/>
                </a:path>
                <a:path w="568325" h="135890">
                  <a:moveTo>
                    <a:pt x="30797" y="62026"/>
                  </a:moveTo>
                  <a:lnTo>
                    <a:pt x="30619" y="60312"/>
                  </a:lnTo>
                  <a:lnTo>
                    <a:pt x="29425" y="60312"/>
                  </a:lnTo>
                  <a:lnTo>
                    <a:pt x="28473" y="60985"/>
                  </a:lnTo>
                  <a:lnTo>
                    <a:pt x="27876" y="62039"/>
                  </a:lnTo>
                  <a:lnTo>
                    <a:pt x="27724" y="60490"/>
                  </a:lnTo>
                  <a:lnTo>
                    <a:pt x="26403" y="60490"/>
                  </a:lnTo>
                  <a:lnTo>
                    <a:pt x="27571" y="71856"/>
                  </a:lnTo>
                  <a:lnTo>
                    <a:pt x="28892" y="71856"/>
                  </a:lnTo>
                  <a:lnTo>
                    <a:pt x="28003" y="63258"/>
                  </a:lnTo>
                  <a:lnTo>
                    <a:pt x="29273" y="62026"/>
                  </a:lnTo>
                  <a:lnTo>
                    <a:pt x="30797" y="62026"/>
                  </a:lnTo>
                  <a:close/>
                </a:path>
                <a:path w="568325" h="135890">
                  <a:moveTo>
                    <a:pt x="31051" y="125361"/>
                  </a:moveTo>
                  <a:lnTo>
                    <a:pt x="30391" y="118960"/>
                  </a:lnTo>
                  <a:lnTo>
                    <a:pt x="29578" y="118033"/>
                  </a:lnTo>
                  <a:lnTo>
                    <a:pt x="29578" y="124434"/>
                  </a:lnTo>
                  <a:lnTo>
                    <a:pt x="28435" y="126428"/>
                  </a:lnTo>
                  <a:lnTo>
                    <a:pt x="24930" y="126428"/>
                  </a:lnTo>
                  <a:lnTo>
                    <a:pt x="23380" y="124434"/>
                  </a:lnTo>
                  <a:lnTo>
                    <a:pt x="22898" y="119888"/>
                  </a:lnTo>
                  <a:lnTo>
                    <a:pt x="24066" y="118008"/>
                  </a:lnTo>
                  <a:lnTo>
                    <a:pt x="27559" y="118008"/>
                  </a:lnTo>
                  <a:lnTo>
                    <a:pt x="29108" y="119888"/>
                  </a:lnTo>
                  <a:lnTo>
                    <a:pt x="29578" y="124434"/>
                  </a:lnTo>
                  <a:lnTo>
                    <a:pt x="29578" y="118033"/>
                  </a:lnTo>
                  <a:lnTo>
                    <a:pt x="28092" y="116293"/>
                  </a:lnTo>
                  <a:lnTo>
                    <a:pt x="23190" y="116293"/>
                  </a:lnTo>
                  <a:lnTo>
                    <a:pt x="21437" y="118960"/>
                  </a:lnTo>
                  <a:lnTo>
                    <a:pt x="22098" y="125361"/>
                  </a:lnTo>
                  <a:lnTo>
                    <a:pt x="24409" y="128130"/>
                  </a:lnTo>
                  <a:lnTo>
                    <a:pt x="29311" y="128130"/>
                  </a:lnTo>
                  <a:lnTo>
                    <a:pt x="30378" y="126428"/>
                  </a:lnTo>
                  <a:lnTo>
                    <a:pt x="31051" y="125361"/>
                  </a:lnTo>
                  <a:close/>
                </a:path>
                <a:path w="568325" h="135890">
                  <a:moveTo>
                    <a:pt x="35877" y="13995"/>
                  </a:moveTo>
                  <a:lnTo>
                    <a:pt x="35699" y="12344"/>
                  </a:lnTo>
                  <a:lnTo>
                    <a:pt x="35458" y="9969"/>
                  </a:lnTo>
                  <a:lnTo>
                    <a:pt x="34632" y="9017"/>
                  </a:lnTo>
                  <a:lnTo>
                    <a:pt x="34264" y="8597"/>
                  </a:lnTo>
                  <a:lnTo>
                    <a:pt x="34264" y="12344"/>
                  </a:lnTo>
                  <a:lnTo>
                    <a:pt x="28181" y="12344"/>
                  </a:lnTo>
                  <a:lnTo>
                    <a:pt x="28282" y="10464"/>
                  </a:lnTo>
                  <a:lnTo>
                    <a:pt x="29337" y="9017"/>
                  </a:lnTo>
                  <a:lnTo>
                    <a:pt x="32385" y="9017"/>
                  </a:lnTo>
                  <a:lnTo>
                    <a:pt x="33782" y="10464"/>
                  </a:lnTo>
                  <a:lnTo>
                    <a:pt x="34264" y="12344"/>
                  </a:lnTo>
                  <a:lnTo>
                    <a:pt x="34264" y="8597"/>
                  </a:lnTo>
                  <a:lnTo>
                    <a:pt x="33147" y="7302"/>
                  </a:lnTo>
                  <a:lnTo>
                    <a:pt x="28257" y="7302"/>
                  </a:lnTo>
                  <a:lnTo>
                    <a:pt x="26504" y="9969"/>
                  </a:lnTo>
                  <a:lnTo>
                    <a:pt x="27165" y="16370"/>
                  </a:lnTo>
                  <a:lnTo>
                    <a:pt x="29476" y="19138"/>
                  </a:lnTo>
                  <a:lnTo>
                    <a:pt x="33680" y="19138"/>
                  </a:lnTo>
                  <a:lnTo>
                    <a:pt x="35090" y="17818"/>
                  </a:lnTo>
                  <a:lnTo>
                    <a:pt x="35191" y="17437"/>
                  </a:lnTo>
                  <a:lnTo>
                    <a:pt x="35610" y="15849"/>
                  </a:lnTo>
                  <a:lnTo>
                    <a:pt x="33985" y="15849"/>
                  </a:lnTo>
                  <a:lnTo>
                    <a:pt x="33528" y="16789"/>
                  </a:lnTo>
                  <a:lnTo>
                    <a:pt x="32740" y="17437"/>
                  </a:lnTo>
                  <a:lnTo>
                    <a:pt x="30226" y="17437"/>
                  </a:lnTo>
                  <a:lnTo>
                    <a:pt x="28816" y="15887"/>
                  </a:lnTo>
                  <a:lnTo>
                    <a:pt x="28346" y="13995"/>
                  </a:lnTo>
                  <a:lnTo>
                    <a:pt x="35877" y="13995"/>
                  </a:lnTo>
                  <a:close/>
                </a:path>
                <a:path w="568325" h="135890">
                  <a:moveTo>
                    <a:pt x="36601" y="118008"/>
                  </a:moveTo>
                  <a:lnTo>
                    <a:pt x="36423" y="116306"/>
                  </a:lnTo>
                  <a:lnTo>
                    <a:pt x="35229" y="116306"/>
                  </a:lnTo>
                  <a:lnTo>
                    <a:pt x="34277" y="116979"/>
                  </a:lnTo>
                  <a:lnTo>
                    <a:pt x="33680" y="118033"/>
                  </a:lnTo>
                  <a:lnTo>
                    <a:pt x="33515" y="116484"/>
                  </a:lnTo>
                  <a:lnTo>
                    <a:pt x="32207" y="116484"/>
                  </a:lnTo>
                  <a:lnTo>
                    <a:pt x="33375" y="127838"/>
                  </a:lnTo>
                  <a:lnTo>
                    <a:pt x="34696" y="127838"/>
                  </a:lnTo>
                  <a:lnTo>
                    <a:pt x="33807" y="119253"/>
                  </a:lnTo>
                  <a:lnTo>
                    <a:pt x="35064" y="118008"/>
                  </a:lnTo>
                  <a:lnTo>
                    <a:pt x="36601" y="118008"/>
                  </a:lnTo>
                  <a:close/>
                </a:path>
                <a:path w="568325" h="135890">
                  <a:moveTo>
                    <a:pt x="41351" y="67005"/>
                  </a:moveTo>
                  <a:lnTo>
                    <a:pt x="41186" y="65354"/>
                  </a:lnTo>
                  <a:lnTo>
                    <a:pt x="40932" y="62979"/>
                  </a:lnTo>
                  <a:lnTo>
                    <a:pt x="40106" y="62026"/>
                  </a:lnTo>
                  <a:lnTo>
                    <a:pt x="39738" y="61607"/>
                  </a:lnTo>
                  <a:lnTo>
                    <a:pt x="39738" y="65354"/>
                  </a:lnTo>
                  <a:lnTo>
                    <a:pt x="33655" y="65354"/>
                  </a:lnTo>
                  <a:lnTo>
                    <a:pt x="33769" y="63461"/>
                  </a:lnTo>
                  <a:lnTo>
                    <a:pt x="34823" y="62026"/>
                  </a:lnTo>
                  <a:lnTo>
                    <a:pt x="37871" y="62026"/>
                  </a:lnTo>
                  <a:lnTo>
                    <a:pt x="39255" y="63461"/>
                  </a:lnTo>
                  <a:lnTo>
                    <a:pt x="39738" y="65354"/>
                  </a:lnTo>
                  <a:lnTo>
                    <a:pt x="39738" y="61607"/>
                  </a:lnTo>
                  <a:lnTo>
                    <a:pt x="38633" y="60312"/>
                  </a:lnTo>
                  <a:lnTo>
                    <a:pt x="33731" y="60312"/>
                  </a:lnTo>
                  <a:lnTo>
                    <a:pt x="31978" y="62979"/>
                  </a:lnTo>
                  <a:lnTo>
                    <a:pt x="32639" y="69380"/>
                  </a:lnTo>
                  <a:lnTo>
                    <a:pt x="34963" y="72148"/>
                  </a:lnTo>
                  <a:lnTo>
                    <a:pt x="39154" y="72148"/>
                  </a:lnTo>
                  <a:lnTo>
                    <a:pt x="40563" y="70827"/>
                  </a:lnTo>
                  <a:lnTo>
                    <a:pt x="40678" y="70446"/>
                  </a:lnTo>
                  <a:lnTo>
                    <a:pt x="41097" y="68859"/>
                  </a:lnTo>
                  <a:lnTo>
                    <a:pt x="39458" y="68859"/>
                  </a:lnTo>
                  <a:lnTo>
                    <a:pt x="39014" y="69786"/>
                  </a:lnTo>
                  <a:lnTo>
                    <a:pt x="38227" y="70446"/>
                  </a:lnTo>
                  <a:lnTo>
                    <a:pt x="35699" y="70446"/>
                  </a:lnTo>
                  <a:lnTo>
                    <a:pt x="34302" y="68897"/>
                  </a:lnTo>
                  <a:lnTo>
                    <a:pt x="33832" y="67005"/>
                  </a:lnTo>
                  <a:lnTo>
                    <a:pt x="41351" y="67005"/>
                  </a:lnTo>
                  <a:close/>
                </a:path>
                <a:path w="568325" h="135890">
                  <a:moveTo>
                    <a:pt x="47155" y="122999"/>
                  </a:moveTo>
                  <a:lnTo>
                    <a:pt x="46977" y="121335"/>
                  </a:lnTo>
                  <a:lnTo>
                    <a:pt x="46736" y="118960"/>
                  </a:lnTo>
                  <a:lnTo>
                    <a:pt x="45910" y="118008"/>
                  </a:lnTo>
                  <a:lnTo>
                    <a:pt x="45542" y="117589"/>
                  </a:lnTo>
                  <a:lnTo>
                    <a:pt x="45542" y="121335"/>
                  </a:lnTo>
                  <a:lnTo>
                    <a:pt x="39458" y="121335"/>
                  </a:lnTo>
                  <a:lnTo>
                    <a:pt x="39560" y="119456"/>
                  </a:lnTo>
                  <a:lnTo>
                    <a:pt x="40614" y="118008"/>
                  </a:lnTo>
                  <a:lnTo>
                    <a:pt x="43662" y="118008"/>
                  </a:lnTo>
                  <a:lnTo>
                    <a:pt x="45059" y="119456"/>
                  </a:lnTo>
                  <a:lnTo>
                    <a:pt x="45542" y="121335"/>
                  </a:lnTo>
                  <a:lnTo>
                    <a:pt x="45542" y="117589"/>
                  </a:lnTo>
                  <a:lnTo>
                    <a:pt x="44424" y="116306"/>
                  </a:lnTo>
                  <a:lnTo>
                    <a:pt x="39535" y="116306"/>
                  </a:lnTo>
                  <a:lnTo>
                    <a:pt x="37782" y="118960"/>
                  </a:lnTo>
                  <a:lnTo>
                    <a:pt x="38442" y="125374"/>
                  </a:lnTo>
                  <a:lnTo>
                    <a:pt x="40741" y="128130"/>
                  </a:lnTo>
                  <a:lnTo>
                    <a:pt x="44958" y="128130"/>
                  </a:lnTo>
                  <a:lnTo>
                    <a:pt x="46367" y="126809"/>
                  </a:lnTo>
                  <a:lnTo>
                    <a:pt x="46469" y="126428"/>
                  </a:lnTo>
                  <a:lnTo>
                    <a:pt x="46888" y="124841"/>
                  </a:lnTo>
                  <a:lnTo>
                    <a:pt x="45262" y="124841"/>
                  </a:lnTo>
                  <a:lnTo>
                    <a:pt x="44805" y="125780"/>
                  </a:lnTo>
                  <a:lnTo>
                    <a:pt x="44018" y="126428"/>
                  </a:lnTo>
                  <a:lnTo>
                    <a:pt x="41503" y="126428"/>
                  </a:lnTo>
                  <a:lnTo>
                    <a:pt x="40093" y="124879"/>
                  </a:lnTo>
                  <a:lnTo>
                    <a:pt x="39624" y="122999"/>
                  </a:lnTo>
                  <a:lnTo>
                    <a:pt x="47155" y="122999"/>
                  </a:lnTo>
                  <a:close/>
                </a:path>
                <a:path w="568325" h="135890">
                  <a:moveTo>
                    <a:pt x="51320" y="18846"/>
                  </a:moveTo>
                  <a:lnTo>
                    <a:pt x="50647" y="12369"/>
                  </a:lnTo>
                  <a:lnTo>
                    <a:pt x="50266" y="8763"/>
                  </a:lnTo>
                  <a:lnTo>
                    <a:pt x="49110" y="7315"/>
                  </a:lnTo>
                  <a:lnTo>
                    <a:pt x="45593" y="7315"/>
                  </a:lnTo>
                  <a:lnTo>
                    <a:pt x="44653" y="8102"/>
                  </a:lnTo>
                  <a:lnTo>
                    <a:pt x="44183" y="9499"/>
                  </a:lnTo>
                  <a:lnTo>
                    <a:pt x="43573" y="7950"/>
                  </a:lnTo>
                  <a:lnTo>
                    <a:pt x="42557" y="7315"/>
                  </a:lnTo>
                  <a:lnTo>
                    <a:pt x="39979" y="7315"/>
                  </a:lnTo>
                  <a:lnTo>
                    <a:pt x="39154" y="7874"/>
                  </a:lnTo>
                  <a:lnTo>
                    <a:pt x="38620" y="8851"/>
                  </a:lnTo>
                  <a:lnTo>
                    <a:pt x="38481" y="7493"/>
                  </a:lnTo>
                  <a:lnTo>
                    <a:pt x="37160" y="7493"/>
                  </a:lnTo>
                  <a:lnTo>
                    <a:pt x="38341" y="18846"/>
                  </a:lnTo>
                  <a:lnTo>
                    <a:pt x="39649" y="18846"/>
                  </a:lnTo>
                  <a:lnTo>
                    <a:pt x="38747" y="10172"/>
                  </a:lnTo>
                  <a:lnTo>
                    <a:pt x="39636" y="9004"/>
                  </a:lnTo>
                  <a:lnTo>
                    <a:pt x="42494" y="9004"/>
                  </a:lnTo>
                  <a:lnTo>
                    <a:pt x="43268" y="10121"/>
                  </a:lnTo>
                  <a:lnTo>
                    <a:pt x="44170" y="18846"/>
                  </a:lnTo>
                  <a:lnTo>
                    <a:pt x="45478" y="18846"/>
                  </a:lnTo>
                  <a:lnTo>
                    <a:pt x="44577" y="10172"/>
                  </a:lnTo>
                  <a:lnTo>
                    <a:pt x="45466" y="9004"/>
                  </a:lnTo>
                  <a:lnTo>
                    <a:pt x="48336" y="9004"/>
                  </a:lnTo>
                  <a:lnTo>
                    <a:pt x="49098" y="10121"/>
                  </a:lnTo>
                  <a:lnTo>
                    <a:pt x="50012" y="18846"/>
                  </a:lnTo>
                  <a:lnTo>
                    <a:pt x="51320" y="18846"/>
                  </a:lnTo>
                  <a:close/>
                </a:path>
                <a:path w="568325" h="135890">
                  <a:moveTo>
                    <a:pt x="56794" y="71856"/>
                  </a:moveTo>
                  <a:lnTo>
                    <a:pt x="56121" y="65379"/>
                  </a:lnTo>
                  <a:lnTo>
                    <a:pt x="55753" y="61760"/>
                  </a:lnTo>
                  <a:lnTo>
                    <a:pt x="54597" y="60325"/>
                  </a:lnTo>
                  <a:lnTo>
                    <a:pt x="51066" y="60325"/>
                  </a:lnTo>
                  <a:lnTo>
                    <a:pt x="50139" y="61112"/>
                  </a:lnTo>
                  <a:lnTo>
                    <a:pt x="49669" y="62509"/>
                  </a:lnTo>
                  <a:lnTo>
                    <a:pt x="49047" y="60960"/>
                  </a:lnTo>
                  <a:lnTo>
                    <a:pt x="48044" y="60325"/>
                  </a:lnTo>
                  <a:lnTo>
                    <a:pt x="45453" y="60325"/>
                  </a:lnTo>
                  <a:lnTo>
                    <a:pt x="44627" y="60883"/>
                  </a:lnTo>
                  <a:lnTo>
                    <a:pt x="44107" y="61861"/>
                  </a:lnTo>
                  <a:lnTo>
                    <a:pt x="43954" y="60502"/>
                  </a:lnTo>
                  <a:lnTo>
                    <a:pt x="42633" y="60502"/>
                  </a:lnTo>
                  <a:lnTo>
                    <a:pt x="43815" y="71856"/>
                  </a:lnTo>
                  <a:lnTo>
                    <a:pt x="45135" y="71856"/>
                  </a:lnTo>
                  <a:lnTo>
                    <a:pt x="44234" y="63182"/>
                  </a:lnTo>
                  <a:lnTo>
                    <a:pt x="45123" y="62026"/>
                  </a:lnTo>
                  <a:lnTo>
                    <a:pt x="47993" y="62026"/>
                  </a:lnTo>
                  <a:lnTo>
                    <a:pt x="48755" y="63131"/>
                  </a:lnTo>
                  <a:lnTo>
                    <a:pt x="49657" y="71856"/>
                  </a:lnTo>
                  <a:lnTo>
                    <a:pt x="50965" y="71856"/>
                  </a:lnTo>
                  <a:lnTo>
                    <a:pt x="50076" y="63182"/>
                  </a:lnTo>
                  <a:lnTo>
                    <a:pt x="50952" y="62026"/>
                  </a:lnTo>
                  <a:lnTo>
                    <a:pt x="53822" y="62026"/>
                  </a:lnTo>
                  <a:lnTo>
                    <a:pt x="54571" y="63131"/>
                  </a:lnTo>
                  <a:lnTo>
                    <a:pt x="55486" y="71856"/>
                  </a:lnTo>
                  <a:lnTo>
                    <a:pt x="56794" y="71856"/>
                  </a:lnTo>
                  <a:close/>
                </a:path>
                <a:path w="568325" h="135890">
                  <a:moveTo>
                    <a:pt x="60071" y="4648"/>
                  </a:moveTo>
                  <a:lnTo>
                    <a:pt x="59931" y="3327"/>
                  </a:lnTo>
                  <a:lnTo>
                    <a:pt x="59436" y="2768"/>
                  </a:lnTo>
                  <a:lnTo>
                    <a:pt x="58420" y="2768"/>
                  </a:lnTo>
                  <a:lnTo>
                    <a:pt x="58064" y="3327"/>
                  </a:lnTo>
                  <a:lnTo>
                    <a:pt x="58204" y="4648"/>
                  </a:lnTo>
                  <a:lnTo>
                    <a:pt x="58674" y="5194"/>
                  </a:lnTo>
                  <a:lnTo>
                    <a:pt x="59690" y="5194"/>
                  </a:lnTo>
                  <a:lnTo>
                    <a:pt x="60071" y="4648"/>
                  </a:lnTo>
                  <a:close/>
                </a:path>
                <a:path w="568325" h="135890">
                  <a:moveTo>
                    <a:pt x="61328" y="18846"/>
                  </a:moveTo>
                  <a:lnTo>
                    <a:pt x="60147" y="7493"/>
                  </a:lnTo>
                  <a:lnTo>
                    <a:pt x="58775" y="7493"/>
                  </a:lnTo>
                  <a:lnTo>
                    <a:pt x="59944" y="18846"/>
                  </a:lnTo>
                  <a:lnTo>
                    <a:pt x="61328" y="18846"/>
                  </a:lnTo>
                  <a:close/>
                </a:path>
                <a:path w="568325" h="135890">
                  <a:moveTo>
                    <a:pt x="62598" y="127838"/>
                  </a:moveTo>
                  <a:lnTo>
                    <a:pt x="61925" y="121361"/>
                  </a:lnTo>
                  <a:lnTo>
                    <a:pt x="61544" y="117754"/>
                  </a:lnTo>
                  <a:lnTo>
                    <a:pt x="60401" y="116293"/>
                  </a:lnTo>
                  <a:lnTo>
                    <a:pt x="56870" y="116293"/>
                  </a:lnTo>
                  <a:lnTo>
                    <a:pt x="55930" y="117106"/>
                  </a:lnTo>
                  <a:lnTo>
                    <a:pt x="55460" y="118491"/>
                  </a:lnTo>
                  <a:lnTo>
                    <a:pt x="54851" y="116941"/>
                  </a:lnTo>
                  <a:lnTo>
                    <a:pt x="53835" y="116293"/>
                  </a:lnTo>
                  <a:lnTo>
                    <a:pt x="51257" y="116293"/>
                  </a:lnTo>
                  <a:lnTo>
                    <a:pt x="50431" y="116865"/>
                  </a:lnTo>
                  <a:lnTo>
                    <a:pt x="49898" y="117843"/>
                  </a:lnTo>
                  <a:lnTo>
                    <a:pt x="49758" y="116484"/>
                  </a:lnTo>
                  <a:lnTo>
                    <a:pt x="48437" y="116484"/>
                  </a:lnTo>
                  <a:lnTo>
                    <a:pt x="49618" y="127838"/>
                  </a:lnTo>
                  <a:lnTo>
                    <a:pt x="50927" y="127838"/>
                  </a:lnTo>
                  <a:lnTo>
                    <a:pt x="50025" y="119164"/>
                  </a:lnTo>
                  <a:lnTo>
                    <a:pt x="50914" y="118008"/>
                  </a:lnTo>
                  <a:lnTo>
                    <a:pt x="53784" y="118008"/>
                  </a:lnTo>
                  <a:lnTo>
                    <a:pt x="54546" y="119126"/>
                  </a:lnTo>
                  <a:lnTo>
                    <a:pt x="55448" y="127838"/>
                  </a:lnTo>
                  <a:lnTo>
                    <a:pt x="56756" y="127838"/>
                  </a:lnTo>
                  <a:lnTo>
                    <a:pt x="55867" y="119164"/>
                  </a:lnTo>
                  <a:lnTo>
                    <a:pt x="56756" y="118008"/>
                  </a:lnTo>
                  <a:lnTo>
                    <a:pt x="59626" y="118008"/>
                  </a:lnTo>
                  <a:lnTo>
                    <a:pt x="60375" y="119126"/>
                  </a:lnTo>
                  <a:lnTo>
                    <a:pt x="61290" y="127838"/>
                  </a:lnTo>
                  <a:lnTo>
                    <a:pt x="62598" y="127838"/>
                  </a:lnTo>
                  <a:close/>
                </a:path>
                <a:path w="568325" h="135890">
                  <a:moveTo>
                    <a:pt x="65544" y="57658"/>
                  </a:moveTo>
                  <a:lnTo>
                    <a:pt x="65417" y="56337"/>
                  </a:lnTo>
                  <a:lnTo>
                    <a:pt x="64922" y="55765"/>
                  </a:lnTo>
                  <a:lnTo>
                    <a:pt x="63906" y="55765"/>
                  </a:lnTo>
                  <a:lnTo>
                    <a:pt x="63550" y="56337"/>
                  </a:lnTo>
                  <a:lnTo>
                    <a:pt x="63690" y="57658"/>
                  </a:lnTo>
                  <a:lnTo>
                    <a:pt x="64160" y="58204"/>
                  </a:lnTo>
                  <a:lnTo>
                    <a:pt x="65176" y="58204"/>
                  </a:lnTo>
                  <a:lnTo>
                    <a:pt x="65544" y="57658"/>
                  </a:lnTo>
                  <a:close/>
                </a:path>
                <a:path w="568325" h="135890">
                  <a:moveTo>
                    <a:pt x="66802" y="71856"/>
                  </a:moveTo>
                  <a:lnTo>
                    <a:pt x="65620" y="60490"/>
                  </a:lnTo>
                  <a:lnTo>
                    <a:pt x="64249" y="60490"/>
                  </a:lnTo>
                  <a:lnTo>
                    <a:pt x="65430" y="71856"/>
                  </a:lnTo>
                  <a:lnTo>
                    <a:pt x="66802" y="71856"/>
                  </a:lnTo>
                  <a:close/>
                </a:path>
                <a:path w="568325" h="135890">
                  <a:moveTo>
                    <a:pt x="71348" y="113639"/>
                  </a:moveTo>
                  <a:lnTo>
                    <a:pt x="71208" y="112318"/>
                  </a:lnTo>
                  <a:lnTo>
                    <a:pt x="70726" y="111760"/>
                  </a:lnTo>
                  <a:lnTo>
                    <a:pt x="69697" y="111760"/>
                  </a:lnTo>
                  <a:lnTo>
                    <a:pt x="69354" y="112318"/>
                  </a:lnTo>
                  <a:lnTo>
                    <a:pt x="69481" y="113639"/>
                  </a:lnTo>
                  <a:lnTo>
                    <a:pt x="69951" y="114185"/>
                  </a:lnTo>
                  <a:lnTo>
                    <a:pt x="70967" y="114185"/>
                  </a:lnTo>
                  <a:lnTo>
                    <a:pt x="71348" y="113639"/>
                  </a:lnTo>
                  <a:close/>
                </a:path>
                <a:path w="568325" h="135890">
                  <a:moveTo>
                    <a:pt x="72605" y="127838"/>
                  </a:moveTo>
                  <a:lnTo>
                    <a:pt x="71424" y="116484"/>
                  </a:lnTo>
                  <a:lnTo>
                    <a:pt x="70053" y="116484"/>
                  </a:lnTo>
                  <a:lnTo>
                    <a:pt x="71221" y="127838"/>
                  </a:lnTo>
                  <a:lnTo>
                    <a:pt x="72605" y="127838"/>
                  </a:lnTo>
                  <a:close/>
                </a:path>
                <a:path w="568325" h="135890">
                  <a:moveTo>
                    <a:pt x="72694" y="16370"/>
                  </a:moveTo>
                  <a:lnTo>
                    <a:pt x="72034" y="9969"/>
                  </a:lnTo>
                  <a:lnTo>
                    <a:pt x="71221" y="9042"/>
                  </a:lnTo>
                  <a:lnTo>
                    <a:pt x="71221" y="15443"/>
                  </a:lnTo>
                  <a:lnTo>
                    <a:pt x="70104" y="17437"/>
                  </a:lnTo>
                  <a:lnTo>
                    <a:pt x="66649" y="17437"/>
                  </a:lnTo>
                  <a:lnTo>
                    <a:pt x="66319" y="17056"/>
                  </a:lnTo>
                  <a:lnTo>
                    <a:pt x="64935" y="15443"/>
                  </a:lnTo>
                  <a:lnTo>
                    <a:pt x="64465" y="10896"/>
                  </a:lnTo>
                  <a:lnTo>
                    <a:pt x="65544" y="9347"/>
                  </a:lnTo>
                  <a:lnTo>
                    <a:pt x="65786" y="9004"/>
                  </a:lnTo>
                  <a:lnTo>
                    <a:pt x="69240" y="9004"/>
                  </a:lnTo>
                  <a:lnTo>
                    <a:pt x="70751" y="10896"/>
                  </a:lnTo>
                  <a:lnTo>
                    <a:pt x="71221" y="15443"/>
                  </a:lnTo>
                  <a:lnTo>
                    <a:pt x="71221" y="9042"/>
                  </a:lnTo>
                  <a:lnTo>
                    <a:pt x="69735" y="7315"/>
                  </a:lnTo>
                  <a:lnTo>
                    <a:pt x="65963" y="7315"/>
                  </a:lnTo>
                  <a:lnTo>
                    <a:pt x="64897" y="8102"/>
                  </a:lnTo>
                  <a:lnTo>
                    <a:pt x="64236" y="9347"/>
                  </a:lnTo>
                  <a:lnTo>
                    <a:pt x="64033" y="7493"/>
                  </a:lnTo>
                  <a:lnTo>
                    <a:pt x="62725" y="7493"/>
                  </a:lnTo>
                  <a:lnTo>
                    <a:pt x="64427" y="24015"/>
                  </a:lnTo>
                  <a:lnTo>
                    <a:pt x="65747" y="24015"/>
                  </a:lnTo>
                  <a:lnTo>
                    <a:pt x="65024" y="17056"/>
                  </a:lnTo>
                  <a:lnTo>
                    <a:pt x="65938" y="18313"/>
                  </a:lnTo>
                  <a:lnTo>
                    <a:pt x="67183" y="19138"/>
                  </a:lnTo>
                  <a:lnTo>
                    <a:pt x="70954" y="19138"/>
                  </a:lnTo>
                  <a:lnTo>
                    <a:pt x="72021" y="17437"/>
                  </a:lnTo>
                  <a:lnTo>
                    <a:pt x="72694" y="16370"/>
                  </a:lnTo>
                  <a:close/>
                </a:path>
                <a:path w="568325" h="135890">
                  <a:moveTo>
                    <a:pt x="78181" y="69380"/>
                  </a:moveTo>
                  <a:lnTo>
                    <a:pt x="77520" y="62979"/>
                  </a:lnTo>
                  <a:lnTo>
                    <a:pt x="76695" y="62026"/>
                  </a:lnTo>
                  <a:lnTo>
                    <a:pt x="76695" y="68453"/>
                  </a:lnTo>
                  <a:lnTo>
                    <a:pt x="75590" y="70446"/>
                  </a:lnTo>
                  <a:lnTo>
                    <a:pt x="72136" y="70446"/>
                  </a:lnTo>
                  <a:lnTo>
                    <a:pt x="71793" y="70053"/>
                  </a:lnTo>
                  <a:lnTo>
                    <a:pt x="70421" y="68453"/>
                  </a:lnTo>
                  <a:lnTo>
                    <a:pt x="69938" y="63906"/>
                  </a:lnTo>
                  <a:lnTo>
                    <a:pt x="71031" y="62357"/>
                  </a:lnTo>
                  <a:lnTo>
                    <a:pt x="71259" y="62026"/>
                  </a:lnTo>
                  <a:lnTo>
                    <a:pt x="74714" y="62026"/>
                  </a:lnTo>
                  <a:lnTo>
                    <a:pt x="76225" y="63906"/>
                  </a:lnTo>
                  <a:lnTo>
                    <a:pt x="76695" y="68453"/>
                  </a:lnTo>
                  <a:lnTo>
                    <a:pt x="76695" y="62026"/>
                  </a:lnTo>
                  <a:lnTo>
                    <a:pt x="75209" y="60312"/>
                  </a:lnTo>
                  <a:lnTo>
                    <a:pt x="71437" y="60312"/>
                  </a:lnTo>
                  <a:lnTo>
                    <a:pt x="70358" y="61112"/>
                  </a:lnTo>
                  <a:lnTo>
                    <a:pt x="69710" y="62357"/>
                  </a:lnTo>
                  <a:lnTo>
                    <a:pt x="69519" y="60490"/>
                  </a:lnTo>
                  <a:lnTo>
                    <a:pt x="68211" y="60490"/>
                  </a:lnTo>
                  <a:lnTo>
                    <a:pt x="69913" y="77012"/>
                  </a:lnTo>
                  <a:lnTo>
                    <a:pt x="71234" y="77012"/>
                  </a:lnTo>
                  <a:lnTo>
                    <a:pt x="70510" y="70053"/>
                  </a:lnTo>
                  <a:lnTo>
                    <a:pt x="71424" y="71310"/>
                  </a:lnTo>
                  <a:lnTo>
                    <a:pt x="72669" y="72136"/>
                  </a:lnTo>
                  <a:lnTo>
                    <a:pt x="76441" y="72136"/>
                  </a:lnTo>
                  <a:lnTo>
                    <a:pt x="77508" y="70446"/>
                  </a:lnTo>
                  <a:lnTo>
                    <a:pt x="78181" y="69380"/>
                  </a:lnTo>
                  <a:close/>
                </a:path>
                <a:path w="568325" h="135890">
                  <a:moveTo>
                    <a:pt x="80835" y="17602"/>
                  </a:moveTo>
                  <a:lnTo>
                    <a:pt x="80429" y="13741"/>
                  </a:lnTo>
                  <a:lnTo>
                    <a:pt x="79451" y="12725"/>
                  </a:lnTo>
                  <a:lnTo>
                    <a:pt x="75717" y="11772"/>
                  </a:lnTo>
                  <a:lnTo>
                    <a:pt x="75095" y="11277"/>
                  </a:lnTo>
                  <a:lnTo>
                    <a:pt x="74930" y="9588"/>
                  </a:lnTo>
                  <a:lnTo>
                    <a:pt x="75577" y="8940"/>
                  </a:lnTo>
                  <a:lnTo>
                    <a:pt x="77635" y="8940"/>
                  </a:lnTo>
                  <a:lnTo>
                    <a:pt x="78346" y="9499"/>
                  </a:lnTo>
                  <a:lnTo>
                    <a:pt x="78549" y="10274"/>
                  </a:lnTo>
                  <a:lnTo>
                    <a:pt x="79743" y="10274"/>
                  </a:lnTo>
                  <a:lnTo>
                    <a:pt x="79425" y="8547"/>
                  </a:lnTo>
                  <a:lnTo>
                    <a:pt x="78155" y="7302"/>
                  </a:lnTo>
                  <a:lnTo>
                    <a:pt x="74485" y="7302"/>
                  </a:lnTo>
                  <a:lnTo>
                    <a:pt x="73609" y="8699"/>
                  </a:lnTo>
                  <a:lnTo>
                    <a:pt x="73977" y="12230"/>
                  </a:lnTo>
                  <a:lnTo>
                    <a:pt x="75006" y="13220"/>
                  </a:lnTo>
                  <a:lnTo>
                    <a:pt x="78740" y="14173"/>
                  </a:lnTo>
                  <a:lnTo>
                    <a:pt x="79324" y="14541"/>
                  </a:lnTo>
                  <a:lnTo>
                    <a:pt x="79540" y="16649"/>
                  </a:lnTo>
                  <a:lnTo>
                    <a:pt x="78778" y="17411"/>
                  </a:lnTo>
                  <a:lnTo>
                    <a:pt x="76377" y="17411"/>
                  </a:lnTo>
                  <a:lnTo>
                    <a:pt x="75412" y="16586"/>
                  </a:lnTo>
                  <a:lnTo>
                    <a:pt x="75196" y="15633"/>
                  </a:lnTo>
                  <a:lnTo>
                    <a:pt x="74002" y="15633"/>
                  </a:lnTo>
                  <a:lnTo>
                    <a:pt x="74269" y="17602"/>
                  </a:lnTo>
                  <a:lnTo>
                    <a:pt x="75717" y="19037"/>
                  </a:lnTo>
                  <a:lnTo>
                    <a:pt x="79819" y="19037"/>
                  </a:lnTo>
                  <a:lnTo>
                    <a:pt x="80835" y="17602"/>
                  </a:lnTo>
                  <a:close/>
                </a:path>
                <a:path w="568325" h="135890">
                  <a:moveTo>
                    <a:pt x="83972" y="125361"/>
                  </a:moveTo>
                  <a:lnTo>
                    <a:pt x="83299" y="118960"/>
                  </a:lnTo>
                  <a:lnTo>
                    <a:pt x="82499" y="118033"/>
                  </a:lnTo>
                  <a:lnTo>
                    <a:pt x="82499" y="124434"/>
                  </a:lnTo>
                  <a:lnTo>
                    <a:pt x="81381" y="126428"/>
                  </a:lnTo>
                  <a:lnTo>
                    <a:pt x="77927" y="126428"/>
                  </a:lnTo>
                  <a:lnTo>
                    <a:pt x="77584" y="126034"/>
                  </a:lnTo>
                  <a:lnTo>
                    <a:pt x="76212" y="124434"/>
                  </a:lnTo>
                  <a:lnTo>
                    <a:pt x="75742" y="119888"/>
                  </a:lnTo>
                  <a:lnTo>
                    <a:pt x="76822" y="118338"/>
                  </a:lnTo>
                  <a:lnTo>
                    <a:pt x="77063" y="118008"/>
                  </a:lnTo>
                  <a:lnTo>
                    <a:pt x="80518" y="118008"/>
                  </a:lnTo>
                  <a:lnTo>
                    <a:pt x="82029" y="119888"/>
                  </a:lnTo>
                  <a:lnTo>
                    <a:pt x="82499" y="124434"/>
                  </a:lnTo>
                  <a:lnTo>
                    <a:pt x="82499" y="118033"/>
                  </a:lnTo>
                  <a:lnTo>
                    <a:pt x="81013" y="116293"/>
                  </a:lnTo>
                  <a:lnTo>
                    <a:pt x="77241" y="116293"/>
                  </a:lnTo>
                  <a:lnTo>
                    <a:pt x="76161" y="117106"/>
                  </a:lnTo>
                  <a:lnTo>
                    <a:pt x="75514" y="118338"/>
                  </a:lnTo>
                  <a:lnTo>
                    <a:pt x="75311" y="116484"/>
                  </a:lnTo>
                  <a:lnTo>
                    <a:pt x="74002" y="116484"/>
                  </a:lnTo>
                  <a:lnTo>
                    <a:pt x="75717" y="133007"/>
                  </a:lnTo>
                  <a:lnTo>
                    <a:pt x="77025" y="133007"/>
                  </a:lnTo>
                  <a:lnTo>
                    <a:pt x="76314" y="126034"/>
                  </a:lnTo>
                  <a:lnTo>
                    <a:pt x="77216" y="127304"/>
                  </a:lnTo>
                  <a:lnTo>
                    <a:pt x="78460" y="128130"/>
                  </a:lnTo>
                  <a:lnTo>
                    <a:pt x="82232" y="128130"/>
                  </a:lnTo>
                  <a:lnTo>
                    <a:pt x="83299" y="126428"/>
                  </a:lnTo>
                  <a:lnTo>
                    <a:pt x="83972" y="125361"/>
                  </a:lnTo>
                  <a:close/>
                </a:path>
                <a:path w="568325" h="135890">
                  <a:moveTo>
                    <a:pt x="86309" y="70612"/>
                  </a:moveTo>
                  <a:lnTo>
                    <a:pt x="85915" y="66751"/>
                  </a:lnTo>
                  <a:lnTo>
                    <a:pt x="84924" y="65735"/>
                  </a:lnTo>
                  <a:lnTo>
                    <a:pt x="82651" y="65138"/>
                  </a:lnTo>
                  <a:lnTo>
                    <a:pt x="81203" y="64782"/>
                  </a:lnTo>
                  <a:lnTo>
                    <a:pt x="80568" y="64287"/>
                  </a:lnTo>
                  <a:lnTo>
                    <a:pt x="80403" y="62598"/>
                  </a:lnTo>
                  <a:lnTo>
                    <a:pt x="81064" y="61950"/>
                  </a:lnTo>
                  <a:lnTo>
                    <a:pt x="83121" y="61950"/>
                  </a:lnTo>
                  <a:lnTo>
                    <a:pt x="83832" y="62509"/>
                  </a:lnTo>
                  <a:lnTo>
                    <a:pt x="84023" y="63284"/>
                  </a:lnTo>
                  <a:lnTo>
                    <a:pt x="85217" y="63284"/>
                  </a:lnTo>
                  <a:lnTo>
                    <a:pt x="84912" y="61556"/>
                  </a:lnTo>
                  <a:lnTo>
                    <a:pt x="83642" y="60312"/>
                  </a:lnTo>
                  <a:lnTo>
                    <a:pt x="79959" y="60312"/>
                  </a:lnTo>
                  <a:lnTo>
                    <a:pt x="79095" y="61709"/>
                  </a:lnTo>
                  <a:lnTo>
                    <a:pt x="79463" y="65239"/>
                  </a:lnTo>
                  <a:lnTo>
                    <a:pt x="80492" y="66230"/>
                  </a:lnTo>
                  <a:lnTo>
                    <a:pt x="84213" y="67183"/>
                  </a:lnTo>
                  <a:lnTo>
                    <a:pt x="84797" y="67551"/>
                  </a:lnTo>
                  <a:lnTo>
                    <a:pt x="85026" y="69659"/>
                  </a:lnTo>
                  <a:lnTo>
                    <a:pt x="84251" y="70408"/>
                  </a:lnTo>
                  <a:lnTo>
                    <a:pt x="81864" y="70408"/>
                  </a:lnTo>
                  <a:lnTo>
                    <a:pt x="80886" y="69583"/>
                  </a:lnTo>
                  <a:lnTo>
                    <a:pt x="80670" y="68630"/>
                  </a:lnTo>
                  <a:lnTo>
                    <a:pt x="79476" y="68630"/>
                  </a:lnTo>
                  <a:lnTo>
                    <a:pt x="79756" y="70612"/>
                  </a:lnTo>
                  <a:lnTo>
                    <a:pt x="81203" y="72034"/>
                  </a:lnTo>
                  <a:lnTo>
                    <a:pt x="85305" y="72034"/>
                  </a:lnTo>
                  <a:lnTo>
                    <a:pt x="86309" y="70612"/>
                  </a:lnTo>
                  <a:close/>
                </a:path>
                <a:path w="568325" h="135890">
                  <a:moveTo>
                    <a:pt x="90601" y="18846"/>
                  </a:moveTo>
                  <a:lnTo>
                    <a:pt x="89433" y="7493"/>
                  </a:lnTo>
                  <a:lnTo>
                    <a:pt x="88112" y="7493"/>
                  </a:lnTo>
                  <a:lnTo>
                    <a:pt x="89001" y="16040"/>
                  </a:lnTo>
                  <a:lnTo>
                    <a:pt x="88049" y="17335"/>
                  </a:lnTo>
                  <a:lnTo>
                    <a:pt x="84886" y="17335"/>
                  </a:lnTo>
                  <a:lnTo>
                    <a:pt x="83985" y="16230"/>
                  </a:lnTo>
                  <a:lnTo>
                    <a:pt x="83070" y="7493"/>
                  </a:lnTo>
                  <a:lnTo>
                    <a:pt x="81762" y="7493"/>
                  </a:lnTo>
                  <a:lnTo>
                    <a:pt x="82804" y="17589"/>
                  </a:lnTo>
                  <a:lnTo>
                    <a:pt x="84010" y="19037"/>
                  </a:lnTo>
                  <a:lnTo>
                    <a:pt x="87668" y="19037"/>
                  </a:lnTo>
                  <a:lnTo>
                    <a:pt x="88569" y="18465"/>
                  </a:lnTo>
                  <a:lnTo>
                    <a:pt x="89154" y="17475"/>
                  </a:lnTo>
                  <a:lnTo>
                    <a:pt x="89293" y="18846"/>
                  </a:lnTo>
                  <a:lnTo>
                    <a:pt x="90601" y="18846"/>
                  </a:lnTo>
                  <a:close/>
                </a:path>
                <a:path w="568325" h="135890">
                  <a:moveTo>
                    <a:pt x="92113" y="126606"/>
                  </a:moveTo>
                  <a:lnTo>
                    <a:pt x="91706" y="122732"/>
                  </a:lnTo>
                  <a:lnTo>
                    <a:pt x="90728" y="121716"/>
                  </a:lnTo>
                  <a:lnTo>
                    <a:pt x="88455" y="121119"/>
                  </a:lnTo>
                  <a:lnTo>
                    <a:pt x="86995" y="120764"/>
                  </a:lnTo>
                  <a:lnTo>
                    <a:pt x="86385" y="120281"/>
                  </a:lnTo>
                  <a:lnTo>
                    <a:pt x="86207" y="118579"/>
                  </a:lnTo>
                  <a:lnTo>
                    <a:pt x="86855" y="117932"/>
                  </a:lnTo>
                  <a:lnTo>
                    <a:pt x="88925" y="117932"/>
                  </a:lnTo>
                  <a:lnTo>
                    <a:pt x="89623" y="118491"/>
                  </a:lnTo>
                  <a:lnTo>
                    <a:pt x="89827" y="119265"/>
                  </a:lnTo>
                  <a:lnTo>
                    <a:pt x="91033" y="119265"/>
                  </a:lnTo>
                  <a:lnTo>
                    <a:pt x="90703" y="117538"/>
                  </a:lnTo>
                  <a:lnTo>
                    <a:pt x="89433" y="116293"/>
                  </a:lnTo>
                  <a:lnTo>
                    <a:pt x="85763" y="116293"/>
                  </a:lnTo>
                  <a:lnTo>
                    <a:pt x="84886" y="117690"/>
                  </a:lnTo>
                  <a:lnTo>
                    <a:pt x="85255" y="121234"/>
                  </a:lnTo>
                  <a:lnTo>
                    <a:pt x="86283" y="122212"/>
                  </a:lnTo>
                  <a:lnTo>
                    <a:pt x="90017" y="123164"/>
                  </a:lnTo>
                  <a:lnTo>
                    <a:pt x="90601" y="123532"/>
                  </a:lnTo>
                  <a:lnTo>
                    <a:pt x="90817" y="125653"/>
                  </a:lnTo>
                  <a:lnTo>
                    <a:pt x="90055" y="126403"/>
                  </a:lnTo>
                  <a:lnTo>
                    <a:pt x="87655" y="126403"/>
                  </a:lnTo>
                  <a:lnTo>
                    <a:pt x="86677" y="125577"/>
                  </a:lnTo>
                  <a:lnTo>
                    <a:pt x="86474" y="124625"/>
                  </a:lnTo>
                  <a:lnTo>
                    <a:pt x="85280" y="124625"/>
                  </a:lnTo>
                  <a:lnTo>
                    <a:pt x="85547" y="126606"/>
                  </a:lnTo>
                  <a:lnTo>
                    <a:pt x="86995" y="128028"/>
                  </a:lnTo>
                  <a:lnTo>
                    <a:pt x="91097" y="128028"/>
                  </a:lnTo>
                  <a:lnTo>
                    <a:pt x="92113" y="126606"/>
                  </a:lnTo>
                  <a:close/>
                </a:path>
                <a:path w="568325" h="135890">
                  <a:moveTo>
                    <a:pt x="96088" y="71856"/>
                  </a:moveTo>
                  <a:lnTo>
                    <a:pt x="94919" y="60502"/>
                  </a:lnTo>
                  <a:lnTo>
                    <a:pt x="93599" y="60502"/>
                  </a:lnTo>
                  <a:lnTo>
                    <a:pt x="94488" y="69037"/>
                  </a:lnTo>
                  <a:lnTo>
                    <a:pt x="93535" y="70332"/>
                  </a:lnTo>
                  <a:lnTo>
                    <a:pt x="90360" y="70332"/>
                  </a:lnTo>
                  <a:lnTo>
                    <a:pt x="89446" y="69215"/>
                  </a:lnTo>
                  <a:lnTo>
                    <a:pt x="88544" y="60502"/>
                  </a:lnTo>
                  <a:lnTo>
                    <a:pt x="87236" y="60502"/>
                  </a:lnTo>
                  <a:lnTo>
                    <a:pt x="88290" y="70586"/>
                  </a:lnTo>
                  <a:lnTo>
                    <a:pt x="89496" y="72034"/>
                  </a:lnTo>
                  <a:lnTo>
                    <a:pt x="93141" y="72034"/>
                  </a:lnTo>
                  <a:lnTo>
                    <a:pt x="94043" y="71475"/>
                  </a:lnTo>
                  <a:lnTo>
                    <a:pt x="94627" y="70485"/>
                  </a:lnTo>
                  <a:lnTo>
                    <a:pt x="94767" y="71856"/>
                  </a:lnTo>
                  <a:lnTo>
                    <a:pt x="96088" y="71856"/>
                  </a:lnTo>
                  <a:close/>
                </a:path>
                <a:path w="568325" h="135890">
                  <a:moveTo>
                    <a:pt x="101892" y="127850"/>
                  </a:moveTo>
                  <a:lnTo>
                    <a:pt x="100711" y="116484"/>
                  </a:lnTo>
                  <a:lnTo>
                    <a:pt x="99390" y="116484"/>
                  </a:lnTo>
                  <a:lnTo>
                    <a:pt x="100279" y="125031"/>
                  </a:lnTo>
                  <a:lnTo>
                    <a:pt x="99326" y="126314"/>
                  </a:lnTo>
                  <a:lnTo>
                    <a:pt x="96164" y="126314"/>
                  </a:lnTo>
                  <a:lnTo>
                    <a:pt x="95262" y="125209"/>
                  </a:lnTo>
                  <a:lnTo>
                    <a:pt x="94348" y="116484"/>
                  </a:lnTo>
                  <a:lnTo>
                    <a:pt x="93040" y="116484"/>
                  </a:lnTo>
                  <a:lnTo>
                    <a:pt x="94081" y="126580"/>
                  </a:lnTo>
                  <a:lnTo>
                    <a:pt x="95288" y="128028"/>
                  </a:lnTo>
                  <a:lnTo>
                    <a:pt x="98945" y="128028"/>
                  </a:lnTo>
                  <a:lnTo>
                    <a:pt x="99847" y="127457"/>
                  </a:lnTo>
                  <a:lnTo>
                    <a:pt x="100431" y="126479"/>
                  </a:lnTo>
                  <a:lnTo>
                    <a:pt x="100571" y="127850"/>
                  </a:lnTo>
                  <a:lnTo>
                    <a:pt x="101892" y="127850"/>
                  </a:lnTo>
                  <a:close/>
                </a:path>
                <a:path w="568325" h="135890">
                  <a:moveTo>
                    <a:pt x="106235" y="18846"/>
                  </a:moveTo>
                  <a:lnTo>
                    <a:pt x="105575" y="12369"/>
                  </a:lnTo>
                  <a:lnTo>
                    <a:pt x="105194" y="8763"/>
                  </a:lnTo>
                  <a:lnTo>
                    <a:pt x="104038" y="7315"/>
                  </a:lnTo>
                  <a:lnTo>
                    <a:pt x="100507" y="7315"/>
                  </a:lnTo>
                  <a:lnTo>
                    <a:pt x="99580" y="8102"/>
                  </a:lnTo>
                  <a:lnTo>
                    <a:pt x="99110" y="9499"/>
                  </a:lnTo>
                  <a:lnTo>
                    <a:pt x="98488" y="7950"/>
                  </a:lnTo>
                  <a:lnTo>
                    <a:pt x="97485" y="7315"/>
                  </a:lnTo>
                  <a:lnTo>
                    <a:pt x="94907" y="7315"/>
                  </a:lnTo>
                  <a:lnTo>
                    <a:pt x="94068" y="7874"/>
                  </a:lnTo>
                  <a:lnTo>
                    <a:pt x="93535" y="8851"/>
                  </a:lnTo>
                  <a:lnTo>
                    <a:pt x="93408" y="7493"/>
                  </a:lnTo>
                  <a:lnTo>
                    <a:pt x="92087" y="7493"/>
                  </a:lnTo>
                  <a:lnTo>
                    <a:pt x="93268" y="18846"/>
                  </a:lnTo>
                  <a:lnTo>
                    <a:pt x="94576" y="18846"/>
                  </a:lnTo>
                  <a:lnTo>
                    <a:pt x="93687" y="10172"/>
                  </a:lnTo>
                  <a:lnTo>
                    <a:pt x="94564" y="9004"/>
                  </a:lnTo>
                  <a:lnTo>
                    <a:pt x="97434" y="9004"/>
                  </a:lnTo>
                  <a:lnTo>
                    <a:pt x="98183" y="10121"/>
                  </a:lnTo>
                  <a:lnTo>
                    <a:pt x="99098" y="18846"/>
                  </a:lnTo>
                  <a:lnTo>
                    <a:pt x="100406" y="18846"/>
                  </a:lnTo>
                  <a:lnTo>
                    <a:pt x="99504" y="10172"/>
                  </a:lnTo>
                  <a:lnTo>
                    <a:pt x="100393" y="9004"/>
                  </a:lnTo>
                  <a:lnTo>
                    <a:pt x="103263" y="9004"/>
                  </a:lnTo>
                  <a:lnTo>
                    <a:pt x="104025" y="10121"/>
                  </a:lnTo>
                  <a:lnTo>
                    <a:pt x="104927" y="18846"/>
                  </a:lnTo>
                  <a:lnTo>
                    <a:pt x="106235" y="18846"/>
                  </a:lnTo>
                  <a:close/>
                </a:path>
                <a:path w="568325" h="135890">
                  <a:moveTo>
                    <a:pt x="111721" y="71856"/>
                  </a:moveTo>
                  <a:lnTo>
                    <a:pt x="111048" y="65379"/>
                  </a:lnTo>
                  <a:lnTo>
                    <a:pt x="110680" y="61760"/>
                  </a:lnTo>
                  <a:lnTo>
                    <a:pt x="109524" y="60325"/>
                  </a:lnTo>
                  <a:lnTo>
                    <a:pt x="105994" y="60325"/>
                  </a:lnTo>
                  <a:lnTo>
                    <a:pt x="105067" y="61112"/>
                  </a:lnTo>
                  <a:lnTo>
                    <a:pt x="104597" y="62509"/>
                  </a:lnTo>
                  <a:lnTo>
                    <a:pt x="103974" y="60960"/>
                  </a:lnTo>
                  <a:lnTo>
                    <a:pt x="102971" y="60325"/>
                  </a:lnTo>
                  <a:lnTo>
                    <a:pt x="100380" y="60325"/>
                  </a:lnTo>
                  <a:lnTo>
                    <a:pt x="99555" y="60883"/>
                  </a:lnTo>
                  <a:lnTo>
                    <a:pt x="99021" y="61861"/>
                  </a:lnTo>
                  <a:lnTo>
                    <a:pt x="98882" y="60502"/>
                  </a:lnTo>
                  <a:lnTo>
                    <a:pt x="97561" y="60502"/>
                  </a:lnTo>
                  <a:lnTo>
                    <a:pt x="98742" y="71856"/>
                  </a:lnTo>
                  <a:lnTo>
                    <a:pt x="100063" y="71856"/>
                  </a:lnTo>
                  <a:lnTo>
                    <a:pt x="99161" y="63182"/>
                  </a:lnTo>
                  <a:lnTo>
                    <a:pt x="100050" y="62026"/>
                  </a:lnTo>
                  <a:lnTo>
                    <a:pt x="102920" y="62026"/>
                  </a:lnTo>
                  <a:lnTo>
                    <a:pt x="103670" y="63131"/>
                  </a:lnTo>
                  <a:lnTo>
                    <a:pt x="104584" y="71856"/>
                  </a:lnTo>
                  <a:lnTo>
                    <a:pt x="105892" y="71856"/>
                  </a:lnTo>
                  <a:lnTo>
                    <a:pt x="104990" y="63182"/>
                  </a:lnTo>
                  <a:lnTo>
                    <a:pt x="105879" y="62026"/>
                  </a:lnTo>
                  <a:lnTo>
                    <a:pt x="108750" y="62026"/>
                  </a:lnTo>
                  <a:lnTo>
                    <a:pt x="109499" y="63131"/>
                  </a:lnTo>
                  <a:lnTo>
                    <a:pt x="110413" y="71856"/>
                  </a:lnTo>
                  <a:lnTo>
                    <a:pt x="111721" y="71856"/>
                  </a:lnTo>
                  <a:close/>
                </a:path>
                <a:path w="568325" h="135890">
                  <a:moveTo>
                    <a:pt x="117525" y="127838"/>
                  </a:moveTo>
                  <a:lnTo>
                    <a:pt x="116852" y="121361"/>
                  </a:lnTo>
                  <a:lnTo>
                    <a:pt x="116471" y="117754"/>
                  </a:lnTo>
                  <a:lnTo>
                    <a:pt x="115328" y="116293"/>
                  </a:lnTo>
                  <a:lnTo>
                    <a:pt x="111798" y="116293"/>
                  </a:lnTo>
                  <a:lnTo>
                    <a:pt x="110845" y="117106"/>
                  </a:lnTo>
                  <a:lnTo>
                    <a:pt x="110388" y="118491"/>
                  </a:lnTo>
                  <a:lnTo>
                    <a:pt x="109778" y="116941"/>
                  </a:lnTo>
                  <a:lnTo>
                    <a:pt x="108762" y="116293"/>
                  </a:lnTo>
                  <a:lnTo>
                    <a:pt x="106184" y="116293"/>
                  </a:lnTo>
                  <a:lnTo>
                    <a:pt x="105359" y="116865"/>
                  </a:lnTo>
                  <a:lnTo>
                    <a:pt x="104825" y="117843"/>
                  </a:lnTo>
                  <a:lnTo>
                    <a:pt x="104686" y="116484"/>
                  </a:lnTo>
                  <a:lnTo>
                    <a:pt x="103365" y="116484"/>
                  </a:lnTo>
                  <a:lnTo>
                    <a:pt x="104546" y="127838"/>
                  </a:lnTo>
                  <a:lnTo>
                    <a:pt x="105854" y="127838"/>
                  </a:lnTo>
                  <a:lnTo>
                    <a:pt x="104952" y="119164"/>
                  </a:lnTo>
                  <a:lnTo>
                    <a:pt x="105841" y="118008"/>
                  </a:lnTo>
                  <a:lnTo>
                    <a:pt x="108699" y="118008"/>
                  </a:lnTo>
                  <a:lnTo>
                    <a:pt x="109474" y="119126"/>
                  </a:lnTo>
                  <a:lnTo>
                    <a:pt x="110375" y="127838"/>
                  </a:lnTo>
                  <a:lnTo>
                    <a:pt x="111683" y="127838"/>
                  </a:lnTo>
                  <a:lnTo>
                    <a:pt x="110794" y="119164"/>
                  </a:lnTo>
                  <a:lnTo>
                    <a:pt x="111671" y="118008"/>
                  </a:lnTo>
                  <a:lnTo>
                    <a:pt x="114541" y="118008"/>
                  </a:lnTo>
                  <a:lnTo>
                    <a:pt x="115303" y="119126"/>
                  </a:lnTo>
                  <a:lnTo>
                    <a:pt x="116217" y="127838"/>
                  </a:lnTo>
                  <a:lnTo>
                    <a:pt x="117525" y="127838"/>
                  </a:lnTo>
                  <a:close/>
                </a:path>
                <a:path w="568325" h="135890">
                  <a:moveTo>
                    <a:pt x="237197" y="18846"/>
                  </a:moveTo>
                  <a:lnTo>
                    <a:pt x="237007" y="17056"/>
                  </a:lnTo>
                  <a:lnTo>
                    <a:pt x="230073" y="17056"/>
                  </a:lnTo>
                  <a:lnTo>
                    <a:pt x="229514" y="11620"/>
                  </a:lnTo>
                  <a:lnTo>
                    <a:pt x="236524" y="11620"/>
                  </a:lnTo>
                  <a:lnTo>
                    <a:pt x="235508" y="1803"/>
                  </a:lnTo>
                  <a:lnTo>
                    <a:pt x="233375" y="0"/>
                  </a:lnTo>
                  <a:lnTo>
                    <a:pt x="228396" y="0"/>
                  </a:lnTo>
                  <a:lnTo>
                    <a:pt x="226974" y="2438"/>
                  </a:lnTo>
                  <a:lnTo>
                    <a:pt x="227355" y="5626"/>
                  </a:lnTo>
                  <a:lnTo>
                    <a:pt x="228854" y="5626"/>
                  </a:lnTo>
                  <a:lnTo>
                    <a:pt x="228638" y="3479"/>
                  </a:lnTo>
                  <a:lnTo>
                    <a:pt x="229527" y="1892"/>
                  </a:lnTo>
                  <a:lnTo>
                    <a:pt x="233070" y="1892"/>
                  </a:lnTo>
                  <a:lnTo>
                    <a:pt x="234137" y="3543"/>
                  </a:lnTo>
                  <a:lnTo>
                    <a:pt x="234797" y="10045"/>
                  </a:lnTo>
                  <a:lnTo>
                    <a:pt x="227749" y="10045"/>
                  </a:lnTo>
                  <a:lnTo>
                    <a:pt x="228384" y="16243"/>
                  </a:lnTo>
                  <a:lnTo>
                    <a:pt x="228650" y="18846"/>
                  </a:lnTo>
                  <a:lnTo>
                    <a:pt x="237197" y="18846"/>
                  </a:lnTo>
                  <a:close/>
                </a:path>
                <a:path w="568325" h="135890">
                  <a:moveTo>
                    <a:pt x="240715" y="55219"/>
                  </a:moveTo>
                  <a:lnTo>
                    <a:pt x="240538" y="53416"/>
                  </a:lnTo>
                  <a:lnTo>
                    <a:pt x="232029" y="53416"/>
                  </a:lnTo>
                  <a:lnTo>
                    <a:pt x="232219" y="55219"/>
                  </a:lnTo>
                  <a:lnTo>
                    <a:pt x="239090" y="55219"/>
                  </a:lnTo>
                  <a:lnTo>
                    <a:pt x="235115" y="71856"/>
                  </a:lnTo>
                  <a:lnTo>
                    <a:pt x="236740" y="71856"/>
                  </a:lnTo>
                  <a:lnTo>
                    <a:pt x="240715" y="55219"/>
                  </a:lnTo>
                  <a:close/>
                </a:path>
                <a:path w="568325" h="135890">
                  <a:moveTo>
                    <a:pt x="247624" y="13716"/>
                  </a:moveTo>
                  <a:lnTo>
                    <a:pt x="247434" y="11912"/>
                  </a:lnTo>
                  <a:lnTo>
                    <a:pt x="245402" y="11912"/>
                  </a:lnTo>
                  <a:lnTo>
                    <a:pt x="244513" y="3225"/>
                  </a:lnTo>
                  <a:lnTo>
                    <a:pt x="244221" y="406"/>
                  </a:lnTo>
                  <a:lnTo>
                    <a:pt x="243979" y="406"/>
                  </a:lnTo>
                  <a:lnTo>
                    <a:pt x="243979" y="11912"/>
                  </a:lnTo>
                  <a:lnTo>
                    <a:pt x="239242" y="11912"/>
                  </a:lnTo>
                  <a:lnTo>
                    <a:pt x="243078" y="3225"/>
                  </a:lnTo>
                  <a:lnTo>
                    <a:pt x="243979" y="11912"/>
                  </a:lnTo>
                  <a:lnTo>
                    <a:pt x="243979" y="406"/>
                  </a:lnTo>
                  <a:lnTo>
                    <a:pt x="242671" y="406"/>
                  </a:lnTo>
                  <a:lnTo>
                    <a:pt x="237540" y="11912"/>
                  </a:lnTo>
                  <a:lnTo>
                    <a:pt x="237731" y="13716"/>
                  </a:lnTo>
                  <a:lnTo>
                    <a:pt x="244170" y="13716"/>
                  </a:lnTo>
                  <a:lnTo>
                    <a:pt x="244703" y="18846"/>
                  </a:lnTo>
                  <a:lnTo>
                    <a:pt x="246126" y="18846"/>
                  </a:lnTo>
                  <a:lnTo>
                    <a:pt x="245605" y="13716"/>
                  </a:lnTo>
                  <a:lnTo>
                    <a:pt x="247624" y="13716"/>
                  </a:lnTo>
                  <a:close/>
                </a:path>
                <a:path w="568325" h="135890">
                  <a:moveTo>
                    <a:pt x="252730" y="69811"/>
                  </a:moveTo>
                  <a:lnTo>
                    <a:pt x="252425" y="66649"/>
                  </a:lnTo>
                  <a:lnTo>
                    <a:pt x="252183" y="64528"/>
                  </a:lnTo>
                  <a:lnTo>
                    <a:pt x="251256" y="63055"/>
                  </a:lnTo>
                  <a:lnTo>
                    <a:pt x="251256" y="68884"/>
                  </a:lnTo>
                  <a:lnTo>
                    <a:pt x="250063" y="70358"/>
                  </a:lnTo>
                  <a:lnTo>
                    <a:pt x="246570" y="70358"/>
                  </a:lnTo>
                  <a:lnTo>
                    <a:pt x="245059" y="68884"/>
                  </a:lnTo>
                  <a:lnTo>
                    <a:pt x="244589" y="64338"/>
                  </a:lnTo>
                  <a:lnTo>
                    <a:pt x="245808" y="62966"/>
                  </a:lnTo>
                  <a:lnTo>
                    <a:pt x="249288" y="62966"/>
                  </a:lnTo>
                  <a:lnTo>
                    <a:pt x="250786" y="64338"/>
                  </a:lnTo>
                  <a:lnTo>
                    <a:pt x="251053" y="66649"/>
                  </a:lnTo>
                  <a:lnTo>
                    <a:pt x="251256" y="68884"/>
                  </a:lnTo>
                  <a:lnTo>
                    <a:pt x="251256" y="63055"/>
                  </a:lnTo>
                  <a:lnTo>
                    <a:pt x="251142" y="62877"/>
                  </a:lnTo>
                  <a:lnTo>
                    <a:pt x="249783" y="62001"/>
                  </a:lnTo>
                  <a:lnTo>
                    <a:pt x="250761" y="61099"/>
                  </a:lnTo>
                  <a:lnTo>
                    <a:pt x="251333" y="59677"/>
                  </a:lnTo>
                  <a:lnTo>
                    <a:pt x="251180" y="57962"/>
                  </a:lnTo>
                  <a:lnTo>
                    <a:pt x="250863" y="55130"/>
                  </a:lnTo>
                  <a:lnTo>
                    <a:pt x="250634" y="54914"/>
                  </a:lnTo>
                  <a:lnTo>
                    <a:pt x="249961" y="54317"/>
                  </a:lnTo>
                  <a:lnTo>
                    <a:pt x="249961" y="59956"/>
                  </a:lnTo>
                  <a:lnTo>
                    <a:pt x="248907" y="61099"/>
                  </a:lnTo>
                  <a:lnTo>
                    <a:pt x="245808" y="61099"/>
                  </a:lnTo>
                  <a:lnTo>
                    <a:pt x="244525" y="59956"/>
                  </a:lnTo>
                  <a:lnTo>
                    <a:pt x="244335" y="57962"/>
                  </a:lnTo>
                  <a:lnTo>
                    <a:pt x="244106" y="55918"/>
                  </a:lnTo>
                  <a:lnTo>
                    <a:pt x="245173" y="54914"/>
                  </a:lnTo>
                  <a:lnTo>
                    <a:pt x="248272" y="54914"/>
                  </a:lnTo>
                  <a:lnTo>
                    <a:pt x="249542" y="55918"/>
                  </a:lnTo>
                  <a:lnTo>
                    <a:pt x="249961" y="59956"/>
                  </a:lnTo>
                  <a:lnTo>
                    <a:pt x="249961" y="54317"/>
                  </a:lnTo>
                  <a:lnTo>
                    <a:pt x="248691" y="53162"/>
                  </a:lnTo>
                  <a:lnTo>
                    <a:pt x="244373" y="53162"/>
                  </a:lnTo>
                  <a:lnTo>
                    <a:pt x="242798" y="54914"/>
                  </a:lnTo>
                  <a:lnTo>
                    <a:pt x="242697" y="55918"/>
                  </a:lnTo>
                  <a:lnTo>
                    <a:pt x="242925" y="57962"/>
                  </a:lnTo>
                  <a:lnTo>
                    <a:pt x="243090" y="59677"/>
                  </a:lnTo>
                  <a:lnTo>
                    <a:pt x="243979" y="61112"/>
                  </a:lnTo>
                  <a:lnTo>
                    <a:pt x="245135" y="62001"/>
                  </a:lnTo>
                  <a:lnTo>
                    <a:pt x="243928" y="62877"/>
                  </a:lnTo>
                  <a:lnTo>
                    <a:pt x="243243" y="64528"/>
                  </a:lnTo>
                  <a:lnTo>
                    <a:pt x="243789" y="69811"/>
                  </a:lnTo>
                  <a:lnTo>
                    <a:pt x="246037" y="72072"/>
                  </a:lnTo>
                  <a:lnTo>
                    <a:pt x="250952" y="72072"/>
                  </a:lnTo>
                  <a:lnTo>
                    <a:pt x="252298" y="70358"/>
                  </a:lnTo>
                  <a:lnTo>
                    <a:pt x="252730" y="69811"/>
                  </a:lnTo>
                  <a:close/>
                </a:path>
                <a:path w="568325" h="135890">
                  <a:moveTo>
                    <a:pt x="255587" y="123507"/>
                  </a:moveTo>
                  <a:lnTo>
                    <a:pt x="255155" y="119367"/>
                  </a:lnTo>
                  <a:lnTo>
                    <a:pt x="254368" y="118478"/>
                  </a:lnTo>
                  <a:lnTo>
                    <a:pt x="254368" y="125018"/>
                  </a:lnTo>
                  <a:lnTo>
                    <a:pt x="253149" y="126936"/>
                  </a:lnTo>
                  <a:lnTo>
                    <a:pt x="249593" y="126936"/>
                  </a:lnTo>
                  <a:lnTo>
                    <a:pt x="247980" y="125018"/>
                  </a:lnTo>
                  <a:lnTo>
                    <a:pt x="247497" y="120357"/>
                  </a:lnTo>
                  <a:lnTo>
                    <a:pt x="248716" y="118440"/>
                  </a:lnTo>
                  <a:lnTo>
                    <a:pt x="252272" y="118440"/>
                  </a:lnTo>
                  <a:lnTo>
                    <a:pt x="253885" y="120357"/>
                  </a:lnTo>
                  <a:lnTo>
                    <a:pt x="254368" y="125018"/>
                  </a:lnTo>
                  <a:lnTo>
                    <a:pt x="254368" y="118478"/>
                  </a:lnTo>
                  <a:lnTo>
                    <a:pt x="252844" y="116687"/>
                  </a:lnTo>
                  <a:lnTo>
                    <a:pt x="247789" y="116687"/>
                  </a:lnTo>
                  <a:lnTo>
                    <a:pt x="246024" y="119367"/>
                  </a:lnTo>
                  <a:lnTo>
                    <a:pt x="246710" y="126009"/>
                  </a:lnTo>
                  <a:lnTo>
                    <a:pt x="249034" y="128689"/>
                  </a:lnTo>
                  <a:lnTo>
                    <a:pt x="252069" y="128689"/>
                  </a:lnTo>
                  <a:lnTo>
                    <a:pt x="252577" y="128600"/>
                  </a:lnTo>
                  <a:lnTo>
                    <a:pt x="253022" y="128358"/>
                  </a:lnTo>
                  <a:lnTo>
                    <a:pt x="251218" y="135382"/>
                  </a:lnTo>
                  <a:lnTo>
                    <a:pt x="252742" y="135382"/>
                  </a:lnTo>
                  <a:lnTo>
                    <a:pt x="254533" y="128358"/>
                  </a:lnTo>
                  <a:lnTo>
                    <a:pt x="254889" y="126936"/>
                  </a:lnTo>
                  <a:lnTo>
                    <a:pt x="255384" y="125018"/>
                  </a:lnTo>
                  <a:lnTo>
                    <a:pt x="255524" y="124307"/>
                  </a:lnTo>
                  <a:lnTo>
                    <a:pt x="255587" y="123507"/>
                  </a:lnTo>
                  <a:close/>
                </a:path>
                <a:path w="568325" h="135890">
                  <a:moveTo>
                    <a:pt x="258343" y="16192"/>
                  </a:moveTo>
                  <a:lnTo>
                    <a:pt x="257670" y="9588"/>
                  </a:lnTo>
                  <a:lnTo>
                    <a:pt x="255612" y="6819"/>
                  </a:lnTo>
                  <a:lnTo>
                    <a:pt x="251968" y="6896"/>
                  </a:lnTo>
                  <a:lnTo>
                    <a:pt x="251244" y="7150"/>
                  </a:lnTo>
                  <a:lnTo>
                    <a:pt x="250647" y="7620"/>
                  </a:lnTo>
                  <a:lnTo>
                    <a:pt x="250101" y="2222"/>
                  </a:lnTo>
                  <a:lnTo>
                    <a:pt x="255727" y="2222"/>
                  </a:lnTo>
                  <a:lnTo>
                    <a:pt x="255536" y="406"/>
                  </a:lnTo>
                  <a:lnTo>
                    <a:pt x="248475" y="406"/>
                  </a:lnTo>
                  <a:lnTo>
                    <a:pt x="249440" y="9779"/>
                  </a:lnTo>
                  <a:lnTo>
                    <a:pt x="250875" y="9779"/>
                  </a:lnTo>
                  <a:lnTo>
                    <a:pt x="251371" y="9093"/>
                  </a:lnTo>
                  <a:lnTo>
                    <a:pt x="252095" y="8648"/>
                  </a:lnTo>
                  <a:lnTo>
                    <a:pt x="252933" y="8648"/>
                  </a:lnTo>
                  <a:lnTo>
                    <a:pt x="255054" y="8572"/>
                  </a:lnTo>
                  <a:lnTo>
                    <a:pt x="256336" y="10553"/>
                  </a:lnTo>
                  <a:lnTo>
                    <a:pt x="256819" y="15240"/>
                  </a:lnTo>
                  <a:lnTo>
                    <a:pt x="255600" y="17145"/>
                  </a:lnTo>
                  <a:lnTo>
                    <a:pt x="252374" y="17145"/>
                  </a:lnTo>
                  <a:lnTo>
                    <a:pt x="251028" y="15875"/>
                  </a:lnTo>
                  <a:lnTo>
                    <a:pt x="250456" y="14147"/>
                  </a:lnTo>
                  <a:lnTo>
                    <a:pt x="249047" y="14147"/>
                  </a:lnTo>
                  <a:lnTo>
                    <a:pt x="249758" y="16865"/>
                  </a:lnTo>
                  <a:lnTo>
                    <a:pt x="251802" y="18910"/>
                  </a:lnTo>
                  <a:lnTo>
                    <a:pt x="256527" y="18910"/>
                  </a:lnTo>
                  <a:lnTo>
                    <a:pt x="258343" y="16192"/>
                  </a:lnTo>
                  <a:close/>
                </a:path>
                <a:path w="568325" h="135890">
                  <a:moveTo>
                    <a:pt x="263156" y="69202"/>
                  </a:moveTo>
                  <a:lnTo>
                    <a:pt x="262483" y="62598"/>
                  </a:lnTo>
                  <a:lnTo>
                    <a:pt x="260426" y="59829"/>
                  </a:lnTo>
                  <a:lnTo>
                    <a:pt x="256781" y="59905"/>
                  </a:lnTo>
                  <a:lnTo>
                    <a:pt x="256057" y="60159"/>
                  </a:lnTo>
                  <a:lnTo>
                    <a:pt x="255460" y="60617"/>
                  </a:lnTo>
                  <a:lnTo>
                    <a:pt x="254914" y="55232"/>
                  </a:lnTo>
                  <a:lnTo>
                    <a:pt x="260540" y="55232"/>
                  </a:lnTo>
                  <a:lnTo>
                    <a:pt x="260350" y="53416"/>
                  </a:lnTo>
                  <a:lnTo>
                    <a:pt x="253288" y="53416"/>
                  </a:lnTo>
                  <a:lnTo>
                    <a:pt x="254254" y="62788"/>
                  </a:lnTo>
                  <a:lnTo>
                    <a:pt x="255689" y="62788"/>
                  </a:lnTo>
                  <a:lnTo>
                    <a:pt x="256184" y="62103"/>
                  </a:lnTo>
                  <a:lnTo>
                    <a:pt x="256895" y="61658"/>
                  </a:lnTo>
                  <a:lnTo>
                    <a:pt x="257746" y="61658"/>
                  </a:lnTo>
                  <a:lnTo>
                    <a:pt x="259867" y="61582"/>
                  </a:lnTo>
                  <a:lnTo>
                    <a:pt x="261137" y="63563"/>
                  </a:lnTo>
                  <a:lnTo>
                    <a:pt x="261632" y="68249"/>
                  </a:lnTo>
                  <a:lnTo>
                    <a:pt x="260413" y="70154"/>
                  </a:lnTo>
                  <a:lnTo>
                    <a:pt x="257187" y="70154"/>
                  </a:lnTo>
                  <a:lnTo>
                    <a:pt x="255841" y="68884"/>
                  </a:lnTo>
                  <a:lnTo>
                    <a:pt x="255282" y="67157"/>
                  </a:lnTo>
                  <a:lnTo>
                    <a:pt x="253860" y="67157"/>
                  </a:lnTo>
                  <a:lnTo>
                    <a:pt x="254571" y="69875"/>
                  </a:lnTo>
                  <a:lnTo>
                    <a:pt x="256616" y="71907"/>
                  </a:lnTo>
                  <a:lnTo>
                    <a:pt x="261340" y="71907"/>
                  </a:lnTo>
                  <a:lnTo>
                    <a:pt x="263156" y="69202"/>
                  </a:lnTo>
                  <a:close/>
                </a:path>
                <a:path w="568325" h="135890">
                  <a:moveTo>
                    <a:pt x="266801" y="132727"/>
                  </a:moveTo>
                  <a:lnTo>
                    <a:pt x="266128" y="126123"/>
                  </a:lnTo>
                  <a:lnTo>
                    <a:pt x="264071" y="123355"/>
                  </a:lnTo>
                  <a:lnTo>
                    <a:pt x="260426" y="123431"/>
                  </a:lnTo>
                  <a:lnTo>
                    <a:pt x="259702" y="123685"/>
                  </a:lnTo>
                  <a:lnTo>
                    <a:pt x="259105" y="124155"/>
                  </a:lnTo>
                  <a:lnTo>
                    <a:pt x="258559" y="118757"/>
                  </a:lnTo>
                  <a:lnTo>
                    <a:pt x="264185" y="118757"/>
                  </a:lnTo>
                  <a:lnTo>
                    <a:pt x="263994" y="116941"/>
                  </a:lnTo>
                  <a:lnTo>
                    <a:pt x="256933" y="116941"/>
                  </a:lnTo>
                  <a:lnTo>
                    <a:pt x="257898" y="126314"/>
                  </a:lnTo>
                  <a:lnTo>
                    <a:pt x="259334" y="126314"/>
                  </a:lnTo>
                  <a:lnTo>
                    <a:pt x="259829" y="125628"/>
                  </a:lnTo>
                  <a:lnTo>
                    <a:pt x="260540" y="125183"/>
                  </a:lnTo>
                  <a:lnTo>
                    <a:pt x="261391" y="125183"/>
                  </a:lnTo>
                  <a:lnTo>
                    <a:pt x="263512" y="125107"/>
                  </a:lnTo>
                  <a:lnTo>
                    <a:pt x="264782" y="127088"/>
                  </a:lnTo>
                  <a:lnTo>
                    <a:pt x="265277" y="131775"/>
                  </a:lnTo>
                  <a:lnTo>
                    <a:pt x="264058" y="133680"/>
                  </a:lnTo>
                  <a:lnTo>
                    <a:pt x="260832" y="133680"/>
                  </a:lnTo>
                  <a:lnTo>
                    <a:pt x="259486" y="132410"/>
                  </a:lnTo>
                  <a:lnTo>
                    <a:pt x="258914" y="130683"/>
                  </a:lnTo>
                  <a:lnTo>
                    <a:pt x="257505" y="130683"/>
                  </a:lnTo>
                  <a:lnTo>
                    <a:pt x="258216" y="133400"/>
                  </a:lnTo>
                  <a:lnTo>
                    <a:pt x="260261" y="135432"/>
                  </a:lnTo>
                  <a:lnTo>
                    <a:pt x="264985" y="135432"/>
                  </a:lnTo>
                  <a:lnTo>
                    <a:pt x="266801" y="132727"/>
                  </a:lnTo>
                  <a:close/>
                </a:path>
                <a:path w="568325" h="135890">
                  <a:moveTo>
                    <a:pt x="268770" y="16319"/>
                  </a:moveTo>
                  <a:lnTo>
                    <a:pt x="268084" y="9690"/>
                  </a:lnTo>
                  <a:lnTo>
                    <a:pt x="267296" y="8775"/>
                  </a:lnTo>
                  <a:lnTo>
                    <a:pt x="267296" y="15341"/>
                  </a:lnTo>
                  <a:lnTo>
                    <a:pt x="266077" y="17246"/>
                  </a:lnTo>
                  <a:lnTo>
                    <a:pt x="262534" y="17246"/>
                  </a:lnTo>
                  <a:lnTo>
                    <a:pt x="260921" y="15341"/>
                  </a:lnTo>
                  <a:lnTo>
                    <a:pt x="260438" y="10668"/>
                  </a:lnTo>
                  <a:lnTo>
                    <a:pt x="261658" y="8750"/>
                  </a:lnTo>
                  <a:lnTo>
                    <a:pt x="265201" y="8750"/>
                  </a:lnTo>
                  <a:lnTo>
                    <a:pt x="266814" y="10668"/>
                  </a:lnTo>
                  <a:lnTo>
                    <a:pt x="267296" y="15341"/>
                  </a:lnTo>
                  <a:lnTo>
                    <a:pt x="267296" y="8775"/>
                  </a:lnTo>
                  <a:lnTo>
                    <a:pt x="266103" y="7378"/>
                  </a:lnTo>
                  <a:lnTo>
                    <a:pt x="265772" y="6997"/>
                  </a:lnTo>
                  <a:lnTo>
                    <a:pt x="262674" y="6997"/>
                  </a:lnTo>
                  <a:lnTo>
                    <a:pt x="262140" y="7137"/>
                  </a:lnTo>
                  <a:lnTo>
                    <a:pt x="261683" y="7378"/>
                  </a:lnTo>
                  <a:lnTo>
                    <a:pt x="262432" y="4673"/>
                  </a:lnTo>
                  <a:lnTo>
                    <a:pt x="263690" y="774"/>
                  </a:lnTo>
                  <a:lnTo>
                    <a:pt x="263829" y="406"/>
                  </a:lnTo>
                  <a:lnTo>
                    <a:pt x="262305" y="406"/>
                  </a:lnTo>
                  <a:lnTo>
                    <a:pt x="260045" y="7645"/>
                  </a:lnTo>
                  <a:lnTo>
                    <a:pt x="259422" y="10668"/>
                  </a:lnTo>
                  <a:lnTo>
                    <a:pt x="259295" y="13017"/>
                  </a:lnTo>
                  <a:lnTo>
                    <a:pt x="259638" y="16319"/>
                  </a:lnTo>
                  <a:lnTo>
                    <a:pt x="261962" y="19011"/>
                  </a:lnTo>
                  <a:lnTo>
                    <a:pt x="267017" y="19011"/>
                  </a:lnTo>
                  <a:lnTo>
                    <a:pt x="268173" y="17246"/>
                  </a:lnTo>
                  <a:lnTo>
                    <a:pt x="268770" y="16319"/>
                  </a:lnTo>
                  <a:close/>
                </a:path>
                <a:path w="568325" h="135890">
                  <a:moveTo>
                    <a:pt x="277634" y="130251"/>
                  </a:moveTo>
                  <a:lnTo>
                    <a:pt x="277444" y="128435"/>
                  </a:lnTo>
                  <a:lnTo>
                    <a:pt x="275412" y="128435"/>
                  </a:lnTo>
                  <a:lnTo>
                    <a:pt x="274523" y="119761"/>
                  </a:lnTo>
                  <a:lnTo>
                    <a:pt x="274231" y="116941"/>
                  </a:lnTo>
                  <a:lnTo>
                    <a:pt x="273989" y="116941"/>
                  </a:lnTo>
                  <a:lnTo>
                    <a:pt x="273989" y="128435"/>
                  </a:lnTo>
                  <a:lnTo>
                    <a:pt x="269265" y="128435"/>
                  </a:lnTo>
                  <a:lnTo>
                    <a:pt x="273088" y="119761"/>
                  </a:lnTo>
                  <a:lnTo>
                    <a:pt x="273989" y="128435"/>
                  </a:lnTo>
                  <a:lnTo>
                    <a:pt x="273989" y="116941"/>
                  </a:lnTo>
                  <a:lnTo>
                    <a:pt x="272681" y="116941"/>
                  </a:lnTo>
                  <a:lnTo>
                    <a:pt x="267550" y="128435"/>
                  </a:lnTo>
                  <a:lnTo>
                    <a:pt x="267741" y="130251"/>
                  </a:lnTo>
                  <a:lnTo>
                    <a:pt x="274180" y="130251"/>
                  </a:lnTo>
                  <a:lnTo>
                    <a:pt x="274713" y="135382"/>
                  </a:lnTo>
                  <a:lnTo>
                    <a:pt x="276136" y="135382"/>
                  </a:lnTo>
                  <a:lnTo>
                    <a:pt x="275602" y="130251"/>
                  </a:lnTo>
                  <a:lnTo>
                    <a:pt x="277634" y="130251"/>
                  </a:lnTo>
                  <a:close/>
                </a:path>
                <a:path w="568325" h="135890">
                  <a:moveTo>
                    <a:pt x="288912" y="130251"/>
                  </a:moveTo>
                  <a:lnTo>
                    <a:pt x="288721" y="128435"/>
                  </a:lnTo>
                  <a:lnTo>
                    <a:pt x="286689" y="128435"/>
                  </a:lnTo>
                  <a:lnTo>
                    <a:pt x="285800" y="119761"/>
                  </a:lnTo>
                  <a:lnTo>
                    <a:pt x="285508" y="116941"/>
                  </a:lnTo>
                  <a:lnTo>
                    <a:pt x="285267" y="116941"/>
                  </a:lnTo>
                  <a:lnTo>
                    <a:pt x="285267" y="128435"/>
                  </a:lnTo>
                  <a:lnTo>
                    <a:pt x="280530" y="128435"/>
                  </a:lnTo>
                  <a:lnTo>
                    <a:pt x="284365" y="119761"/>
                  </a:lnTo>
                  <a:lnTo>
                    <a:pt x="285267" y="128435"/>
                  </a:lnTo>
                  <a:lnTo>
                    <a:pt x="285267" y="116941"/>
                  </a:lnTo>
                  <a:lnTo>
                    <a:pt x="283959" y="116941"/>
                  </a:lnTo>
                  <a:lnTo>
                    <a:pt x="278828" y="128435"/>
                  </a:lnTo>
                  <a:lnTo>
                    <a:pt x="279019" y="130251"/>
                  </a:lnTo>
                  <a:lnTo>
                    <a:pt x="285457" y="130251"/>
                  </a:lnTo>
                  <a:lnTo>
                    <a:pt x="285991" y="135382"/>
                  </a:lnTo>
                  <a:lnTo>
                    <a:pt x="287413" y="135382"/>
                  </a:lnTo>
                  <a:lnTo>
                    <a:pt x="286880" y="130251"/>
                  </a:lnTo>
                  <a:lnTo>
                    <a:pt x="288912" y="130251"/>
                  </a:lnTo>
                  <a:close/>
                </a:path>
                <a:path w="568325" h="135890">
                  <a:moveTo>
                    <a:pt x="299567" y="135382"/>
                  </a:moveTo>
                  <a:lnTo>
                    <a:pt x="299377" y="133578"/>
                  </a:lnTo>
                  <a:lnTo>
                    <a:pt x="292430" y="133578"/>
                  </a:lnTo>
                  <a:lnTo>
                    <a:pt x="291871" y="128143"/>
                  </a:lnTo>
                  <a:lnTo>
                    <a:pt x="298881" y="128143"/>
                  </a:lnTo>
                  <a:lnTo>
                    <a:pt x="297865" y="118338"/>
                  </a:lnTo>
                  <a:lnTo>
                    <a:pt x="295744" y="116535"/>
                  </a:lnTo>
                  <a:lnTo>
                    <a:pt x="290753" y="116535"/>
                  </a:lnTo>
                  <a:lnTo>
                    <a:pt x="289331" y="118960"/>
                  </a:lnTo>
                  <a:lnTo>
                    <a:pt x="289725" y="122161"/>
                  </a:lnTo>
                  <a:lnTo>
                    <a:pt x="291223" y="122161"/>
                  </a:lnTo>
                  <a:lnTo>
                    <a:pt x="290995" y="120015"/>
                  </a:lnTo>
                  <a:lnTo>
                    <a:pt x="291884" y="118427"/>
                  </a:lnTo>
                  <a:lnTo>
                    <a:pt x="295427" y="118427"/>
                  </a:lnTo>
                  <a:lnTo>
                    <a:pt x="296494" y="120065"/>
                  </a:lnTo>
                  <a:lnTo>
                    <a:pt x="297167" y="126580"/>
                  </a:lnTo>
                  <a:lnTo>
                    <a:pt x="290106" y="126580"/>
                  </a:lnTo>
                  <a:lnTo>
                    <a:pt x="290741" y="132778"/>
                  </a:lnTo>
                  <a:lnTo>
                    <a:pt x="291020" y="135382"/>
                  </a:lnTo>
                  <a:lnTo>
                    <a:pt x="299567" y="135382"/>
                  </a:lnTo>
                  <a:close/>
                </a:path>
                <a:path w="568325" h="135890">
                  <a:moveTo>
                    <a:pt x="437261" y="59982"/>
                  </a:moveTo>
                  <a:lnTo>
                    <a:pt x="436829" y="55841"/>
                  </a:lnTo>
                  <a:lnTo>
                    <a:pt x="436041" y="54940"/>
                  </a:lnTo>
                  <a:lnTo>
                    <a:pt x="436041" y="61493"/>
                  </a:lnTo>
                  <a:lnTo>
                    <a:pt x="434835" y="63411"/>
                  </a:lnTo>
                  <a:lnTo>
                    <a:pt x="431279" y="63411"/>
                  </a:lnTo>
                  <a:lnTo>
                    <a:pt x="429666" y="61493"/>
                  </a:lnTo>
                  <a:lnTo>
                    <a:pt x="429183" y="56832"/>
                  </a:lnTo>
                  <a:lnTo>
                    <a:pt x="430390" y="54914"/>
                  </a:lnTo>
                  <a:lnTo>
                    <a:pt x="433959" y="54914"/>
                  </a:lnTo>
                  <a:lnTo>
                    <a:pt x="435571" y="56832"/>
                  </a:lnTo>
                  <a:lnTo>
                    <a:pt x="436041" y="61493"/>
                  </a:lnTo>
                  <a:lnTo>
                    <a:pt x="436041" y="54940"/>
                  </a:lnTo>
                  <a:lnTo>
                    <a:pt x="434517" y="53162"/>
                  </a:lnTo>
                  <a:lnTo>
                    <a:pt x="429475" y="53162"/>
                  </a:lnTo>
                  <a:lnTo>
                    <a:pt x="427697" y="55841"/>
                  </a:lnTo>
                  <a:lnTo>
                    <a:pt x="428396" y="62484"/>
                  </a:lnTo>
                  <a:lnTo>
                    <a:pt x="430720" y="65163"/>
                  </a:lnTo>
                  <a:lnTo>
                    <a:pt x="433755" y="65163"/>
                  </a:lnTo>
                  <a:lnTo>
                    <a:pt x="434251" y="65074"/>
                  </a:lnTo>
                  <a:lnTo>
                    <a:pt x="434695" y="64833"/>
                  </a:lnTo>
                  <a:lnTo>
                    <a:pt x="432892" y="71856"/>
                  </a:lnTo>
                  <a:lnTo>
                    <a:pt x="434428" y="71856"/>
                  </a:lnTo>
                  <a:lnTo>
                    <a:pt x="436219" y="64833"/>
                  </a:lnTo>
                  <a:lnTo>
                    <a:pt x="436575" y="63411"/>
                  </a:lnTo>
                  <a:lnTo>
                    <a:pt x="437057" y="61493"/>
                  </a:lnTo>
                  <a:lnTo>
                    <a:pt x="437210" y="60782"/>
                  </a:lnTo>
                  <a:lnTo>
                    <a:pt x="437261" y="59982"/>
                  </a:lnTo>
                  <a:close/>
                </a:path>
                <a:path w="568325" h="135890">
                  <a:moveTo>
                    <a:pt x="448487" y="69202"/>
                  </a:moveTo>
                  <a:lnTo>
                    <a:pt x="447802" y="62598"/>
                  </a:lnTo>
                  <a:lnTo>
                    <a:pt x="445757" y="59829"/>
                  </a:lnTo>
                  <a:lnTo>
                    <a:pt x="442112" y="59905"/>
                  </a:lnTo>
                  <a:lnTo>
                    <a:pt x="441388" y="60159"/>
                  </a:lnTo>
                  <a:lnTo>
                    <a:pt x="440791" y="60617"/>
                  </a:lnTo>
                  <a:lnTo>
                    <a:pt x="440232" y="55232"/>
                  </a:lnTo>
                  <a:lnTo>
                    <a:pt x="445871" y="55232"/>
                  </a:lnTo>
                  <a:lnTo>
                    <a:pt x="445681" y="53416"/>
                  </a:lnTo>
                  <a:lnTo>
                    <a:pt x="438607" y="53416"/>
                  </a:lnTo>
                  <a:lnTo>
                    <a:pt x="439572" y="62788"/>
                  </a:lnTo>
                  <a:lnTo>
                    <a:pt x="441007" y="62788"/>
                  </a:lnTo>
                  <a:lnTo>
                    <a:pt x="441515" y="62103"/>
                  </a:lnTo>
                  <a:lnTo>
                    <a:pt x="442226" y="61658"/>
                  </a:lnTo>
                  <a:lnTo>
                    <a:pt x="443077" y="61658"/>
                  </a:lnTo>
                  <a:lnTo>
                    <a:pt x="445185" y="61582"/>
                  </a:lnTo>
                  <a:lnTo>
                    <a:pt x="446468" y="63563"/>
                  </a:lnTo>
                  <a:lnTo>
                    <a:pt x="446951" y="68249"/>
                  </a:lnTo>
                  <a:lnTo>
                    <a:pt x="445744" y="70154"/>
                  </a:lnTo>
                  <a:lnTo>
                    <a:pt x="442518" y="70154"/>
                  </a:lnTo>
                  <a:lnTo>
                    <a:pt x="441159" y="68884"/>
                  </a:lnTo>
                  <a:lnTo>
                    <a:pt x="440601" y="67157"/>
                  </a:lnTo>
                  <a:lnTo>
                    <a:pt x="439191" y="67157"/>
                  </a:lnTo>
                  <a:lnTo>
                    <a:pt x="439902" y="69875"/>
                  </a:lnTo>
                  <a:lnTo>
                    <a:pt x="441934" y="71907"/>
                  </a:lnTo>
                  <a:lnTo>
                    <a:pt x="446659" y="71907"/>
                  </a:lnTo>
                  <a:lnTo>
                    <a:pt x="448487" y="69202"/>
                  </a:lnTo>
                  <a:close/>
                </a:path>
                <a:path w="568325" h="135890">
                  <a:moveTo>
                    <a:pt x="459320" y="66725"/>
                  </a:moveTo>
                  <a:lnTo>
                    <a:pt x="459130" y="64909"/>
                  </a:lnTo>
                  <a:lnTo>
                    <a:pt x="457098" y="64909"/>
                  </a:lnTo>
                  <a:lnTo>
                    <a:pt x="456209" y="56235"/>
                  </a:lnTo>
                  <a:lnTo>
                    <a:pt x="455917" y="53416"/>
                  </a:lnTo>
                  <a:lnTo>
                    <a:pt x="455676" y="53416"/>
                  </a:lnTo>
                  <a:lnTo>
                    <a:pt x="455676" y="64909"/>
                  </a:lnTo>
                  <a:lnTo>
                    <a:pt x="450938" y="64909"/>
                  </a:lnTo>
                  <a:lnTo>
                    <a:pt x="454774" y="56235"/>
                  </a:lnTo>
                  <a:lnTo>
                    <a:pt x="455676" y="64909"/>
                  </a:lnTo>
                  <a:lnTo>
                    <a:pt x="455676" y="53416"/>
                  </a:lnTo>
                  <a:lnTo>
                    <a:pt x="454367" y="53416"/>
                  </a:lnTo>
                  <a:lnTo>
                    <a:pt x="449237" y="64909"/>
                  </a:lnTo>
                  <a:lnTo>
                    <a:pt x="449427" y="66725"/>
                  </a:lnTo>
                  <a:lnTo>
                    <a:pt x="455866" y="66725"/>
                  </a:lnTo>
                  <a:lnTo>
                    <a:pt x="456399" y="71856"/>
                  </a:lnTo>
                  <a:lnTo>
                    <a:pt x="457822" y="71856"/>
                  </a:lnTo>
                  <a:lnTo>
                    <a:pt x="457288" y="66725"/>
                  </a:lnTo>
                  <a:lnTo>
                    <a:pt x="459320" y="66725"/>
                  </a:lnTo>
                  <a:close/>
                </a:path>
                <a:path w="568325" h="135890">
                  <a:moveTo>
                    <a:pt x="470585" y="66725"/>
                  </a:moveTo>
                  <a:lnTo>
                    <a:pt x="470408" y="64909"/>
                  </a:lnTo>
                  <a:lnTo>
                    <a:pt x="468376" y="64909"/>
                  </a:lnTo>
                  <a:lnTo>
                    <a:pt x="467474" y="56235"/>
                  </a:lnTo>
                  <a:lnTo>
                    <a:pt x="467182" y="53416"/>
                  </a:lnTo>
                  <a:lnTo>
                    <a:pt x="466940" y="53416"/>
                  </a:lnTo>
                  <a:lnTo>
                    <a:pt x="466940" y="64909"/>
                  </a:lnTo>
                  <a:lnTo>
                    <a:pt x="462216" y="64909"/>
                  </a:lnTo>
                  <a:lnTo>
                    <a:pt x="466051" y="56235"/>
                  </a:lnTo>
                  <a:lnTo>
                    <a:pt x="466940" y="64909"/>
                  </a:lnTo>
                  <a:lnTo>
                    <a:pt x="466940" y="53416"/>
                  </a:lnTo>
                  <a:lnTo>
                    <a:pt x="465632" y="53416"/>
                  </a:lnTo>
                  <a:lnTo>
                    <a:pt x="460502" y="64909"/>
                  </a:lnTo>
                  <a:lnTo>
                    <a:pt x="460692" y="66725"/>
                  </a:lnTo>
                  <a:lnTo>
                    <a:pt x="467131" y="66725"/>
                  </a:lnTo>
                  <a:lnTo>
                    <a:pt x="467664" y="71856"/>
                  </a:lnTo>
                  <a:lnTo>
                    <a:pt x="469087" y="71856"/>
                  </a:lnTo>
                  <a:lnTo>
                    <a:pt x="468566" y="66725"/>
                  </a:lnTo>
                  <a:lnTo>
                    <a:pt x="470585" y="66725"/>
                  </a:lnTo>
                  <a:close/>
                </a:path>
                <a:path w="568325" h="135890">
                  <a:moveTo>
                    <a:pt x="481241" y="71856"/>
                  </a:moveTo>
                  <a:lnTo>
                    <a:pt x="481050" y="70053"/>
                  </a:lnTo>
                  <a:lnTo>
                    <a:pt x="474116" y="70053"/>
                  </a:lnTo>
                  <a:lnTo>
                    <a:pt x="473557" y="64617"/>
                  </a:lnTo>
                  <a:lnTo>
                    <a:pt x="480568" y="64617"/>
                  </a:lnTo>
                  <a:lnTo>
                    <a:pt x="479552" y="54813"/>
                  </a:lnTo>
                  <a:lnTo>
                    <a:pt x="477418" y="53009"/>
                  </a:lnTo>
                  <a:lnTo>
                    <a:pt x="472440" y="53009"/>
                  </a:lnTo>
                  <a:lnTo>
                    <a:pt x="471017" y="55435"/>
                  </a:lnTo>
                  <a:lnTo>
                    <a:pt x="471398" y="58635"/>
                  </a:lnTo>
                  <a:lnTo>
                    <a:pt x="472897" y="58635"/>
                  </a:lnTo>
                  <a:lnTo>
                    <a:pt x="472681" y="56489"/>
                  </a:lnTo>
                  <a:lnTo>
                    <a:pt x="473570" y="54902"/>
                  </a:lnTo>
                  <a:lnTo>
                    <a:pt x="477113" y="54902"/>
                  </a:lnTo>
                  <a:lnTo>
                    <a:pt x="478180" y="56540"/>
                  </a:lnTo>
                  <a:lnTo>
                    <a:pt x="478840" y="63055"/>
                  </a:lnTo>
                  <a:lnTo>
                    <a:pt x="471792" y="63055"/>
                  </a:lnTo>
                  <a:lnTo>
                    <a:pt x="472427" y="69253"/>
                  </a:lnTo>
                  <a:lnTo>
                    <a:pt x="472694" y="71856"/>
                  </a:lnTo>
                  <a:lnTo>
                    <a:pt x="481241" y="71856"/>
                  </a:lnTo>
                  <a:close/>
                </a:path>
                <a:path w="568325" h="135890">
                  <a:moveTo>
                    <a:pt x="524052" y="123507"/>
                  </a:moveTo>
                  <a:lnTo>
                    <a:pt x="523621" y="119367"/>
                  </a:lnTo>
                  <a:lnTo>
                    <a:pt x="522833" y="118478"/>
                  </a:lnTo>
                  <a:lnTo>
                    <a:pt x="522833" y="125018"/>
                  </a:lnTo>
                  <a:lnTo>
                    <a:pt x="521601" y="126936"/>
                  </a:lnTo>
                  <a:lnTo>
                    <a:pt x="518058" y="126936"/>
                  </a:lnTo>
                  <a:lnTo>
                    <a:pt x="516445" y="125018"/>
                  </a:lnTo>
                  <a:lnTo>
                    <a:pt x="515962" y="120357"/>
                  </a:lnTo>
                  <a:lnTo>
                    <a:pt x="517182" y="118440"/>
                  </a:lnTo>
                  <a:lnTo>
                    <a:pt x="520738" y="118440"/>
                  </a:lnTo>
                  <a:lnTo>
                    <a:pt x="522338" y="120357"/>
                  </a:lnTo>
                  <a:lnTo>
                    <a:pt x="522833" y="125018"/>
                  </a:lnTo>
                  <a:lnTo>
                    <a:pt x="522833" y="118478"/>
                  </a:lnTo>
                  <a:lnTo>
                    <a:pt x="521309" y="116687"/>
                  </a:lnTo>
                  <a:lnTo>
                    <a:pt x="516255" y="116687"/>
                  </a:lnTo>
                  <a:lnTo>
                    <a:pt x="514489" y="119367"/>
                  </a:lnTo>
                  <a:lnTo>
                    <a:pt x="515175" y="126009"/>
                  </a:lnTo>
                  <a:lnTo>
                    <a:pt x="517499" y="128689"/>
                  </a:lnTo>
                  <a:lnTo>
                    <a:pt x="520534" y="128689"/>
                  </a:lnTo>
                  <a:lnTo>
                    <a:pt x="521042" y="128600"/>
                  </a:lnTo>
                  <a:lnTo>
                    <a:pt x="521487" y="128358"/>
                  </a:lnTo>
                  <a:lnTo>
                    <a:pt x="519684" y="135382"/>
                  </a:lnTo>
                  <a:lnTo>
                    <a:pt x="521208" y="135382"/>
                  </a:lnTo>
                  <a:lnTo>
                    <a:pt x="522998" y="128358"/>
                  </a:lnTo>
                  <a:lnTo>
                    <a:pt x="523354" y="126936"/>
                  </a:lnTo>
                  <a:lnTo>
                    <a:pt x="523849" y="125018"/>
                  </a:lnTo>
                  <a:lnTo>
                    <a:pt x="523989" y="124307"/>
                  </a:lnTo>
                  <a:lnTo>
                    <a:pt x="524052" y="123507"/>
                  </a:lnTo>
                  <a:close/>
                </a:path>
                <a:path w="568325" h="135890">
                  <a:moveTo>
                    <a:pt x="535266" y="132727"/>
                  </a:moveTo>
                  <a:lnTo>
                    <a:pt x="534581" y="126123"/>
                  </a:lnTo>
                  <a:lnTo>
                    <a:pt x="532536" y="123355"/>
                  </a:lnTo>
                  <a:lnTo>
                    <a:pt x="528891" y="123431"/>
                  </a:lnTo>
                  <a:lnTo>
                    <a:pt x="528167" y="123685"/>
                  </a:lnTo>
                  <a:lnTo>
                    <a:pt x="527570" y="124155"/>
                  </a:lnTo>
                  <a:lnTo>
                    <a:pt x="527011" y="118757"/>
                  </a:lnTo>
                  <a:lnTo>
                    <a:pt x="532650" y="118757"/>
                  </a:lnTo>
                  <a:lnTo>
                    <a:pt x="532460" y="116941"/>
                  </a:lnTo>
                  <a:lnTo>
                    <a:pt x="525399" y="116941"/>
                  </a:lnTo>
                  <a:lnTo>
                    <a:pt x="526351" y="126314"/>
                  </a:lnTo>
                  <a:lnTo>
                    <a:pt x="527799" y="126314"/>
                  </a:lnTo>
                  <a:lnTo>
                    <a:pt x="528294" y="125628"/>
                  </a:lnTo>
                  <a:lnTo>
                    <a:pt x="529018" y="125183"/>
                  </a:lnTo>
                  <a:lnTo>
                    <a:pt x="529856" y="125183"/>
                  </a:lnTo>
                  <a:lnTo>
                    <a:pt x="531964" y="125107"/>
                  </a:lnTo>
                  <a:lnTo>
                    <a:pt x="533260" y="127088"/>
                  </a:lnTo>
                  <a:lnTo>
                    <a:pt x="533742" y="131775"/>
                  </a:lnTo>
                  <a:lnTo>
                    <a:pt x="532523" y="133680"/>
                  </a:lnTo>
                  <a:lnTo>
                    <a:pt x="529297" y="133680"/>
                  </a:lnTo>
                  <a:lnTo>
                    <a:pt x="527951" y="132410"/>
                  </a:lnTo>
                  <a:lnTo>
                    <a:pt x="527380" y="130683"/>
                  </a:lnTo>
                  <a:lnTo>
                    <a:pt x="525970" y="130683"/>
                  </a:lnTo>
                  <a:lnTo>
                    <a:pt x="526681" y="133400"/>
                  </a:lnTo>
                  <a:lnTo>
                    <a:pt x="528726" y="135432"/>
                  </a:lnTo>
                  <a:lnTo>
                    <a:pt x="533450" y="135432"/>
                  </a:lnTo>
                  <a:lnTo>
                    <a:pt x="535266" y="132727"/>
                  </a:lnTo>
                  <a:close/>
                </a:path>
                <a:path w="568325" h="135890">
                  <a:moveTo>
                    <a:pt x="546100" y="130251"/>
                  </a:moveTo>
                  <a:lnTo>
                    <a:pt x="545909" y="128435"/>
                  </a:lnTo>
                  <a:lnTo>
                    <a:pt x="543877" y="128435"/>
                  </a:lnTo>
                  <a:lnTo>
                    <a:pt x="542988" y="119761"/>
                  </a:lnTo>
                  <a:lnTo>
                    <a:pt x="542696" y="116941"/>
                  </a:lnTo>
                  <a:lnTo>
                    <a:pt x="542455" y="116941"/>
                  </a:lnTo>
                  <a:lnTo>
                    <a:pt x="542455" y="128435"/>
                  </a:lnTo>
                  <a:lnTo>
                    <a:pt x="537718" y="128435"/>
                  </a:lnTo>
                  <a:lnTo>
                    <a:pt x="541553" y="119761"/>
                  </a:lnTo>
                  <a:lnTo>
                    <a:pt x="542455" y="128435"/>
                  </a:lnTo>
                  <a:lnTo>
                    <a:pt x="542455" y="116941"/>
                  </a:lnTo>
                  <a:lnTo>
                    <a:pt x="541147" y="116941"/>
                  </a:lnTo>
                  <a:lnTo>
                    <a:pt x="536016" y="128435"/>
                  </a:lnTo>
                  <a:lnTo>
                    <a:pt x="536206" y="130251"/>
                  </a:lnTo>
                  <a:lnTo>
                    <a:pt x="542645" y="130251"/>
                  </a:lnTo>
                  <a:lnTo>
                    <a:pt x="543179" y="135382"/>
                  </a:lnTo>
                  <a:lnTo>
                    <a:pt x="544601" y="135382"/>
                  </a:lnTo>
                  <a:lnTo>
                    <a:pt x="544068" y="130251"/>
                  </a:lnTo>
                  <a:lnTo>
                    <a:pt x="546100" y="130251"/>
                  </a:lnTo>
                  <a:close/>
                </a:path>
                <a:path w="568325" h="135890">
                  <a:moveTo>
                    <a:pt x="557377" y="130251"/>
                  </a:moveTo>
                  <a:lnTo>
                    <a:pt x="557187" y="128435"/>
                  </a:lnTo>
                  <a:lnTo>
                    <a:pt x="555167" y="128435"/>
                  </a:lnTo>
                  <a:lnTo>
                    <a:pt x="554266" y="119761"/>
                  </a:lnTo>
                  <a:lnTo>
                    <a:pt x="553974" y="116941"/>
                  </a:lnTo>
                  <a:lnTo>
                    <a:pt x="553732" y="116941"/>
                  </a:lnTo>
                  <a:lnTo>
                    <a:pt x="553732" y="128435"/>
                  </a:lnTo>
                  <a:lnTo>
                    <a:pt x="548995" y="128435"/>
                  </a:lnTo>
                  <a:lnTo>
                    <a:pt x="552831" y="119761"/>
                  </a:lnTo>
                  <a:lnTo>
                    <a:pt x="553732" y="128435"/>
                  </a:lnTo>
                  <a:lnTo>
                    <a:pt x="553732" y="116941"/>
                  </a:lnTo>
                  <a:lnTo>
                    <a:pt x="552424" y="116941"/>
                  </a:lnTo>
                  <a:lnTo>
                    <a:pt x="547293" y="128435"/>
                  </a:lnTo>
                  <a:lnTo>
                    <a:pt x="547484" y="130251"/>
                  </a:lnTo>
                  <a:lnTo>
                    <a:pt x="553923" y="130251"/>
                  </a:lnTo>
                  <a:lnTo>
                    <a:pt x="554456" y="135382"/>
                  </a:lnTo>
                  <a:lnTo>
                    <a:pt x="555879" y="135382"/>
                  </a:lnTo>
                  <a:lnTo>
                    <a:pt x="555345" y="130251"/>
                  </a:lnTo>
                  <a:lnTo>
                    <a:pt x="557377" y="130251"/>
                  </a:lnTo>
                  <a:close/>
                </a:path>
                <a:path w="568325" h="135890">
                  <a:moveTo>
                    <a:pt x="568032" y="135382"/>
                  </a:moveTo>
                  <a:lnTo>
                    <a:pt x="567842" y="133578"/>
                  </a:lnTo>
                  <a:lnTo>
                    <a:pt x="560895" y="133578"/>
                  </a:lnTo>
                  <a:lnTo>
                    <a:pt x="560336" y="128143"/>
                  </a:lnTo>
                  <a:lnTo>
                    <a:pt x="567347" y="128143"/>
                  </a:lnTo>
                  <a:lnTo>
                    <a:pt x="566331" y="118338"/>
                  </a:lnTo>
                  <a:lnTo>
                    <a:pt x="564210" y="116535"/>
                  </a:lnTo>
                  <a:lnTo>
                    <a:pt x="559219" y="116535"/>
                  </a:lnTo>
                  <a:lnTo>
                    <a:pt x="557796" y="118960"/>
                  </a:lnTo>
                  <a:lnTo>
                    <a:pt x="558190" y="122161"/>
                  </a:lnTo>
                  <a:lnTo>
                    <a:pt x="559676" y="122161"/>
                  </a:lnTo>
                  <a:lnTo>
                    <a:pt x="559460" y="120015"/>
                  </a:lnTo>
                  <a:lnTo>
                    <a:pt x="560349" y="118427"/>
                  </a:lnTo>
                  <a:lnTo>
                    <a:pt x="563892" y="118427"/>
                  </a:lnTo>
                  <a:lnTo>
                    <a:pt x="564959" y="120065"/>
                  </a:lnTo>
                  <a:lnTo>
                    <a:pt x="565632" y="126580"/>
                  </a:lnTo>
                  <a:lnTo>
                    <a:pt x="558571" y="126580"/>
                  </a:lnTo>
                  <a:lnTo>
                    <a:pt x="559206" y="132778"/>
                  </a:lnTo>
                  <a:lnTo>
                    <a:pt x="559485" y="135382"/>
                  </a:lnTo>
                  <a:lnTo>
                    <a:pt x="568032" y="135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4525332" y="8372134"/>
              <a:ext cx="672465" cy="513080"/>
            </a:xfrm>
            <a:custGeom>
              <a:avLst/>
              <a:gdLst/>
              <a:ahLst/>
              <a:cxnLst/>
              <a:rect l="l" t="t" r="r" b="b"/>
              <a:pathLst>
                <a:path w="672464" h="513079">
                  <a:moveTo>
                    <a:pt x="617091" y="0"/>
                  </a:moveTo>
                  <a:lnTo>
                    <a:pt x="0" y="0"/>
                  </a:lnTo>
                  <a:lnTo>
                    <a:pt x="1685" y="15831"/>
                  </a:lnTo>
                  <a:lnTo>
                    <a:pt x="602871" y="15831"/>
                  </a:lnTo>
                  <a:lnTo>
                    <a:pt x="656000" y="512738"/>
                  </a:lnTo>
                  <a:lnTo>
                    <a:pt x="671916" y="512738"/>
                  </a:lnTo>
                  <a:lnTo>
                    <a:pt x="61709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8" name="object 24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387656" y="8445032"/>
              <a:ext cx="137828" cy="75652"/>
            </a:xfrm>
            <a:prstGeom prst="rect">
              <a:avLst/>
            </a:prstGeom>
          </p:spPr>
        </p:pic>
        <p:pic>
          <p:nvPicPr>
            <p:cNvPr id="249" name="object 249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391344" y="8555579"/>
              <a:ext cx="152445" cy="92184"/>
            </a:xfrm>
            <a:prstGeom prst="rect">
              <a:avLst/>
            </a:prstGeom>
          </p:spPr>
        </p:pic>
        <p:pic>
          <p:nvPicPr>
            <p:cNvPr id="250" name="object 250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402296" y="8674203"/>
              <a:ext cx="145715" cy="75306"/>
            </a:xfrm>
            <a:prstGeom prst="rect">
              <a:avLst/>
            </a:prstGeom>
          </p:spPr>
        </p:pic>
        <p:sp>
          <p:nvSpPr>
            <p:cNvPr id="251" name="object 251" descr=""/>
            <p:cNvSpPr/>
            <p:nvPr/>
          </p:nvSpPr>
          <p:spPr>
            <a:xfrm>
              <a:off x="5005722" y="8801868"/>
              <a:ext cx="28575" cy="143510"/>
            </a:xfrm>
            <a:custGeom>
              <a:avLst/>
              <a:gdLst/>
              <a:ahLst/>
              <a:cxnLst/>
              <a:rect l="l" t="t" r="r" b="b"/>
              <a:pathLst>
                <a:path w="28575" h="143509">
                  <a:moveTo>
                    <a:pt x="28459" y="0"/>
                  </a:moveTo>
                  <a:lnTo>
                    <a:pt x="0" y="0"/>
                  </a:lnTo>
                  <a:lnTo>
                    <a:pt x="0" y="143346"/>
                  </a:lnTo>
                  <a:lnTo>
                    <a:pt x="28459" y="143346"/>
                  </a:lnTo>
                  <a:lnTo>
                    <a:pt x="28459" y="0"/>
                  </a:lnTo>
                  <a:close/>
                </a:path>
              </a:pathLst>
            </a:custGeom>
            <a:solidFill>
              <a:srgbClr val="E2EA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5005429" y="8768485"/>
              <a:ext cx="28575" cy="33655"/>
            </a:xfrm>
            <a:custGeom>
              <a:avLst/>
              <a:gdLst/>
              <a:ahLst/>
              <a:cxnLst/>
              <a:rect l="l" t="t" r="r" b="b"/>
              <a:pathLst>
                <a:path w="28575" h="33654">
                  <a:moveTo>
                    <a:pt x="14083" y="0"/>
                  </a:moveTo>
                  <a:lnTo>
                    <a:pt x="0" y="33381"/>
                  </a:lnTo>
                  <a:lnTo>
                    <a:pt x="28459" y="33381"/>
                  </a:lnTo>
                  <a:lnTo>
                    <a:pt x="14083" y="0"/>
                  </a:lnTo>
                  <a:close/>
                </a:path>
              </a:pathLst>
            </a:custGeom>
            <a:solidFill>
              <a:srgbClr val="F3F7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5015691" y="8768485"/>
              <a:ext cx="8255" cy="9525"/>
            </a:xfrm>
            <a:custGeom>
              <a:avLst/>
              <a:gdLst/>
              <a:ahLst/>
              <a:cxnLst/>
              <a:rect l="l" t="t" r="r" b="b"/>
              <a:pathLst>
                <a:path w="8254" h="9525">
                  <a:moveTo>
                    <a:pt x="3821" y="0"/>
                  </a:moveTo>
                  <a:lnTo>
                    <a:pt x="0" y="9319"/>
                  </a:lnTo>
                  <a:lnTo>
                    <a:pt x="7947" y="9319"/>
                  </a:lnTo>
                  <a:lnTo>
                    <a:pt x="3821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5037961" y="8778068"/>
              <a:ext cx="28575" cy="143510"/>
            </a:xfrm>
            <a:custGeom>
              <a:avLst/>
              <a:gdLst/>
              <a:ahLst/>
              <a:cxnLst/>
              <a:rect l="l" t="t" r="r" b="b"/>
              <a:pathLst>
                <a:path w="28575" h="143509">
                  <a:moveTo>
                    <a:pt x="28459" y="0"/>
                  </a:moveTo>
                  <a:lnTo>
                    <a:pt x="0" y="0"/>
                  </a:lnTo>
                  <a:lnTo>
                    <a:pt x="0" y="143346"/>
                  </a:lnTo>
                  <a:lnTo>
                    <a:pt x="28459" y="143346"/>
                  </a:lnTo>
                  <a:lnTo>
                    <a:pt x="28459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5037675" y="8744680"/>
              <a:ext cx="28575" cy="33655"/>
            </a:xfrm>
            <a:custGeom>
              <a:avLst/>
              <a:gdLst/>
              <a:ahLst/>
              <a:cxnLst/>
              <a:rect l="l" t="t" r="r" b="b"/>
              <a:pathLst>
                <a:path w="28575" h="33654">
                  <a:moveTo>
                    <a:pt x="14083" y="0"/>
                  </a:moveTo>
                  <a:lnTo>
                    <a:pt x="0" y="33381"/>
                  </a:lnTo>
                  <a:lnTo>
                    <a:pt x="28459" y="33381"/>
                  </a:lnTo>
                  <a:lnTo>
                    <a:pt x="14083" y="0"/>
                  </a:lnTo>
                  <a:close/>
                </a:path>
              </a:pathLst>
            </a:custGeom>
            <a:solidFill>
              <a:srgbClr val="F3F7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5047936" y="8744680"/>
              <a:ext cx="8255" cy="9525"/>
            </a:xfrm>
            <a:custGeom>
              <a:avLst/>
              <a:gdLst/>
              <a:ahLst/>
              <a:cxnLst/>
              <a:rect l="l" t="t" r="r" b="b"/>
              <a:pathLst>
                <a:path w="8254" h="9525">
                  <a:moveTo>
                    <a:pt x="3821" y="0"/>
                  </a:moveTo>
                  <a:lnTo>
                    <a:pt x="0" y="9319"/>
                  </a:lnTo>
                  <a:lnTo>
                    <a:pt x="7947" y="9319"/>
                  </a:lnTo>
                  <a:lnTo>
                    <a:pt x="3821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5092438" y="8814047"/>
              <a:ext cx="55244" cy="146685"/>
            </a:xfrm>
            <a:custGeom>
              <a:avLst/>
              <a:gdLst/>
              <a:ahLst/>
              <a:cxnLst/>
              <a:rect l="l" t="t" r="r" b="b"/>
              <a:pathLst>
                <a:path w="55245" h="146684">
                  <a:moveTo>
                    <a:pt x="26993" y="0"/>
                  </a:moveTo>
                  <a:lnTo>
                    <a:pt x="0" y="140781"/>
                  </a:lnTo>
                  <a:lnTo>
                    <a:pt x="27957" y="146142"/>
                  </a:lnTo>
                  <a:lnTo>
                    <a:pt x="54940" y="5361"/>
                  </a:lnTo>
                  <a:lnTo>
                    <a:pt x="26993" y="0"/>
                  </a:lnTo>
                  <a:close/>
                </a:path>
              </a:pathLst>
            </a:custGeom>
            <a:solidFill>
              <a:srgbClr val="2082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5119434" y="8791021"/>
              <a:ext cx="32384" cy="28575"/>
            </a:xfrm>
            <a:custGeom>
              <a:avLst/>
              <a:gdLst/>
              <a:ahLst/>
              <a:cxnLst/>
              <a:rect l="l" t="t" r="r" b="b"/>
              <a:pathLst>
                <a:path w="32385" h="28575">
                  <a:moveTo>
                    <a:pt x="4418" y="0"/>
                  </a:moveTo>
                  <a:lnTo>
                    <a:pt x="0" y="23025"/>
                  </a:lnTo>
                  <a:lnTo>
                    <a:pt x="27946" y="28386"/>
                  </a:lnTo>
                  <a:lnTo>
                    <a:pt x="32365" y="5361"/>
                  </a:lnTo>
                  <a:lnTo>
                    <a:pt x="441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5123846" y="8772557"/>
              <a:ext cx="31115" cy="24130"/>
            </a:xfrm>
            <a:custGeom>
              <a:avLst/>
              <a:gdLst/>
              <a:ahLst/>
              <a:cxnLst/>
              <a:rect l="l" t="t" r="r" b="b"/>
              <a:pathLst>
                <a:path w="31114" h="24129">
                  <a:moveTo>
                    <a:pt x="6638" y="0"/>
                  </a:moveTo>
                  <a:lnTo>
                    <a:pt x="3078" y="2418"/>
                  </a:lnTo>
                  <a:lnTo>
                    <a:pt x="0" y="18470"/>
                  </a:lnTo>
                  <a:lnTo>
                    <a:pt x="27957" y="23821"/>
                  </a:lnTo>
                  <a:lnTo>
                    <a:pt x="31025" y="7779"/>
                  </a:lnTo>
                  <a:lnTo>
                    <a:pt x="28606" y="4219"/>
                  </a:lnTo>
                  <a:lnTo>
                    <a:pt x="24920" y="3507"/>
                  </a:lnTo>
                  <a:lnTo>
                    <a:pt x="6638" y="0"/>
                  </a:lnTo>
                  <a:close/>
                </a:path>
              </a:pathLst>
            </a:custGeom>
            <a:solidFill>
              <a:srgbClr val="7CCB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5117427" y="8787733"/>
              <a:ext cx="38735" cy="24765"/>
            </a:xfrm>
            <a:custGeom>
              <a:avLst/>
              <a:gdLst/>
              <a:ahLst/>
              <a:cxnLst/>
              <a:rect l="l" t="t" r="r" b="b"/>
              <a:pathLst>
                <a:path w="38735" h="24765">
                  <a:moveTo>
                    <a:pt x="36372" y="18783"/>
                  </a:moveTo>
                  <a:lnTo>
                    <a:pt x="34988" y="16751"/>
                  </a:lnTo>
                  <a:lnTo>
                    <a:pt x="2819" y="10591"/>
                  </a:lnTo>
                  <a:lnTo>
                    <a:pt x="800" y="11976"/>
                  </a:lnTo>
                  <a:lnTo>
                    <a:pt x="0" y="16179"/>
                  </a:lnTo>
                  <a:lnTo>
                    <a:pt x="1371" y="18211"/>
                  </a:lnTo>
                  <a:lnTo>
                    <a:pt x="31432" y="23977"/>
                  </a:lnTo>
                  <a:lnTo>
                    <a:pt x="33540" y="24384"/>
                  </a:lnTo>
                  <a:lnTo>
                    <a:pt x="35572" y="22999"/>
                  </a:lnTo>
                  <a:lnTo>
                    <a:pt x="36372" y="18783"/>
                  </a:lnTo>
                  <a:close/>
                </a:path>
                <a:path w="38735" h="24765">
                  <a:moveTo>
                    <a:pt x="38404" y="8204"/>
                  </a:moveTo>
                  <a:lnTo>
                    <a:pt x="37020" y="6172"/>
                  </a:lnTo>
                  <a:lnTo>
                    <a:pt x="4851" y="0"/>
                  </a:lnTo>
                  <a:lnTo>
                    <a:pt x="2832" y="1384"/>
                  </a:lnTo>
                  <a:lnTo>
                    <a:pt x="2032" y="5588"/>
                  </a:lnTo>
                  <a:lnTo>
                    <a:pt x="3403" y="7620"/>
                  </a:lnTo>
                  <a:lnTo>
                    <a:pt x="33464" y="13385"/>
                  </a:lnTo>
                  <a:lnTo>
                    <a:pt x="35560" y="13792"/>
                  </a:lnTo>
                  <a:lnTo>
                    <a:pt x="37592" y="12407"/>
                  </a:lnTo>
                  <a:lnTo>
                    <a:pt x="38404" y="8204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4991450" y="8893907"/>
              <a:ext cx="160020" cy="206375"/>
            </a:xfrm>
            <a:custGeom>
              <a:avLst/>
              <a:gdLst/>
              <a:ahLst/>
              <a:cxnLst/>
              <a:rect l="l" t="t" r="r" b="b"/>
              <a:pathLst>
                <a:path w="160020" h="206375">
                  <a:moveTo>
                    <a:pt x="159429" y="0"/>
                  </a:moveTo>
                  <a:lnTo>
                    <a:pt x="0" y="0"/>
                  </a:lnTo>
                  <a:lnTo>
                    <a:pt x="0" y="205794"/>
                  </a:lnTo>
                  <a:lnTo>
                    <a:pt x="159429" y="205794"/>
                  </a:lnTo>
                  <a:lnTo>
                    <a:pt x="15942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5070987" y="8893907"/>
              <a:ext cx="80010" cy="206375"/>
            </a:xfrm>
            <a:custGeom>
              <a:avLst/>
              <a:gdLst/>
              <a:ahLst/>
              <a:cxnLst/>
              <a:rect l="l" t="t" r="r" b="b"/>
              <a:pathLst>
                <a:path w="80010" h="206375">
                  <a:moveTo>
                    <a:pt x="79892" y="0"/>
                  </a:moveTo>
                  <a:lnTo>
                    <a:pt x="0" y="0"/>
                  </a:lnTo>
                  <a:lnTo>
                    <a:pt x="0" y="205794"/>
                  </a:lnTo>
                  <a:lnTo>
                    <a:pt x="79892" y="205794"/>
                  </a:lnTo>
                  <a:lnTo>
                    <a:pt x="79892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3" name="object 263" descr=""/>
          <p:cNvGrpSpPr/>
          <p:nvPr/>
        </p:nvGrpSpPr>
        <p:grpSpPr>
          <a:xfrm>
            <a:off x="5577529" y="9042054"/>
            <a:ext cx="165735" cy="57785"/>
            <a:chOff x="5577529" y="9042054"/>
            <a:chExt cx="165735" cy="57785"/>
          </a:xfrm>
        </p:grpSpPr>
        <p:sp>
          <p:nvSpPr>
            <p:cNvPr id="264" name="object 264" descr=""/>
            <p:cNvSpPr/>
            <p:nvPr/>
          </p:nvSpPr>
          <p:spPr>
            <a:xfrm>
              <a:off x="5588919" y="904793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24742" y="0"/>
                  </a:moveTo>
                  <a:lnTo>
                    <a:pt x="7141" y="0"/>
                  </a:lnTo>
                  <a:lnTo>
                    <a:pt x="0" y="7130"/>
                  </a:lnTo>
                  <a:lnTo>
                    <a:pt x="0" y="24742"/>
                  </a:lnTo>
                  <a:lnTo>
                    <a:pt x="7141" y="31873"/>
                  </a:lnTo>
                  <a:lnTo>
                    <a:pt x="24742" y="31873"/>
                  </a:lnTo>
                  <a:lnTo>
                    <a:pt x="31883" y="24742"/>
                  </a:lnTo>
                  <a:lnTo>
                    <a:pt x="31883" y="15936"/>
                  </a:lnTo>
                  <a:lnTo>
                    <a:pt x="31883" y="7130"/>
                  </a:lnTo>
                  <a:lnTo>
                    <a:pt x="24742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5577529" y="9042054"/>
              <a:ext cx="165735" cy="57785"/>
            </a:xfrm>
            <a:custGeom>
              <a:avLst/>
              <a:gdLst/>
              <a:ahLst/>
              <a:cxnLst/>
              <a:rect l="l" t="t" r="r" b="b"/>
              <a:pathLst>
                <a:path w="165735" h="57784">
                  <a:moveTo>
                    <a:pt x="118440" y="0"/>
                  </a:moveTo>
                  <a:lnTo>
                    <a:pt x="75489" y="0"/>
                  </a:lnTo>
                  <a:lnTo>
                    <a:pt x="64953" y="575"/>
                  </a:lnTo>
                  <a:lnTo>
                    <a:pt x="26663" y="13273"/>
                  </a:lnTo>
                  <a:lnTo>
                    <a:pt x="0" y="40265"/>
                  </a:lnTo>
                  <a:lnTo>
                    <a:pt x="1198" y="48561"/>
                  </a:lnTo>
                  <a:lnTo>
                    <a:pt x="6519" y="55038"/>
                  </a:lnTo>
                  <a:lnTo>
                    <a:pt x="15072" y="57652"/>
                  </a:lnTo>
                  <a:lnTo>
                    <a:pt x="161046" y="57652"/>
                  </a:lnTo>
                  <a:lnTo>
                    <a:pt x="165517" y="53171"/>
                  </a:lnTo>
                  <a:lnTo>
                    <a:pt x="165517" y="47652"/>
                  </a:lnTo>
                  <a:lnTo>
                    <a:pt x="165517" y="47077"/>
                  </a:lnTo>
                  <a:lnTo>
                    <a:pt x="161818" y="28752"/>
                  </a:lnTo>
                  <a:lnTo>
                    <a:pt x="151729" y="13788"/>
                  </a:lnTo>
                  <a:lnTo>
                    <a:pt x="136764" y="3699"/>
                  </a:lnTo>
                  <a:lnTo>
                    <a:pt x="11844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5577530" y="9050879"/>
              <a:ext cx="57150" cy="48895"/>
            </a:xfrm>
            <a:custGeom>
              <a:avLst/>
              <a:gdLst/>
              <a:ahLst/>
              <a:cxnLst/>
              <a:rect l="l" t="t" r="r" b="b"/>
              <a:pathLst>
                <a:path w="57150" h="48895">
                  <a:moveTo>
                    <a:pt x="35155" y="0"/>
                  </a:moveTo>
                  <a:lnTo>
                    <a:pt x="4339" y="22679"/>
                  </a:lnTo>
                  <a:lnTo>
                    <a:pt x="0" y="31443"/>
                  </a:lnTo>
                  <a:lnTo>
                    <a:pt x="1198" y="39735"/>
                  </a:lnTo>
                  <a:lnTo>
                    <a:pt x="6519" y="46212"/>
                  </a:lnTo>
                  <a:lnTo>
                    <a:pt x="15072" y="48825"/>
                  </a:lnTo>
                  <a:lnTo>
                    <a:pt x="56620" y="48825"/>
                  </a:lnTo>
                  <a:lnTo>
                    <a:pt x="54117" y="35258"/>
                  </a:lnTo>
                  <a:lnTo>
                    <a:pt x="49586" y="22469"/>
                  </a:lnTo>
                  <a:lnTo>
                    <a:pt x="43206" y="10651"/>
                  </a:lnTo>
                  <a:lnTo>
                    <a:pt x="35155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7" name="object 267" descr=""/>
          <p:cNvGrpSpPr/>
          <p:nvPr/>
        </p:nvGrpSpPr>
        <p:grpSpPr>
          <a:xfrm>
            <a:off x="5962582" y="5985650"/>
            <a:ext cx="2035810" cy="1413510"/>
            <a:chOff x="5962582" y="5985650"/>
            <a:chExt cx="2035810" cy="1413510"/>
          </a:xfrm>
        </p:grpSpPr>
        <p:sp>
          <p:nvSpPr>
            <p:cNvPr id="268" name="object 268" descr=""/>
            <p:cNvSpPr/>
            <p:nvPr/>
          </p:nvSpPr>
          <p:spPr>
            <a:xfrm>
              <a:off x="5962582" y="5985650"/>
              <a:ext cx="2035810" cy="1413510"/>
            </a:xfrm>
            <a:custGeom>
              <a:avLst/>
              <a:gdLst/>
              <a:ahLst/>
              <a:cxnLst/>
              <a:rect l="l" t="t" r="r" b="b"/>
              <a:pathLst>
                <a:path w="2035809" h="1413509">
                  <a:moveTo>
                    <a:pt x="2035257" y="0"/>
                  </a:moveTo>
                  <a:lnTo>
                    <a:pt x="0" y="0"/>
                  </a:lnTo>
                  <a:lnTo>
                    <a:pt x="0" y="1412951"/>
                  </a:lnTo>
                  <a:lnTo>
                    <a:pt x="2035257" y="1412951"/>
                  </a:lnTo>
                  <a:lnTo>
                    <a:pt x="2035257" y="0"/>
                  </a:lnTo>
                  <a:close/>
                </a:path>
              </a:pathLst>
            </a:custGeom>
            <a:solidFill>
              <a:srgbClr val="6E74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6027041" y="6053543"/>
              <a:ext cx="1906905" cy="1284605"/>
            </a:xfrm>
            <a:custGeom>
              <a:avLst/>
              <a:gdLst/>
              <a:ahLst/>
              <a:cxnLst/>
              <a:rect l="l" t="t" r="r" b="b"/>
              <a:pathLst>
                <a:path w="1906904" h="1284604">
                  <a:moveTo>
                    <a:pt x="1906329" y="0"/>
                  </a:moveTo>
                  <a:lnTo>
                    <a:pt x="0" y="0"/>
                  </a:lnTo>
                  <a:lnTo>
                    <a:pt x="0" y="1284034"/>
                  </a:lnTo>
                  <a:lnTo>
                    <a:pt x="1906329" y="1284034"/>
                  </a:lnTo>
                  <a:lnTo>
                    <a:pt x="19063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7019252" y="6220208"/>
              <a:ext cx="718185" cy="366395"/>
            </a:xfrm>
            <a:custGeom>
              <a:avLst/>
              <a:gdLst/>
              <a:ahLst/>
              <a:cxnLst/>
              <a:rect l="l" t="t" r="r" b="b"/>
              <a:pathLst>
                <a:path w="718184" h="366395">
                  <a:moveTo>
                    <a:pt x="717779" y="0"/>
                  </a:moveTo>
                  <a:lnTo>
                    <a:pt x="0" y="0"/>
                  </a:lnTo>
                  <a:lnTo>
                    <a:pt x="0" y="366250"/>
                  </a:lnTo>
                  <a:lnTo>
                    <a:pt x="717779" y="366250"/>
                  </a:lnTo>
                  <a:lnTo>
                    <a:pt x="717779" y="0"/>
                  </a:lnTo>
                  <a:close/>
                </a:path>
              </a:pathLst>
            </a:custGeom>
            <a:solidFill>
              <a:srgbClr val="D7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7036156" y="6238766"/>
              <a:ext cx="678815" cy="18415"/>
            </a:xfrm>
            <a:custGeom>
              <a:avLst/>
              <a:gdLst/>
              <a:ahLst/>
              <a:cxnLst/>
              <a:rect l="l" t="t" r="r" b="b"/>
              <a:pathLst>
                <a:path w="678815" h="18414">
                  <a:moveTo>
                    <a:pt x="18389" y="4114"/>
                  </a:moveTo>
                  <a:lnTo>
                    <a:pt x="14274" y="0"/>
                  </a:lnTo>
                  <a:lnTo>
                    <a:pt x="4114" y="0"/>
                  </a:lnTo>
                  <a:lnTo>
                    <a:pt x="0" y="4114"/>
                  </a:lnTo>
                  <a:lnTo>
                    <a:pt x="0" y="14262"/>
                  </a:lnTo>
                  <a:lnTo>
                    <a:pt x="4114" y="18389"/>
                  </a:lnTo>
                  <a:lnTo>
                    <a:pt x="14274" y="18389"/>
                  </a:lnTo>
                  <a:lnTo>
                    <a:pt x="18389" y="14262"/>
                  </a:lnTo>
                  <a:lnTo>
                    <a:pt x="18389" y="9182"/>
                  </a:lnTo>
                  <a:lnTo>
                    <a:pt x="18389" y="4114"/>
                  </a:lnTo>
                  <a:close/>
                </a:path>
                <a:path w="678815" h="18414">
                  <a:moveTo>
                    <a:pt x="678256" y="4114"/>
                  </a:moveTo>
                  <a:lnTo>
                    <a:pt x="674141" y="0"/>
                  </a:lnTo>
                  <a:lnTo>
                    <a:pt x="663968" y="0"/>
                  </a:lnTo>
                  <a:lnTo>
                    <a:pt x="659853" y="4114"/>
                  </a:lnTo>
                  <a:lnTo>
                    <a:pt x="659853" y="14262"/>
                  </a:lnTo>
                  <a:lnTo>
                    <a:pt x="663968" y="18389"/>
                  </a:lnTo>
                  <a:lnTo>
                    <a:pt x="674141" y="18389"/>
                  </a:lnTo>
                  <a:lnTo>
                    <a:pt x="678256" y="14262"/>
                  </a:lnTo>
                  <a:lnTo>
                    <a:pt x="678256" y="9182"/>
                  </a:lnTo>
                  <a:lnTo>
                    <a:pt x="678256" y="4114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2" name="object 27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107159" y="6187707"/>
              <a:ext cx="1155573" cy="800103"/>
            </a:xfrm>
            <a:prstGeom prst="rect">
              <a:avLst/>
            </a:prstGeom>
          </p:spPr>
        </p:pic>
        <p:sp>
          <p:nvSpPr>
            <p:cNvPr id="273" name="object 273" descr=""/>
            <p:cNvSpPr/>
            <p:nvPr/>
          </p:nvSpPr>
          <p:spPr>
            <a:xfrm>
              <a:off x="7045350" y="6551694"/>
              <a:ext cx="669290" cy="18415"/>
            </a:xfrm>
            <a:custGeom>
              <a:avLst/>
              <a:gdLst/>
              <a:ahLst/>
              <a:cxnLst/>
              <a:rect l="l" t="t" r="r" b="b"/>
              <a:pathLst>
                <a:path w="669290" h="18415">
                  <a:moveTo>
                    <a:pt x="18389" y="4114"/>
                  </a:moveTo>
                  <a:lnTo>
                    <a:pt x="14274" y="0"/>
                  </a:lnTo>
                  <a:lnTo>
                    <a:pt x="4114" y="0"/>
                  </a:lnTo>
                  <a:lnTo>
                    <a:pt x="0" y="4114"/>
                  </a:lnTo>
                  <a:lnTo>
                    <a:pt x="0" y="14274"/>
                  </a:lnTo>
                  <a:lnTo>
                    <a:pt x="4114" y="18402"/>
                  </a:lnTo>
                  <a:lnTo>
                    <a:pt x="14274" y="18402"/>
                  </a:lnTo>
                  <a:lnTo>
                    <a:pt x="18389" y="14274"/>
                  </a:lnTo>
                  <a:lnTo>
                    <a:pt x="18389" y="9194"/>
                  </a:lnTo>
                  <a:lnTo>
                    <a:pt x="18389" y="4114"/>
                  </a:lnTo>
                  <a:close/>
                </a:path>
                <a:path w="669290" h="18415">
                  <a:moveTo>
                    <a:pt x="669061" y="4114"/>
                  </a:moveTo>
                  <a:lnTo>
                    <a:pt x="664946" y="0"/>
                  </a:lnTo>
                  <a:lnTo>
                    <a:pt x="654773" y="0"/>
                  </a:lnTo>
                  <a:lnTo>
                    <a:pt x="650659" y="4114"/>
                  </a:lnTo>
                  <a:lnTo>
                    <a:pt x="650659" y="14274"/>
                  </a:lnTo>
                  <a:lnTo>
                    <a:pt x="654773" y="18402"/>
                  </a:lnTo>
                  <a:lnTo>
                    <a:pt x="664946" y="18402"/>
                  </a:lnTo>
                  <a:lnTo>
                    <a:pt x="669061" y="14274"/>
                  </a:lnTo>
                  <a:lnTo>
                    <a:pt x="669061" y="9194"/>
                  </a:lnTo>
                  <a:lnTo>
                    <a:pt x="669061" y="4114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6146776" y="6840409"/>
              <a:ext cx="544830" cy="370205"/>
            </a:xfrm>
            <a:custGeom>
              <a:avLst/>
              <a:gdLst/>
              <a:ahLst/>
              <a:cxnLst/>
              <a:rect l="l" t="t" r="r" b="b"/>
              <a:pathLst>
                <a:path w="544829" h="370204">
                  <a:moveTo>
                    <a:pt x="544800" y="0"/>
                  </a:moveTo>
                  <a:lnTo>
                    <a:pt x="0" y="0"/>
                  </a:lnTo>
                  <a:lnTo>
                    <a:pt x="0" y="369779"/>
                  </a:lnTo>
                  <a:lnTo>
                    <a:pt x="544800" y="369779"/>
                  </a:lnTo>
                  <a:lnTo>
                    <a:pt x="54480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6188113" y="6891762"/>
              <a:ext cx="446405" cy="280035"/>
            </a:xfrm>
            <a:custGeom>
              <a:avLst/>
              <a:gdLst/>
              <a:ahLst/>
              <a:cxnLst/>
              <a:rect l="l" t="t" r="r" b="b"/>
              <a:pathLst>
                <a:path w="446404" h="280034">
                  <a:moveTo>
                    <a:pt x="57238" y="129781"/>
                  </a:moveTo>
                  <a:lnTo>
                    <a:pt x="0" y="129781"/>
                  </a:lnTo>
                  <a:lnTo>
                    <a:pt x="0" y="279514"/>
                  </a:lnTo>
                  <a:lnTo>
                    <a:pt x="57238" y="279514"/>
                  </a:lnTo>
                  <a:lnTo>
                    <a:pt x="57238" y="129781"/>
                  </a:lnTo>
                  <a:close/>
                </a:path>
                <a:path w="446404" h="280034">
                  <a:moveTo>
                    <a:pt x="186918" y="60591"/>
                  </a:moveTo>
                  <a:lnTo>
                    <a:pt x="129679" y="60591"/>
                  </a:lnTo>
                  <a:lnTo>
                    <a:pt x="129679" y="279527"/>
                  </a:lnTo>
                  <a:lnTo>
                    <a:pt x="186918" y="279527"/>
                  </a:lnTo>
                  <a:lnTo>
                    <a:pt x="186918" y="60591"/>
                  </a:lnTo>
                  <a:close/>
                </a:path>
                <a:path w="446404" h="280034">
                  <a:moveTo>
                    <a:pt x="316598" y="215925"/>
                  </a:moveTo>
                  <a:lnTo>
                    <a:pt x="259346" y="215925"/>
                  </a:lnTo>
                  <a:lnTo>
                    <a:pt x="259346" y="279527"/>
                  </a:lnTo>
                  <a:lnTo>
                    <a:pt x="316598" y="279527"/>
                  </a:lnTo>
                  <a:lnTo>
                    <a:pt x="316598" y="215925"/>
                  </a:lnTo>
                  <a:close/>
                </a:path>
                <a:path w="446404" h="280034">
                  <a:moveTo>
                    <a:pt x="446278" y="0"/>
                  </a:moveTo>
                  <a:lnTo>
                    <a:pt x="389039" y="0"/>
                  </a:lnTo>
                  <a:lnTo>
                    <a:pt x="389039" y="279527"/>
                  </a:lnTo>
                  <a:lnTo>
                    <a:pt x="446278" y="279527"/>
                  </a:lnTo>
                  <a:lnTo>
                    <a:pt x="446278" y="0"/>
                  </a:lnTo>
                  <a:close/>
                </a:path>
              </a:pathLst>
            </a:custGeom>
            <a:solidFill>
              <a:srgbClr val="3A8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6203243" y="6876357"/>
              <a:ext cx="418465" cy="251460"/>
            </a:xfrm>
            <a:custGeom>
              <a:avLst/>
              <a:gdLst/>
              <a:ahLst/>
              <a:cxnLst/>
              <a:rect l="l" t="t" r="r" b="b"/>
              <a:pathLst>
                <a:path w="418465" h="251459">
                  <a:moveTo>
                    <a:pt x="398689" y="0"/>
                  </a:moveTo>
                  <a:lnTo>
                    <a:pt x="271562" y="211679"/>
                  </a:lnTo>
                  <a:lnTo>
                    <a:pt x="152110" y="61778"/>
                  </a:lnTo>
                  <a:lnTo>
                    <a:pt x="0" y="140351"/>
                  </a:lnTo>
                  <a:lnTo>
                    <a:pt x="10303" y="160309"/>
                  </a:lnTo>
                  <a:lnTo>
                    <a:pt x="146037" y="90185"/>
                  </a:lnTo>
                  <a:lnTo>
                    <a:pt x="274148" y="250966"/>
                  </a:lnTo>
                  <a:lnTo>
                    <a:pt x="417934" y="11559"/>
                  </a:lnTo>
                  <a:lnTo>
                    <a:pt x="398689" y="0"/>
                  </a:lnTo>
                  <a:close/>
                </a:path>
              </a:pathLst>
            </a:custGeom>
            <a:solidFill>
              <a:srgbClr val="11A1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6153531" y="6848214"/>
              <a:ext cx="528320" cy="25400"/>
            </a:xfrm>
            <a:custGeom>
              <a:avLst/>
              <a:gdLst/>
              <a:ahLst/>
              <a:cxnLst/>
              <a:rect l="l" t="t" r="r" b="b"/>
              <a:pathLst>
                <a:path w="528320" h="25400">
                  <a:moveTo>
                    <a:pt x="25095" y="5626"/>
                  </a:moveTo>
                  <a:lnTo>
                    <a:pt x="19481" y="0"/>
                  </a:lnTo>
                  <a:lnTo>
                    <a:pt x="5626" y="0"/>
                  </a:lnTo>
                  <a:lnTo>
                    <a:pt x="0" y="5626"/>
                  </a:lnTo>
                  <a:lnTo>
                    <a:pt x="0" y="19469"/>
                  </a:lnTo>
                  <a:lnTo>
                    <a:pt x="5626" y="25095"/>
                  </a:lnTo>
                  <a:lnTo>
                    <a:pt x="19481" y="25095"/>
                  </a:lnTo>
                  <a:lnTo>
                    <a:pt x="25095" y="19469"/>
                  </a:lnTo>
                  <a:lnTo>
                    <a:pt x="25095" y="12547"/>
                  </a:lnTo>
                  <a:lnTo>
                    <a:pt x="25095" y="5626"/>
                  </a:lnTo>
                  <a:close/>
                </a:path>
                <a:path w="528320" h="25400">
                  <a:moveTo>
                    <a:pt x="528142" y="5626"/>
                  </a:moveTo>
                  <a:lnTo>
                    <a:pt x="522528" y="0"/>
                  </a:lnTo>
                  <a:lnTo>
                    <a:pt x="508673" y="0"/>
                  </a:lnTo>
                  <a:lnTo>
                    <a:pt x="503059" y="5626"/>
                  </a:lnTo>
                  <a:lnTo>
                    <a:pt x="503059" y="19469"/>
                  </a:lnTo>
                  <a:lnTo>
                    <a:pt x="508673" y="25095"/>
                  </a:lnTo>
                  <a:lnTo>
                    <a:pt x="522528" y="25095"/>
                  </a:lnTo>
                  <a:lnTo>
                    <a:pt x="528142" y="19469"/>
                  </a:lnTo>
                  <a:lnTo>
                    <a:pt x="528142" y="12547"/>
                  </a:lnTo>
                  <a:lnTo>
                    <a:pt x="528142" y="5626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7484820" y="6784312"/>
              <a:ext cx="323850" cy="393065"/>
            </a:xfrm>
            <a:custGeom>
              <a:avLst/>
              <a:gdLst/>
              <a:ahLst/>
              <a:cxnLst/>
              <a:rect l="l" t="t" r="r" b="b"/>
              <a:pathLst>
                <a:path w="323850" h="393065">
                  <a:moveTo>
                    <a:pt x="308440" y="0"/>
                  </a:moveTo>
                  <a:lnTo>
                    <a:pt x="0" y="12303"/>
                  </a:lnTo>
                  <a:lnTo>
                    <a:pt x="15182" y="392626"/>
                  </a:lnTo>
                  <a:lnTo>
                    <a:pt x="323613" y="380313"/>
                  </a:lnTo>
                  <a:lnTo>
                    <a:pt x="308440" y="0"/>
                  </a:lnTo>
                  <a:close/>
                </a:path>
              </a:pathLst>
            </a:custGeom>
            <a:solidFill>
              <a:srgbClr val="A2D2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7627971" y="68082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10135" y="0"/>
                  </a:moveTo>
                  <a:lnTo>
                    <a:pt x="2889" y="4910"/>
                  </a:lnTo>
                  <a:lnTo>
                    <a:pt x="0" y="19915"/>
                  </a:lnTo>
                  <a:lnTo>
                    <a:pt x="4910" y="27171"/>
                  </a:lnTo>
                  <a:lnTo>
                    <a:pt x="19905" y="30051"/>
                  </a:lnTo>
                  <a:lnTo>
                    <a:pt x="27151" y="25140"/>
                  </a:lnTo>
                  <a:lnTo>
                    <a:pt x="28595" y="17632"/>
                  </a:lnTo>
                  <a:lnTo>
                    <a:pt x="30040" y="10125"/>
                  </a:lnTo>
                  <a:lnTo>
                    <a:pt x="25130" y="2879"/>
                  </a:lnTo>
                  <a:lnTo>
                    <a:pt x="10135" y="0"/>
                  </a:lnTo>
                  <a:close/>
                </a:path>
              </a:pathLst>
            </a:custGeom>
            <a:solidFill>
              <a:srgbClr val="11A1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7523569" y="6844874"/>
              <a:ext cx="240029" cy="165735"/>
            </a:xfrm>
            <a:custGeom>
              <a:avLst/>
              <a:gdLst/>
              <a:ahLst/>
              <a:cxnLst/>
              <a:rect l="l" t="t" r="r" b="b"/>
              <a:pathLst>
                <a:path w="240029" h="165734">
                  <a:moveTo>
                    <a:pt x="124599" y="160921"/>
                  </a:moveTo>
                  <a:lnTo>
                    <a:pt x="124104" y="148310"/>
                  </a:lnTo>
                  <a:lnTo>
                    <a:pt x="6286" y="153022"/>
                  </a:lnTo>
                  <a:lnTo>
                    <a:pt x="6781" y="165620"/>
                  </a:lnTo>
                  <a:lnTo>
                    <a:pt x="124599" y="160921"/>
                  </a:lnTo>
                  <a:close/>
                </a:path>
                <a:path w="240029" h="165734">
                  <a:moveTo>
                    <a:pt x="236575" y="12598"/>
                  </a:moveTo>
                  <a:lnTo>
                    <a:pt x="236067" y="0"/>
                  </a:lnTo>
                  <a:lnTo>
                    <a:pt x="0" y="9410"/>
                  </a:lnTo>
                  <a:lnTo>
                    <a:pt x="508" y="22021"/>
                  </a:lnTo>
                  <a:lnTo>
                    <a:pt x="236575" y="12598"/>
                  </a:lnTo>
                  <a:close/>
                </a:path>
                <a:path w="240029" h="165734">
                  <a:moveTo>
                    <a:pt x="238175" y="57962"/>
                  </a:moveTo>
                  <a:lnTo>
                    <a:pt x="237667" y="45377"/>
                  </a:lnTo>
                  <a:lnTo>
                    <a:pt x="1600" y="54787"/>
                  </a:lnTo>
                  <a:lnTo>
                    <a:pt x="2108" y="67398"/>
                  </a:lnTo>
                  <a:lnTo>
                    <a:pt x="238175" y="57962"/>
                  </a:lnTo>
                  <a:close/>
                </a:path>
                <a:path w="240029" h="165734">
                  <a:moveTo>
                    <a:pt x="239763" y="103339"/>
                  </a:moveTo>
                  <a:lnTo>
                    <a:pt x="239268" y="90741"/>
                  </a:lnTo>
                  <a:lnTo>
                    <a:pt x="3200" y="100152"/>
                  </a:lnTo>
                  <a:lnTo>
                    <a:pt x="3695" y="112763"/>
                  </a:lnTo>
                  <a:lnTo>
                    <a:pt x="239763" y="103339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1" name="object 281" descr=""/>
          <p:cNvGrpSpPr/>
          <p:nvPr/>
        </p:nvGrpSpPr>
        <p:grpSpPr>
          <a:xfrm>
            <a:off x="3845139" y="9643054"/>
            <a:ext cx="56515" cy="683260"/>
            <a:chOff x="3845139" y="9643054"/>
            <a:chExt cx="56515" cy="683260"/>
          </a:xfrm>
        </p:grpSpPr>
        <p:sp>
          <p:nvSpPr>
            <p:cNvPr id="282" name="object 282" descr=""/>
            <p:cNvSpPr/>
            <p:nvPr/>
          </p:nvSpPr>
          <p:spPr>
            <a:xfrm>
              <a:off x="3845139" y="9643057"/>
              <a:ext cx="56515" cy="683260"/>
            </a:xfrm>
            <a:custGeom>
              <a:avLst/>
              <a:gdLst/>
              <a:ahLst/>
              <a:cxnLst/>
              <a:rect l="l" t="t" r="r" b="b"/>
              <a:pathLst>
                <a:path w="56514" h="683259">
                  <a:moveTo>
                    <a:pt x="34417" y="0"/>
                  </a:moveTo>
                  <a:lnTo>
                    <a:pt x="21905" y="0"/>
                  </a:lnTo>
                  <a:lnTo>
                    <a:pt x="13375" y="1720"/>
                  </a:lnTo>
                  <a:lnTo>
                    <a:pt x="6413" y="6413"/>
                  </a:lnTo>
                  <a:lnTo>
                    <a:pt x="1720" y="13375"/>
                  </a:lnTo>
                  <a:lnTo>
                    <a:pt x="0" y="21905"/>
                  </a:lnTo>
                  <a:lnTo>
                    <a:pt x="0" y="682764"/>
                  </a:lnTo>
                  <a:lnTo>
                    <a:pt x="56322" y="682764"/>
                  </a:lnTo>
                  <a:lnTo>
                    <a:pt x="56322" y="21905"/>
                  </a:lnTo>
                  <a:lnTo>
                    <a:pt x="54600" y="13375"/>
                  </a:lnTo>
                  <a:lnTo>
                    <a:pt x="49905" y="6413"/>
                  </a:lnTo>
                  <a:lnTo>
                    <a:pt x="42942" y="1720"/>
                  </a:lnTo>
                  <a:lnTo>
                    <a:pt x="3441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3853478" y="9643054"/>
              <a:ext cx="28575" cy="683260"/>
            </a:xfrm>
            <a:custGeom>
              <a:avLst/>
              <a:gdLst/>
              <a:ahLst/>
              <a:cxnLst/>
              <a:rect l="l" t="t" r="r" b="b"/>
              <a:pathLst>
                <a:path w="28575" h="683259">
                  <a:moveTo>
                    <a:pt x="28501" y="0"/>
                  </a:moveTo>
                  <a:lnTo>
                    <a:pt x="18376" y="0"/>
                  </a:lnTo>
                  <a:lnTo>
                    <a:pt x="11224" y="1721"/>
                  </a:lnTo>
                  <a:lnTo>
                    <a:pt x="5383" y="6417"/>
                  </a:lnTo>
                  <a:lnTo>
                    <a:pt x="1444" y="13380"/>
                  </a:lnTo>
                  <a:lnTo>
                    <a:pt x="0" y="21905"/>
                  </a:lnTo>
                  <a:lnTo>
                    <a:pt x="0" y="682764"/>
                  </a:lnTo>
                  <a:lnTo>
                    <a:pt x="10125" y="682764"/>
                  </a:lnTo>
                  <a:lnTo>
                    <a:pt x="10125" y="21905"/>
                  </a:lnTo>
                  <a:lnTo>
                    <a:pt x="11569" y="13380"/>
                  </a:lnTo>
                  <a:lnTo>
                    <a:pt x="15508" y="6417"/>
                  </a:lnTo>
                  <a:lnTo>
                    <a:pt x="21349" y="1721"/>
                  </a:lnTo>
                  <a:lnTo>
                    <a:pt x="28501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3845139" y="10307047"/>
              <a:ext cx="56515" cy="19050"/>
            </a:xfrm>
            <a:custGeom>
              <a:avLst/>
              <a:gdLst/>
              <a:ahLst/>
              <a:cxnLst/>
              <a:rect l="l" t="t" r="r" b="b"/>
              <a:pathLst>
                <a:path w="56514" h="19050">
                  <a:moveTo>
                    <a:pt x="56322" y="0"/>
                  </a:moveTo>
                  <a:lnTo>
                    <a:pt x="0" y="0"/>
                  </a:lnTo>
                  <a:lnTo>
                    <a:pt x="0" y="18774"/>
                  </a:lnTo>
                  <a:lnTo>
                    <a:pt x="56322" y="18774"/>
                  </a:lnTo>
                  <a:lnTo>
                    <a:pt x="56322" y="0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5" name="object 285" descr=""/>
          <p:cNvGrpSpPr/>
          <p:nvPr/>
        </p:nvGrpSpPr>
        <p:grpSpPr>
          <a:xfrm>
            <a:off x="3045844" y="9643054"/>
            <a:ext cx="56515" cy="683260"/>
            <a:chOff x="3045844" y="9643054"/>
            <a:chExt cx="56515" cy="683260"/>
          </a:xfrm>
        </p:grpSpPr>
        <p:sp>
          <p:nvSpPr>
            <p:cNvPr id="286" name="object 286" descr=""/>
            <p:cNvSpPr/>
            <p:nvPr/>
          </p:nvSpPr>
          <p:spPr>
            <a:xfrm>
              <a:off x="3045845" y="9643057"/>
              <a:ext cx="56515" cy="683260"/>
            </a:xfrm>
            <a:custGeom>
              <a:avLst/>
              <a:gdLst/>
              <a:ahLst/>
              <a:cxnLst/>
              <a:rect l="l" t="t" r="r" b="b"/>
              <a:pathLst>
                <a:path w="56514" h="683259">
                  <a:moveTo>
                    <a:pt x="34417" y="0"/>
                  </a:moveTo>
                  <a:lnTo>
                    <a:pt x="21894" y="0"/>
                  </a:lnTo>
                  <a:lnTo>
                    <a:pt x="13371" y="1720"/>
                  </a:lnTo>
                  <a:lnTo>
                    <a:pt x="6412" y="6413"/>
                  </a:lnTo>
                  <a:lnTo>
                    <a:pt x="1720" y="13375"/>
                  </a:lnTo>
                  <a:lnTo>
                    <a:pt x="0" y="21905"/>
                  </a:lnTo>
                  <a:lnTo>
                    <a:pt x="0" y="682764"/>
                  </a:lnTo>
                  <a:lnTo>
                    <a:pt x="56322" y="682764"/>
                  </a:lnTo>
                  <a:lnTo>
                    <a:pt x="56322" y="21905"/>
                  </a:lnTo>
                  <a:lnTo>
                    <a:pt x="54600" y="13375"/>
                  </a:lnTo>
                  <a:lnTo>
                    <a:pt x="49905" y="6413"/>
                  </a:lnTo>
                  <a:lnTo>
                    <a:pt x="42942" y="1720"/>
                  </a:lnTo>
                  <a:lnTo>
                    <a:pt x="3441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3054181" y="9643054"/>
              <a:ext cx="28575" cy="683260"/>
            </a:xfrm>
            <a:custGeom>
              <a:avLst/>
              <a:gdLst/>
              <a:ahLst/>
              <a:cxnLst/>
              <a:rect l="l" t="t" r="r" b="b"/>
              <a:pathLst>
                <a:path w="28575" h="683259">
                  <a:moveTo>
                    <a:pt x="28501" y="0"/>
                  </a:moveTo>
                  <a:lnTo>
                    <a:pt x="18376" y="0"/>
                  </a:lnTo>
                  <a:lnTo>
                    <a:pt x="11224" y="1721"/>
                  </a:lnTo>
                  <a:lnTo>
                    <a:pt x="5383" y="6417"/>
                  </a:lnTo>
                  <a:lnTo>
                    <a:pt x="1444" y="13380"/>
                  </a:lnTo>
                  <a:lnTo>
                    <a:pt x="0" y="21905"/>
                  </a:lnTo>
                  <a:lnTo>
                    <a:pt x="0" y="682764"/>
                  </a:lnTo>
                  <a:lnTo>
                    <a:pt x="10125" y="682764"/>
                  </a:lnTo>
                  <a:lnTo>
                    <a:pt x="10125" y="21905"/>
                  </a:lnTo>
                  <a:lnTo>
                    <a:pt x="11569" y="13380"/>
                  </a:lnTo>
                  <a:lnTo>
                    <a:pt x="15508" y="6417"/>
                  </a:lnTo>
                  <a:lnTo>
                    <a:pt x="21349" y="1721"/>
                  </a:lnTo>
                  <a:lnTo>
                    <a:pt x="28501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3045844" y="10307047"/>
              <a:ext cx="56515" cy="19050"/>
            </a:xfrm>
            <a:custGeom>
              <a:avLst/>
              <a:gdLst/>
              <a:ahLst/>
              <a:cxnLst/>
              <a:rect l="l" t="t" r="r" b="b"/>
              <a:pathLst>
                <a:path w="56514" h="19050">
                  <a:moveTo>
                    <a:pt x="56322" y="0"/>
                  </a:moveTo>
                  <a:lnTo>
                    <a:pt x="0" y="0"/>
                  </a:lnTo>
                  <a:lnTo>
                    <a:pt x="0" y="18774"/>
                  </a:lnTo>
                  <a:lnTo>
                    <a:pt x="56322" y="18774"/>
                  </a:lnTo>
                  <a:lnTo>
                    <a:pt x="56322" y="0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9" name="object 289" descr=""/>
          <p:cNvGrpSpPr/>
          <p:nvPr/>
        </p:nvGrpSpPr>
        <p:grpSpPr>
          <a:xfrm>
            <a:off x="3769204" y="9498213"/>
            <a:ext cx="45720" cy="163195"/>
            <a:chOff x="3769204" y="9498213"/>
            <a:chExt cx="45720" cy="163195"/>
          </a:xfrm>
        </p:grpSpPr>
        <p:sp>
          <p:nvSpPr>
            <p:cNvPr id="290" name="object 290" descr=""/>
            <p:cNvSpPr/>
            <p:nvPr/>
          </p:nvSpPr>
          <p:spPr>
            <a:xfrm>
              <a:off x="3769204" y="9498213"/>
              <a:ext cx="45720" cy="163195"/>
            </a:xfrm>
            <a:custGeom>
              <a:avLst/>
              <a:gdLst/>
              <a:ahLst/>
              <a:cxnLst/>
              <a:rect l="l" t="t" r="r" b="b"/>
              <a:pathLst>
                <a:path w="45720" h="163195">
                  <a:moveTo>
                    <a:pt x="45380" y="0"/>
                  </a:moveTo>
                  <a:lnTo>
                    <a:pt x="0" y="0"/>
                  </a:lnTo>
                  <a:lnTo>
                    <a:pt x="0" y="162717"/>
                  </a:lnTo>
                  <a:lnTo>
                    <a:pt x="45380" y="162717"/>
                  </a:lnTo>
                  <a:lnTo>
                    <a:pt x="4538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3777392" y="9498213"/>
              <a:ext cx="14604" cy="163195"/>
            </a:xfrm>
            <a:custGeom>
              <a:avLst/>
              <a:gdLst/>
              <a:ahLst/>
              <a:cxnLst/>
              <a:rect l="l" t="t" r="r" b="b"/>
              <a:pathLst>
                <a:path w="14604" h="163195">
                  <a:moveTo>
                    <a:pt x="14491" y="0"/>
                  </a:moveTo>
                  <a:lnTo>
                    <a:pt x="0" y="0"/>
                  </a:lnTo>
                  <a:lnTo>
                    <a:pt x="0" y="162717"/>
                  </a:lnTo>
                  <a:lnTo>
                    <a:pt x="14491" y="162717"/>
                  </a:lnTo>
                  <a:lnTo>
                    <a:pt x="14491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2" name="object 292" descr=""/>
          <p:cNvGrpSpPr/>
          <p:nvPr/>
        </p:nvGrpSpPr>
        <p:grpSpPr>
          <a:xfrm>
            <a:off x="3076991" y="9069195"/>
            <a:ext cx="793750" cy="833119"/>
            <a:chOff x="3076991" y="9069195"/>
            <a:chExt cx="793750" cy="833119"/>
          </a:xfrm>
        </p:grpSpPr>
        <p:sp>
          <p:nvSpPr>
            <p:cNvPr id="293" name="object 293" descr=""/>
            <p:cNvSpPr/>
            <p:nvPr/>
          </p:nvSpPr>
          <p:spPr>
            <a:xfrm>
              <a:off x="3132731" y="9509155"/>
              <a:ext cx="45720" cy="163195"/>
            </a:xfrm>
            <a:custGeom>
              <a:avLst/>
              <a:gdLst/>
              <a:ahLst/>
              <a:cxnLst/>
              <a:rect l="l" t="t" r="r" b="b"/>
              <a:pathLst>
                <a:path w="45719" h="163195">
                  <a:moveTo>
                    <a:pt x="45380" y="0"/>
                  </a:moveTo>
                  <a:lnTo>
                    <a:pt x="0" y="0"/>
                  </a:lnTo>
                  <a:lnTo>
                    <a:pt x="0" y="162717"/>
                  </a:lnTo>
                  <a:lnTo>
                    <a:pt x="45380" y="162717"/>
                  </a:lnTo>
                  <a:lnTo>
                    <a:pt x="4538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3140909" y="9509155"/>
              <a:ext cx="14604" cy="163195"/>
            </a:xfrm>
            <a:custGeom>
              <a:avLst/>
              <a:gdLst/>
              <a:ahLst/>
              <a:cxnLst/>
              <a:rect l="l" t="t" r="r" b="b"/>
              <a:pathLst>
                <a:path w="14605" h="163195">
                  <a:moveTo>
                    <a:pt x="14491" y="0"/>
                  </a:moveTo>
                  <a:lnTo>
                    <a:pt x="0" y="0"/>
                  </a:lnTo>
                  <a:lnTo>
                    <a:pt x="0" y="162717"/>
                  </a:lnTo>
                  <a:lnTo>
                    <a:pt x="14491" y="162717"/>
                  </a:lnTo>
                  <a:lnTo>
                    <a:pt x="14491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3076991" y="9633503"/>
              <a:ext cx="793750" cy="268605"/>
            </a:xfrm>
            <a:custGeom>
              <a:avLst/>
              <a:gdLst/>
              <a:ahLst/>
              <a:cxnLst/>
              <a:rect l="l" t="t" r="r" b="b"/>
              <a:pathLst>
                <a:path w="793750" h="268604">
                  <a:moveTo>
                    <a:pt x="108258" y="0"/>
                  </a:moveTo>
                  <a:lnTo>
                    <a:pt x="66844" y="4877"/>
                  </a:lnTo>
                  <a:lnTo>
                    <a:pt x="32352" y="25332"/>
                  </a:lnTo>
                  <a:lnTo>
                    <a:pt x="8749" y="57754"/>
                  </a:lnTo>
                  <a:lnTo>
                    <a:pt x="0" y="98531"/>
                  </a:lnTo>
                  <a:lnTo>
                    <a:pt x="0" y="101462"/>
                  </a:lnTo>
                  <a:lnTo>
                    <a:pt x="9466" y="153719"/>
                  </a:lnTo>
                  <a:lnTo>
                    <a:pt x="35721" y="198132"/>
                  </a:lnTo>
                  <a:lnTo>
                    <a:pt x="75546" y="230872"/>
                  </a:lnTo>
                  <a:lnTo>
                    <a:pt x="125723" y="248107"/>
                  </a:lnTo>
                  <a:lnTo>
                    <a:pt x="174827" y="254846"/>
                  </a:lnTo>
                  <a:lnTo>
                    <a:pt x="223958" y="260226"/>
                  </a:lnTo>
                  <a:lnTo>
                    <a:pt x="273118" y="264248"/>
                  </a:lnTo>
                  <a:lnTo>
                    <a:pt x="322305" y="266916"/>
                  </a:lnTo>
                  <a:lnTo>
                    <a:pt x="371520" y="268231"/>
                  </a:lnTo>
                  <a:lnTo>
                    <a:pt x="420763" y="268197"/>
                  </a:lnTo>
                  <a:lnTo>
                    <a:pt x="470034" y="266814"/>
                  </a:lnTo>
                  <a:lnTo>
                    <a:pt x="519332" y="264085"/>
                  </a:lnTo>
                  <a:lnTo>
                    <a:pt x="568658" y="260012"/>
                  </a:lnTo>
                  <a:lnTo>
                    <a:pt x="618012" y="254598"/>
                  </a:lnTo>
                  <a:lnTo>
                    <a:pt x="667393" y="247845"/>
                  </a:lnTo>
                  <a:lnTo>
                    <a:pt x="708318" y="235445"/>
                  </a:lnTo>
                  <a:lnTo>
                    <a:pt x="743028" y="212618"/>
                  </a:lnTo>
                  <a:lnTo>
                    <a:pt x="769869" y="181325"/>
                  </a:lnTo>
                  <a:lnTo>
                    <a:pt x="787186" y="143525"/>
                  </a:lnTo>
                  <a:lnTo>
                    <a:pt x="793326" y="101180"/>
                  </a:lnTo>
                  <a:lnTo>
                    <a:pt x="793326" y="98803"/>
                  </a:lnTo>
                  <a:lnTo>
                    <a:pt x="784556" y="57988"/>
                  </a:lnTo>
                  <a:lnTo>
                    <a:pt x="760903" y="25560"/>
                  </a:lnTo>
                  <a:lnTo>
                    <a:pt x="726349" y="5126"/>
                  </a:lnTo>
                  <a:lnTo>
                    <a:pt x="684879" y="293"/>
                  </a:lnTo>
                  <a:lnTo>
                    <a:pt x="632584" y="4826"/>
                  </a:lnTo>
                  <a:lnTo>
                    <a:pt x="580264" y="8435"/>
                  </a:lnTo>
                  <a:lnTo>
                    <a:pt x="527919" y="11124"/>
                  </a:lnTo>
                  <a:lnTo>
                    <a:pt x="475548" y="12896"/>
                  </a:lnTo>
                  <a:lnTo>
                    <a:pt x="423153" y="13757"/>
                  </a:lnTo>
                  <a:lnTo>
                    <a:pt x="370732" y="13709"/>
                  </a:lnTo>
                  <a:lnTo>
                    <a:pt x="318287" y="12758"/>
                  </a:lnTo>
                  <a:lnTo>
                    <a:pt x="265816" y="10907"/>
                  </a:lnTo>
                  <a:lnTo>
                    <a:pt x="213322" y="8161"/>
                  </a:lnTo>
                  <a:lnTo>
                    <a:pt x="160802" y="4524"/>
                  </a:lnTo>
                  <a:lnTo>
                    <a:pt x="108258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3076991" y="9700348"/>
              <a:ext cx="793750" cy="201930"/>
            </a:xfrm>
            <a:custGeom>
              <a:avLst/>
              <a:gdLst/>
              <a:ahLst/>
              <a:cxnLst/>
              <a:rect l="l" t="t" r="r" b="b"/>
              <a:pathLst>
                <a:path w="793750" h="201929">
                  <a:moveTo>
                    <a:pt x="788059" y="41"/>
                  </a:moveTo>
                  <a:lnTo>
                    <a:pt x="771121" y="38932"/>
                  </a:lnTo>
                  <a:lnTo>
                    <a:pt x="744198" y="71182"/>
                  </a:lnTo>
                  <a:lnTo>
                    <a:pt x="709039" y="94717"/>
                  </a:lnTo>
                  <a:lnTo>
                    <a:pt x="667393" y="107462"/>
                  </a:lnTo>
                  <a:lnTo>
                    <a:pt x="618012" y="114215"/>
                  </a:lnTo>
                  <a:lnTo>
                    <a:pt x="568658" y="119629"/>
                  </a:lnTo>
                  <a:lnTo>
                    <a:pt x="519332" y="123702"/>
                  </a:lnTo>
                  <a:lnTo>
                    <a:pt x="470034" y="126430"/>
                  </a:lnTo>
                  <a:lnTo>
                    <a:pt x="420763" y="127813"/>
                  </a:lnTo>
                  <a:lnTo>
                    <a:pt x="371520" y="127848"/>
                  </a:lnTo>
                  <a:lnTo>
                    <a:pt x="322305" y="126533"/>
                  </a:lnTo>
                  <a:lnTo>
                    <a:pt x="273118" y="123865"/>
                  </a:lnTo>
                  <a:lnTo>
                    <a:pt x="223958" y="119842"/>
                  </a:lnTo>
                  <a:lnTo>
                    <a:pt x="174827" y="114463"/>
                  </a:lnTo>
                  <a:lnTo>
                    <a:pt x="125723" y="107724"/>
                  </a:lnTo>
                  <a:lnTo>
                    <a:pt x="84066" y="94918"/>
                  </a:lnTo>
                  <a:lnTo>
                    <a:pt x="48922" y="71304"/>
                  </a:lnTo>
                  <a:lnTo>
                    <a:pt x="22044" y="38969"/>
                  </a:lnTo>
                  <a:lnTo>
                    <a:pt x="5183" y="0"/>
                  </a:lnTo>
                  <a:lnTo>
                    <a:pt x="2959" y="7576"/>
                  </a:lnTo>
                  <a:lnTo>
                    <a:pt x="1335" y="15398"/>
                  </a:lnTo>
                  <a:lnTo>
                    <a:pt x="338" y="23443"/>
                  </a:lnTo>
                  <a:lnTo>
                    <a:pt x="0" y="34616"/>
                  </a:lnTo>
                  <a:lnTo>
                    <a:pt x="9466" y="86873"/>
                  </a:lnTo>
                  <a:lnTo>
                    <a:pt x="35721" y="131286"/>
                  </a:lnTo>
                  <a:lnTo>
                    <a:pt x="75546" y="164026"/>
                  </a:lnTo>
                  <a:lnTo>
                    <a:pt x="125723" y="181261"/>
                  </a:lnTo>
                  <a:lnTo>
                    <a:pt x="174827" y="188000"/>
                  </a:lnTo>
                  <a:lnTo>
                    <a:pt x="223958" y="193379"/>
                  </a:lnTo>
                  <a:lnTo>
                    <a:pt x="273118" y="197402"/>
                  </a:lnTo>
                  <a:lnTo>
                    <a:pt x="322305" y="200070"/>
                  </a:lnTo>
                  <a:lnTo>
                    <a:pt x="371520" y="201385"/>
                  </a:lnTo>
                  <a:lnTo>
                    <a:pt x="420763" y="201350"/>
                  </a:lnTo>
                  <a:lnTo>
                    <a:pt x="470034" y="199967"/>
                  </a:lnTo>
                  <a:lnTo>
                    <a:pt x="519332" y="197239"/>
                  </a:lnTo>
                  <a:lnTo>
                    <a:pt x="568658" y="193166"/>
                  </a:lnTo>
                  <a:lnTo>
                    <a:pt x="618012" y="187752"/>
                  </a:lnTo>
                  <a:lnTo>
                    <a:pt x="667393" y="180999"/>
                  </a:lnTo>
                  <a:lnTo>
                    <a:pt x="708318" y="168599"/>
                  </a:lnTo>
                  <a:lnTo>
                    <a:pt x="743028" y="145772"/>
                  </a:lnTo>
                  <a:lnTo>
                    <a:pt x="769869" y="114479"/>
                  </a:lnTo>
                  <a:lnTo>
                    <a:pt x="787186" y="76679"/>
                  </a:lnTo>
                  <a:lnTo>
                    <a:pt x="793326" y="34334"/>
                  </a:lnTo>
                  <a:lnTo>
                    <a:pt x="792982" y="23657"/>
                  </a:lnTo>
                  <a:lnTo>
                    <a:pt x="791969" y="15549"/>
                  </a:lnTo>
                  <a:lnTo>
                    <a:pt x="790318" y="7668"/>
                  </a:lnTo>
                  <a:lnTo>
                    <a:pt x="788059" y="41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3132721" y="9498222"/>
              <a:ext cx="681990" cy="59055"/>
            </a:xfrm>
            <a:custGeom>
              <a:avLst/>
              <a:gdLst/>
              <a:ahLst/>
              <a:cxnLst/>
              <a:rect l="l" t="t" r="r" b="b"/>
              <a:pathLst>
                <a:path w="681989" h="59054">
                  <a:moveTo>
                    <a:pt x="45377" y="10947"/>
                  </a:moveTo>
                  <a:lnTo>
                    <a:pt x="0" y="10947"/>
                  </a:lnTo>
                  <a:lnTo>
                    <a:pt x="0" y="40830"/>
                  </a:lnTo>
                  <a:lnTo>
                    <a:pt x="45377" y="58445"/>
                  </a:lnTo>
                  <a:lnTo>
                    <a:pt x="45377" y="10947"/>
                  </a:lnTo>
                  <a:close/>
                </a:path>
                <a:path w="681989" h="59054">
                  <a:moveTo>
                    <a:pt x="681863" y="0"/>
                  </a:moveTo>
                  <a:lnTo>
                    <a:pt x="636485" y="0"/>
                  </a:lnTo>
                  <a:lnTo>
                    <a:pt x="636485" y="57937"/>
                  </a:lnTo>
                  <a:lnTo>
                    <a:pt x="649490" y="54279"/>
                  </a:lnTo>
                  <a:lnTo>
                    <a:pt x="667981" y="48768"/>
                  </a:lnTo>
                  <a:lnTo>
                    <a:pt x="675373" y="45021"/>
                  </a:lnTo>
                  <a:lnTo>
                    <a:pt x="681863" y="40182"/>
                  </a:lnTo>
                  <a:lnTo>
                    <a:pt x="68186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3104041" y="9069199"/>
              <a:ext cx="739140" cy="507365"/>
            </a:xfrm>
            <a:custGeom>
              <a:avLst/>
              <a:gdLst/>
              <a:ahLst/>
              <a:cxnLst/>
              <a:rect l="l" t="t" r="r" b="b"/>
              <a:pathLst>
                <a:path w="739139" h="507365">
                  <a:moveTo>
                    <a:pt x="566851" y="0"/>
                  </a:moveTo>
                  <a:lnTo>
                    <a:pt x="172130" y="0"/>
                  </a:lnTo>
                  <a:lnTo>
                    <a:pt x="124876" y="7282"/>
                  </a:lnTo>
                  <a:lnTo>
                    <a:pt x="83328" y="27677"/>
                  </a:lnTo>
                  <a:lnTo>
                    <a:pt x="49819" y="59005"/>
                  </a:lnTo>
                  <a:lnTo>
                    <a:pt x="26679" y="99087"/>
                  </a:lnTo>
                  <a:lnTo>
                    <a:pt x="16240" y="145744"/>
                  </a:lnTo>
                  <a:lnTo>
                    <a:pt x="0" y="386993"/>
                  </a:lnTo>
                  <a:lnTo>
                    <a:pt x="2431" y="410710"/>
                  </a:lnTo>
                  <a:lnTo>
                    <a:pt x="28399" y="448448"/>
                  </a:lnTo>
                  <a:lnTo>
                    <a:pt x="97806" y="472665"/>
                  </a:lnTo>
                  <a:lnTo>
                    <a:pt x="146095" y="483978"/>
                  </a:lnTo>
                  <a:lnTo>
                    <a:pt x="194552" y="493073"/>
                  </a:lnTo>
                  <a:lnTo>
                    <a:pt x="243177" y="499938"/>
                  </a:lnTo>
                  <a:lnTo>
                    <a:pt x="291971" y="504557"/>
                  </a:lnTo>
                  <a:lnTo>
                    <a:pt x="340936" y="506917"/>
                  </a:lnTo>
                  <a:lnTo>
                    <a:pt x="390073" y="507005"/>
                  </a:lnTo>
                  <a:lnTo>
                    <a:pt x="439382" y="504806"/>
                  </a:lnTo>
                  <a:lnTo>
                    <a:pt x="488865" y="500307"/>
                  </a:lnTo>
                  <a:lnTo>
                    <a:pt x="538523" y="493494"/>
                  </a:lnTo>
                  <a:lnTo>
                    <a:pt x="588356" y="484353"/>
                  </a:lnTo>
                  <a:lnTo>
                    <a:pt x="638367" y="472870"/>
                  </a:lnTo>
                  <a:lnTo>
                    <a:pt x="688554" y="459033"/>
                  </a:lnTo>
                  <a:lnTo>
                    <a:pt x="726456" y="431662"/>
                  </a:lnTo>
                  <a:lnTo>
                    <a:pt x="738961" y="386668"/>
                  </a:lnTo>
                  <a:lnTo>
                    <a:pt x="722742" y="145744"/>
                  </a:lnTo>
                  <a:lnTo>
                    <a:pt x="712299" y="99087"/>
                  </a:lnTo>
                  <a:lnTo>
                    <a:pt x="689159" y="59005"/>
                  </a:lnTo>
                  <a:lnTo>
                    <a:pt x="655650" y="27677"/>
                  </a:lnTo>
                  <a:lnTo>
                    <a:pt x="614105" y="7282"/>
                  </a:lnTo>
                  <a:lnTo>
                    <a:pt x="566851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3124796" y="9069195"/>
              <a:ext cx="697865" cy="118110"/>
            </a:xfrm>
            <a:custGeom>
              <a:avLst/>
              <a:gdLst/>
              <a:ahLst/>
              <a:cxnLst/>
              <a:rect l="l" t="t" r="r" b="b"/>
              <a:pathLst>
                <a:path w="697864" h="118109">
                  <a:moveTo>
                    <a:pt x="546098" y="0"/>
                  </a:moveTo>
                  <a:lnTo>
                    <a:pt x="151367" y="0"/>
                  </a:lnTo>
                  <a:lnTo>
                    <a:pt x="99577" y="8801"/>
                  </a:lnTo>
                  <a:lnTo>
                    <a:pt x="55006" y="33262"/>
                  </a:lnTo>
                  <a:lnTo>
                    <a:pt x="20773" y="70462"/>
                  </a:lnTo>
                  <a:lnTo>
                    <a:pt x="0" y="117483"/>
                  </a:lnTo>
                  <a:lnTo>
                    <a:pt x="26497" y="90860"/>
                  </a:lnTo>
                  <a:lnTo>
                    <a:pt x="58269" y="70606"/>
                  </a:lnTo>
                  <a:lnTo>
                    <a:pt x="94248" y="57720"/>
                  </a:lnTo>
                  <a:lnTo>
                    <a:pt x="133367" y="53202"/>
                  </a:lnTo>
                  <a:lnTo>
                    <a:pt x="564098" y="53202"/>
                  </a:lnTo>
                  <a:lnTo>
                    <a:pt x="603217" y="57720"/>
                  </a:lnTo>
                  <a:lnTo>
                    <a:pt x="639195" y="70605"/>
                  </a:lnTo>
                  <a:lnTo>
                    <a:pt x="670963" y="90856"/>
                  </a:lnTo>
                  <a:lnTo>
                    <a:pt x="697455" y="117472"/>
                  </a:lnTo>
                  <a:lnTo>
                    <a:pt x="676687" y="70457"/>
                  </a:lnTo>
                  <a:lnTo>
                    <a:pt x="642458" y="33260"/>
                  </a:lnTo>
                  <a:lnTo>
                    <a:pt x="597888" y="8801"/>
                  </a:lnTo>
                  <a:lnTo>
                    <a:pt x="546098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0" name="object 300" descr=""/>
          <p:cNvGrpSpPr/>
          <p:nvPr/>
        </p:nvGrpSpPr>
        <p:grpSpPr>
          <a:xfrm>
            <a:off x="2909670" y="9643054"/>
            <a:ext cx="56515" cy="683260"/>
            <a:chOff x="2909670" y="9643054"/>
            <a:chExt cx="56515" cy="683260"/>
          </a:xfrm>
        </p:grpSpPr>
        <p:sp>
          <p:nvSpPr>
            <p:cNvPr id="301" name="object 301" descr=""/>
            <p:cNvSpPr/>
            <p:nvPr/>
          </p:nvSpPr>
          <p:spPr>
            <a:xfrm>
              <a:off x="2909675" y="9643057"/>
              <a:ext cx="56515" cy="683260"/>
            </a:xfrm>
            <a:custGeom>
              <a:avLst/>
              <a:gdLst/>
              <a:ahLst/>
              <a:cxnLst/>
              <a:rect l="l" t="t" r="r" b="b"/>
              <a:pathLst>
                <a:path w="56514" h="683259">
                  <a:moveTo>
                    <a:pt x="34417" y="0"/>
                  </a:moveTo>
                  <a:lnTo>
                    <a:pt x="21894" y="0"/>
                  </a:lnTo>
                  <a:lnTo>
                    <a:pt x="13371" y="1720"/>
                  </a:lnTo>
                  <a:lnTo>
                    <a:pt x="6412" y="6413"/>
                  </a:lnTo>
                  <a:lnTo>
                    <a:pt x="1720" y="13375"/>
                  </a:lnTo>
                  <a:lnTo>
                    <a:pt x="0" y="21905"/>
                  </a:lnTo>
                  <a:lnTo>
                    <a:pt x="0" y="682764"/>
                  </a:lnTo>
                  <a:lnTo>
                    <a:pt x="56322" y="682764"/>
                  </a:lnTo>
                  <a:lnTo>
                    <a:pt x="56322" y="21905"/>
                  </a:lnTo>
                  <a:lnTo>
                    <a:pt x="54600" y="13375"/>
                  </a:lnTo>
                  <a:lnTo>
                    <a:pt x="49905" y="6413"/>
                  </a:lnTo>
                  <a:lnTo>
                    <a:pt x="42942" y="1720"/>
                  </a:lnTo>
                  <a:lnTo>
                    <a:pt x="3441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2918011" y="9643054"/>
              <a:ext cx="28575" cy="683260"/>
            </a:xfrm>
            <a:custGeom>
              <a:avLst/>
              <a:gdLst/>
              <a:ahLst/>
              <a:cxnLst/>
              <a:rect l="l" t="t" r="r" b="b"/>
              <a:pathLst>
                <a:path w="28575" h="683259">
                  <a:moveTo>
                    <a:pt x="28501" y="0"/>
                  </a:moveTo>
                  <a:lnTo>
                    <a:pt x="18376" y="0"/>
                  </a:lnTo>
                  <a:lnTo>
                    <a:pt x="11224" y="1721"/>
                  </a:lnTo>
                  <a:lnTo>
                    <a:pt x="5383" y="6417"/>
                  </a:lnTo>
                  <a:lnTo>
                    <a:pt x="1444" y="13380"/>
                  </a:lnTo>
                  <a:lnTo>
                    <a:pt x="0" y="21905"/>
                  </a:lnTo>
                  <a:lnTo>
                    <a:pt x="0" y="682764"/>
                  </a:lnTo>
                  <a:lnTo>
                    <a:pt x="10125" y="682764"/>
                  </a:lnTo>
                  <a:lnTo>
                    <a:pt x="10125" y="21905"/>
                  </a:lnTo>
                  <a:lnTo>
                    <a:pt x="11569" y="13380"/>
                  </a:lnTo>
                  <a:lnTo>
                    <a:pt x="15508" y="6417"/>
                  </a:lnTo>
                  <a:lnTo>
                    <a:pt x="21349" y="1721"/>
                  </a:lnTo>
                  <a:lnTo>
                    <a:pt x="28501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2909670" y="10307047"/>
              <a:ext cx="56515" cy="19050"/>
            </a:xfrm>
            <a:custGeom>
              <a:avLst/>
              <a:gdLst/>
              <a:ahLst/>
              <a:cxnLst/>
              <a:rect l="l" t="t" r="r" b="b"/>
              <a:pathLst>
                <a:path w="56514" h="19050">
                  <a:moveTo>
                    <a:pt x="56322" y="0"/>
                  </a:moveTo>
                  <a:lnTo>
                    <a:pt x="0" y="0"/>
                  </a:lnTo>
                  <a:lnTo>
                    <a:pt x="0" y="18774"/>
                  </a:lnTo>
                  <a:lnTo>
                    <a:pt x="56322" y="18774"/>
                  </a:lnTo>
                  <a:lnTo>
                    <a:pt x="56322" y="0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4" name="object 304" descr=""/>
          <p:cNvGrpSpPr/>
          <p:nvPr/>
        </p:nvGrpSpPr>
        <p:grpSpPr>
          <a:xfrm>
            <a:off x="2110375" y="9643054"/>
            <a:ext cx="56515" cy="683260"/>
            <a:chOff x="2110375" y="9643054"/>
            <a:chExt cx="56515" cy="683260"/>
          </a:xfrm>
        </p:grpSpPr>
        <p:sp>
          <p:nvSpPr>
            <p:cNvPr id="305" name="object 305" descr=""/>
            <p:cNvSpPr/>
            <p:nvPr/>
          </p:nvSpPr>
          <p:spPr>
            <a:xfrm>
              <a:off x="2110379" y="9643057"/>
              <a:ext cx="56515" cy="683260"/>
            </a:xfrm>
            <a:custGeom>
              <a:avLst/>
              <a:gdLst/>
              <a:ahLst/>
              <a:cxnLst/>
              <a:rect l="l" t="t" r="r" b="b"/>
              <a:pathLst>
                <a:path w="56514" h="683259">
                  <a:moveTo>
                    <a:pt x="34417" y="0"/>
                  </a:moveTo>
                  <a:lnTo>
                    <a:pt x="21905" y="0"/>
                  </a:lnTo>
                  <a:lnTo>
                    <a:pt x="13375" y="1720"/>
                  </a:lnTo>
                  <a:lnTo>
                    <a:pt x="6413" y="6413"/>
                  </a:lnTo>
                  <a:lnTo>
                    <a:pt x="1720" y="13375"/>
                  </a:lnTo>
                  <a:lnTo>
                    <a:pt x="0" y="21905"/>
                  </a:lnTo>
                  <a:lnTo>
                    <a:pt x="0" y="682764"/>
                  </a:lnTo>
                  <a:lnTo>
                    <a:pt x="56322" y="682764"/>
                  </a:lnTo>
                  <a:lnTo>
                    <a:pt x="56322" y="21905"/>
                  </a:lnTo>
                  <a:lnTo>
                    <a:pt x="54600" y="13375"/>
                  </a:lnTo>
                  <a:lnTo>
                    <a:pt x="49905" y="6413"/>
                  </a:lnTo>
                  <a:lnTo>
                    <a:pt x="42942" y="1720"/>
                  </a:lnTo>
                  <a:lnTo>
                    <a:pt x="3441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2118715" y="9643054"/>
              <a:ext cx="28575" cy="683260"/>
            </a:xfrm>
            <a:custGeom>
              <a:avLst/>
              <a:gdLst/>
              <a:ahLst/>
              <a:cxnLst/>
              <a:rect l="l" t="t" r="r" b="b"/>
              <a:pathLst>
                <a:path w="28575" h="683259">
                  <a:moveTo>
                    <a:pt x="28501" y="0"/>
                  </a:moveTo>
                  <a:lnTo>
                    <a:pt x="18376" y="0"/>
                  </a:lnTo>
                  <a:lnTo>
                    <a:pt x="11224" y="1721"/>
                  </a:lnTo>
                  <a:lnTo>
                    <a:pt x="5383" y="6417"/>
                  </a:lnTo>
                  <a:lnTo>
                    <a:pt x="1444" y="13380"/>
                  </a:lnTo>
                  <a:lnTo>
                    <a:pt x="0" y="21905"/>
                  </a:lnTo>
                  <a:lnTo>
                    <a:pt x="0" y="682764"/>
                  </a:lnTo>
                  <a:lnTo>
                    <a:pt x="10125" y="682764"/>
                  </a:lnTo>
                  <a:lnTo>
                    <a:pt x="10125" y="21905"/>
                  </a:lnTo>
                  <a:lnTo>
                    <a:pt x="11569" y="13380"/>
                  </a:lnTo>
                  <a:lnTo>
                    <a:pt x="15508" y="6417"/>
                  </a:lnTo>
                  <a:lnTo>
                    <a:pt x="21349" y="1721"/>
                  </a:lnTo>
                  <a:lnTo>
                    <a:pt x="28501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2110375" y="10307047"/>
              <a:ext cx="56515" cy="19050"/>
            </a:xfrm>
            <a:custGeom>
              <a:avLst/>
              <a:gdLst/>
              <a:ahLst/>
              <a:cxnLst/>
              <a:rect l="l" t="t" r="r" b="b"/>
              <a:pathLst>
                <a:path w="56514" h="19050">
                  <a:moveTo>
                    <a:pt x="56322" y="0"/>
                  </a:moveTo>
                  <a:lnTo>
                    <a:pt x="0" y="0"/>
                  </a:lnTo>
                  <a:lnTo>
                    <a:pt x="0" y="18774"/>
                  </a:lnTo>
                  <a:lnTo>
                    <a:pt x="56322" y="18774"/>
                  </a:lnTo>
                  <a:lnTo>
                    <a:pt x="56322" y="0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8" name="object 308" descr=""/>
          <p:cNvGrpSpPr/>
          <p:nvPr/>
        </p:nvGrpSpPr>
        <p:grpSpPr>
          <a:xfrm>
            <a:off x="2833746" y="9498213"/>
            <a:ext cx="45720" cy="163195"/>
            <a:chOff x="2833746" y="9498213"/>
            <a:chExt cx="45720" cy="163195"/>
          </a:xfrm>
        </p:grpSpPr>
        <p:sp>
          <p:nvSpPr>
            <p:cNvPr id="309" name="object 309" descr=""/>
            <p:cNvSpPr/>
            <p:nvPr/>
          </p:nvSpPr>
          <p:spPr>
            <a:xfrm>
              <a:off x="2833746" y="9498213"/>
              <a:ext cx="45720" cy="163195"/>
            </a:xfrm>
            <a:custGeom>
              <a:avLst/>
              <a:gdLst/>
              <a:ahLst/>
              <a:cxnLst/>
              <a:rect l="l" t="t" r="r" b="b"/>
              <a:pathLst>
                <a:path w="45719" h="163195">
                  <a:moveTo>
                    <a:pt x="45380" y="0"/>
                  </a:moveTo>
                  <a:lnTo>
                    <a:pt x="0" y="0"/>
                  </a:lnTo>
                  <a:lnTo>
                    <a:pt x="0" y="162717"/>
                  </a:lnTo>
                  <a:lnTo>
                    <a:pt x="45380" y="162717"/>
                  </a:lnTo>
                  <a:lnTo>
                    <a:pt x="4538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2841923" y="9498213"/>
              <a:ext cx="14604" cy="163195"/>
            </a:xfrm>
            <a:custGeom>
              <a:avLst/>
              <a:gdLst/>
              <a:ahLst/>
              <a:cxnLst/>
              <a:rect l="l" t="t" r="r" b="b"/>
              <a:pathLst>
                <a:path w="14605" h="163195">
                  <a:moveTo>
                    <a:pt x="14491" y="0"/>
                  </a:moveTo>
                  <a:lnTo>
                    <a:pt x="0" y="0"/>
                  </a:lnTo>
                  <a:lnTo>
                    <a:pt x="0" y="162717"/>
                  </a:lnTo>
                  <a:lnTo>
                    <a:pt x="14491" y="162717"/>
                  </a:lnTo>
                  <a:lnTo>
                    <a:pt x="14491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1" name="object 311" descr=""/>
          <p:cNvGrpSpPr/>
          <p:nvPr/>
        </p:nvGrpSpPr>
        <p:grpSpPr>
          <a:xfrm>
            <a:off x="2141525" y="9069195"/>
            <a:ext cx="793750" cy="833119"/>
            <a:chOff x="2141525" y="9069195"/>
            <a:chExt cx="793750" cy="833119"/>
          </a:xfrm>
        </p:grpSpPr>
        <p:sp>
          <p:nvSpPr>
            <p:cNvPr id="312" name="object 312" descr=""/>
            <p:cNvSpPr/>
            <p:nvPr/>
          </p:nvSpPr>
          <p:spPr>
            <a:xfrm>
              <a:off x="2197262" y="9509155"/>
              <a:ext cx="45720" cy="163195"/>
            </a:xfrm>
            <a:custGeom>
              <a:avLst/>
              <a:gdLst/>
              <a:ahLst/>
              <a:cxnLst/>
              <a:rect l="l" t="t" r="r" b="b"/>
              <a:pathLst>
                <a:path w="45719" h="163195">
                  <a:moveTo>
                    <a:pt x="45380" y="0"/>
                  </a:moveTo>
                  <a:lnTo>
                    <a:pt x="0" y="0"/>
                  </a:lnTo>
                  <a:lnTo>
                    <a:pt x="0" y="162717"/>
                  </a:lnTo>
                  <a:lnTo>
                    <a:pt x="45380" y="162717"/>
                  </a:lnTo>
                  <a:lnTo>
                    <a:pt x="4538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2205451" y="9509155"/>
              <a:ext cx="14604" cy="163195"/>
            </a:xfrm>
            <a:custGeom>
              <a:avLst/>
              <a:gdLst/>
              <a:ahLst/>
              <a:cxnLst/>
              <a:rect l="l" t="t" r="r" b="b"/>
              <a:pathLst>
                <a:path w="14605" h="163195">
                  <a:moveTo>
                    <a:pt x="14491" y="0"/>
                  </a:moveTo>
                  <a:lnTo>
                    <a:pt x="0" y="0"/>
                  </a:lnTo>
                  <a:lnTo>
                    <a:pt x="0" y="162717"/>
                  </a:lnTo>
                  <a:lnTo>
                    <a:pt x="14491" y="162717"/>
                  </a:lnTo>
                  <a:lnTo>
                    <a:pt x="14491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2141525" y="9633503"/>
              <a:ext cx="793750" cy="268605"/>
            </a:xfrm>
            <a:custGeom>
              <a:avLst/>
              <a:gdLst/>
              <a:ahLst/>
              <a:cxnLst/>
              <a:rect l="l" t="t" r="r" b="b"/>
              <a:pathLst>
                <a:path w="793750" h="268604">
                  <a:moveTo>
                    <a:pt x="108258" y="0"/>
                  </a:moveTo>
                  <a:lnTo>
                    <a:pt x="66844" y="4877"/>
                  </a:lnTo>
                  <a:lnTo>
                    <a:pt x="32352" y="25332"/>
                  </a:lnTo>
                  <a:lnTo>
                    <a:pt x="8749" y="57754"/>
                  </a:lnTo>
                  <a:lnTo>
                    <a:pt x="0" y="98531"/>
                  </a:lnTo>
                  <a:lnTo>
                    <a:pt x="0" y="101462"/>
                  </a:lnTo>
                  <a:lnTo>
                    <a:pt x="9466" y="153719"/>
                  </a:lnTo>
                  <a:lnTo>
                    <a:pt x="35721" y="198132"/>
                  </a:lnTo>
                  <a:lnTo>
                    <a:pt x="75546" y="230872"/>
                  </a:lnTo>
                  <a:lnTo>
                    <a:pt x="125723" y="248107"/>
                  </a:lnTo>
                  <a:lnTo>
                    <a:pt x="174827" y="254846"/>
                  </a:lnTo>
                  <a:lnTo>
                    <a:pt x="223958" y="260226"/>
                  </a:lnTo>
                  <a:lnTo>
                    <a:pt x="273118" y="264248"/>
                  </a:lnTo>
                  <a:lnTo>
                    <a:pt x="322305" y="266916"/>
                  </a:lnTo>
                  <a:lnTo>
                    <a:pt x="371520" y="268231"/>
                  </a:lnTo>
                  <a:lnTo>
                    <a:pt x="420763" y="268197"/>
                  </a:lnTo>
                  <a:lnTo>
                    <a:pt x="470034" y="266814"/>
                  </a:lnTo>
                  <a:lnTo>
                    <a:pt x="519332" y="264085"/>
                  </a:lnTo>
                  <a:lnTo>
                    <a:pt x="568658" y="260012"/>
                  </a:lnTo>
                  <a:lnTo>
                    <a:pt x="618012" y="254598"/>
                  </a:lnTo>
                  <a:lnTo>
                    <a:pt x="667393" y="247845"/>
                  </a:lnTo>
                  <a:lnTo>
                    <a:pt x="708318" y="235445"/>
                  </a:lnTo>
                  <a:lnTo>
                    <a:pt x="743028" y="212618"/>
                  </a:lnTo>
                  <a:lnTo>
                    <a:pt x="769869" y="181325"/>
                  </a:lnTo>
                  <a:lnTo>
                    <a:pt x="787186" y="143525"/>
                  </a:lnTo>
                  <a:lnTo>
                    <a:pt x="793326" y="101180"/>
                  </a:lnTo>
                  <a:lnTo>
                    <a:pt x="793326" y="98803"/>
                  </a:lnTo>
                  <a:lnTo>
                    <a:pt x="784556" y="57988"/>
                  </a:lnTo>
                  <a:lnTo>
                    <a:pt x="760903" y="25560"/>
                  </a:lnTo>
                  <a:lnTo>
                    <a:pt x="726349" y="5126"/>
                  </a:lnTo>
                  <a:lnTo>
                    <a:pt x="684879" y="293"/>
                  </a:lnTo>
                  <a:lnTo>
                    <a:pt x="632584" y="4826"/>
                  </a:lnTo>
                  <a:lnTo>
                    <a:pt x="580264" y="8435"/>
                  </a:lnTo>
                  <a:lnTo>
                    <a:pt x="527919" y="11124"/>
                  </a:lnTo>
                  <a:lnTo>
                    <a:pt x="475548" y="12896"/>
                  </a:lnTo>
                  <a:lnTo>
                    <a:pt x="423153" y="13757"/>
                  </a:lnTo>
                  <a:lnTo>
                    <a:pt x="370732" y="13709"/>
                  </a:lnTo>
                  <a:lnTo>
                    <a:pt x="318287" y="12758"/>
                  </a:lnTo>
                  <a:lnTo>
                    <a:pt x="265816" y="10907"/>
                  </a:lnTo>
                  <a:lnTo>
                    <a:pt x="213322" y="8161"/>
                  </a:lnTo>
                  <a:lnTo>
                    <a:pt x="160802" y="4524"/>
                  </a:lnTo>
                  <a:lnTo>
                    <a:pt x="108258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2141525" y="9700348"/>
              <a:ext cx="793750" cy="201930"/>
            </a:xfrm>
            <a:custGeom>
              <a:avLst/>
              <a:gdLst/>
              <a:ahLst/>
              <a:cxnLst/>
              <a:rect l="l" t="t" r="r" b="b"/>
              <a:pathLst>
                <a:path w="793750" h="201929">
                  <a:moveTo>
                    <a:pt x="788059" y="41"/>
                  </a:moveTo>
                  <a:lnTo>
                    <a:pt x="771121" y="38932"/>
                  </a:lnTo>
                  <a:lnTo>
                    <a:pt x="744198" y="71182"/>
                  </a:lnTo>
                  <a:lnTo>
                    <a:pt x="709039" y="94717"/>
                  </a:lnTo>
                  <a:lnTo>
                    <a:pt x="667393" y="107462"/>
                  </a:lnTo>
                  <a:lnTo>
                    <a:pt x="618012" y="114215"/>
                  </a:lnTo>
                  <a:lnTo>
                    <a:pt x="568658" y="119629"/>
                  </a:lnTo>
                  <a:lnTo>
                    <a:pt x="519332" y="123702"/>
                  </a:lnTo>
                  <a:lnTo>
                    <a:pt x="470034" y="126430"/>
                  </a:lnTo>
                  <a:lnTo>
                    <a:pt x="420763" y="127813"/>
                  </a:lnTo>
                  <a:lnTo>
                    <a:pt x="371520" y="127848"/>
                  </a:lnTo>
                  <a:lnTo>
                    <a:pt x="322305" y="126533"/>
                  </a:lnTo>
                  <a:lnTo>
                    <a:pt x="273118" y="123865"/>
                  </a:lnTo>
                  <a:lnTo>
                    <a:pt x="223958" y="119842"/>
                  </a:lnTo>
                  <a:lnTo>
                    <a:pt x="174827" y="114463"/>
                  </a:lnTo>
                  <a:lnTo>
                    <a:pt x="125723" y="107724"/>
                  </a:lnTo>
                  <a:lnTo>
                    <a:pt x="84066" y="94918"/>
                  </a:lnTo>
                  <a:lnTo>
                    <a:pt x="48922" y="71304"/>
                  </a:lnTo>
                  <a:lnTo>
                    <a:pt x="22044" y="38969"/>
                  </a:lnTo>
                  <a:lnTo>
                    <a:pt x="5183" y="0"/>
                  </a:lnTo>
                  <a:lnTo>
                    <a:pt x="2959" y="7576"/>
                  </a:lnTo>
                  <a:lnTo>
                    <a:pt x="1335" y="15398"/>
                  </a:lnTo>
                  <a:lnTo>
                    <a:pt x="338" y="23443"/>
                  </a:lnTo>
                  <a:lnTo>
                    <a:pt x="0" y="34616"/>
                  </a:lnTo>
                  <a:lnTo>
                    <a:pt x="9466" y="86873"/>
                  </a:lnTo>
                  <a:lnTo>
                    <a:pt x="35721" y="131286"/>
                  </a:lnTo>
                  <a:lnTo>
                    <a:pt x="75546" y="164026"/>
                  </a:lnTo>
                  <a:lnTo>
                    <a:pt x="125723" y="181261"/>
                  </a:lnTo>
                  <a:lnTo>
                    <a:pt x="174827" y="188000"/>
                  </a:lnTo>
                  <a:lnTo>
                    <a:pt x="223958" y="193379"/>
                  </a:lnTo>
                  <a:lnTo>
                    <a:pt x="273118" y="197402"/>
                  </a:lnTo>
                  <a:lnTo>
                    <a:pt x="322305" y="200070"/>
                  </a:lnTo>
                  <a:lnTo>
                    <a:pt x="371520" y="201385"/>
                  </a:lnTo>
                  <a:lnTo>
                    <a:pt x="420763" y="201350"/>
                  </a:lnTo>
                  <a:lnTo>
                    <a:pt x="470034" y="199967"/>
                  </a:lnTo>
                  <a:lnTo>
                    <a:pt x="519332" y="197239"/>
                  </a:lnTo>
                  <a:lnTo>
                    <a:pt x="568658" y="193166"/>
                  </a:lnTo>
                  <a:lnTo>
                    <a:pt x="618012" y="187752"/>
                  </a:lnTo>
                  <a:lnTo>
                    <a:pt x="667393" y="180999"/>
                  </a:lnTo>
                  <a:lnTo>
                    <a:pt x="708318" y="168599"/>
                  </a:lnTo>
                  <a:lnTo>
                    <a:pt x="743028" y="145772"/>
                  </a:lnTo>
                  <a:lnTo>
                    <a:pt x="769869" y="114479"/>
                  </a:lnTo>
                  <a:lnTo>
                    <a:pt x="787186" y="76679"/>
                  </a:lnTo>
                  <a:lnTo>
                    <a:pt x="793326" y="34334"/>
                  </a:lnTo>
                  <a:lnTo>
                    <a:pt x="792982" y="23657"/>
                  </a:lnTo>
                  <a:lnTo>
                    <a:pt x="791969" y="15549"/>
                  </a:lnTo>
                  <a:lnTo>
                    <a:pt x="790318" y="7668"/>
                  </a:lnTo>
                  <a:lnTo>
                    <a:pt x="788059" y="41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2197252" y="9498222"/>
              <a:ext cx="681990" cy="59055"/>
            </a:xfrm>
            <a:custGeom>
              <a:avLst/>
              <a:gdLst/>
              <a:ahLst/>
              <a:cxnLst/>
              <a:rect l="l" t="t" r="r" b="b"/>
              <a:pathLst>
                <a:path w="681989" h="59054">
                  <a:moveTo>
                    <a:pt x="45389" y="10947"/>
                  </a:moveTo>
                  <a:lnTo>
                    <a:pt x="0" y="10947"/>
                  </a:lnTo>
                  <a:lnTo>
                    <a:pt x="0" y="40830"/>
                  </a:lnTo>
                  <a:lnTo>
                    <a:pt x="45389" y="58445"/>
                  </a:lnTo>
                  <a:lnTo>
                    <a:pt x="45389" y="10947"/>
                  </a:lnTo>
                  <a:close/>
                </a:path>
                <a:path w="681989" h="59054">
                  <a:moveTo>
                    <a:pt x="681863" y="0"/>
                  </a:moveTo>
                  <a:lnTo>
                    <a:pt x="636485" y="0"/>
                  </a:lnTo>
                  <a:lnTo>
                    <a:pt x="636485" y="57937"/>
                  </a:lnTo>
                  <a:lnTo>
                    <a:pt x="649490" y="54279"/>
                  </a:lnTo>
                  <a:lnTo>
                    <a:pt x="667981" y="48768"/>
                  </a:lnTo>
                  <a:lnTo>
                    <a:pt x="675373" y="45021"/>
                  </a:lnTo>
                  <a:lnTo>
                    <a:pt x="681863" y="40182"/>
                  </a:lnTo>
                  <a:lnTo>
                    <a:pt x="68186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2168575" y="9069199"/>
              <a:ext cx="739140" cy="507365"/>
            </a:xfrm>
            <a:custGeom>
              <a:avLst/>
              <a:gdLst/>
              <a:ahLst/>
              <a:cxnLst/>
              <a:rect l="l" t="t" r="r" b="b"/>
              <a:pathLst>
                <a:path w="739139" h="507365">
                  <a:moveTo>
                    <a:pt x="566851" y="0"/>
                  </a:moveTo>
                  <a:lnTo>
                    <a:pt x="172130" y="0"/>
                  </a:lnTo>
                  <a:lnTo>
                    <a:pt x="124876" y="7282"/>
                  </a:lnTo>
                  <a:lnTo>
                    <a:pt x="83328" y="27677"/>
                  </a:lnTo>
                  <a:lnTo>
                    <a:pt x="49819" y="59005"/>
                  </a:lnTo>
                  <a:lnTo>
                    <a:pt x="26679" y="99087"/>
                  </a:lnTo>
                  <a:lnTo>
                    <a:pt x="16240" y="145744"/>
                  </a:lnTo>
                  <a:lnTo>
                    <a:pt x="0" y="386993"/>
                  </a:lnTo>
                  <a:lnTo>
                    <a:pt x="2431" y="410710"/>
                  </a:lnTo>
                  <a:lnTo>
                    <a:pt x="28399" y="448448"/>
                  </a:lnTo>
                  <a:lnTo>
                    <a:pt x="97806" y="472665"/>
                  </a:lnTo>
                  <a:lnTo>
                    <a:pt x="146095" y="483978"/>
                  </a:lnTo>
                  <a:lnTo>
                    <a:pt x="194552" y="493073"/>
                  </a:lnTo>
                  <a:lnTo>
                    <a:pt x="243177" y="499938"/>
                  </a:lnTo>
                  <a:lnTo>
                    <a:pt x="291971" y="504557"/>
                  </a:lnTo>
                  <a:lnTo>
                    <a:pt x="340936" y="506917"/>
                  </a:lnTo>
                  <a:lnTo>
                    <a:pt x="390073" y="507005"/>
                  </a:lnTo>
                  <a:lnTo>
                    <a:pt x="439382" y="504806"/>
                  </a:lnTo>
                  <a:lnTo>
                    <a:pt x="488865" y="500307"/>
                  </a:lnTo>
                  <a:lnTo>
                    <a:pt x="538523" y="493494"/>
                  </a:lnTo>
                  <a:lnTo>
                    <a:pt x="588356" y="484353"/>
                  </a:lnTo>
                  <a:lnTo>
                    <a:pt x="638367" y="472870"/>
                  </a:lnTo>
                  <a:lnTo>
                    <a:pt x="688554" y="459033"/>
                  </a:lnTo>
                  <a:lnTo>
                    <a:pt x="726456" y="431662"/>
                  </a:lnTo>
                  <a:lnTo>
                    <a:pt x="738961" y="386668"/>
                  </a:lnTo>
                  <a:lnTo>
                    <a:pt x="722742" y="145744"/>
                  </a:lnTo>
                  <a:lnTo>
                    <a:pt x="712299" y="99087"/>
                  </a:lnTo>
                  <a:lnTo>
                    <a:pt x="689159" y="59005"/>
                  </a:lnTo>
                  <a:lnTo>
                    <a:pt x="655650" y="27677"/>
                  </a:lnTo>
                  <a:lnTo>
                    <a:pt x="614105" y="7282"/>
                  </a:lnTo>
                  <a:lnTo>
                    <a:pt x="566851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2189331" y="9069195"/>
              <a:ext cx="697865" cy="118110"/>
            </a:xfrm>
            <a:custGeom>
              <a:avLst/>
              <a:gdLst/>
              <a:ahLst/>
              <a:cxnLst/>
              <a:rect l="l" t="t" r="r" b="b"/>
              <a:pathLst>
                <a:path w="697864" h="118109">
                  <a:moveTo>
                    <a:pt x="546098" y="0"/>
                  </a:moveTo>
                  <a:lnTo>
                    <a:pt x="151367" y="0"/>
                  </a:lnTo>
                  <a:lnTo>
                    <a:pt x="99577" y="8801"/>
                  </a:lnTo>
                  <a:lnTo>
                    <a:pt x="55006" y="33262"/>
                  </a:lnTo>
                  <a:lnTo>
                    <a:pt x="20773" y="70462"/>
                  </a:lnTo>
                  <a:lnTo>
                    <a:pt x="0" y="117483"/>
                  </a:lnTo>
                  <a:lnTo>
                    <a:pt x="26497" y="90860"/>
                  </a:lnTo>
                  <a:lnTo>
                    <a:pt x="58269" y="70606"/>
                  </a:lnTo>
                  <a:lnTo>
                    <a:pt x="94248" y="57720"/>
                  </a:lnTo>
                  <a:lnTo>
                    <a:pt x="133367" y="53202"/>
                  </a:lnTo>
                  <a:lnTo>
                    <a:pt x="564098" y="53202"/>
                  </a:lnTo>
                  <a:lnTo>
                    <a:pt x="603217" y="57720"/>
                  </a:lnTo>
                  <a:lnTo>
                    <a:pt x="639196" y="70605"/>
                  </a:lnTo>
                  <a:lnTo>
                    <a:pt x="670968" y="90856"/>
                  </a:lnTo>
                  <a:lnTo>
                    <a:pt x="697465" y="117472"/>
                  </a:lnTo>
                  <a:lnTo>
                    <a:pt x="676691" y="70457"/>
                  </a:lnTo>
                  <a:lnTo>
                    <a:pt x="642459" y="33260"/>
                  </a:lnTo>
                  <a:lnTo>
                    <a:pt x="597888" y="8801"/>
                  </a:lnTo>
                  <a:lnTo>
                    <a:pt x="546098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9" name="object 319" descr=""/>
          <p:cNvGrpSpPr/>
          <p:nvPr/>
        </p:nvGrpSpPr>
        <p:grpSpPr>
          <a:xfrm>
            <a:off x="1104249" y="1954683"/>
            <a:ext cx="1751964" cy="2209165"/>
            <a:chOff x="1104249" y="1954683"/>
            <a:chExt cx="1751964" cy="2209165"/>
          </a:xfrm>
        </p:grpSpPr>
        <p:sp>
          <p:nvSpPr>
            <p:cNvPr id="320" name="object 320" descr=""/>
            <p:cNvSpPr/>
            <p:nvPr/>
          </p:nvSpPr>
          <p:spPr>
            <a:xfrm>
              <a:off x="1134694" y="1985142"/>
              <a:ext cx="1721485" cy="2178685"/>
            </a:xfrm>
            <a:custGeom>
              <a:avLst/>
              <a:gdLst/>
              <a:ahLst/>
              <a:cxnLst/>
              <a:rect l="l" t="t" r="r" b="b"/>
              <a:pathLst>
                <a:path w="1721485" h="2178685">
                  <a:moveTo>
                    <a:pt x="1721281" y="0"/>
                  </a:moveTo>
                  <a:lnTo>
                    <a:pt x="0" y="0"/>
                  </a:lnTo>
                  <a:lnTo>
                    <a:pt x="0" y="2147989"/>
                  </a:lnTo>
                  <a:lnTo>
                    <a:pt x="0" y="2178443"/>
                  </a:lnTo>
                  <a:lnTo>
                    <a:pt x="1721281" y="2178443"/>
                  </a:lnTo>
                  <a:lnTo>
                    <a:pt x="1721281" y="2147989"/>
                  </a:lnTo>
                  <a:lnTo>
                    <a:pt x="172128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104249" y="1954683"/>
              <a:ext cx="1721485" cy="2178685"/>
            </a:xfrm>
            <a:custGeom>
              <a:avLst/>
              <a:gdLst/>
              <a:ahLst/>
              <a:cxnLst/>
              <a:rect l="l" t="t" r="r" b="b"/>
              <a:pathLst>
                <a:path w="1721485" h="2178685">
                  <a:moveTo>
                    <a:pt x="1721287" y="0"/>
                  </a:moveTo>
                  <a:lnTo>
                    <a:pt x="0" y="0"/>
                  </a:lnTo>
                  <a:lnTo>
                    <a:pt x="0" y="2178446"/>
                  </a:lnTo>
                  <a:lnTo>
                    <a:pt x="1721287" y="2178446"/>
                  </a:lnTo>
                  <a:lnTo>
                    <a:pt x="17212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1189806" y="2040147"/>
              <a:ext cx="1550670" cy="2007870"/>
            </a:xfrm>
            <a:custGeom>
              <a:avLst/>
              <a:gdLst/>
              <a:ahLst/>
              <a:cxnLst/>
              <a:rect l="l" t="t" r="r" b="b"/>
              <a:pathLst>
                <a:path w="1550670" h="2007870">
                  <a:moveTo>
                    <a:pt x="1550183" y="0"/>
                  </a:moveTo>
                  <a:lnTo>
                    <a:pt x="0" y="0"/>
                  </a:lnTo>
                  <a:lnTo>
                    <a:pt x="0" y="2007436"/>
                  </a:lnTo>
                  <a:lnTo>
                    <a:pt x="1550183" y="2007436"/>
                  </a:lnTo>
                  <a:lnTo>
                    <a:pt x="1550183" y="0"/>
                  </a:lnTo>
                  <a:close/>
                </a:path>
              </a:pathLst>
            </a:custGeom>
            <a:solidFill>
              <a:srgbClr val="C8E6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1189812" y="2235828"/>
              <a:ext cx="1550670" cy="1812289"/>
            </a:xfrm>
            <a:custGeom>
              <a:avLst/>
              <a:gdLst/>
              <a:ahLst/>
              <a:cxnLst/>
              <a:rect l="l" t="t" r="r" b="b"/>
              <a:pathLst>
                <a:path w="1550670" h="1812289">
                  <a:moveTo>
                    <a:pt x="923251" y="933983"/>
                  </a:moveTo>
                  <a:lnTo>
                    <a:pt x="813612" y="933983"/>
                  </a:lnTo>
                  <a:lnTo>
                    <a:pt x="813612" y="851052"/>
                  </a:lnTo>
                  <a:lnTo>
                    <a:pt x="601103" y="851052"/>
                  </a:lnTo>
                  <a:lnTo>
                    <a:pt x="601103" y="933983"/>
                  </a:lnTo>
                  <a:lnTo>
                    <a:pt x="508381" y="933983"/>
                  </a:lnTo>
                  <a:lnTo>
                    <a:pt x="508381" y="0"/>
                  </a:lnTo>
                  <a:lnTo>
                    <a:pt x="0" y="0"/>
                  </a:lnTo>
                  <a:lnTo>
                    <a:pt x="0" y="1811756"/>
                  </a:lnTo>
                  <a:lnTo>
                    <a:pt x="508381" y="1811756"/>
                  </a:lnTo>
                  <a:lnTo>
                    <a:pt x="923251" y="1811756"/>
                  </a:lnTo>
                  <a:lnTo>
                    <a:pt x="923251" y="933983"/>
                  </a:lnTo>
                  <a:close/>
                </a:path>
                <a:path w="1550670" h="1812289">
                  <a:moveTo>
                    <a:pt x="1550174" y="354990"/>
                  </a:moveTo>
                  <a:lnTo>
                    <a:pt x="1424089" y="398094"/>
                  </a:lnTo>
                  <a:lnTo>
                    <a:pt x="1330947" y="398081"/>
                  </a:lnTo>
                  <a:lnTo>
                    <a:pt x="1330947" y="106121"/>
                  </a:lnTo>
                  <a:lnTo>
                    <a:pt x="1282928" y="106121"/>
                  </a:lnTo>
                  <a:lnTo>
                    <a:pt x="1282928" y="398081"/>
                  </a:lnTo>
                  <a:lnTo>
                    <a:pt x="1225245" y="398081"/>
                  </a:lnTo>
                  <a:lnTo>
                    <a:pt x="1225245" y="466077"/>
                  </a:lnTo>
                  <a:lnTo>
                    <a:pt x="1104455" y="507352"/>
                  </a:lnTo>
                  <a:lnTo>
                    <a:pt x="1104455" y="1811769"/>
                  </a:lnTo>
                  <a:lnTo>
                    <a:pt x="1550174" y="1811769"/>
                  </a:lnTo>
                  <a:lnTo>
                    <a:pt x="1550174" y="354990"/>
                  </a:lnTo>
                  <a:close/>
                </a:path>
              </a:pathLst>
            </a:custGeom>
            <a:solidFill>
              <a:srgbClr val="A3D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1189799" y="2040159"/>
              <a:ext cx="1550670" cy="2007870"/>
            </a:xfrm>
            <a:custGeom>
              <a:avLst/>
              <a:gdLst/>
              <a:ahLst/>
              <a:cxnLst/>
              <a:rect l="l" t="t" r="r" b="b"/>
              <a:pathLst>
                <a:path w="1550670" h="2007870">
                  <a:moveTo>
                    <a:pt x="1144701" y="0"/>
                  </a:moveTo>
                  <a:lnTo>
                    <a:pt x="696633" y="0"/>
                  </a:lnTo>
                  <a:lnTo>
                    <a:pt x="12" y="873023"/>
                  </a:lnTo>
                  <a:lnTo>
                    <a:pt x="12" y="1434528"/>
                  </a:lnTo>
                  <a:lnTo>
                    <a:pt x="1144701" y="0"/>
                  </a:lnTo>
                  <a:close/>
                </a:path>
                <a:path w="1550670" h="2007870">
                  <a:moveTo>
                    <a:pt x="1550187" y="257543"/>
                  </a:moveTo>
                  <a:lnTo>
                    <a:pt x="154025" y="2007438"/>
                  </a:lnTo>
                  <a:lnTo>
                    <a:pt x="253326" y="2007438"/>
                  </a:lnTo>
                  <a:lnTo>
                    <a:pt x="1550187" y="381990"/>
                  </a:lnTo>
                  <a:lnTo>
                    <a:pt x="1550187" y="257543"/>
                  </a:lnTo>
                  <a:close/>
                </a:path>
                <a:path w="1550670" h="2007870">
                  <a:moveTo>
                    <a:pt x="1550187" y="0"/>
                  </a:moveTo>
                  <a:lnTo>
                    <a:pt x="1334147" y="0"/>
                  </a:lnTo>
                  <a:lnTo>
                    <a:pt x="0" y="1672069"/>
                  </a:lnTo>
                  <a:lnTo>
                    <a:pt x="0" y="2007438"/>
                  </a:lnTo>
                  <a:lnTo>
                    <a:pt x="2387" y="2007438"/>
                  </a:lnTo>
                  <a:lnTo>
                    <a:pt x="1550187" y="67741"/>
                  </a:lnTo>
                  <a:lnTo>
                    <a:pt x="1550187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1220216" y="2088228"/>
              <a:ext cx="1473835" cy="866775"/>
            </a:xfrm>
            <a:custGeom>
              <a:avLst/>
              <a:gdLst/>
              <a:ahLst/>
              <a:cxnLst/>
              <a:rect l="l" t="t" r="r" b="b"/>
              <a:pathLst>
                <a:path w="1473835" h="866775">
                  <a:moveTo>
                    <a:pt x="18834" y="0"/>
                  </a:moveTo>
                  <a:lnTo>
                    <a:pt x="0" y="0"/>
                  </a:lnTo>
                  <a:lnTo>
                    <a:pt x="0" y="866749"/>
                  </a:lnTo>
                  <a:lnTo>
                    <a:pt x="18834" y="866749"/>
                  </a:lnTo>
                  <a:lnTo>
                    <a:pt x="18834" y="0"/>
                  </a:lnTo>
                  <a:close/>
                </a:path>
                <a:path w="1473835" h="866775">
                  <a:moveTo>
                    <a:pt x="1473619" y="0"/>
                  </a:moveTo>
                  <a:lnTo>
                    <a:pt x="1456309" y="0"/>
                  </a:lnTo>
                  <a:lnTo>
                    <a:pt x="1456309" y="866749"/>
                  </a:lnTo>
                  <a:lnTo>
                    <a:pt x="1473619" y="866749"/>
                  </a:lnTo>
                  <a:lnTo>
                    <a:pt x="1473619" y="0"/>
                  </a:lnTo>
                  <a:close/>
                </a:path>
              </a:pathLst>
            </a:custGeom>
            <a:solidFill>
              <a:srgbClr val="8F8B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1124395" y="1994536"/>
              <a:ext cx="1663700" cy="93980"/>
            </a:xfrm>
            <a:custGeom>
              <a:avLst/>
              <a:gdLst/>
              <a:ahLst/>
              <a:cxnLst/>
              <a:rect l="l" t="t" r="r" b="b"/>
              <a:pathLst>
                <a:path w="1663700" h="93980">
                  <a:moveTo>
                    <a:pt x="1663488" y="0"/>
                  </a:moveTo>
                  <a:lnTo>
                    <a:pt x="0" y="0"/>
                  </a:lnTo>
                  <a:lnTo>
                    <a:pt x="0" y="93683"/>
                  </a:lnTo>
                  <a:lnTo>
                    <a:pt x="1663488" y="93683"/>
                  </a:lnTo>
                  <a:lnTo>
                    <a:pt x="1663488" y="0"/>
                  </a:lnTo>
                  <a:close/>
                </a:path>
              </a:pathLst>
            </a:custGeom>
            <a:solidFill>
              <a:srgbClr val="AFAC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1124394" y="2126481"/>
              <a:ext cx="1663700" cy="843915"/>
            </a:xfrm>
            <a:custGeom>
              <a:avLst/>
              <a:gdLst/>
              <a:ahLst/>
              <a:cxnLst/>
              <a:rect l="l" t="t" r="r" b="b"/>
              <a:pathLst>
                <a:path w="1663700" h="843914">
                  <a:moveTo>
                    <a:pt x="1663484" y="813409"/>
                  </a:moveTo>
                  <a:lnTo>
                    <a:pt x="0" y="813409"/>
                  </a:lnTo>
                  <a:lnTo>
                    <a:pt x="0" y="843597"/>
                  </a:lnTo>
                  <a:lnTo>
                    <a:pt x="1663484" y="843597"/>
                  </a:lnTo>
                  <a:lnTo>
                    <a:pt x="1663484" y="813409"/>
                  </a:lnTo>
                  <a:close/>
                </a:path>
                <a:path w="1663700" h="843914">
                  <a:moveTo>
                    <a:pt x="1663484" y="766381"/>
                  </a:moveTo>
                  <a:lnTo>
                    <a:pt x="0" y="766381"/>
                  </a:lnTo>
                  <a:lnTo>
                    <a:pt x="0" y="796569"/>
                  </a:lnTo>
                  <a:lnTo>
                    <a:pt x="1663484" y="796569"/>
                  </a:lnTo>
                  <a:lnTo>
                    <a:pt x="1663484" y="766381"/>
                  </a:lnTo>
                  <a:close/>
                </a:path>
                <a:path w="1663700" h="843914">
                  <a:moveTo>
                    <a:pt x="1663484" y="719328"/>
                  </a:moveTo>
                  <a:lnTo>
                    <a:pt x="0" y="719328"/>
                  </a:lnTo>
                  <a:lnTo>
                    <a:pt x="0" y="749515"/>
                  </a:lnTo>
                  <a:lnTo>
                    <a:pt x="1663484" y="749515"/>
                  </a:lnTo>
                  <a:lnTo>
                    <a:pt x="1663484" y="719328"/>
                  </a:lnTo>
                  <a:close/>
                </a:path>
                <a:path w="1663700" h="843914">
                  <a:moveTo>
                    <a:pt x="1663484" y="653948"/>
                  </a:moveTo>
                  <a:lnTo>
                    <a:pt x="0" y="653948"/>
                  </a:lnTo>
                  <a:lnTo>
                    <a:pt x="0" y="684136"/>
                  </a:lnTo>
                  <a:lnTo>
                    <a:pt x="1663484" y="684136"/>
                  </a:lnTo>
                  <a:lnTo>
                    <a:pt x="1663484" y="653948"/>
                  </a:lnTo>
                  <a:close/>
                </a:path>
                <a:path w="1663700" h="843914">
                  <a:moveTo>
                    <a:pt x="1663484" y="588543"/>
                  </a:moveTo>
                  <a:lnTo>
                    <a:pt x="0" y="588543"/>
                  </a:lnTo>
                  <a:lnTo>
                    <a:pt x="0" y="618744"/>
                  </a:lnTo>
                  <a:lnTo>
                    <a:pt x="1663484" y="618744"/>
                  </a:lnTo>
                  <a:lnTo>
                    <a:pt x="1663484" y="588543"/>
                  </a:lnTo>
                  <a:close/>
                </a:path>
                <a:path w="1663700" h="843914">
                  <a:moveTo>
                    <a:pt x="1663484" y="523151"/>
                  </a:moveTo>
                  <a:lnTo>
                    <a:pt x="0" y="523151"/>
                  </a:lnTo>
                  <a:lnTo>
                    <a:pt x="0" y="553339"/>
                  </a:lnTo>
                  <a:lnTo>
                    <a:pt x="1663484" y="553339"/>
                  </a:lnTo>
                  <a:lnTo>
                    <a:pt x="1663484" y="523151"/>
                  </a:lnTo>
                  <a:close/>
                </a:path>
                <a:path w="1663700" h="843914">
                  <a:moveTo>
                    <a:pt x="1663484" y="457746"/>
                  </a:moveTo>
                  <a:lnTo>
                    <a:pt x="0" y="457746"/>
                  </a:lnTo>
                  <a:lnTo>
                    <a:pt x="0" y="487946"/>
                  </a:lnTo>
                  <a:lnTo>
                    <a:pt x="1663484" y="487946"/>
                  </a:lnTo>
                  <a:lnTo>
                    <a:pt x="1663484" y="457746"/>
                  </a:lnTo>
                  <a:close/>
                </a:path>
                <a:path w="1663700" h="843914">
                  <a:moveTo>
                    <a:pt x="1663484" y="392366"/>
                  </a:moveTo>
                  <a:lnTo>
                    <a:pt x="0" y="392366"/>
                  </a:lnTo>
                  <a:lnTo>
                    <a:pt x="0" y="422554"/>
                  </a:lnTo>
                  <a:lnTo>
                    <a:pt x="1663484" y="422554"/>
                  </a:lnTo>
                  <a:lnTo>
                    <a:pt x="1663484" y="392366"/>
                  </a:lnTo>
                  <a:close/>
                </a:path>
                <a:path w="1663700" h="843914">
                  <a:moveTo>
                    <a:pt x="1663484" y="326974"/>
                  </a:moveTo>
                  <a:lnTo>
                    <a:pt x="0" y="326974"/>
                  </a:lnTo>
                  <a:lnTo>
                    <a:pt x="0" y="357162"/>
                  </a:lnTo>
                  <a:lnTo>
                    <a:pt x="1663484" y="357162"/>
                  </a:lnTo>
                  <a:lnTo>
                    <a:pt x="1663484" y="326974"/>
                  </a:lnTo>
                  <a:close/>
                </a:path>
                <a:path w="1663700" h="843914">
                  <a:moveTo>
                    <a:pt x="1663484" y="261581"/>
                  </a:moveTo>
                  <a:lnTo>
                    <a:pt x="0" y="261581"/>
                  </a:lnTo>
                  <a:lnTo>
                    <a:pt x="0" y="291769"/>
                  </a:lnTo>
                  <a:lnTo>
                    <a:pt x="1663484" y="291769"/>
                  </a:lnTo>
                  <a:lnTo>
                    <a:pt x="1663484" y="261581"/>
                  </a:lnTo>
                  <a:close/>
                </a:path>
                <a:path w="1663700" h="843914">
                  <a:moveTo>
                    <a:pt x="1663484" y="196176"/>
                  </a:moveTo>
                  <a:lnTo>
                    <a:pt x="0" y="196176"/>
                  </a:lnTo>
                  <a:lnTo>
                    <a:pt x="0" y="226377"/>
                  </a:lnTo>
                  <a:lnTo>
                    <a:pt x="1663484" y="226377"/>
                  </a:lnTo>
                  <a:lnTo>
                    <a:pt x="1663484" y="196176"/>
                  </a:lnTo>
                  <a:close/>
                </a:path>
                <a:path w="1663700" h="843914">
                  <a:moveTo>
                    <a:pt x="1663484" y="130797"/>
                  </a:moveTo>
                  <a:lnTo>
                    <a:pt x="0" y="130797"/>
                  </a:lnTo>
                  <a:lnTo>
                    <a:pt x="0" y="160985"/>
                  </a:lnTo>
                  <a:lnTo>
                    <a:pt x="1663484" y="160985"/>
                  </a:lnTo>
                  <a:lnTo>
                    <a:pt x="1663484" y="130797"/>
                  </a:lnTo>
                  <a:close/>
                </a:path>
                <a:path w="1663700" h="843914">
                  <a:moveTo>
                    <a:pt x="1663484" y="65392"/>
                  </a:moveTo>
                  <a:lnTo>
                    <a:pt x="0" y="65392"/>
                  </a:lnTo>
                  <a:lnTo>
                    <a:pt x="0" y="95580"/>
                  </a:lnTo>
                  <a:lnTo>
                    <a:pt x="1663484" y="95580"/>
                  </a:lnTo>
                  <a:lnTo>
                    <a:pt x="1663484" y="65392"/>
                  </a:lnTo>
                  <a:close/>
                </a:path>
                <a:path w="1663700" h="843914">
                  <a:moveTo>
                    <a:pt x="1663484" y="0"/>
                  </a:moveTo>
                  <a:lnTo>
                    <a:pt x="0" y="0"/>
                  </a:lnTo>
                  <a:lnTo>
                    <a:pt x="0" y="30187"/>
                  </a:lnTo>
                  <a:lnTo>
                    <a:pt x="1663484" y="30187"/>
                  </a:lnTo>
                  <a:lnTo>
                    <a:pt x="16634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8" name="object 328" descr=""/>
          <p:cNvSpPr/>
          <p:nvPr/>
        </p:nvSpPr>
        <p:spPr>
          <a:xfrm>
            <a:off x="11546523" y="9101004"/>
            <a:ext cx="2552065" cy="824865"/>
          </a:xfrm>
          <a:custGeom>
            <a:avLst/>
            <a:gdLst/>
            <a:ahLst/>
            <a:cxnLst/>
            <a:rect l="l" t="t" r="r" b="b"/>
            <a:pathLst>
              <a:path w="2552065" h="824865">
                <a:moveTo>
                  <a:pt x="2551988" y="0"/>
                </a:moveTo>
                <a:lnTo>
                  <a:pt x="0" y="0"/>
                </a:lnTo>
                <a:lnTo>
                  <a:pt x="0" y="737196"/>
                </a:lnTo>
                <a:lnTo>
                  <a:pt x="0" y="824509"/>
                </a:lnTo>
                <a:lnTo>
                  <a:pt x="2551988" y="824509"/>
                </a:lnTo>
                <a:lnTo>
                  <a:pt x="2551988" y="737196"/>
                </a:lnTo>
                <a:lnTo>
                  <a:pt x="2551988" y="0"/>
                </a:lnTo>
                <a:close/>
              </a:path>
            </a:pathLst>
          </a:custGeom>
          <a:solidFill>
            <a:srgbClr val="0A133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9" name="object 329" descr=""/>
          <p:cNvGrpSpPr/>
          <p:nvPr/>
        </p:nvGrpSpPr>
        <p:grpSpPr>
          <a:xfrm>
            <a:off x="11309928" y="8056382"/>
            <a:ext cx="3025775" cy="2491105"/>
            <a:chOff x="11309928" y="8056382"/>
            <a:chExt cx="3025775" cy="2491105"/>
          </a:xfrm>
        </p:grpSpPr>
        <p:pic>
          <p:nvPicPr>
            <p:cNvPr id="330" name="object 33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2229073" y="8056382"/>
              <a:ext cx="1101327" cy="946112"/>
            </a:xfrm>
            <a:prstGeom prst="rect">
              <a:avLst/>
            </a:prstGeom>
          </p:spPr>
        </p:pic>
        <p:sp>
          <p:nvSpPr>
            <p:cNvPr id="331" name="object 331" descr=""/>
            <p:cNvSpPr/>
            <p:nvPr/>
          </p:nvSpPr>
          <p:spPr>
            <a:xfrm>
              <a:off x="11309928" y="9002982"/>
              <a:ext cx="3025775" cy="98425"/>
            </a:xfrm>
            <a:custGeom>
              <a:avLst/>
              <a:gdLst/>
              <a:ahLst/>
              <a:cxnLst/>
              <a:rect l="l" t="t" r="r" b="b"/>
              <a:pathLst>
                <a:path w="3025775" h="98425">
                  <a:moveTo>
                    <a:pt x="3025195" y="0"/>
                  </a:moveTo>
                  <a:lnTo>
                    <a:pt x="0" y="0"/>
                  </a:lnTo>
                  <a:lnTo>
                    <a:pt x="0" y="98017"/>
                  </a:lnTo>
                  <a:lnTo>
                    <a:pt x="3025195" y="98017"/>
                  </a:lnTo>
                  <a:lnTo>
                    <a:pt x="3025195" y="0"/>
                  </a:lnTo>
                  <a:close/>
                </a:path>
              </a:pathLst>
            </a:custGeom>
            <a:solidFill>
              <a:srgbClr val="6E74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11443780" y="9101003"/>
              <a:ext cx="2757805" cy="1302385"/>
            </a:xfrm>
            <a:custGeom>
              <a:avLst/>
              <a:gdLst/>
              <a:ahLst/>
              <a:cxnLst/>
              <a:rect l="l" t="t" r="r" b="b"/>
              <a:pathLst>
                <a:path w="2757805" h="1302384">
                  <a:moveTo>
                    <a:pt x="2757474" y="12"/>
                  </a:moveTo>
                  <a:lnTo>
                    <a:pt x="2654744" y="12"/>
                  </a:lnTo>
                  <a:lnTo>
                    <a:pt x="102743" y="0"/>
                  </a:lnTo>
                  <a:lnTo>
                    <a:pt x="0" y="12"/>
                  </a:lnTo>
                  <a:lnTo>
                    <a:pt x="0" y="1302296"/>
                  </a:lnTo>
                  <a:lnTo>
                    <a:pt x="102743" y="1302296"/>
                  </a:lnTo>
                  <a:lnTo>
                    <a:pt x="102743" y="145046"/>
                  </a:lnTo>
                  <a:lnTo>
                    <a:pt x="2654731" y="145046"/>
                  </a:lnTo>
                  <a:lnTo>
                    <a:pt x="2654731" y="1302296"/>
                  </a:lnTo>
                  <a:lnTo>
                    <a:pt x="2757474" y="1302296"/>
                  </a:lnTo>
                  <a:lnTo>
                    <a:pt x="2757474" y="12"/>
                  </a:lnTo>
                  <a:close/>
                </a:path>
              </a:pathLst>
            </a:custGeom>
            <a:solidFill>
              <a:srgbClr val="B3AD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1462805" y="9101016"/>
              <a:ext cx="2672080" cy="1302385"/>
            </a:xfrm>
            <a:custGeom>
              <a:avLst/>
              <a:gdLst/>
              <a:ahLst/>
              <a:cxnLst/>
              <a:rect l="l" t="t" r="r" b="b"/>
              <a:pathLst>
                <a:path w="2672080" h="1302384">
                  <a:moveTo>
                    <a:pt x="19024" y="0"/>
                  </a:moveTo>
                  <a:lnTo>
                    <a:pt x="0" y="0"/>
                  </a:lnTo>
                  <a:lnTo>
                    <a:pt x="0" y="1302283"/>
                  </a:lnTo>
                  <a:lnTo>
                    <a:pt x="19024" y="1302283"/>
                  </a:lnTo>
                  <a:lnTo>
                    <a:pt x="19024" y="0"/>
                  </a:lnTo>
                  <a:close/>
                </a:path>
                <a:path w="2672080" h="1302384">
                  <a:moveTo>
                    <a:pt x="2671572" y="0"/>
                  </a:moveTo>
                  <a:lnTo>
                    <a:pt x="2652547" y="0"/>
                  </a:lnTo>
                  <a:lnTo>
                    <a:pt x="2652547" y="1302283"/>
                  </a:lnTo>
                  <a:lnTo>
                    <a:pt x="2671572" y="1302283"/>
                  </a:lnTo>
                  <a:lnTo>
                    <a:pt x="2671572" y="0"/>
                  </a:lnTo>
                  <a:close/>
                </a:path>
              </a:pathLst>
            </a:custGeom>
            <a:solidFill>
              <a:srgbClr val="DFDB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1443788" y="9101000"/>
              <a:ext cx="2757805" cy="73025"/>
            </a:xfrm>
            <a:custGeom>
              <a:avLst/>
              <a:gdLst/>
              <a:ahLst/>
              <a:cxnLst/>
              <a:rect l="l" t="t" r="r" b="b"/>
              <a:pathLst>
                <a:path w="2757805" h="73025">
                  <a:moveTo>
                    <a:pt x="2757476" y="0"/>
                  </a:moveTo>
                  <a:lnTo>
                    <a:pt x="0" y="0"/>
                  </a:lnTo>
                  <a:lnTo>
                    <a:pt x="0" y="72521"/>
                  </a:lnTo>
                  <a:lnTo>
                    <a:pt x="2757476" y="72521"/>
                  </a:lnTo>
                  <a:lnTo>
                    <a:pt x="275747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13246786" y="8875057"/>
              <a:ext cx="621030" cy="115570"/>
            </a:xfrm>
            <a:custGeom>
              <a:avLst/>
              <a:gdLst/>
              <a:ahLst/>
              <a:cxnLst/>
              <a:rect l="l" t="t" r="r" b="b"/>
              <a:pathLst>
                <a:path w="621030" h="115570">
                  <a:moveTo>
                    <a:pt x="566585" y="106692"/>
                  </a:moveTo>
                  <a:lnTo>
                    <a:pt x="564146" y="104254"/>
                  </a:lnTo>
                  <a:lnTo>
                    <a:pt x="2438" y="104254"/>
                  </a:lnTo>
                  <a:lnTo>
                    <a:pt x="0" y="106692"/>
                  </a:lnTo>
                  <a:lnTo>
                    <a:pt x="0" y="112699"/>
                  </a:lnTo>
                  <a:lnTo>
                    <a:pt x="2438" y="115125"/>
                  </a:lnTo>
                  <a:lnTo>
                    <a:pt x="561136" y="115125"/>
                  </a:lnTo>
                  <a:lnTo>
                    <a:pt x="564146" y="115125"/>
                  </a:lnTo>
                  <a:lnTo>
                    <a:pt x="566585" y="112699"/>
                  </a:lnTo>
                  <a:lnTo>
                    <a:pt x="566585" y="106692"/>
                  </a:lnTo>
                  <a:close/>
                </a:path>
                <a:path w="621030" h="115570">
                  <a:moveTo>
                    <a:pt x="620979" y="0"/>
                  </a:moveTo>
                  <a:lnTo>
                    <a:pt x="54406" y="0"/>
                  </a:lnTo>
                  <a:lnTo>
                    <a:pt x="54406" y="6197"/>
                  </a:lnTo>
                  <a:lnTo>
                    <a:pt x="54406" y="10883"/>
                  </a:lnTo>
                  <a:lnTo>
                    <a:pt x="620979" y="10883"/>
                  </a:lnTo>
                  <a:lnTo>
                    <a:pt x="620979" y="6197"/>
                  </a:lnTo>
                  <a:lnTo>
                    <a:pt x="62097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6" name="object 33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429318" y="8637595"/>
              <a:ext cx="176065" cy="365385"/>
            </a:xfrm>
            <a:prstGeom prst="rect">
              <a:avLst/>
            </a:prstGeom>
          </p:spPr>
        </p:pic>
        <p:sp>
          <p:nvSpPr>
            <p:cNvPr id="337" name="object 337" descr=""/>
            <p:cNvSpPr/>
            <p:nvPr/>
          </p:nvSpPr>
          <p:spPr>
            <a:xfrm>
              <a:off x="13696044" y="8792297"/>
              <a:ext cx="370840" cy="89535"/>
            </a:xfrm>
            <a:custGeom>
              <a:avLst/>
              <a:gdLst/>
              <a:ahLst/>
              <a:cxnLst/>
              <a:rect l="l" t="t" r="r" b="b"/>
              <a:pathLst>
                <a:path w="370840" h="89534">
                  <a:moveTo>
                    <a:pt x="370281" y="0"/>
                  </a:moveTo>
                  <a:lnTo>
                    <a:pt x="0" y="0"/>
                  </a:lnTo>
                  <a:lnTo>
                    <a:pt x="0" y="88950"/>
                  </a:lnTo>
                  <a:lnTo>
                    <a:pt x="370281" y="88950"/>
                  </a:lnTo>
                  <a:lnTo>
                    <a:pt x="370281" y="0"/>
                  </a:lnTo>
                  <a:close/>
                </a:path>
              </a:pathLst>
            </a:custGeom>
            <a:solidFill>
              <a:srgbClr val="585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3967702" y="8783579"/>
              <a:ext cx="59690" cy="106680"/>
            </a:xfrm>
            <a:custGeom>
              <a:avLst/>
              <a:gdLst/>
              <a:ahLst/>
              <a:cxnLst/>
              <a:rect l="l" t="t" r="r" b="b"/>
              <a:pathLst>
                <a:path w="59690" h="106679">
                  <a:moveTo>
                    <a:pt x="17449" y="3898"/>
                  </a:moveTo>
                  <a:lnTo>
                    <a:pt x="13538" y="0"/>
                  </a:lnTo>
                  <a:lnTo>
                    <a:pt x="3911" y="0"/>
                  </a:lnTo>
                  <a:lnTo>
                    <a:pt x="0" y="3898"/>
                  </a:lnTo>
                  <a:lnTo>
                    <a:pt x="0" y="97663"/>
                  </a:lnTo>
                  <a:lnTo>
                    <a:pt x="0" y="102489"/>
                  </a:lnTo>
                  <a:lnTo>
                    <a:pt x="3911" y="106387"/>
                  </a:lnTo>
                  <a:lnTo>
                    <a:pt x="13538" y="106387"/>
                  </a:lnTo>
                  <a:lnTo>
                    <a:pt x="17449" y="102489"/>
                  </a:lnTo>
                  <a:lnTo>
                    <a:pt x="17449" y="3898"/>
                  </a:lnTo>
                  <a:close/>
                </a:path>
                <a:path w="59690" h="106679">
                  <a:moveTo>
                    <a:pt x="59397" y="3898"/>
                  </a:moveTo>
                  <a:lnTo>
                    <a:pt x="55486" y="0"/>
                  </a:lnTo>
                  <a:lnTo>
                    <a:pt x="45859" y="0"/>
                  </a:lnTo>
                  <a:lnTo>
                    <a:pt x="41948" y="3898"/>
                  </a:lnTo>
                  <a:lnTo>
                    <a:pt x="41948" y="97663"/>
                  </a:lnTo>
                  <a:lnTo>
                    <a:pt x="41948" y="102489"/>
                  </a:lnTo>
                  <a:lnTo>
                    <a:pt x="45859" y="106387"/>
                  </a:lnTo>
                  <a:lnTo>
                    <a:pt x="55486" y="106387"/>
                  </a:lnTo>
                  <a:lnTo>
                    <a:pt x="59397" y="102489"/>
                  </a:lnTo>
                  <a:lnTo>
                    <a:pt x="59397" y="3898"/>
                  </a:lnTo>
                  <a:close/>
                </a:path>
              </a:pathLst>
            </a:custGeom>
            <a:solidFill>
              <a:srgbClr val="7076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13696044" y="8852421"/>
              <a:ext cx="370840" cy="29209"/>
            </a:xfrm>
            <a:custGeom>
              <a:avLst/>
              <a:gdLst/>
              <a:ahLst/>
              <a:cxnLst/>
              <a:rect l="l" t="t" r="r" b="b"/>
              <a:pathLst>
                <a:path w="370840" h="29209">
                  <a:moveTo>
                    <a:pt x="370281" y="0"/>
                  </a:moveTo>
                  <a:lnTo>
                    <a:pt x="0" y="0"/>
                  </a:lnTo>
                  <a:lnTo>
                    <a:pt x="0" y="28826"/>
                  </a:lnTo>
                  <a:lnTo>
                    <a:pt x="370281" y="28826"/>
                  </a:lnTo>
                  <a:lnTo>
                    <a:pt x="37028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0" name="object 340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3842759" y="8892626"/>
              <a:ext cx="248170" cy="90772"/>
            </a:xfrm>
            <a:prstGeom prst="rect">
              <a:avLst/>
            </a:prstGeom>
          </p:spPr>
        </p:pic>
        <p:sp>
          <p:nvSpPr>
            <p:cNvPr id="341" name="object 341" descr=""/>
            <p:cNvSpPr/>
            <p:nvPr/>
          </p:nvSpPr>
          <p:spPr>
            <a:xfrm>
              <a:off x="13557233" y="8881347"/>
              <a:ext cx="341630" cy="121920"/>
            </a:xfrm>
            <a:custGeom>
              <a:avLst/>
              <a:gdLst/>
              <a:ahLst/>
              <a:cxnLst/>
              <a:rect l="l" t="t" r="r" b="b"/>
              <a:pathLst>
                <a:path w="341630" h="121920">
                  <a:moveTo>
                    <a:pt x="341623" y="0"/>
                  </a:moveTo>
                  <a:lnTo>
                    <a:pt x="60176" y="0"/>
                  </a:lnTo>
                  <a:lnTo>
                    <a:pt x="36752" y="4728"/>
                  </a:lnTo>
                  <a:lnTo>
                    <a:pt x="17625" y="17625"/>
                  </a:lnTo>
                  <a:lnTo>
                    <a:pt x="4728" y="36752"/>
                  </a:lnTo>
                  <a:lnTo>
                    <a:pt x="0" y="60176"/>
                  </a:lnTo>
                  <a:lnTo>
                    <a:pt x="0" y="61390"/>
                  </a:lnTo>
                  <a:lnTo>
                    <a:pt x="4728" y="84814"/>
                  </a:lnTo>
                  <a:lnTo>
                    <a:pt x="17625" y="103941"/>
                  </a:lnTo>
                  <a:lnTo>
                    <a:pt x="36752" y="116838"/>
                  </a:lnTo>
                  <a:lnTo>
                    <a:pt x="60176" y="121566"/>
                  </a:lnTo>
                  <a:lnTo>
                    <a:pt x="341623" y="121566"/>
                  </a:lnTo>
                  <a:lnTo>
                    <a:pt x="341623" y="121357"/>
                  </a:lnTo>
                  <a:lnTo>
                    <a:pt x="319640" y="115580"/>
                  </a:lnTo>
                  <a:lnTo>
                    <a:pt x="301823" y="102533"/>
                  </a:lnTo>
                  <a:lnTo>
                    <a:pt x="289880" y="83906"/>
                  </a:lnTo>
                  <a:lnTo>
                    <a:pt x="285520" y="61390"/>
                  </a:lnTo>
                  <a:lnTo>
                    <a:pt x="285520" y="60176"/>
                  </a:lnTo>
                  <a:lnTo>
                    <a:pt x="289880" y="37664"/>
                  </a:lnTo>
                  <a:lnTo>
                    <a:pt x="301823" y="19037"/>
                  </a:lnTo>
                  <a:lnTo>
                    <a:pt x="319640" y="5987"/>
                  </a:lnTo>
                  <a:lnTo>
                    <a:pt x="341623" y="209"/>
                  </a:lnTo>
                  <a:lnTo>
                    <a:pt x="341623" y="0"/>
                  </a:lnTo>
                  <a:close/>
                </a:path>
              </a:pathLst>
            </a:custGeom>
            <a:solidFill>
              <a:srgbClr val="0A86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3842751" y="8881345"/>
              <a:ext cx="267335" cy="121920"/>
            </a:xfrm>
            <a:custGeom>
              <a:avLst/>
              <a:gdLst/>
              <a:ahLst/>
              <a:cxnLst/>
              <a:rect l="l" t="t" r="r" b="b"/>
              <a:pathLst>
                <a:path w="267334" h="121920">
                  <a:moveTo>
                    <a:pt x="263028" y="0"/>
                  </a:moveTo>
                  <a:lnTo>
                    <a:pt x="60176" y="0"/>
                  </a:lnTo>
                  <a:lnTo>
                    <a:pt x="36752" y="4728"/>
                  </a:lnTo>
                  <a:lnTo>
                    <a:pt x="17625" y="17625"/>
                  </a:lnTo>
                  <a:lnTo>
                    <a:pt x="4728" y="36752"/>
                  </a:lnTo>
                  <a:lnTo>
                    <a:pt x="0" y="60176"/>
                  </a:lnTo>
                  <a:lnTo>
                    <a:pt x="0" y="61390"/>
                  </a:lnTo>
                  <a:lnTo>
                    <a:pt x="4728" y="84814"/>
                  </a:lnTo>
                  <a:lnTo>
                    <a:pt x="17625" y="103941"/>
                  </a:lnTo>
                  <a:lnTo>
                    <a:pt x="36752" y="116838"/>
                  </a:lnTo>
                  <a:lnTo>
                    <a:pt x="60176" y="121566"/>
                  </a:lnTo>
                  <a:lnTo>
                    <a:pt x="262871" y="121566"/>
                  </a:lnTo>
                  <a:lnTo>
                    <a:pt x="267206" y="117232"/>
                  </a:lnTo>
                  <a:lnTo>
                    <a:pt x="267206" y="106342"/>
                  </a:lnTo>
                  <a:lnTo>
                    <a:pt x="262850" y="101996"/>
                  </a:lnTo>
                  <a:lnTo>
                    <a:pt x="60176" y="102719"/>
                  </a:lnTo>
                  <a:lnTo>
                    <a:pt x="44106" y="99465"/>
                  </a:lnTo>
                  <a:lnTo>
                    <a:pt x="30967" y="90599"/>
                  </a:lnTo>
                  <a:lnTo>
                    <a:pt x="22101" y="77460"/>
                  </a:lnTo>
                  <a:lnTo>
                    <a:pt x="18847" y="61390"/>
                  </a:lnTo>
                  <a:lnTo>
                    <a:pt x="18847" y="60176"/>
                  </a:lnTo>
                  <a:lnTo>
                    <a:pt x="22095" y="44088"/>
                  </a:lnTo>
                  <a:lnTo>
                    <a:pt x="30951" y="30951"/>
                  </a:lnTo>
                  <a:lnTo>
                    <a:pt x="44088" y="22095"/>
                  </a:lnTo>
                  <a:lnTo>
                    <a:pt x="60176" y="18847"/>
                  </a:lnTo>
                  <a:lnTo>
                    <a:pt x="263028" y="18847"/>
                  </a:lnTo>
                  <a:lnTo>
                    <a:pt x="267206" y="14669"/>
                  </a:lnTo>
                  <a:lnTo>
                    <a:pt x="267206" y="4177"/>
                  </a:lnTo>
                  <a:lnTo>
                    <a:pt x="263028" y="0"/>
                  </a:lnTo>
                  <a:close/>
                </a:path>
              </a:pathLst>
            </a:custGeom>
            <a:solidFill>
              <a:srgbClr val="139D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11706264" y="8695321"/>
              <a:ext cx="864235" cy="684530"/>
            </a:xfrm>
            <a:custGeom>
              <a:avLst/>
              <a:gdLst/>
              <a:ahLst/>
              <a:cxnLst/>
              <a:rect l="l" t="t" r="r" b="b"/>
              <a:pathLst>
                <a:path w="864234" h="684529">
                  <a:moveTo>
                    <a:pt x="648043" y="0"/>
                  </a:moveTo>
                  <a:lnTo>
                    <a:pt x="216014" y="0"/>
                  </a:lnTo>
                  <a:lnTo>
                    <a:pt x="166483" y="5705"/>
                  </a:lnTo>
                  <a:lnTo>
                    <a:pt x="121015" y="21957"/>
                  </a:lnTo>
                  <a:lnTo>
                    <a:pt x="80906" y="47458"/>
                  </a:lnTo>
                  <a:lnTo>
                    <a:pt x="47454" y="80911"/>
                  </a:lnTo>
                  <a:lnTo>
                    <a:pt x="21955" y="121019"/>
                  </a:lnTo>
                  <a:lnTo>
                    <a:pt x="5704" y="166486"/>
                  </a:lnTo>
                  <a:lnTo>
                    <a:pt x="0" y="216014"/>
                  </a:lnTo>
                  <a:lnTo>
                    <a:pt x="0" y="468362"/>
                  </a:lnTo>
                  <a:lnTo>
                    <a:pt x="5704" y="517890"/>
                  </a:lnTo>
                  <a:lnTo>
                    <a:pt x="21955" y="563355"/>
                  </a:lnTo>
                  <a:lnTo>
                    <a:pt x="47454" y="603461"/>
                  </a:lnTo>
                  <a:lnTo>
                    <a:pt x="80906" y="636912"/>
                  </a:lnTo>
                  <a:lnTo>
                    <a:pt x="121015" y="662411"/>
                  </a:lnTo>
                  <a:lnTo>
                    <a:pt x="166483" y="678661"/>
                  </a:lnTo>
                  <a:lnTo>
                    <a:pt x="216014" y="684366"/>
                  </a:lnTo>
                  <a:lnTo>
                    <a:pt x="648043" y="684366"/>
                  </a:lnTo>
                  <a:lnTo>
                    <a:pt x="697570" y="678661"/>
                  </a:lnTo>
                  <a:lnTo>
                    <a:pt x="743035" y="662411"/>
                  </a:lnTo>
                  <a:lnTo>
                    <a:pt x="783142" y="636912"/>
                  </a:lnTo>
                  <a:lnTo>
                    <a:pt x="816593" y="603461"/>
                  </a:lnTo>
                  <a:lnTo>
                    <a:pt x="842091" y="563355"/>
                  </a:lnTo>
                  <a:lnTo>
                    <a:pt x="858342" y="517890"/>
                  </a:lnTo>
                  <a:lnTo>
                    <a:pt x="864046" y="468362"/>
                  </a:lnTo>
                  <a:lnTo>
                    <a:pt x="864046" y="216014"/>
                  </a:lnTo>
                  <a:lnTo>
                    <a:pt x="858342" y="166486"/>
                  </a:lnTo>
                  <a:lnTo>
                    <a:pt x="842091" y="121019"/>
                  </a:lnTo>
                  <a:lnTo>
                    <a:pt x="816593" y="80911"/>
                  </a:lnTo>
                  <a:lnTo>
                    <a:pt x="783142" y="47458"/>
                  </a:lnTo>
                  <a:lnTo>
                    <a:pt x="743035" y="21957"/>
                  </a:lnTo>
                  <a:lnTo>
                    <a:pt x="697570" y="5705"/>
                  </a:lnTo>
                  <a:lnTo>
                    <a:pt x="648043" y="0"/>
                  </a:lnTo>
                  <a:close/>
                </a:path>
              </a:pathLst>
            </a:custGeom>
            <a:solidFill>
              <a:srgbClr val="7E50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11706267" y="8708675"/>
              <a:ext cx="788035" cy="671195"/>
            </a:xfrm>
            <a:custGeom>
              <a:avLst/>
              <a:gdLst/>
              <a:ahLst/>
              <a:cxnLst/>
              <a:rect l="l" t="t" r="r" b="b"/>
              <a:pathLst>
                <a:path w="788034" h="671195">
                  <a:moveTo>
                    <a:pt x="584704" y="0"/>
                  </a:moveTo>
                  <a:lnTo>
                    <a:pt x="203323" y="0"/>
                  </a:lnTo>
                  <a:lnTo>
                    <a:pt x="156704" y="5369"/>
                  </a:lnTo>
                  <a:lnTo>
                    <a:pt x="113908" y="20664"/>
                  </a:lnTo>
                  <a:lnTo>
                    <a:pt x="76156" y="44665"/>
                  </a:lnTo>
                  <a:lnTo>
                    <a:pt x="44668" y="76151"/>
                  </a:lnTo>
                  <a:lnTo>
                    <a:pt x="20666" y="113903"/>
                  </a:lnTo>
                  <a:lnTo>
                    <a:pt x="5370" y="156700"/>
                  </a:lnTo>
                  <a:lnTo>
                    <a:pt x="0" y="203323"/>
                  </a:lnTo>
                  <a:lnTo>
                    <a:pt x="0" y="467682"/>
                  </a:lnTo>
                  <a:lnTo>
                    <a:pt x="5370" y="514305"/>
                  </a:lnTo>
                  <a:lnTo>
                    <a:pt x="20666" y="557104"/>
                  </a:lnTo>
                  <a:lnTo>
                    <a:pt x="44668" y="594858"/>
                  </a:lnTo>
                  <a:lnTo>
                    <a:pt x="76156" y="626346"/>
                  </a:lnTo>
                  <a:lnTo>
                    <a:pt x="113908" y="650349"/>
                  </a:lnTo>
                  <a:lnTo>
                    <a:pt x="156704" y="665646"/>
                  </a:lnTo>
                  <a:lnTo>
                    <a:pt x="203323" y="671016"/>
                  </a:lnTo>
                  <a:lnTo>
                    <a:pt x="584704" y="671016"/>
                  </a:lnTo>
                  <a:lnTo>
                    <a:pt x="631324" y="665646"/>
                  </a:lnTo>
                  <a:lnTo>
                    <a:pt x="674120" y="650349"/>
                  </a:lnTo>
                  <a:lnTo>
                    <a:pt x="711872" y="626346"/>
                  </a:lnTo>
                  <a:lnTo>
                    <a:pt x="743359" y="594858"/>
                  </a:lnTo>
                  <a:lnTo>
                    <a:pt x="767361" y="557104"/>
                  </a:lnTo>
                  <a:lnTo>
                    <a:pt x="782658" y="514305"/>
                  </a:lnTo>
                  <a:lnTo>
                    <a:pt x="788028" y="467682"/>
                  </a:lnTo>
                  <a:lnTo>
                    <a:pt x="788028" y="203323"/>
                  </a:lnTo>
                  <a:lnTo>
                    <a:pt x="782658" y="156700"/>
                  </a:lnTo>
                  <a:lnTo>
                    <a:pt x="767361" y="113903"/>
                  </a:lnTo>
                  <a:lnTo>
                    <a:pt x="743359" y="76151"/>
                  </a:lnTo>
                  <a:lnTo>
                    <a:pt x="711872" y="44665"/>
                  </a:lnTo>
                  <a:lnTo>
                    <a:pt x="674120" y="20664"/>
                  </a:lnTo>
                  <a:lnTo>
                    <a:pt x="631324" y="5369"/>
                  </a:lnTo>
                  <a:lnTo>
                    <a:pt x="584704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11887987" y="9013976"/>
              <a:ext cx="335280" cy="365760"/>
            </a:xfrm>
            <a:custGeom>
              <a:avLst/>
              <a:gdLst/>
              <a:ahLst/>
              <a:cxnLst/>
              <a:rect l="l" t="t" r="r" b="b"/>
              <a:pathLst>
                <a:path w="335279" h="365759">
                  <a:moveTo>
                    <a:pt x="198130" y="0"/>
                  </a:moveTo>
                  <a:lnTo>
                    <a:pt x="136592" y="0"/>
                  </a:lnTo>
                  <a:lnTo>
                    <a:pt x="93421" y="6963"/>
                  </a:lnTo>
                  <a:lnTo>
                    <a:pt x="55925" y="26353"/>
                  </a:lnTo>
                  <a:lnTo>
                    <a:pt x="26356" y="55920"/>
                  </a:lnTo>
                  <a:lnTo>
                    <a:pt x="6964" y="93417"/>
                  </a:lnTo>
                  <a:lnTo>
                    <a:pt x="0" y="136592"/>
                  </a:lnTo>
                  <a:lnTo>
                    <a:pt x="0" y="312074"/>
                  </a:lnTo>
                  <a:lnTo>
                    <a:pt x="4216" y="332952"/>
                  </a:lnTo>
                  <a:lnTo>
                    <a:pt x="15712" y="350003"/>
                  </a:lnTo>
                  <a:lnTo>
                    <a:pt x="32763" y="361500"/>
                  </a:lnTo>
                  <a:lnTo>
                    <a:pt x="53642" y="365716"/>
                  </a:lnTo>
                  <a:lnTo>
                    <a:pt x="281090" y="365716"/>
                  </a:lnTo>
                  <a:lnTo>
                    <a:pt x="301969" y="361500"/>
                  </a:lnTo>
                  <a:lnTo>
                    <a:pt x="319020" y="350003"/>
                  </a:lnTo>
                  <a:lnTo>
                    <a:pt x="330517" y="332952"/>
                  </a:lnTo>
                  <a:lnTo>
                    <a:pt x="334733" y="312074"/>
                  </a:lnTo>
                  <a:lnTo>
                    <a:pt x="334733" y="136592"/>
                  </a:lnTo>
                  <a:lnTo>
                    <a:pt x="327769" y="93417"/>
                  </a:lnTo>
                  <a:lnTo>
                    <a:pt x="308376" y="55920"/>
                  </a:lnTo>
                  <a:lnTo>
                    <a:pt x="278805" y="26353"/>
                  </a:lnTo>
                  <a:lnTo>
                    <a:pt x="241306" y="6963"/>
                  </a:lnTo>
                  <a:lnTo>
                    <a:pt x="198130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1870087" y="9604032"/>
              <a:ext cx="993140" cy="104775"/>
            </a:xfrm>
            <a:custGeom>
              <a:avLst/>
              <a:gdLst/>
              <a:ahLst/>
              <a:cxnLst/>
              <a:rect l="l" t="t" r="r" b="b"/>
              <a:pathLst>
                <a:path w="993140" h="104775">
                  <a:moveTo>
                    <a:pt x="935961" y="0"/>
                  </a:moveTo>
                  <a:lnTo>
                    <a:pt x="57045" y="0"/>
                  </a:lnTo>
                  <a:lnTo>
                    <a:pt x="34817" y="4475"/>
                  </a:lnTo>
                  <a:lnTo>
                    <a:pt x="16687" y="16687"/>
                  </a:lnTo>
                  <a:lnTo>
                    <a:pt x="4475" y="34817"/>
                  </a:lnTo>
                  <a:lnTo>
                    <a:pt x="0" y="57045"/>
                  </a:lnTo>
                  <a:lnTo>
                    <a:pt x="0" y="104509"/>
                  </a:lnTo>
                  <a:lnTo>
                    <a:pt x="985446" y="104509"/>
                  </a:lnTo>
                  <a:lnTo>
                    <a:pt x="992995" y="96960"/>
                  </a:lnTo>
                  <a:lnTo>
                    <a:pt x="992995" y="57045"/>
                  </a:lnTo>
                  <a:lnTo>
                    <a:pt x="988520" y="34817"/>
                  </a:lnTo>
                  <a:lnTo>
                    <a:pt x="976309" y="16687"/>
                  </a:lnTo>
                  <a:lnTo>
                    <a:pt x="958182" y="4475"/>
                  </a:lnTo>
                  <a:lnTo>
                    <a:pt x="935961" y="0"/>
                  </a:lnTo>
                  <a:close/>
                </a:path>
              </a:pathLst>
            </a:custGeom>
            <a:solidFill>
              <a:srgbClr val="7E50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1870087" y="9708540"/>
              <a:ext cx="993140" cy="130175"/>
            </a:xfrm>
            <a:custGeom>
              <a:avLst/>
              <a:gdLst/>
              <a:ahLst/>
              <a:cxnLst/>
              <a:rect l="l" t="t" r="r" b="b"/>
              <a:pathLst>
                <a:path w="993140" h="130175">
                  <a:moveTo>
                    <a:pt x="985582" y="0"/>
                  </a:moveTo>
                  <a:lnTo>
                    <a:pt x="7549" y="0"/>
                  </a:lnTo>
                  <a:lnTo>
                    <a:pt x="0" y="7549"/>
                  </a:lnTo>
                  <a:lnTo>
                    <a:pt x="0" y="24679"/>
                  </a:lnTo>
                  <a:lnTo>
                    <a:pt x="8260" y="65535"/>
                  </a:lnTo>
                  <a:lnTo>
                    <a:pt x="30780" y="98879"/>
                  </a:lnTo>
                  <a:lnTo>
                    <a:pt x="64171" y="121350"/>
                  </a:lnTo>
                  <a:lnTo>
                    <a:pt x="105043" y="129587"/>
                  </a:lnTo>
                  <a:lnTo>
                    <a:pt x="888088" y="129587"/>
                  </a:lnTo>
                  <a:lnTo>
                    <a:pt x="928939" y="121350"/>
                  </a:lnTo>
                  <a:lnTo>
                    <a:pt x="962283" y="98879"/>
                  </a:lnTo>
                  <a:lnTo>
                    <a:pt x="984757" y="65535"/>
                  </a:lnTo>
                  <a:lnTo>
                    <a:pt x="992995" y="24679"/>
                  </a:lnTo>
                  <a:lnTo>
                    <a:pt x="992995" y="16858"/>
                  </a:lnTo>
                  <a:lnTo>
                    <a:pt x="992995" y="7549"/>
                  </a:lnTo>
                  <a:lnTo>
                    <a:pt x="985582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2280757" y="9900054"/>
              <a:ext cx="116839" cy="144145"/>
            </a:xfrm>
            <a:custGeom>
              <a:avLst/>
              <a:gdLst/>
              <a:ahLst/>
              <a:cxnLst/>
              <a:rect l="l" t="t" r="r" b="b"/>
              <a:pathLst>
                <a:path w="116840" h="144145">
                  <a:moveTo>
                    <a:pt x="0" y="143880"/>
                  </a:moveTo>
                  <a:lnTo>
                    <a:pt x="116321" y="143880"/>
                  </a:lnTo>
                  <a:lnTo>
                    <a:pt x="116321" y="0"/>
                  </a:lnTo>
                  <a:lnTo>
                    <a:pt x="0" y="0"/>
                  </a:lnTo>
                  <a:lnTo>
                    <a:pt x="0" y="14388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12280757" y="9838192"/>
              <a:ext cx="116839" cy="62230"/>
            </a:xfrm>
            <a:custGeom>
              <a:avLst/>
              <a:gdLst/>
              <a:ahLst/>
              <a:cxnLst/>
              <a:rect l="l" t="t" r="r" b="b"/>
              <a:pathLst>
                <a:path w="116840" h="62229">
                  <a:moveTo>
                    <a:pt x="116321" y="0"/>
                  </a:moveTo>
                  <a:lnTo>
                    <a:pt x="0" y="0"/>
                  </a:lnTo>
                  <a:lnTo>
                    <a:pt x="0" y="61861"/>
                  </a:lnTo>
                  <a:lnTo>
                    <a:pt x="116321" y="61861"/>
                  </a:lnTo>
                  <a:lnTo>
                    <a:pt x="11632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11880330" y="10043940"/>
              <a:ext cx="922019" cy="443865"/>
            </a:xfrm>
            <a:custGeom>
              <a:avLst/>
              <a:gdLst/>
              <a:ahLst/>
              <a:cxnLst/>
              <a:rect l="l" t="t" r="r" b="b"/>
              <a:pathLst>
                <a:path w="922020" h="443865">
                  <a:moveTo>
                    <a:pt x="921931" y="383374"/>
                  </a:moveTo>
                  <a:lnTo>
                    <a:pt x="915784" y="337743"/>
                  </a:lnTo>
                  <a:lnTo>
                    <a:pt x="898436" y="296722"/>
                  </a:lnTo>
                  <a:lnTo>
                    <a:pt x="871550" y="261937"/>
                  </a:lnTo>
                  <a:lnTo>
                    <a:pt x="836764" y="235051"/>
                  </a:lnTo>
                  <a:lnTo>
                    <a:pt x="795743" y="217703"/>
                  </a:lnTo>
                  <a:lnTo>
                    <a:pt x="750112" y="211556"/>
                  </a:lnTo>
                  <a:lnTo>
                    <a:pt x="531291" y="211556"/>
                  </a:lnTo>
                  <a:lnTo>
                    <a:pt x="530517" y="211556"/>
                  </a:lnTo>
                  <a:lnTo>
                    <a:pt x="530517" y="0"/>
                  </a:lnTo>
                  <a:lnTo>
                    <a:pt x="388975" y="0"/>
                  </a:lnTo>
                  <a:lnTo>
                    <a:pt x="388975" y="211556"/>
                  </a:lnTo>
                  <a:lnTo>
                    <a:pt x="171818" y="211556"/>
                  </a:lnTo>
                  <a:lnTo>
                    <a:pt x="126199" y="217703"/>
                  </a:lnTo>
                  <a:lnTo>
                    <a:pt x="85166" y="235051"/>
                  </a:lnTo>
                  <a:lnTo>
                    <a:pt x="50380" y="261937"/>
                  </a:lnTo>
                  <a:lnTo>
                    <a:pt x="23495" y="296722"/>
                  </a:lnTo>
                  <a:lnTo>
                    <a:pt x="6146" y="337743"/>
                  </a:lnTo>
                  <a:lnTo>
                    <a:pt x="0" y="383374"/>
                  </a:lnTo>
                  <a:lnTo>
                    <a:pt x="0" y="443407"/>
                  </a:lnTo>
                  <a:lnTo>
                    <a:pt x="66243" y="443407"/>
                  </a:lnTo>
                  <a:lnTo>
                    <a:pt x="66243" y="383374"/>
                  </a:lnTo>
                  <a:lnTo>
                    <a:pt x="74549" y="342315"/>
                  </a:lnTo>
                  <a:lnTo>
                    <a:pt x="97193" y="308762"/>
                  </a:lnTo>
                  <a:lnTo>
                    <a:pt x="130759" y="286118"/>
                  </a:lnTo>
                  <a:lnTo>
                    <a:pt x="171818" y="277799"/>
                  </a:lnTo>
                  <a:lnTo>
                    <a:pt x="260870" y="277799"/>
                  </a:lnTo>
                  <a:lnTo>
                    <a:pt x="238302" y="321411"/>
                  </a:lnTo>
                  <a:lnTo>
                    <a:pt x="230098" y="372110"/>
                  </a:lnTo>
                  <a:lnTo>
                    <a:pt x="230098" y="443407"/>
                  </a:lnTo>
                  <a:lnTo>
                    <a:pt x="296341" y="443407"/>
                  </a:lnTo>
                  <a:lnTo>
                    <a:pt x="296341" y="372110"/>
                  </a:lnTo>
                  <a:lnTo>
                    <a:pt x="303758" y="335432"/>
                  </a:lnTo>
                  <a:lnTo>
                    <a:pt x="323989" y="305460"/>
                  </a:lnTo>
                  <a:lnTo>
                    <a:pt x="353974" y="285229"/>
                  </a:lnTo>
                  <a:lnTo>
                    <a:pt x="390639" y="277799"/>
                  </a:lnTo>
                  <a:lnTo>
                    <a:pt x="531291" y="277799"/>
                  </a:lnTo>
                  <a:lnTo>
                    <a:pt x="567969" y="285229"/>
                  </a:lnTo>
                  <a:lnTo>
                    <a:pt x="597941" y="305460"/>
                  </a:lnTo>
                  <a:lnTo>
                    <a:pt x="618172" y="335432"/>
                  </a:lnTo>
                  <a:lnTo>
                    <a:pt x="625602" y="372110"/>
                  </a:lnTo>
                  <a:lnTo>
                    <a:pt x="625602" y="443407"/>
                  </a:lnTo>
                  <a:lnTo>
                    <a:pt x="691832" y="443407"/>
                  </a:lnTo>
                  <a:lnTo>
                    <a:pt x="691832" y="372110"/>
                  </a:lnTo>
                  <a:lnTo>
                    <a:pt x="683641" y="321411"/>
                  </a:lnTo>
                  <a:lnTo>
                    <a:pt x="661047" y="277799"/>
                  </a:lnTo>
                  <a:lnTo>
                    <a:pt x="750112" y="277799"/>
                  </a:lnTo>
                  <a:lnTo>
                    <a:pt x="791171" y="286118"/>
                  </a:lnTo>
                  <a:lnTo>
                    <a:pt x="824738" y="308762"/>
                  </a:lnTo>
                  <a:lnTo>
                    <a:pt x="847382" y="342315"/>
                  </a:lnTo>
                  <a:lnTo>
                    <a:pt x="855700" y="383374"/>
                  </a:lnTo>
                  <a:lnTo>
                    <a:pt x="855700" y="443407"/>
                  </a:lnTo>
                  <a:lnTo>
                    <a:pt x="921931" y="443407"/>
                  </a:lnTo>
                  <a:lnTo>
                    <a:pt x="921931" y="38337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1" name="object 351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2634528" y="10403944"/>
              <a:ext cx="167733" cy="143526"/>
            </a:xfrm>
            <a:prstGeom prst="rect">
              <a:avLst/>
            </a:prstGeom>
          </p:spPr>
        </p:pic>
        <p:pic>
          <p:nvPicPr>
            <p:cNvPr id="352" name="object 352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2404436" y="10402983"/>
              <a:ext cx="167743" cy="143528"/>
            </a:xfrm>
            <a:prstGeom prst="rect">
              <a:avLst/>
            </a:prstGeom>
          </p:spPr>
        </p:pic>
        <p:pic>
          <p:nvPicPr>
            <p:cNvPr id="353" name="object 353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2008977" y="10403124"/>
              <a:ext cx="167733" cy="143528"/>
            </a:xfrm>
            <a:prstGeom prst="rect">
              <a:avLst/>
            </a:prstGeom>
          </p:spPr>
        </p:pic>
        <p:pic>
          <p:nvPicPr>
            <p:cNvPr id="354" name="object 354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778539" y="10403124"/>
              <a:ext cx="167733" cy="143528"/>
            </a:xfrm>
            <a:prstGeom prst="rect">
              <a:avLst/>
            </a:prstGeom>
          </p:spPr>
        </p:pic>
        <p:sp>
          <p:nvSpPr>
            <p:cNvPr id="355" name="object 355" descr=""/>
            <p:cNvSpPr/>
            <p:nvPr/>
          </p:nvSpPr>
          <p:spPr>
            <a:xfrm>
              <a:off x="12398408" y="9604042"/>
              <a:ext cx="464820" cy="234315"/>
            </a:xfrm>
            <a:custGeom>
              <a:avLst/>
              <a:gdLst/>
              <a:ahLst/>
              <a:cxnLst/>
              <a:rect l="l" t="t" r="r" b="b"/>
              <a:pathLst>
                <a:path w="464820" h="234315">
                  <a:moveTo>
                    <a:pt x="407642" y="0"/>
                  </a:moveTo>
                  <a:lnTo>
                    <a:pt x="31150" y="0"/>
                  </a:lnTo>
                  <a:lnTo>
                    <a:pt x="53376" y="4475"/>
                  </a:lnTo>
                  <a:lnTo>
                    <a:pt x="71503" y="16686"/>
                  </a:lnTo>
                  <a:lnTo>
                    <a:pt x="83712" y="34813"/>
                  </a:lnTo>
                  <a:lnTo>
                    <a:pt x="88185" y="57034"/>
                  </a:lnTo>
                  <a:lnTo>
                    <a:pt x="88185" y="145901"/>
                  </a:lnTo>
                  <a:lnTo>
                    <a:pt x="81252" y="180274"/>
                  </a:lnTo>
                  <a:lnTo>
                    <a:pt x="62347" y="208299"/>
                  </a:lnTo>
                  <a:lnTo>
                    <a:pt x="34315" y="227172"/>
                  </a:lnTo>
                  <a:lnTo>
                    <a:pt x="0" y="234087"/>
                  </a:lnTo>
                  <a:lnTo>
                    <a:pt x="359769" y="234087"/>
                  </a:lnTo>
                  <a:lnTo>
                    <a:pt x="400620" y="225848"/>
                  </a:lnTo>
                  <a:lnTo>
                    <a:pt x="433964" y="203374"/>
                  </a:lnTo>
                  <a:lnTo>
                    <a:pt x="456438" y="170030"/>
                  </a:lnTo>
                  <a:lnTo>
                    <a:pt x="464676" y="129179"/>
                  </a:lnTo>
                  <a:lnTo>
                    <a:pt x="464676" y="112048"/>
                  </a:lnTo>
                  <a:lnTo>
                    <a:pt x="457263" y="104499"/>
                  </a:lnTo>
                  <a:lnTo>
                    <a:pt x="457127" y="104499"/>
                  </a:lnTo>
                  <a:lnTo>
                    <a:pt x="464676" y="96949"/>
                  </a:lnTo>
                  <a:lnTo>
                    <a:pt x="464676" y="57034"/>
                  </a:lnTo>
                  <a:lnTo>
                    <a:pt x="460201" y="34813"/>
                  </a:lnTo>
                  <a:lnTo>
                    <a:pt x="447990" y="16686"/>
                  </a:lnTo>
                  <a:lnTo>
                    <a:pt x="429863" y="4475"/>
                  </a:lnTo>
                  <a:lnTo>
                    <a:pt x="407642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11942260" y="9167659"/>
              <a:ext cx="407670" cy="558165"/>
            </a:xfrm>
            <a:custGeom>
              <a:avLst/>
              <a:gdLst/>
              <a:ahLst/>
              <a:cxnLst/>
              <a:rect l="l" t="t" r="r" b="b"/>
              <a:pathLst>
                <a:path w="407670" h="558165">
                  <a:moveTo>
                    <a:pt x="171806" y="0"/>
                  </a:moveTo>
                  <a:lnTo>
                    <a:pt x="43297" y="0"/>
                  </a:lnTo>
                  <a:lnTo>
                    <a:pt x="26326" y="3550"/>
                  </a:lnTo>
                  <a:lnTo>
                    <a:pt x="12511" y="13211"/>
                  </a:lnTo>
                  <a:lnTo>
                    <a:pt x="3265" y="27493"/>
                  </a:lnTo>
                  <a:lnTo>
                    <a:pt x="0" y="44909"/>
                  </a:lnTo>
                  <a:lnTo>
                    <a:pt x="1520" y="188261"/>
                  </a:lnTo>
                  <a:lnTo>
                    <a:pt x="2771" y="251434"/>
                  </a:lnTo>
                  <a:lnTo>
                    <a:pt x="4867" y="308860"/>
                  </a:lnTo>
                  <a:lnTo>
                    <a:pt x="8198" y="360482"/>
                  </a:lnTo>
                  <a:lnTo>
                    <a:pt x="13151" y="406242"/>
                  </a:lnTo>
                  <a:lnTo>
                    <a:pt x="20116" y="446082"/>
                  </a:lnTo>
                  <a:lnTo>
                    <a:pt x="41633" y="507769"/>
                  </a:lnTo>
                  <a:lnTo>
                    <a:pt x="75858" y="545081"/>
                  </a:lnTo>
                  <a:lnTo>
                    <a:pt x="125901" y="557553"/>
                  </a:lnTo>
                  <a:lnTo>
                    <a:pt x="407390" y="557553"/>
                  </a:lnTo>
                  <a:lnTo>
                    <a:pt x="368979" y="554355"/>
                  </a:lnTo>
                  <a:lnTo>
                    <a:pt x="336161" y="544938"/>
                  </a:lnTo>
                  <a:lnTo>
                    <a:pt x="285507" y="508510"/>
                  </a:lnTo>
                  <a:lnTo>
                    <a:pt x="251832" y="450397"/>
                  </a:lnTo>
                  <a:lnTo>
                    <a:pt x="240238" y="413874"/>
                  </a:lnTo>
                  <a:lnTo>
                    <a:pt x="231542" y="372728"/>
                  </a:lnTo>
                  <a:lnTo>
                    <a:pt x="225293" y="327225"/>
                  </a:lnTo>
                  <a:lnTo>
                    <a:pt x="221043" y="277631"/>
                  </a:lnTo>
                  <a:lnTo>
                    <a:pt x="218342" y="224212"/>
                  </a:lnTo>
                  <a:lnTo>
                    <a:pt x="216741" y="167233"/>
                  </a:lnTo>
                  <a:lnTo>
                    <a:pt x="215790" y="106962"/>
                  </a:lnTo>
                  <a:lnTo>
                    <a:pt x="215040" y="43663"/>
                  </a:lnTo>
                  <a:lnTo>
                    <a:pt x="211481" y="26641"/>
                  </a:lnTo>
                  <a:lnTo>
                    <a:pt x="202175" y="12765"/>
                  </a:lnTo>
                  <a:lnTo>
                    <a:pt x="188493" y="3422"/>
                  </a:lnTo>
                  <a:lnTo>
                    <a:pt x="171806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12073612" y="9167659"/>
              <a:ext cx="207645" cy="556895"/>
            </a:xfrm>
            <a:custGeom>
              <a:avLst/>
              <a:gdLst/>
              <a:ahLst/>
              <a:cxnLst/>
              <a:rect l="l" t="t" r="r" b="b"/>
              <a:pathLst>
                <a:path w="207645" h="556895">
                  <a:moveTo>
                    <a:pt x="40459" y="0"/>
                  </a:moveTo>
                  <a:lnTo>
                    <a:pt x="0" y="0"/>
                  </a:lnTo>
                  <a:lnTo>
                    <a:pt x="16687" y="3422"/>
                  </a:lnTo>
                  <a:lnTo>
                    <a:pt x="30369" y="12765"/>
                  </a:lnTo>
                  <a:lnTo>
                    <a:pt x="39675" y="26641"/>
                  </a:lnTo>
                  <a:lnTo>
                    <a:pt x="43234" y="43663"/>
                  </a:lnTo>
                  <a:lnTo>
                    <a:pt x="44395" y="171541"/>
                  </a:lnTo>
                  <a:lnTo>
                    <a:pt x="45357" y="230287"/>
                  </a:lnTo>
                  <a:lnTo>
                    <a:pt x="47243" y="285175"/>
                  </a:lnTo>
                  <a:lnTo>
                    <a:pt x="50555" y="335910"/>
                  </a:lnTo>
                  <a:lnTo>
                    <a:pt x="55795" y="382194"/>
                  </a:lnTo>
                  <a:lnTo>
                    <a:pt x="63465" y="423732"/>
                  </a:lnTo>
                  <a:lnTo>
                    <a:pt x="88107" y="491381"/>
                  </a:lnTo>
                  <a:lnTo>
                    <a:pt x="128497" y="536485"/>
                  </a:lnTo>
                  <a:lnTo>
                    <a:pt x="188653" y="556674"/>
                  </a:lnTo>
                  <a:lnTo>
                    <a:pt x="195714" y="555848"/>
                  </a:lnTo>
                  <a:lnTo>
                    <a:pt x="201611" y="552349"/>
                  </a:lnTo>
                  <a:lnTo>
                    <a:pt x="205655" y="546808"/>
                  </a:lnTo>
                  <a:lnTo>
                    <a:pt x="207155" y="539522"/>
                  </a:lnTo>
                  <a:lnTo>
                    <a:pt x="207155" y="531114"/>
                  </a:lnTo>
                  <a:lnTo>
                    <a:pt x="200904" y="524162"/>
                  </a:lnTo>
                  <a:lnTo>
                    <a:pt x="192580" y="522968"/>
                  </a:lnTo>
                  <a:lnTo>
                    <a:pt x="166741" y="514972"/>
                  </a:lnTo>
                  <a:lnTo>
                    <a:pt x="128382" y="475916"/>
                  </a:lnTo>
                  <a:lnTo>
                    <a:pt x="104652" y="407537"/>
                  </a:lnTo>
                  <a:lnTo>
                    <a:pt x="97100" y="362889"/>
                  </a:lnTo>
                  <a:lnTo>
                    <a:pt x="91797" y="311556"/>
                  </a:lnTo>
                  <a:lnTo>
                    <a:pt x="88273" y="253752"/>
                  </a:lnTo>
                  <a:lnTo>
                    <a:pt x="86059" y="189692"/>
                  </a:lnTo>
                  <a:lnTo>
                    <a:pt x="84686" y="119590"/>
                  </a:lnTo>
                  <a:lnTo>
                    <a:pt x="83683" y="43663"/>
                  </a:lnTo>
                  <a:lnTo>
                    <a:pt x="80129" y="26641"/>
                  </a:lnTo>
                  <a:lnTo>
                    <a:pt x="70823" y="12765"/>
                  </a:lnTo>
                  <a:lnTo>
                    <a:pt x="57142" y="3422"/>
                  </a:lnTo>
                  <a:lnTo>
                    <a:pt x="40459" y="0"/>
                  </a:lnTo>
                  <a:close/>
                </a:path>
              </a:pathLst>
            </a:custGeom>
            <a:solidFill>
              <a:srgbClr val="8B8B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11432109" y="10403299"/>
              <a:ext cx="2781300" cy="52705"/>
            </a:xfrm>
            <a:custGeom>
              <a:avLst/>
              <a:gdLst/>
              <a:ahLst/>
              <a:cxnLst/>
              <a:rect l="l" t="t" r="r" b="b"/>
              <a:pathLst>
                <a:path w="2781300" h="52704">
                  <a:moveTo>
                    <a:pt x="126085" y="0"/>
                  </a:moveTo>
                  <a:lnTo>
                    <a:pt x="0" y="0"/>
                  </a:lnTo>
                  <a:lnTo>
                    <a:pt x="0" y="52184"/>
                  </a:lnTo>
                  <a:lnTo>
                    <a:pt x="126085" y="52184"/>
                  </a:lnTo>
                  <a:lnTo>
                    <a:pt x="126085" y="0"/>
                  </a:lnTo>
                  <a:close/>
                </a:path>
                <a:path w="2781300" h="52704">
                  <a:moveTo>
                    <a:pt x="2780830" y="0"/>
                  </a:moveTo>
                  <a:lnTo>
                    <a:pt x="2654731" y="0"/>
                  </a:lnTo>
                  <a:lnTo>
                    <a:pt x="2654731" y="52184"/>
                  </a:lnTo>
                  <a:lnTo>
                    <a:pt x="2780830" y="52184"/>
                  </a:lnTo>
                  <a:lnTo>
                    <a:pt x="278083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13161945" y="8947460"/>
              <a:ext cx="34290" cy="34290"/>
            </a:xfrm>
            <a:custGeom>
              <a:avLst/>
              <a:gdLst/>
              <a:ahLst/>
              <a:cxnLst/>
              <a:rect l="l" t="t" r="r" b="b"/>
              <a:pathLst>
                <a:path w="34290" h="34290">
                  <a:moveTo>
                    <a:pt x="26501" y="0"/>
                  </a:moveTo>
                  <a:lnTo>
                    <a:pt x="7643" y="0"/>
                  </a:lnTo>
                  <a:lnTo>
                    <a:pt x="0" y="7643"/>
                  </a:lnTo>
                  <a:lnTo>
                    <a:pt x="0" y="26501"/>
                  </a:lnTo>
                  <a:lnTo>
                    <a:pt x="7643" y="34135"/>
                  </a:lnTo>
                  <a:lnTo>
                    <a:pt x="26501" y="34135"/>
                  </a:lnTo>
                  <a:lnTo>
                    <a:pt x="34145" y="26501"/>
                  </a:lnTo>
                  <a:lnTo>
                    <a:pt x="34145" y="17067"/>
                  </a:lnTo>
                  <a:lnTo>
                    <a:pt x="34145" y="7643"/>
                  </a:lnTo>
                  <a:lnTo>
                    <a:pt x="26501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13149741" y="8941163"/>
              <a:ext cx="177800" cy="62230"/>
            </a:xfrm>
            <a:custGeom>
              <a:avLst/>
              <a:gdLst/>
              <a:ahLst/>
              <a:cxnLst/>
              <a:rect l="l" t="t" r="r" b="b"/>
              <a:pathLst>
                <a:path w="177800" h="62229">
                  <a:moveTo>
                    <a:pt x="126857" y="0"/>
                  </a:moveTo>
                  <a:lnTo>
                    <a:pt x="80858" y="0"/>
                  </a:lnTo>
                  <a:lnTo>
                    <a:pt x="69571" y="617"/>
                  </a:lnTo>
                  <a:lnTo>
                    <a:pt x="28558" y="14215"/>
                  </a:lnTo>
                  <a:lnTo>
                    <a:pt x="0" y="43131"/>
                  </a:lnTo>
                  <a:lnTo>
                    <a:pt x="1285" y="52014"/>
                  </a:lnTo>
                  <a:lnTo>
                    <a:pt x="6984" y="58948"/>
                  </a:lnTo>
                  <a:lnTo>
                    <a:pt x="16138" y="61746"/>
                  </a:lnTo>
                  <a:lnTo>
                    <a:pt x="172489" y="61746"/>
                  </a:lnTo>
                  <a:lnTo>
                    <a:pt x="177285" y="56961"/>
                  </a:lnTo>
                  <a:lnTo>
                    <a:pt x="177285" y="51045"/>
                  </a:lnTo>
                  <a:lnTo>
                    <a:pt x="177285" y="50427"/>
                  </a:lnTo>
                  <a:lnTo>
                    <a:pt x="173322" y="30798"/>
                  </a:lnTo>
                  <a:lnTo>
                    <a:pt x="162515" y="14769"/>
                  </a:lnTo>
                  <a:lnTo>
                    <a:pt x="146487" y="3962"/>
                  </a:lnTo>
                  <a:lnTo>
                    <a:pt x="12685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13149743" y="8950622"/>
              <a:ext cx="60960" cy="52705"/>
            </a:xfrm>
            <a:custGeom>
              <a:avLst/>
              <a:gdLst/>
              <a:ahLst/>
              <a:cxnLst/>
              <a:rect l="l" t="t" r="r" b="b"/>
              <a:pathLst>
                <a:path w="60959" h="52704">
                  <a:moveTo>
                    <a:pt x="37651" y="0"/>
                  </a:moveTo>
                  <a:lnTo>
                    <a:pt x="4647" y="24292"/>
                  </a:lnTo>
                  <a:lnTo>
                    <a:pt x="0" y="33672"/>
                  </a:lnTo>
                  <a:lnTo>
                    <a:pt x="1283" y="42554"/>
                  </a:lnTo>
                  <a:lnTo>
                    <a:pt x="6984" y="49492"/>
                  </a:lnTo>
                  <a:lnTo>
                    <a:pt x="16144" y="52291"/>
                  </a:lnTo>
                  <a:lnTo>
                    <a:pt x="60645" y="52291"/>
                  </a:lnTo>
                  <a:lnTo>
                    <a:pt x="57964" y="37758"/>
                  </a:lnTo>
                  <a:lnTo>
                    <a:pt x="53110" y="24060"/>
                  </a:lnTo>
                  <a:lnTo>
                    <a:pt x="46275" y="11405"/>
                  </a:lnTo>
                  <a:lnTo>
                    <a:pt x="37651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2" name="object 362" descr=""/>
          <p:cNvGrpSpPr/>
          <p:nvPr/>
        </p:nvGrpSpPr>
        <p:grpSpPr>
          <a:xfrm>
            <a:off x="16297555" y="3744964"/>
            <a:ext cx="1878330" cy="2834640"/>
            <a:chOff x="16297555" y="3744964"/>
            <a:chExt cx="1878330" cy="2834640"/>
          </a:xfrm>
        </p:grpSpPr>
        <p:sp>
          <p:nvSpPr>
            <p:cNvPr id="363" name="object 363" descr=""/>
            <p:cNvSpPr/>
            <p:nvPr/>
          </p:nvSpPr>
          <p:spPr>
            <a:xfrm>
              <a:off x="16297555" y="3744964"/>
              <a:ext cx="934085" cy="2834640"/>
            </a:xfrm>
            <a:custGeom>
              <a:avLst/>
              <a:gdLst/>
              <a:ahLst/>
              <a:cxnLst/>
              <a:rect l="l" t="t" r="r" b="b"/>
              <a:pathLst>
                <a:path w="934084" h="2834640">
                  <a:moveTo>
                    <a:pt x="933762" y="0"/>
                  </a:moveTo>
                  <a:lnTo>
                    <a:pt x="0" y="0"/>
                  </a:lnTo>
                  <a:lnTo>
                    <a:pt x="0" y="2834039"/>
                  </a:lnTo>
                  <a:lnTo>
                    <a:pt x="933762" y="2834039"/>
                  </a:lnTo>
                  <a:lnTo>
                    <a:pt x="933762" y="0"/>
                  </a:lnTo>
                  <a:close/>
                </a:path>
              </a:pathLst>
            </a:custGeom>
            <a:solidFill>
              <a:srgbClr val="6E74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16358454" y="5379228"/>
              <a:ext cx="812165" cy="1139190"/>
            </a:xfrm>
            <a:custGeom>
              <a:avLst/>
              <a:gdLst/>
              <a:ahLst/>
              <a:cxnLst/>
              <a:rect l="l" t="t" r="r" b="b"/>
              <a:pathLst>
                <a:path w="812165" h="1139190">
                  <a:moveTo>
                    <a:pt x="811954" y="0"/>
                  </a:moveTo>
                  <a:lnTo>
                    <a:pt x="0" y="0"/>
                  </a:lnTo>
                  <a:lnTo>
                    <a:pt x="0" y="1138876"/>
                  </a:lnTo>
                  <a:lnTo>
                    <a:pt x="811954" y="1138876"/>
                  </a:lnTo>
                  <a:lnTo>
                    <a:pt x="811954" y="0"/>
                  </a:lnTo>
                  <a:close/>
                </a:path>
              </a:pathLst>
            </a:custGeom>
            <a:solidFill>
              <a:srgbClr val="8B90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16358451" y="5379230"/>
              <a:ext cx="812165" cy="1139190"/>
            </a:xfrm>
            <a:custGeom>
              <a:avLst/>
              <a:gdLst/>
              <a:ahLst/>
              <a:cxnLst/>
              <a:rect l="l" t="t" r="r" b="b"/>
              <a:pathLst>
                <a:path w="812165" h="1139190">
                  <a:moveTo>
                    <a:pt x="811949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796734" y="15240"/>
                  </a:lnTo>
                  <a:lnTo>
                    <a:pt x="796734" y="1139190"/>
                  </a:lnTo>
                  <a:lnTo>
                    <a:pt x="811949" y="1139190"/>
                  </a:lnTo>
                  <a:lnTo>
                    <a:pt x="811949" y="15240"/>
                  </a:lnTo>
                  <a:lnTo>
                    <a:pt x="81194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6" name="object 366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7025400" y="5458571"/>
              <a:ext cx="91007" cy="89407"/>
            </a:xfrm>
            <a:prstGeom prst="rect">
              <a:avLst/>
            </a:prstGeom>
          </p:spPr>
        </p:pic>
        <p:sp>
          <p:nvSpPr>
            <p:cNvPr id="367" name="object 367" descr=""/>
            <p:cNvSpPr/>
            <p:nvPr/>
          </p:nvSpPr>
          <p:spPr>
            <a:xfrm>
              <a:off x="16358454" y="3803517"/>
              <a:ext cx="812165" cy="713740"/>
            </a:xfrm>
            <a:custGeom>
              <a:avLst/>
              <a:gdLst/>
              <a:ahLst/>
              <a:cxnLst/>
              <a:rect l="l" t="t" r="r" b="b"/>
              <a:pathLst>
                <a:path w="812165" h="713739">
                  <a:moveTo>
                    <a:pt x="811954" y="0"/>
                  </a:moveTo>
                  <a:lnTo>
                    <a:pt x="0" y="0"/>
                  </a:lnTo>
                  <a:lnTo>
                    <a:pt x="0" y="713559"/>
                  </a:lnTo>
                  <a:lnTo>
                    <a:pt x="811954" y="713559"/>
                  </a:lnTo>
                  <a:lnTo>
                    <a:pt x="811954" y="0"/>
                  </a:lnTo>
                  <a:close/>
                </a:path>
              </a:pathLst>
            </a:custGeom>
            <a:solidFill>
              <a:srgbClr val="8B90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16358451" y="3803503"/>
              <a:ext cx="812165" cy="713740"/>
            </a:xfrm>
            <a:custGeom>
              <a:avLst/>
              <a:gdLst/>
              <a:ahLst/>
              <a:cxnLst/>
              <a:rect l="l" t="t" r="r" b="b"/>
              <a:pathLst>
                <a:path w="812165" h="713739">
                  <a:moveTo>
                    <a:pt x="811949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796734" y="15240"/>
                  </a:lnTo>
                  <a:lnTo>
                    <a:pt x="796734" y="713740"/>
                  </a:lnTo>
                  <a:lnTo>
                    <a:pt x="811949" y="713740"/>
                  </a:lnTo>
                  <a:lnTo>
                    <a:pt x="811949" y="15240"/>
                  </a:lnTo>
                  <a:lnTo>
                    <a:pt x="81194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9" name="object 369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7025400" y="3882857"/>
              <a:ext cx="91007" cy="89407"/>
            </a:xfrm>
            <a:prstGeom prst="rect">
              <a:avLst/>
            </a:prstGeom>
          </p:spPr>
        </p:pic>
        <p:sp>
          <p:nvSpPr>
            <p:cNvPr id="370" name="object 370" descr=""/>
            <p:cNvSpPr/>
            <p:nvPr/>
          </p:nvSpPr>
          <p:spPr>
            <a:xfrm>
              <a:off x="16358454" y="4586163"/>
              <a:ext cx="812165" cy="724535"/>
            </a:xfrm>
            <a:custGeom>
              <a:avLst/>
              <a:gdLst/>
              <a:ahLst/>
              <a:cxnLst/>
              <a:rect l="l" t="t" r="r" b="b"/>
              <a:pathLst>
                <a:path w="812165" h="724535">
                  <a:moveTo>
                    <a:pt x="811954" y="0"/>
                  </a:moveTo>
                  <a:lnTo>
                    <a:pt x="0" y="0"/>
                  </a:lnTo>
                  <a:lnTo>
                    <a:pt x="0" y="723988"/>
                  </a:lnTo>
                  <a:lnTo>
                    <a:pt x="811954" y="723988"/>
                  </a:lnTo>
                  <a:lnTo>
                    <a:pt x="811954" y="0"/>
                  </a:lnTo>
                  <a:close/>
                </a:path>
              </a:pathLst>
            </a:custGeom>
            <a:solidFill>
              <a:srgbClr val="8B90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16358451" y="4586153"/>
              <a:ext cx="812165" cy="723900"/>
            </a:xfrm>
            <a:custGeom>
              <a:avLst/>
              <a:gdLst/>
              <a:ahLst/>
              <a:cxnLst/>
              <a:rect l="l" t="t" r="r" b="b"/>
              <a:pathLst>
                <a:path w="812165" h="723900">
                  <a:moveTo>
                    <a:pt x="811961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796734" y="15240"/>
                  </a:lnTo>
                  <a:lnTo>
                    <a:pt x="796734" y="723900"/>
                  </a:lnTo>
                  <a:lnTo>
                    <a:pt x="811961" y="723900"/>
                  </a:lnTo>
                  <a:lnTo>
                    <a:pt x="811961" y="15240"/>
                  </a:lnTo>
                  <a:lnTo>
                    <a:pt x="81196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2" name="object 372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7025404" y="4665497"/>
              <a:ext cx="91005" cy="89410"/>
            </a:xfrm>
            <a:prstGeom prst="rect">
              <a:avLst/>
            </a:prstGeom>
          </p:spPr>
        </p:pic>
        <p:sp>
          <p:nvSpPr>
            <p:cNvPr id="373" name="object 373" descr=""/>
            <p:cNvSpPr/>
            <p:nvPr/>
          </p:nvSpPr>
          <p:spPr>
            <a:xfrm>
              <a:off x="17242071" y="3744964"/>
              <a:ext cx="934085" cy="2834640"/>
            </a:xfrm>
            <a:custGeom>
              <a:avLst/>
              <a:gdLst/>
              <a:ahLst/>
              <a:cxnLst/>
              <a:rect l="l" t="t" r="r" b="b"/>
              <a:pathLst>
                <a:path w="934084" h="2834640">
                  <a:moveTo>
                    <a:pt x="933762" y="0"/>
                  </a:moveTo>
                  <a:lnTo>
                    <a:pt x="0" y="0"/>
                  </a:lnTo>
                  <a:lnTo>
                    <a:pt x="0" y="2834039"/>
                  </a:lnTo>
                  <a:lnTo>
                    <a:pt x="933762" y="2834039"/>
                  </a:lnTo>
                  <a:lnTo>
                    <a:pt x="933762" y="0"/>
                  </a:lnTo>
                  <a:close/>
                </a:path>
              </a:pathLst>
            </a:custGeom>
            <a:solidFill>
              <a:srgbClr val="6E74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17302975" y="3805865"/>
              <a:ext cx="812165" cy="1504315"/>
            </a:xfrm>
            <a:custGeom>
              <a:avLst/>
              <a:gdLst/>
              <a:ahLst/>
              <a:cxnLst/>
              <a:rect l="l" t="t" r="r" b="b"/>
              <a:pathLst>
                <a:path w="812165" h="1504314">
                  <a:moveTo>
                    <a:pt x="811949" y="780300"/>
                  </a:moveTo>
                  <a:lnTo>
                    <a:pt x="0" y="780300"/>
                  </a:lnTo>
                  <a:lnTo>
                    <a:pt x="0" y="1504276"/>
                  </a:lnTo>
                  <a:lnTo>
                    <a:pt x="811949" y="1504276"/>
                  </a:lnTo>
                  <a:lnTo>
                    <a:pt x="811949" y="780300"/>
                  </a:lnTo>
                  <a:close/>
                </a:path>
                <a:path w="812165" h="1504314">
                  <a:moveTo>
                    <a:pt x="811949" y="0"/>
                  </a:moveTo>
                  <a:lnTo>
                    <a:pt x="0" y="0"/>
                  </a:lnTo>
                  <a:lnTo>
                    <a:pt x="0" y="711212"/>
                  </a:lnTo>
                  <a:lnTo>
                    <a:pt x="811949" y="711212"/>
                  </a:lnTo>
                  <a:lnTo>
                    <a:pt x="811949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17988373" y="3980035"/>
              <a:ext cx="127000" cy="537210"/>
            </a:xfrm>
            <a:custGeom>
              <a:avLst/>
              <a:gdLst/>
              <a:ahLst/>
              <a:cxnLst/>
              <a:rect l="l" t="t" r="r" b="b"/>
              <a:pathLst>
                <a:path w="127000" h="537210">
                  <a:moveTo>
                    <a:pt x="126561" y="0"/>
                  </a:moveTo>
                  <a:lnTo>
                    <a:pt x="0" y="0"/>
                  </a:lnTo>
                  <a:lnTo>
                    <a:pt x="0" y="537041"/>
                  </a:lnTo>
                  <a:lnTo>
                    <a:pt x="126561" y="537041"/>
                  </a:lnTo>
                  <a:lnTo>
                    <a:pt x="126561" y="0"/>
                  </a:lnTo>
                  <a:close/>
                </a:path>
              </a:pathLst>
            </a:custGeom>
            <a:solidFill>
              <a:srgbClr val="21A7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18001304" y="4418242"/>
              <a:ext cx="100965" cy="58419"/>
            </a:xfrm>
            <a:custGeom>
              <a:avLst/>
              <a:gdLst/>
              <a:ahLst/>
              <a:cxnLst/>
              <a:rect l="l" t="t" r="r" b="b"/>
              <a:pathLst>
                <a:path w="100965" h="58420">
                  <a:moveTo>
                    <a:pt x="100708" y="0"/>
                  </a:moveTo>
                  <a:lnTo>
                    <a:pt x="0" y="0"/>
                  </a:lnTo>
                  <a:lnTo>
                    <a:pt x="0" y="58144"/>
                  </a:lnTo>
                  <a:lnTo>
                    <a:pt x="100708" y="58144"/>
                  </a:lnTo>
                  <a:lnTo>
                    <a:pt x="100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17988374" y="3980035"/>
              <a:ext cx="127000" cy="537210"/>
            </a:xfrm>
            <a:custGeom>
              <a:avLst/>
              <a:gdLst/>
              <a:ahLst/>
              <a:cxnLst/>
              <a:rect l="l" t="t" r="r" b="b"/>
              <a:pathLst>
                <a:path w="127000" h="537210">
                  <a:moveTo>
                    <a:pt x="126561" y="0"/>
                  </a:moveTo>
                  <a:lnTo>
                    <a:pt x="0" y="537041"/>
                  </a:lnTo>
                  <a:lnTo>
                    <a:pt x="126561" y="537041"/>
                  </a:lnTo>
                  <a:lnTo>
                    <a:pt x="12656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17849361" y="3980035"/>
              <a:ext cx="127000" cy="537210"/>
            </a:xfrm>
            <a:custGeom>
              <a:avLst/>
              <a:gdLst/>
              <a:ahLst/>
              <a:cxnLst/>
              <a:rect l="l" t="t" r="r" b="b"/>
              <a:pathLst>
                <a:path w="127000" h="537210">
                  <a:moveTo>
                    <a:pt x="126561" y="0"/>
                  </a:moveTo>
                  <a:lnTo>
                    <a:pt x="0" y="0"/>
                  </a:lnTo>
                  <a:lnTo>
                    <a:pt x="0" y="537041"/>
                  </a:lnTo>
                  <a:lnTo>
                    <a:pt x="126561" y="537041"/>
                  </a:lnTo>
                  <a:lnTo>
                    <a:pt x="126561" y="0"/>
                  </a:lnTo>
                  <a:close/>
                </a:path>
              </a:pathLst>
            </a:custGeom>
            <a:solidFill>
              <a:srgbClr val="21A7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17862293" y="4418242"/>
              <a:ext cx="100965" cy="58419"/>
            </a:xfrm>
            <a:custGeom>
              <a:avLst/>
              <a:gdLst/>
              <a:ahLst/>
              <a:cxnLst/>
              <a:rect l="l" t="t" r="r" b="b"/>
              <a:pathLst>
                <a:path w="100965" h="58420">
                  <a:moveTo>
                    <a:pt x="100708" y="0"/>
                  </a:moveTo>
                  <a:lnTo>
                    <a:pt x="0" y="0"/>
                  </a:lnTo>
                  <a:lnTo>
                    <a:pt x="0" y="58144"/>
                  </a:lnTo>
                  <a:lnTo>
                    <a:pt x="100708" y="58144"/>
                  </a:lnTo>
                  <a:lnTo>
                    <a:pt x="100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17849362" y="3980035"/>
              <a:ext cx="127000" cy="537210"/>
            </a:xfrm>
            <a:custGeom>
              <a:avLst/>
              <a:gdLst/>
              <a:ahLst/>
              <a:cxnLst/>
              <a:rect l="l" t="t" r="r" b="b"/>
              <a:pathLst>
                <a:path w="127000" h="537210">
                  <a:moveTo>
                    <a:pt x="126561" y="0"/>
                  </a:moveTo>
                  <a:lnTo>
                    <a:pt x="0" y="537041"/>
                  </a:lnTo>
                  <a:lnTo>
                    <a:pt x="126561" y="537041"/>
                  </a:lnTo>
                  <a:lnTo>
                    <a:pt x="12656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17708957" y="3980035"/>
              <a:ext cx="127000" cy="537210"/>
            </a:xfrm>
            <a:custGeom>
              <a:avLst/>
              <a:gdLst/>
              <a:ahLst/>
              <a:cxnLst/>
              <a:rect l="l" t="t" r="r" b="b"/>
              <a:pathLst>
                <a:path w="127000" h="537210">
                  <a:moveTo>
                    <a:pt x="126561" y="0"/>
                  </a:moveTo>
                  <a:lnTo>
                    <a:pt x="0" y="0"/>
                  </a:lnTo>
                  <a:lnTo>
                    <a:pt x="0" y="537041"/>
                  </a:lnTo>
                  <a:lnTo>
                    <a:pt x="126561" y="537041"/>
                  </a:lnTo>
                  <a:lnTo>
                    <a:pt x="126561" y="0"/>
                  </a:lnTo>
                  <a:close/>
                </a:path>
              </a:pathLst>
            </a:custGeom>
            <a:solidFill>
              <a:srgbClr val="3E8A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17721878" y="4418242"/>
              <a:ext cx="100965" cy="58419"/>
            </a:xfrm>
            <a:custGeom>
              <a:avLst/>
              <a:gdLst/>
              <a:ahLst/>
              <a:cxnLst/>
              <a:rect l="l" t="t" r="r" b="b"/>
              <a:pathLst>
                <a:path w="100965" h="58420">
                  <a:moveTo>
                    <a:pt x="100708" y="0"/>
                  </a:moveTo>
                  <a:lnTo>
                    <a:pt x="0" y="0"/>
                  </a:lnTo>
                  <a:lnTo>
                    <a:pt x="0" y="58144"/>
                  </a:lnTo>
                  <a:lnTo>
                    <a:pt x="100708" y="58144"/>
                  </a:lnTo>
                  <a:lnTo>
                    <a:pt x="100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17708955" y="3980035"/>
              <a:ext cx="127000" cy="537210"/>
            </a:xfrm>
            <a:custGeom>
              <a:avLst/>
              <a:gdLst/>
              <a:ahLst/>
              <a:cxnLst/>
              <a:rect l="l" t="t" r="r" b="b"/>
              <a:pathLst>
                <a:path w="127000" h="537210">
                  <a:moveTo>
                    <a:pt x="126561" y="0"/>
                  </a:moveTo>
                  <a:lnTo>
                    <a:pt x="0" y="537041"/>
                  </a:lnTo>
                  <a:lnTo>
                    <a:pt x="126561" y="537041"/>
                  </a:lnTo>
                  <a:lnTo>
                    <a:pt x="12656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17981158" y="4743845"/>
              <a:ext cx="133985" cy="567055"/>
            </a:xfrm>
            <a:custGeom>
              <a:avLst/>
              <a:gdLst/>
              <a:ahLst/>
              <a:cxnLst/>
              <a:rect l="l" t="t" r="r" b="b"/>
              <a:pathLst>
                <a:path w="133984" h="567054">
                  <a:moveTo>
                    <a:pt x="133776" y="0"/>
                  </a:moveTo>
                  <a:lnTo>
                    <a:pt x="0" y="0"/>
                  </a:lnTo>
                  <a:lnTo>
                    <a:pt x="0" y="566715"/>
                  </a:lnTo>
                  <a:lnTo>
                    <a:pt x="133776" y="566715"/>
                  </a:lnTo>
                  <a:lnTo>
                    <a:pt x="133776" y="0"/>
                  </a:lnTo>
                  <a:close/>
                </a:path>
              </a:pathLst>
            </a:custGeom>
            <a:solidFill>
              <a:srgbClr val="3E8A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17994823" y="4773383"/>
              <a:ext cx="106680" cy="222885"/>
            </a:xfrm>
            <a:custGeom>
              <a:avLst/>
              <a:gdLst/>
              <a:ahLst/>
              <a:cxnLst/>
              <a:rect l="l" t="t" r="r" b="b"/>
              <a:pathLst>
                <a:path w="106680" h="222885">
                  <a:moveTo>
                    <a:pt x="106447" y="0"/>
                  </a:moveTo>
                  <a:lnTo>
                    <a:pt x="0" y="0"/>
                  </a:lnTo>
                  <a:lnTo>
                    <a:pt x="0" y="222265"/>
                  </a:lnTo>
                  <a:lnTo>
                    <a:pt x="106447" y="222265"/>
                  </a:lnTo>
                  <a:lnTo>
                    <a:pt x="1064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17981160" y="4738539"/>
              <a:ext cx="133985" cy="567055"/>
            </a:xfrm>
            <a:custGeom>
              <a:avLst/>
              <a:gdLst/>
              <a:ahLst/>
              <a:cxnLst/>
              <a:rect l="l" t="t" r="r" b="b"/>
              <a:pathLst>
                <a:path w="133984" h="567054">
                  <a:moveTo>
                    <a:pt x="133776" y="0"/>
                  </a:moveTo>
                  <a:lnTo>
                    <a:pt x="0" y="566726"/>
                  </a:lnTo>
                  <a:lnTo>
                    <a:pt x="133776" y="566726"/>
                  </a:lnTo>
                  <a:lnTo>
                    <a:pt x="13377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7" name="object 387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8002136" y="5191074"/>
              <a:ext cx="91829" cy="91745"/>
            </a:xfrm>
            <a:prstGeom prst="rect">
              <a:avLst/>
            </a:prstGeom>
          </p:spPr>
        </p:pic>
        <p:sp>
          <p:nvSpPr>
            <p:cNvPr id="388" name="object 388" descr=""/>
            <p:cNvSpPr/>
            <p:nvPr/>
          </p:nvSpPr>
          <p:spPr>
            <a:xfrm>
              <a:off x="18005425" y="4794636"/>
              <a:ext cx="85725" cy="81280"/>
            </a:xfrm>
            <a:custGeom>
              <a:avLst/>
              <a:gdLst/>
              <a:ahLst/>
              <a:cxnLst/>
              <a:rect l="l" t="t" r="r" b="b"/>
              <a:pathLst>
                <a:path w="85725" h="81279">
                  <a:moveTo>
                    <a:pt x="85242" y="65163"/>
                  </a:moveTo>
                  <a:lnTo>
                    <a:pt x="0" y="65163"/>
                  </a:lnTo>
                  <a:lnTo>
                    <a:pt x="0" y="80733"/>
                  </a:lnTo>
                  <a:lnTo>
                    <a:pt x="85242" y="80733"/>
                  </a:lnTo>
                  <a:lnTo>
                    <a:pt x="85242" y="65163"/>
                  </a:lnTo>
                  <a:close/>
                </a:path>
                <a:path w="85725" h="81279">
                  <a:moveTo>
                    <a:pt x="85242" y="32588"/>
                  </a:moveTo>
                  <a:lnTo>
                    <a:pt x="0" y="32588"/>
                  </a:lnTo>
                  <a:lnTo>
                    <a:pt x="0" y="48158"/>
                  </a:lnTo>
                  <a:lnTo>
                    <a:pt x="85242" y="48158"/>
                  </a:lnTo>
                  <a:lnTo>
                    <a:pt x="85242" y="32588"/>
                  </a:lnTo>
                  <a:close/>
                </a:path>
                <a:path w="85725" h="81279">
                  <a:moveTo>
                    <a:pt x="85242" y="0"/>
                  </a:moveTo>
                  <a:lnTo>
                    <a:pt x="0" y="0"/>
                  </a:lnTo>
                  <a:lnTo>
                    <a:pt x="0" y="15582"/>
                  </a:lnTo>
                  <a:lnTo>
                    <a:pt x="85242" y="15582"/>
                  </a:lnTo>
                  <a:lnTo>
                    <a:pt x="85242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17708517" y="4746504"/>
              <a:ext cx="133985" cy="567055"/>
            </a:xfrm>
            <a:custGeom>
              <a:avLst/>
              <a:gdLst/>
              <a:ahLst/>
              <a:cxnLst/>
              <a:rect l="l" t="t" r="r" b="b"/>
              <a:pathLst>
                <a:path w="133984" h="567054">
                  <a:moveTo>
                    <a:pt x="133776" y="0"/>
                  </a:moveTo>
                  <a:lnTo>
                    <a:pt x="0" y="0"/>
                  </a:lnTo>
                  <a:lnTo>
                    <a:pt x="0" y="566726"/>
                  </a:lnTo>
                  <a:lnTo>
                    <a:pt x="133776" y="566726"/>
                  </a:lnTo>
                  <a:lnTo>
                    <a:pt x="133776" y="0"/>
                  </a:lnTo>
                  <a:close/>
                </a:path>
              </a:pathLst>
            </a:custGeom>
            <a:solidFill>
              <a:srgbClr val="21A7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17722182" y="4776042"/>
              <a:ext cx="106680" cy="222885"/>
            </a:xfrm>
            <a:custGeom>
              <a:avLst/>
              <a:gdLst/>
              <a:ahLst/>
              <a:cxnLst/>
              <a:rect l="l" t="t" r="r" b="b"/>
              <a:pathLst>
                <a:path w="106680" h="222885">
                  <a:moveTo>
                    <a:pt x="106447" y="0"/>
                  </a:moveTo>
                  <a:lnTo>
                    <a:pt x="0" y="0"/>
                  </a:lnTo>
                  <a:lnTo>
                    <a:pt x="0" y="222275"/>
                  </a:lnTo>
                  <a:lnTo>
                    <a:pt x="106447" y="222275"/>
                  </a:lnTo>
                  <a:lnTo>
                    <a:pt x="1064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17708520" y="4741193"/>
              <a:ext cx="133985" cy="567055"/>
            </a:xfrm>
            <a:custGeom>
              <a:avLst/>
              <a:gdLst/>
              <a:ahLst/>
              <a:cxnLst/>
              <a:rect l="l" t="t" r="r" b="b"/>
              <a:pathLst>
                <a:path w="133984" h="567054">
                  <a:moveTo>
                    <a:pt x="133776" y="0"/>
                  </a:moveTo>
                  <a:lnTo>
                    <a:pt x="0" y="566715"/>
                  </a:lnTo>
                  <a:lnTo>
                    <a:pt x="133776" y="566715"/>
                  </a:lnTo>
                  <a:lnTo>
                    <a:pt x="13377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2" name="object 39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729496" y="5193726"/>
              <a:ext cx="91829" cy="91745"/>
            </a:xfrm>
            <a:prstGeom prst="rect">
              <a:avLst/>
            </a:prstGeom>
          </p:spPr>
        </p:pic>
        <p:sp>
          <p:nvSpPr>
            <p:cNvPr id="393" name="object 393" descr=""/>
            <p:cNvSpPr/>
            <p:nvPr/>
          </p:nvSpPr>
          <p:spPr>
            <a:xfrm>
              <a:off x="17732781" y="4797291"/>
              <a:ext cx="85725" cy="81280"/>
            </a:xfrm>
            <a:custGeom>
              <a:avLst/>
              <a:gdLst/>
              <a:ahLst/>
              <a:cxnLst/>
              <a:rect l="l" t="t" r="r" b="b"/>
              <a:pathLst>
                <a:path w="85725" h="81279">
                  <a:moveTo>
                    <a:pt x="85242" y="65163"/>
                  </a:moveTo>
                  <a:lnTo>
                    <a:pt x="0" y="65163"/>
                  </a:lnTo>
                  <a:lnTo>
                    <a:pt x="0" y="80746"/>
                  </a:lnTo>
                  <a:lnTo>
                    <a:pt x="85242" y="80746"/>
                  </a:lnTo>
                  <a:lnTo>
                    <a:pt x="85242" y="65163"/>
                  </a:lnTo>
                  <a:close/>
                </a:path>
                <a:path w="85725" h="81279">
                  <a:moveTo>
                    <a:pt x="85242" y="32575"/>
                  </a:moveTo>
                  <a:lnTo>
                    <a:pt x="0" y="32575"/>
                  </a:lnTo>
                  <a:lnTo>
                    <a:pt x="0" y="48158"/>
                  </a:lnTo>
                  <a:lnTo>
                    <a:pt x="85242" y="48158"/>
                  </a:lnTo>
                  <a:lnTo>
                    <a:pt x="85242" y="32575"/>
                  </a:lnTo>
                  <a:close/>
                </a:path>
                <a:path w="85725" h="81279">
                  <a:moveTo>
                    <a:pt x="85242" y="0"/>
                  </a:moveTo>
                  <a:lnTo>
                    <a:pt x="0" y="0"/>
                  </a:lnTo>
                  <a:lnTo>
                    <a:pt x="0" y="15582"/>
                  </a:lnTo>
                  <a:lnTo>
                    <a:pt x="85242" y="15582"/>
                  </a:lnTo>
                  <a:lnTo>
                    <a:pt x="85242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17846576" y="4743845"/>
              <a:ext cx="133985" cy="567055"/>
            </a:xfrm>
            <a:custGeom>
              <a:avLst/>
              <a:gdLst/>
              <a:ahLst/>
              <a:cxnLst/>
              <a:rect l="l" t="t" r="r" b="b"/>
              <a:pathLst>
                <a:path w="133984" h="567054">
                  <a:moveTo>
                    <a:pt x="133776" y="0"/>
                  </a:moveTo>
                  <a:lnTo>
                    <a:pt x="0" y="0"/>
                  </a:lnTo>
                  <a:lnTo>
                    <a:pt x="0" y="566715"/>
                  </a:lnTo>
                  <a:lnTo>
                    <a:pt x="133776" y="566715"/>
                  </a:lnTo>
                  <a:lnTo>
                    <a:pt x="133776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17860241" y="4773383"/>
              <a:ext cx="106680" cy="222885"/>
            </a:xfrm>
            <a:custGeom>
              <a:avLst/>
              <a:gdLst/>
              <a:ahLst/>
              <a:cxnLst/>
              <a:rect l="l" t="t" r="r" b="b"/>
              <a:pathLst>
                <a:path w="106680" h="222885">
                  <a:moveTo>
                    <a:pt x="106447" y="0"/>
                  </a:moveTo>
                  <a:lnTo>
                    <a:pt x="0" y="0"/>
                  </a:lnTo>
                  <a:lnTo>
                    <a:pt x="0" y="222265"/>
                  </a:lnTo>
                  <a:lnTo>
                    <a:pt x="106447" y="222265"/>
                  </a:lnTo>
                  <a:lnTo>
                    <a:pt x="1064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17846577" y="4743849"/>
              <a:ext cx="133985" cy="567055"/>
            </a:xfrm>
            <a:custGeom>
              <a:avLst/>
              <a:gdLst/>
              <a:ahLst/>
              <a:cxnLst/>
              <a:rect l="l" t="t" r="r" b="b"/>
              <a:pathLst>
                <a:path w="133984" h="567054">
                  <a:moveTo>
                    <a:pt x="133776" y="0"/>
                  </a:moveTo>
                  <a:lnTo>
                    <a:pt x="0" y="566715"/>
                  </a:lnTo>
                  <a:lnTo>
                    <a:pt x="133776" y="566715"/>
                  </a:lnTo>
                  <a:lnTo>
                    <a:pt x="13377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7" name="object 397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7867552" y="5191074"/>
              <a:ext cx="91829" cy="91745"/>
            </a:xfrm>
            <a:prstGeom prst="rect">
              <a:avLst/>
            </a:prstGeom>
          </p:spPr>
        </p:pic>
        <p:sp>
          <p:nvSpPr>
            <p:cNvPr id="398" name="object 398" descr=""/>
            <p:cNvSpPr/>
            <p:nvPr/>
          </p:nvSpPr>
          <p:spPr>
            <a:xfrm>
              <a:off x="17870843" y="4794636"/>
              <a:ext cx="85725" cy="81280"/>
            </a:xfrm>
            <a:custGeom>
              <a:avLst/>
              <a:gdLst/>
              <a:ahLst/>
              <a:cxnLst/>
              <a:rect l="l" t="t" r="r" b="b"/>
              <a:pathLst>
                <a:path w="85725" h="81279">
                  <a:moveTo>
                    <a:pt x="85242" y="65163"/>
                  </a:moveTo>
                  <a:lnTo>
                    <a:pt x="0" y="65163"/>
                  </a:lnTo>
                  <a:lnTo>
                    <a:pt x="0" y="80733"/>
                  </a:lnTo>
                  <a:lnTo>
                    <a:pt x="85242" y="80733"/>
                  </a:lnTo>
                  <a:lnTo>
                    <a:pt x="85242" y="65163"/>
                  </a:lnTo>
                  <a:close/>
                </a:path>
                <a:path w="85725" h="81279">
                  <a:moveTo>
                    <a:pt x="85242" y="32588"/>
                  </a:moveTo>
                  <a:lnTo>
                    <a:pt x="0" y="32588"/>
                  </a:lnTo>
                  <a:lnTo>
                    <a:pt x="0" y="48158"/>
                  </a:lnTo>
                  <a:lnTo>
                    <a:pt x="85242" y="48158"/>
                  </a:lnTo>
                  <a:lnTo>
                    <a:pt x="85242" y="32588"/>
                  </a:lnTo>
                  <a:close/>
                </a:path>
                <a:path w="85725" h="81279">
                  <a:moveTo>
                    <a:pt x="85242" y="0"/>
                  </a:moveTo>
                  <a:lnTo>
                    <a:pt x="0" y="0"/>
                  </a:lnTo>
                  <a:lnTo>
                    <a:pt x="0" y="15582"/>
                  </a:lnTo>
                  <a:lnTo>
                    <a:pt x="85242" y="15582"/>
                  </a:lnTo>
                  <a:lnTo>
                    <a:pt x="85242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17302980" y="5379228"/>
              <a:ext cx="812165" cy="1139190"/>
            </a:xfrm>
            <a:custGeom>
              <a:avLst/>
              <a:gdLst/>
              <a:ahLst/>
              <a:cxnLst/>
              <a:rect l="l" t="t" r="r" b="b"/>
              <a:pathLst>
                <a:path w="812165" h="1139190">
                  <a:moveTo>
                    <a:pt x="811954" y="0"/>
                  </a:moveTo>
                  <a:lnTo>
                    <a:pt x="0" y="0"/>
                  </a:lnTo>
                  <a:lnTo>
                    <a:pt x="0" y="1138876"/>
                  </a:lnTo>
                  <a:lnTo>
                    <a:pt x="811954" y="1138876"/>
                  </a:lnTo>
                  <a:lnTo>
                    <a:pt x="811954" y="0"/>
                  </a:lnTo>
                  <a:close/>
                </a:path>
              </a:pathLst>
            </a:custGeom>
            <a:solidFill>
              <a:srgbClr val="8B90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17302975" y="5379230"/>
              <a:ext cx="812165" cy="1139190"/>
            </a:xfrm>
            <a:custGeom>
              <a:avLst/>
              <a:gdLst/>
              <a:ahLst/>
              <a:cxnLst/>
              <a:rect l="l" t="t" r="r" b="b"/>
              <a:pathLst>
                <a:path w="812165" h="1139190">
                  <a:moveTo>
                    <a:pt x="811949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1139190"/>
                  </a:lnTo>
                  <a:lnTo>
                    <a:pt x="15214" y="1139190"/>
                  </a:lnTo>
                  <a:lnTo>
                    <a:pt x="15214" y="15240"/>
                  </a:lnTo>
                  <a:lnTo>
                    <a:pt x="811949" y="15240"/>
                  </a:lnTo>
                  <a:lnTo>
                    <a:pt x="81194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1" name="object 401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7356979" y="5458571"/>
              <a:ext cx="91007" cy="89407"/>
            </a:xfrm>
            <a:prstGeom prst="rect">
              <a:avLst/>
            </a:prstGeom>
          </p:spPr>
        </p:pic>
        <p:sp>
          <p:nvSpPr>
            <p:cNvPr id="402" name="object 402" descr=""/>
            <p:cNvSpPr/>
            <p:nvPr/>
          </p:nvSpPr>
          <p:spPr>
            <a:xfrm>
              <a:off x="17544543" y="4021741"/>
              <a:ext cx="62865" cy="495300"/>
            </a:xfrm>
            <a:custGeom>
              <a:avLst/>
              <a:gdLst/>
              <a:ahLst/>
              <a:cxnLst/>
              <a:rect l="l" t="t" r="r" b="b"/>
              <a:pathLst>
                <a:path w="62865" h="495300">
                  <a:moveTo>
                    <a:pt x="62343" y="0"/>
                  </a:moveTo>
                  <a:lnTo>
                    <a:pt x="0" y="0"/>
                  </a:lnTo>
                  <a:lnTo>
                    <a:pt x="0" y="494812"/>
                  </a:lnTo>
                  <a:lnTo>
                    <a:pt x="62343" y="494812"/>
                  </a:lnTo>
                  <a:lnTo>
                    <a:pt x="62343" y="0"/>
                  </a:lnTo>
                  <a:close/>
                </a:path>
              </a:pathLst>
            </a:custGeom>
            <a:solidFill>
              <a:srgbClr val="0A9E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17544542" y="4099299"/>
              <a:ext cx="62865" cy="355600"/>
            </a:xfrm>
            <a:custGeom>
              <a:avLst/>
              <a:gdLst/>
              <a:ahLst/>
              <a:cxnLst/>
              <a:rect l="l" t="t" r="r" b="b"/>
              <a:pathLst>
                <a:path w="62865" h="355600">
                  <a:moveTo>
                    <a:pt x="48742" y="0"/>
                  </a:moveTo>
                  <a:lnTo>
                    <a:pt x="12801" y="0"/>
                  </a:lnTo>
                  <a:lnTo>
                    <a:pt x="12801" y="140246"/>
                  </a:lnTo>
                  <a:lnTo>
                    <a:pt x="48742" y="140246"/>
                  </a:lnTo>
                  <a:lnTo>
                    <a:pt x="48742" y="0"/>
                  </a:lnTo>
                  <a:close/>
                </a:path>
                <a:path w="62865" h="355600">
                  <a:moveTo>
                    <a:pt x="62344" y="326923"/>
                  </a:moveTo>
                  <a:lnTo>
                    <a:pt x="0" y="326923"/>
                  </a:lnTo>
                  <a:lnTo>
                    <a:pt x="0" y="355066"/>
                  </a:lnTo>
                  <a:lnTo>
                    <a:pt x="62344" y="355066"/>
                  </a:lnTo>
                  <a:lnTo>
                    <a:pt x="62344" y="326923"/>
                  </a:lnTo>
                  <a:close/>
                </a:path>
              </a:pathLst>
            </a:custGeom>
            <a:solidFill>
              <a:srgbClr val="DBDDD0">
                <a:alpha val="50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17510387" y="3992464"/>
              <a:ext cx="34290" cy="524510"/>
            </a:xfrm>
            <a:custGeom>
              <a:avLst/>
              <a:gdLst/>
              <a:ahLst/>
              <a:cxnLst/>
              <a:rect l="l" t="t" r="r" b="b"/>
              <a:pathLst>
                <a:path w="34290" h="524510">
                  <a:moveTo>
                    <a:pt x="34145" y="0"/>
                  </a:moveTo>
                  <a:lnTo>
                    <a:pt x="0" y="0"/>
                  </a:lnTo>
                  <a:lnTo>
                    <a:pt x="0" y="524088"/>
                  </a:lnTo>
                  <a:lnTo>
                    <a:pt x="34145" y="524088"/>
                  </a:lnTo>
                  <a:lnTo>
                    <a:pt x="34145" y="0"/>
                  </a:lnTo>
                  <a:close/>
                </a:path>
              </a:pathLst>
            </a:custGeom>
            <a:solidFill>
              <a:srgbClr val="4646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17516502" y="3992464"/>
              <a:ext cx="22225" cy="524510"/>
            </a:xfrm>
            <a:custGeom>
              <a:avLst/>
              <a:gdLst/>
              <a:ahLst/>
              <a:cxnLst/>
              <a:rect l="l" t="t" r="r" b="b"/>
              <a:pathLst>
                <a:path w="22225" h="524510">
                  <a:moveTo>
                    <a:pt x="21926" y="0"/>
                  </a:moveTo>
                  <a:lnTo>
                    <a:pt x="0" y="0"/>
                  </a:lnTo>
                  <a:lnTo>
                    <a:pt x="0" y="524088"/>
                  </a:lnTo>
                  <a:lnTo>
                    <a:pt x="21926" y="524088"/>
                  </a:lnTo>
                  <a:lnTo>
                    <a:pt x="21926" y="0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17398443" y="4018694"/>
              <a:ext cx="112395" cy="345440"/>
            </a:xfrm>
            <a:custGeom>
              <a:avLst/>
              <a:gdLst/>
              <a:ahLst/>
              <a:cxnLst/>
              <a:rect l="l" t="t" r="r" b="b"/>
              <a:pathLst>
                <a:path w="112394" h="345439">
                  <a:moveTo>
                    <a:pt x="0" y="345277"/>
                  </a:moveTo>
                  <a:lnTo>
                    <a:pt x="111954" y="345277"/>
                  </a:lnTo>
                  <a:lnTo>
                    <a:pt x="111954" y="0"/>
                  </a:lnTo>
                  <a:lnTo>
                    <a:pt x="0" y="0"/>
                  </a:lnTo>
                  <a:lnTo>
                    <a:pt x="0" y="345277"/>
                  </a:lnTo>
                  <a:close/>
                </a:path>
              </a:pathLst>
            </a:custGeom>
            <a:solidFill>
              <a:srgbClr val="8F92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17398441" y="4047152"/>
              <a:ext cx="112395" cy="469900"/>
            </a:xfrm>
            <a:custGeom>
              <a:avLst/>
              <a:gdLst/>
              <a:ahLst/>
              <a:cxnLst/>
              <a:rect l="l" t="t" r="r" b="b"/>
              <a:pathLst>
                <a:path w="112394" h="469900">
                  <a:moveTo>
                    <a:pt x="111950" y="316826"/>
                  </a:moveTo>
                  <a:lnTo>
                    <a:pt x="0" y="316826"/>
                  </a:lnTo>
                  <a:lnTo>
                    <a:pt x="0" y="469404"/>
                  </a:lnTo>
                  <a:lnTo>
                    <a:pt x="111950" y="469404"/>
                  </a:lnTo>
                  <a:lnTo>
                    <a:pt x="111950" y="316826"/>
                  </a:lnTo>
                  <a:close/>
                </a:path>
                <a:path w="112394" h="469900">
                  <a:moveTo>
                    <a:pt x="111950" y="0"/>
                  </a:moveTo>
                  <a:lnTo>
                    <a:pt x="0" y="0"/>
                  </a:lnTo>
                  <a:lnTo>
                    <a:pt x="0" y="8763"/>
                  </a:lnTo>
                  <a:lnTo>
                    <a:pt x="111950" y="8763"/>
                  </a:lnTo>
                  <a:lnTo>
                    <a:pt x="111950" y="0"/>
                  </a:lnTo>
                  <a:close/>
                </a:path>
              </a:pathLst>
            </a:custGeom>
            <a:solidFill>
              <a:srgbClr val="373C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17431521" y="4064556"/>
              <a:ext cx="46355" cy="275590"/>
            </a:xfrm>
            <a:custGeom>
              <a:avLst/>
              <a:gdLst/>
              <a:ahLst/>
              <a:cxnLst/>
              <a:rect l="l" t="t" r="r" b="b"/>
              <a:pathLst>
                <a:path w="46355" h="275589">
                  <a:moveTo>
                    <a:pt x="45799" y="0"/>
                  </a:moveTo>
                  <a:lnTo>
                    <a:pt x="0" y="0"/>
                  </a:lnTo>
                  <a:lnTo>
                    <a:pt x="0" y="275017"/>
                  </a:lnTo>
                  <a:lnTo>
                    <a:pt x="45799" y="275017"/>
                  </a:lnTo>
                  <a:lnTo>
                    <a:pt x="45799" y="0"/>
                  </a:lnTo>
                  <a:close/>
                </a:path>
              </a:pathLst>
            </a:custGeom>
            <a:solidFill>
              <a:srgbClr val="767A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17371344" y="4064546"/>
              <a:ext cx="27305" cy="452120"/>
            </a:xfrm>
            <a:custGeom>
              <a:avLst/>
              <a:gdLst/>
              <a:ahLst/>
              <a:cxnLst/>
              <a:rect l="l" t="t" r="r" b="b"/>
              <a:pathLst>
                <a:path w="27305" h="452120">
                  <a:moveTo>
                    <a:pt x="27098" y="0"/>
                  </a:moveTo>
                  <a:lnTo>
                    <a:pt x="0" y="0"/>
                  </a:lnTo>
                  <a:lnTo>
                    <a:pt x="0" y="452007"/>
                  </a:lnTo>
                  <a:lnTo>
                    <a:pt x="27098" y="452007"/>
                  </a:lnTo>
                  <a:lnTo>
                    <a:pt x="27098" y="0"/>
                  </a:lnTo>
                  <a:close/>
                </a:path>
              </a:pathLst>
            </a:custGeom>
            <a:solidFill>
              <a:srgbClr val="29AB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17302980" y="4060033"/>
              <a:ext cx="68580" cy="456565"/>
            </a:xfrm>
            <a:custGeom>
              <a:avLst/>
              <a:gdLst/>
              <a:ahLst/>
              <a:cxnLst/>
              <a:rect l="l" t="t" r="r" b="b"/>
              <a:pathLst>
                <a:path w="68580" h="456564">
                  <a:moveTo>
                    <a:pt x="0" y="456520"/>
                  </a:moveTo>
                  <a:lnTo>
                    <a:pt x="68364" y="456520"/>
                  </a:lnTo>
                  <a:lnTo>
                    <a:pt x="68364" y="0"/>
                  </a:lnTo>
                  <a:lnTo>
                    <a:pt x="0" y="0"/>
                  </a:lnTo>
                  <a:lnTo>
                    <a:pt x="0" y="456520"/>
                  </a:lnTo>
                  <a:close/>
                </a:path>
              </a:pathLst>
            </a:custGeom>
            <a:solidFill>
              <a:srgbClr val="C8CA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17302975" y="4004392"/>
              <a:ext cx="68580" cy="480059"/>
            </a:xfrm>
            <a:custGeom>
              <a:avLst/>
              <a:gdLst/>
              <a:ahLst/>
              <a:cxnLst/>
              <a:rect l="l" t="t" r="r" b="b"/>
              <a:pathLst>
                <a:path w="68580" h="480060">
                  <a:moveTo>
                    <a:pt x="68364" y="458825"/>
                  </a:moveTo>
                  <a:lnTo>
                    <a:pt x="0" y="458825"/>
                  </a:lnTo>
                  <a:lnTo>
                    <a:pt x="0" y="479653"/>
                  </a:lnTo>
                  <a:lnTo>
                    <a:pt x="68364" y="479653"/>
                  </a:lnTo>
                  <a:lnTo>
                    <a:pt x="68364" y="458825"/>
                  </a:lnTo>
                  <a:close/>
                </a:path>
                <a:path w="68580" h="480060">
                  <a:moveTo>
                    <a:pt x="68364" y="0"/>
                  </a:moveTo>
                  <a:lnTo>
                    <a:pt x="0" y="0"/>
                  </a:lnTo>
                  <a:lnTo>
                    <a:pt x="0" y="55651"/>
                  </a:lnTo>
                  <a:lnTo>
                    <a:pt x="68364" y="55651"/>
                  </a:lnTo>
                  <a:lnTo>
                    <a:pt x="68364" y="0"/>
                  </a:lnTo>
                  <a:close/>
                </a:path>
              </a:pathLst>
            </a:custGeom>
            <a:solidFill>
              <a:srgbClr val="9194A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2" name="object 412" descr=""/>
          <p:cNvGrpSpPr/>
          <p:nvPr/>
        </p:nvGrpSpPr>
        <p:grpSpPr>
          <a:xfrm>
            <a:off x="916904" y="5308445"/>
            <a:ext cx="827405" cy="1104900"/>
            <a:chOff x="916904" y="5308445"/>
            <a:chExt cx="827405" cy="1104900"/>
          </a:xfrm>
        </p:grpSpPr>
        <p:pic>
          <p:nvPicPr>
            <p:cNvPr id="413" name="object 413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012681" y="5308445"/>
              <a:ext cx="376072" cy="68050"/>
            </a:xfrm>
            <a:prstGeom prst="rect">
              <a:avLst/>
            </a:prstGeom>
          </p:spPr>
        </p:pic>
        <p:sp>
          <p:nvSpPr>
            <p:cNvPr id="414" name="object 414" descr=""/>
            <p:cNvSpPr/>
            <p:nvPr/>
          </p:nvSpPr>
          <p:spPr>
            <a:xfrm>
              <a:off x="985868" y="5376501"/>
              <a:ext cx="525145" cy="71755"/>
            </a:xfrm>
            <a:custGeom>
              <a:avLst/>
              <a:gdLst/>
              <a:ahLst/>
              <a:cxnLst/>
              <a:rect l="l" t="t" r="r" b="b"/>
              <a:pathLst>
                <a:path w="525144" h="71754">
                  <a:moveTo>
                    <a:pt x="0" y="71688"/>
                  </a:moveTo>
                  <a:lnTo>
                    <a:pt x="524968" y="71688"/>
                  </a:lnTo>
                  <a:lnTo>
                    <a:pt x="524968" y="0"/>
                  </a:lnTo>
                  <a:lnTo>
                    <a:pt x="0" y="0"/>
                  </a:lnTo>
                  <a:lnTo>
                    <a:pt x="0" y="71688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985862" y="5376512"/>
              <a:ext cx="495300" cy="71755"/>
            </a:xfrm>
            <a:custGeom>
              <a:avLst/>
              <a:gdLst/>
              <a:ahLst/>
              <a:cxnLst/>
              <a:rect l="l" t="t" r="r" b="b"/>
              <a:pathLst>
                <a:path w="495300" h="71754">
                  <a:moveTo>
                    <a:pt x="161036" y="0"/>
                  </a:moveTo>
                  <a:lnTo>
                    <a:pt x="0" y="0"/>
                  </a:lnTo>
                  <a:lnTo>
                    <a:pt x="0" y="71678"/>
                  </a:lnTo>
                  <a:lnTo>
                    <a:pt x="161036" y="71678"/>
                  </a:lnTo>
                  <a:lnTo>
                    <a:pt x="161036" y="0"/>
                  </a:lnTo>
                  <a:close/>
                </a:path>
                <a:path w="495300" h="71754">
                  <a:moveTo>
                    <a:pt x="494995" y="1397"/>
                  </a:moveTo>
                  <a:lnTo>
                    <a:pt x="485533" y="1397"/>
                  </a:lnTo>
                  <a:lnTo>
                    <a:pt x="485533" y="71678"/>
                  </a:lnTo>
                  <a:lnTo>
                    <a:pt x="494995" y="71678"/>
                  </a:lnTo>
                  <a:lnTo>
                    <a:pt x="494995" y="1397"/>
                  </a:lnTo>
                  <a:close/>
                </a:path>
              </a:pathLst>
            </a:custGeom>
            <a:solidFill>
              <a:srgbClr val="585C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1172475" y="5398369"/>
              <a:ext cx="290195" cy="30480"/>
            </a:xfrm>
            <a:custGeom>
              <a:avLst/>
              <a:gdLst/>
              <a:ahLst/>
              <a:cxnLst/>
              <a:rect l="l" t="t" r="r" b="b"/>
              <a:pathLst>
                <a:path w="290194" h="30479">
                  <a:moveTo>
                    <a:pt x="83" y="0"/>
                  </a:moveTo>
                  <a:lnTo>
                    <a:pt x="0" y="29538"/>
                  </a:lnTo>
                  <a:lnTo>
                    <a:pt x="289875" y="30376"/>
                  </a:lnTo>
                  <a:lnTo>
                    <a:pt x="289970" y="848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787D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916904" y="5448190"/>
              <a:ext cx="827405" cy="965200"/>
            </a:xfrm>
            <a:custGeom>
              <a:avLst/>
              <a:gdLst/>
              <a:ahLst/>
              <a:cxnLst/>
              <a:rect l="l" t="t" r="r" b="b"/>
              <a:pathLst>
                <a:path w="827405" h="965200">
                  <a:moveTo>
                    <a:pt x="827189" y="0"/>
                  </a:moveTo>
                  <a:lnTo>
                    <a:pt x="0" y="0"/>
                  </a:lnTo>
                  <a:lnTo>
                    <a:pt x="0" y="964829"/>
                  </a:lnTo>
                  <a:lnTo>
                    <a:pt x="827189" y="964829"/>
                  </a:lnTo>
                  <a:lnTo>
                    <a:pt x="827189" y="0"/>
                  </a:lnTo>
                  <a:close/>
                </a:path>
              </a:pathLst>
            </a:custGeom>
            <a:solidFill>
              <a:srgbClr val="6E74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977802" y="5509078"/>
              <a:ext cx="705485" cy="843280"/>
            </a:xfrm>
            <a:custGeom>
              <a:avLst/>
              <a:gdLst/>
              <a:ahLst/>
              <a:cxnLst/>
              <a:rect l="l" t="t" r="r" b="b"/>
              <a:pathLst>
                <a:path w="705485" h="843279">
                  <a:moveTo>
                    <a:pt x="705392" y="0"/>
                  </a:moveTo>
                  <a:lnTo>
                    <a:pt x="0" y="0"/>
                  </a:lnTo>
                  <a:lnTo>
                    <a:pt x="0" y="843031"/>
                  </a:lnTo>
                  <a:lnTo>
                    <a:pt x="705392" y="843031"/>
                  </a:lnTo>
                  <a:lnTo>
                    <a:pt x="705392" y="0"/>
                  </a:lnTo>
                  <a:close/>
                </a:path>
              </a:pathLst>
            </a:custGeom>
            <a:solidFill>
              <a:srgbClr val="8B90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977798" y="5509075"/>
              <a:ext cx="705485" cy="843280"/>
            </a:xfrm>
            <a:custGeom>
              <a:avLst/>
              <a:gdLst/>
              <a:ahLst/>
              <a:cxnLst/>
              <a:rect l="l" t="t" r="r" b="b"/>
              <a:pathLst>
                <a:path w="705485" h="843279">
                  <a:moveTo>
                    <a:pt x="705383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843280"/>
                  </a:lnTo>
                  <a:lnTo>
                    <a:pt x="15214" y="843280"/>
                  </a:lnTo>
                  <a:lnTo>
                    <a:pt x="15214" y="15240"/>
                  </a:lnTo>
                  <a:lnTo>
                    <a:pt x="705383" y="15240"/>
                  </a:lnTo>
                  <a:lnTo>
                    <a:pt x="7053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0" name="object 42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45318" y="5589514"/>
              <a:ext cx="91008" cy="89409"/>
            </a:xfrm>
            <a:prstGeom prst="rect">
              <a:avLst/>
            </a:prstGeom>
          </p:spPr>
        </p:pic>
      </p:grpSp>
      <p:grpSp>
        <p:nvGrpSpPr>
          <p:cNvPr id="421" name="object 421" descr=""/>
          <p:cNvGrpSpPr/>
          <p:nvPr/>
        </p:nvGrpSpPr>
        <p:grpSpPr>
          <a:xfrm>
            <a:off x="14444673" y="6366068"/>
            <a:ext cx="441325" cy="229235"/>
            <a:chOff x="14444673" y="6366068"/>
            <a:chExt cx="441325" cy="229235"/>
          </a:xfrm>
        </p:grpSpPr>
        <p:sp>
          <p:nvSpPr>
            <p:cNvPr id="422" name="object 422" descr=""/>
            <p:cNvSpPr/>
            <p:nvPr/>
          </p:nvSpPr>
          <p:spPr>
            <a:xfrm>
              <a:off x="14444673" y="6366068"/>
              <a:ext cx="441325" cy="229235"/>
            </a:xfrm>
            <a:custGeom>
              <a:avLst/>
              <a:gdLst/>
              <a:ahLst/>
              <a:cxnLst/>
              <a:rect l="l" t="t" r="r" b="b"/>
              <a:pathLst>
                <a:path w="441325" h="229234">
                  <a:moveTo>
                    <a:pt x="367224" y="0"/>
                  </a:moveTo>
                  <a:lnTo>
                    <a:pt x="73882" y="0"/>
                  </a:lnTo>
                  <a:lnTo>
                    <a:pt x="45123" y="5805"/>
                  </a:lnTo>
                  <a:lnTo>
                    <a:pt x="21639" y="21639"/>
                  </a:lnTo>
                  <a:lnTo>
                    <a:pt x="5805" y="45123"/>
                  </a:lnTo>
                  <a:lnTo>
                    <a:pt x="0" y="73882"/>
                  </a:lnTo>
                  <a:lnTo>
                    <a:pt x="0" y="155094"/>
                  </a:lnTo>
                  <a:lnTo>
                    <a:pt x="5805" y="183847"/>
                  </a:lnTo>
                  <a:lnTo>
                    <a:pt x="21639" y="207328"/>
                  </a:lnTo>
                  <a:lnTo>
                    <a:pt x="45123" y="223161"/>
                  </a:lnTo>
                  <a:lnTo>
                    <a:pt x="73882" y="228966"/>
                  </a:lnTo>
                  <a:lnTo>
                    <a:pt x="367224" y="228966"/>
                  </a:lnTo>
                  <a:lnTo>
                    <a:pt x="395977" y="223161"/>
                  </a:lnTo>
                  <a:lnTo>
                    <a:pt x="419458" y="207328"/>
                  </a:lnTo>
                  <a:lnTo>
                    <a:pt x="435290" y="183847"/>
                  </a:lnTo>
                  <a:lnTo>
                    <a:pt x="441096" y="155094"/>
                  </a:lnTo>
                  <a:lnTo>
                    <a:pt x="441096" y="73882"/>
                  </a:lnTo>
                  <a:lnTo>
                    <a:pt x="435290" y="45123"/>
                  </a:lnTo>
                  <a:lnTo>
                    <a:pt x="419458" y="21639"/>
                  </a:lnTo>
                  <a:lnTo>
                    <a:pt x="395977" y="5805"/>
                  </a:lnTo>
                  <a:lnTo>
                    <a:pt x="367224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14548401" y="6413933"/>
              <a:ext cx="36830" cy="105410"/>
            </a:xfrm>
            <a:custGeom>
              <a:avLst/>
              <a:gdLst/>
              <a:ahLst/>
              <a:cxnLst/>
              <a:rect l="l" t="t" r="r" b="b"/>
              <a:pathLst>
                <a:path w="36830" h="105409">
                  <a:moveTo>
                    <a:pt x="31391" y="0"/>
                  </a:moveTo>
                  <a:lnTo>
                    <a:pt x="5340" y="0"/>
                  </a:lnTo>
                  <a:lnTo>
                    <a:pt x="0" y="5340"/>
                  </a:lnTo>
                  <a:lnTo>
                    <a:pt x="0" y="105200"/>
                  </a:lnTo>
                  <a:lnTo>
                    <a:pt x="36721" y="105200"/>
                  </a:lnTo>
                  <a:lnTo>
                    <a:pt x="36721" y="5340"/>
                  </a:lnTo>
                  <a:lnTo>
                    <a:pt x="31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14548405" y="6426841"/>
              <a:ext cx="36830" cy="20320"/>
            </a:xfrm>
            <a:custGeom>
              <a:avLst/>
              <a:gdLst/>
              <a:ahLst/>
              <a:cxnLst/>
              <a:rect l="l" t="t" r="r" b="b"/>
              <a:pathLst>
                <a:path w="36830" h="20320">
                  <a:moveTo>
                    <a:pt x="36721" y="0"/>
                  </a:moveTo>
                  <a:lnTo>
                    <a:pt x="0" y="0"/>
                  </a:lnTo>
                  <a:lnTo>
                    <a:pt x="0" y="19852"/>
                  </a:lnTo>
                  <a:lnTo>
                    <a:pt x="36721" y="19852"/>
                  </a:lnTo>
                  <a:lnTo>
                    <a:pt x="36721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 descr=""/>
            <p:cNvSpPr/>
            <p:nvPr/>
          </p:nvSpPr>
          <p:spPr>
            <a:xfrm>
              <a:off x="14745328" y="6413933"/>
              <a:ext cx="36830" cy="105410"/>
            </a:xfrm>
            <a:custGeom>
              <a:avLst/>
              <a:gdLst/>
              <a:ahLst/>
              <a:cxnLst/>
              <a:rect l="l" t="t" r="r" b="b"/>
              <a:pathLst>
                <a:path w="36830" h="105409">
                  <a:moveTo>
                    <a:pt x="31381" y="0"/>
                  </a:moveTo>
                  <a:lnTo>
                    <a:pt x="5329" y="0"/>
                  </a:lnTo>
                  <a:lnTo>
                    <a:pt x="0" y="5340"/>
                  </a:lnTo>
                  <a:lnTo>
                    <a:pt x="0" y="105200"/>
                  </a:lnTo>
                  <a:lnTo>
                    <a:pt x="36721" y="105200"/>
                  </a:lnTo>
                  <a:lnTo>
                    <a:pt x="36721" y="5340"/>
                  </a:lnTo>
                  <a:lnTo>
                    <a:pt x="313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14745331" y="6426841"/>
              <a:ext cx="36830" cy="20320"/>
            </a:xfrm>
            <a:custGeom>
              <a:avLst/>
              <a:gdLst/>
              <a:ahLst/>
              <a:cxnLst/>
              <a:rect l="l" t="t" r="r" b="b"/>
              <a:pathLst>
                <a:path w="36830" h="20320">
                  <a:moveTo>
                    <a:pt x="36721" y="0"/>
                  </a:moveTo>
                  <a:lnTo>
                    <a:pt x="0" y="0"/>
                  </a:lnTo>
                  <a:lnTo>
                    <a:pt x="0" y="19852"/>
                  </a:lnTo>
                  <a:lnTo>
                    <a:pt x="36721" y="19852"/>
                  </a:lnTo>
                  <a:lnTo>
                    <a:pt x="36721" y="0"/>
                  </a:lnTo>
                  <a:close/>
                </a:path>
              </a:pathLst>
            </a:custGeom>
            <a:solidFill>
              <a:srgbClr val="07A0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7" name="object 427" descr=""/>
          <p:cNvGrpSpPr/>
          <p:nvPr/>
        </p:nvGrpSpPr>
        <p:grpSpPr>
          <a:xfrm>
            <a:off x="14309503" y="5204862"/>
            <a:ext cx="711835" cy="1073785"/>
            <a:chOff x="14309503" y="5204862"/>
            <a:chExt cx="711835" cy="1073785"/>
          </a:xfrm>
        </p:grpSpPr>
        <p:sp>
          <p:nvSpPr>
            <p:cNvPr id="428" name="object 428" descr=""/>
            <p:cNvSpPr/>
            <p:nvPr/>
          </p:nvSpPr>
          <p:spPr>
            <a:xfrm>
              <a:off x="14535815" y="6232899"/>
              <a:ext cx="259079" cy="45720"/>
            </a:xfrm>
            <a:custGeom>
              <a:avLst/>
              <a:gdLst/>
              <a:ahLst/>
              <a:cxnLst/>
              <a:rect l="l" t="t" r="r" b="b"/>
              <a:pathLst>
                <a:path w="259080" h="45720">
                  <a:moveTo>
                    <a:pt x="234422" y="0"/>
                  </a:moveTo>
                  <a:lnTo>
                    <a:pt x="24397" y="0"/>
                  </a:lnTo>
                  <a:lnTo>
                    <a:pt x="14899" y="1916"/>
                  </a:lnTo>
                  <a:lnTo>
                    <a:pt x="7145" y="7145"/>
                  </a:lnTo>
                  <a:lnTo>
                    <a:pt x="1916" y="14899"/>
                  </a:lnTo>
                  <a:lnTo>
                    <a:pt x="0" y="24397"/>
                  </a:lnTo>
                  <a:lnTo>
                    <a:pt x="0" y="45139"/>
                  </a:lnTo>
                  <a:lnTo>
                    <a:pt x="258819" y="45139"/>
                  </a:lnTo>
                  <a:lnTo>
                    <a:pt x="258819" y="24397"/>
                  </a:lnTo>
                  <a:lnTo>
                    <a:pt x="256902" y="14899"/>
                  </a:lnTo>
                  <a:lnTo>
                    <a:pt x="251674" y="7145"/>
                  </a:lnTo>
                  <a:lnTo>
                    <a:pt x="243919" y="1916"/>
                  </a:lnTo>
                  <a:lnTo>
                    <a:pt x="234422" y="0"/>
                  </a:lnTo>
                  <a:close/>
                </a:path>
              </a:pathLst>
            </a:custGeom>
            <a:solidFill>
              <a:srgbClr val="6C9F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 descr=""/>
            <p:cNvSpPr/>
            <p:nvPr/>
          </p:nvSpPr>
          <p:spPr>
            <a:xfrm>
              <a:off x="14337351" y="5204862"/>
              <a:ext cx="655955" cy="1028065"/>
            </a:xfrm>
            <a:custGeom>
              <a:avLst/>
              <a:gdLst/>
              <a:ahLst/>
              <a:cxnLst/>
              <a:rect l="l" t="t" r="r" b="b"/>
              <a:pathLst>
                <a:path w="655955" h="1028064">
                  <a:moveTo>
                    <a:pt x="586516" y="0"/>
                  </a:moveTo>
                  <a:lnTo>
                    <a:pt x="69243" y="0"/>
                  </a:lnTo>
                  <a:lnTo>
                    <a:pt x="42292" y="5441"/>
                  </a:lnTo>
                  <a:lnTo>
                    <a:pt x="20282" y="20282"/>
                  </a:lnTo>
                  <a:lnTo>
                    <a:pt x="5441" y="42292"/>
                  </a:lnTo>
                  <a:lnTo>
                    <a:pt x="0" y="69243"/>
                  </a:lnTo>
                  <a:lnTo>
                    <a:pt x="0" y="907082"/>
                  </a:lnTo>
                  <a:lnTo>
                    <a:pt x="44296" y="960650"/>
                  </a:lnTo>
                  <a:lnTo>
                    <a:pt x="92673" y="985857"/>
                  </a:lnTo>
                  <a:lnTo>
                    <a:pt x="152322" y="1008659"/>
                  </a:lnTo>
                  <a:lnTo>
                    <a:pt x="218579" y="1028041"/>
                  </a:lnTo>
                  <a:lnTo>
                    <a:pt x="437159" y="1028041"/>
                  </a:lnTo>
                  <a:lnTo>
                    <a:pt x="495505" y="1011707"/>
                  </a:lnTo>
                  <a:lnTo>
                    <a:pt x="554167" y="989000"/>
                  </a:lnTo>
                  <a:lnTo>
                    <a:pt x="605515" y="962363"/>
                  </a:lnTo>
                  <a:lnTo>
                    <a:pt x="641919" y="934242"/>
                  </a:lnTo>
                  <a:lnTo>
                    <a:pt x="655749" y="907082"/>
                  </a:lnTo>
                  <a:lnTo>
                    <a:pt x="655749" y="629811"/>
                  </a:lnTo>
                  <a:lnTo>
                    <a:pt x="550107" y="629811"/>
                  </a:lnTo>
                  <a:lnTo>
                    <a:pt x="536632" y="625991"/>
                  </a:lnTo>
                  <a:lnTo>
                    <a:pt x="502448" y="600773"/>
                  </a:lnTo>
                  <a:lnTo>
                    <a:pt x="474228" y="550602"/>
                  </a:lnTo>
                  <a:lnTo>
                    <a:pt x="470435" y="521366"/>
                  </a:lnTo>
                  <a:lnTo>
                    <a:pt x="470435" y="428447"/>
                  </a:lnTo>
                  <a:lnTo>
                    <a:pt x="485135" y="372327"/>
                  </a:lnTo>
                  <a:lnTo>
                    <a:pt x="525460" y="330618"/>
                  </a:lnTo>
                  <a:lnTo>
                    <a:pt x="550107" y="320002"/>
                  </a:lnTo>
                  <a:lnTo>
                    <a:pt x="655749" y="320002"/>
                  </a:lnTo>
                  <a:lnTo>
                    <a:pt x="655749" y="69243"/>
                  </a:lnTo>
                  <a:lnTo>
                    <a:pt x="650307" y="42292"/>
                  </a:lnTo>
                  <a:lnTo>
                    <a:pt x="635468" y="20282"/>
                  </a:lnTo>
                  <a:lnTo>
                    <a:pt x="613461" y="5441"/>
                  </a:lnTo>
                  <a:lnTo>
                    <a:pt x="586516" y="0"/>
                  </a:lnTo>
                  <a:close/>
                </a:path>
                <a:path w="655955" h="1028064">
                  <a:moveTo>
                    <a:pt x="655749" y="320002"/>
                  </a:moveTo>
                  <a:lnTo>
                    <a:pt x="550107" y="320002"/>
                  </a:lnTo>
                  <a:lnTo>
                    <a:pt x="562865" y="323377"/>
                  </a:lnTo>
                  <a:lnTo>
                    <a:pt x="572375" y="332524"/>
                  </a:lnTo>
                  <a:lnTo>
                    <a:pt x="576108" y="346020"/>
                  </a:lnTo>
                  <a:lnTo>
                    <a:pt x="576108" y="603793"/>
                  </a:lnTo>
                  <a:lnTo>
                    <a:pt x="572375" y="617289"/>
                  </a:lnTo>
                  <a:lnTo>
                    <a:pt x="562865" y="626436"/>
                  </a:lnTo>
                  <a:lnTo>
                    <a:pt x="550107" y="629811"/>
                  </a:lnTo>
                  <a:lnTo>
                    <a:pt x="655749" y="629811"/>
                  </a:lnTo>
                  <a:lnTo>
                    <a:pt x="655749" y="320002"/>
                  </a:lnTo>
                  <a:close/>
                </a:path>
              </a:pathLst>
            </a:custGeom>
            <a:solidFill>
              <a:srgbClr val="7EB9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 descr=""/>
            <p:cNvSpPr/>
            <p:nvPr/>
          </p:nvSpPr>
          <p:spPr>
            <a:xfrm>
              <a:off x="14416356" y="5251020"/>
              <a:ext cx="109855" cy="888365"/>
            </a:xfrm>
            <a:custGeom>
              <a:avLst/>
              <a:gdLst/>
              <a:ahLst/>
              <a:cxnLst/>
              <a:rect l="l" t="t" r="r" b="b"/>
              <a:pathLst>
                <a:path w="109855" h="888364">
                  <a:moveTo>
                    <a:pt x="62856" y="0"/>
                  </a:moveTo>
                  <a:lnTo>
                    <a:pt x="46532" y="0"/>
                  </a:lnTo>
                  <a:lnTo>
                    <a:pt x="28421" y="3657"/>
                  </a:lnTo>
                  <a:lnTo>
                    <a:pt x="13630" y="13630"/>
                  </a:lnTo>
                  <a:lnTo>
                    <a:pt x="3657" y="28421"/>
                  </a:lnTo>
                  <a:lnTo>
                    <a:pt x="0" y="46532"/>
                  </a:lnTo>
                  <a:lnTo>
                    <a:pt x="0" y="841586"/>
                  </a:lnTo>
                  <a:lnTo>
                    <a:pt x="3657" y="859702"/>
                  </a:lnTo>
                  <a:lnTo>
                    <a:pt x="13630" y="874493"/>
                  </a:lnTo>
                  <a:lnTo>
                    <a:pt x="28421" y="884463"/>
                  </a:lnTo>
                  <a:lnTo>
                    <a:pt x="46532" y="888119"/>
                  </a:lnTo>
                  <a:lnTo>
                    <a:pt x="62856" y="888119"/>
                  </a:lnTo>
                  <a:lnTo>
                    <a:pt x="80967" y="884463"/>
                  </a:lnTo>
                  <a:lnTo>
                    <a:pt x="95758" y="874493"/>
                  </a:lnTo>
                  <a:lnTo>
                    <a:pt x="105732" y="859702"/>
                  </a:lnTo>
                  <a:lnTo>
                    <a:pt x="109389" y="841586"/>
                  </a:lnTo>
                  <a:lnTo>
                    <a:pt x="109389" y="46532"/>
                  </a:lnTo>
                  <a:lnTo>
                    <a:pt x="105732" y="28421"/>
                  </a:lnTo>
                  <a:lnTo>
                    <a:pt x="95758" y="13630"/>
                  </a:lnTo>
                  <a:lnTo>
                    <a:pt x="80967" y="3657"/>
                  </a:lnTo>
                  <a:lnTo>
                    <a:pt x="62856" y="0"/>
                  </a:lnTo>
                  <a:close/>
                </a:path>
              </a:pathLst>
            </a:custGeom>
            <a:solidFill>
              <a:srgbClr val="85C3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 descr=""/>
            <p:cNvSpPr/>
            <p:nvPr/>
          </p:nvSpPr>
          <p:spPr>
            <a:xfrm>
              <a:off x="14839509" y="5244658"/>
              <a:ext cx="132715" cy="882015"/>
            </a:xfrm>
            <a:custGeom>
              <a:avLst/>
              <a:gdLst/>
              <a:ahLst/>
              <a:cxnLst/>
              <a:rect l="l" t="t" r="r" b="b"/>
              <a:pathLst>
                <a:path w="132715" h="882014">
                  <a:moveTo>
                    <a:pt x="101860" y="0"/>
                  </a:moveTo>
                  <a:lnTo>
                    <a:pt x="30239" y="0"/>
                  </a:lnTo>
                  <a:lnTo>
                    <a:pt x="18469" y="2376"/>
                  </a:lnTo>
                  <a:lnTo>
                    <a:pt x="8857" y="8857"/>
                  </a:lnTo>
                  <a:lnTo>
                    <a:pt x="2376" y="18469"/>
                  </a:lnTo>
                  <a:lnTo>
                    <a:pt x="0" y="30239"/>
                  </a:lnTo>
                  <a:lnTo>
                    <a:pt x="0" y="309592"/>
                  </a:lnTo>
                  <a:lnTo>
                    <a:pt x="5305" y="304384"/>
                  </a:lnTo>
                  <a:lnTo>
                    <a:pt x="10963" y="299502"/>
                  </a:lnTo>
                  <a:lnTo>
                    <a:pt x="16965" y="294972"/>
                  </a:lnTo>
                  <a:lnTo>
                    <a:pt x="23308" y="290818"/>
                  </a:lnTo>
                  <a:lnTo>
                    <a:pt x="34480" y="284033"/>
                  </a:lnTo>
                  <a:lnTo>
                    <a:pt x="47948" y="280212"/>
                  </a:lnTo>
                  <a:lnTo>
                    <a:pt x="60703" y="283588"/>
                  </a:lnTo>
                  <a:lnTo>
                    <a:pt x="70213" y="292735"/>
                  </a:lnTo>
                  <a:lnTo>
                    <a:pt x="73945" y="306231"/>
                  </a:lnTo>
                  <a:lnTo>
                    <a:pt x="73945" y="563993"/>
                  </a:lnTo>
                  <a:lnTo>
                    <a:pt x="70213" y="577490"/>
                  </a:lnTo>
                  <a:lnTo>
                    <a:pt x="60703" y="586640"/>
                  </a:lnTo>
                  <a:lnTo>
                    <a:pt x="47948" y="590016"/>
                  </a:lnTo>
                  <a:lnTo>
                    <a:pt x="34480" y="586191"/>
                  </a:lnTo>
                  <a:lnTo>
                    <a:pt x="0" y="560632"/>
                  </a:lnTo>
                  <a:lnTo>
                    <a:pt x="0" y="851513"/>
                  </a:lnTo>
                  <a:lnTo>
                    <a:pt x="2376" y="863284"/>
                  </a:lnTo>
                  <a:lnTo>
                    <a:pt x="8857" y="872896"/>
                  </a:lnTo>
                  <a:lnTo>
                    <a:pt x="18469" y="879376"/>
                  </a:lnTo>
                  <a:lnTo>
                    <a:pt x="30239" y="881753"/>
                  </a:lnTo>
                  <a:lnTo>
                    <a:pt x="101860" y="881753"/>
                  </a:lnTo>
                  <a:lnTo>
                    <a:pt x="113631" y="879376"/>
                  </a:lnTo>
                  <a:lnTo>
                    <a:pt x="123243" y="872896"/>
                  </a:lnTo>
                  <a:lnTo>
                    <a:pt x="129724" y="863284"/>
                  </a:lnTo>
                  <a:lnTo>
                    <a:pt x="132100" y="851513"/>
                  </a:lnTo>
                  <a:lnTo>
                    <a:pt x="132100" y="30239"/>
                  </a:lnTo>
                  <a:lnTo>
                    <a:pt x="129724" y="18469"/>
                  </a:lnTo>
                  <a:lnTo>
                    <a:pt x="123243" y="8857"/>
                  </a:lnTo>
                  <a:lnTo>
                    <a:pt x="113631" y="2376"/>
                  </a:lnTo>
                  <a:lnTo>
                    <a:pt x="101860" y="0"/>
                  </a:lnTo>
                  <a:close/>
                </a:path>
              </a:pathLst>
            </a:custGeom>
            <a:solidFill>
              <a:srgbClr val="76A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 descr=""/>
            <p:cNvSpPr/>
            <p:nvPr/>
          </p:nvSpPr>
          <p:spPr>
            <a:xfrm>
              <a:off x="14309497" y="5271725"/>
              <a:ext cx="711835" cy="821690"/>
            </a:xfrm>
            <a:custGeom>
              <a:avLst/>
              <a:gdLst/>
              <a:ahLst/>
              <a:cxnLst/>
              <a:rect l="l" t="t" r="r" b="b"/>
              <a:pathLst>
                <a:path w="711834" h="821689">
                  <a:moveTo>
                    <a:pt x="711441" y="747255"/>
                  </a:moveTo>
                  <a:lnTo>
                    <a:pt x="708761" y="733933"/>
                  </a:lnTo>
                  <a:lnTo>
                    <a:pt x="701421" y="723061"/>
                  </a:lnTo>
                  <a:lnTo>
                    <a:pt x="690549" y="715721"/>
                  </a:lnTo>
                  <a:lnTo>
                    <a:pt x="677227" y="713041"/>
                  </a:lnTo>
                  <a:lnTo>
                    <a:pt x="34213" y="713041"/>
                  </a:lnTo>
                  <a:lnTo>
                    <a:pt x="20904" y="715721"/>
                  </a:lnTo>
                  <a:lnTo>
                    <a:pt x="10020" y="723061"/>
                  </a:lnTo>
                  <a:lnTo>
                    <a:pt x="2692" y="733933"/>
                  </a:lnTo>
                  <a:lnTo>
                    <a:pt x="0" y="747255"/>
                  </a:lnTo>
                  <a:lnTo>
                    <a:pt x="0" y="787044"/>
                  </a:lnTo>
                  <a:lnTo>
                    <a:pt x="2692" y="800366"/>
                  </a:lnTo>
                  <a:lnTo>
                    <a:pt x="10020" y="811237"/>
                  </a:lnTo>
                  <a:lnTo>
                    <a:pt x="20904" y="818578"/>
                  </a:lnTo>
                  <a:lnTo>
                    <a:pt x="34213" y="821270"/>
                  </a:lnTo>
                  <a:lnTo>
                    <a:pt x="677227" y="821270"/>
                  </a:lnTo>
                  <a:lnTo>
                    <a:pt x="690549" y="818578"/>
                  </a:lnTo>
                  <a:lnTo>
                    <a:pt x="701421" y="811237"/>
                  </a:lnTo>
                  <a:lnTo>
                    <a:pt x="708761" y="800366"/>
                  </a:lnTo>
                  <a:lnTo>
                    <a:pt x="711441" y="787044"/>
                  </a:lnTo>
                  <a:lnTo>
                    <a:pt x="711441" y="747255"/>
                  </a:lnTo>
                  <a:close/>
                </a:path>
                <a:path w="711834" h="821689">
                  <a:moveTo>
                    <a:pt x="711441" y="18300"/>
                  </a:moveTo>
                  <a:lnTo>
                    <a:pt x="710006" y="11176"/>
                  </a:lnTo>
                  <a:lnTo>
                    <a:pt x="706081" y="5359"/>
                  </a:lnTo>
                  <a:lnTo>
                    <a:pt x="700265" y="1435"/>
                  </a:lnTo>
                  <a:lnTo>
                    <a:pt x="693140" y="0"/>
                  </a:lnTo>
                  <a:lnTo>
                    <a:pt x="18300" y="0"/>
                  </a:lnTo>
                  <a:lnTo>
                    <a:pt x="11176" y="1435"/>
                  </a:lnTo>
                  <a:lnTo>
                    <a:pt x="5359" y="5359"/>
                  </a:lnTo>
                  <a:lnTo>
                    <a:pt x="1435" y="11176"/>
                  </a:lnTo>
                  <a:lnTo>
                    <a:pt x="0" y="18300"/>
                  </a:lnTo>
                  <a:lnTo>
                    <a:pt x="0" y="89928"/>
                  </a:lnTo>
                  <a:lnTo>
                    <a:pt x="1435" y="97040"/>
                  </a:lnTo>
                  <a:lnTo>
                    <a:pt x="5359" y="102857"/>
                  </a:lnTo>
                  <a:lnTo>
                    <a:pt x="11176" y="106781"/>
                  </a:lnTo>
                  <a:lnTo>
                    <a:pt x="18300" y="108229"/>
                  </a:lnTo>
                  <a:lnTo>
                    <a:pt x="693140" y="108229"/>
                  </a:lnTo>
                  <a:lnTo>
                    <a:pt x="700265" y="106781"/>
                  </a:lnTo>
                  <a:lnTo>
                    <a:pt x="706081" y="102857"/>
                  </a:lnTo>
                  <a:lnTo>
                    <a:pt x="710006" y="97040"/>
                  </a:lnTo>
                  <a:lnTo>
                    <a:pt x="711441" y="89928"/>
                  </a:lnTo>
                  <a:lnTo>
                    <a:pt x="711441" y="18300"/>
                  </a:lnTo>
                  <a:close/>
                </a:path>
              </a:pathLst>
            </a:custGeom>
            <a:solidFill>
              <a:srgbClr val="76ACCC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 descr=""/>
            <p:cNvSpPr/>
            <p:nvPr/>
          </p:nvSpPr>
          <p:spPr>
            <a:xfrm>
              <a:off x="14309497" y="5271725"/>
              <a:ext cx="711835" cy="762635"/>
            </a:xfrm>
            <a:custGeom>
              <a:avLst/>
              <a:gdLst/>
              <a:ahLst/>
              <a:cxnLst/>
              <a:rect l="l" t="t" r="r" b="b"/>
              <a:pathLst>
                <a:path w="711834" h="762635">
                  <a:moveTo>
                    <a:pt x="711441" y="747255"/>
                  </a:moveTo>
                  <a:lnTo>
                    <a:pt x="708761" y="733933"/>
                  </a:lnTo>
                  <a:lnTo>
                    <a:pt x="701421" y="723061"/>
                  </a:lnTo>
                  <a:lnTo>
                    <a:pt x="690549" y="715721"/>
                  </a:lnTo>
                  <a:lnTo>
                    <a:pt x="677227" y="713028"/>
                  </a:lnTo>
                  <a:lnTo>
                    <a:pt x="34213" y="713028"/>
                  </a:lnTo>
                  <a:lnTo>
                    <a:pt x="20904" y="715721"/>
                  </a:lnTo>
                  <a:lnTo>
                    <a:pt x="10020" y="723061"/>
                  </a:lnTo>
                  <a:lnTo>
                    <a:pt x="2692" y="733933"/>
                  </a:lnTo>
                  <a:lnTo>
                    <a:pt x="0" y="747255"/>
                  </a:lnTo>
                  <a:lnTo>
                    <a:pt x="0" y="762482"/>
                  </a:lnTo>
                  <a:lnTo>
                    <a:pt x="2692" y="749160"/>
                  </a:lnTo>
                  <a:lnTo>
                    <a:pt x="10020" y="738276"/>
                  </a:lnTo>
                  <a:lnTo>
                    <a:pt x="20904" y="730948"/>
                  </a:lnTo>
                  <a:lnTo>
                    <a:pt x="34213" y="728256"/>
                  </a:lnTo>
                  <a:lnTo>
                    <a:pt x="677227" y="728256"/>
                  </a:lnTo>
                  <a:lnTo>
                    <a:pt x="690549" y="730948"/>
                  </a:lnTo>
                  <a:lnTo>
                    <a:pt x="701421" y="738276"/>
                  </a:lnTo>
                  <a:lnTo>
                    <a:pt x="708761" y="749160"/>
                  </a:lnTo>
                  <a:lnTo>
                    <a:pt x="711441" y="762482"/>
                  </a:lnTo>
                  <a:lnTo>
                    <a:pt x="711441" y="747255"/>
                  </a:lnTo>
                  <a:close/>
                </a:path>
                <a:path w="711834" h="762635">
                  <a:moveTo>
                    <a:pt x="711441" y="18300"/>
                  </a:moveTo>
                  <a:lnTo>
                    <a:pt x="710006" y="11176"/>
                  </a:lnTo>
                  <a:lnTo>
                    <a:pt x="706081" y="5359"/>
                  </a:lnTo>
                  <a:lnTo>
                    <a:pt x="700265" y="1435"/>
                  </a:lnTo>
                  <a:lnTo>
                    <a:pt x="693140" y="0"/>
                  </a:lnTo>
                  <a:lnTo>
                    <a:pt x="18300" y="0"/>
                  </a:lnTo>
                  <a:lnTo>
                    <a:pt x="11176" y="1435"/>
                  </a:lnTo>
                  <a:lnTo>
                    <a:pt x="5359" y="5359"/>
                  </a:lnTo>
                  <a:lnTo>
                    <a:pt x="1435" y="11176"/>
                  </a:lnTo>
                  <a:lnTo>
                    <a:pt x="0" y="18300"/>
                  </a:lnTo>
                  <a:lnTo>
                    <a:pt x="0" y="33528"/>
                  </a:lnTo>
                  <a:lnTo>
                    <a:pt x="1435" y="26403"/>
                  </a:lnTo>
                  <a:lnTo>
                    <a:pt x="5359" y="20586"/>
                  </a:lnTo>
                  <a:lnTo>
                    <a:pt x="11176" y="16662"/>
                  </a:lnTo>
                  <a:lnTo>
                    <a:pt x="18300" y="15227"/>
                  </a:lnTo>
                  <a:lnTo>
                    <a:pt x="693140" y="15227"/>
                  </a:lnTo>
                  <a:lnTo>
                    <a:pt x="700265" y="16662"/>
                  </a:lnTo>
                  <a:lnTo>
                    <a:pt x="706081" y="20586"/>
                  </a:lnTo>
                  <a:lnTo>
                    <a:pt x="710006" y="26403"/>
                  </a:lnTo>
                  <a:lnTo>
                    <a:pt x="711441" y="33528"/>
                  </a:lnTo>
                  <a:lnTo>
                    <a:pt x="711441" y="18300"/>
                  </a:lnTo>
                  <a:close/>
                </a:path>
              </a:pathLst>
            </a:custGeom>
            <a:solidFill>
              <a:srgbClr val="B0DA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4" name="object 434" descr=""/>
          <p:cNvGrpSpPr/>
          <p:nvPr/>
        </p:nvGrpSpPr>
        <p:grpSpPr>
          <a:xfrm>
            <a:off x="13297343" y="3930806"/>
            <a:ext cx="1635125" cy="727075"/>
            <a:chOff x="13297343" y="3930806"/>
            <a:chExt cx="1635125" cy="727075"/>
          </a:xfrm>
        </p:grpSpPr>
        <p:sp>
          <p:nvSpPr>
            <p:cNvPr id="435" name="object 435" descr=""/>
            <p:cNvSpPr/>
            <p:nvPr/>
          </p:nvSpPr>
          <p:spPr>
            <a:xfrm>
              <a:off x="13297343" y="4587410"/>
              <a:ext cx="1635125" cy="70485"/>
            </a:xfrm>
            <a:custGeom>
              <a:avLst/>
              <a:gdLst/>
              <a:ahLst/>
              <a:cxnLst/>
              <a:rect l="l" t="t" r="r" b="b"/>
              <a:pathLst>
                <a:path w="1635125" h="70485">
                  <a:moveTo>
                    <a:pt x="1635102" y="0"/>
                  </a:moveTo>
                  <a:lnTo>
                    <a:pt x="0" y="0"/>
                  </a:lnTo>
                  <a:lnTo>
                    <a:pt x="0" y="70144"/>
                  </a:lnTo>
                  <a:lnTo>
                    <a:pt x="1635102" y="70144"/>
                  </a:lnTo>
                  <a:lnTo>
                    <a:pt x="1635102" y="0"/>
                  </a:lnTo>
                  <a:close/>
                </a:path>
              </a:pathLst>
            </a:custGeom>
            <a:solidFill>
              <a:srgbClr val="6E74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 descr=""/>
            <p:cNvSpPr/>
            <p:nvPr/>
          </p:nvSpPr>
          <p:spPr>
            <a:xfrm>
              <a:off x="14615805" y="3930812"/>
              <a:ext cx="154940" cy="657225"/>
            </a:xfrm>
            <a:custGeom>
              <a:avLst/>
              <a:gdLst/>
              <a:ahLst/>
              <a:cxnLst/>
              <a:rect l="l" t="t" r="r" b="b"/>
              <a:pathLst>
                <a:path w="154940" h="657225">
                  <a:moveTo>
                    <a:pt x="154738" y="0"/>
                  </a:moveTo>
                  <a:lnTo>
                    <a:pt x="0" y="0"/>
                  </a:lnTo>
                  <a:lnTo>
                    <a:pt x="0" y="656608"/>
                  </a:lnTo>
                  <a:lnTo>
                    <a:pt x="154738" y="656608"/>
                  </a:lnTo>
                  <a:lnTo>
                    <a:pt x="154738" y="0"/>
                  </a:lnTo>
                  <a:close/>
                </a:path>
              </a:pathLst>
            </a:custGeom>
            <a:solidFill>
              <a:srgbClr val="11A1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 descr=""/>
            <p:cNvSpPr/>
            <p:nvPr/>
          </p:nvSpPr>
          <p:spPr>
            <a:xfrm>
              <a:off x="14631606" y="4466576"/>
              <a:ext cx="123189" cy="71120"/>
            </a:xfrm>
            <a:custGeom>
              <a:avLst/>
              <a:gdLst/>
              <a:ahLst/>
              <a:cxnLst/>
              <a:rect l="l" t="t" r="r" b="b"/>
              <a:pathLst>
                <a:path w="123190" h="71120">
                  <a:moveTo>
                    <a:pt x="123127" y="0"/>
                  </a:moveTo>
                  <a:lnTo>
                    <a:pt x="0" y="0"/>
                  </a:lnTo>
                  <a:lnTo>
                    <a:pt x="0" y="71086"/>
                  </a:lnTo>
                  <a:lnTo>
                    <a:pt x="123127" y="71086"/>
                  </a:lnTo>
                  <a:lnTo>
                    <a:pt x="123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14615801" y="3930806"/>
              <a:ext cx="154940" cy="657225"/>
            </a:xfrm>
            <a:custGeom>
              <a:avLst/>
              <a:gdLst/>
              <a:ahLst/>
              <a:cxnLst/>
              <a:rect l="l" t="t" r="r" b="b"/>
              <a:pathLst>
                <a:path w="154940" h="657225">
                  <a:moveTo>
                    <a:pt x="154738" y="0"/>
                  </a:moveTo>
                  <a:lnTo>
                    <a:pt x="0" y="656608"/>
                  </a:lnTo>
                  <a:lnTo>
                    <a:pt x="154738" y="656608"/>
                  </a:lnTo>
                  <a:lnTo>
                    <a:pt x="154738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 descr=""/>
            <p:cNvSpPr/>
            <p:nvPr/>
          </p:nvSpPr>
          <p:spPr>
            <a:xfrm>
              <a:off x="14445842" y="3930812"/>
              <a:ext cx="154940" cy="657225"/>
            </a:xfrm>
            <a:custGeom>
              <a:avLst/>
              <a:gdLst/>
              <a:ahLst/>
              <a:cxnLst/>
              <a:rect l="l" t="t" r="r" b="b"/>
              <a:pathLst>
                <a:path w="154940" h="657225">
                  <a:moveTo>
                    <a:pt x="154738" y="0"/>
                  </a:moveTo>
                  <a:lnTo>
                    <a:pt x="0" y="0"/>
                  </a:lnTo>
                  <a:lnTo>
                    <a:pt x="0" y="656608"/>
                  </a:lnTo>
                  <a:lnTo>
                    <a:pt x="154738" y="656608"/>
                  </a:lnTo>
                  <a:lnTo>
                    <a:pt x="154738" y="0"/>
                  </a:lnTo>
                  <a:close/>
                </a:path>
              </a:pathLst>
            </a:custGeom>
            <a:solidFill>
              <a:srgbClr val="11A1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 descr=""/>
            <p:cNvSpPr/>
            <p:nvPr/>
          </p:nvSpPr>
          <p:spPr>
            <a:xfrm>
              <a:off x="14461653" y="4466576"/>
              <a:ext cx="123189" cy="71120"/>
            </a:xfrm>
            <a:custGeom>
              <a:avLst/>
              <a:gdLst/>
              <a:ahLst/>
              <a:cxnLst/>
              <a:rect l="l" t="t" r="r" b="b"/>
              <a:pathLst>
                <a:path w="123190" h="71120">
                  <a:moveTo>
                    <a:pt x="123127" y="0"/>
                  </a:moveTo>
                  <a:lnTo>
                    <a:pt x="0" y="0"/>
                  </a:lnTo>
                  <a:lnTo>
                    <a:pt x="0" y="71086"/>
                  </a:lnTo>
                  <a:lnTo>
                    <a:pt x="123127" y="71086"/>
                  </a:lnTo>
                  <a:lnTo>
                    <a:pt x="123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 descr=""/>
            <p:cNvSpPr/>
            <p:nvPr/>
          </p:nvSpPr>
          <p:spPr>
            <a:xfrm>
              <a:off x="14445839" y="3930806"/>
              <a:ext cx="154940" cy="657225"/>
            </a:xfrm>
            <a:custGeom>
              <a:avLst/>
              <a:gdLst/>
              <a:ahLst/>
              <a:cxnLst/>
              <a:rect l="l" t="t" r="r" b="b"/>
              <a:pathLst>
                <a:path w="154940" h="657225">
                  <a:moveTo>
                    <a:pt x="154738" y="0"/>
                  </a:moveTo>
                  <a:lnTo>
                    <a:pt x="0" y="656608"/>
                  </a:lnTo>
                  <a:lnTo>
                    <a:pt x="154738" y="656608"/>
                  </a:lnTo>
                  <a:lnTo>
                    <a:pt x="154738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14274172" y="3930812"/>
              <a:ext cx="154940" cy="657225"/>
            </a:xfrm>
            <a:custGeom>
              <a:avLst/>
              <a:gdLst/>
              <a:ahLst/>
              <a:cxnLst/>
              <a:rect l="l" t="t" r="r" b="b"/>
              <a:pathLst>
                <a:path w="154940" h="657225">
                  <a:moveTo>
                    <a:pt x="154738" y="0"/>
                  </a:moveTo>
                  <a:lnTo>
                    <a:pt x="0" y="0"/>
                  </a:lnTo>
                  <a:lnTo>
                    <a:pt x="0" y="656608"/>
                  </a:lnTo>
                  <a:lnTo>
                    <a:pt x="154738" y="656608"/>
                  </a:lnTo>
                  <a:lnTo>
                    <a:pt x="154738" y="0"/>
                  </a:lnTo>
                  <a:close/>
                </a:path>
              </a:pathLst>
            </a:custGeom>
            <a:solidFill>
              <a:srgbClr val="3A8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14289983" y="4466576"/>
              <a:ext cx="123189" cy="71120"/>
            </a:xfrm>
            <a:custGeom>
              <a:avLst/>
              <a:gdLst/>
              <a:ahLst/>
              <a:cxnLst/>
              <a:rect l="l" t="t" r="r" b="b"/>
              <a:pathLst>
                <a:path w="123190" h="71120">
                  <a:moveTo>
                    <a:pt x="123127" y="0"/>
                  </a:moveTo>
                  <a:lnTo>
                    <a:pt x="0" y="0"/>
                  </a:lnTo>
                  <a:lnTo>
                    <a:pt x="0" y="71086"/>
                  </a:lnTo>
                  <a:lnTo>
                    <a:pt x="123127" y="71086"/>
                  </a:lnTo>
                  <a:lnTo>
                    <a:pt x="123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14274170" y="3930806"/>
              <a:ext cx="154940" cy="657225"/>
            </a:xfrm>
            <a:custGeom>
              <a:avLst/>
              <a:gdLst/>
              <a:ahLst/>
              <a:cxnLst/>
              <a:rect l="l" t="t" r="r" b="b"/>
              <a:pathLst>
                <a:path w="154940" h="657225">
                  <a:moveTo>
                    <a:pt x="154738" y="0"/>
                  </a:moveTo>
                  <a:lnTo>
                    <a:pt x="0" y="656608"/>
                  </a:lnTo>
                  <a:lnTo>
                    <a:pt x="154738" y="656608"/>
                  </a:lnTo>
                  <a:lnTo>
                    <a:pt x="154738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 descr=""/>
            <p:cNvSpPr/>
            <p:nvPr/>
          </p:nvSpPr>
          <p:spPr>
            <a:xfrm>
              <a:off x="13522174" y="4432556"/>
              <a:ext cx="656590" cy="154940"/>
            </a:xfrm>
            <a:custGeom>
              <a:avLst/>
              <a:gdLst/>
              <a:ahLst/>
              <a:cxnLst/>
              <a:rect l="l" t="t" r="r" b="b"/>
              <a:pathLst>
                <a:path w="656590" h="154939">
                  <a:moveTo>
                    <a:pt x="656063" y="0"/>
                  </a:moveTo>
                  <a:lnTo>
                    <a:pt x="0" y="0"/>
                  </a:lnTo>
                  <a:lnTo>
                    <a:pt x="0" y="154864"/>
                  </a:lnTo>
                  <a:lnTo>
                    <a:pt x="656063" y="154864"/>
                  </a:lnTo>
                  <a:lnTo>
                    <a:pt x="656063" y="0"/>
                  </a:lnTo>
                  <a:close/>
                </a:path>
              </a:pathLst>
            </a:custGeom>
            <a:solidFill>
              <a:srgbClr val="3A8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 descr=""/>
            <p:cNvSpPr/>
            <p:nvPr/>
          </p:nvSpPr>
          <p:spPr>
            <a:xfrm>
              <a:off x="13886739" y="4448367"/>
              <a:ext cx="257810" cy="123825"/>
            </a:xfrm>
            <a:custGeom>
              <a:avLst/>
              <a:gdLst/>
              <a:ahLst/>
              <a:cxnLst/>
              <a:rect l="l" t="t" r="r" b="b"/>
              <a:pathLst>
                <a:path w="257809" h="123825">
                  <a:moveTo>
                    <a:pt x="257311" y="0"/>
                  </a:moveTo>
                  <a:lnTo>
                    <a:pt x="0" y="0"/>
                  </a:lnTo>
                  <a:lnTo>
                    <a:pt x="0" y="123231"/>
                  </a:lnTo>
                  <a:lnTo>
                    <a:pt x="257311" y="123231"/>
                  </a:lnTo>
                  <a:lnTo>
                    <a:pt x="257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 descr=""/>
            <p:cNvSpPr/>
            <p:nvPr/>
          </p:nvSpPr>
          <p:spPr>
            <a:xfrm>
              <a:off x="13522177" y="4432550"/>
              <a:ext cx="656590" cy="154940"/>
            </a:xfrm>
            <a:custGeom>
              <a:avLst/>
              <a:gdLst/>
              <a:ahLst/>
              <a:cxnLst/>
              <a:rect l="l" t="t" r="r" b="b"/>
              <a:pathLst>
                <a:path w="656590" h="154939">
                  <a:moveTo>
                    <a:pt x="656063" y="0"/>
                  </a:moveTo>
                  <a:lnTo>
                    <a:pt x="0" y="154864"/>
                  </a:lnTo>
                  <a:lnTo>
                    <a:pt x="656063" y="154864"/>
                  </a:lnTo>
                  <a:lnTo>
                    <a:pt x="65606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8" name="object 448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3554305" y="4456833"/>
              <a:ext cx="106206" cy="106300"/>
            </a:xfrm>
            <a:prstGeom prst="rect">
              <a:avLst/>
            </a:prstGeom>
          </p:spPr>
        </p:pic>
        <p:sp>
          <p:nvSpPr>
            <p:cNvPr id="449" name="object 449" descr=""/>
            <p:cNvSpPr/>
            <p:nvPr/>
          </p:nvSpPr>
          <p:spPr>
            <a:xfrm>
              <a:off x="14025981" y="4460639"/>
              <a:ext cx="93980" cy="99060"/>
            </a:xfrm>
            <a:custGeom>
              <a:avLst/>
              <a:gdLst/>
              <a:ahLst/>
              <a:cxnLst/>
              <a:rect l="l" t="t" r="r" b="b"/>
              <a:pathLst>
                <a:path w="93980" h="99060">
                  <a:moveTo>
                    <a:pt x="18021" y="0"/>
                  </a:moveTo>
                  <a:lnTo>
                    <a:pt x="0" y="0"/>
                  </a:lnTo>
                  <a:lnTo>
                    <a:pt x="0" y="98679"/>
                  </a:lnTo>
                  <a:lnTo>
                    <a:pt x="18021" y="98679"/>
                  </a:lnTo>
                  <a:lnTo>
                    <a:pt x="18021" y="0"/>
                  </a:lnTo>
                  <a:close/>
                </a:path>
                <a:path w="93980" h="99060">
                  <a:moveTo>
                    <a:pt x="55753" y="0"/>
                  </a:moveTo>
                  <a:lnTo>
                    <a:pt x="37706" y="0"/>
                  </a:lnTo>
                  <a:lnTo>
                    <a:pt x="37706" y="98679"/>
                  </a:lnTo>
                  <a:lnTo>
                    <a:pt x="55753" y="98679"/>
                  </a:lnTo>
                  <a:lnTo>
                    <a:pt x="55753" y="0"/>
                  </a:lnTo>
                  <a:close/>
                </a:path>
                <a:path w="93980" h="99060">
                  <a:moveTo>
                    <a:pt x="93472" y="0"/>
                  </a:moveTo>
                  <a:lnTo>
                    <a:pt x="75425" y="0"/>
                  </a:lnTo>
                  <a:lnTo>
                    <a:pt x="75425" y="98679"/>
                  </a:lnTo>
                  <a:lnTo>
                    <a:pt x="93472" y="98679"/>
                  </a:lnTo>
                  <a:lnTo>
                    <a:pt x="93472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 descr=""/>
            <p:cNvSpPr/>
            <p:nvPr/>
          </p:nvSpPr>
          <p:spPr>
            <a:xfrm>
              <a:off x="13592203" y="4277681"/>
              <a:ext cx="656590" cy="154940"/>
            </a:xfrm>
            <a:custGeom>
              <a:avLst/>
              <a:gdLst/>
              <a:ahLst/>
              <a:cxnLst/>
              <a:rect l="l" t="t" r="r" b="b"/>
              <a:pathLst>
                <a:path w="656590" h="154939">
                  <a:moveTo>
                    <a:pt x="656063" y="0"/>
                  </a:moveTo>
                  <a:lnTo>
                    <a:pt x="0" y="0"/>
                  </a:lnTo>
                  <a:lnTo>
                    <a:pt x="0" y="154864"/>
                  </a:lnTo>
                  <a:lnTo>
                    <a:pt x="656063" y="154864"/>
                  </a:lnTo>
                  <a:lnTo>
                    <a:pt x="656063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 descr=""/>
            <p:cNvSpPr/>
            <p:nvPr/>
          </p:nvSpPr>
          <p:spPr>
            <a:xfrm>
              <a:off x="13956768" y="4293502"/>
              <a:ext cx="257810" cy="123825"/>
            </a:xfrm>
            <a:custGeom>
              <a:avLst/>
              <a:gdLst/>
              <a:ahLst/>
              <a:cxnLst/>
              <a:rect l="l" t="t" r="r" b="b"/>
              <a:pathLst>
                <a:path w="257809" h="123825">
                  <a:moveTo>
                    <a:pt x="257311" y="0"/>
                  </a:moveTo>
                  <a:lnTo>
                    <a:pt x="0" y="0"/>
                  </a:lnTo>
                  <a:lnTo>
                    <a:pt x="0" y="123231"/>
                  </a:lnTo>
                  <a:lnTo>
                    <a:pt x="257311" y="123231"/>
                  </a:lnTo>
                  <a:lnTo>
                    <a:pt x="257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 descr=""/>
            <p:cNvSpPr/>
            <p:nvPr/>
          </p:nvSpPr>
          <p:spPr>
            <a:xfrm>
              <a:off x="13592206" y="4277686"/>
              <a:ext cx="656590" cy="154940"/>
            </a:xfrm>
            <a:custGeom>
              <a:avLst/>
              <a:gdLst/>
              <a:ahLst/>
              <a:cxnLst/>
              <a:rect l="l" t="t" r="r" b="b"/>
              <a:pathLst>
                <a:path w="656590" h="154939">
                  <a:moveTo>
                    <a:pt x="656063" y="0"/>
                  </a:moveTo>
                  <a:lnTo>
                    <a:pt x="0" y="154864"/>
                  </a:lnTo>
                  <a:lnTo>
                    <a:pt x="656063" y="154864"/>
                  </a:lnTo>
                  <a:lnTo>
                    <a:pt x="65606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3" name="object 453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3624333" y="4301968"/>
              <a:ext cx="106206" cy="106300"/>
            </a:xfrm>
            <a:prstGeom prst="rect">
              <a:avLst/>
            </a:prstGeom>
          </p:spPr>
        </p:pic>
        <p:sp>
          <p:nvSpPr>
            <p:cNvPr id="454" name="object 454" descr=""/>
            <p:cNvSpPr/>
            <p:nvPr/>
          </p:nvSpPr>
          <p:spPr>
            <a:xfrm>
              <a:off x="14133715" y="4305775"/>
              <a:ext cx="55880" cy="99060"/>
            </a:xfrm>
            <a:custGeom>
              <a:avLst/>
              <a:gdLst/>
              <a:ahLst/>
              <a:cxnLst/>
              <a:rect l="l" t="t" r="r" b="b"/>
              <a:pathLst>
                <a:path w="55880" h="99060">
                  <a:moveTo>
                    <a:pt x="18046" y="0"/>
                  </a:moveTo>
                  <a:lnTo>
                    <a:pt x="0" y="0"/>
                  </a:lnTo>
                  <a:lnTo>
                    <a:pt x="0" y="98679"/>
                  </a:lnTo>
                  <a:lnTo>
                    <a:pt x="18046" y="98679"/>
                  </a:lnTo>
                  <a:lnTo>
                    <a:pt x="18046" y="0"/>
                  </a:lnTo>
                  <a:close/>
                </a:path>
                <a:path w="55880" h="99060">
                  <a:moveTo>
                    <a:pt x="55765" y="0"/>
                  </a:moveTo>
                  <a:lnTo>
                    <a:pt x="37719" y="0"/>
                  </a:lnTo>
                  <a:lnTo>
                    <a:pt x="37719" y="98679"/>
                  </a:lnTo>
                  <a:lnTo>
                    <a:pt x="55765" y="98679"/>
                  </a:lnTo>
                  <a:lnTo>
                    <a:pt x="55765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5" name="object 455" descr=""/>
          <p:cNvSpPr/>
          <p:nvPr/>
        </p:nvSpPr>
        <p:spPr>
          <a:xfrm>
            <a:off x="14096010" y="4305774"/>
            <a:ext cx="18415" cy="99060"/>
          </a:xfrm>
          <a:custGeom>
            <a:avLst/>
            <a:gdLst/>
            <a:ahLst/>
            <a:cxnLst/>
            <a:rect l="l" t="t" r="r" b="b"/>
            <a:pathLst>
              <a:path w="18415" h="99060">
                <a:moveTo>
                  <a:pt x="18041" y="0"/>
                </a:moveTo>
                <a:lnTo>
                  <a:pt x="0" y="0"/>
                </a:lnTo>
                <a:lnTo>
                  <a:pt x="0" y="98677"/>
                </a:lnTo>
                <a:lnTo>
                  <a:pt x="18041" y="98677"/>
                </a:lnTo>
                <a:lnTo>
                  <a:pt x="18041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6" name="object 456" descr=""/>
          <p:cNvGrpSpPr/>
          <p:nvPr/>
        </p:nvGrpSpPr>
        <p:grpSpPr>
          <a:xfrm>
            <a:off x="18165991" y="9191880"/>
            <a:ext cx="944880" cy="1233170"/>
            <a:chOff x="18165991" y="9191880"/>
            <a:chExt cx="944880" cy="1233170"/>
          </a:xfrm>
        </p:grpSpPr>
        <p:sp>
          <p:nvSpPr>
            <p:cNvPr id="457" name="object 457" descr=""/>
            <p:cNvSpPr/>
            <p:nvPr/>
          </p:nvSpPr>
          <p:spPr>
            <a:xfrm>
              <a:off x="18165991" y="9416397"/>
              <a:ext cx="944880" cy="1009015"/>
            </a:xfrm>
            <a:custGeom>
              <a:avLst/>
              <a:gdLst/>
              <a:ahLst/>
              <a:cxnLst/>
              <a:rect l="l" t="t" r="r" b="b"/>
              <a:pathLst>
                <a:path w="944880" h="1009015">
                  <a:moveTo>
                    <a:pt x="944316" y="0"/>
                  </a:moveTo>
                  <a:lnTo>
                    <a:pt x="0" y="0"/>
                  </a:lnTo>
                  <a:lnTo>
                    <a:pt x="0" y="986168"/>
                  </a:lnTo>
                  <a:lnTo>
                    <a:pt x="1758" y="994883"/>
                  </a:lnTo>
                  <a:lnTo>
                    <a:pt x="6556" y="1001999"/>
                  </a:lnTo>
                  <a:lnTo>
                    <a:pt x="13671" y="1006796"/>
                  </a:lnTo>
                  <a:lnTo>
                    <a:pt x="22386" y="1008555"/>
                  </a:lnTo>
                  <a:lnTo>
                    <a:pt x="921940" y="1008555"/>
                  </a:lnTo>
                  <a:lnTo>
                    <a:pt x="930649" y="1006796"/>
                  </a:lnTo>
                  <a:lnTo>
                    <a:pt x="937762" y="1001999"/>
                  </a:lnTo>
                  <a:lnTo>
                    <a:pt x="942558" y="994883"/>
                  </a:lnTo>
                  <a:lnTo>
                    <a:pt x="944316" y="986168"/>
                  </a:lnTo>
                  <a:lnTo>
                    <a:pt x="94431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 descr=""/>
            <p:cNvSpPr/>
            <p:nvPr/>
          </p:nvSpPr>
          <p:spPr>
            <a:xfrm>
              <a:off x="18165992" y="9868833"/>
              <a:ext cx="944880" cy="434975"/>
            </a:xfrm>
            <a:custGeom>
              <a:avLst/>
              <a:gdLst/>
              <a:ahLst/>
              <a:cxnLst/>
              <a:rect l="l" t="t" r="r" b="b"/>
              <a:pathLst>
                <a:path w="944880" h="434975">
                  <a:moveTo>
                    <a:pt x="944308" y="369862"/>
                  </a:moveTo>
                  <a:lnTo>
                    <a:pt x="0" y="369862"/>
                  </a:lnTo>
                  <a:lnTo>
                    <a:pt x="0" y="388442"/>
                  </a:lnTo>
                  <a:lnTo>
                    <a:pt x="153136" y="388442"/>
                  </a:lnTo>
                  <a:lnTo>
                    <a:pt x="153136" y="428675"/>
                  </a:lnTo>
                  <a:lnTo>
                    <a:pt x="159385" y="434924"/>
                  </a:lnTo>
                  <a:lnTo>
                    <a:pt x="350291" y="434924"/>
                  </a:lnTo>
                  <a:lnTo>
                    <a:pt x="407847" y="388442"/>
                  </a:lnTo>
                  <a:lnTo>
                    <a:pt x="944308" y="388442"/>
                  </a:lnTo>
                  <a:lnTo>
                    <a:pt x="944308" y="369862"/>
                  </a:lnTo>
                  <a:close/>
                </a:path>
                <a:path w="944880" h="434975">
                  <a:moveTo>
                    <a:pt x="944308" y="206184"/>
                  </a:moveTo>
                  <a:lnTo>
                    <a:pt x="0" y="206184"/>
                  </a:lnTo>
                  <a:lnTo>
                    <a:pt x="0" y="224764"/>
                  </a:lnTo>
                  <a:lnTo>
                    <a:pt x="153136" y="224764"/>
                  </a:lnTo>
                  <a:lnTo>
                    <a:pt x="153136" y="264998"/>
                  </a:lnTo>
                  <a:lnTo>
                    <a:pt x="159385" y="271246"/>
                  </a:lnTo>
                  <a:lnTo>
                    <a:pt x="350291" y="271246"/>
                  </a:lnTo>
                  <a:lnTo>
                    <a:pt x="407847" y="224764"/>
                  </a:lnTo>
                  <a:lnTo>
                    <a:pt x="944308" y="224764"/>
                  </a:lnTo>
                  <a:lnTo>
                    <a:pt x="944308" y="206184"/>
                  </a:lnTo>
                  <a:close/>
                </a:path>
                <a:path w="944880" h="434975">
                  <a:moveTo>
                    <a:pt x="944308" y="0"/>
                  </a:moveTo>
                  <a:lnTo>
                    <a:pt x="0" y="0"/>
                  </a:lnTo>
                  <a:lnTo>
                    <a:pt x="0" y="18592"/>
                  </a:lnTo>
                  <a:lnTo>
                    <a:pt x="153136" y="18592"/>
                  </a:lnTo>
                  <a:lnTo>
                    <a:pt x="153136" y="58813"/>
                  </a:lnTo>
                  <a:lnTo>
                    <a:pt x="159385" y="65062"/>
                  </a:lnTo>
                  <a:lnTo>
                    <a:pt x="350291" y="65062"/>
                  </a:lnTo>
                  <a:lnTo>
                    <a:pt x="407847" y="18592"/>
                  </a:lnTo>
                  <a:lnTo>
                    <a:pt x="944308" y="18592"/>
                  </a:lnTo>
                  <a:lnTo>
                    <a:pt x="944308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 descr=""/>
            <p:cNvSpPr/>
            <p:nvPr/>
          </p:nvSpPr>
          <p:spPr>
            <a:xfrm>
              <a:off x="18245618" y="9191880"/>
              <a:ext cx="680720" cy="224790"/>
            </a:xfrm>
            <a:custGeom>
              <a:avLst/>
              <a:gdLst/>
              <a:ahLst/>
              <a:cxnLst/>
              <a:rect l="l" t="t" r="r" b="b"/>
              <a:pathLst>
                <a:path w="680719" h="224790">
                  <a:moveTo>
                    <a:pt x="643582" y="0"/>
                  </a:moveTo>
                  <a:lnTo>
                    <a:pt x="2450" y="0"/>
                  </a:lnTo>
                  <a:lnTo>
                    <a:pt x="0" y="23653"/>
                  </a:lnTo>
                  <a:lnTo>
                    <a:pt x="978" y="32653"/>
                  </a:lnTo>
                  <a:lnTo>
                    <a:pt x="5376" y="40161"/>
                  </a:lnTo>
                  <a:lnTo>
                    <a:pt x="12398" y="45304"/>
                  </a:lnTo>
                  <a:lnTo>
                    <a:pt x="21245" y="47213"/>
                  </a:lnTo>
                  <a:lnTo>
                    <a:pt x="623101" y="47213"/>
                  </a:lnTo>
                  <a:lnTo>
                    <a:pt x="632000" y="49008"/>
                  </a:lnTo>
                  <a:lnTo>
                    <a:pt x="639265" y="53906"/>
                  </a:lnTo>
                  <a:lnTo>
                    <a:pt x="644163" y="61172"/>
                  </a:lnTo>
                  <a:lnTo>
                    <a:pt x="645959" y="70071"/>
                  </a:lnTo>
                  <a:lnTo>
                    <a:pt x="645959" y="224506"/>
                  </a:lnTo>
                  <a:lnTo>
                    <a:pt x="660398" y="224506"/>
                  </a:lnTo>
                  <a:lnTo>
                    <a:pt x="668245" y="222921"/>
                  </a:lnTo>
                  <a:lnTo>
                    <a:pt x="674656" y="218600"/>
                  </a:lnTo>
                  <a:lnTo>
                    <a:pt x="678979" y="212190"/>
                  </a:lnTo>
                  <a:lnTo>
                    <a:pt x="680565" y="204339"/>
                  </a:lnTo>
                  <a:lnTo>
                    <a:pt x="680565" y="36983"/>
                  </a:lnTo>
                  <a:lnTo>
                    <a:pt x="677658" y="22586"/>
                  </a:lnTo>
                  <a:lnTo>
                    <a:pt x="669730" y="10830"/>
                  </a:lnTo>
                  <a:lnTo>
                    <a:pt x="657975" y="2905"/>
                  </a:lnTo>
                  <a:lnTo>
                    <a:pt x="64358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 descr=""/>
            <p:cNvSpPr/>
            <p:nvPr/>
          </p:nvSpPr>
          <p:spPr>
            <a:xfrm>
              <a:off x="18165994" y="9396494"/>
              <a:ext cx="725805" cy="20320"/>
            </a:xfrm>
            <a:custGeom>
              <a:avLst/>
              <a:gdLst/>
              <a:ahLst/>
              <a:cxnLst/>
              <a:rect l="l" t="t" r="r" b="b"/>
              <a:pathLst>
                <a:path w="725805" h="20320">
                  <a:moveTo>
                    <a:pt x="725580" y="0"/>
                  </a:moveTo>
                  <a:lnTo>
                    <a:pt x="19706" y="0"/>
                  </a:lnTo>
                  <a:lnTo>
                    <a:pt x="12033" y="1549"/>
                  </a:lnTo>
                  <a:lnTo>
                    <a:pt x="5769" y="5773"/>
                  </a:lnTo>
                  <a:lnTo>
                    <a:pt x="1547" y="12037"/>
                  </a:lnTo>
                  <a:lnTo>
                    <a:pt x="0" y="19905"/>
                  </a:lnTo>
                  <a:lnTo>
                    <a:pt x="725580" y="19905"/>
                  </a:lnTo>
                  <a:lnTo>
                    <a:pt x="7255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18185703" y="9239093"/>
              <a:ext cx="706120" cy="157480"/>
            </a:xfrm>
            <a:custGeom>
              <a:avLst/>
              <a:gdLst/>
              <a:ahLst/>
              <a:cxnLst/>
              <a:rect l="l" t="t" r="r" b="b"/>
              <a:pathLst>
                <a:path w="706119" h="157479">
                  <a:moveTo>
                    <a:pt x="705873" y="0"/>
                  </a:moveTo>
                  <a:lnTo>
                    <a:pt x="81159" y="0"/>
                  </a:lnTo>
                  <a:lnTo>
                    <a:pt x="81159" y="46899"/>
                  </a:lnTo>
                  <a:lnTo>
                    <a:pt x="64584" y="53579"/>
                  </a:lnTo>
                  <a:lnTo>
                    <a:pt x="52879" y="60476"/>
                  </a:lnTo>
                  <a:lnTo>
                    <a:pt x="43903" y="70293"/>
                  </a:lnTo>
                  <a:lnTo>
                    <a:pt x="38152" y="82289"/>
                  </a:lnTo>
                  <a:lnTo>
                    <a:pt x="36124" y="95724"/>
                  </a:lnTo>
                  <a:lnTo>
                    <a:pt x="36124" y="118593"/>
                  </a:lnTo>
                  <a:lnTo>
                    <a:pt x="22060" y="121432"/>
                  </a:lnTo>
                  <a:lnTo>
                    <a:pt x="10578" y="129175"/>
                  </a:lnTo>
                  <a:lnTo>
                    <a:pt x="2837" y="140658"/>
                  </a:lnTo>
                  <a:lnTo>
                    <a:pt x="0" y="154717"/>
                  </a:lnTo>
                  <a:lnTo>
                    <a:pt x="0" y="156466"/>
                  </a:lnTo>
                  <a:lnTo>
                    <a:pt x="81159" y="156466"/>
                  </a:lnTo>
                  <a:lnTo>
                    <a:pt x="81159" y="157398"/>
                  </a:lnTo>
                  <a:lnTo>
                    <a:pt x="705873" y="157398"/>
                  </a:lnTo>
                  <a:lnTo>
                    <a:pt x="705873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2" name="object 462" descr=""/>
          <p:cNvGrpSpPr/>
          <p:nvPr/>
        </p:nvGrpSpPr>
        <p:grpSpPr>
          <a:xfrm>
            <a:off x="18292765" y="8911554"/>
            <a:ext cx="753110" cy="271780"/>
            <a:chOff x="18292765" y="8911554"/>
            <a:chExt cx="753110" cy="271780"/>
          </a:xfrm>
        </p:grpSpPr>
        <p:sp>
          <p:nvSpPr>
            <p:cNvPr id="463" name="object 463" descr=""/>
            <p:cNvSpPr/>
            <p:nvPr/>
          </p:nvSpPr>
          <p:spPr>
            <a:xfrm>
              <a:off x="18292765" y="9042527"/>
              <a:ext cx="753110" cy="45720"/>
            </a:xfrm>
            <a:custGeom>
              <a:avLst/>
              <a:gdLst/>
              <a:ahLst/>
              <a:cxnLst/>
              <a:rect l="l" t="t" r="r" b="b"/>
              <a:pathLst>
                <a:path w="753109" h="45720">
                  <a:moveTo>
                    <a:pt x="730857" y="0"/>
                  </a:moveTo>
                  <a:lnTo>
                    <a:pt x="22030" y="0"/>
                  </a:lnTo>
                  <a:lnTo>
                    <a:pt x="13455" y="1731"/>
                  </a:lnTo>
                  <a:lnTo>
                    <a:pt x="6452" y="6452"/>
                  </a:lnTo>
                  <a:lnTo>
                    <a:pt x="1731" y="13455"/>
                  </a:lnTo>
                  <a:lnTo>
                    <a:pt x="0" y="22030"/>
                  </a:lnTo>
                  <a:lnTo>
                    <a:pt x="0" y="45475"/>
                  </a:lnTo>
                  <a:lnTo>
                    <a:pt x="752898" y="45475"/>
                  </a:lnTo>
                  <a:lnTo>
                    <a:pt x="752898" y="22030"/>
                  </a:lnTo>
                  <a:lnTo>
                    <a:pt x="751165" y="13455"/>
                  </a:lnTo>
                  <a:lnTo>
                    <a:pt x="746440" y="6452"/>
                  </a:lnTo>
                  <a:lnTo>
                    <a:pt x="739434" y="1731"/>
                  </a:lnTo>
                  <a:lnTo>
                    <a:pt x="73085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18633164" y="8911554"/>
              <a:ext cx="309880" cy="95885"/>
            </a:xfrm>
            <a:custGeom>
              <a:avLst/>
              <a:gdLst/>
              <a:ahLst/>
              <a:cxnLst/>
              <a:rect l="l" t="t" r="r" b="b"/>
              <a:pathLst>
                <a:path w="309880" h="95884">
                  <a:moveTo>
                    <a:pt x="305854" y="0"/>
                  </a:moveTo>
                  <a:lnTo>
                    <a:pt x="0" y="56061"/>
                  </a:lnTo>
                  <a:lnTo>
                    <a:pt x="7224" y="95452"/>
                  </a:lnTo>
                  <a:lnTo>
                    <a:pt x="309676" y="20816"/>
                  </a:lnTo>
                  <a:lnTo>
                    <a:pt x="305854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18314803" y="8959278"/>
              <a:ext cx="492759" cy="83820"/>
            </a:xfrm>
            <a:custGeom>
              <a:avLst/>
              <a:gdLst/>
              <a:ahLst/>
              <a:cxnLst/>
              <a:rect l="l" t="t" r="r" b="b"/>
              <a:pathLst>
                <a:path w="492759" h="83820">
                  <a:moveTo>
                    <a:pt x="264808" y="0"/>
                  </a:moveTo>
                  <a:lnTo>
                    <a:pt x="126017" y="0"/>
                  </a:lnTo>
                  <a:lnTo>
                    <a:pt x="86982" y="5674"/>
                  </a:lnTo>
                  <a:lnTo>
                    <a:pt x="51836" y="21829"/>
                  </a:lnTo>
                  <a:lnTo>
                    <a:pt x="22602" y="47160"/>
                  </a:lnTo>
                  <a:lnTo>
                    <a:pt x="1308" y="80364"/>
                  </a:lnTo>
                  <a:lnTo>
                    <a:pt x="0" y="83243"/>
                  </a:lnTo>
                  <a:lnTo>
                    <a:pt x="492131" y="83243"/>
                  </a:lnTo>
                  <a:lnTo>
                    <a:pt x="451200" y="53403"/>
                  </a:lnTo>
                  <a:lnTo>
                    <a:pt x="407924" y="30408"/>
                  </a:lnTo>
                  <a:lnTo>
                    <a:pt x="361983" y="13679"/>
                  </a:lnTo>
                  <a:lnTo>
                    <a:pt x="314052" y="3460"/>
                  </a:lnTo>
                  <a:lnTo>
                    <a:pt x="26480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18435994" y="9104958"/>
              <a:ext cx="400685" cy="78740"/>
            </a:xfrm>
            <a:custGeom>
              <a:avLst/>
              <a:gdLst/>
              <a:ahLst/>
              <a:cxnLst/>
              <a:rect l="l" t="t" r="r" b="b"/>
              <a:pathLst>
                <a:path w="400684" h="78740">
                  <a:moveTo>
                    <a:pt x="393747" y="0"/>
                  </a:moveTo>
                  <a:lnTo>
                    <a:pt x="6575" y="0"/>
                  </a:lnTo>
                  <a:lnTo>
                    <a:pt x="0" y="6586"/>
                  </a:lnTo>
                  <a:lnTo>
                    <a:pt x="0" y="71777"/>
                  </a:lnTo>
                  <a:lnTo>
                    <a:pt x="6575" y="78353"/>
                  </a:lnTo>
                  <a:lnTo>
                    <a:pt x="385632" y="78353"/>
                  </a:lnTo>
                  <a:lnTo>
                    <a:pt x="393747" y="78353"/>
                  </a:lnTo>
                  <a:lnTo>
                    <a:pt x="400322" y="71777"/>
                  </a:lnTo>
                  <a:lnTo>
                    <a:pt x="400322" y="6586"/>
                  </a:lnTo>
                  <a:lnTo>
                    <a:pt x="393747" y="0"/>
                  </a:lnTo>
                  <a:close/>
                </a:path>
              </a:pathLst>
            </a:custGeom>
            <a:solidFill>
              <a:srgbClr val="46B8F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67" name="object 467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8937329" y="10423337"/>
            <a:ext cx="94363" cy="98462"/>
          </a:xfrm>
          <a:prstGeom prst="rect">
            <a:avLst/>
          </a:prstGeom>
        </p:spPr>
      </p:pic>
      <p:pic>
        <p:nvPicPr>
          <p:cNvPr id="468" name="object 468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8196039" y="10424949"/>
            <a:ext cx="94363" cy="98472"/>
          </a:xfrm>
          <a:prstGeom prst="rect">
            <a:avLst/>
          </a:prstGeom>
        </p:spPr>
      </p:pic>
      <p:grpSp>
        <p:nvGrpSpPr>
          <p:cNvPr id="469" name="object 469" descr=""/>
          <p:cNvGrpSpPr/>
          <p:nvPr/>
        </p:nvGrpSpPr>
        <p:grpSpPr>
          <a:xfrm>
            <a:off x="1944139" y="5314372"/>
            <a:ext cx="951865" cy="1109980"/>
            <a:chOff x="1944139" y="5314372"/>
            <a:chExt cx="951865" cy="1109980"/>
          </a:xfrm>
        </p:grpSpPr>
        <p:sp>
          <p:nvSpPr>
            <p:cNvPr id="470" name="object 470" descr=""/>
            <p:cNvSpPr/>
            <p:nvPr/>
          </p:nvSpPr>
          <p:spPr>
            <a:xfrm>
              <a:off x="1944139" y="5314372"/>
              <a:ext cx="951865" cy="1109980"/>
            </a:xfrm>
            <a:custGeom>
              <a:avLst/>
              <a:gdLst/>
              <a:ahLst/>
              <a:cxnLst/>
              <a:rect l="l" t="t" r="r" b="b"/>
              <a:pathLst>
                <a:path w="951864" h="1109979">
                  <a:moveTo>
                    <a:pt x="951426" y="0"/>
                  </a:moveTo>
                  <a:lnTo>
                    <a:pt x="0" y="0"/>
                  </a:lnTo>
                  <a:lnTo>
                    <a:pt x="0" y="1109735"/>
                  </a:lnTo>
                  <a:lnTo>
                    <a:pt x="951426" y="1109735"/>
                  </a:lnTo>
                  <a:lnTo>
                    <a:pt x="951426" y="0"/>
                  </a:lnTo>
                  <a:close/>
                </a:path>
              </a:pathLst>
            </a:custGeom>
            <a:solidFill>
              <a:srgbClr val="906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 descr=""/>
            <p:cNvSpPr/>
            <p:nvPr/>
          </p:nvSpPr>
          <p:spPr>
            <a:xfrm>
              <a:off x="2014179" y="5384411"/>
              <a:ext cx="811530" cy="969644"/>
            </a:xfrm>
            <a:custGeom>
              <a:avLst/>
              <a:gdLst/>
              <a:ahLst/>
              <a:cxnLst/>
              <a:rect l="l" t="t" r="r" b="b"/>
              <a:pathLst>
                <a:path w="811530" h="969645">
                  <a:moveTo>
                    <a:pt x="811336" y="0"/>
                  </a:moveTo>
                  <a:lnTo>
                    <a:pt x="0" y="0"/>
                  </a:lnTo>
                  <a:lnTo>
                    <a:pt x="0" y="969645"/>
                  </a:lnTo>
                  <a:lnTo>
                    <a:pt x="811336" y="969645"/>
                  </a:lnTo>
                  <a:lnTo>
                    <a:pt x="811336" y="0"/>
                  </a:lnTo>
                  <a:close/>
                </a:path>
              </a:pathLst>
            </a:custGeom>
            <a:solidFill>
              <a:srgbClr val="956E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 descr=""/>
            <p:cNvSpPr/>
            <p:nvPr/>
          </p:nvSpPr>
          <p:spPr>
            <a:xfrm>
              <a:off x="2014181" y="5384145"/>
              <a:ext cx="811530" cy="970280"/>
            </a:xfrm>
            <a:custGeom>
              <a:avLst/>
              <a:gdLst/>
              <a:ahLst/>
              <a:cxnLst/>
              <a:rect l="l" t="t" r="r" b="b"/>
              <a:pathLst>
                <a:path w="811530" h="970279">
                  <a:moveTo>
                    <a:pt x="811339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970280"/>
                  </a:lnTo>
                  <a:lnTo>
                    <a:pt x="17500" y="970280"/>
                  </a:lnTo>
                  <a:lnTo>
                    <a:pt x="17500" y="17780"/>
                  </a:lnTo>
                  <a:lnTo>
                    <a:pt x="811339" y="17780"/>
                  </a:lnTo>
                  <a:lnTo>
                    <a:pt x="8113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3" name="object 473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091839" y="5476922"/>
              <a:ext cx="104680" cy="102843"/>
            </a:xfrm>
            <a:prstGeom prst="rect">
              <a:avLst/>
            </a:prstGeom>
          </p:spPr>
        </p:pic>
      </p:grpSp>
      <p:grpSp>
        <p:nvGrpSpPr>
          <p:cNvPr id="474" name="object 474" descr=""/>
          <p:cNvGrpSpPr/>
          <p:nvPr/>
        </p:nvGrpSpPr>
        <p:grpSpPr>
          <a:xfrm>
            <a:off x="7454617" y="8008901"/>
            <a:ext cx="3219450" cy="2523490"/>
            <a:chOff x="7454617" y="8008901"/>
            <a:chExt cx="3219450" cy="2523490"/>
          </a:xfrm>
        </p:grpSpPr>
        <p:pic>
          <p:nvPicPr>
            <p:cNvPr id="475" name="object 475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743434" y="8122857"/>
              <a:ext cx="1018129" cy="946992"/>
            </a:xfrm>
            <a:prstGeom prst="rect">
              <a:avLst/>
            </a:prstGeom>
          </p:spPr>
        </p:pic>
        <p:sp>
          <p:nvSpPr>
            <p:cNvPr id="476" name="object 476" descr=""/>
            <p:cNvSpPr/>
            <p:nvPr/>
          </p:nvSpPr>
          <p:spPr>
            <a:xfrm>
              <a:off x="7590857" y="9036678"/>
              <a:ext cx="2911475" cy="1225550"/>
            </a:xfrm>
            <a:custGeom>
              <a:avLst/>
              <a:gdLst/>
              <a:ahLst/>
              <a:cxnLst/>
              <a:rect l="l" t="t" r="r" b="b"/>
              <a:pathLst>
                <a:path w="2911475" h="1225550">
                  <a:moveTo>
                    <a:pt x="2911387" y="0"/>
                  </a:moveTo>
                  <a:lnTo>
                    <a:pt x="0" y="0"/>
                  </a:lnTo>
                  <a:lnTo>
                    <a:pt x="0" y="1225554"/>
                  </a:lnTo>
                  <a:lnTo>
                    <a:pt x="2911387" y="1225554"/>
                  </a:lnTo>
                  <a:lnTo>
                    <a:pt x="2911387" y="0"/>
                  </a:lnTo>
                  <a:close/>
                </a:path>
              </a:pathLst>
            </a:custGeom>
            <a:solidFill>
              <a:srgbClr val="906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7454608" y="8863603"/>
              <a:ext cx="3219450" cy="173355"/>
            </a:xfrm>
            <a:custGeom>
              <a:avLst/>
              <a:gdLst/>
              <a:ahLst/>
              <a:cxnLst/>
              <a:rect l="l" t="t" r="r" b="b"/>
              <a:pathLst>
                <a:path w="3219450" h="173354">
                  <a:moveTo>
                    <a:pt x="3159036" y="73329"/>
                  </a:moveTo>
                  <a:lnTo>
                    <a:pt x="60121" y="73329"/>
                  </a:lnTo>
                  <a:lnTo>
                    <a:pt x="60121" y="173075"/>
                  </a:lnTo>
                  <a:lnTo>
                    <a:pt x="3159036" y="173075"/>
                  </a:lnTo>
                  <a:lnTo>
                    <a:pt x="3159036" y="73329"/>
                  </a:lnTo>
                  <a:close/>
                </a:path>
                <a:path w="3219450" h="173354">
                  <a:moveTo>
                    <a:pt x="3219158" y="72593"/>
                  </a:moveTo>
                  <a:lnTo>
                    <a:pt x="3213455" y="44335"/>
                  </a:lnTo>
                  <a:lnTo>
                    <a:pt x="3197898" y="21259"/>
                  </a:lnTo>
                  <a:lnTo>
                    <a:pt x="3174822" y="5702"/>
                  </a:lnTo>
                  <a:lnTo>
                    <a:pt x="3146564" y="0"/>
                  </a:lnTo>
                  <a:lnTo>
                    <a:pt x="72593" y="0"/>
                  </a:lnTo>
                  <a:lnTo>
                    <a:pt x="44335" y="5702"/>
                  </a:lnTo>
                  <a:lnTo>
                    <a:pt x="21272" y="21259"/>
                  </a:lnTo>
                  <a:lnTo>
                    <a:pt x="5702" y="44335"/>
                  </a:lnTo>
                  <a:lnTo>
                    <a:pt x="0" y="72593"/>
                  </a:lnTo>
                  <a:lnTo>
                    <a:pt x="0" y="73317"/>
                  </a:lnTo>
                  <a:lnTo>
                    <a:pt x="3219158" y="73317"/>
                  </a:lnTo>
                  <a:lnTo>
                    <a:pt x="3219158" y="72593"/>
                  </a:lnTo>
                  <a:close/>
                </a:path>
              </a:pathLst>
            </a:custGeom>
            <a:solidFill>
              <a:srgbClr val="956E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 descr=""/>
            <p:cNvSpPr/>
            <p:nvPr/>
          </p:nvSpPr>
          <p:spPr>
            <a:xfrm>
              <a:off x="7514729" y="8936933"/>
              <a:ext cx="3099435" cy="207010"/>
            </a:xfrm>
            <a:custGeom>
              <a:avLst/>
              <a:gdLst/>
              <a:ahLst/>
              <a:cxnLst/>
              <a:rect l="l" t="t" r="r" b="b"/>
              <a:pathLst>
                <a:path w="3099434" h="207009">
                  <a:moveTo>
                    <a:pt x="2987510" y="99745"/>
                  </a:moveTo>
                  <a:lnTo>
                    <a:pt x="76123" y="99745"/>
                  </a:lnTo>
                  <a:lnTo>
                    <a:pt x="76123" y="206552"/>
                  </a:lnTo>
                  <a:lnTo>
                    <a:pt x="2987510" y="206552"/>
                  </a:lnTo>
                  <a:lnTo>
                    <a:pt x="2987510" y="99745"/>
                  </a:lnTo>
                  <a:close/>
                </a:path>
                <a:path w="3099434" h="207009">
                  <a:moveTo>
                    <a:pt x="3098914" y="0"/>
                  </a:moveTo>
                  <a:lnTo>
                    <a:pt x="0" y="0"/>
                  </a:lnTo>
                  <a:lnTo>
                    <a:pt x="0" y="31242"/>
                  </a:lnTo>
                  <a:lnTo>
                    <a:pt x="3098914" y="31242"/>
                  </a:lnTo>
                  <a:lnTo>
                    <a:pt x="3098914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 descr=""/>
            <p:cNvSpPr/>
            <p:nvPr/>
          </p:nvSpPr>
          <p:spPr>
            <a:xfrm>
              <a:off x="7666979" y="10262232"/>
              <a:ext cx="317500" cy="270510"/>
            </a:xfrm>
            <a:custGeom>
              <a:avLst/>
              <a:gdLst/>
              <a:ahLst/>
              <a:cxnLst/>
              <a:rect l="l" t="t" r="r" b="b"/>
              <a:pathLst>
                <a:path w="317500" h="270509">
                  <a:moveTo>
                    <a:pt x="317424" y="0"/>
                  </a:moveTo>
                  <a:lnTo>
                    <a:pt x="0" y="0"/>
                  </a:lnTo>
                  <a:lnTo>
                    <a:pt x="0" y="269928"/>
                  </a:lnTo>
                  <a:lnTo>
                    <a:pt x="195627" y="269928"/>
                  </a:lnTo>
                  <a:lnTo>
                    <a:pt x="317424" y="0"/>
                  </a:lnTo>
                  <a:close/>
                </a:path>
              </a:pathLst>
            </a:custGeom>
            <a:solidFill>
              <a:srgbClr val="8F64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 descr=""/>
            <p:cNvSpPr/>
            <p:nvPr/>
          </p:nvSpPr>
          <p:spPr>
            <a:xfrm>
              <a:off x="7666979" y="10262232"/>
              <a:ext cx="317500" cy="72390"/>
            </a:xfrm>
            <a:custGeom>
              <a:avLst/>
              <a:gdLst/>
              <a:ahLst/>
              <a:cxnLst/>
              <a:rect l="l" t="t" r="r" b="b"/>
              <a:pathLst>
                <a:path w="317500" h="72390">
                  <a:moveTo>
                    <a:pt x="317424" y="0"/>
                  </a:moveTo>
                  <a:lnTo>
                    <a:pt x="0" y="0"/>
                  </a:lnTo>
                  <a:lnTo>
                    <a:pt x="0" y="72165"/>
                  </a:lnTo>
                  <a:lnTo>
                    <a:pt x="284839" y="72165"/>
                  </a:lnTo>
                  <a:lnTo>
                    <a:pt x="317424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 descr=""/>
            <p:cNvSpPr/>
            <p:nvPr/>
          </p:nvSpPr>
          <p:spPr>
            <a:xfrm>
              <a:off x="10184605" y="10262232"/>
              <a:ext cx="317500" cy="270510"/>
            </a:xfrm>
            <a:custGeom>
              <a:avLst/>
              <a:gdLst/>
              <a:ahLst/>
              <a:cxnLst/>
              <a:rect l="l" t="t" r="r" b="b"/>
              <a:pathLst>
                <a:path w="317500" h="270509">
                  <a:moveTo>
                    <a:pt x="317424" y="0"/>
                  </a:moveTo>
                  <a:lnTo>
                    <a:pt x="0" y="0"/>
                  </a:lnTo>
                  <a:lnTo>
                    <a:pt x="121797" y="269928"/>
                  </a:lnTo>
                  <a:lnTo>
                    <a:pt x="317424" y="269928"/>
                  </a:lnTo>
                  <a:lnTo>
                    <a:pt x="317424" y="0"/>
                  </a:lnTo>
                  <a:close/>
                </a:path>
              </a:pathLst>
            </a:custGeom>
            <a:solidFill>
              <a:srgbClr val="8F64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 descr=""/>
            <p:cNvSpPr/>
            <p:nvPr/>
          </p:nvSpPr>
          <p:spPr>
            <a:xfrm>
              <a:off x="10184605" y="10262232"/>
              <a:ext cx="317500" cy="72390"/>
            </a:xfrm>
            <a:custGeom>
              <a:avLst/>
              <a:gdLst/>
              <a:ahLst/>
              <a:cxnLst/>
              <a:rect l="l" t="t" r="r" b="b"/>
              <a:pathLst>
                <a:path w="317500" h="72390">
                  <a:moveTo>
                    <a:pt x="317424" y="0"/>
                  </a:moveTo>
                  <a:lnTo>
                    <a:pt x="0" y="0"/>
                  </a:lnTo>
                  <a:lnTo>
                    <a:pt x="32585" y="72165"/>
                  </a:lnTo>
                  <a:lnTo>
                    <a:pt x="317424" y="72165"/>
                  </a:lnTo>
                  <a:lnTo>
                    <a:pt x="317424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 descr=""/>
            <p:cNvSpPr/>
            <p:nvPr/>
          </p:nvSpPr>
          <p:spPr>
            <a:xfrm>
              <a:off x="7683671" y="8626749"/>
              <a:ext cx="274955" cy="236854"/>
            </a:xfrm>
            <a:custGeom>
              <a:avLst/>
              <a:gdLst/>
              <a:ahLst/>
              <a:cxnLst/>
              <a:rect l="l" t="t" r="r" b="b"/>
              <a:pathLst>
                <a:path w="274954" h="236854">
                  <a:moveTo>
                    <a:pt x="235898" y="0"/>
                  </a:moveTo>
                  <a:lnTo>
                    <a:pt x="0" y="0"/>
                  </a:lnTo>
                  <a:lnTo>
                    <a:pt x="38470" y="236840"/>
                  </a:lnTo>
                  <a:lnTo>
                    <a:pt x="274368" y="236840"/>
                  </a:lnTo>
                  <a:lnTo>
                    <a:pt x="235898" y="0"/>
                  </a:lnTo>
                  <a:close/>
                </a:path>
              </a:pathLst>
            </a:custGeom>
            <a:solidFill>
              <a:srgbClr val="DFC0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 descr=""/>
            <p:cNvSpPr/>
            <p:nvPr/>
          </p:nvSpPr>
          <p:spPr>
            <a:xfrm>
              <a:off x="7706561" y="8648095"/>
              <a:ext cx="223520" cy="194310"/>
            </a:xfrm>
            <a:custGeom>
              <a:avLst/>
              <a:gdLst/>
              <a:ahLst/>
              <a:cxnLst/>
              <a:rect l="l" t="t" r="r" b="b"/>
              <a:pathLst>
                <a:path w="223520" h="194309">
                  <a:moveTo>
                    <a:pt x="191774" y="0"/>
                  </a:moveTo>
                  <a:lnTo>
                    <a:pt x="0" y="0"/>
                  </a:lnTo>
                  <a:lnTo>
                    <a:pt x="31527" y="194151"/>
                  </a:lnTo>
                  <a:lnTo>
                    <a:pt x="223302" y="194151"/>
                  </a:lnTo>
                  <a:lnTo>
                    <a:pt x="191774" y="0"/>
                  </a:lnTo>
                  <a:close/>
                </a:path>
              </a:pathLst>
            </a:custGeom>
            <a:solidFill>
              <a:srgbClr val="DBB5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7765114" y="8706918"/>
              <a:ext cx="82550" cy="156845"/>
            </a:xfrm>
            <a:custGeom>
              <a:avLst/>
              <a:gdLst/>
              <a:ahLst/>
              <a:cxnLst/>
              <a:rect l="l" t="t" r="r" b="b"/>
              <a:pathLst>
                <a:path w="82550" h="156845">
                  <a:moveTo>
                    <a:pt x="82112" y="0"/>
                  </a:moveTo>
                  <a:lnTo>
                    <a:pt x="0" y="0"/>
                  </a:lnTo>
                  <a:lnTo>
                    <a:pt x="0" y="156665"/>
                  </a:lnTo>
                  <a:lnTo>
                    <a:pt x="82112" y="156665"/>
                  </a:lnTo>
                  <a:lnTo>
                    <a:pt x="82112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 descr=""/>
            <p:cNvSpPr/>
            <p:nvPr/>
          </p:nvSpPr>
          <p:spPr>
            <a:xfrm>
              <a:off x="8119056" y="8761953"/>
              <a:ext cx="480059" cy="101600"/>
            </a:xfrm>
            <a:custGeom>
              <a:avLst/>
              <a:gdLst/>
              <a:ahLst/>
              <a:cxnLst/>
              <a:rect l="l" t="t" r="r" b="b"/>
              <a:pathLst>
                <a:path w="480059" h="101600">
                  <a:moveTo>
                    <a:pt x="479974" y="0"/>
                  </a:moveTo>
                  <a:lnTo>
                    <a:pt x="0" y="0"/>
                  </a:lnTo>
                  <a:lnTo>
                    <a:pt x="6238" y="29295"/>
                  </a:lnTo>
                  <a:lnTo>
                    <a:pt x="8218" y="55877"/>
                  </a:lnTo>
                  <a:lnTo>
                    <a:pt x="6088" y="79837"/>
                  </a:lnTo>
                  <a:lnTo>
                    <a:pt x="0" y="101263"/>
                  </a:lnTo>
                  <a:lnTo>
                    <a:pt x="479974" y="101263"/>
                  </a:lnTo>
                  <a:lnTo>
                    <a:pt x="473881" y="79963"/>
                  </a:lnTo>
                  <a:lnTo>
                    <a:pt x="472310" y="55885"/>
                  </a:lnTo>
                  <a:lnTo>
                    <a:pt x="474570" y="29180"/>
                  </a:lnTo>
                  <a:lnTo>
                    <a:pt x="479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 descr=""/>
            <p:cNvSpPr/>
            <p:nvPr/>
          </p:nvSpPr>
          <p:spPr>
            <a:xfrm>
              <a:off x="8104162" y="8752656"/>
              <a:ext cx="536575" cy="99695"/>
            </a:xfrm>
            <a:custGeom>
              <a:avLst/>
              <a:gdLst/>
              <a:ahLst/>
              <a:cxnLst/>
              <a:rect l="l" t="t" r="r" b="b"/>
              <a:pathLst>
                <a:path w="536575" h="99695">
                  <a:moveTo>
                    <a:pt x="489534" y="92252"/>
                  </a:moveTo>
                  <a:lnTo>
                    <a:pt x="487426" y="90157"/>
                  </a:lnTo>
                  <a:lnTo>
                    <a:pt x="2108" y="90157"/>
                  </a:lnTo>
                  <a:lnTo>
                    <a:pt x="0" y="92252"/>
                  </a:lnTo>
                  <a:lnTo>
                    <a:pt x="0" y="97447"/>
                  </a:lnTo>
                  <a:lnTo>
                    <a:pt x="2108" y="99555"/>
                  </a:lnTo>
                  <a:lnTo>
                    <a:pt x="484835" y="99555"/>
                  </a:lnTo>
                  <a:lnTo>
                    <a:pt x="487426" y="99555"/>
                  </a:lnTo>
                  <a:lnTo>
                    <a:pt x="489534" y="97447"/>
                  </a:lnTo>
                  <a:lnTo>
                    <a:pt x="489534" y="92252"/>
                  </a:lnTo>
                  <a:close/>
                </a:path>
                <a:path w="536575" h="99695">
                  <a:moveTo>
                    <a:pt x="536536" y="2108"/>
                  </a:moveTo>
                  <a:lnTo>
                    <a:pt x="534428" y="0"/>
                  </a:lnTo>
                  <a:lnTo>
                    <a:pt x="49098" y="0"/>
                  </a:lnTo>
                  <a:lnTo>
                    <a:pt x="47002" y="2108"/>
                  </a:lnTo>
                  <a:lnTo>
                    <a:pt x="47002" y="7302"/>
                  </a:lnTo>
                  <a:lnTo>
                    <a:pt x="49098" y="9410"/>
                  </a:lnTo>
                  <a:lnTo>
                    <a:pt x="531825" y="9410"/>
                  </a:lnTo>
                  <a:lnTo>
                    <a:pt x="534428" y="9410"/>
                  </a:lnTo>
                  <a:lnTo>
                    <a:pt x="536536" y="7302"/>
                  </a:lnTo>
                  <a:lnTo>
                    <a:pt x="536536" y="2108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 descr=""/>
            <p:cNvSpPr/>
            <p:nvPr/>
          </p:nvSpPr>
          <p:spPr>
            <a:xfrm>
              <a:off x="8123994" y="8743245"/>
              <a:ext cx="489584" cy="9525"/>
            </a:xfrm>
            <a:custGeom>
              <a:avLst/>
              <a:gdLst/>
              <a:ahLst/>
              <a:cxnLst/>
              <a:rect l="l" t="t" r="r" b="b"/>
              <a:pathLst>
                <a:path w="489584" h="9525">
                  <a:moveTo>
                    <a:pt x="487430" y="0"/>
                  </a:moveTo>
                  <a:lnTo>
                    <a:pt x="2104" y="0"/>
                  </a:lnTo>
                  <a:lnTo>
                    <a:pt x="0" y="2104"/>
                  </a:lnTo>
                  <a:lnTo>
                    <a:pt x="0" y="7298"/>
                  </a:lnTo>
                  <a:lnTo>
                    <a:pt x="2104" y="9402"/>
                  </a:lnTo>
                  <a:lnTo>
                    <a:pt x="484833" y="9402"/>
                  </a:lnTo>
                  <a:lnTo>
                    <a:pt x="487430" y="9402"/>
                  </a:lnTo>
                  <a:lnTo>
                    <a:pt x="489534" y="7298"/>
                  </a:lnTo>
                  <a:lnTo>
                    <a:pt x="489534" y="2104"/>
                  </a:lnTo>
                  <a:lnTo>
                    <a:pt x="4874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 descr=""/>
            <p:cNvSpPr/>
            <p:nvPr/>
          </p:nvSpPr>
          <p:spPr>
            <a:xfrm>
              <a:off x="8968335" y="8486428"/>
              <a:ext cx="113664" cy="346075"/>
            </a:xfrm>
            <a:custGeom>
              <a:avLst/>
              <a:gdLst/>
              <a:ahLst/>
              <a:cxnLst/>
              <a:rect l="l" t="t" r="r" b="b"/>
              <a:pathLst>
                <a:path w="113665" h="346075">
                  <a:moveTo>
                    <a:pt x="91190" y="0"/>
                  </a:moveTo>
                  <a:lnTo>
                    <a:pt x="82667" y="5183"/>
                  </a:lnTo>
                  <a:lnTo>
                    <a:pt x="0" y="339654"/>
                  </a:lnTo>
                  <a:lnTo>
                    <a:pt x="2136" y="343769"/>
                  </a:lnTo>
                  <a:lnTo>
                    <a:pt x="10198" y="346052"/>
                  </a:lnTo>
                  <a:lnTo>
                    <a:pt x="14313" y="343769"/>
                  </a:lnTo>
                  <a:lnTo>
                    <a:pt x="111441" y="21318"/>
                  </a:lnTo>
                  <a:lnTo>
                    <a:pt x="113420" y="12795"/>
                  </a:lnTo>
                  <a:lnTo>
                    <a:pt x="108248" y="4272"/>
                  </a:lnTo>
                  <a:lnTo>
                    <a:pt x="91190" y="0"/>
                  </a:lnTo>
                  <a:close/>
                </a:path>
              </a:pathLst>
            </a:custGeom>
            <a:solidFill>
              <a:srgbClr val="DBB5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8968489" y="8666078"/>
              <a:ext cx="62230" cy="167005"/>
            </a:xfrm>
            <a:custGeom>
              <a:avLst/>
              <a:gdLst/>
              <a:ahLst/>
              <a:cxnLst/>
              <a:rect l="l" t="t" r="r" b="b"/>
              <a:pathLst>
                <a:path w="62229" h="167004">
                  <a:moveTo>
                    <a:pt x="39276" y="0"/>
                  </a:moveTo>
                  <a:lnTo>
                    <a:pt x="764" y="156047"/>
                  </a:lnTo>
                  <a:lnTo>
                    <a:pt x="0" y="159701"/>
                  </a:lnTo>
                  <a:lnTo>
                    <a:pt x="1675" y="163356"/>
                  </a:lnTo>
                  <a:lnTo>
                    <a:pt x="5936" y="165188"/>
                  </a:lnTo>
                  <a:lnTo>
                    <a:pt x="10041" y="166403"/>
                  </a:lnTo>
                  <a:lnTo>
                    <a:pt x="14156" y="164120"/>
                  </a:lnTo>
                  <a:lnTo>
                    <a:pt x="61652" y="6397"/>
                  </a:lnTo>
                  <a:lnTo>
                    <a:pt x="42930" y="1068"/>
                  </a:lnTo>
                  <a:lnTo>
                    <a:pt x="39276" y="0"/>
                  </a:lnTo>
                  <a:close/>
                </a:path>
              </a:pathLst>
            </a:custGeom>
            <a:solidFill>
              <a:srgbClr val="DFE8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 descr=""/>
            <p:cNvSpPr/>
            <p:nvPr/>
          </p:nvSpPr>
          <p:spPr>
            <a:xfrm>
              <a:off x="8971986" y="8667146"/>
              <a:ext cx="43815" cy="165100"/>
            </a:xfrm>
            <a:custGeom>
              <a:avLst/>
              <a:gdLst/>
              <a:ahLst/>
              <a:cxnLst/>
              <a:rect l="l" t="t" r="r" b="b"/>
              <a:pathLst>
                <a:path w="43815" h="165100">
                  <a:moveTo>
                    <a:pt x="39433" y="0"/>
                  </a:moveTo>
                  <a:lnTo>
                    <a:pt x="607" y="157722"/>
                  </a:lnTo>
                  <a:lnTo>
                    <a:pt x="0" y="159859"/>
                  </a:lnTo>
                  <a:lnTo>
                    <a:pt x="460" y="161984"/>
                  </a:lnTo>
                  <a:lnTo>
                    <a:pt x="2136" y="164570"/>
                  </a:lnTo>
                  <a:lnTo>
                    <a:pt x="2275" y="164714"/>
                  </a:lnTo>
                  <a:lnTo>
                    <a:pt x="2136" y="164424"/>
                  </a:lnTo>
                  <a:lnTo>
                    <a:pt x="1978" y="163963"/>
                  </a:lnTo>
                  <a:lnTo>
                    <a:pt x="1068" y="162288"/>
                  </a:lnTo>
                  <a:lnTo>
                    <a:pt x="764" y="160162"/>
                  </a:lnTo>
                  <a:lnTo>
                    <a:pt x="1348" y="157722"/>
                  </a:lnTo>
                  <a:lnTo>
                    <a:pt x="43244" y="1068"/>
                  </a:lnTo>
                  <a:lnTo>
                    <a:pt x="39433" y="0"/>
                  </a:lnTo>
                  <a:close/>
                </a:path>
              </a:pathLst>
            </a:custGeom>
            <a:solidFill>
              <a:srgbClr val="F1E3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 descr=""/>
            <p:cNvSpPr/>
            <p:nvPr/>
          </p:nvSpPr>
          <p:spPr>
            <a:xfrm>
              <a:off x="8709431" y="8731472"/>
              <a:ext cx="496570" cy="132080"/>
            </a:xfrm>
            <a:custGeom>
              <a:avLst/>
              <a:gdLst/>
              <a:ahLst/>
              <a:cxnLst/>
              <a:rect l="l" t="t" r="r" b="b"/>
              <a:pathLst>
                <a:path w="496570" h="132079">
                  <a:moveTo>
                    <a:pt x="496125" y="116547"/>
                  </a:moveTo>
                  <a:lnTo>
                    <a:pt x="494245" y="107276"/>
                  </a:lnTo>
                  <a:lnTo>
                    <a:pt x="489140" y="99707"/>
                  </a:lnTo>
                  <a:lnTo>
                    <a:pt x="481571" y="94602"/>
                  </a:lnTo>
                  <a:lnTo>
                    <a:pt x="472313" y="92735"/>
                  </a:lnTo>
                  <a:lnTo>
                    <a:pt x="188976" y="92735"/>
                  </a:lnTo>
                  <a:lnTo>
                    <a:pt x="188976" y="6451"/>
                  </a:lnTo>
                  <a:lnTo>
                    <a:pt x="182511" y="0"/>
                  </a:lnTo>
                  <a:lnTo>
                    <a:pt x="166293" y="0"/>
                  </a:lnTo>
                  <a:lnTo>
                    <a:pt x="159842" y="6451"/>
                  </a:lnTo>
                  <a:lnTo>
                    <a:pt x="159842" y="92735"/>
                  </a:lnTo>
                  <a:lnTo>
                    <a:pt x="81267" y="92735"/>
                  </a:lnTo>
                  <a:lnTo>
                    <a:pt x="81267" y="6451"/>
                  </a:lnTo>
                  <a:lnTo>
                    <a:pt x="74815" y="0"/>
                  </a:lnTo>
                  <a:lnTo>
                    <a:pt x="58585" y="0"/>
                  </a:lnTo>
                  <a:lnTo>
                    <a:pt x="52133" y="6451"/>
                  </a:lnTo>
                  <a:lnTo>
                    <a:pt x="52133" y="92735"/>
                  </a:lnTo>
                  <a:lnTo>
                    <a:pt x="23812" y="92735"/>
                  </a:lnTo>
                  <a:lnTo>
                    <a:pt x="14541" y="94602"/>
                  </a:lnTo>
                  <a:lnTo>
                    <a:pt x="6972" y="99707"/>
                  </a:lnTo>
                  <a:lnTo>
                    <a:pt x="1866" y="107276"/>
                  </a:lnTo>
                  <a:lnTo>
                    <a:pt x="0" y="116547"/>
                  </a:lnTo>
                  <a:lnTo>
                    <a:pt x="0" y="131673"/>
                  </a:lnTo>
                  <a:lnTo>
                    <a:pt x="496125" y="131673"/>
                  </a:lnTo>
                  <a:lnTo>
                    <a:pt x="496125" y="116547"/>
                  </a:lnTo>
                  <a:close/>
                </a:path>
              </a:pathLst>
            </a:custGeom>
            <a:solidFill>
              <a:srgbClr val="DBB59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3" name="object 493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040849" y="8698601"/>
              <a:ext cx="125608" cy="125602"/>
            </a:xfrm>
            <a:prstGeom prst="rect">
              <a:avLst/>
            </a:prstGeom>
          </p:spPr>
        </p:pic>
        <p:sp>
          <p:nvSpPr>
            <p:cNvPr id="494" name="object 494" descr=""/>
            <p:cNvSpPr/>
            <p:nvPr/>
          </p:nvSpPr>
          <p:spPr>
            <a:xfrm>
              <a:off x="10100100" y="8752330"/>
              <a:ext cx="467359" cy="112395"/>
            </a:xfrm>
            <a:custGeom>
              <a:avLst/>
              <a:gdLst/>
              <a:ahLst/>
              <a:cxnLst/>
              <a:rect l="l" t="t" r="r" b="b"/>
              <a:pathLst>
                <a:path w="467359" h="112395">
                  <a:moveTo>
                    <a:pt x="467242" y="0"/>
                  </a:moveTo>
                  <a:lnTo>
                    <a:pt x="0" y="0"/>
                  </a:lnTo>
                  <a:lnTo>
                    <a:pt x="0" y="112342"/>
                  </a:lnTo>
                  <a:lnTo>
                    <a:pt x="467242" y="112342"/>
                  </a:lnTo>
                  <a:lnTo>
                    <a:pt x="467242" y="0"/>
                  </a:lnTo>
                  <a:close/>
                </a:path>
              </a:pathLst>
            </a:custGeom>
            <a:solidFill>
              <a:srgbClr val="3DB2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 descr=""/>
            <p:cNvSpPr/>
            <p:nvPr/>
          </p:nvSpPr>
          <p:spPr>
            <a:xfrm>
              <a:off x="10442905" y="8741327"/>
              <a:ext cx="75565" cy="134620"/>
            </a:xfrm>
            <a:custGeom>
              <a:avLst/>
              <a:gdLst/>
              <a:ahLst/>
              <a:cxnLst/>
              <a:rect l="l" t="t" r="r" b="b"/>
              <a:pathLst>
                <a:path w="75565" h="134620">
                  <a:moveTo>
                    <a:pt x="22009" y="4914"/>
                  </a:moveTo>
                  <a:lnTo>
                    <a:pt x="17094" y="0"/>
                  </a:lnTo>
                  <a:lnTo>
                    <a:pt x="4914" y="0"/>
                  </a:lnTo>
                  <a:lnTo>
                    <a:pt x="0" y="4914"/>
                  </a:lnTo>
                  <a:lnTo>
                    <a:pt x="0" y="123342"/>
                  </a:lnTo>
                  <a:lnTo>
                    <a:pt x="0" y="129425"/>
                  </a:lnTo>
                  <a:lnTo>
                    <a:pt x="4914" y="134353"/>
                  </a:lnTo>
                  <a:lnTo>
                    <a:pt x="17094" y="134353"/>
                  </a:lnTo>
                  <a:lnTo>
                    <a:pt x="22009" y="129425"/>
                  </a:lnTo>
                  <a:lnTo>
                    <a:pt x="22009" y="4914"/>
                  </a:lnTo>
                  <a:close/>
                </a:path>
                <a:path w="75565" h="134620">
                  <a:moveTo>
                    <a:pt x="74942" y="4914"/>
                  </a:moveTo>
                  <a:lnTo>
                    <a:pt x="70015" y="0"/>
                  </a:lnTo>
                  <a:lnTo>
                    <a:pt x="57848" y="0"/>
                  </a:lnTo>
                  <a:lnTo>
                    <a:pt x="52933" y="4914"/>
                  </a:lnTo>
                  <a:lnTo>
                    <a:pt x="52933" y="123342"/>
                  </a:lnTo>
                  <a:lnTo>
                    <a:pt x="52933" y="129425"/>
                  </a:lnTo>
                  <a:lnTo>
                    <a:pt x="57848" y="134353"/>
                  </a:lnTo>
                  <a:lnTo>
                    <a:pt x="70015" y="134353"/>
                  </a:lnTo>
                  <a:lnTo>
                    <a:pt x="74942" y="129425"/>
                  </a:lnTo>
                  <a:lnTo>
                    <a:pt x="74942" y="4914"/>
                  </a:lnTo>
                  <a:close/>
                </a:path>
              </a:pathLst>
            </a:custGeom>
            <a:solidFill>
              <a:srgbClr val="5EBF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 descr=""/>
            <p:cNvSpPr/>
            <p:nvPr/>
          </p:nvSpPr>
          <p:spPr>
            <a:xfrm>
              <a:off x="10100100" y="8828265"/>
              <a:ext cx="467359" cy="36830"/>
            </a:xfrm>
            <a:custGeom>
              <a:avLst/>
              <a:gdLst/>
              <a:ahLst/>
              <a:cxnLst/>
              <a:rect l="l" t="t" r="r" b="b"/>
              <a:pathLst>
                <a:path w="467359" h="36829">
                  <a:moveTo>
                    <a:pt x="467242" y="0"/>
                  </a:moveTo>
                  <a:lnTo>
                    <a:pt x="0" y="0"/>
                  </a:lnTo>
                  <a:lnTo>
                    <a:pt x="0" y="36396"/>
                  </a:lnTo>
                  <a:lnTo>
                    <a:pt x="467242" y="36396"/>
                  </a:lnTo>
                  <a:lnTo>
                    <a:pt x="467242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 descr=""/>
            <p:cNvSpPr/>
            <p:nvPr/>
          </p:nvSpPr>
          <p:spPr>
            <a:xfrm>
              <a:off x="10025981" y="8725359"/>
              <a:ext cx="313690" cy="114935"/>
            </a:xfrm>
            <a:custGeom>
              <a:avLst/>
              <a:gdLst/>
              <a:ahLst/>
              <a:cxnLst/>
              <a:rect l="l" t="t" r="r" b="b"/>
              <a:pathLst>
                <a:path w="313690" h="114934">
                  <a:moveTo>
                    <a:pt x="313163" y="0"/>
                  </a:moveTo>
                  <a:lnTo>
                    <a:pt x="0" y="0"/>
                  </a:lnTo>
                  <a:lnTo>
                    <a:pt x="0" y="114635"/>
                  </a:lnTo>
                  <a:lnTo>
                    <a:pt x="313163" y="114635"/>
                  </a:lnTo>
                  <a:lnTo>
                    <a:pt x="295667" y="87095"/>
                  </a:lnTo>
                  <a:lnTo>
                    <a:pt x="290129" y="58790"/>
                  </a:lnTo>
                  <a:lnTo>
                    <a:pt x="296109" y="29748"/>
                  </a:lnTo>
                  <a:lnTo>
                    <a:pt x="3131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 descr=""/>
            <p:cNvSpPr/>
            <p:nvPr/>
          </p:nvSpPr>
          <p:spPr>
            <a:xfrm>
              <a:off x="10025977" y="8725357"/>
              <a:ext cx="313690" cy="114935"/>
            </a:xfrm>
            <a:custGeom>
              <a:avLst/>
              <a:gdLst/>
              <a:ahLst/>
              <a:cxnLst/>
              <a:rect l="l" t="t" r="r" b="b"/>
              <a:pathLst>
                <a:path w="313690" h="114934">
                  <a:moveTo>
                    <a:pt x="313163" y="0"/>
                  </a:moveTo>
                  <a:lnTo>
                    <a:pt x="0" y="0"/>
                  </a:lnTo>
                  <a:lnTo>
                    <a:pt x="0" y="114635"/>
                  </a:lnTo>
                  <a:lnTo>
                    <a:pt x="50333" y="114635"/>
                  </a:lnTo>
                  <a:lnTo>
                    <a:pt x="46693" y="107847"/>
                  </a:lnTo>
                  <a:lnTo>
                    <a:pt x="43963" y="100561"/>
                  </a:lnTo>
                  <a:lnTo>
                    <a:pt x="42248" y="92841"/>
                  </a:lnTo>
                  <a:lnTo>
                    <a:pt x="41653" y="84751"/>
                  </a:lnTo>
                  <a:lnTo>
                    <a:pt x="41653" y="83599"/>
                  </a:lnTo>
                  <a:lnTo>
                    <a:pt x="46108" y="61512"/>
                  </a:lnTo>
                  <a:lnTo>
                    <a:pt x="58258" y="43476"/>
                  </a:lnTo>
                  <a:lnTo>
                    <a:pt x="76281" y="31316"/>
                  </a:lnTo>
                  <a:lnTo>
                    <a:pt x="98353" y="26857"/>
                  </a:lnTo>
                  <a:lnTo>
                    <a:pt x="297383" y="26857"/>
                  </a:lnTo>
                  <a:lnTo>
                    <a:pt x="300508" y="20196"/>
                  </a:lnTo>
                  <a:lnTo>
                    <a:pt x="304173" y="13499"/>
                  </a:lnTo>
                  <a:lnTo>
                    <a:pt x="308388" y="6767"/>
                  </a:lnTo>
                  <a:lnTo>
                    <a:pt x="31316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 descr=""/>
            <p:cNvSpPr/>
            <p:nvPr/>
          </p:nvSpPr>
          <p:spPr>
            <a:xfrm>
              <a:off x="9665693" y="8711118"/>
              <a:ext cx="431165" cy="153670"/>
            </a:xfrm>
            <a:custGeom>
              <a:avLst/>
              <a:gdLst/>
              <a:ahLst/>
              <a:cxnLst/>
              <a:rect l="l" t="t" r="r" b="b"/>
              <a:pathLst>
                <a:path w="431165" h="153670">
                  <a:moveTo>
                    <a:pt x="431075" y="0"/>
                  </a:moveTo>
                  <a:lnTo>
                    <a:pt x="75924" y="0"/>
                  </a:lnTo>
                  <a:lnTo>
                    <a:pt x="46369" y="5971"/>
                  </a:lnTo>
                  <a:lnTo>
                    <a:pt x="22236" y="22255"/>
                  </a:lnTo>
                  <a:lnTo>
                    <a:pt x="5965" y="46409"/>
                  </a:lnTo>
                  <a:lnTo>
                    <a:pt x="0" y="75987"/>
                  </a:lnTo>
                  <a:lnTo>
                    <a:pt x="0" y="77526"/>
                  </a:lnTo>
                  <a:lnTo>
                    <a:pt x="5965" y="107106"/>
                  </a:lnTo>
                  <a:lnTo>
                    <a:pt x="22236" y="131263"/>
                  </a:lnTo>
                  <a:lnTo>
                    <a:pt x="46369" y="147551"/>
                  </a:lnTo>
                  <a:lnTo>
                    <a:pt x="75924" y="153524"/>
                  </a:lnTo>
                  <a:lnTo>
                    <a:pt x="431075" y="153524"/>
                  </a:lnTo>
                  <a:lnTo>
                    <a:pt x="431075" y="153262"/>
                  </a:lnTo>
                  <a:lnTo>
                    <a:pt x="403338" y="145965"/>
                  </a:lnTo>
                  <a:lnTo>
                    <a:pt x="380856" y="129486"/>
                  </a:lnTo>
                  <a:lnTo>
                    <a:pt x="365785" y="105962"/>
                  </a:lnTo>
                  <a:lnTo>
                    <a:pt x="360282" y="77526"/>
                  </a:lnTo>
                  <a:lnTo>
                    <a:pt x="360282" y="75987"/>
                  </a:lnTo>
                  <a:lnTo>
                    <a:pt x="365785" y="47555"/>
                  </a:lnTo>
                  <a:lnTo>
                    <a:pt x="380856" y="24030"/>
                  </a:lnTo>
                  <a:lnTo>
                    <a:pt x="403338" y="7549"/>
                  </a:lnTo>
                  <a:lnTo>
                    <a:pt x="431075" y="251"/>
                  </a:lnTo>
                  <a:lnTo>
                    <a:pt x="431075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 descr=""/>
            <p:cNvSpPr/>
            <p:nvPr/>
          </p:nvSpPr>
          <p:spPr>
            <a:xfrm>
              <a:off x="10025974" y="8711112"/>
              <a:ext cx="337185" cy="153670"/>
            </a:xfrm>
            <a:custGeom>
              <a:avLst/>
              <a:gdLst/>
              <a:ahLst/>
              <a:cxnLst/>
              <a:rect l="l" t="t" r="r" b="b"/>
              <a:pathLst>
                <a:path w="337184" h="153670">
                  <a:moveTo>
                    <a:pt x="331906" y="0"/>
                  </a:moveTo>
                  <a:lnTo>
                    <a:pt x="75934" y="0"/>
                  </a:lnTo>
                  <a:lnTo>
                    <a:pt x="46378" y="5972"/>
                  </a:lnTo>
                  <a:lnTo>
                    <a:pt x="22241" y="22261"/>
                  </a:lnTo>
                  <a:lnTo>
                    <a:pt x="5967" y="46418"/>
                  </a:lnTo>
                  <a:lnTo>
                    <a:pt x="0" y="75997"/>
                  </a:lnTo>
                  <a:lnTo>
                    <a:pt x="0" y="77536"/>
                  </a:lnTo>
                  <a:lnTo>
                    <a:pt x="5967" y="107114"/>
                  </a:lnTo>
                  <a:lnTo>
                    <a:pt x="22241" y="131268"/>
                  </a:lnTo>
                  <a:lnTo>
                    <a:pt x="46378" y="147552"/>
                  </a:lnTo>
                  <a:lnTo>
                    <a:pt x="75934" y="153524"/>
                  </a:lnTo>
                  <a:lnTo>
                    <a:pt x="331707" y="153524"/>
                  </a:lnTo>
                  <a:lnTo>
                    <a:pt x="337172" y="148058"/>
                  </a:lnTo>
                  <a:lnTo>
                    <a:pt x="337172" y="134299"/>
                  </a:lnTo>
                  <a:lnTo>
                    <a:pt x="331675" y="128823"/>
                  </a:lnTo>
                  <a:lnTo>
                    <a:pt x="75934" y="129723"/>
                  </a:lnTo>
                  <a:lnTo>
                    <a:pt x="55657" y="125615"/>
                  </a:lnTo>
                  <a:lnTo>
                    <a:pt x="39079" y="114420"/>
                  </a:lnTo>
                  <a:lnTo>
                    <a:pt x="27894" y="97830"/>
                  </a:lnTo>
                  <a:lnTo>
                    <a:pt x="23789" y="77536"/>
                  </a:lnTo>
                  <a:lnTo>
                    <a:pt x="23789" y="75997"/>
                  </a:lnTo>
                  <a:lnTo>
                    <a:pt x="27888" y="55682"/>
                  </a:lnTo>
                  <a:lnTo>
                    <a:pt x="39064" y="39094"/>
                  </a:lnTo>
                  <a:lnTo>
                    <a:pt x="55639" y="27911"/>
                  </a:lnTo>
                  <a:lnTo>
                    <a:pt x="75934" y="23810"/>
                  </a:lnTo>
                  <a:lnTo>
                    <a:pt x="331906" y="23810"/>
                  </a:lnTo>
                  <a:lnTo>
                    <a:pt x="337172" y="18533"/>
                  </a:lnTo>
                  <a:lnTo>
                    <a:pt x="337172" y="5277"/>
                  </a:lnTo>
                  <a:lnTo>
                    <a:pt x="331906" y="0"/>
                  </a:lnTo>
                  <a:close/>
                </a:path>
              </a:pathLst>
            </a:custGeom>
            <a:solidFill>
              <a:srgbClr val="A3D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 descr=""/>
            <p:cNvSpPr/>
            <p:nvPr/>
          </p:nvSpPr>
          <p:spPr>
            <a:xfrm>
              <a:off x="9203764" y="8008901"/>
              <a:ext cx="1078865" cy="666750"/>
            </a:xfrm>
            <a:custGeom>
              <a:avLst/>
              <a:gdLst/>
              <a:ahLst/>
              <a:cxnLst/>
              <a:rect l="l" t="t" r="r" b="b"/>
              <a:pathLst>
                <a:path w="1078865" h="666750">
                  <a:moveTo>
                    <a:pt x="1078689" y="0"/>
                  </a:moveTo>
                  <a:lnTo>
                    <a:pt x="50469" y="0"/>
                  </a:lnTo>
                  <a:lnTo>
                    <a:pt x="0" y="666618"/>
                  </a:lnTo>
                  <a:lnTo>
                    <a:pt x="1028220" y="666618"/>
                  </a:lnTo>
                  <a:lnTo>
                    <a:pt x="1078689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 descr=""/>
            <p:cNvSpPr/>
            <p:nvPr/>
          </p:nvSpPr>
          <p:spPr>
            <a:xfrm>
              <a:off x="9221155" y="8012693"/>
              <a:ext cx="1061085" cy="655955"/>
            </a:xfrm>
            <a:custGeom>
              <a:avLst/>
              <a:gdLst/>
              <a:ahLst/>
              <a:cxnLst/>
              <a:rect l="l" t="t" r="r" b="b"/>
              <a:pathLst>
                <a:path w="1061084" h="655954">
                  <a:moveTo>
                    <a:pt x="1061014" y="0"/>
                  </a:moveTo>
                  <a:lnTo>
                    <a:pt x="49642" y="0"/>
                  </a:lnTo>
                  <a:lnTo>
                    <a:pt x="0" y="655697"/>
                  </a:lnTo>
                  <a:lnTo>
                    <a:pt x="1011372" y="655697"/>
                  </a:lnTo>
                  <a:lnTo>
                    <a:pt x="1061014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 descr=""/>
            <p:cNvSpPr/>
            <p:nvPr/>
          </p:nvSpPr>
          <p:spPr>
            <a:xfrm>
              <a:off x="9469069" y="8340317"/>
              <a:ext cx="520065" cy="328295"/>
            </a:xfrm>
            <a:custGeom>
              <a:avLst/>
              <a:gdLst/>
              <a:ahLst/>
              <a:cxnLst/>
              <a:rect l="l" t="t" r="r" b="b"/>
              <a:pathLst>
                <a:path w="520065" h="328295">
                  <a:moveTo>
                    <a:pt x="378522" y="0"/>
                  </a:moveTo>
                  <a:lnTo>
                    <a:pt x="177198" y="0"/>
                  </a:lnTo>
                  <a:lnTo>
                    <a:pt x="128471" y="7531"/>
                  </a:lnTo>
                  <a:lnTo>
                    <a:pt x="85060" y="28505"/>
                  </a:lnTo>
                  <a:lnTo>
                    <a:pt x="49657" y="60487"/>
                  </a:lnTo>
                  <a:lnTo>
                    <a:pt x="24957" y="101044"/>
                  </a:lnTo>
                  <a:lnTo>
                    <a:pt x="13654" y="147744"/>
                  </a:lnTo>
                  <a:lnTo>
                    <a:pt x="0" y="328073"/>
                  </a:lnTo>
                  <a:lnTo>
                    <a:pt x="506047" y="328073"/>
                  </a:lnTo>
                  <a:lnTo>
                    <a:pt x="519690" y="147744"/>
                  </a:lnTo>
                  <a:lnTo>
                    <a:pt x="515459" y="101044"/>
                  </a:lnTo>
                  <a:lnTo>
                    <a:pt x="496901" y="60487"/>
                  </a:lnTo>
                  <a:lnTo>
                    <a:pt x="466343" y="28505"/>
                  </a:lnTo>
                  <a:lnTo>
                    <a:pt x="426108" y="7531"/>
                  </a:lnTo>
                  <a:lnTo>
                    <a:pt x="378522" y="0"/>
                  </a:lnTo>
                  <a:close/>
                </a:path>
              </a:pathLst>
            </a:custGeom>
            <a:solidFill>
              <a:srgbClr val="8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 descr=""/>
            <p:cNvSpPr/>
            <p:nvPr/>
          </p:nvSpPr>
          <p:spPr>
            <a:xfrm>
              <a:off x="9551183" y="8445348"/>
              <a:ext cx="300990" cy="227965"/>
            </a:xfrm>
            <a:custGeom>
              <a:avLst/>
              <a:gdLst/>
              <a:ahLst/>
              <a:cxnLst/>
              <a:rect l="l" t="t" r="r" b="b"/>
              <a:pathLst>
                <a:path w="300990" h="227965">
                  <a:moveTo>
                    <a:pt x="300713" y="0"/>
                  </a:moveTo>
                  <a:lnTo>
                    <a:pt x="74866" y="0"/>
                  </a:lnTo>
                  <a:lnTo>
                    <a:pt x="0" y="227479"/>
                  </a:lnTo>
                  <a:lnTo>
                    <a:pt x="283499" y="227479"/>
                  </a:lnTo>
                  <a:lnTo>
                    <a:pt x="30071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 descr=""/>
            <p:cNvSpPr/>
            <p:nvPr/>
          </p:nvSpPr>
          <p:spPr>
            <a:xfrm>
              <a:off x="9422049" y="8813971"/>
              <a:ext cx="569595" cy="49530"/>
            </a:xfrm>
            <a:custGeom>
              <a:avLst/>
              <a:gdLst/>
              <a:ahLst/>
              <a:cxnLst/>
              <a:rect l="l" t="t" r="r" b="b"/>
              <a:pathLst>
                <a:path w="569595" h="49529">
                  <a:moveTo>
                    <a:pt x="526743" y="0"/>
                  </a:moveTo>
                  <a:lnTo>
                    <a:pt x="46769" y="0"/>
                  </a:lnTo>
                  <a:lnTo>
                    <a:pt x="35501" y="1432"/>
                  </a:lnTo>
                  <a:lnTo>
                    <a:pt x="2382" y="29245"/>
                  </a:lnTo>
                  <a:lnTo>
                    <a:pt x="0" y="36091"/>
                  </a:lnTo>
                  <a:lnTo>
                    <a:pt x="1358" y="42526"/>
                  </a:lnTo>
                  <a:lnTo>
                    <a:pt x="5812" y="47302"/>
                  </a:lnTo>
                  <a:lnTo>
                    <a:pt x="12717" y="49171"/>
                  </a:lnTo>
                  <a:lnTo>
                    <a:pt x="554816" y="49171"/>
                  </a:lnTo>
                  <a:lnTo>
                    <a:pt x="562338" y="47113"/>
                  </a:lnTo>
                  <a:lnTo>
                    <a:pt x="567551" y="41928"/>
                  </a:lnTo>
                  <a:lnTo>
                    <a:pt x="569564" y="35097"/>
                  </a:lnTo>
                  <a:lnTo>
                    <a:pt x="567486" y="28103"/>
                  </a:lnTo>
                  <a:lnTo>
                    <a:pt x="536733" y="1164"/>
                  </a:lnTo>
                  <a:lnTo>
                    <a:pt x="52674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 descr=""/>
            <p:cNvSpPr/>
            <p:nvPr/>
          </p:nvSpPr>
          <p:spPr>
            <a:xfrm>
              <a:off x="9594390" y="8445350"/>
              <a:ext cx="257810" cy="418465"/>
            </a:xfrm>
            <a:custGeom>
              <a:avLst/>
              <a:gdLst/>
              <a:ahLst/>
              <a:cxnLst/>
              <a:rect l="l" t="t" r="r" b="b"/>
              <a:pathLst>
                <a:path w="257809" h="418465">
                  <a:moveTo>
                    <a:pt x="257510" y="0"/>
                  </a:moveTo>
                  <a:lnTo>
                    <a:pt x="31663" y="0"/>
                  </a:lnTo>
                  <a:lnTo>
                    <a:pt x="0" y="418238"/>
                  </a:lnTo>
                  <a:lnTo>
                    <a:pt x="225846" y="418238"/>
                  </a:lnTo>
                  <a:lnTo>
                    <a:pt x="25751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7" name="object 507" descr=""/>
          <p:cNvGrpSpPr/>
          <p:nvPr/>
        </p:nvGrpSpPr>
        <p:grpSpPr>
          <a:xfrm>
            <a:off x="3135045" y="2001970"/>
            <a:ext cx="3054350" cy="2352675"/>
            <a:chOff x="3135045" y="2001970"/>
            <a:chExt cx="3054350" cy="2352675"/>
          </a:xfrm>
        </p:grpSpPr>
        <p:sp>
          <p:nvSpPr>
            <p:cNvPr id="508" name="object 508" descr=""/>
            <p:cNvSpPr/>
            <p:nvPr/>
          </p:nvSpPr>
          <p:spPr>
            <a:xfrm>
              <a:off x="3239478" y="2116219"/>
              <a:ext cx="2904490" cy="2178685"/>
            </a:xfrm>
            <a:custGeom>
              <a:avLst/>
              <a:gdLst/>
              <a:ahLst/>
              <a:cxnLst/>
              <a:rect l="l" t="t" r="r" b="b"/>
              <a:pathLst>
                <a:path w="2904490" h="2178685">
                  <a:moveTo>
                    <a:pt x="2904083" y="0"/>
                  </a:moveTo>
                  <a:lnTo>
                    <a:pt x="0" y="0"/>
                  </a:lnTo>
                  <a:lnTo>
                    <a:pt x="0" y="2147925"/>
                  </a:lnTo>
                  <a:lnTo>
                    <a:pt x="0" y="2178443"/>
                  </a:lnTo>
                  <a:lnTo>
                    <a:pt x="2904083" y="2178443"/>
                  </a:lnTo>
                  <a:lnTo>
                    <a:pt x="2904083" y="2147925"/>
                  </a:lnTo>
                  <a:lnTo>
                    <a:pt x="290408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 descr=""/>
            <p:cNvSpPr/>
            <p:nvPr/>
          </p:nvSpPr>
          <p:spPr>
            <a:xfrm>
              <a:off x="3209085" y="2085695"/>
              <a:ext cx="2893695" cy="2178685"/>
            </a:xfrm>
            <a:custGeom>
              <a:avLst/>
              <a:gdLst/>
              <a:ahLst/>
              <a:cxnLst/>
              <a:rect l="l" t="t" r="r" b="b"/>
              <a:pathLst>
                <a:path w="2893695" h="2178685">
                  <a:moveTo>
                    <a:pt x="2893534" y="0"/>
                  </a:moveTo>
                  <a:lnTo>
                    <a:pt x="0" y="0"/>
                  </a:lnTo>
                  <a:lnTo>
                    <a:pt x="0" y="2178446"/>
                  </a:lnTo>
                  <a:lnTo>
                    <a:pt x="2893534" y="2178446"/>
                  </a:lnTo>
                  <a:lnTo>
                    <a:pt x="28935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 descr=""/>
            <p:cNvSpPr/>
            <p:nvPr/>
          </p:nvSpPr>
          <p:spPr>
            <a:xfrm>
              <a:off x="3294653" y="2171263"/>
              <a:ext cx="2722880" cy="2007870"/>
            </a:xfrm>
            <a:custGeom>
              <a:avLst/>
              <a:gdLst/>
              <a:ahLst/>
              <a:cxnLst/>
              <a:rect l="l" t="t" r="r" b="b"/>
              <a:pathLst>
                <a:path w="2722879" h="2007870">
                  <a:moveTo>
                    <a:pt x="2722409" y="0"/>
                  </a:moveTo>
                  <a:lnTo>
                    <a:pt x="0" y="0"/>
                  </a:lnTo>
                  <a:lnTo>
                    <a:pt x="0" y="2007321"/>
                  </a:lnTo>
                  <a:lnTo>
                    <a:pt x="2722409" y="2007321"/>
                  </a:lnTo>
                  <a:lnTo>
                    <a:pt x="2722409" y="0"/>
                  </a:lnTo>
                  <a:close/>
                </a:path>
              </a:pathLst>
            </a:custGeom>
            <a:solidFill>
              <a:srgbClr val="C8E6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 descr=""/>
            <p:cNvSpPr/>
            <p:nvPr/>
          </p:nvSpPr>
          <p:spPr>
            <a:xfrm>
              <a:off x="3294646" y="2366904"/>
              <a:ext cx="2722880" cy="1812289"/>
            </a:xfrm>
            <a:custGeom>
              <a:avLst/>
              <a:gdLst/>
              <a:ahLst/>
              <a:cxnLst/>
              <a:rect l="l" t="t" r="r" b="b"/>
              <a:pathLst>
                <a:path w="2722879" h="1812289">
                  <a:moveTo>
                    <a:pt x="1621383" y="480758"/>
                  </a:moveTo>
                  <a:lnTo>
                    <a:pt x="1428826" y="480758"/>
                  </a:lnTo>
                  <a:lnTo>
                    <a:pt x="1428826" y="354990"/>
                  </a:lnTo>
                  <a:lnTo>
                    <a:pt x="1055624" y="354990"/>
                  </a:lnTo>
                  <a:lnTo>
                    <a:pt x="1055624" y="480758"/>
                  </a:lnTo>
                  <a:lnTo>
                    <a:pt x="892784" y="480758"/>
                  </a:lnTo>
                  <a:lnTo>
                    <a:pt x="892784" y="0"/>
                  </a:lnTo>
                  <a:lnTo>
                    <a:pt x="558444" y="0"/>
                  </a:lnTo>
                  <a:lnTo>
                    <a:pt x="558444" y="284632"/>
                  </a:lnTo>
                  <a:lnTo>
                    <a:pt x="0" y="284632"/>
                  </a:lnTo>
                  <a:lnTo>
                    <a:pt x="0" y="1811756"/>
                  </a:lnTo>
                  <a:lnTo>
                    <a:pt x="558444" y="1811756"/>
                  </a:lnTo>
                  <a:lnTo>
                    <a:pt x="892784" y="1811756"/>
                  </a:lnTo>
                  <a:lnTo>
                    <a:pt x="1621383" y="1811756"/>
                  </a:lnTo>
                  <a:lnTo>
                    <a:pt x="1621383" y="480758"/>
                  </a:lnTo>
                  <a:close/>
                </a:path>
                <a:path w="2722879" h="1812289">
                  <a:moveTo>
                    <a:pt x="2722410" y="354990"/>
                  </a:moveTo>
                  <a:lnTo>
                    <a:pt x="2657005" y="415988"/>
                  </a:lnTo>
                  <a:lnTo>
                    <a:pt x="2657005" y="106108"/>
                  </a:lnTo>
                  <a:lnTo>
                    <a:pt x="2253069" y="106108"/>
                  </a:lnTo>
                  <a:lnTo>
                    <a:pt x="2253069" y="398081"/>
                  </a:lnTo>
                  <a:lnTo>
                    <a:pt x="2151773" y="398081"/>
                  </a:lnTo>
                  <a:lnTo>
                    <a:pt x="2151773" y="887069"/>
                  </a:lnTo>
                  <a:lnTo>
                    <a:pt x="1941245" y="1083373"/>
                  </a:lnTo>
                  <a:lnTo>
                    <a:pt x="1939620" y="1811756"/>
                  </a:lnTo>
                  <a:lnTo>
                    <a:pt x="2722410" y="1811756"/>
                  </a:lnTo>
                  <a:lnTo>
                    <a:pt x="2722410" y="354990"/>
                  </a:lnTo>
                  <a:close/>
                </a:path>
              </a:pathLst>
            </a:custGeom>
            <a:solidFill>
              <a:srgbClr val="A3D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 descr=""/>
            <p:cNvSpPr/>
            <p:nvPr/>
          </p:nvSpPr>
          <p:spPr>
            <a:xfrm>
              <a:off x="3294646" y="2171274"/>
              <a:ext cx="1941830" cy="2007870"/>
            </a:xfrm>
            <a:custGeom>
              <a:avLst/>
              <a:gdLst/>
              <a:ahLst/>
              <a:cxnLst/>
              <a:rect l="l" t="t" r="r" b="b"/>
              <a:pathLst>
                <a:path w="1941829" h="2007870">
                  <a:moveTo>
                    <a:pt x="988974" y="0"/>
                  </a:moveTo>
                  <a:lnTo>
                    <a:pt x="388226" y="0"/>
                  </a:lnTo>
                  <a:lnTo>
                    <a:pt x="0" y="486562"/>
                  </a:lnTo>
                  <a:lnTo>
                    <a:pt x="0" y="1239405"/>
                  </a:lnTo>
                  <a:lnTo>
                    <a:pt x="988974" y="0"/>
                  </a:lnTo>
                  <a:close/>
                </a:path>
                <a:path w="1941829" h="2007870">
                  <a:moveTo>
                    <a:pt x="1604949" y="0"/>
                  </a:moveTo>
                  <a:lnTo>
                    <a:pt x="1242910" y="0"/>
                  </a:lnTo>
                  <a:lnTo>
                    <a:pt x="0" y="1557743"/>
                  </a:lnTo>
                  <a:lnTo>
                    <a:pt x="0" y="2007311"/>
                  </a:lnTo>
                  <a:lnTo>
                    <a:pt x="3200" y="2007311"/>
                  </a:lnTo>
                  <a:lnTo>
                    <a:pt x="1604949" y="0"/>
                  </a:lnTo>
                  <a:close/>
                </a:path>
                <a:path w="1941829" h="2007870">
                  <a:moveTo>
                    <a:pt x="1941245" y="0"/>
                  </a:moveTo>
                  <a:lnTo>
                    <a:pt x="1808035" y="0"/>
                  </a:lnTo>
                  <a:lnTo>
                    <a:pt x="206451" y="2007311"/>
                  </a:lnTo>
                  <a:lnTo>
                    <a:pt x="339496" y="2007311"/>
                  </a:lnTo>
                  <a:lnTo>
                    <a:pt x="1941245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 descr=""/>
            <p:cNvSpPr/>
            <p:nvPr/>
          </p:nvSpPr>
          <p:spPr>
            <a:xfrm>
              <a:off x="4619929" y="2085701"/>
              <a:ext cx="1379855" cy="2268855"/>
            </a:xfrm>
            <a:custGeom>
              <a:avLst/>
              <a:gdLst/>
              <a:ahLst/>
              <a:cxnLst/>
              <a:rect l="l" t="t" r="r" b="b"/>
              <a:pathLst>
                <a:path w="1379854" h="2268854">
                  <a:moveTo>
                    <a:pt x="95453" y="0"/>
                  </a:moveTo>
                  <a:lnTo>
                    <a:pt x="0" y="0"/>
                  </a:lnTo>
                  <a:lnTo>
                    <a:pt x="0" y="2268423"/>
                  </a:lnTo>
                  <a:lnTo>
                    <a:pt x="95453" y="2207526"/>
                  </a:lnTo>
                  <a:lnTo>
                    <a:pt x="95453" y="0"/>
                  </a:lnTo>
                  <a:close/>
                </a:path>
                <a:path w="1379854" h="2268854">
                  <a:moveTo>
                    <a:pt x="323926" y="0"/>
                  </a:moveTo>
                  <a:lnTo>
                    <a:pt x="228422" y="0"/>
                  </a:lnTo>
                  <a:lnTo>
                    <a:pt x="228422" y="2268423"/>
                  </a:lnTo>
                  <a:lnTo>
                    <a:pt x="323926" y="2207526"/>
                  </a:lnTo>
                  <a:lnTo>
                    <a:pt x="323926" y="0"/>
                  </a:lnTo>
                  <a:close/>
                </a:path>
                <a:path w="1379854" h="2268854">
                  <a:moveTo>
                    <a:pt x="455866" y="0"/>
                  </a:moveTo>
                  <a:lnTo>
                    <a:pt x="360375" y="0"/>
                  </a:lnTo>
                  <a:lnTo>
                    <a:pt x="360375" y="2268423"/>
                  </a:lnTo>
                  <a:lnTo>
                    <a:pt x="455866" y="2207526"/>
                  </a:lnTo>
                  <a:lnTo>
                    <a:pt x="455866" y="0"/>
                  </a:lnTo>
                  <a:close/>
                </a:path>
                <a:path w="1379854" h="2268854">
                  <a:moveTo>
                    <a:pt x="587806" y="0"/>
                  </a:moveTo>
                  <a:lnTo>
                    <a:pt x="492315" y="0"/>
                  </a:lnTo>
                  <a:lnTo>
                    <a:pt x="492315" y="2268423"/>
                  </a:lnTo>
                  <a:lnTo>
                    <a:pt x="587806" y="2207526"/>
                  </a:lnTo>
                  <a:lnTo>
                    <a:pt x="587806" y="0"/>
                  </a:lnTo>
                  <a:close/>
                </a:path>
                <a:path w="1379854" h="2268854">
                  <a:moveTo>
                    <a:pt x="719759" y="0"/>
                  </a:moveTo>
                  <a:lnTo>
                    <a:pt x="624255" y="0"/>
                  </a:lnTo>
                  <a:lnTo>
                    <a:pt x="624255" y="2268423"/>
                  </a:lnTo>
                  <a:lnTo>
                    <a:pt x="719759" y="2207526"/>
                  </a:lnTo>
                  <a:lnTo>
                    <a:pt x="719759" y="0"/>
                  </a:lnTo>
                  <a:close/>
                </a:path>
                <a:path w="1379854" h="2268854">
                  <a:moveTo>
                    <a:pt x="851700" y="0"/>
                  </a:moveTo>
                  <a:lnTo>
                    <a:pt x="756208" y="0"/>
                  </a:lnTo>
                  <a:lnTo>
                    <a:pt x="756208" y="2268423"/>
                  </a:lnTo>
                  <a:lnTo>
                    <a:pt x="851700" y="2207526"/>
                  </a:lnTo>
                  <a:lnTo>
                    <a:pt x="851700" y="0"/>
                  </a:lnTo>
                  <a:close/>
                </a:path>
                <a:path w="1379854" h="2268854">
                  <a:moveTo>
                    <a:pt x="983640" y="0"/>
                  </a:moveTo>
                  <a:lnTo>
                    <a:pt x="888149" y="0"/>
                  </a:lnTo>
                  <a:lnTo>
                    <a:pt x="888149" y="2268423"/>
                  </a:lnTo>
                  <a:lnTo>
                    <a:pt x="983640" y="2207526"/>
                  </a:lnTo>
                  <a:lnTo>
                    <a:pt x="983640" y="0"/>
                  </a:lnTo>
                  <a:close/>
                </a:path>
                <a:path w="1379854" h="2268854">
                  <a:moveTo>
                    <a:pt x="1115580" y="0"/>
                  </a:moveTo>
                  <a:lnTo>
                    <a:pt x="1020089" y="0"/>
                  </a:lnTo>
                  <a:lnTo>
                    <a:pt x="1020089" y="2268423"/>
                  </a:lnTo>
                  <a:lnTo>
                    <a:pt x="1115580" y="2207526"/>
                  </a:lnTo>
                  <a:lnTo>
                    <a:pt x="1115580" y="0"/>
                  </a:lnTo>
                  <a:close/>
                </a:path>
                <a:path w="1379854" h="2268854">
                  <a:moveTo>
                    <a:pt x="1247533" y="0"/>
                  </a:moveTo>
                  <a:lnTo>
                    <a:pt x="1152029" y="0"/>
                  </a:lnTo>
                  <a:lnTo>
                    <a:pt x="1152029" y="2268423"/>
                  </a:lnTo>
                  <a:lnTo>
                    <a:pt x="1247533" y="2207526"/>
                  </a:lnTo>
                  <a:lnTo>
                    <a:pt x="1247533" y="0"/>
                  </a:lnTo>
                  <a:close/>
                </a:path>
                <a:path w="1379854" h="2268854">
                  <a:moveTo>
                    <a:pt x="1379474" y="0"/>
                  </a:moveTo>
                  <a:lnTo>
                    <a:pt x="1283982" y="0"/>
                  </a:lnTo>
                  <a:lnTo>
                    <a:pt x="1283982" y="2268423"/>
                  </a:lnTo>
                  <a:lnTo>
                    <a:pt x="1379474" y="2207526"/>
                  </a:lnTo>
                  <a:lnTo>
                    <a:pt x="1379474" y="0"/>
                  </a:lnTo>
                  <a:close/>
                </a:path>
              </a:pathLst>
            </a:custGeom>
            <a:solidFill>
              <a:srgbClr val="D0F5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 descr=""/>
            <p:cNvSpPr/>
            <p:nvPr/>
          </p:nvSpPr>
          <p:spPr>
            <a:xfrm>
              <a:off x="4650381" y="2085701"/>
              <a:ext cx="65405" cy="2249170"/>
            </a:xfrm>
            <a:custGeom>
              <a:avLst/>
              <a:gdLst/>
              <a:ahLst/>
              <a:cxnLst/>
              <a:rect l="l" t="t" r="r" b="b"/>
              <a:pathLst>
                <a:path w="65404" h="2249170">
                  <a:moveTo>
                    <a:pt x="65003" y="0"/>
                  </a:moveTo>
                  <a:lnTo>
                    <a:pt x="0" y="0"/>
                  </a:lnTo>
                  <a:lnTo>
                    <a:pt x="0" y="2248936"/>
                  </a:lnTo>
                  <a:lnTo>
                    <a:pt x="65003" y="2207524"/>
                  </a:lnTo>
                  <a:lnTo>
                    <a:pt x="6500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 descr=""/>
            <p:cNvSpPr/>
            <p:nvPr/>
          </p:nvSpPr>
          <p:spPr>
            <a:xfrm>
              <a:off x="4667580" y="2085701"/>
              <a:ext cx="95885" cy="2268855"/>
            </a:xfrm>
            <a:custGeom>
              <a:avLst/>
              <a:gdLst/>
              <a:ahLst/>
              <a:cxnLst/>
              <a:rect l="l" t="t" r="r" b="b"/>
              <a:pathLst>
                <a:path w="95885" h="2268854">
                  <a:moveTo>
                    <a:pt x="95609" y="0"/>
                  </a:moveTo>
                  <a:lnTo>
                    <a:pt x="0" y="0"/>
                  </a:lnTo>
                  <a:lnTo>
                    <a:pt x="0" y="2268423"/>
                  </a:lnTo>
                  <a:lnTo>
                    <a:pt x="95609" y="2207524"/>
                  </a:lnTo>
                  <a:lnTo>
                    <a:pt x="95609" y="0"/>
                  </a:lnTo>
                  <a:close/>
                </a:path>
              </a:pathLst>
            </a:custGeom>
            <a:solidFill>
              <a:srgbClr val="D0F5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 descr=""/>
            <p:cNvSpPr/>
            <p:nvPr/>
          </p:nvSpPr>
          <p:spPr>
            <a:xfrm>
              <a:off x="4698029" y="2085701"/>
              <a:ext cx="65405" cy="2249170"/>
            </a:xfrm>
            <a:custGeom>
              <a:avLst/>
              <a:gdLst/>
              <a:ahLst/>
              <a:cxnLst/>
              <a:rect l="l" t="t" r="r" b="b"/>
              <a:pathLst>
                <a:path w="65404" h="2249170">
                  <a:moveTo>
                    <a:pt x="65160" y="0"/>
                  </a:moveTo>
                  <a:lnTo>
                    <a:pt x="0" y="0"/>
                  </a:lnTo>
                  <a:lnTo>
                    <a:pt x="0" y="2249083"/>
                  </a:lnTo>
                  <a:lnTo>
                    <a:pt x="65160" y="2207524"/>
                  </a:lnTo>
                  <a:lnTo>
                    <a:pt x="6516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 descr=""/>
            <p:cNvSpPr/>
            <p:nvPr/>
          </p:nvSpPr>
          <p:spPr>
            <a:xfrm>
              <a:off x="4716455" y="2085701"/>
              <a:ext cx="95885" cy="2268855"/>
            </a:xfrm>
            <a:custGeom>
              <a:avLst/>
              <a:gdLst/>
              <a:ahLst/>
              <a:cxnLst/>
              <a:rect l="l" t="t" r="r" b="b"/>
              <a:pathLst>
                <a:path w="95885" h="2268854">
                  <a:moveTo>
                    <a:pt x="95452" y="0"/>
                  </a:moveTo>
                  <a:lnTo>
                    <a:pt x="0" y="0"/>
                  </a:lnTo>
                  <a:lnTo>
                    <a:pt x="0" y="2268423"/>
                  </a:lnTo>
                  <a:lnTo>
                    <a:pt x="95452" y="2207524"/>
                  </a:lnTo>
                  <a:lnTo>
                    <a:pt x="95452" y="0"/>
                  </a:lnTo>
                  <a:close/>
                </a:path>
              </a:pathLst>
            </a:custGeom>
            <a:solidFill>
              <a:srgbClr val="D0F5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 descr=""/>
            <p:cNvSpPr/>
            <p:nvPr/>
          </p:nvSpPr>
          <p:spPr>
            <a:xfrm>
              <a:off x="4746904" y="2085701"/>
              <a:ext cx="65405" cy="2249170"/>
            </a:xfrm>
            <a:custGeom>
              <a:avLst/>
              <a:gdLst/>
              <a:ahLst/>
              <a:cxnLst/>
              <a:rect l="l" t="t" r="r" b="b"/>
              <a:pathLst>
                <a:path w="65404" h="2249170">
                  <a:moveTo>
                    <a:pt x="65003" y="0"/>
                  </a:moveTo>
                  <a:lnTo>
                    <a:pt x="0" y="0"/>
                  </a:lnTo>
                  <a:lnTo>
                    <a:pt x="0" y="2248936"/>
                  </a:lnTo>
                  <a:lnTo>
                    <a:pt x="65003" y="2207524"/>
                  </a:lnTo>
                  <a:lnTo>
                    <a:pt x="6500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 descr=""/>
            <p:cNvSpPr/>
            <p:nvPr/>
          </p:nvSpPr>
          <p:spPr>
            <a:xfrm>
              <a:off x="3135045" y="2001970"/>
              <a:ext cx="3054350" cy="83820"/>
            </a:xfrm>
            <a:custGeom>
              <a:avLst/>
              <a:gdLst/>
              <a:ahLst/>
              <a:cxnLst/>
              <a:rect l="l" t="t" r="r" b="b"/>
              <a:pathLst>
                <a:path w="3054350" h="83819">
                  <a:moveTo>
                    <a:pt x="3054200" y="0"/>
                  </a:moveTo>
                  <a:lnTo>
                    <a:pt x="0" y="0"/>
                  </a:lnTo>
                  <a:lnTo>
                    <a:pt x="0" y="83735"/>
                  </a:lnTo>
                  <a:lnTo>
                    <a:pt x="3054200" y="83735"/>
                  </a:lnTo>
                  <a:lnTo>
                    <a:pt x="3054200" y="0"/>
                  </a:lnTo>
                  <a:close/>
                </a:path>
              </a:pathLst>
            </a:custGeom>
            <a:solidFill>
              <a:srgbClr val="AFAC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0" name="object 520" descr=""/>
          <p:cNvSpPr txBox="1"/>
          <p:nvPr/>
        </p:nvSpPr>
        <p:spPr>
          <a:xfrm>
            <a:off x="624158" y="728687"/>
            <a:ext cx="160337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Oﬃce</a:t>
            </a:r>
            <a:r>
              <a:rPr dirty="0" sz="1700" spc="5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furniture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4158" y="728636"/>
            <a:ext cx="137223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House</a:t>
            </a:r>
            <a:r>
              <a:rPr dirty="0" sz="1700" spc="5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plants</a:t>
            </a:r>
            <a:endParaRPr sz="1700">
              <a:latin typeface="Open Sans"/>
              <a:cs typeface="Open San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4111284" y="6707037"/>
            <a:ext cx="1471930" cy="3392170"/>
            <a:chOff x="14111284" y="6707037"/>
            <a:chExt cx="1471930" cy="3392170"/>
          </a:xfrm>
        </p:grpSpPr>
        <p:sp>
          <p:nvSpPr>
            <p:cNvPr id="4" name="object 4" descr=""/>
            <p:cNvSpPr/>
            <p:nvPr/>
          </p:nvSpPr>
          <p:spPr>
            <a:xfrm>
              <a:off x="14368515" y="9123790"/>
              <a:ext cx="963930" cy="848360"/>
            </a:xfrm>
            <a:custGeom>
              <a:avLst/>
              <a:gdLst/>
              <a:ahLst/>
              <a:cxnLst/>
              <a:rect l="l" t="t" r="r" b="b"/>
              <a:pathLst>
                <a:path w="963930" h="848359">
                  <a:moveTo>
                    <a:pt x="481880" y="0"/>
                  </a:moveTo>
                  <a:lnTo>
                    <a:pt x="154759" y="15790"/>
                  </a:lnTo>
                  <a:lnTo>
                    <a:pt x="173775" y="95058"/>
                  </a:lnTo>
                  <a:lnTo>
                    <a:pt x="179077" y="140227"/>
                  </a:lnTo>
                  <a:lnTo>
                    <a:pt x="169730" y="168168"/>
                  </a:lnTo>
                  <a:lnTo>
                    <a:pt x="144801" y="195753"/>
                  </a:lnTo>
                  <a:lnTo>
                    <a:pt x="103596" y="234666"/>
                  </a:lnTo>
                  <a:lnTo>
                    <a:pt x="79631" y="260501"/>
                  </a:lnTo>
                  <a:lnTo>
                    <a:pt x="55885" y="292334"/>
                  </a:lnTo>
                  <a:lnTo>
                    <a:pt x="34203" y="331475"/>
                  </a:lnTo>
                  <a:lnTo>
                    <a:pt x="16432" y="379234"/>
                  </a:lnTo>
                  <a:lnTo>
                    <a:pt x="4415" y="436922"/>
                  </a:lnTo>
                  <a:lnTo>
                    <a:pt x="0" y="505848"/>
                  </a:lnTo>
                  <a:lnTo>
                    <a:pt x="4661" y="547634"/>
                  </a:lnTo>
                  <a:lnTo>
                    <a:pt x="17967" y="587219"/>
                  </a:lnTo>
                  <a:lnTo>
                    <a:pt x="38902" y="624488"/>
                  </a:lnTo>
                  <a:lnTo>
                    <a:pt x="66448" y="659324"/>
                  </a:lnTo>
                  <a:lnTo>
                    <a:pt x="99589" y="691610"/>
                  </a:lnTo>
                  <a:lnTo>
                    <a:pt x="137309" y="721230"/>
                  </a:lnTo>
                  <a:lnTo>
                    <a:pt x="178590" y="748067"/>
                  </a:lnTo>
                  <a:lnTo>
                    <a:pt x="222416" y="772005"/>
                  </a:lnTo>
                  <a:lnTo>
                    <a:pt x="267770" y="792926"/>
                  </a:lnTo>
                  <a:lnTo>
                    <a:pt x="313635" y="810715"/>
                  </a:lnTo>
                  <a:lnTo>
                    <a:pt x="358996" y="825255"/>
                  </a:lnTo>
                  <a:lnTo>
                    <a:pt x="402835" y="836429"/>
                  </a:lnTo>
                  <a:lnTo>
                    <a:pt x="444135" y="844121"/>
                  </a:lnTo>
                  <a:lnTo>
                    <a:pt x="481880" y="848215"/>
                  </a:lnTo>
                  <a:lnTo>
                    <a:pt x="519627" y="844121"/>
                  </a:lnTo>
                  <a:lnTo>
                    <a:pt x="560929" y="836429"/>
                  </a:lnTo>
                  <a:lnTo>
                    <a:pt x="604770" y="825255"/>
                  </a:lnTo>
                  <a:lnTo>
                    <a:pt x="650132" y="810715"/>
                  </a:lnTo>
                  <a:lnTo>
                    <a:pt x="695998" y="792926"/>
                  </a:lnTo>
                  <a:lnTo>
                    <a:pt x="741353" y="772005"/>
                  </a:lnTo>
                  <a:lnTo>
                    <a:pt x="785180" y="748067"/>
                  </a:lnTo>
                  <a:lnTo>
                    <a:pt x="826461" y="721230"/>
                  </a:lnTo>
                  <a:lnTo>
                    <a:pt x="864181" y="691610"/>
                  </a:lnTo>
                  <a:lnTo>
                    <a:pt x="897322" y="659324"/>
                  </a:lnTo>
                  <a:lnTo>
                    <a:pt x="924869" y="624488"/>
                  </a:lnTo>
                  <a:lnTo>
                    <a:pt x="945803" y="587219"/>
                  </a:lnTo>
                  <a:lnTo>
                    <a:pt x="959110" y="547634"/>
                  </a:lnTo>
                  <a:lnTo>
                    <a:pt x="963771" y="505848"/>
                  </a:lnTo>
                  <a:lnTo>
                    <a:pt x="959356" y="436922"/>
                  </a:lnTo>
                  <a:lnTo>
                    <a:pt x="947339" y="379234"/>
                  </a:lnTo>
                  <a:lnTo>
                    <a:pt x="929567" y="331475"/>
                  </a:lnTo>
                  <a:lnTo>
                    <a:pt x="907885" y="292334"/>
                  </a:lnTo>
                  <a:lnTo>
                    <a:pt x="884139" y="260501"/>
                  </a:lnTo>
                  <a:lnTo>
                    <a:pt x="818969" y="195753"/>
                  </a:lnTo>
                  <a:lnTo>
                    <a:pt x="797026" y="148967"/>
                  </a:lnTo>
                  <a:lnTo>
                    <a:pt x="791690" y="88978"/>
                  </a:lnTo>
                  <a:lnTo>
                    <a:pt x="794612" y="37247"/>
                  </a:lnTo>
                  <a:lnTo>
                    <a:pt x="797441" y="15235"/>
                  </a:lnTo>
                  <a:lnTo>
                    <a:pt x="481880" y="0"/>
                  </a:lnTo>
                  <a:close/>
                </a:path>
              </a:pathLst>
            </a:custGeom>
            <a:solidFill>
              <a:srgbClr val="646A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523273" y="9123787"/>
              <a:ext cx="643255" cy="212090"/>
            </a:xfrm>
            <a:custGeom>
              <a:avLst/>
              <a:gdLst/>
              <a:ahLst/>
              <a:cxnLst/>
              <a:rect l="l" t="t" r="r" b="b"/>
              <a:pathLst>
                <a:path w="643255" h="212090">
                  <a:moveTo>
                    <a:pt x="327131" y="0"/>
                  </a:moveTo>
                  <a:lnTo>
                    <a:pt x="0" y="15790"/>
                  </a:lnTo>
                  <a:lnTo>
                    <a:pt x="11640" y="63828"/>
                  </a:lnTo>
                  <a:lnTo>
                    <a:pt x="16478" y="94298"/>
                  </a:lnTo>
                  <a:lnTo>
                    <a:pt x="15375" y="120208"/>
                  </a:lnTo>
                  <a:lnTo>
                    <a:pt x="9193" y="154571"/>
                  </a:lnTo>
                  <a:lnTo>
                    <a:pt x="53952" y="171222"/>
                  </a:lnTo>
                  <a:lnTo>
                    <a:pt x="102213" y="185288"/>
                  </a:lnTo>
                  <a:lnTo>
                    <a:pt x="153597" y="196571"/>
                  </a:lnTo>
                  <a:lnTo>
                    <a:pt x="207728" y="204874"/>
                  </a:lnTo>
                  <a:lnTo>
                    <a:pt x="264229" y="210000"/>
                  </a:lnTo>
                  <a:lnTo>
                    <a:pt x="322723" y="211752"/>
                  </a:lnTo>
                  <a:lnTo>
                    <a:pt x="382713" y="209909"/>
                  </a:lnTo>
                  <a:lnTo>
                    <a:pt x="440595" y="204520"/>
                  </a:lnTo>
                  <a:lnTo>
                    <a:pt x="495962" y="195799"/>
                  </a:lnTo>
                  <a:lnTo>
                    <a:pt x="548407" y="183956"/>
                  </a:lnTo>
                  <a:lnTo>
                    <a:pt x="597522" y="169203"/>
                  </a:lnTo>
                  <a:lnTo>
                    <a:pt x="642901" y="151754"/>
                  </a:lnTo>
                  <a:lnTo>
                    <a:pt x="637257" y="106286"/>
                  </a:lnTo>
                  <a:lnTo>
                    <a:pt x="637805" y="62039"/>
                  </a:lnTo>
                  <a:lnTo>
                    <a:pt x="640846" y="28520"/>
                  </a:lnTo>
                  <a:lnTo>
                    <a:pt x="642682" y="15235"/>
                  </a:lnTo>
                  <a:lnTo>
                    <a:pt x="327131" y="0"/>
                  </a:lnTo>
                  <a:close/>
                </a:path>
              </a:pathLst>
            </a:custGeom>
            <a:solidFill>
              <a:srgbClr val="535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4379791" y="9414897"/>
              <a:ext cx="944244" cy="186055"/>
            </a:xfrm>
            <a:custGeom>
              <a:avLst/>
              <a:gdLst/>
              <a:ahLst/>
              <a:cxnLst/>
              <a:rect l="l" t="t" r="r" b="b"/>
              <a:pathLst>
                <a:path w="944244" h="186054">
                  <a:moveTo>
                    <a:pt x="906005" y="18211"/>
                  </a:moveTo>
                  <a:lnTo>
                    <a:pt x="897661" y="3149"/>
                  </a:lnTo>
                  <a:lnTo>
                    <a:pt x="851001" y="13169"/>
                  </a:lnTo>
                  <a:lnTo>
                    <a:pt x="802881" y="22186"/>
                  </a:lnTo>
                  <a:lnTo>
                    <a:pt x="754545" y="29984"/>
                  </a:lnTo>
                  <a:lnTo>
                    <a:pt x="706018" y="36588"/>
                  </a:lnTo>
                  <a:lnTo>
                    <a:pt x="657339" y="42049"/>
                  </a:lnTo>
                  <a:lnTo>
                    <a:pt x="608545" y="46380"/>
                  </a:lnTo>
                  <a:lnTo>
                    <a:pt x="553948" y="49936"/>
                  </a:lnTo>
                  <a:lnTo>
                    <a:pt x="499287" y="52209"/>
                  </a:lnTo>
                  <a:lnTo>
                    <a:pt x="444588" y="53238"/>
                  </a:lnTo>
                  <a:lnTo>
                    <a:pt x="389877" y="53073"/>
                  </a:lnTo>
                  <a:lnTo>
                    <a:pt x="338810" y="51955"/>
                  </a:lnTo>
                  <a:lnTo>
                    <a:pt x="287769" y="49606"/>
                  </a:lnTo>
                  <a:lnTo>
                    <a:pt x="236867" y="45440"/>
                  </a:lnTo>
                  <a:lnTo>
                    <a:pt x="186220" y="38887"/>
                  </a:lnTo>
                  <a:lnTo>
                    <a:pt x="131254" y="28130"/>
                  </a:lnTo>
                  <a:lnTo>
                    <a:pt x="77533" y="12788"/>
                  </a:lnTo>
                  <a:lnTo>
                    <a:pt x="45529" y="0"/>
                  </a:lnTo>
                  <a:lnTo>
                    <a:pt x="44602" y="1231"/>
                  </a:lnTo>
                  <a:lnTo>
                    <a:pt x="107353" y="39204"/>
                  </a:lnTo>
                  <a:lnTo>
                    <a:pt x="156362" y="50457"/>
                  </a:lnTo>
                  <a:lnTo>
                    <a:pt x="206209" y="58458"/>
                  </a:lnTo>
                  <a:lnTo>
                    <a:pt x="256527" y="63804"/>
                  </a:lnTo>
                  <a:lnTo>
                    <a:pt x="306920" y="67106"/>
                  </a:lnTo>
                  <a:lnTo>
                    <a:pt x="357035" y="68948"/>
                  </a:lnTo>
                  <a:lnTo>
                    <a:pt x="406730" y="69799"/>
                  </a:lnTo>
                  <a:lnTo>
                    <a:pt x="456438" y="69684"/>
                  </a:lnTo>
                  <a:lnTo>
                    <a:pt x="506145" y="68592"/>
                  </a:lnTo>
                  <a:lnTo>
                    <a:pt x="555815" y="66459"/>
                  </a:lnTo>
                  <a:lnTo>
                    <a:pt x="605421" y="63258"/>
                  </a:lnTo>
                  <a:lnTo>
                    <a:pt x="654951" y="58966"/>
                  </a:lnTo>
                  <a:lnTo>
                    <a:pt x="704354" y="53517"/>
                  </a:lnTo>
                  <a:lnTo>
                    <a:pt x="753618" y="46888"/>
                  </a:lnTo>
                  <a:lnTo>
                    <a:pt x="802703" y="39052"/>
                  </a:lnTo>
                  <a:lnTo>
                    <a:pt x="851928" y="29895"/>
                  </a:lnTo>
                  <a:lnTo>
                    <a:pt x="900874" y="19456"/>
                  </a:lnTo>
                  <a:lnTo>
                    <a:pt x="906005" y="18211"/>
                  </a:lnTo>
                  <a:close/>
                </a:path>
                <a:path w="944244" h="186054">
                  <a:moveTo>
                    <a:pt x="924585" y="57315"/>
                  </a:moveTo>
                  <a:lnTo>
                    <a:pt x="924407" y="56857"/>
                  </a:lnTo>
                  <a:lnTo>
                    <a:pt x="920318" y="45872"/>
                  </a:lnTo>
                  <a:lnTo>
                    <a:pt x="918819" y="41846"/>
                  </a:lnTo>
                  <a:lnTo>
                    <a:pt x="913066" y="44767"/>
                  </a:lnTo>
                  <a:lnTo>
                    <a:pt x="904595" y="45872"/>
                  </a:lnTo>
                  <a:lnTo>
                    <a:pt x="896569" y="44526"/>
                  </a:lnTo>
                  <a:lnTo>
                    <a:pt x="888873" y="42164"/>
                  </a:lnTo>
                  <a:lnTo>
                    <a:pt x="881087" y="40373"/>
                  </a:lnTo>
                  <a:lnTo>
                    <a:pt x="847217" y="71742"/>
                  </a:lnTo>
                  <a:lnTo>
                    <a:pt x="833488" y="65798"/>
                  </a:lnTo>
                  <a:lnTo>
                    <a:pt x="819315" y="61645"/>
                  </a:lnTo>
                  <a:lnTo>
                    <a:pt x="804773" y="60274"/>
                  </a:lnTo>
                  <a:lnTo>
                    <a:pt x="789990" y="62738"/>
                  </a:lnTo>
                  <a:lnTo>
                    <a:pt x="761250" y="91821"/>
                  </a:lnTo>
                  <a:lnTo>
                    <a:pt x="751166" y="87350"/>
                  </a:lnTo>
                  <a:lnTo>
                    <a:pt x="750531" y="86499"/>
                  </a:lnTo>
                  <a:lnTo>
                    <a:pt x="747483" y="82448"/>
                  </a:lnTo>
                  <a:lnTo>
                    <a:pt x="743851" y="80098"/>
                  </a:lnTo>
                  <a:lnTo>
                    <a:pt x="721626" y="71462"/>
                  </a:lnTo>
                  <a:lnTo>
                    <a:pt x="697992" y="71716"/>
                  </a:lnTo>
                  <a:lnTo>
                    <a:pt x="675817" y="80022"/>
                  </a:lnTo>
                  <a:lnTo>
                    <a:pt x="658025" y="95554"/>
                  </a:lnTo>
                  <a:lnTo>
                    <a:pt x="654456" y="93027"/>
                  </a:lnTo>
                  <a:lnTo>
                    <a:pt x="643153" y="85026"/>
                  </a:lnTo>
                  <a:lnTo>
                    <a:pt x="626757" y="78016"/>
                  </a:lnTo>
                  <a:lnTo>
                    <a:pt x="609993" y="77317"/>
                  </a:lnTo>
                  <a:lnTo>
                    <a:pt x="594156" y="85737"/>
                  </a:lnTo>
                  <a:lnTo>
                    <a:pt x="589597" y="89966"/>
                  </a:lnTo>
                  <a:lnTo>
                    <a:pt x="586536" y="95910"/>
                  </a:lnTo>
                  <a:lnTo>
                    <a:pt x="576008" y="104495"/>
                  </a:lnTo>
                  <a:lnTo>
                    <a:pt x="571055" y="102463"/>
                  </a:lnTo>
                  <a:lnTo>
                    <a:pt x="566508" y="99364"/>
                  </a:lnTo>
                  <a:lnTo>
                    <a:pt x="565226" y="98475"/>
                  </a:lnTo>
                  <a:lnTo>
                    <a:pt x="552005" y="88823"/>
                  </a:lnTo>
                  <a:lnTo>
                    <a:pt x="544880" y="84848"/>
                  </a:lnTo>
                  <a:lnTo>
                    <a:pt x="536854" y="82550"/>
                  </a:lnTo>
                  <a:lnTo>
                    <a:pt x="528789" y="82677"/>
                  </a:lnTo>
                  <a:lnTo>
                    <a:pt x="521360" y="85039"/>
                  </a:lnTo>
                  <a:lnTo>
                    <a:pt x="514553" y="88963"/>
                  </a:lnTo>
                  <a:lnTo>
                    <a:pt x="508101" y="93992"/>
                  </a:lnTo>
                  <a:lnTo>
                    <a:pt x="503567" y="97866"/>
                  </a:lnTo>
                  <a:lnTo>
                    <a:pt x="499046" y="102755"/>
                  </a:lnTo>
                  <a:lnTo>
                    <a:pt x="485940" y="109207"/>
                  </a:lnTo>
                  <a:lnTo>
                    <a:pt x="478866" y="106781"/>
                  </a:lnTo>
                  <a:lnTo>
                    <a:pt x="461975" y="100126"/>
                  </a:lnTo>
                  <a:lnTo>
                    <a:pt x="452424" y="97104"/>
                  </a:lnTo>
                  <a:lnTo>
                    <a:pt x="442633" y="95707"/>
                  </a:lnTo>
                  <a:lnTo>
                    <a:pt x="432371" y="96824"/>
                  </a:lnTo>
                  <a:lnTo>
                    <a:pt x="424434" y="99593"/>
                  </a:lnTo>
                  <a:lnTo>
                    <a:pt x="417068" y="103555"/>
                  </a:lnTo>
                  <a:lnTo>
                    <a:pt x="410184" y="108369"/>
                  </a:lnTo>
                  <a:lnTo>
                    <a:pt x="403682" y="113766"/>
                  </a:lnTo>
                  <a:lnTo>
                    <a:pt x="403529" y="113652"/>
                  </a:lnTo>
                  <a:lnTo>
                    <a:pt x="389813" y="102958"/>
                  </a:lnTo>
                  <a:lnTo>
                    <a:pt x="373126" y="97739"/>
                  </a:lnTo>
                  <a:lnTo>
                    <a:pt x="355650" y="98564"/>
                  </a:lnTo>
                  <a:lnTo>
                    <a:pt x="339420" y="105930"/>
                  </a:lnTo>
                  <a:lnTo>
                    <a:pt x="333222" y="110413"/>
                  </a:lnTo>
                  <a:lnTo>
                    <a:pt x="326898" y="118427"/>
                  </a:lnTo>
                  <a:lnTo>
                    <a:pt x="311975" y="116852"/>
                  </a:lnTo>
                  <a:lnTo>
                    <a:pt x="306120" y="111594"/>
                  </a:lnTo>
                  <a:lnTo>
                    <a:pt x="303403" y="109601"/>
                  </a:lnTo>
                  <a:lnTo>
                    <a:pt x="301091" y="107899"/>
                  </a:lnTo>
                  <a:lnTo>
                    <a:pt x="300304" y="107353"/>
                  </a:lnTo>
                  <a:lnTo>
                    <a:pt x="292836" y="102146"/>
                  </a:lnTo>
                  <a:lnTo>
                    <a:pt x="284200" y="97485"/>
                  </a:lnTo>
                  <a:lnTo>
                    <a:pt x="274967" y="94830"/>
                  </a:lnTo>
                  <a:lnTo>
                    <a:pt x="264883" y="95072"/>
                  </a:lnTo>
                  <a:lnTo>
                    <a:pt x="254355" y="98869"/>
                  </a:lnTo>
                  <a:lnTo>
                    <a:pt x="244119" y="104038"/>
                  </a:lnTo>
                  <a:lnTo>
                    <a:pt x="233743" y="107353"/>
                  </a:lnTo>
                  <a:lnTo>
                    <a:pt x="222808" y="105575"/>
                  </a:lnTo>
                  <a:lnTo>
                    <a:pt x="214426" y="100520"/>
                  </a:lnTo>
                  <a:lnTo>
                    <a:pt x="211785" y="98475"/>
                  </a:lnTo>
                  <a:lnTo>
                    <a:pt x="204787" y="93141"/>
                  </a:lnTo>
                  <a:lnTo>
                    <a:pt x="198767" y="88633"/>
                  </a:lnTo>
                  <a:lnTo>
                    <a:pt x="190157" y="83921"/>
                  </a:lnTo>
                  <a:lnTo>
                    <a:pt x="179641" y="81495"/>
                  </a:lnTo>
                  <a:lnTo>
                    <a:pt x="169887" y="82550"/>
                  </a:lnTo>
                  <a:lnTo>
                    <a:pt x="160464" y="85915"/>
                  </a:lnTo>
                  <a:lnTo>
                    <a:pt x="150825" y="90538"/>
                  </a:lnTo>
                  <a:lnTo>
                    <a:pt x="137833" y="93141"/>
                  </a:lnTo>
                  <a:lnTo>
                    <a:pt x="127635" y="88328"/>
                  </a:lnTo>
                  <a:lnTo>
                    <a:pt x="123418" y="83324"/>
                  </a:lnTo>
                  <a:lnTo>
                    <a:pt x="120802" y="80200"/>
                  </a:lnTo>
                  <a:lnTo>
                    <a:pt x="119621" y="78790"/>
                  </a:lnTo>
                  <a:lnTo>
                    <a:pt x="113118" y="67221"/>
                  </a:lnTo>
                  <a:lnTo>
                    <a:pt x="111112" y="63284"/>
                  </a:lnTo>
                  <a:lnTo>
                    <a:pt x="105181" y="62496"/>
                  </a:lnTo>
                  <a:lnTo>
                    <a:pt x="66065" y="80200"/>
                  </a:lnTo>
                  <a:lnTo>
                    <a:pt x="57277" y="78790"/>
                  </a:lnTo>
                  <a:lnTo>
                    <a:pt x="54140" y="77038"/>
                  </a:lnTo>
                  <a:lnTo>
                    <a:pt x="50088" y="74777"/>
                  </a:lnTo>
                  <a:lnTo>
                    <a:pt x="43383" y="69621"/>
                  </a:lnTo>
                  <a:lnTo>
                    <a:pt x="36042" y="64871"/>
                  </a:lnTo>
                  <a:lnTo>
                    <a:pt x="23025" y="61010"/>
                  </a:lnTo>
                  <a:lnTo>
                    <a:pt x="15074" y="61455"/>
                  </a:lnTo>
                  <a:lnTo>
                    <a:pt x="8382" y="79463"/>
                  </a:lnTo>
                  <a:lnTo>
                    <a:pt x="10998" y="78193"/>
                  </a:lnTo>
                  <a:lnTo>
                    <a:pt x="18211" y="77038"/>
                  </a:lnTo>
                  <a:lnTo>
                    <a:pt x="25628" y="78206"/>
                  </a:lnTo>
                  <a:lnTo>
                    <a:pt x="32423" y="81635"/>
                  </a:lnTo>
                  <a:lnTo>
                    <a:pt x="44754" y="90919"/>
                  </a:lnTo>
                  <a:lnTo>
                    <a:pt x="51638" y="94488"/>
                  </a:lnTo>
                  <a:lnTo>
                    <a:pt x="64985" y="96697"/>
                  </a:lnTo>
                  <a:lnTo>
                    <a:pt x="78244" y="94754"/>
                  </a:lnTo>
                  <a:lnTo>
                    <a:pt x="91071" y="89903"/>
                  </a:lnTo>
                  <a:lnTo>
                    <a:pt x="103162" y="83324"/>
                  </a:lnTo>
                  <a:lnTo>
                    <a:pt x="108140" y="91198"/>
                  </a:lnTo>
                  <a:lnTo>
                    <a:pt x="113982" y="98374"/>
                  </a:lnTo>
                  <a:lnTo>
                    <a:pt x="120878" y="104368"/>
                  </a:lnTo>
                  <a:lnTo>
                    <a:pt x="129019" y="108648"/>
                  </a:lnTo>
                  <a:lnTo>
                    <a:pt x="140766" y="110350"/>
                  </a:lnTo>
                  <a:lnTo>
                    <a:pt x="151053" y="107594"/>
                  </a:lnTo>
                  <a:lnTo>
                    <a:pt x="160997" y="102831"/>
                  </a:lnTo>
                  <a:lnTo>
                    <a:pt x="171704" y="98539"/>
                  </a:lnTo>
                  <a:lnTo>
                    <a:pt x="181762" y="98526"/>
                  </a:lnTo>
                  <a:lnTo>
                    <a:pt x="190817" y="102755"/>
                  </a:lnTo>
                  <a:lnTo>
                    <a:pt x="199428" y="109207"/>
                  </a:lnTo>
                  <a:lnTo>
                    <a:pt x="207276" y="115316"/>
                  </a:lnTo>
                  <a:lnTo>
                    <a:pt x="215773" y="120281"/>
                  </a:lnTo>
                  <a:lnTo>
                    <a:pt x="224663" y="123355"/>
                  </a:lnTo>
                  <a:lnTo>
                    <a:pt x="233946" y="124129"/>
                  </a:lnTo>
                  <a:lnTo>
                    <a:pt x="243624" y="122148"/>
                  </a:lnTo>
                  <a:lnTo>
                    <a:pt x="251104" y="119507"/>
                  </a:lnTo>
                  <a:lnTo>
                    <a:pt x="257543" y="114223"/>
                  </a:lnTo>
                  <a:lnTo>
                    <a:pt x="273088" y="109601"/>
                  </a:lnTo>
                  <a:lnTo>
                    <a:pt x="279234" y="112572"/>
                  </a:lnTo>
                  <a:lnTo>
                    <a:pt x="285775" y="117030"/>
                  </a:lnTo>
                  <a:lnTo>
                    <a:pt x="293560" y="122669"/>
                  </a:lnTo>
                  <a:lnTo>
                    <a:pt x="301536" y="128181"/>
                  </a:lnTo>
                  <a:lnTo>
                    <a:pt x="310083" y="132384"/>
                  </a:lnTo>
                  <a:lnTo>
                    <a:pt x="319582" y="134099"/>
                  </a:lnTo>
                  <a:lnTo>
                    <a:pt x="330555" y="131699"/>
                  </a:lnTo>
                  <a:lnTo>
                    <a:pt x="339648" y="125984"/>
                  </a:lnTo>
                  <a:lnTo>
                    <a:pt x="348386" y="119468"/>
                  </a:lnTo>
                  <a:lnTo>
                    <a:pt x="350545" y="118427"/>
                  </a:lnTo>
                  <a:lnTo>
                    <a:pt x="358267" y="114706"/>
                  </a:lnTo>
                  <a:lnTo>
                    <a:pt x="369189" y="113652"/>
                  </a:lnTo>
                  <a:lnTo>
                    <a:pt x="379590" y="116268"/>
                  </a:lnTo>
                  <a:lnTo>
                    <a:pt x="388569" y="122034"/>
                  </a:lnTo>
                  <a:lnTo>
                    <a:pt x="395414" y="130594"/>
                  </a:lnTo>
                  <a:lnTo>
                    <a:pt x="398170" y="135572"/>
                  </a:lnTo>
                  <a:lnTo>
                    <a:pt x="404825" y="135102"/>
                  </a:lnTo>
                  <a:lnTo>
                    <a:pt x="408432" y="131699"/>
                  </a:lnTo>
                  <a:lnTo>
                    <a:pt x="416737" y="124129"/>
                  </a:lnTo>
                  <a:lnTo>
                    <a:pt x="425907" y="117360"/>
                  </a:lnTo>
                  <a:lnTo>
                    <a:pt x="434174" y="113766"/>
                  </a:lnTo>
                  <a:lnTo>
                    <a:pt x="436067" y="112941"/>
                  </a:lnTo>
                  <a:lnTo>
                    <a:pt x="447255" y="112509"/>
                  </a:lnTo>
                  <a:lnTo>
                    <a:pt x="456374" y="115112"/>
                  </a:lnTo>
                  <a:lnTo>
                    <a:pt x="465162" y="118706"/>
                  </a:lnTo>
                  <a:lnTo>
                    <a:pt x="474027" y="122034"/>
                  </a:lnTo>
                  <a:lnTo>
                    <a:pt x="483400" y="123825"/>
                  </a:lnTo>
                  <a:lnTo>
                    <a:pt x="491096" y="123355"/>
                  </a:lnTo>
                  <a:lnTo>
                    <a:pt x="498081" y="121285"/>
                  </a:lnTo>
                  <a:lnTo>
                    <a:pt x="504621" y="117830"/>
                  </a:lnTo>
                  <a:lnTo>
                    <a:pt x="510781" y="113322"/>
                  </a:lnTo>
                  <a:lnTo>
                    <a:pt x="511683" y="112509"/>
                  </a:lnTo>
                  <a:lnTo>
                    <a:pt x="515378" y="109207"/>
                  </a:lnTo>
                  <a:lnTo>
                    <a:pt x="516851" y="107899"/>
                  </a:lnTo>
                  <a:lnTo>
                    <a:pt x="523240" y="102679"/>
                  </a:lnTo>
                  <a:lnTo>
                    <a:pt x="530326" y="99364"/>
                  </a:lnTo>
                  <a:lnTo>
                    <a:pt x="538289" y="99847"/>
                  </a:lnTo>
                  <a:lnTo>
                    <a:pt x="545122" y="103365"/>
                  </a:lnTo>
                  <a:lnTo>
                    <a:pt x="551383" y="108102"/>
                  </a:lnTo>
                  <a:lnTo>
                    <a:pt x="557618" y="112979"/>
                  </a:lnTo>
                  <a:lnTo>
                    <a:pt x="564349" y="116903"/>
                  </a:lnTo>
                  <a:lnTo>
                    <a:pt x="571042" y="118859"/>
                  </a:lnTo>
                  <a:lnTo>
                    <a:pt x="577748" y="119037"/>
                  </a:lnTo>
                  <a:lnTo>
                    <a:pt x="584263" y="117424"/>
                  </a:lnTo>
                  <a:lnTo>
                    <a:pt x="590346" y="114020"/>
                  </a:lnTo>
                  <a:lnTo>
                    <a:pt x="596430" y="108038"/>
                  </a:lnTo>
                  <a:lnTo>
                    <a:pt x="599363" y="104495"/>
                  </a:lnTo>
                  <a:lnTo>
                    <a:pt x="601992" y="101320"/>
                  </a:lnTo>
                  <a:lnTo>
                    <a:pt x="608203" y="95694"/>
                  </a:lnTo>
                  <a:lnTo>
                    <a:pt x="616242" y="93027"/>
                  </a:lnTo>
                  <a:lnTo>
                    <a:pt x="626897" y="94665"/>
                  </a:lnTo>
                  <a:lnTo>
                    <a:pt x="637006" y="99847"/>
                  </a:lnTo>
                  <a:lnTo>
                    <a:pt x="646214" y="106895"/>
                  </a:lnTo>
                  <a:lnTo>
                    <a:pt x="654164" y="114223"/>
                  </a:lnTo>
                  <a:lnTo>
                    <a:pt x="658050" y="117932"/>
                  </a:lnTo>
                  <a:lnTo>
                    <a:pt x="664629" y="116497"/>
                  </a:lnTo>
                  <a:lnTo>
                    <a:pt x="693521" y="89776"/>
                  </a:lnTo>
                  <a:lnTo>
                    <a:pt x="713143" y="86499"/>
                  </a:lnTo>
                  <a:lnTo>
                    <a:pt x="721398" y="87414"/>
                  </a:lnTo>
                  <a:lnTo>
                    <a:pt x="736752" y="93992"/>
                  </a:lnTo>
                  <a:lnTo>
                    <a:pt x="741705" y="101092"/>
                  </a:lnTo>
                  <a:lnTo>
                    <a:pt x="749287" y="104800"/>
                  </a:lnTo>
                  <a:lnTo>
                    <a:pt x="761619" y="106641"/>
                  </a:lnTo>
                  <a:lnTo>
                    <a:pt x="770648" y="100736"/>
                  </a:lnTo>
                  <a:lnTo>
                    <a:pt x="777875" y="91821"/>
                  </a:lnTo>
                  <a:lnTo>
                    <a:pt x="778408" y="91186"/>
                  </a:lnTo>
                  <a:lnTo>
                    <a:pt x="786320" y="82791"/>
                  </a:lnTo>
                  <a:lnTo>
                    <a:pt x="801725" y="76657"/>
                  </a:lnTo>
                  <a:lnTo>
                    <a:pt x="818210" y="78028"/>
                  </a:lnTo>
                  <a:lnTo>
                    <a:pt x="834567" y="83921"/>
                  </a:lnTo>
                  <a:lnTo>
                    <a:pt x="849236" y="91198"/>
                  </a:lnTo>
                  <a:lnTo>
                    <a:pt x="853871" y="93599"/>
                  </a:lnTo>
                  <a:lnTo>
                    <a:pt x="860120" y="90779"/>
                  </a:lnTo>
                  <a:lnTo>
                    <a:pt x="877506" y="56857"/>
                  </a:lnTo>
                  <a:lnTo>
                    <a:pt x="885520" y="57594"/>
                  </a:lnTo>
                  <a:lnTo>
                    <a:pt x="893800" y="60172"/>
                  </a:lnTo>
                  <a:lnTo>
                    <a:pt x="901661" y="62115"/>
                  </a:lnTo>
                  <a:lnTo>
                    <a:pt x="915339" y="61188"/>
                  </a:lnTo>
                  <a:lnTo>
                    <a:pt x="924585" y="57315"/>
                  </a:lnTo>
                  <a:close/>
                </a:path>
                <a:path w="944244" h="186054">
                  <a:moveTo>
                    <a:pt x="943698" y="124853"/>
                  </a:moveTo>
                  <a:lnTo>
                    <a:pt x="940308" y="108597"/>
                  </a:lnTo>
                  <a:lnTo>
                    <a:pt x="898855" y="118656"/>
                  </a:lnTo>
                  <a:lnTo>
                    <a:pt x="851001" y="128930"/>
                  </a:lnTo>
                  <a:lnTo>
                    <a:pt x="802881" y="137947"/>
                  </a:lnTo>
                  <a:lnTo>
                    <a:pt x="754545" y="145745"/>
                  </a:lnTo>
                  <a:lnTo>
                    <a:pt x="706018" y="152349"/>
                  </a:lnTo>
                  <a:lnTo>
                    <a:pt x="657339" y="157810"/>
                  </a:lnTo>
                  <a:lnTo>
                    <a:pt x="608545" y="162140"/>
                  </a:lnTo>
                  <a:lnTo>
                    <a:pt x="553948" y="165696"/>
                  </a:lnTo>
                  <a:lnTo>
                    <a:pt x="499287" y="167970"/>
                  </a:lnTo>
                  <a:lnTo>
                    <a:pt x="444588" y="168998"/>
                  </a:lnTo>
                  <a:lnTo>
                    <a:pt x="389877" y="168833"/>
                  </a:lnTo>
                  <a:lnTo>
                    <a:pt x="338810" y="167716"/>
                  </a:lnTo>
                  <a:lnTo>
                    <a:pt x="287769" y="165366"/>
                  </a:lnTo>
                  <a:lnTo>
                    <a:pt x="236867" y="161201"/>
                  </a:lnTo>
                  <a:lnTo>
                    <a:pt x="186220" y="154647"/>
                  </a:lnTo>
                  <a:lnTo>
                    <a:pt x="131254" y="143903"/>
                  </a:lnTo>
                  <a:lnTo>
                    <a:pt x="77533" y="128549"/>
                  </a:lnTo>
                  <a:lnTo>
                    <a:pt x="25742" y="107848"/>
                  </a:lnTo>
                  <a:lnTo>
                    <a:pt x="3556" y="95758"/>
                  </a:lnTo>
                  <a:lnTo>
                    <a:pt x="0" y="112877"/>
                  </a:lnTo>
                  <a:lnTo>
                    <a:pt x="59550" y="139865"/>
                  </a:lnTo>
                  <a:lnTo>
                    <a:pt x="107353" y="154965"/>
                  </a:lnTo>
                  <a:lnTo>
                    <a:pt x="156362" y="166217"/>
                  </a:lnTo>
                  <a:lnTo>
                    <a:pt x="206209" y="174218"/>
                  </a:lnTo>
                  <a:lnTo>
                    <a:pt x="256527" y="179565"/>
                  </a:lnTo>
                  <a:lnTo>
                    <a:pt x="306920" y="182867"/>
                  </a:lnTo>
                  <a:lnTo>
                    <a:pt x="357035" y="184708"/>
                  </a:lnTo>
                  <a:lnTo>
                    <a:pt x="406730" y="185559"/>
                  </a:lnTo>
                  <a:lnTo>
                    <a:pt x="456438" y="185445"/>
                  </a:lnTo>
                  <a:lnTo>
                    <a:pt x="506145" y="184353"/>
                  </a:lnTo>
                  <a:lnTo>
                    <a:pt x="555815" y="182219"/>
                  </a:lnTo>
                  <a:lnTo>
                    <a:pt x="605421" y="179019"/>
                  </a:lnTo>
                  <a:lnTo>
                    <a:pt x="654951" y="174726"/>
                  </a:lnTo>
                  <a:lnTo>
                    <a:pt x="704354" y="169278"/>
                  </a:lnTo>
                  <a:lnTo>
                    <a:pt x="753618" y="162661"/>
                  </a:lnTo>
                  <a:lnTo>
                    <a:pt x="802703" y="154813"/>
                  </a:lnTo>
                  <a:lnTo>
                    <a:pt x="851928" y="145656"/>
                  </a:lnTo>
                  <a:lnTo>
                    <a:pt x="900874" y="135216"/>
                  </a:lnTo>
                  <a:lnTo>
                    <a:pt x="943698" y="124853"/>
                  </a:lnTo>
                  <a:close/>
                </a:path>
              </a:pathLst>
            </a:custGeom>
            <a:solidFill>
              <a:srgbClr val="282E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4594019" y="9830991"/>
              <a:ext cx="494665" cy="164465"/>
            </a:xfrm>
            <a:custGeom>
              <a:avLst/>
              <a:gdLst/>
              <a:ahLst/>
              <a:cxnLst/>
              <a:rect l="l" t="t" r="r" b="b"/>
              <a:pathLst>
                <a:path w="494665" h="164465">
                  <a:moveTo>
                    <a:pt x="247311" y="0"/>
                  </a:moveTo>
                  <a:lnTo>
                    <a:pt x="181568" y="2931"/>
                  </a:lnTo>
                  <a:lnTo>
                    <a:pt x="122490" y="11205"/>
                  </a:lnTo>
                  <a:lnTo>
                    <a:pt x="72437" y="24038"/>
                  </a:lnTo>
                  <a:lnTo>
                    <a:pt x="33766" y="40650"/>
                  </a:lnTo>
                  <a:lnTo>
                    <a:pt x="0" y="82081"/>
                  </a:lnTo>
                  <a:lnTo>
                    <a:pt x="8834" y="103904"/>
                  </a:lnTo>
                  <a:lnTo>
                    <a:pt x="72437" y="140124"/>
                  </a:lnTo>
                  <a:lnTo>
                    <a:pt x="122490" y="152957"/>
                  </a:lnTo>
                  <a:lnTo>
                    <a:pt x="181568" y="161230"/>
                  </a:lnTo>
                  <a:lnTo>
                    <a:pt x="247311" y="164162"/>
                  </a:lnTo>
                  <a:lnTo>
                    <a:pt x="313059" y="161230"/>
                  </a:lnTo>
                  <a:lnTo>
                    <a:pt x="372137" y="152957"/>
                  </a:lnTo>
                  <a:lnTo>
                    <a:pt x="422190" y="140124"/>
                  </a:lnTo>
                  <a:lnTo>
                    <a:pt x="460859" y="123512"/>
                  </a:lnTo>
                  <a:lnTo>
                    <a:pt x="494623" y="82081"/>
                  </a:lnTo>
                  <a:lnTo>
                    <a:pt x="485789" y="60258"/>
                  </a:lnTo>
                  <a:lnTo>
                    <a:pt x="422190" y="24038"/>
                  </a:lnTo>
                  <a:lnTo>
                    <a:pt x="372137" y="11205"/>
                  </a:lnTo>
                  <a:lnTo>
                    <a:pt x="313059" y="2931"/>
                  </a:lnTo>
                  <a:lnTo>
                    <a:pt x="247311" y="0"/>
                  </a:lnTo>
                  <a:close/>
                </a:path>
              </a:pathLst>
            </a:custGeom>
            <a:solidFill>
              <a:srgbClr val="535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522764" y="9059442"/>
              <a:ext cx="653415" cy="207010"/>
            </a:xfrm>
            <a:custGeom>
              <a:avLst/>
              <a:gdLst/>
              <a:ahLst/>
              <a:cxnLst/>
              <a:rect l="l" t="t" r="r" b="b"/>
              <a:pathLst>
                <a:path w="653415" h="207009">
                  <a:moveTo>
                    <a:pt x="333947" y="0"/>
                  </a:moveTo>
                  <a:lnTo>
                    <a:pt x="267812" y="2037"/>
                  </a:lnTo>
                  <a:lnTo>
                    <a:pt x="205674" y="7952"/>
                  </a:lnTo>
                  <a:lnTo>
                    <a:pt x="149019" y="17445"/>
                  </a:lnTo>
                  <a:lnTo>
                    <a:pt x="99334" y="30220"/>
                  </a:lnTo>
                  <a:lnTo>
                    <a:pt x="58104" y="45977"/>
                  </a:lnTo>
                  <a:lnTo>
                    <a:pt x="6951" y="85247"/>
                  </a:lnTo>
                  <a:lnTo>
                    <a:pt x="0" y="108164"/>
                  </a:lnTo>
                  <a:lnTo>
                    <a:pt x="6679" y="130662"/>
                  </a:lnTo>
                  <a:lnTo>
                    <a:pt x="56106" y="167270"/>
                  </a:lnTo>
                  <a:lnTo>
                    <a:pt x="96177" y="181239"/>
                  </a:lnTo>
                  <a:lnTo>
                    <a:pt x="144703" y="192225"/>
                  </a:lnTo>
                  <a:lnTo>
                    <a:pt x="200346" y="200159"/>
                  </a:lnTo>
                  <a:lnTo>
                    <a:pt x="261769" y="204971"/>
                  </a:lnTo>
                  <a:lnTo>
                    <a:pt x="327634" y="206590"/>
                  </a:lnTo>
                  <a:lnTo>
                    <a:pt x="393408" y="204971"/>
                  </a:lnTo>
                  <a:lnTo>
                    <a:pt x="454593" y="200159"/>
                  </a:lnTo>
                  <a:lnTo>
                    <a:pt x="509901" y="192225"/>
                  </a:lnTo>
                  <a:lnTo>
                    <a:pt x="558043" y="181239"/>
                  </a:lnTo>
                  <a:lnTo>
                    <a:pt x="597729" y="167270"/>
                  </a:lnTo>
                  <a:lnTo>
                    <a:pt x="646583" y="130662"/>
                  </a:lnTo>
                  <a:lnTo>
                    <a:pt x="653173" y="108164"/>
                  </a:lnTo>
                  <a:lnTo>
                    <a:pt x="646855" y="85247"/>
                  </a:lnTo>
                  <a:lnTo>
                    <a:pt x="599727" y="45977"/>
                  </a:lnTo>
                  <a:lnTo>
                    <a:pt x="561200" y="30220"/>
                  </a:lnTo>
                  <a:lnTo>
                    <a:pt x="514217" y="17445"/>
                  </a:lnTo>
                  <a:lnTo>
                    <a:pt x="459921" y="7952"/>
                  </a:lnTo>
                  <a:lnTo>
                    <a:pt x="399451" y="2037"/>
                  </a:lnTo>
                  <a:lnTo>
                    <a:pt x="333947" y="0"/>
                  </a:lnTo>
                  <a:close/>
                </a:path>
              </a:pathLst>
            </a:custGeom>
            <a:solidFill>
              <a:srgbClr val="282E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4522762" y="9059433"/>
              <a:ext cx="653415" cy="135255"/>
            </a:xfrm>
            <a:custGeom>
              <a:avLst/>
              <a:gdLst/>
              <a:ahLst/>
              <a:cxnLst/>
              <a:rect l="l" t="t" r="r" b="b"/>
              <a:pathLst>
                <a:path w="653415" h="135254">
                  <a:moveTo>
                    <a:pt x="333947" y="0"/>
                  </a:moveTo>
                  <a:lnTo>
                    <a:pt x="267815" y="2038"/>
                  </a:lnTo>
                  <a:lnTo>
                    <a:pt x="205678" y="7954"/>
                  </a:lnTo>
                  <a:lnTo>
                    <a:pt x="149024" y="17449"/>
                  </a:lnTo>
                  <a:lnTo>
                    <a:pt x="99338" y="30225"/>
                  </a:lnTo>
                  <a:lnTo>
                    <a:pt x="58107" y="45984"/>
                  </a:lnTo>
                  <a:lnTo>
                    <a:pt x="6951" y="85257"/>
                  </a:lnTo>
                  <a:lnTo>
                    <a:pt x="0" y="108174"/>
                  </a:lnTo>
                  <a:lnTo>
                    <a:pt x="617" y="115206"/>
                  </a:lnTo>
                  <a:lnTo>
                    <a:pt x="2443" y="121993"/>
                  </a:lnTo>
                  <a:lnTo>
                    <a:pt x="5437" y="128533"/>
                  </a:lnTo>
                  <a:lnTo>
                    <a:pt x="9559" y="134823"/>
                  </a:lnTo>
                  <a:lnTo>
                    <a:pt x="30316" y="114537"/>
                  </a:lnTo>
                  <a:lnTo>
                    <a:pt x="62013" y="96591"/>
                  </a:lnTo>
                  <a:lnTo>
                    <a:pt x="103234" y="81270"/>
                  </a:lnTo>
                  <a:lnTo>
                    <a:pt x="152562" y="68859"/>
                  </a:lnTo>
                  <a:lnTo>
                    <a:pt x="208578" y="59641"/>
                  </a:lnTo>
                  <a:lnTo>
                    <a:pt x="269864" y="53901"/>
                  </a:lnTo>
                  <a:lnTo>
                    <a:pt x="335005" y="51925"/>
                  </a:lnTo>
                  <a:lnTo>
                    <a:pt x="398700" y="53849"/>
                  </a:lnTo>
                  <a:lnTo>
                    <a:pt x="457675" y="59441"/>
                  </a:lnTo>
                  <a:lnTo>
                    <a:pt x="510884" y="68426"/>
                  </a:lnTo>
                  <a:lnTo>
                    <a:pt x="557283" y="80532"/>
                  </a:lnTo>
                  <a:lnTo>
                    <a:pt x="595826" y="95486"/>
                  </a:lnTo>
                  <a:lnTo>
                    <a:pt x="645163" y="132844"/>
                  </a:lnTo>
                  <a:lnTo>
                    <a:pt x="648623" y="126989"/>
                  </a:lnTo>
                  <a:lnTo>
                    <a:pt x="651132" y="120925"/>
                  </a:lnTo>
                  <a:lnTo>
                    <a:pt x="652658" y="114653"/>
                  </a:lnTo>
                  <a:lnTo>
                    <a:pt x="653173" y="108174"/>
                  </a:lnTo>
                  <a:lnTo>
                    <a:pt x="646855" y="85257"/>
                  </a:lnTo>
                  <a:lnTo>
                    <a:pt x="599727" y="45984"/>
                  </a:lnTo>
                  <a:lnTo>
                    <a:pt x="561200" y="30225"/>
                  </a:lnTo>
                  <a:lnTo>
                    <a:pt x="514217" y="17449"/>
                  </a:lnTo>
                  <a:lnTo>
                    <a:pt x="459921" y="7954"/>
                  </a:lnTo>
                  <a:lnTo>
                    <a:pt x="399451" y="2038"/>
                  </a:lnTo>
                  <a:lnTo>
                    <a:pt x="333947" y="0"/>
                  </a:lnTo>
                  <a:close/>
                </a:path>
              </a:pathLst>
            </a:custGeom>
            <a:solidFill>
              <a:srgbClr val="4F54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335809" y="7520844"/>
              <a:ext cx="376555" cy="1689100"/>
            </a:xfrm>
            <a:custGeom>
              <a:avLst/>
              <a:gdLst/>
              <a:ahLst/>
              <a:cxnLst/>
              <a:rect l="l" t="t" r="r" b="b"/>
              <a:pathLst>
                <a:path w="376555" h="1689100">
                  <a:moveTo>
                    <a:pt x="0" y="0"/>
                  </a:moveTo>
                  <a:lnTo>
                    <a:pt x="104195" y="309383"/>
                  </a:lnTo>
                  <a:lnTo>
                    <a:pt x="190695" y="624879"/>
                  </a:lnTo>
                  <a:lnTo>
                    <a:pt x="273023" y="1088021"/>
                  </a:lnTo>
                  <a:lnTo>
                    <a:pt x="334586" y="1506750"/>
                  </a:lnTo>
                  <a:lnTo>
                    <a:pt x="358795" y="1689006"/>
                  </a:lnTo>
                  <a:lnTo>
                    <a:pt x="376355" y="1686409"/>
                  </a:lnTo>
                  <a:lnTo>
                    <a:pt x="314064" y="1149349"/>
                  </a:lnTo>
                  <a:lnTo>
                    <a:pt x="274454" y="847957"/>
                  </a:lnTo>
                  <a:lnTo>
                    <a:pt x="240566" y="672095"/>
                  </a:lnTo>
                  <a:lnTo>
                    <a:pt x="195439" y="511628"/>
                  </a:lnTo>
                  <a:lnTo>
                    <a:pt x="133171" y="325098"/>
                  </a:lnTo>
                  <a:lnTo>
                    <a:pt x="69514" y="161069"/>
                  </a:lnTo>
                  <a:lnTo>
                    <a:pt x="19960" y="444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7C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4739103" y="7152397"/>
              <a:ext cx="161290" cy="2045970"/>
            </a:xfrm>
            <a:custGeom>
              <a:avLst/>
              <a:gdLst/>
              <a:ahLst/>
              <a:cxnLst/>
              <a:rect l="l" t="t" r="r" b="b"/>
              <a:pathLst>
                <a:path w="161290" h="2045970">
                  <a:moveTo>
                    <a:pt x="161074" y="0"/>
                  </a:moveTo>
                  <a:lnTo>
                    <a:pt x="102500" y="142089"/>
                  </a:lnTo>
                  <a:lnTo>
                    <a:pt x="24493" y="617086"/>
                  </a:lnTo>
                  <a:lnTo>
                    <a:pt x="0" y="1251692"/>
                  </a:lnTo>
                  <a:lnTo>
                    <a:pt x="3799" y="1807377"/>
                  </a:lnTo>
                  <a:lnTo>
                    <a:pt x="10671" y="2045613"/>
                  </a:lnTo>
                  <a:lnTo>
                    <a:pt x="46052" y="2045613"/>
                  </a:lnTo>
                  <a:lnTo>
                    <a:pt x="33695" y="1198100"/>
                  </a:lnTo>
                  <a:lnTo>
                    <a:pt x="32016" y="744118"/>
                  </a:lnTo>
                  <a:lnTo>
                    <a:pt x="43207" y="529335"/>
                  </a:lnTo>
                  <a:lnTo>
                    <a:pt x="69465" y="399422"/>
                  </a:lnTo>
                  <a:lnTo>
                    <a:pt x="103202" y="258868"/>
                  </a:lnTo>
                  <a:lnTo>
                    <a:pt x="132535" y="130249"/>
                  </a:lnTo>
                  <a:lnTo>
                    <a:pt x="153235" y="36361"/>
                  </a:lnTo>
                  <a:lnTo>
                    <a:pt x="161074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79738" y="6707037"/>
              <a:ext cx="1302406" cy="270681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4368521" y="9561896"/>
              <a:ext cx="963930" cy="410209"/>
            </a:xfrm>
            <a:custGeom>
              <a:avLst/>
              <a:gdLst/>
              <a:ahLst/>
              <a:cxnLst/>
              <a:rect l="l" t="t" r="r" b="b"/>
              <a:pathLst>
                <a:path w="963930" h="410209">
                  <a:moveTo>
                    <a:pt x="959499" y="0"/>
                  </a:moveTo>
                  <a:lnTo>
                    <a:pt x="930953" y="32787"/>
                  </a:lnTo>
                  <a:lnTo>
                    <a:pt x="898217" y="63396"/>
                  </a:lnTo>
                  <a:lnTo>
                    <a:pt x="861572" y="91626"/>
                  </a:lnTo>
                  <a:lnTo>
                    <a:pt x="821300" y="117279"/>
                  </a:lnTo>
                  <a:lnTo>
                    <a:pt x="777681" y="140157"/>
                  </a:lnTo>
                  <a:lnTo>
                    <a:pt x="730996" y="160060"/>
                  </a:lnTo>
                  <a:lnTo>
                    <a:pt x="681527" y="176790"/>
                  </a:lnTo>
                  <a:lnTo>
                    <a:pt x="629554" y="190148"/>
                  </a:lnTo>
                  <a:lnTo>
                    <a:pt x="575357" y="199935"/>
                  </a:lnTo>
                  <a:lnTo>
                    <a:pt x="519219" y="205953"/>
                  </a:lnTo>
                  <a:lnTo>
                    <a:pt x="461420" y="208004"/>
                  </a:lnTo>
                  <a:lnTo>
                    <a:pt x="405211" y="206065"/>
                  </a:lnTo>
                  <a:lnTo>
                    <a:pt x="350565" y="200371"/>
                  </a:lnTo>
                  <a:lnTo>
                    <a:pt x="297738" y="191105"/>
                  </a:lnTo>
                  <a:lnTo>
                    <a:pt x="246991" y="178448"/>
                  </a:lnTo>
                  <a:lnTo>
                    <a:pt x="198580" y="162584"/>
                  </a:lnTo>
                  <a:lnTo>
                    <a:pt x="152764" y="143694"/>
                  </a:lnTo>
                  <a:lnTo>
                    <a:pt x="109800" y="121962"/>
                  </a:lnTo>
                  <a:lnTo>
                    <a:pt x="69947" y="97570"/>
                  </a:lnTo>
                  <a:lnTo>
                    <a:pt x="33464" y="70701"/>
                  </a:lnTo>
                  <a:lnTo>
                    <a:pt x="607" y="41538"/>
                  </a:lnTo>
                  <a:lnTo>
                    <a:pt x="38" y="61039"/>
                  </a:lnTo>
                  <a:lnTo>
                    <a:pt x="4661" y="109532"/>
                  </a:lnTo>
                  <a:lnTo>
                    <a:pt x="17967" y="149117"/>
                  </a:lnTo>
                  <a:lnTo>
                    <a:pt x="38901" y="186386"/>
                  </a:lnTo>
                  <a:lnTo>
                    <a:pt x="66446" y="221222"/>
                  </a:lnTo>
                  <a:lnTo>
                    <a:pt x="99587" y="253508"/>
                  </a:lnTo>
                  <a:lnTo>
                    <a:pt x="137305" y="283128"/>
                  </a:lnTo>
                  <a:lnTo>
                    <a:pt x="178586" y="309965"/>
                  </a:lnTo>
                  <a:lnTo>
                    <a:pt x="222411" y="333903"/>
                  </a:lnTo>
                  <a:lnTo>
                    <a:pt x="267765" y="354824"/>
                  </a:lnTo>
                  <a:lnTo>
                    <a:pt x="313631" y="372613"/>
                  </a:lnTo>
                  <a:lnTo>
                    <a:pt x="358992" y="387153"/>
                  </a:lnTo>
                  <a:lnTo>
                    <a:pt x="402831" y="398327"/>
                  </a:lnTo>
                  <a:lnTo>
                    <a:pt x="444133" y="406019"/>
                  </a:lnTo>
                  <a:lnTo>
                    <a:pt x="481880" y="410113"/>
                  </a:lnTo>
                  <a:lnTo>
                    <a:pt x="519627" y="406019"/>
                  </a:lnTo>
                  <a:lnTo>
                    <a:pt x="560929" y="398327"/>
                  </a:lnTo>
                  <a:lnTo>
                    <a:pt x="604768" y="387153"/>
                  </a:lnTo>
                  <a:lnTo>
                    <a:pt x="650129" y="372613"/>
                  </a:lnTo>
                  <a:lnTo>
                    <a:pt x="695995" y="354824"/>
                  </a:lnTo>
                  <a:lnTo>
                    <a:pt x="741349" y="333903"/>
                  </a:lnTo>
                  <a:lnTo>
                    <a:pt x="785175" y="309965"/>
                  </a:lnTo>
                  <a:lnTo>
                    <a:pt x="826455" y="283128"/>
                  </a:lnTo>
                  <a:lnTo>
                    <a:pt x="864174" y="253508"/>
                  </a:lnTo>
                  <a:lnTo>
                    <a:pt x="897314" y="221222"/>
                  </a:lnTo>
                  <a:lnTo>
                    <a:pt x="924860" y="186386"/>
                  </a:lnTo>
                  <a:lnTo>
                    <a:pt x="945794" y="149117"/>
                  </a:lnTo>
                  <a:lnTo>
                    <a:pt x="959100" y="109532"/>
                  </a:lnTo>
                  <a:lnTo>
                    <a:pt x="963761" y="67746"/>
                  </a:lnTo>
                  <a:lnTo>
                    <a:pt x="963479" y="49722"/>
                  </a:lnTo>
                  <a:lnTo>
                    <a:pt x="962655" y="32436"/>
                  </a:lnTo>
                  <a:lnTo>
                    <a:pt x="961318" y="15868"/>
                  </a:lnTo>
                  <a:lnTo>
                    <a:pt x="959499" y="0"/>
                  </a:lnTo>
                  <a:close/>
                </a:path>
              </a:pathLst>
            </a:custGeom>
            <a:solidFill>
              <a:srgbClr val="535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4111284" y="9836614"/>
              <a:ext cx="1471930" cy="262255"/>
            </a:xfrm>
            <a:custGeom>
              <a:avLst/>
              <a:gdLst/>
              <a:ahLst/>
              <a:cxnLst/>
              <a:rect l="l" t="t" r="r" b="b"/>
              <a:pathLst>
                <a:path w="1471930" h="262254">
                  <a:moveTo>
                    <a:pt x="735726" y="0"/>
                  </a:moveTo>
                  <a:lnTo>
                    <a:pt x="660502" y="676"/>
                  </a:lnTo>
                  <a:lnTo>
                    <a:pt x="587450" y="2663"/>
                  </a:lnTo>
                  <a:lnTo>
                    <a:pt x="516942" y="5894"/>
                  </a:lnTo>
                  <a:lnTo>
                    <a:pt x="449347" y="10303"/>
                  </a:lnTo>
                  <a:lnTo>
                    <a:pt x="385034" y="15824"/>
                  </a:lnTo>
                  <a:lnTo>
                    <a:pt x="324373" y="22391"/>
                  </a:lnTo>
                  <a:lnTo>
                    <a:pt x="267734" y="29938"/>
                  </a:lnTo>
                  <a:lnTo>
                    <a:pt x="215488" y="38400"/>
                  </a:lnTo>
                  <a:lnTo>
                    <a:pt x="168003" y="47711"/>
                  </a:lnTo>
                  <a:lnTo>
                    <a:pt x="125649" y="57804"/>
                  </a:lnTo>
                  <a:lnTo>
                    <a:pt x="88797" y="68613"/>
                  </a:lnTo>
                  <a:lnTo>
                    <a:pt x="33076" y="92119"/>
                  </a:lnTo>
                  <a:lnTo>
                    <a:pt x="3798" y="117701"/>
                  </a:lnTo>
                  <a:lnTo>
                    <a:pt x="0" y="131105"/>
                  </a:lnTo>
                  <a:lnTo>
                    <a:pt x="3798" y="144512"/>
                  </a:lnTo>
                  <a:lnTo>
                    <a:pt x="33076" y="170096"/>
                  </a:lnTo>
                  <a:lnTo>
                    <a:pt x="88797" y="193602"/>
                  </a:lnTo>
                  <a:lnTo>
                    <a:pt x="125649" y="204412"/>
                  </a:lnTo>
                  <a:lnTo>
                    <a:pt x="168003" y="214505"/>
                  </a:lnTo>
                  <a:lnTo>
                    <a:pt x="215488" y="223815"/>
                  </a:lnTo>
                  <a:lnTo>
                    <a:pt x="267734" y="232276"/>
                  </a:lnTo>
                  <a:lnTo>
                    <a:pt x="324373" y="239823"/>
                  </a:lnTo>
                  <a:lnTo>
                    <a:pt x="385034" y="246389"/>
                  </a:lnTo>
                  <a:lnTo>
                    <a:pt x="449347" y="251910"/>
                  </a:lnTo>
                  <a:lnTo>
                    <a:pt x="516942" y="256318"/>
                  </a:lnTo>
                  <a:lnTo>
                    <a:pt x="587450" y="259548"/>
                  </a:lnTo>
                  <a:lnTo>
                    <a:pt x="660502" y="261535"/>
                  </a:lnTo>
                  <a:lnTo>
                    <a:pt x="735726" y="262211"/>
                  </a:lnTo>
                  <a:lnTo>
                    <a:pt x="810950" y="261535"/>
                  </a:lnTo>
                  <a:lnTo>
                    <a:pt x="884001" y="259548"/>
                  </a:lnTo>
                  <a:lnTo>
                    <a:pt x="954509" y="256318"/>
                  </a:lnTo>
                  <a:lnTo>
                    <a:pt x="1022105" y="251910"/>
                  </a:lnTo>
                  <a:lnTo>
                    <a:pt x="1086418" y="246389"/>
                  </a:lnTo>
                  <a:lnTo>
                    <a:pt x="1147079" y="239823"/>
                  </a:lnTo>
                  <a:lnTo>
                    <a:pt x="1203717" y="232276"/>
                  </a:lnTo>
                  <a:lnTo>
                    <a:pt x="1255964" y="223815"/>
                  </a:lnTo>
                  <a:lnTo>
                    <a:pt x="1303449" y="214505"/>
                  </a:lnTo>
                  <a:lnTo>
                    <a:pt x="1345802" y="204412"/>
                  </a:lnTo>
                  <a:lnTo>
                    <a:pt x="1382654" y="193602"/>
                  </a:lnTo>
                  <a:lnTo>
                    <a:pt x="1438376" y="170096"/>
                  </a:lnTo>
                  <a:lnTo>
                    <a:pt x="1467654" y="144512"/>
                  </a:lnTo>
                  <a:lnTo>
                    <a:pt x="1471452" y="131105"/>
                  </a:lnTo>
                  <a:lnTo>
                    <a:pt x="1467654" y="117701"/>
                  </a:lnTo>
                  <a:lnTo>
                    <a:pt x="1438376" y="92119"/>
                  </a:lnTo>
                  <a:lnTo>
                    <a:pt x="1382654" y="68613"/>
                  </a:lnTo>
                  <a:lnTo>
                    <a:pt x="1345802" y="57804"/>
                  </a:lnTo>
                  <a:lnTo>
                    <a:pt x="1303449" y="47711"/>
                  </a:lnTo>
                  <a:lnTo>
                    <a:pt x="1255964" y="38400"/>
                  </a:lnTo>
                  <a:lnTo>
                    <a:pt x="1203717" y="29938"/>
                  </a:lnTo>
                  <a:lnTo>
                    <a:pt x="1147079" y="22391"/>
                  </a:lnTo>
                  <a:lnTo>
                    <a:pt x="1086418" y="15824"/>
                  </a:lnTo>
                  <a:lnTo>
                    <a:pt x="1022105" y="10303"/>
                  </a:lnTo>
                  <a:lnTo>
                    <a:pt x="954509" y="5894"/>
                  </a:lnTo>
                  <a:lnTo>
                    <a:pt x="884001" y="2663"/>
                  </a:lnTo>
                  <a:lnTo>
                    <a:pt x="810950" y="676"/>
                  </a:lnTo>
                  <a:lnTo>
                    <a:pt x="735726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8806742" y="1742217"/>
            <a:ext cx="2337435" cy="3952240"/>
            <a:chOff x="8806742" y="1742217"/>
            <a:chExt cx="2337435" cy="3952240"/>
          </a:xfrm>
        </p:grpSpPr>
        <p:sp>
          <p:nvSpPr>
            <p:cNvPr id="16" name="object 16" descr=""/>
            <p:cNvSpPr/>
            <p:nvPr/>
          </p:nvSpPr>
          <p:spPr>
            <a:xfrm>
              <a:off x="9414929" y="5466277"/>
              <a:ext cx="1099185" cy="227965"/>
            </a:xfrm>
            <a:custGeom>
              <a:avLst/>
              <a:gdLst/>
              <a:ahLst/>
              <a:cxnLst/>
              <a:rect l="l" t="t" r="r" b="b"/>
              <a:pathLst>
                <a:path w="1099184" h="227964">
                  <a:moveTo>
                    <a:pt x="549564" y="0"/>
                  </a:moveTo>
                  <a:lnTo>
                    <a:pt x="474993" y="1039"/>
                  </a:lnTo>
                  <a:lnTo>
                    <a:pt x="403470" y="4068"/>
                  </a:lnTo>
                  <a:lnTo>
                    <a:pt x="335652" y="8950"/>
                  </a:lnTo>
                  <a:lnTo>
                    <a:pt x="272191" y="15550"/>
                  </a:lnTo>
                  <a:lnTo>
                    <a:pt x="213744" y="23731"/>
                  </a:lnTo>
                  <a:lnTo>
                    <a:pt x="160966" y="33358"/>
                  </a:lnTo>
                  <a:lnTo>
                    <a:pt x="114510" y="44296"/>
                  </a:lnTo>
                  <a:lnTo>
                    <a:pt x="75033" y="56409"/>
                  </a:lnTo>
                  <a:lnTo>
                    <a:pt x="19631" y="83615"/>
                  </a:lnTo>
                  <a:lnTo>
                    <a:pt x="0" y="113891"/>
                  </a:lnTo>
                  <a:lnTo>
                    <a:pt x="5017" y="129345"/>
                  </a:lnTo>
                  <a:lnTo>
                    <a:pt x="43188" y="158222"/>
                  </a:lnTo>
                  <a:lnTo>
                    <a:pt x="114510" y="183486"/>
                  </a:lnTo>
                  <a:lnTo>
                    <a:pt x="160966" y="194424"/>
                  </a:lnTo>
                  <a:lnTo>
                    <a:pt x="213744" y="204052"/>
                  </a:lnTo>
                  <a:lnTo>
                    <a:pt x="272191" y="212233"/>
                  </a:lnTo>
                  <a:lnTo>
                    <a:pt x="335652" y="218833"/>
                  </a:lnTo>
                  <a:lnTo>
                    <a:pt x="403470" y="223715"/>
                  </a:lnTo>
                  <a:lnTo>
                    <a:pt x="474993" y="226743"/>
                  </a:lnTo>
                  <a:lnTo>
                    <a:pt x="549564" y="227783"/>
                  </a:lnTo>
                  <a:lnTo>
                    <a:pt x="624135" y="226743"/>
                  </a:lnTo>
                  <a:lnTo>
                    <a:pt x="695657" y="223715"/>
                  </a:lnTo>
                  <a:lnTo>
                    <a:pt x="763475" y="218833"/>
                  </a:lnTo>
                  <a:lnTo>
                    <a:pt x="826934" y="212233"/>
                  </a:lnTo>
                  <a:lnTo>
                    <a:pt x="885379" y="204052"/>
                  </a:lnTo>
                  <a:lnTo>
                    <a:pt x="938157" y="194424"/>
                  </a:lnTo>
                  <a:lnTo>
                    <a:pt x="984611" y="183486"/>
                  </a:lnTo>
                  <a:lnTo>
                    <a:pt x="1024087" y="171374"/>
                  </a:lnTo>
                  <a:lnTo>
                    <a:pt x="1079487" y="144168"/>
                  </a:lnTo>
                  <a:lnTo>
                    <a:pt x="1099118" y="113891"/>
                  </a:lnTo>
                  <a:lnTo>
                    <a:pt x="1094101" y="98437"/>
                  </a:lnTo>
                  <a:lnTo>
                    <a:pt x="1055931" y="69560"/>
                  </a:lnTo>
                  <a:lnTo>
                    <a:pt x="984611" y="44296"/>
                  </a:lnTo>
                  <a:lnTo>
                    <a:pt x="938157" y="33358"/>
                  </a:lnTo>
                  <a:lnTo>
                    <a:pt x="885379" y="23731"/>
                  </a:lnTo>
                  <a:lnTo>
                    <a:pt x="826934" y="15550"/>
                  </a:lnTo>
                  <a:lnTo>
                    <a:pt x="763475" y="8950"/>
                  </a:lnTo>
                  <a:lnTo>
                    <a:pt x="695657" y="4068"/>
                  </a:lnTo>
                  <a:lnTo>
                    <a:pt x="624135" y="1039"/>
                  </a:lnTo>
                  <a:lnTo>
                    <a:pt x="549564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6742" y="1742217"/>
              <a:ext cx="2337433" cy="3826792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9251" y="4154277"/>
              <a:ext cx="729140" cy="1414731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9619251" y="4154277"/>
              <a:ext cx="729615" cy="1414780"/>
            </a:xfrm>
            <a:custGeom>
              <a:avLst/>
              <a:gdLst/>
              <a:ahLst/>
              <a:cxnLst/>
              <a:rect l="l" t="t" r="r" b="b"/>
              <a:pathLst>
                <a:path w="729615" h="1414779">
                  <a:moveTo>
                    <a:pt x="729140" y="0"/>
                  </a:moveTo>
                  <a:lnTo>
                    <a:pt x="0" y="0"/>
                  </a:lnTo>
                  <a:lnTo>
                    <a:pt x="0" y="215574"/>
                  </a:lnTo>
                  <a:lnTo>
                    <a:pt x="148634" y="1414731"/>
                  </a:lnTo>
                  <a:lnTo>
                    <a:pt x="580505" y="1414731"/>
                  </a:lnTo>
                  <a:lnTo>
                    <a:pt x="729140" y="215574"/>
                  </a:lnTo>
                  <a:lnTo>
                    <a:pt x="729140" y="0"/>
                  </a:lnTo>
                  <a:close/>
                </a:path>
              </a:pathLst>
            </a:custGeom>
            <a:ln w="10470">
              <a:solidFill>
                <a:srgbClr val="FADF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11886618" y="2002498"/>
            <a:ext cx="1138555" cy="3477260"/>
            <a:chOff x="11886618" y="2002498"/>
            <a:chExt cx="1138555" cy="3477260"/>
          </a:xfrm>
        </p:grpSpPr>
        <p:sp>
          <p:nvSpPr>
            <p:cNvPr id="21" name="object 21" descr=""/>
            <p:cNvSpPr/>
            <p:nvPr/>
          </p:nvSpPr>
          <p:spPr>
            <a:xfrm>
              <a:off x="11925899" y="5251434"/>
              <a:ext cx="1099185" cy="227965"/>
            </a:xfrm>
            <a:custGeom>
              <a:avLst/>
              <a:gdLst/>
              <a:ahLst/>
              <a:cxnLst/>
              <a:rect l="l" t="t" r="r" b="b"/>
              <a:pathLst>
                <a:path w="1099184" h="227964">
                  <a:moveTo>
                    <a:pt x="549564" y="0"/>
                  </a:moveTo>
                  <a:lnTo>
                    <a:pt x="474993" y="1039"/>
                  </a:lnTo>
                  <a:lnTo>
                    <a:pt x="403470" y="4068"/>
                  </a:lnTo>
                  <a:lnTo>
                    <a:pt x="335652" y="8950"/>
                  </a:lnTo>
                  <a:lnTo>
                    <a:pt x="272191" y="15550"/>
                  </a:lnTo>
                  <a:lnTo>
                    <a:pt x="213744" y="23731"/>
                  </a:lnTo>
                  <a:lnTo>
                    <a:pt x="160966" y="33358"/>
                  </a:lnTo>
                  <a:lnTo>
                    <a:pt x="114510" y="44296"/>
                  </a:lnTo>
                  <a:lnTo>
                    <a:pt x="75033" y="56409"/>
                  </a:lnTo>
                  <a:lnTo>
                    <a:pt x="19631" y="83615"/>
                  </a:lnTo>
                  <a:lnTo>
                    <a:pt x="0" y="113891"/>
                  </a:lnTo>
                  <a:lnTo>
                    <a:pt x="5017" y="129345"/>
                  </a:lnTo>
                  <a:lnTo>
                    <a:pt x="43188" y="158222"/>
                  </a:lnTo>
                  <a:lnTo>
                    <a:pt x="114510" y="183486"/>
                  </a:lnTo>
                  <a:lnTo>
                    <a:pt x="160966" y="194424"/>
                  </a:lnTo>
                  <a:lnTo>
                    <a:pt x="213744" y="204052"/>
                  </a:lnTo>
                  <a:lnTo>
                    <a:pt x="272191" y="212233"/>
                  </a:lnTo>
                  <a:lnTo>
                    <a:pt x="335652" y="218833"/>
                  </a:lnTo>
                  <a:lnTo>
                    <a:pt x="403470" y="223715"/>
                  </a:lnTo>
                  <a:lnTo>
                    <a:pt x="474993" y="226743"/>
                  </a:lnTo>
                  <a:lnTo>
                    <a:pt x="549564" y="227783"/>
                  </a:lnTo>
                  <a:lnTo>
                    <a:pt x="624135" y="226743"/>
                  </a:lnTo>
                  <a:lnTo>
                    <a:pt x="695657" y="223715"/>
                  </a:lnTo>
                  <a:lnTo>
                    <a:pt x="763475" y="218833"/>
                  </a:lnTo>
                  <a:lnTo>
                    <a:pt x="826934" y="212233"/>
                  </a:lnTo>
                  <a:lnTo>
                    <a:pt x="885379" y="204052"/>
                  </a:lnTo>
                  <a:lnTo>
                    <a:pt x="938157" y="194424"/>
                  </a:lnTo>
                  <a:lnTo>
                    <a:pt x="984611" y="183486"/>
                  </a:lnTo>
                  <a:lnTo>
                    <a:pt x="1024087" y="171374"/>
                  </a:lnTo>
                  <a:lnTo>
                    <a:pt x="1079487" y="144168"/>
                  </a:lnTo>
                  <a:lnTo>
                    <a:pt x="1099118" y="113891"/>
                  </a:lnTo>
                  <a:lnTo>
                    <a:pt x="1094101" y="98437"/>
                  </a:lnTo>
                  <a:lnTo>
                    <a:pt x="1055931" y="69560"/>
                  </a:lnTo>
                  <a:lnTo>
                    <a:pt x="984611" y="44296"/>
                  </a:lnTo>
                  <a:lnTo>
                    <a:pt x="938157" y="33358"/>
                  </a:lnTo>
                  <a:lnTo>
                    <a:pt x="885379" y="23731"/>
                  </a:lnTo>
                  <a:lnTo>
                    <a:pt x="826934" y="15550"/>
                  </a:lnTo>
                  <a:lnTo>
                    <a:pt x="763475" y="8950"/>
                  </a:lnTo>
                  <a:lnTo>
                    <a:pt x="695657" y="4068"/>
                  </a:lnTo>
                  <a:lnTo>
                    <a:pt x="624135" y="1039"/>
                  </a:lnTo>
                  <a:lnTo>
                    <a:pt x="549564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86618" y="2002498"/>
              <a:ext cx="1127969" cy="3370188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59034" y="4226093"/>
              <a:ext cx="837566" cy="1146593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16916770" y="1209727"/>
            <a:ext cx="1592580" cy="4766945"/>
            <a:chOff x="16916770" y="1209727"/>
            <a:chExt cx="1592580" cy="4766945"/>
          </a:xfrm>
        </p:grpSpPr>
        <p:sp>
          <p:nvSpPr>
            <p:cNvPr id="25" name="object 25" descr=""/>
            <p:cNvSpPr/>
            <p:nvPr/>
          </p:nvSpPr>
          <p:spPr>
            <a:xfrm>
              <a:off x="16916770" y="5696048"/>
              <a:ext cx="1532890" cy="280670"/>
            </a:xfrm>
            <a:custGeom>
              <a:avLst/>
              <a:gdLst/>
              <a:ahLst/>
              <a:cxnLst/>
              <a:rect l="l" t="t" r="r" b="b"/>
              <a:pathLst>
                <a:path w="1532890" h="280670">
                  <a:moveTo>
                    <a:pt x="766385" y="0"/>
                  </a:moveTo>
                  <a:lnTo>
                    <a:pt x="692578" y="642"/>
                  </a:lnTo>
                  <a:lnTo>
                    <a:pt x="620756" y="2528"/>
                  </a:lnTo>
                  <a:lnTo>
                    <a:pt x="551240" y="5602"/>
                  </a:lnTo>
                  <a:lnTo>
                    <a:pt x="484351" y="9802"/>
                  </a:lnTo>
                  <a:lnTo>
                    <a:pt x="420410" y="15071"/>
                  </a:lnTo>
                  <a:lnTo>
                    <a:pt x="359738" y="21349"/>
                  </a:lnTo>
                  <a:lnTo>
                    <a:pt x="302658" y="28579"/>
                  </a:lnTo>
                  <a:lnTo>
                    <a:pt x="249489" y="36701"/>
                  </a:lnTo>
                  <a:lnTo>
                    <a:pt x="200553" y="45656"/>
                  </a:lnTo>
                  <a:lnTo>
                    <a:pt x="156171" y="55386"/>
                  </a:lnTo>
                  <a:lnTo>
                    <a:pt x="116665" y="65832"/>
                  </a:lnTo>
                  <a:lnTo>
                    <a:pt x="53564" y="88636"/>
                  </a:lnTo>
                  <a:lnTo>
                    <a:pt x="13819" y="113597"/>
                  </a:lnTo>
                  <a:lnTo>
                    <a:pt x="0" y="140247"/>
                  </a:lnTo>
                  <a:lnTo>
                    <a:pt x="3508" y="153754"/>
                  </a:lnTo>
                  <a:lnTo>
                    <a:pt x="53564" y="191862"/>
                  </a:lnTo>
                  <a:lnTo>
                    <a:pt x="116665" y="214666"/>
                  </a:lnTo>
                  <a:lnTo>
                    <a:pt x="156171" y="225111"/>
                  </a:lnTo>
                  <a:lnTo>
                    <a:pt x="200553" y="234841"/>
                  </a:lnTo>
                  <a:lnTo>
                    <a:pt x="249489" y="243796"/>
                  </a:lnTo>
                  <a:lnTo>
                    <a:pt x="302658" y="251917"/>
                  </a:lnTo>
                  <a:lnTo>
                    <a:pt x="359738" y="259146"/>
                  </a:lnTo>
                  <a:lnTo>
                    <a:pt x="420410" y="265424"/>
                  </a:lnTo>
                  <a:lnTo>
                    <a:pt x="484351" y="270693"/>
                  </a:lnTo>
                  <a:lnTo>
                    <a:pt x="551240" y="274892"/>
                  </a:lnTo>
                  <a:lnTo>
                    <a:pt x="620756" y="277965"/>
                  </a:lnTo>
                  <a:lnTo>
                    <a:pt x="692578" y="279852"/>
                  </a:lnTo>
                  <a:lnTo>
                    <a:pt x="766385" y="280494"/>
                  </a:lnTo>
                  <a:lnTo>
                    <a:pt x="840193" y="279852"/>
                  </a:lnTo>
                  <a:lnTo>
                    <a:pt x="912016" y="277965"/>
                  </a:lnTo>
                  <a:lnTo>
                    <a:pt x="981533" y="274892"/>
                  </a:lnTo>
                  <a:lnTo>
                    <a:pt x="1048423" y="270693"/>
                  </a:lnTo>
                  <a:lnTo>
                    <a:pt x="1112364" y="265424"/>
                  </a:lnTo>
                  <a:lnTo>
                    <a:pt x="1173035" y="259146"/>
                  </a:lnTo>
                  <a:lnTo>
                    <a:pt x="1230116" y="251917"/>
                  </a:lnTo>
                  <a:lnTo>
                    <a:pt x="1283284" y="243796"/>
                  </a:lnTo>
                  <a:lnTo>
                    <a:pt x="1332220" y="234841"/>
                  </a:lnTo>
                  <a:lnTo>
                    <a:pt x="1376601" y="225111"/>
                  </a:lnTo>
                  <a:lnTo>
                    <a:pt x="1416106" y="214666"/>
                  </a:lnTo>
                  <a:lnTo>
                    <a:pt x="1479206" y="191862"/>
                  </a:lnTo>
                  <a:lnTo>
                    <a:pt x="1518951" y="166899"/>
                  </a:lnTo>
                  <a:lnTo>
                    <a:pt x="1532770" y="140247"/>
                  </a:lnTo>
                  <a:lnTo>
                    <a:pt x="1529261" y="126740"/>
                  </a:lnTo>
                  <a:lnTo>
                    <a:pt x="1479206" y="88636"/>
                  </a:lnTo>
                  <a:lnTo>
                    <a:pt x="1416106" y="65832"/>
                  </a:lnTo>
                  <a:lnTo>
                    <a:pt x="1376601" y="55386"/>
                  </a:lnTo>
                  <a:lnTo>
                    <a:pt x="1332220" y="45656"/>
                  </a:lnTo>
                  <a:lnTo>
                    <a:pt x="1283284" y="36701"/>
                  </a:lnTo>
                  <a:lnTo>
                    <a:pt x="1230116" y="28579"/>
                  </a:lnTo>
                  <a:lnTo>
                    <a:pt x="1173035" y="21349"/>
                  </a:lnTo>
                  <a:lnTo>
                    <a:pt x="1112364" y="15071"/>
                  </a:lnTo>
                  <a:lnTo>
                    <a:pt x="1048423" y="9802"/>
                  </a:lnTo>
                  <a:lnTo>
                    <a:pt x="981533" y="5602"/>
                  </a:lnTo>
                  <a:lnTo>
                    <a:pt x="912016" y="2528"/>
                  </a:lnTo>
                  <a:lnTo>
                    <a:pt x="840193" y="642"/>
                  </a:lnTo>
                  <a:lnTo>
                    <a:pt x="766385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7620258" y="1209727"/>
              <a:ext cx="147955" cy="702310"/>
            </a:xfrm>
            <a:custGeom>
              <a:avLst/>
              <a:gdLst/>
              <a:ahLst/>
              <a:cxnLst/>
              <a:rect l="l" t="t" r="r" b="b"/>
              <a:pathLst>
                <a:path w="147955" h="702310">
                  <a:moveTo>
                    <a:pt x="72594" y="0"/>
                  </a:moveTo>
                  <a:lnTo>
                    <a:pt x="57268" y="43899"/>
                  </a:lnTo>
                  <a:lnTo>
                    <a:pt x="43125" y="91900"/>
                  </a:lnTo>
                  <a:lnTo>
                    <a:pt x="27899" y="151218"/>
                  </a:lnTo>
                  <a:lnTo>
                    <a:pt x="14018" y="217315"/>
                  </a:lnTo>
                  <a:lnTo>
                    <a:pt x="3909" y="285653"/>
                  </a:lnTo>
                  <a:lnTo>
                    <a:pt x="0" y="351696"/>
                  </a:lnTo>
                  <a:lnTo>
                    <a:pt x="4043" y="430954"/>
                  </a:lnTo>
                  <a:lnTo>
                    <a:pt x="14499" y="504306"/>
                  </a:lnTo>
                  <a:lnTo>
                    <a:pt x="28855" y="569459"/>
                  </a:lnTo>
                  <a:lnTo>
                    <a:pt x="44602" y="624123"/>
                  </a:lnTo>
                  <a:lnTo>
                    <a:pt x="59226" y="666005"/>
                  </a:lnTo>
                  <a:lnTo>
                    <a:pt x="75065" y="702261"/>
                  </a:lnTo>
                  <a:lnTo>
                    <a:pt x="80497" y="691014"/>
                  </a:lnTo>
                  <a:lnTo>
                    <a:pt x="105592" y="613404"/>
                  </a:lnTo>
                  <a:lnTo>
                    <a:pt x="120625" y="555100"/>
                  </a:lnTo>
                  <a:lnTo>
                    <a:pt x="134229" y="489172"/>
                  </a:lnTo>
                  <a:lnTo>
                    <a:pt x="144089" y="419650"/>
                  </a:lnTo>
                  <a:lnTo>
                    <a:pt x="147890" y="350565"/>
                  </a:lnTo>
                  <a:lnTo>
                    <a:pt x="143926" y="283946"/>
                  </a:lnTo>
                  <a:lnTo>
                    <a:pt x="133651" y="215510"/>
                  </a:lnTo>
                  <a:lnTo>
                    <a:pt x="119494" y="149655"/>
                  </a:lnTo>
                  <a:lnTo>
                    <a:pt x="103883" y="90778"/>
                  </a:lnTo>
                  <a:lnTo>
                    <a:pt x="89243" y="43278"/>
                  </a:lnTo>
                  <a:lnTo>
                    <a:pt x="72594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7654113" y="1606734"/>
              <a:ext cx="73660" cy="3434079"/>
            </a:xfrm>
            <a:custGeom>
              <a:avLst/>
              <a:gdLst/>
              <a:ahLst/>
              <a:cxnLst/>
              <a:rect l="l" t="t" r="r" b="b"/>
              <a:pathLst>
                <a:path w="73659" h="3434079">
                  <a:moveTo>
                    <a:pt x="36888" y="0"/>
                  </a:moveTo>
                  <a:lnTo>
                    <a:pt x="0" y="3433581"/>
                  </a:lnTo>
                  <a:lnTo>
                    <a:pt x="73662" y="3433581"/>
                  </a:lnTo>
                  <a:lnTo>
                    <a:pt x="36888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7915188" y="2744643"/>
              <a:ext cx="575310" cy="324485"/>
            </a:xfrm>
            <a:custGeom>
              <a:avLst/>
              <a:gdLst/>
              <a:ahLst/>
              <a:cxnLst/>
              <a:rect l="l" t="t" r="r" b="b"/>
              <a:pathLst>
                <a:path w="575309" h="324485">
                  <a:moveTo>
                    <a:pt x="574872" y="0"/>
                  </a:moveTo>
                  <a:lnTo>
                    <a:pt x="531841" y="7494"/>
                  </a:lnTo>
                  <a:lnTo>
                    <a:pt x="485981" y="17886"/>
                  </a:lnTo>
                  <a:lnTo>
                    <a:pt x="430334" y="32589"/>
                  </a:lnTo>
                  <a:lnTo>
                    <a:pt x="369732" y="51514"/>
                  </a:lnTo>
                  <a:lnTo>
                    <a:pt x="309009" y="74571"/>
                  </a:lnTo>
                  <a:lnTo>
                    <a:pt x="252997" y="101672"/>
                  </a:lnTo>
                  <a:lnTo>
                    <a:pt x="189855" y="141347"/>
                  </a:lnTo>
                  <a:lnTo>
                    <a:pt x="134504" y="183567"/>
                  </a:lnTo>
                  <a:lnTo>
                    <a:pt x="87671" y="225223"/>
                  </a:lnTo>
                  <a:lnTo>
                    <a:pt x="50079" y="263209"/>
                  </a:lnTo>
                  <a:lnTo>
                    <a:pt x="22453" y="294415"/>
                  </a:lnTo>
                  <a:lnTo>
                    <a:pt x="0" y="324063"/>
                  </a:lnTo>
                  <a:lnTo>
                    <a:pt x="11684" y="323337"/>
                  </a:lnTo>
                  <a:lnTo>
                    <a:pt x="86820" y="308283"/>
                  </a:lnTo>
                  <a:lnTo>
                    <a:pt x="141530" y="293856"/>
                  </a:lnTo>
                  <a:lnTo>
                    <a:pt x="201841" y="274763"/>
                  </a:lnTo>
                  <a:lnTo>
                    <a:pt x="263381" y="250954"/>
                  </a:lnTo>
                  <a:lnTo>
                    <a:pt x="321780" y="222380"/>
                  </a:lnTo>
                  <a:lnTo>
                    <a:pt x="374644" y="188572"/>
                  </a:lnTo>
                  <a:lnTo>
                    <a:pt x="426089" y="148765"/>
                  </a:lnTo>
                  <a:lnTo>
                    <a:pt x="473626" y="106968"/>
                  </a:lnTo>
                  <a:lnTo>
                    <a:pt x="514764" y="67185"/>
                  </a:lnTo>
                  <a:lnTo>
                    <a:pt x="547011" y="33426"/>
                  </a:lnTo>
                  <a:lnTo>
                    <a:pt x="574872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7693809" y="2935920"/>
              <a:ext cx="486409" cy="261620"/>
            </a:xfrm>
            <a:custGeom>
              <a:avLst/>
              <a:gdLst/>
              <a:ahLst/>
              <a:cxnLst/>
              <a:rect l="l" t="t" r="r" b="b"/>
              <a:pathLst>
                <a:path w="486409" h="261619">
                  <a:moveTo>
                    <a:pt x="486278" y="0"/>
                  </a:moveTo>
                  <a:lnTo>
                    <a:pt x="0" y="236882"/>
                  </a:lnTo>
                  <a:lnTo>
                    <a:pt x="12743" y="261478"/>
                  </a:lnTo>
                  <a:lnTo>
                    <a:pt x="486278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6965146" y="2383844"/>
              <a:ext cx="585470" cy="305435"/>
            </a:xfrm>
            <a:custGeom>
              <a:avLst/>
              <a:gdLst/>
              <a:ahLst/>
              <a:cxnLst/>
              <a:rect l="l" t="t" r="r" b="b"/>
              <a:pathLst>
                <a:path w="585469" h="305435">
                  <a:moveTo>
                    <a:pt x="0" y="0"/>
                  </a:moveTo>
                  <a:lnTo>
                    <a:pt x="28948" y="32473"/>
                  </a:lnTo>
                  <a:lnTo>
                    <a:pt x="62283" y="65154"/>
                  </a:lnTo>
                  <a:lnTo>
                    <a:pt x="104699" y="103568"/>
                  </a:lnTo>
                  <a:lnTo>
                    <a:pt x="153577" y="143791"/>
                  </a:lnTo>
                  <a:lnTo>
                    <a:pt x="206298" y="181900"/>
                  </a:lnTo>
                  <a:lnTo>
                    <a:pt x="260243" y="213972"/>
                  </a:lnTo>
                  <a:lnTo>
                    <a:pt x="319547" y="240596"/>
                  </a:lnTo>
                  <a:lnTo>
                    <a:pt x="381838" y="262363"/>
                  </a:lnTo>
                  <a:lnTo>
                    <a:pt x="442748" y="279466"/>
                  </a:lnTo>
                  <a:lnTo>
                    <a:pt x="497909" y="292094"/>
                  </a:lnTo>
                  <a:lnTo>
                    <a:pt x="542951" y="300438"/>
                  </a:lnTo>
                  <a:lnTo>
                    <a:pt x="585207" y="305037"/>
                  </a:lnTo>
                  <a:lnTo>
                    <a:pt x="579415" y="296923"/>
                  </a:lnTo>
                  <a:lnTo>
                    <a:pt x="533125" y="245877"/>
                  </a:lnTo>
                  <a:lnTo>
                    <a:pt x="494288" y="209124"/>
                  </a:lnTo>
                  <a:lnTo>
                    <a:pt x="446096" y="169003"/>
                  </a:lnTo>
                  <a:lnTo>
                    <a:pt x="389381" y="128602"/>
                  </a:lnTo>
                  <a:lnTo>
                    <a:pt x="324974" y="91012"/>
                  </a:lnTo>
                  <a:lnTo>
                    <a:pt x="268149" y="65795"/>
                  </a:lnTo>
                  <a:lnTo>
                    <a:pt x="206724" y="44763"/>
                  </a:lnTo>
                  <a:lnTo>
                    <a:pt x="145539" y="27848"/>
                  </a:lnTo>
                  <a:lnTo>
                    <a:pt x="89435" y="14983"/>
                  </a:lnTo>
                  <a:lnTo>
                    <a:pt x="43250" y="6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7312526" y="2562109"/>
              <a:ext cx="385445" cy="215265"/>
            </a:xfrm>
            <a:custGeom>
              <a:avLst/>
              <a:gdLst/>
              <a:ahLst/>
              <a:cxnLst/>
              <a:rect l="l" t="t" r="r" b="b"/>
              <a:pathLst>
                <a:path w="385444" h="215264">
                  <a:moveTo>
                    <a:pt x="0" y="0"/>
                  </a:moveTo>
                  <a:lnTo>
                    <a:pt x="371852" y="215260"/>
                  </a:lnTo>
                  <a:lnTo>
                    <a:pt x="385045" y="190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7813224" y="1781625"/>
              <a:ext cx="365760" cy="598805"/>
            </a:xfrm>
            <a:custGeom>
              <a:avLst/>
              <a:gdLst/>
              <a:ahLst/>
              <a:cxnLst/>
              <a:rect l="l" t="t" r="r" b="b"/>
              <a:pathLst>
                <a:path w="365759" h="598805">
                  <a:moveTo>
                    <a:pt x="356298" y="308698"/>
                  </a:moveTo>
                  <a:lnTo>
                    <a:pt x="304126" y="328549"/>
                  </a:lnTo>
                  <a:lnTo>
                    <a:pt x="253276" y="351802"/>
                  </a:lnTo>
                  <a:lnTo>
                    <a:pt x="198043" y="381635"/>
                  </a:lnTo>
                  <a:lnTo>
                    <a:pt x="147497" y="416331"/>
                  </a:lnTo>
                  <a:lnTo>
                    <a:pt x="94945" y="465175"/>
                  </a:lnTo>
                  <a:lnTo>
                    <a:pt x="53555" y="513918"/>
                  </a:lnTo>
                  <a:lnTo>
                    <a:pt x="23685" y="556475"/>
                  </a:lnTo>
                  <a:lnTo>
                    <a:pt x="0" y="598690"/>
                  </a:lnTo>
                  <a:lnTo>
                    <a:pt x="14770" y="594575"/>
                  </a:lnTo>
                  <a:lnTo>
                    <a:pt x="51282" y="580428"/>
                  </a:lnTo>
                  <a:lnTo>
                    <a:pt x="101307" y="557580"/>
                  </a:lnTo>
                  <a:lnTo>
                    <a:pt x="156578" y="527342"/>
                  </a:lnTo>
                  <a:lnTo>
                    <a:pt x="208864" y="491058"/>
                  </a:lnTo>
                  <a:lnTo>
                    <a:pt x="253695" y="448576"/>
                  </a:lnTo>
                  <a:lnTo>
                    <a:pt x="294259" y="400773"/>
                  </a:lnTo>
                  <a:lnTo>
                    <a:pt x="327164" y="355981"/>
                  </a:lnTo>
                  <a:lnTo>
                    <a:pt x="348983" y="322503"/>
                  </a:lnTo>
                  <a:lnTo>
                    <a:pt x="356298" y="308698"/>
                  </a:lnTo>
                  <a:close/>
                </a:path>
                <a:path w="365759" h="598805">
                  <a:moveTo>
                    <a:pt x="365734" y="0"/>
                  </a:moveTo>
                  <a:lnTo>
                    <a:pt x="305168" y="7480"/>
                  </a:lnTo>
                  <a:lnTo>
                    <a:pt x="246227" y="23482"/>
                  </a:lnTo>
                  <a:lnTo>
                    <a:pt x="182359" y="52222"/>
                  </a:lnTo>
                  <a:lnTo>
                    <a:pt x="115341" y="100101"/>
                  </a:lnTo>
                  <a:lnTo>
                    <a:pt x="72986" y="144780"/>
                  </a:lnTo>
                  <a:lnTo>
                    <a:pt x="50977" y="177990"/>
                  </a:lnTo>
                  <a:lnTo>
                    <a:pt x="44970" y="191516"/>
                  </a:lnTo>
                  <a:lnTo>
                    <a:pt x="62191" y="191135"/>
                  </a:lnTo>
                  <a:lnTo>
                    <a:pt x="105283" y="183896"/>
                  </a:lnTo>
                  <a:lnTo>
                    <a:pt x="164833" y="166497"/>
                  </a:lnTo>
                  <a:lnTo>
                    <a:pt x="231381" y="135597"/>
                  </a:lnTo>
                  <a:lnTo>
                    <a:pt x="288378" y="94043"/>
                  </a:lnTo>
                  <a:lnTo>
                    <a:pt x="330873" y="50241"/>
                  </a:lnTo>
                  <a:lnTo>
                    <a:pt x="357212" y="15227"/>
                  </a:lnTo>
                  <a:lnTo>
                    <a:pt x="365734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7685782" y="1879098"/>
              <a:ext cx="356235" cy="190500"/>
            </a:xfrm>
            <a:custGeom>
              <a:avLst/>
              <a:gdLst/>
              <a:ahLst/>
              <a:cxnLst/>
              <a:rect l="l" t="t" r="r" b="b"/>
              <a:pathLst>
                <a:path w="356234" h="190500">
                  <a:moveTo>
                    <a:pt x="355853" y="0"/>
                  </a:moveTo>
                  <a:lnTo>
                    <a:pt x="0" y="165848"/>
                  </a:lnTo>
                  <a:lnTo>
                    <a:pt x="12575" y="190496"/>
                  </a:lnTo>
                  <a:lnTo>
                    <a:pt x="355853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7789578" y="3912693"/>
              <a:ext cx="146685" cy="347980"/>
            </a:xfrm>
            <a:custGeom>
              <a:avLst/>
              <a:gdLst/>
              <a:ahLst/>
              <a:cxnLst/>
              <a:rect l="l" t="t" r="r" b="b"/>
              <a:pathLst>
                <a:path w="146684" h="347979">
                  <a:moveTo>
                    <a:pt x="143520" y="0"/>
                  </a:moveTo>
                  <a:lnTo>
                    <a:pt x="100172" y="42938"/>
                  </a:lnTo>
                  <a:lnTo>
                    <a:pt x="63234" y="91572"/>
                  </a:lnTo>
                  <a:lnTo>
                    <a:pt x="30162" y="153335"/>
                  </a:lnTo>
                  <a:lnTo>
                    <a:pt x="6301" y="232107"/>
                  </a:lnTo>
                  <a:lnTo>
                    <a:pt x="0" y="293343"/>
                  </a:lnTo>
                  <a:lnTo>
                    <a:pt x="2814" y="333125"/>
                  </a:lnTo>
                  <a:lnTo>
                    <a:pt x="6299" y="347539"/>
                  </a:lnTo>
                  <a:lnTo>
                    <a:pt x="19700" y="336637"/>
                  </a:lnTo>
                  <a:lnTo>
                    <a:pt x="49439" y="304617"/>
                  </a:lnTo>
                  <a:lnTo>
                    <a:pt x="86018" y="254533"/>
                  </a:lnTo>
                  <a:lnTo>
                    <a:pt x="119940" y="189439"/>
                  </a:lnTo>
                  <a:lnTo>
                    <a:pt x="139695" y="121689"/>
                  </a:lnTo>
                  <a:lnTo>
                    <a:pt x="146619" y="61033"/>
                  </a:lnTo>
                  <a:lnTo>
                    <a:pt x="146099" y="17220"/>
                  </a:lnTo>
                  <a:lnTo>
                    <a:pt x="143520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7712953" y="4071354"/>
              <a:ext cx="167005" cy="368300"/>
            </a:xfrm>
            <a:custGeom>
              <a:avLst/>
              <a:gdLst/>
              <a:ahLst/>
              <a:cxnLst/>
              <a:rect l="l" t="t" r="r" b="b"/>
              <a:pathLst>
                <a:path w="167005" h="368300">
                  <a:moveTo>
                    <a:pt x="166811" y="0"/>
                  </a:moveTo>
                  <a:lnTo>
                    <a:pt x="0" y="356921"/>
                  </a:lnTo>
                  <a:lnTo>
                    <a:pt x="25496" y="367706"/>
                  </a:lnTo>
                  <a:lnTo>
                    <a:pt x="166811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7021240" y="3440690"/>
              <a:ext cx="596900" cy="1099185"/>
            </a:xfrm>
            <a:custGeom>
              <a:avLst/>
              <a:gdLst/>
              <a:ahLst/>
              <a:cxnLst/>
              <a:rect l="l" t="t" r="r" b="b"/>
              <a:pathLst>
                <a:path w="596900" h="1099185">
                  <a:moveTo>
                    <a:pt x="493915" y="437578"/>
                  </a:moveTo>
                  <a:lnTo>
                    <a:pt x="457708" y="367614"/>
                  </a:lnTo>
                  <a:lnTo>
                    <a:pt x="428929" y="322554"/>
                  </a:lnTo>
                  <a:lnTo>
                    <a:pt x="391896" y="271970"/>
                  </a:lnTo>
                  <a:lnTo>
                    <a:pt x="346646" y="219062"/>
                  </a:lnTo>
                  <a:lnTo>
                    <a:pt x="293243" y="167030"/>
                  </a:lnTo>
                  <a:lnTo>
                    <a:pt x="244208" y="128803"/>
                  </a:lnTo>
                  <a:lnTo>
                    <a:pt x="189699" y="93510"/>
                  </a:lnTo>
                  <a:lnTo>
                    <a:pt x="134442" y="62268"/>
                  </a:lnTo>
                  <a:lnTo>
                    <a:pt x="83134" y="36182"/>
                  </a:lnTo>
                  <a:lnTo>
                    <a:pt x="40487" y="16370"/>
                  </a:lnTo>
                  <a:lnTo>
                    <a:pt x="0" y="0"/>
                  </a:lnTo>
                  <a:lnTo>
                    <a:pt x="4826" y="10947"/>
                  </a:lnTo>
                  <a:lnTo>
                    <a:pt x="44678" y="78320"/>
                  </a:lnTo>
                  <a:lnTo>
                    <a:pt x="76517" y="125869"/>
                  </a:lnTo>
                  <a:lnTo>
                    <a:pt x="114185" y="176720"/>
                  </a:lnTo>
                  <a:lnTo>
                    <a:pt x="156083" y="226453"/>
                  </a:lnTo>
                  <a:lnTo>
                    <a:pt x="200596" y="270611"/>
                  </a:lnTo>
                  <a:lnTo>
                    <a:pt x="251701" y="310832"/>
                  </a:lnTo>
                  <a:lnTo>
                    <a:pt x="306857" y="347052"/>
                  </a:lnTo>
                  <a:lnTo>
                    <a:pt x="361810" y="378396"/>
                  </a:lnTo>
                  <a:lnTo>
                    <a:pt x="412267" y="404012"/>
                  </a:lnTo>
                  <a:lnTo>
                    <a:pt x="453948" y="422986"/>
                  </a:lnTo>
                  <a:lnTo>
                    <a:pt x="493915" y="437578"/>
                  </a:lnTo>
                  <a:close/>
                </a:path>
                <a:path w="596900" h="1099185">
                  <a:moveTo>
                    <a:pt x="507276" y="1098600"/>
                  </a:moveTo>
                  <a:lnTo>
                    <a:pt x="481317" y="1024102"/>
                  </a:lnTo>
                  <a:lnTo>
                    <a:pt x="459181" y="975436"/>
                  </a:lnTo>
                  <a:lnTo>
                    <a:pt x="429653" y="920140"/>
                  </a:lnTo>
                  <a:lnTo>
                    <a:pt x="392328" y="861377"/>
                  </a:lnTo>
                  <a:lnTo>
                    <a:pt x="346811" y="802309"/>
                  </a:lnTo>
                  <a:lnTo>
                    <a:pt x="303669" y="757542"/>
                  </a:lnTo>
                  <a:lnTo>
                    <a:pt x="254698" y="714908"/>
                  </a:lnTo>
                  <a:lnTo>
                    <a:pt x="204393" y="676173"/>
                  </a:lnTo>
                  <a:lnTo>
                    <a:pt x="157276" y="643102"/>
                  </a:lnTo>
                  <a:lnTo>
                    <a:pt x="117868" y="617435"/>
                  </a:lnTo>
                  <a:lnTo>
                    <a:pt x="80162" y="595414"/>
                  </a:lnTo>
                  <a:lnTo>
                    <a:pt x="83337" y="606983"/>
                  </a:lnTo>
                  <a:lnTo>
                    <a:pt x="113245" y="679361"/>
                  </a:lnTo>
                  <a:lnTo>
                    <a:pt x="138074" y="730935"/>
                  </a:lnTo>
                  <a:lnTo>
                    <a:pt x="168211" y="786612"/>
                  </a:lnTo>
                  <a:lnTo>
                    <a:pt x="202692" y="841768"/>
                  </a:lnTo>
                  <a:lnTo>
                    <a:pt x="240576" y="891806"/>
                  </a:lnTo>
                  <a:lnTo>
                    <a:pt x="285483" y="938847"/>
                  </a:lnTo>
                  <a:lnTo>
                    <a:pt x="334975" y="982497"/>
                  </a:lnTo>
                  <a:lnTo>
                    <a:pt x="384937" y="1021295"/>
                  </a:lnTo>
                  <a:lnTo>
                    <a:pt x="431266" y="1053757"/>
                  </a:lnTo>
                  <a:lnTo>
                    <a:pt x="469836" y="1078445"/>
                  </a:lnTo>
                  <a:lnTo>
                    <a:pt x="507276" y="1098600"/>
                  </a:lnTo>
                  <a:close/>
                </a:path>
                <a:path w="596900" h="1099185">
                  <a:moveTo>
                    <a:pt x="596773" y="307009"/>
                  </a:moveTo>
                  <a:lnTo>
                    <a:pt x="595795" y="244970"/>
                  </a:lnTo>
                  <a:lnTo>
                    <a:pt x="583679" y="172580"/>
                  </a:lnTo>
                  <a:lnTo>
                    <a:pt x="558622" y="106578"/>
                  </a:lnTo>
                  <a:lnTo>
                    <a:pt x="527596" y="54000"/>
                  </a:lnTo>
                  <a:lnTo>
                    <a:pt x="500773" y="19354"/>
                  </a:lnTo>
                  <a:lnTo>
                    <a:pt x="488340" y="7175"/>
                  </a:lnTo>
                  <a:lnTo>
                    <a:pt x="484619" y="23977"/>
                  </a:lnTo>
                  <a:lnTo>
                    <a:pt x="479590" y="67564"/>
                  </a:lnTo>
                  <a:lnTo>
                    <a:pt x="479425" y="128651"/>
                  </a:lnTo>
                  <a:lnTo>
                    <a:pt x="490308" y="197904"/>
                  </a:lnTo>
                  <a:lnTo>
                    <a:pt x="518693" y="275145"/>
                  </a:lnTo>
                  <a:lnTo>
                    <a:pt x="550532" y="327774"/>
                  </a:lnTo>
                  <a:lnTo>
                    <a:pt x="576719" y="357809"/>
                  </a:lnTo>
                  <a:lnTo>
                    <a:pt x="588175" y="367245"/>
                  </a:lnTo>
                  <a:lnTo>
                    <a:pt x="592328" y="350494"/>
                  </a:lnTo>
                  <a:lnTo>
                    <a:pt x="596773" y="307009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7562652" y="3606694"/>
              <a:ext cx="109220" cy="385445"/>
            </a:xfrm>
            <a:custGeom>
              <a:avLst/>
              <a:gdLst/>
              <a:ahLst/>
              <a:cxnLst/>
              <a:rect l="l" t="t" r="r" b="b"/>
              <a:pathLst>
                <a:path w="109219" h="385445">
                  <a:moveTo>
                    <a:pt x="0" y="0"/>
                  </a:moveTo>
                  <a:lnTo>
                    <a:pt x="81861" y="385328"/>
                  </a:lnTo>
                  <a:lnTo>
                    <a:pt x="108813" y="378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7018154" y="3285769"/>
              <a:ext cx="372745" cy="96520"/>
            </a:xfrm>
            <a:custGeom>
              <a:avLst/>
              <a:gdLst/>
              <a:ahLst/>
              <a:cxnLst/>
              <a:rect l="l" t="t" r="r" b="b"/>
              <a:pathLst>
                <a:path w="372744" h="96520">
                  <a:moveTo>
                    <a:pt x="180057" y="0"/>
                  </a:moveTo>
                  <a:lnTo>
                    <a:pt x="110607" y="12584"/>
                  </a:lnTo>
                  <a:lnTo>
                    <a:pt x="53248" y="33446"/>
                  </a:lnTo>
                  <a:lnTo>
                    <a:pt x="14279" y="53432"/>
                  </a:lnTo>
                  <a:lnTo>
                    <a:pt x="0" y="63390"/>
                  </a:lnTo>
                  <a:lnTo>
                    <a:pt x="15802" y="70191"/>
                  </a:lnTo>
                  <a:lnTo>
                    <a:pt x="57750" y="83144"/>
                  </a:lnTo>
                  <a:lnTo>
                    <a:pt x="117775" y="94486"/>
                  </a:lnTo>
                  <a:lnTo>
                    <a:pt x="187805" y="96457"/>
                  </a:lnTo>
                  <a:lnTo>
                    <a:pt x="268977" y="82701"/>
                  </a:lnTo>
                  <a:lnTo>
                    <a:pt x="326569" y="61036"/>
                  </a:lnTo>
                  <a:lnTo>
                    <a:pt x="360875" y="40770"/>
                  </a:lnTo>
                  <a:lnTo>
                    <a:pt x="372187" y="31213"/>
                  </a:lnTo>
                  <a:lnTo>
                    <a:pt x="356538" y="24110"/>
                  </a:lnTo>
                  <a:lnTo>
                    <a:pt x="314610" y="11774"/>
                  </a:lnTo>
                  <a:lnTo>
                    <a:pt x="253438" y="1354"/>
                  </a:lnTo>
                  <a:lnTo>
                    <a:pt x="180057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7184001" y="3295312"/>
              <a:ext cx="509270" cy="31115"/>
            </a:xfrm>
            <a:custGeom>
              <a:avLst/>
              <a:gdLst/>
              <a:ahLst/>
              <a:cxnLst/>
              <a:rect l="l" t="t" r="r" b="b"/>
              <a:pathLst>
                <a:path w="509269" h="31114">
                  <a:moveTo>
                    <a:pt x="507953" y="0"/>
                  </a:moveTo>
                  <a:lnTo>
                    <a:pt x="0" y="30878"/>
                  </a:lnTo>
                  <a:lnTo>
                    <a:pt x="508853" y="27737"/>
                  </a:lnTo>
                  <a:lnTo>
                    <a:pt x="507953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7759418" y="2627009"/>
              <a:ext cx="117475" cy="360680"/>
            </a:xfrm>
            <a:custGeom>
              <a:avLst/>
              <a:gdLst/>
              <a:ahLst/>
              <a:cxnLst/>
              <a:rect l="l" t="t" r="r" b="b"/>
              <a:pathLst>
                <a:path w="117475" h="360680">
                  <a:moveTo>
                    <a:pt x="9014" y="0"/>
                  </a:moveTo>
                  <a:lnTo>
                    <a:pt x="5259" y="16771"/>
                  </a:lnTo>
                  <a:lnTo>
                    <a:pt x="203" y="60363"/>
                  </a:lnTo>
                  <a:lnTo>
                    <a:pt x="0" y="121441"/>
                  </a:lnTo>
                  <a:lnTo>
                    <a:pt x="10804" y="190674"/>
                  </a:lnTo>
                  <a:lnTo>
                    <a:pt x="39253" y="267997"/>
                  </a:lnTo>
                  <a:lnTo>
                    <a:pt x="71127" y="320657"/>
                  </a:lnTo>
                  <a:lnTo>
                    <a:pt x="97347" y="350673"/>
                  </a:lnTo>
                  <a:lnTo>
                    <a:pt x="108833" y="360062"/>
                  </a:lnTo>
                  <a:lnTo>
                    <a:pt x="112947" y="343393"/>
                  </a:lnTo>
                  <a:lnTo>
                    <a:pt x="117355" y="299888"/>
                  </a:lnTo>
                  <a:lnTo>
                    <a:pt x="116350" y="237791"/>
                  </a:lnTo>
                  <a:lnTo>
                    <a:pt x="104226" y="165345"/>
                  </a:lnTo>
                  <a:lnTo>
                    <a:pt x="79190" y="99441"/>
                  </a:lnTo>
                  <a:lnTo>
                    <a:pt x="48221" y="46901"/>
                  </a:lnTo>
                  <a:lnTo>
                    <a:pt x="21451" y="12247"/>
                  </a:lnTo>
                  <a:lnTo>
                    <a:pt x="9014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7821257" y="2785959"/>
              <a:ext cx="85090" cy="295275"/>
            </a:xfrm>
            <a:custGeom>
              <a:avLst/>
              <a:gdLst/>
              <a:ahLst/>
              <a:cxnLst/>
              <a:rect l="l" t="t" r="r" b="b"/>
              <a:pathLst>
                <a:path w="85090" h="295275">
                  <a:moveTo>
                    <a:pt x="0" y="0"/>
                  </a:moveTo>
                  <a:lnTo>
                    <a:pt x="57778" y="295216"/>
                  </a:lnTo>
                  <a:lnTo>
                    <a:pt x="84782" y="2885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7879032" y="3693813"/>
              <a:ext cx="370205" cy="104139"/>
            </a:xfrm>
            <a:custGeom>
              <a:avLst/>
              <a:gdLst/>
              <a:ahLst/>
              <a:cxnLst/>
              <a:rect l="l" t="t" r="r" b="b"/>
              <a:pathLst>
                <a:path w="370205" h="104139">
                  <a:moveTo>
                    <a:pt x="112141" y="0"/>
                  </a:moveTo>
                  <a:lnTo>
                    <a:pt x="51143" y="8315"/>
                  </a:lnTo>
                  <a:lnTo>
                    <a:pt x="13169" y="20429"/>
                  </a:lnTo>
                  <a:lnTo>
                    <a:pt x="0" y="27200"/>
                  </a:lnTo>
                  <a:lnTo>
                    <a:pt x="13724" y="37684"/>
                  </a:lnTo>
                  <a:lnTo>
                    <a:pt x="51888" y="59067"/>
                  </a:lnTo>
                  <a:lnTo>
                    <a:pt x="109221" y="82820"/>
                  </a:lnTo>
                  <a:lnTo>
                    <a:pt x="180455" y="100413"/>
                  </a:lnTo>
                  <a:lnTo>
                    <a:pt x="250930" y="103593"/>
                  </a:lnTo>
                  <a:lnTo>
                    <a:pt x="311468" y="96005"/>
                  </a:lnTo>
                  <a:lnTo>
                    <a:pt x="353898" y="85173"/>
                  </a:lnTo>
                  <a:lnTo>
                    <a:pt x="370051" y="78623"/>
                  </a:lnTo>
                  <a:lnTo>
                    <a:pt x="356130" y="68516"/>
                  </a:lnTo>
                  <a:lnTo>
                    <a:pt x="318117" y="46595"/>
                  </a:lnTo>
                  <a:lnTo>
                    <a:pt x="262153" y="22189"/>
                  </a:lnTo>
                  <a:lnTo>
                    <a:pt x="194381" y="4625"/>
                  </a:lnTo>
                  <a:lnTo>
                    <a:pt x="112141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7691569" y="3680082"/>
              <a:ext cx="391160" cy="78105"/>
            </a:xfrm>
            <a:custGeom>
              <a:avLst/>
              <a:gdLst/>
              <a:ahLst/>
              <a:cxnLst/>
              <a:rect l="l" t="t" r="r" b="b"/>
              <a:pathLst>
                <a:path w="391159" h="78104">
                  <a:moveTo>
                    <a:pt x="4544" y="0"/>
                  </a:moveTo>
                  <a:lnTo>
                    <a:pt x="0" y="27339"/>
                  </a:lnTo>
                  <a:lnTo>
                    <a:pt x="390710" y="77871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7858041" y="4451872"/>
              <a:ext cx="335915" cy="166370"/>
            </a:xfrm>
            <a:custGeom>
              <a:avLst/>
              <a:gdLst/>
              <a:ahLst/>
              <a:cxnLst/>
              <a:rect l="l" t="t" r="r" b="b"/>
              <a:pathLst>
                <a:path w="335915" h="166370">
                  <a:moveTo>
                    <a:pt x="318239" y="0"/>
                  </a:moveTo>
                  <a:lnTo>
                    <a:pt x="274426" y="3090"/>
                  </a:lnTo>
                  <a:lnTo>
                    <a:pt x="214349" y="14203"/>
                  </a:lnTo>
                  <a:lnTo>
                    <a:pt x="148278" y="37662"/>
                  </a:lnTo>
                  <a:lnTo>
                    <a:pt x="77635" y="79774"/>
                  </a:lnTo>
                  <a:lnTo>
                    <a:pt x="31798" y="120740"/>
                  </a:lnTo>
                  <a:lnTo>
                    <a:pt x="7131" y="152001"/>
                  </a:lnTo>
                  <a:lnTo>
                    <a:pt x="0" y="164999"/>
                  </a:lnTo>
                  <a:lnTo>
                    <a:pt x="17193" y="165983"/>
                  </a:lnTo>
                  <a:lnTo>
                    <a:pt x="60754" y="162363"/>
                  </a:lnTo>
                  <a:lnTo>
                    <a:pt x="121549" y="149982"/>
                  </a:lnTo>
                  <a:lnTo>
                    <a:pt x="190444" y="124686"/>
                  </a:lnTo>
                  <a:lnTo>
                    <a:pt x="250679" y="87888"/>
                  </a:lnTo>
                  <a:lnTo>
                    <a:pt x="296628" y="47717"/>
                  </a:lnTo>
                  <a:lnTo>
                    <a:pt x="325753" y="15010"/>
                  </a:lnTo>
                  <a:lnTo>
                    <a:pt x="335518" y="606"/>
                  </a:lnTo>
                  <a:lnTo>
                    <a:pt x="318239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7683648" y="4533780"/>
              <a:ext cx="363855" cy="177165"/>
            </a:xfrm>
            <a:custGeom>
              <a:avLst/>
              <a:gdLst/>
              <a:ahLst/>
              <a:cxnLst/>
              <a:rect l="l" t="t" r="r" b="b"/>
              <a:pathLst>
                <a:path w="363855" h="177164">
                  <a:moveTo>
                    <a:pt x="363486" y="0"/>
                  </a:moveTo>
                  <a:lnTo>
                    <a:pt x="0" y="151754"/>
                  </a:lnTo>
                  <a:lnTo>
                    <a:pt x="11507" y="176800"/>
                  </a:lnTo>
                  <a:lnTo>
                    <a:pt x="363486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7327229" y="3937114"/>
              <a:ext cx="234315" cy="291465"/>
            </a:xfrm>
            <a:custGeom>
              <a:avLst/>
              <a:gdLst/>
              <a:ahLst/>
              <a:cxnLst/>
              <a:rect l="l" t="t" r="r" b="b"/>
              <a:pathLst>
                <a:path w="234315" h="291464">
                  <a:moveTo>
                    <a:pt x="0" y="0"/>
                  </a:moveTo>
                  <a:lnTo>
                    <a:pt x="15172" y="59248"/>
                  </a:lnTo>
                  <a:lnTo>
                    <a:pt x="39759" y="115116"/>
                  </a:lnTo>
                  <a:lnTo>
                    <a:pt x="78720" y="173994"/>
                  </a:lnTo>
                  <a:lnTo>
                    <a:pt x="130385" y="226081"/>
                  </a:lnTo>
                  <a:lnTo>
                    <a:pt x="180169" y="263062"/>
                  </a:lnTo>
                  <a:lnTo>
                    <a:pt x="218068" y="284789"/>
                  </a:lnTo>
                  <a:lnTo>
                    <a:pt x="234076" y="291111"/>
                  </a:lnTo>
                  <a:lnTo>
                    <a:pt x="233115" y="276417"/>
                  </a:lnTo>
                  <a:lnTo>
                    <a:pt x="224020" y="237658"/>
                  </a:lnTo>
                  <a:lnTo>
                    <a:pt x="199881" y="181075"/>
                  </a:lnTo>
                  <a:lnTo>
                    <a:pt x="153785" y="112907"/>
                  </a:lnTo>
                  <a:lnTo>
                    <a:pt x="103884" y="63638"/>
                  </a:lnTo>
                  <a:lnTo>
                    <a:pt x="54177" y="28115"/>
                  </a:lnTo>
                  <a:lnTo>
                    <a:pt x="15828" y="67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7425268" y="4072820"/>
              <a:ext cx="265430" cy="309880"/>
            </a:xfrm>
            <a:custGeom>
              <a:avLst/>
              <a:gdLst/>
              <a:ahLst/>
              <a:cxnLst/>
              <a:rect l="l" t="t" r="r" b="b"/>
              <a:pathLst>
                <a:path w="265430" h="309879">
                  <a:moveTo>
                    <a:pt x="0" y="0"/>
                  </a:moveTo>
                  <a:lnTo>
                    <a:pt x="243835" y="309362"/>
                  </a:lnTo>
                  <a:lnTo>
                    <a:pt x="264944" y="291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7896436" y="2489357"/>
              <a:ext cx="370205" cy="104139"/>
            </a:xfrm>
            <a:custGeom>
              <a:avLst/>
              <a:gdLst/>
              <a:ahLst/>
              <a:cxnLst/>
              <a:rect l="l" t="t" r="r" b="b"/>
              <a:pathLst>
                <a:path w="370205" h="104139">
                  <a:moveTo>
                    <a:pt x="112048" y="0"/>
                  </a:moveTo>
                  <a:lnTo>
                    <a:pt x="51103" y="8330"/>
                  </a:lnTo>
                  <a:lnTo>
                    <a:pt x="13159" y="20462"/>
                  </a:lnTo>
                  <a:lnTo>
                    <a:pt x="0" y="27220"/>
                  </a:lnTo>
                  <a:lnTo>
                    <a:pt x="13634" y="37690"/>
                  </a:lnTo>
                  <a:lnTo>
                    <a:pt x="51754" y="59048"/>
                  </a:lnTo>
                  <a:lnTo>
                    <a:pt x="109056" y="82767"/>
                  </a:lnTo>
                  <a:lnTo>
                    <a:pt x="180235" y="100317"/>
                  </a:lnTo>
                  <a:lnTo>
                    <a:pt x="250792" y="103539"/>
                  </a:lnTo>
                  <a:lnTo>
                    <a:pt x="311396" y="95979"/>
                  </a:lnTo>
                  <a:lnTo>
                    <a:pt x="353862" y="85156"/>
                  </a:lnTo>
                  <a:lnTo>
                    <a:pt x="370009" y="78590"/>
                  </a:lnTo>
                  <a:lnTo>
                    <a:pt x="356066" y="68479"/>
                  </a:lnTo>
                  <a:lnTo>
                    <a:pt x="318051" y="46565"/>
                  </a:lnTo>
                  <a:lnTo>
                    <a:pt x="262067" y="22177"/>
                  </a:lnTo>
                  <a:lnTo>
                    <a:pt x="194213" y="4644"/>
                  </a:lnTo>
                  <a:lnTo>
                    <a:pt x="112048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7708968" y="2475755"/>
              <a:ext cx="391160" cy="78105"/>
            </a:xfrm>
            <a:custGeom>
              <a:avLst/>
              <a:gdLst/>
              <a:ahLst/>
              <a:cxnLst/>
              <a:rect l="l" t="t" r="r" b="b"/>
              <a:pathLst>
                <a:path w="391159" h="78105">
                  <a:moveTo>
                    <a:pt x="4492" y="0"/>
                  </a:moveTo>
                  <a:lnTo>
                    <a:pt x="0" y="27171"/>
                  </a:lnTo>
                  <a:lnTo>
                    <a:pt x="390605" y="7775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7837373" y="2010870"/>
              <a:ext cx="291465" cy="95885"/>
            </a:xfrm>
            <a:custGeom>
              <a:avLst/>
              <a:gdLst/>
              <a:ahLst/>
              <a:cxnLst/>
              <a:rect l="l" t="t" r="r" b="b"/>
              <a:pathLst>
                <a:path w="291465" h="95885">
                  <a:moveTo>
                    <a:pt x="142330" y="0"/>
                  </a:moveTo>
                  <a:lnTo>
                    <a:pt x="79095" y="9119"/>
                  </a:lnTo>
                  <a:lnTo>
                    <a:pt x="34695" y="27380"/>
                  </a:lnTo>
                  <a:lnTo>
                    <a:pt x="8530" y="45536"/>
                  </a:lnTo>
                  <a:lnTo>
                    <a:pt x="0" y="54343"/>
                  </a:lnTo>
                  <a:lnTo>
                    <a:pt x="12611" y="62247"/>
                  </a:lnTo>
                  <a:lnTo>
                    <a:pt x="46067" y="76769"/>
                  </a:lnTo>
                  <a:lnTo>
                    <a:pt x="94557" y="90439"/>
                  </a:lnTo>
                  <a:lnTo>
                    <a:pt x="152267" y="95787"/>
                  </a:lnTo>
                  <a:lnTo>
                    <a:pt x="206381" y="87246"/>
                  </a:lnTo>
                  <a:lnTo>
                    <a:pt x="250638" y="69813"/>
                  </a:lnTo>
                  <a:lnTo>
                    <a:pt x="280466" y="52212"/>
                  </a:lnTo>
                  <a:lnTo>
                    <a:pt x="291289" y="43171"/>
                  </a:lnTo>
                  <a:lnTo>
                    <a:pt x="278597" y="35598"/>
                  </a:lnTo>
                  <a:lnTo>
                    <a:pt x="245124" y="20470"/>
                  </a:lnTo>
                  <a:lnTo>
                    <a:pt x="197494" y="5900"/>
                  </a:lnTo>
                  <a:lnTo>
                    <a:pt x="142330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7691169" y="2057187"/>
              <a:ext cx="308610" cy="24765"/>
            </a:xfrm>
            <a:custGeom>
              <a:avLst/>
              <a:gdLst/>
              <a:ahLst/>
              <a:cxnLst/>
              <a:rect l="l" t="t" r="r" b="b"/>
              <a:pathLst>
                <a:path w="308609" h="24764">
                  <a:moveTo>
                    <a:pt x="0" y="0"/>
                  </a:moveTo>
                  <a:lnTo>
                    <a:pt x="115" y="24480"/>
                  </a:lnTo>
                  <a:lnTo>
                    <a:pt x="308011" y="103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7800882" y="3284648"/>
              <a:ext cx="575310" cy="324485"/>
            </a:xfrm>
            <a:custGeom>
              <a:avLst/>
              <a:gdLst/>
              <a:ahLst/>
              <a:cxnLst/>
              <a:rect l="l" t="t" r="r" b="b"/>
              <a:pathLst>
                <a:path w="575309" h="324485">
                  <a:moveTo>
                    <a:pt x="574924" y="0"/>
                  </a:moveTo>
                  <a:lnTo>
                    <a:pt x="531931" y="7495"/>
                  </a:lnTo>
                  <a:lnTo>
                    <a:pt x="486065" y="17885"/>
                  </a:lnTo>
                  <a:lnTo>
                    <a:pt x="430412" y="32584"/>
                  </a:lnTo>
                  <a:lnTo>
                    <a:pt x="369814" y="51499"/>
                  </a:lnTo>
                  <a:lnTo>
                    <a:pt x="309113" y="74541"/>
                  </a:lnTo>
                  <a:lnTo>
                    <a:pt x="253154" y="101619"/>
                  </a:lnTo>
                  <a:lnTo>
                    <a:pt x="190009" y="141262"/>
                  </a:lnTo>
                  <a:lnTo>
                    <a:pt x="134649" y="183469"/>
                  </a:lnTo>
                  <a:lnTo>
                    <a:pt x="87799" y="225126"/>
                  </a:lnTo>
                  <a:lnTo>
                    <a:pt x="50184" y="263118"/>
                  </a:lnTo>
                  <a:lnTo>
                    <a:pt x="22530" y="294330"/>
                  </a:lnTo>
                  <a:lnTo>
                    <a:pt x="0" y="323958"/>
                  </a:lnTo>
                  <a:lnTo>
                    <a:pt x="11716" y="323258"/>
                  </a:lnTo>
                  <a:lnTo>
                    <a:pt x="86888" y="308259"/>
                  </a:lnTo>
                  <a:lnTo>
                    <a:pt x="141611" y="293855"/>
                  </a:lnTo>
                  <a:lnTo>
                    <a:pt x="201937" y="274778"/>
                  </a:lnTo>
                  <a:lnTo>
                    <a:pt x="263501" y="250974"/>
                  </a:lnTo>
                  <a:lnTo>
                    <a:pt x="321937" y="222391"/>
                  </a:lnTo>
                  <a:lnTo>
                    <a:pt x="374762" y="188579"/>
                  </a:lnTo>
                  <a:lnTo>
                    <a:pt x="426180" y="148771"/>
                  </a:lnTo>
                  <a:lnTo>
                    <a:pt x="473698" y="106973"/>
                  </a:lnTo>
                  <a:lnTo>
                    <a:pt x="514824" y="67191"/>
                  </a:lnTo>
                  <a:lnTo>
                    <a:pt x="547066" y="33430"/>
                  </a:lnTo>
                  <a:lnTo>
                    <a:pt x="574924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689152" y="3171007"/>
              <a:ext cx="284379" cy="348552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17915570" y="2646936"/>
              <a:ext cx="110489" cy="283210"/>
            </a:xfrm>
            <a:custGeom>
              <a:avLst/>
              <a:gdLst/>
              <a:ahLst/>
              <a:cxnLst/>
              <a:rect l="l" t="t" r="r" b="b"/>
              <a:pathLst>
                <a:path w="110490" h="283210">
                  <a:moveTo>
                    <a:pt x="91363" y="0"/>
                  </a:moveTo>
                  <a:lnTo>
                    <a:pt x="56734" y="38200"/>
                  </a:lnTo>
                  <a:lnTo>
                    <a:pt x="29571" y="79957"/>
                  </a:lnTo>
                  <a:lnTo>
                    <a:pt x="8716" y="131388"/>
                  </a:lnTo>
                  <a:lnTo>
                    <a:pt x="0" y="194627"/>
                  </a:lnTo>
                  <a:lnTo>
                    <a:pt x="5232" y="242346"/>
                  </a:lnTo>
                  <a:lnTo>
                    <a:pt x="15392" y="272524"/>
                  </a:lnTo>
                  <a:lnTo>
                    <a:pt x="21459" y="283143"/>
                  </a:lnTo>
                  <a:lnTo>
                    <a:pt x="32589" y="273238"/>
                  </a:lnTo>
                  <a:lnTo>
                    <a:pt x="55822" y="245103"/>
                  </a:lnTo>
                  <a:lnTo>
                    <a:pt x="82381" y="202262"/>
                  </a:lnTo>
                  <a:lnTo>
                    <a:pt x="103488" y="148236"/>
                  </a:lnTo>
                  <a:lnTo>
                    <a:pt x="110216" y="93902"/>
                  </a:lnTo>
                  <a:lnTo>
                    <a:pt x="105679" y="46537"/>
                  </a:lnTo>
                  <a:lnTo>
                    <a:pt x="97015" y="12963"/>
                  </a:lnTo>
                  <a:lnTo>
                    <a:pt x="91363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7888917" y="2775177"/>
              <a:ext cx="95250" cy="299720"/>
            </a:xfrm>
            <a:custGeom>
              <a:avLst/>
              <a:gdLst/>
              <a:ahLst/>
              <a:cxnLst/>
              <a:rect l="l" t="t" r="r" b="b"/>
              <a:pathLst>
                <a:path w="95250" h="299719">
                  <a:moveTo>
                    <a:pt x="95107" y="0"/>
                  </a:moveTo>
                  <a:lnTo>
                    <a:pt x="0" y="293195"/>
                  </a:lnTo>
                  <a:lnTo>
                    <a:pt x="23465" y="299708"/>
                  </a:lnTo>
                  <a:lnTo>
                    <a:pt x="95107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7298265" y="1857546"/>
              <a:ext cx="324485" cy="363220"/>
            </a:xfrm>
            <a:custGeom>
              <a:avLst/>
              <a:gdLst/>
              <a:ahLst/>
              <a:cxnLst/>
              <a:rect l="l" t="t" r="r" b="b"/>
              <a:pathLst>
                <a:path w="324484" h="363219">
                  <a:moveTo>
                    <a:pt x="305422" y="362750"/>
                  </a:moveTo>
                  <a:lnTo>
                    <a:pt x="280962" y="314032"/>
                  </a:lnTo>
                  <a:lnTo>
                    <a:pt x="242125" y="266293"/>
                  </a:lnTo>
                  <a:lnTo>
                    <a:pt x="178981" y="213512"/>
                  </a:lnTo>
                  <a:lnTo>
                    <a:pt x="117424" y="179984"/>
                  </a:lnTo>
                  <a:lnTo>
                    <a:pt x="59842" y="159639"/>
                  </a:lnTo>
                  <a:lnTo>
                    <a:pt x="17081" y="149758"/>
                  </a:lnTo>
                  <a:lnTo>
                    <a:pt x="0" y="147650"/>
                  </a:lnTo>
                  <a:lnTo>
                    <a:pt x="7327" y="163423"/>
                  </a:lnTo>
                  <a:lnTo>
                    <a:pt x="30962" y="200329"/>
                  </a:lnTo>
                  <a:lnTo>
                    <a:pt x="70040" y="247256"/>
                  </a:lnTo>
                  <a:lnTo>
                    <a:pt x="123736" y="293014"/>
                  </a:lnTo>
                  <a:lnTo>
                    <a:pt x="187794" y="328803"/>
                  </a:lnTo>
                  <a:lnTo>
                    <a:pt x="245872" y="350583"/>
                  </a:lnTo>
                  <a:lnTo>
                    <a:pt x="288290" y="361010"/>
                  </a:lnTo>
                  <a:lnTo>
                    <a:pt x="305422" y="362750"/>
                  </a:lnTo>
                  <a:close/>
                </a:path>
                <a:path w="324484" h="363219">
                  <a:moveTo>
                    <a:pt x="324269" y="246265"/>
                  </a:moveTo>
                  <a:lnTo>
                    <a:pt x="316268" y="159931"/>
                  </a:lnTo>
                  <a:lnTo>
                    <a:pt x="297446" y="105092"/>
                  </a:lnTo>
                  <a:lnTo>
                    <a:pt x="267347" y="59309"/>
                  </a:lnTo>
                  <a:lnTo>
                    <a:pt x="233197" y="26149"/>
                  </a:lnTo>
                  <a:lnTo>
                    <a:pt x="192176" y="0"/>
                  </a:lnTo>
                  <a:lnTo>
                    <a:pt x="190461" y="14706"/>
                  </a:lnTo>
                  <a:lnTo>
                    <a:pt x="190423" y="51473"/>
                  </a:lnTo>
                  <a:lnTo>
                    <a:pt x="196723" y="100901"/>
                  </a:lnTo>
                  <a:lnTo>
                    <a:pt x="214020" y="153606"/>
                  </a:lnTo>
                  <a:lnTo>
                    <a:pt x="248437" y="207492"/>
                  </a:lnTo>
                  <a:lnTo>
                    <a:pt x="283375" y="240449"/>
                  </a:lnTo>
                  <a:lnTo>
                    <a:pt x="322211" y="260959"/>
                  </a:lnTo>
                  <a:lnTo>
                    <a:pt x="324269" y="246265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7555972" y="1970105"/>
              <a:ext cx="139700" cy="285115"/>
            </a:xfrm>
            <a:custGeom>
              <a:avLst/>
              <a:gdLst/>
              <a:ahLst/>
              <a:cxnLst/>
              <a:rect l="l" t="t" r="r" b="b"/>
              <a:pathLst>
                <a:path w="139700" h="285114">
                  <a:moveTo>
                    <a:pt x="0" y="0"/>
                  </a:moveTo>
                  <a:lnTo>
                    <a:pt x="117347" y="285111"/>
                  </a:lnTo>
                  <a:lnTo>
                    <a:pt x="139524" y="2748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7186315" y="2180374"/>
              <a:ext cx="333375" cy="275590"/>
            </a:xfrm>
            <a:custGeom>
              <a:avLst/>
              <a:gdLst/>
              <a:ahLst/>
              <a:cxnLst/>
              <a:rect l="l" t="t" r="r" b="b"/>
              <a:pathLst>
                <a:path w="333375" h="275589">
                  <a:moveTo>
                    <a:pt x="0" y="0"/>
                  </a:moveTo>
                  <a:lnTo>
                    <a:pt x="14272" y="46646"/>
                  </a:lnTo>
                  <a:lnTo>
                    <a:pt x="36280" y="91462"/>
                  </a:lnTo>
                  <a:lnTo>
                    <a:pt x="69881" y="140769"/>
                  </a:lnTo>
                  <a:lnTo>
                    <a:pt x="116331" y="187188"/>
                  </a:lnTo>
                  <a:lnTo>
                    <a:pt x="174417" y="225269"/>
                  </a:lnTo>
                  <a:lnTo>
                    <a:pt x="232068" y="251311"/>
                  </a:lnTo>
                  <a:lnTo>
                    <a:pt x="282342" y="267128"/>
                  </a:lnTo>
                  <a:lnTo>
                    <a:pt x="332995" y="275342"/>
                  </a:lnTo>
                  <a:lnTo>
                    <a:pt x="332019" y="263363"/>
                  </a:lnTo>
                  <a:lnTo>
                    <a:pt x="305121" y="189223"/>
                  </a:lnTo>
                  <a:lnTo>
                    <a:pt x="269983" y="137605"/>
                  </a:lnTo>
                  <a:lnTo>
                    <a:pt x="214244" y="83316"/>
                  </a:lnTo>
                  <a:lnTo>
                    <a:pt x="158473" y="47668"/>
                  </a:lnTo>
                  <a:lnTo>
                    <a:pt x="101426" y="23368"/>
                  </a:lnTo>
                  <a:lnTo>
                    <a:pt x="50839" y="85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7326673" y="2312757"/>
              <a:ext cx="372110" cy="294005"/>
            </a:xfrm>
            <a:custGeom>
              <a:avLst/>
              <a:gdLst/>
              <a:ahLst/>
              <a:cxnLst/>
              <a:rect l="l" t="t" r="r" b="b"/>
              <a:pathLst>
                <a:path w="372109" h="294005">
                  <a:moveTo>
                    <a:pt x="0" y="0"/>
                  </a:moveTo>
                  <a:lnTo>
                    <a:pt x="349957" y="293593"/>
                  </a:lnTo>
                  <a:lnTo>
                    <a:pt x="372020" y="265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7287480" y="3113783"/>
              <a:ext cx="267335" cy="125095"/>
            </a:xfrm>
            <a:custGeom>
              <a:avLst/>
              <a:gdLst/>
              <a:ahLst/>
              <a:cxnLst/>
              <a:rect l="l" t="t" r="r" b="b"/>
              <a:pathLst>
                <a:path w="267334" h="125094">
                  <a:moveTo>
                    <a:pt x="51326" y="0"/>
                  </a:moveTo>
                  <a:lnTo>
                    <a:pt x="14608" y="1903"/>
                  </a:lnTo>
                  <a:lnTo>
                    <a:pt x="0" y="4277"/>
                  </a:lnTo>
                  <a:lnTo>
                    <a:pt x="6803" y="16652"/>
                  </a:lnTo>
                  <a:lnTo>
                    <a:pt x="63064" y="76354"/>
                  </a:lnTo>
                  <a:lnTo>
                    <a:pt x="110384" y="104043"/>
                  </a:lnTo>
                  <a:lnTo>
                    <a:pt x="166072" y="120049"/>
                  </a:lnTo>
                  <a:lnTo>
                    <a:pt x="216209" y="124959"/>
                  </a:lnTo>
                  <a:lnTo>
                    <a:pt x="252652" y="123595"/>
                  </a:lnTo>
                  <a:lnTo>
                    <a:pt x="267258" y="120776"/>
                  </a:lnTo>
                  <a:lnTo>
                    <a:pt x="262578" y="109500"/>
                  </a:lnTo>
                  <a:lnTo>
                    <a:pt x="210134" y="49925"/>
                  </a:lnTo>
                  <a:lnTo>
                    <a:pt x="154571" y="18371"/>
                  </a:lnTo>
                  <a:lnTo>
                    <a:pt x="101024" y="3759"/>
                  </a:lnTo>
                  <a:lnTo>
                    <a:pt x="51326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7403150" y="3177858"/>
              <a:ext cx="290830" cy="125730"/>
            </a:xfrm>
            <a:custGeom>
              <a:avLst/>
              <a:gdLst/>
              <a:ahLst/>
              <a:cxnLst/>
              <a:rect l="l" t="t" r="r" b="b"/>
              <a:pathLst>
                <a:path w="290830" h="125729">
                  <a:moveTo>
                    <a:pt x="0" y="0"/>
                  </a:moveTo>
                  <a:lnTo>
                    <a:pt x="281677" y="125200"/>
                  </a:lnTo>
                  <a:lnTo>
                    <a:pt x="290713" y="1024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7190014" y="2863653"/>
              <a:ext cx="325755" cy="185420"/>
            </a:xfrm>
            <a:custGeom>
              <a:avLst/>
              <a:gdLst/>
              <a:ahLst/>
              <a:cxnLst/>
              <a:rect l="l" t="t" r="r" b="b"/>
              <a:pathLst>
                <a:path w="325755" h="185419">
                  <a:moveTo>
                    <a:pt x="310666" y="0"/>
                  </a:moveTo>
                  <a:lnTo>
                    <a:pt x="270910" y="2658"/>
                  </a:lnTo>
                  <a:lnTo>
                    <a:pt x="211164" y="17286"/>
                  </a:lnTo>
                  <a:lnTo>
                    <a:pt x="136435" y="51723"/>
                  </a:lnTo>
                  <a:lnTo>
                    <a:pt x="79738" y="92883"/>
                  </a:lnTo>
                  <a:lnTo>
                    <a:pt x="36573" y="136125"/>
                  </a:lnTo>
                  <a:lnTo>
                    <a:pt x="9230" y="170502"/>
                  </a:lnTo>
                  <a:lnTo>
                    <a:pt x="0" y="185070"/>
                  </a:lnTo>
                  <a:lnTo>
                    <a:pt x="17418" y="185195"/>
                  </a:lnTo>
                  <a:lnTo>
                    <a:pt x="60898" y="179697"/>
                  </a:lnTo>
                  <a:lnTo>
                    <a:pt x="120053" y="164545"/>
                  </a:lnTo>
                  <a:lnTo>
                    <a:pt x="184497" y="135710"/>
                  </a:lnTo>
                  <a:lnTo>
                    <a:pt x="244257" y="93184"/>
                  </a:lnTo>
                  <a:lnTo>
                    <a:pt x="288859" y="50066"/>
                  </a:lnTo>
                  <a:lnTo>
                    <a:pt x="316511" y="16210"/>
                  </a:lnTo>
                  <a:lnTo>
                    <a:pt x="325424" y="1473"/>
                  </a:lnTo>
                  <a:lnTo>
                    <a:pt x="310666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7335653" y="2759970"/>
              <a:ext cx="360045" cy="1280160"/>
            </a:xfrm>
            <a:custGeom>
              <a:avLst/>
              <a:gdLst/>
              <a:ahLst/>
              <a:cxnLst/>
              <a:rect l="l" t="t" r="r" b="b"/>
              <a:pathLst>
                <a:path w="360044" h="1280160">
                  <a:moveTo>
                    <a:pt x="349173" y="23799"/>
                  </a:moveTo>
                  <a:lnTo>
                    <a:pt x="334962" y="0"/>
                  </a:lnTo>
                  <a:lnTo>
                    <a:pt x="4203" y="213969"/>
                  </a:lnTo>
                  <a:lnTo>
                    <a:pt x="349173" y="23799"/>
                  </a:lnTo>
                  <a:close/>
                </a:path>
                <a:path w="360044" h="1280160">
                  <a:moveTo>
                    <a:pt x="359778" y="1259293"/>
                  </a:moveTo>
                  <a:lnTo>
                    <a:pt x="0" y="960488"/>
                  </a:lnTo>
                  <a:lnTo>
                    <a:pt x="341591" y="1280071"/>
                  </a:lnTo>
                  <a:lnTo>
                    <a:pt x="359778" y="1259293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7903342" y="4118410"/>
              <a:ext cx="605790" cy="263525"/>
            </a:xfrm>
            <a:custGeom>
              <a:avLst/>
              <a:gdLst/>
              <a:ahLst/>
              <a:cxnLst/>
              <a:rect l="l" t="t" r="r" b="b"/>
              <a:pathLst>
                <a:path w="605790" h="263525">
                  <a:moveTo>
                    <a:pt x="605541" y="0"/>
                  </a:moveTo>
                  <a:lnTo>
                    <a:pt x="561975" y="2996"/>
                  </a:lnTo>
                  <a:lnTo>
                    <a:pt x="515268" y="8559"/>
                  </a:lnTo>
                  <a:lnTo>
                    <a:pt x="458380" y="17389"/>
                  </a:lnTo>
                  <a:lnTo>
                    <a:pt x="396137" y="29903"/>
                  </a:lnTo>
                  <a:lnTo>
                    <a:pt x="333366" y="46518"/>
                  </a:lnTo>
                  <a:lnTo>
                    <a:pt x="274892" y="67652"/>
                  </a:lnTo>
                  <a:lnTo>
                    <a:pt x="207927" y="100493"/>
                  </a:lnTo>
                  <a:lnTo>
                    <a:pt x="148452" y="136699"/>
                  </a:lnTo>
                  <a:lnTo>
                    <a:pt x="97510" y="173246"/>
                  </a:lnTo>
                  <a:lnTo>
                    <a:pt x="56149" y="207115"/>
                  </a:lnTo>
                  <a:lnTo>
                    <a:pt x="25412" y="235281"/>
                  </a:lnTo>
                  <a:lnTo>
                    <a:pt x="0" y="262421"/>
                  </a:lnTo>
                  <a:lnTo>
                    <a:pt x="11668" y="262944"/>
                  </a:lnTo>
                  <a:lnTo>
                    <a:pt x="87948" y="255815"/>
                  </a:lnTo>
                  <a:lnTo>
                    <a:pt x="143876" y="247168"/>
                  </a:lnTo>
                  <a:lnTo>
                    <a:pt x="205872" y="234471"/>
                  </a:lnTo>
                  <a:lnTo>
                    <a:pt x="269595" y="217226"/>
                  </a:lnTo>
                  <a:lnTo>
                    <a:pt x="330701" y="194936"/>
                  </a:lnTo>
                  <a:lnTo>
                    <a:pt x="386766" y="166781"/>
                  </a:lnTo>
                  <a:lnTo>
                    <a:pt x="442053" y="132532"/>
                  </a:lnTo>
                  <a:lnTo>
                    <a:pt x="493669" y="95908"/>
                  </a:lnTo>
                  <a:lnTo>
                    <a:pt x="538720" y="60625"/>
                  </a:lnTo>
                  <a:lnTo>
                    <a:pt x="574311" y="30401"/>
                  </a:lnTo>
                  <a:lnTo>
                    <a:pt x="605541" y="0"/>
                  </a:lnTo>
                  <a:close/>
                </a:path>
              </a:pathLst>
            </a:custGeom>
            <a:solidFill>
              <a:srgbClr val="8ABC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7395623" y="3503504"/>
              <a:ext cx="817244" cy="1191260"/>
            </a:xfrm>
            <a:custGeom>
              <a:avLst/>
              <a:gdLst/>
              <a:ahLst/>
              <a:cxnLst/>
              <a:rect l="l" t="t" r="r" b="b"/>
              <a:pathLst>
                <a:path w="817244" h="1191260">
                  <a:moveTo>
                    <a:pt x="277698" y="1171943"/>
                  </a:moveTo>
                  <a:lnTo>
                    <a:pt x="0" y="895248"/>
                  </a:lnTo>
                  <a:lnTo>
                    <a:pt x="257644" y="1190967"/>
                  </a:lnTo>
                  <a:lnTo>
                    <a:pt x="277698" y="1171943"/>
                  </a:lnTo>
                  <a:close/>
                </a:path>
                <a:path w="817244" h="1191260">
                  <a:moveTo>
                    <a:pt x="563029" y="0"/>
                  </a:moveTo>
                  <a:lnTo>
                    <a:pt x="287566" y="168554"/>
                  </a:lnTo>
                  <a:lnTo>
                    <a:pt x="303009" y="191465"/>
                  </a:lnTo>
                  <a:lnTo>
                    <a:pt x="563029" y="0"/>
                  </a:lnTo>
                  <a:close/>
                </a:path>
                <a:path w="817244" h="1191260">
                  <a:moveTo>
                    <a:pt x="816800" y="761441"/>
                  </a:moveTo>
                  <a:lnTo>
                    <a:pt x="290601" y="937641"/>
                  </a:lnTo>
                  <a:lnTo>
                    <a:pt x="300037" y="963625"/>
                  </a:lnTo>
                  <a:lnTo>
                    <a:pt x="816800" y="761441"/>
                  </a:lnTo>
                  <a:close/>
                </a:path>
              </a:pathLst>
            </a:custGeom>
            <a:solidFill>
              <a:srgbClr val="358D9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469508" y="2142187"/>
              <a:ext cx="452143" cy="369780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17188497" y="4856283"/>
              <a:ext cx="1021080" cy="983615"/>
            </a:xfrm>
            <a:custGeom>
              <a:avLst/>
              <a:gdLst/>
              <a:ahLst/>
              <a:cxnLst/>
              <a:rect l="l" t="t" r="r" b="b"/>
              <a:pathLst>
                <a:path w="1021080" h="983614">
                  <a:moveTo>
                    <a:pt x="782499" y="0"/>
                  </a:moveTo>
                  <a:lnTo>
                    <a:pt x="238390" y="0"/>
                  </a:lnTo>
                  <a:lnTo>
                    <a:pt x="206203" y="37488"/>
                  </a:lnTo>
                  <a:lnTo>
                    <a:pt x="175854" y="77926"/>
                  </a:lnTo>
                  <a:lnTo>
                    <a:pt x="147472" y="120864"/>
                  </a:lnTo>
                  <a:lnTo>
                    <a:pt x="121183" y="165849"/>
                  </a:lnTo>
                  <a:lnTo>
                    <a:pt x="97118" y="212432"/>
                  </a:lnTo>
                  <a:lnTo>
                    <a:pt x="75403" y="260161"/>
                  </a:lnTo>
                  <a:lnTo>
                    <a:pt x="56168" y="308587"/>
                  </a:lnTo>
                  <a:lnTo>
                    <a:pt x="39539" y="357258"/>
                  </a:lnTo>
                  <a:lnTo>
                    <a:pt x="25647" y="405723"/>
                  </a:lnTo>
                  <a:lnTo>
                    <a:pt x="14619" y="453532"/>
                  </a:lnTo>
                  <a:lnTo>
                    <a:pt x="6582" y="500235"/>
                  </a:lnTo>
                  <a:lnTo>
                    <a:pt x="1667" y="545379"/>
                  </a:lnTo>
                  <a:lnTo>
                    <a:pt x="0" y="588516"/>
                  </a:lnTo>
                  <a:lnTo>
                    <a:pt x="2642" y="640821"/>
                  </a:lnTo>
                  <a:lnTo>
                    <a:pt x="10398" y="691607"/>
                  </a:lnTo>
                  <a:lnTo>
                    <a:pt x="23012" y="740618"/>
                  </a:lnTo>
                  <a:lnTo>
                    <a:pt x="40229" y="787597"/>
                  </a:lnTo>
                  <a:lnTo>
                    <a:pt x="61793" y="832288"/>
                  </a:lnTo>
                  <a:lnTo>
                    <a:pt x="87448" y="874435"/>
                  </a:lnTo>
                  <a:lnTo>
                    <a:pt x="116938" y="913782"/>
                  </a:lnTo>
                  <a:lnTo>
                    <a:pt x="150008" y="950071"/>
                  </a:lnTo>
                  <a:lnTo>
                    <a:pt x="186402" y="983048"/>
                  </a:lnTo>
                  <a:lnTo>
                    <a:pt x="834550" y="983048"/>
                  </a:lnTo>
                  <a:lnTo>
                    <a:pt x="870949" y="950071"/>
                  </a:lnTo>
                  <a:lnTo>
                    <a:pt x="904025" y="913782"/>
                  </a:lnTo>
                  <a:lnTo>
                    <a:pt x="933523" y="874435"/>
                  </a:lnTo>
                  <a:lnTo>
                    <a:pt x="959186" y="832288"/>
                  </a:lnTo>
                  <a:lnTo>
                    <a:pt x="980757" y="787597"/>
                  </a:lnTo>
                  <a:lnTo>
                    <a:pt x="997981" y="740618"/>
                  </a:lnTo>
                  <a:lnTo>
                    <a:pt x="1010601" y="691607"/>
                  </a:lnTo>
                  <a:lnTo>
                    <a:pt x="1018361" y="640821"/>
                  </a:lnTo>
                  <a:lnTo>
                    <a:pt x="1021005" y="588516"/>
                  </a:lnTo>
                  <a:lnTo>
                    <a:pt x="1019338" y="545379"/>
                  </a:lnTo>
                  <a:lnTo>
                    <a:pt x="1014422" y="500235"/>
                  </a:lnTo>
                  <a:lnTo>
                    <a:pt x="1006386" y="453532"/>
                  </a:lnTo>
                  <a:lnTo>
                    <a:pt x="995356" y="405723"/>
                  </a:lnTo>
                  <a:lnTo>
                    <a:pt x="981461" y="357258"/>
                  </a:lnTo>
                  <a:lnTo>
                    <a:pt x="964829" y="308587"/>
                  </a:lnTo>
                  <a:lnTo>
                    <a:pt x="945588" y="260161"/>
                  </a:lnTo>
                  <a:lnTo>
                    <a:pt x="923865" y="212432"/>
                  </a:lnTo>
                  <a:lnTo>
                    <a:pt x="899788" y="165849"/>
                  </a:lnTo>
                  <a:lnTo>
                    <a:pt x="873485" y="120864"/>
                  </a:lnTo>
                  <a:lnTo>
                    <a:pt x="845084" y="77926"/>
                  </a:lnTo>
                  <a:lnTo>
                    <a:pt x="814713" y="37488"/>
                  </a:lnTo>
                  <a:lnTo>
                    <a:pt x="782499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" name="object 68" descr=""/>
          <p:cNvGrpSpPr/>
          <p:nvPr/>
        </p:nvGrpSpPr>
        <p:grpSpPr>
          <a:xfrm>
            <a:off x="6694658" y="1914902"/>
            <a:ext cx="1826260" cy="4271645"/>
            <a:chOff x="6694658" y="1914902"/>
            <a:chExt cx="1826260" cy="4271645"/>
          </a:xfrm>
        </p:grpSpPr>
        <p:sp>
          <p:nvSpPr>
            <p:cNvPr id="69" name="object 69" descr=""/>
            <p:cNvSpPr/>
            <p:nvPr/>
          </p:nvSpPr>
          <p:spPr>
            <a:xfrm>
              <a:off x="6944232" y="5979025"/>
              <a:ext cx="1448435" cy="207010"/>
            </a:xfrm>
            <a:custGeom>
              <a:avLst/>
              <a:gdLst/>
              <a:ahLst/>
              <a:cxnLst/>
              <a:rect l="l" t="t" r="r" b="b"/>
              <a:pathLst>
                <a:path w="1448434" h="207010">
                  <a:moveTo>
                    <a:pt x="723998" y="0"/>
                  </a:moveTo>
                  <a:lnTo>
                    <a:pt x="645109" y="607"/>
                  </a:lnTo>
                  <a:lnTo>
                    <a:pt x="568681" y="2386"/>
                  </a:lnTo>
                  <a:lnTo>
                    <a:pt x="495155" y="5274"/>
                  </a:lnTo>
                  <a:lnTo>
                    <a:pt x="424974" y="9208"/>
                  </a:lnTo>
                  <a:lnTo>
                    <a:pt x="358578" y="14125"/>
                  </a:lnTo>
                  <a:lnTo>
                    <a:pt x="296410" y="19962"/>
                  </a:lnTo>
                  <a:lnTo>
                    <a:pt x="238911" y="26655"/>
                  </a:lnTo>
                  <a:lnTo>
                    <a:pt x="186523" y="34142"/>
                  </a:lnTo>
                  <a:lnTo>
                    <a:pt x="139687" y="42359"/>
                  </a:lnTo>
                  <a:lnTo>
                    <a:pt x="98845" y="51243"/>
                  </a:lnTo>
                  <a:lnTo>
                    <a:pt x="36909" y="70761"/>
                  </a:lnTo>
                  <a:lnTo>
                    <a:pt x="4248" y="92189"/>
                  </a:lnTo>
                  <a:lnTo>
                    <a:pt x="0" y="103462"/>
                  </a:lnTo>
                  <a:lnTo>
                    <a:pt x="4248" y="114737"/>
                  </a:lnTo>
                  <a:lnTo>
                    <a:pt x="36909" y="136168"/>
                  </a:lnTo>
                  <a:lnTo>
                    <a:pt x="98845" y="155686"/>
                  </a:lnTo>
                  <a:lnTo>
                    <a:pt x="139687" y="164570"/>
                  </a:lnTo>
                  <a:lnTo>
                    <a:pt x="186523" y="172787"/>
                  </a:lnTo>
                  <a:lnTo>
                    <a:pt x="238911" y="180273"/>
                  </a:lnTo>
                  <a:lnTo>
                    <a:pt x="296410" y="186965"/>
                  </a:lnTo>
                  <a:lnTo>
                    <a:pt x="358578" y="192801"/>
                  </a:lnTo>
                  <a:lnTo>
                    <a:pt x="424974" y="197718"/>
                  </a:lnTo>
                  <a:lnTo>
                    <a:pt x="495155" y="201651"/>
                  </a:lnTo>
                  <a:lnTo>
                    <a:pt x="568681" y="204539"/>
                  </a:lnTo>
                  <a:lnTo>
                    <a:pt x="645109" y="206318"/>
                  </a:lnTo>
                  <a:lnTo>
                    <a:pt x="723998" y="206925"/>
                  </a:lnTo>
                  <a:lnTo>
                    <a:pt x="802886" y="206318"/>
                  </a:lnTo>
                  <a:lnTo>
                    <a:pt x="879313" y="204539"/>
                  </a:lnTo>
                  <a:lnTo>
                    <a:pt x="952837" y="201651"/>
                  </a:lnTo>
                  <a:lnTo>
                    <a:pt x="1023018" y="197718"/>
                  </a:lnTo>
                  <a:lnTo>
                    <a:pt x="1089414" y="192801"/>
                  </a:lnTo>
                  <a:lnTo>
                    <a:pt x="1151582" y="186965"/>
                  </a:lnTo>
                  <a:lnTo>
                    <a:pt x="1209081" y="180273"/>
                  </a:lnTo>
                  <a:lnTo>
                    <a:pt x="1261470" y="172787"/>
                  </a:lnTo>
                  <a:lnTo>
                    <a:pt x="1308307" y="164570"/>
                  </a:lnTo>
                  <a:lnTo>
                    <a:pt x="1349150" y="155686"/>
                  </a:lnTo>
                  <a:lnTo>
                    <a:pt x="1411087" y="136168"/>
                  </a:lnTo>
                  <a:lnTo>
                    <a:pt x="1443749" y="114737"/>
                  </a:lnTo>
                  <a:lnTo>
                    <a:pt x="1447997" y="103462"/>
                  </a:lnTo>
                  <a:lnTo>
                    <a:pt x="1443749" y="92189"/>
                  </a:lnTo>
                  <a:lnTo>
                    <a:pt x="1411087" y="70761"/>
                  </a:lnTo>
                  <a:lnTo>
                    <a:pt x="1349150" y="51243"/>
                  </a:lnTo>
                  <a:lnTo>
                    <a:pt x="1308307" y="42359"/>
                  </a:lnTo>
                  <a:lnTo>
                    <a:pt x="1261470" y="34142"/>
                  </a:lnTo>
                  <a:lnTo>
                    <a:pt x="1209081" y="26655"/>
                  </a:lnTo>
                  <a:lnTo>
                    <a:pt x="1151582" y="19962"/>
                  </a:lnTo>
                  <a:lnTo>
                    <a:pt x="1089414" y="14125"/>
                  </a:lnTo>
                  <a:lnTo>
                    <a:pt x="1023018" y="9208"/>
                  </a:lnTo>
                  <a:lnTo>
                    <a:pt x="952837" y="5274"/>
                  </a:lnTo>
                  <a:lnTo>
                    <a:pt x="879313" y="2386"/>
                  </a:lnTo>
                  <a:lnTo>
                    <a:pt x="802886" y="607"/>
                  </a:lnTo>
                  <a:lnTo>
                    <a:pt x="723998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6694652" y="1914911"/>
              <a:ext cx="1826260" cy="2655570"/>
            </a:xfrm>
            <a:custGeom>
              <a:avLst/>
              <a:gdLst/>
              <a:ahLst/>
              <a:cxnLst/>
              <a:rect l="l" t="t" r="r" b="b"/>
              <a:pathLst>
                <a:path w="1826259" h="2655570">
                  <a:moveTo>
                    <a:pt x="797560" y="2449982"/>
                  </a:moveTo>
                  <a:lnTo>
                    <a:pt x="789698" y="2406764"/>
                  </a:lnTo>
                  <a:lnTo>
                    <a:pt x="773887" y="2360066"/>
                  </a:lnTo>
                  <a:lnTo>
                    <a:pt x="752589" y="2315692"/>
                  </a:lnTo>
                  <a:lnTo>
                    <a:pt x="726287" y="2274036"/>
                  </a:lnTo>
                  <a:lnTo>
                    <a:pt x="695464" y="2235555"/>
                  </a:lnTo>
                  <a:lnTo>
                    <a:pt x="660565" y="2200643"/>
                  </a:lnTo>
                  <a:lnTo>
                    <a:pt x="622084" y="2169744"/>
                  </a:lnTo>
                  <a:lnTo>
                    <a:pt x="580478" y="2143264"/>
                  </a:lnTo>
                  <a:lnTo>
                    <a:pt x="536232" y="2121636"/>
                  </a:lnTo>
                  <a:lnTo>
                    <a:pt x="489800" y="2105279"/>
                  </a:lnTo>
                  <a:lnTo>
                    <a:pt x="441667" y="2094623"/>
                  </a:lnTo>
                  <a:lnTo>
                    <a:pt x="387654" y="2089365"/>
                  </a:lnTo>
                  <a:lnTo>
                    <a:pt x="333375" y="2089619"/>
                  </a:lnTo>
                  <a:lnTo>
                    <a:pt x="279031" y="2094001"/>
                  </a:lnTo>
                  <a:lnTo>
                    <a:pt x="224777" y="2101151"/>
                  </a:lnTo>
                  <a:lnTo>
                    <a:pt x="170776" y="2109660"/>
                  </a:lnTo>
                  <a:lnTo>
                    <a:pt x="116801" y="2119934"/>
                  </a:lnTo>
                  <a:lnTo>
                    <a:pt x="65544" y="2138413"/>
                  </a:lnTo>
                  <a:lnTo>
                    <a:pt x="22542" y="2172474"/>
                  </a:lnTo>
                  <a:lnTo>
                    <a:pt x="0" y="2221026"/>
                  </a:lnTo>
                  <a:lnTo>
                    <a:pt x="317" y="2249043"/>
                  </a:lnTo>
                  <a:lnTo>
                    <a:pt x="20548" y="2302192"/>
                  </a:lnTo>
                  <a:lnTo>
                    <a:pt x="66268" y="2366251"/>
                  </a:lnTo>
                  <a:lnTo>
                    <a:pt x="99428" y="2403424"/>
                  </a:lnTo>
                  <a:lnTo>
                    <a:pt x="135369" y="2437904"/>
                  </a:lnTo>
                  <a:lnTo>
                    <a:pt x="173863" y="2469553"/>
                  </a:lnTo>
                  <a:lnTo>
                    <a:pt x="214642" y="2498191"/>
                  </a:lnTo>
                  <a:lnTo>
                    <a:pt x="257479" y="2523667"/>
                  </a:lnTo>
                  <a:lnTo>
                    <a:pt x="302107" y="2545816"/>
                  </a:lnTo>
                  <a:lnTo>
                    <a:pt x="348297" y="2564485"/>
                  </a:lnTo>
                  <a:lnTo>
                    <a:pt x="395782" y="2579522"/>
                  </a:lnTo>
                  <a:lnTo>
                    <a:pt x="444322" y="2590736"/>
                  </a:lnTo>
                  <a:lnTo>
                    <a:pt x="495300" y="2598115"/>
                  </a:lnTo>
                  <a:lnTo>
                    <a:pt x="546773" y="2600795"/>
                  </a:lnTo>
                  <a:lnTo>
                    <a:pt x="598093" y="2598229"/>
                  </a:lnTo>
                  <a:lnTo>
                    <a:pt x="648614" y="2589873"/>
                  </a:lnTo>
                  <a:lnTo>
                    <a:pt x="697687" y="2575179"/>
                  </a:lnTo>
                  <a:lnTo>
                    <a:pt x="755383" y="2543772"/>
                  </a:lnTo>
                  <a:lnTo>
                    <a:pt x="792835" y="2492870"/>
                  </a:lnTo>
                  <a:lnTo>
                    <a:pt x="797560" y="2449982"/>
                  </a:lnTo>
                  <a:close/>
                </a:path>
                <a:path w="1826259" h="2655570">
                  <a:moveTo>
                    <a:pt x="806754" y="1238465"/>
                  </a:moveTo>
                  <a:lnTo>
                    <a:pt x="804697" y="1194625"/>
                  </a:lnTo>
                  <a:lnTo>
                    <a:pt x="793381" y="1152283"/>
                  </a:lnTo>
                  <a:lnTo>
                    <a:pt x="774649" y="1111885"/>
                  </a:lnTo>
                  <a:lnTo>
                    <a:pt x="750328" y="1073899"/>
                  </a:lnTo>
                  <a:lnTo>
                    <a:pt x="722261" y="1038796"/>
                  </a:lnTo>
                  <a:lnTo>
                    <a:pt x="684250" y="998042"/>
                  </a:lnTo>
                  <a:lnTo>
                    <a:pt x="645147" y="958240"/>
                  </a:lnTo>
                  <a:lnTo>
                    <a:pt x="607390" y="917397"/>
                  </a:lnTo>
                  <a:lnTo>
                    <a:pt x="573468" y="873493"/>
                  </a:lnTo>
                  <a:lnTo>
                    <a:pt x="546138" y="827913"/>
                  </a:lnTo>
                  <a:lnTo>
                    <a:pt x="496608" y="732548"/>
                  </a:lnTo>
                  <a:lnTo>
                    <a:pt x="469150" y="687882"/>
                  </a:lnTo>
                  <a:lnTo>
                    <a:pt x="436384" y="648639"/>
                  </a:lnTo>
                  <a:lnTo>
                    <a:pt x="395706" y="617359"/>
                  </a:lnTo>
                  <a:lnTo>
                    <a:pt x="356844" y="601599"/>
                  </a:lnTo>
                  <a:lnTo>
                    <a:pt x="336245" y="598893"/>
                  </a:lnTo>
                  <a:lnTo>
                    <a:pt x="315607" y="600735"/>
                  </a:lnTo>
                  <a:lnTo>
                    <a:pt x="271487" y="623976"/>
                  </a:lnTo>
                  <a:lnTo>
                    <a:pt x="234048" y="676706"/>
                  </a:lnTo>
                  <a:lnTo>
                    <a:pt x="221119" y="723328"/>
                  </a:lnTo>
                  <a:lnTo>
                    <a:pt x="219316" y="772604"/>
                  </a:lnTo>
                  <a:lnTo>
                    <a:pt x="227152" y="821359"/>
                  </a:lnTo>
                  <a:lnTo>
                    <a:pt x="242455" y="867676"/>
                  </a:lnTo>
                  <a:lnTo>
                    <a:pt x="262623" y="912202"/>
                  </a:lnTo>
                  <a:lnTo>
                    <a:pt x="285534" y="955649"/>
                  </a:lnTo>
                  <a:lnTo>
                    <a:pt x="309079" y="998753"/>
                  </a:lnTo>
                  <a:lnTo>
                    <a:pt x="334835" y="1048626"/>
                  </a:lnTo>
                  <a:lnTo>
                    <a:pt x="359308" y="1099146"/>
                  </a:lnTo>
                  <a:lnTo>
                    <a:pt x="382993" y="1150061"/>
                  </a:lnTo>
                  <a:lnTo>
                    <a:pt x="406400" y="1201102"/>
                  </a:lnTo>
                  <a:lnTo>
                    <a:pt x="427050" y="1244384"/>
                  </a:lnTo>
                  <a:lnTo>
                    <a:pt x="450278" y="1286611"/>
                  </a:lnTo>
                  <a:lnTo>
                    <a:pt x="477380" y="1325600"/>
                  </a:lnTo>
                  <a:lnTo>
                    <a:pt x="509625" y="1359128"/>
                  </a:lnTo>
                  <a:lnTo>
                    <a:pt x="548309" y="1385036"/>
                  </a:lnTo>
                  <a:lnTo>
                    <a:pt x="589508" y="1399565"/>
                  </a:lnTo>
                  <a:lnTo>
                    <a:pt x="633044" y="1403680"/>
                  </a:lnTo>
                  <a:lnTo>
                    <a:pt x="676325" y="1397444"/>
                  </a:lnTo>
                  <a:lnTo>
                    <a:pt x="716762" y="1380921"/>
                  </a:lnTo>
                  <a:lnTo>
                    <a:pt x="751700" y="1354683"/>
                  </a:lnTo>
                  <a:lnTo>
                    <a:pt x="779259" y="1320749"/>
                  </a:lnTo>
                  <a:lnTo>
                    <a:pt x="798080" y="1281277"/>
                  </a:lnTo>
                  <a:lnTo>
                    <a:pt x="806754" y="1238465"/>
                  </a:lnTo>
                  <a:close/>
                </a:path>
                <a:path w="1826259" h="2655570">
                  <a:moveTo>
                    <a:pt x="1129893" y="750290"/>
                  </a:moveTo>
                  <a:lnTo>
                    <a:pt x="1129398" y="702589"/>
                  </a:lnTo>
                  <a:lnTo>
                    <a:pt x="1123581" y="654659"/>
                  </a:lnTo>
                  <a:lnTo>
                    <a:pt x="1113028" y="607009"/>
                  </a:lnTo>
                  <a:lnTo>
                    <a:pt x="1098270" y="560184"/>
                  </a:lnTo>
                  <a:lnTo>
                    <a:pt x="1079868" y="514692"/>
                  </a:lnTo>
                  <a:lnTo>
                    <a:pt x="1058379" y="471068"/>
                  </a:lnTo>
                  <a:lnTo>
                    <a:pt x="1034440" y="429209"/>
                  </a:lnTo>
                  <a:lnTo>
                    <a:pt x="1008697" y="388467"/>
                  </a:lnTo>
                  <a:lnTo>
                    <a:pt x="981608" y="348551"/>
                  </a:lnTo>
                  <a:lnTo>
                    <a:pt x="953655" y="309156"/>
                  </a:lnTo>
                  <a:lnTo>
                    <a:pt x="897089" y="230759"/>
                  </a:lnTo>
                  <a:lnTo>
                    <a:pt x="869429" y="191147"/>
                  </a:lnTo>
                  <a:lnTo>
                    <a:pt x="842822" y="150888"/>
                  </a:lnTo>
                  <a:lnTo>
                    <a:pt x="817740" y="109664"/>
                  </a:lnTo>
                  <a:lnTo>
                    <a:pt x="805027" y="87477"/>
                  </a:lnTo>
                  <a:lnTo>
                    <a:pt x="791730" y="65646"/>
                  </a:lnTo>
                  <a:lnTo>
                    <a:pt x="759447" y="26746"/>
                  </a:lnTo>
                  <a:lnTo>
                    <a:pt x="714527" y="2514"/>
                  </a:lnTo>
                  <a:lnTo>
                    <a:pt x="689648" y="0"/>
                  </a:lnTo>
                  <a:lnTo>
                    <a:pt x="665556" y="5981"/>
                  </a:lnTo>
                  <a:lnTo>
                    <a:pt x="638251" y="29197"/>
                  </a:lnTo>
                  <a:lnTo>
                    <a:pt x="623620" y="62992"/>
                  </a:lnTo>
                  <a:lnTo>
                    <a:pt x="618350" y="102285"/>
                  </a:lnTo>
                  <a:lnTo>
                    <a:pt x="619137" y="142024"/>
                  </a:lnTo>
                  <a:lnTo>
                    <a:pt x="623112" y="195478"/>
                  </a:lnTo>
                  <a:lnTo>
                    <a:pt x="627443" y="248894"/>
                  </a:lnTo>
                  <a:lnTo>
                    <a:pt x="632142" y="302285"/>
                  </a:lnTo>
                  <a:lnTo>
                    <a:pt x="637209" y="355650"/>
                  </a:lnTo>
                  <a:lnTo>
                    <a:pt x="642632" y="408978"/>
                  </a:lnTo>
                  <a:lnTo>
                    <a:pt x="648411" y="462254"/>
                  </a:lnTo>
                  <a:lnTo>
                    <a:pt x="654545" y="515505"/>
                  </a:lnTo>
                  <a:lnTo>
                    <a:pt x="661047" y="568706"/>
                  </a:lnTo>
                  <a:lnTo>
                    <a:pt x="667905" y="621868"/>
                  </a:lnTo>
                  <a:lnTo>
                    <a:pt x="674636" y="669582"/>
                  </a:lnTo>
                  <a:lnTo>
                    <a:pt x="682929" y="717232"/>
                  </a:lnTo>
                  <a:lnTo>
                    <a:pt x="693788" y="764146"/>
                  </a:lnTo>
                  <a:lnTo>
                    <a:pt x="708228" y="809663"/>
                  </a:lnTo>
                  <a:lnTo>
                    <a:pt x="727265" y="853071"/>
                  </a:lnTo>
                  <a:lnTo>
                    <a:pt x="751916" y="893724"/>
                  </a:lnTo>
                  <a:lnTo>
                    <a:pt x="783704" y="930109"/>
                  </a:lnTo>
                  <a:lnTo>
                    <a:pt x="822134" y="960043"/>
                  </a:lnTo>
                  <a:lnTo>
                    <a:pt x="865200" y="981811"/>
                  </a:lnTo>
                  <a:lnTo>
                    <a:pt x="910882" y="993698"/>
                  </a:lnTo>
                  <a:lnTo>
                    <a:pt x="957135" y="993990"/>
                  </a:lnTo>
                  <a:lnTo>
                    <a:pt x="1001966" y="980973"/>
                  </a:lnTo>
                  <a:lnTo>
                    <a:pt x="1055433" y="941628"/>
                  </a:lnTo>
                  <a:lnTo>
                    <a:pt x="1094066" y="886739"/>
                  </a:lnTo>
                  <a:lnTo>
                    <a:pt x="1112786" y="842886"/>
                  </a:lnTo>
                  <a:lnTo>
                    <a:pt x="1124546" y="797229"/>
                  </a:lnTo>
                  <a:lnTo>
                    <a:pt x="1129893" y="750290"/>
                  </a:lnTo>
                  <a:close/>
                </a:path>
                <a:path w="1826259" h="2655570">
                  <a:moveTo>
                    <a:pt x="1689315" y="755929"/>
                  </a:moveTo>
                  <a:lnTo>
                    <a:pt x="1684794" y="707199"/>
                  </a:lnTo>
                  <a:lnTo>
                    <a:pt x="1669173" y="663168"/>
                  </a:lnTo>
                  <a:lnTo>
                    <a:pt x="1639150" y="628281"/>
                  </a:lnTo>
                  <a:lnTo>
                    <a:pt x="1596834" y="609866"/>
                  </a:lnTo>
                  <a:lnTo>
                    <a:pt x="1550809" y="610971"/>
                  </a:lnTo>
                  <a:lnTo>
                    <a:pt x="1505483" y="628116"/>
                  </a:lnTo>
                  <a:lnTo>
                    <a:pt x="1465262" y="657834"/>
                  </a:lnTo>
                  <a:lnTo>
                    <a:pt x="1434541" y="696645"/>
                  </a:lnTo>
                  <a:lnTo>
                    <a:pt x="1414081" y="740435"/>
                  </a:lnTo>
                  <a:lnTo>
                    <a:pt x="1400048" y="786739"/>
                  </a:lnTo>
                  <a:lnTo>
                    <a:pt x="1389888" y="834605"/>
                  </a:lnTo>
                  <a:lnTo>
                    <a:pt x="1381099" y="883018"/>
                  </a:lnTo>
                  <a:lnTo>
                    <a:pt x="1371130" y="931011"/>
                  </a:lnTo>
                  <a:lnTo>
                    <a:pt x="1357566" y="979093"/>
                  </a:lnTo>
                  <a:lnTo>
                    <a:pt x="1340739" y="1025994"/>
                  </a:lnTo>
                  <a:lnTo>
                    <a:pt x="1321333" y="1071994"/>
                  </a:lnTo>
                  <a:lnTo>
                    <a:pt x="1300073" y="1117333"/>
                  </a:lnTo>
                  <a:lnTo>
                    <a:pt x="1277620" y="1162278"/>
                  </a:lnTo>
                  <a:lnTo>
                    <a:pt x="1254671" y="1207084"/>
                  </a:lnTo>
                  <a:lnTo>
                    <a:pt x="1231938" y="1251991"/>
                  </a:lnTo>
                  <a:lnTo>
                    <a:pt x="1210094" y="1297266"/>
                  </a:lnTo>
                  <a:lnTo>
                    <a:pt x="1189837" y="1343164"/>
                  </a:lnTo>
                  <a:lnTo>
                    <a:pt x="1171867" y="1389938"/>
                  </a:lnTo>
                  <a:lnTo>
                    <a:pt x="1157249" y="1435887"/>
                  </a:lnTo>
                  <a:lnTo>
                    <a:pt x="1145184" y="1482471"/>
                  </a:lnTo>
                  <a:lnTo>
                    <a:pt x="1135341" y="1529588"/>
                  </a:lnTo>
                  <a:lnTo>
                    <a:pt x="1127429" y="1577162"/>
                  </a:lnTo>
                  <a:lnTo>
                    <a:pt x="1121105" y="1625079"/>
                  </a:lnTo>
                  <a:lnTo>
                    <a:pt x="1116088" y="1673237"/>
                  </a:lnTo>
                  <a:lnTo>
                    <a:pt x="1112037" y="1721535"/>
                  </a:lnTo>
                  <a:lnTo>
                    <a:pt x="1108646" y="1769872"/>
                  </a:lnTo>
                  <a:lnTo>
                    <a:pt x="1105611" y="1818144"/>
                  </a:lnTo>
                  <a:lnTo>
                    <a:pt x="1104226" y="1855254"/>
                  </a:lnTo>
                  <a:lnTo>
                    <a:pt x="1106538" y="1892274"/>
                  </a:lnTo>
                  <a:lnTo>
                    <a:pt x="1134249" y="1956993"/>
                  </a:lnTo>
                  <a:lnTo>
                    <a:pt x="1172184" y="1983422"/>
                  </a:lnTo>
                  <a:lnTo>
                    <a:pt x="1237335" y="1997557"/>
                  </a:lnTo>
                  <a:lnTo>
                    <a:pt x="1288300" y="1992058"/>
                  </a:lnTo>
                  <a:lnTo>
                    <a:pt x="1337297" y="1974405"/>
                  </a:lnTo>
                  <a:lnTo>
                    <a:pt x="1381950" y="1946490"/>
                  </a:lnTo>
                  <a:lnTo>
                    <a:pt x="1419923" y="1910257"/>
                  </a:lnTo>
                  <a:lnTo>
                    <a:pt x="1450060" y="1868068"/>
                  </a:lnTo>
                  <a:lnTo>
                    <a:pt x="1473390" y="1821802"/>
                  </a:lnTo>
                  <a:lnTo>
                    <a:pt x="1490764" y="1772551"/>
                  </a:lnTo>
                  <a:lnTo>
                    <a:pt x="1503032" y="1721459"/>
                  </a:lnTo>
                  <a:lnTo>
                    <a:pt x="1511084" y="1669605"/>
                  </a:lnTo>
                  <a:lnTo>
                    <a:pt x="1515999" y="1617637"/>
                  </a:lnTo>
                  <a:lnTo>
                    <a:pt x="1519161" y="1565503"/>
                  </a:lnTo>
                  <a:lnTo>
                    <a:pt x="1521828" y="1513319"/>
                  </a:lnTo>
                  <a:lnTo>
                    <a:pt x="1525206" y="1461211"/>
                  </a:lnTo>
                  <a:lnTo>
                    <a:pt x="1530553" y="1409293"/>
                  </a:lnTo>
                  <a:lnTo>
                    <a:pt x="1538770" y="1357947"/>
                  </a:lnTo>
                  <a:lnTo>
                    <a:pt x="1549590" y="1307134"/>
                  </a:lnTo>
                  <a:lnTo>
                    <a:pt x="1562506" y="1256753"/>
                  </a:lnTo>
                  <a:lnTo>
                    <a:pt x="1576971" y="1206703"/>
                  </a:lnTo>
                  <a:lnTo>
                    <a:pt x="1592478" y="1156855"/>
                  </a:lnTo>
                  <a:lnTo>
                    <a:pt x="1624520" y="1057376"/>
                  </a:lnTo>
                  <a:lnTo>
                    <a:pt x="1639989" y="1007529"/>
                  </a:lnTo>
                  <a:lnTo>
                    <a:pt x="1654403" y="957453"/>
                  </a:lnTo>
                  <a:lnTo>
                    <a:pt x="1667230" y="907072"/>
                  </a:lnTo>
                  <a:lnTo>
                    <a:pt x="1677949" y="856246"/>
                  </a:lnTo>
                  <a:lnTo>
                    <a:pt x="1686039" y="804887"/>
                  </a:lnTo>
                  <a:lnTo>
                    <a:pt x="1689315" y="755929"/>
                  </a:lnTo>
                  <a:close/>
                </a:path>
                <a:path w="1826259" h="2655570">
                  <a:moveTo>
                    <a:pt x="1826171" y="2040255"/>
                  </a:moveTo>
                  <a:lnTo>
                    <a:pt x="1821040" y="2015134"/>
                  </a:lnTo>
                  <a:lnTo>
                    <a:pt x="1807248" y="1993823"/>
                  </a:lnTo>
                  <a:lnTo>
                    <a:pt x="1786280" y="1980044"/>
                  </a:lnTo>
                  <a:lnTo>
                    <a:pt x="1761528" y="1974646"/>
                  </a:lnTo>
                  <a:lnTo>
                    <a:pt x="1735480" y="1976564"/>
                  </a:lnTo>
                  <a:lnTo>
                    <a:pt x="1688325" y="1997506"/>
                  </a:lnTo>
                  <a:lnTo>
                    <a:pt x="1648167" y="2030107"/>
                  </a:lnTo>
                  <a:lnTo>
                    <a:pt x="1628736" y="2047303"/>
                  </a:lnTo>
                  <a:lnTo>
                    <a:pt x="1587411" y="2079459"/>
                  </a:lnTo>
                  <a:lnTo>
                    <a:pt x="1543672" y="2108047"/>
                  </a:lnTo>
                  <a:lnTo>
                    <a:pt x="1498142" y="2134006"/>
                  </a:lnTo>
                  <a:lnTo>
                    <a:pt x="1451419" y="2158263"/>
                  </a:lnTo>
                  <a:lnTo>
                    <a:pt x="1356906" y="2205431"/>
                  </a:lnTo>
                  <a:lnTo>
                    <a:pt x="1310347" y="2230209"/>
                  </a:lnTo>
                  <a:lnTo>
                    <a:pt x="1265072" y="2257018"/>
                  </a:lnTo>
                  <a:lnTo>
                    <a:pt x="1224635" y="2285111"/>
                  </a:lnTo>
                  <a:lnTo>
                    <a:pt x="1187589" y="2317458"/>
                  </a:lnTo>
                  <a:lnTo>
                    <a:pt x="1156449" y="2354656"/>
                  </a:lnTo>
                  <a:lnTo>
                    <a:pt x="1133767" y="2397328"/>
                  </a:lnTo>
                  <a:lnTo>
                    <a:pt x="1123505" y="2439454"/>
                  </a:lnTo>
                  <a:lnTo>
                    <a:pt x="1123708" y="2482697"/>
                  </a:lnTo>
                  <a:lnTo>
                    <a:pt x="1133475" y="2525064"/>
                  </a:lnTo>
                  <a:lnTo>
                    <a:pt x="1151877" y="2564625"/>
                  </a:lnTo>
                  <a:lnTo>
                    <a:pt x="1178013" y="2599385"/>
                  </a:lnTo>
                  <a:lnTo>
                    <a:pt x="1210957" y="2627388"/>
                  </a:lnTo>
                  <a:lnTo>
                    <a:pt x="1249807" y="2646667"/>
                  </a:lnTo>
                  <a:lnTo>
                    <a:pt x="1288796" y="2655163"/>
                  </a:lnTo>
                  <a:lnTo>
                    <a:pt x="1308709" y="2655544"/>
                  </a:lnTo>
                  <a:lnTo>
                    <a:pt x="1328432" y="2652903"/>
                  </a:lnTo>
                  <a:lnTo>
                    <a:pt x="1383296" y="2627134"/>
                  </a:lnTo>
                  <a:lnTo>
                    <a:pt x="1429207" y="2585542"/>
                  </a:lnTo>
                  <a:lnTo>
                    <a:pt x="1463827" y="2546388"/>
                  </a:lnTo>
                  <a:lnTo>
                    <a:pt x="1496301" y="2505443"/>
                  </a:lnTo>
                  <a:lnTo>
                    <a:pt x="1527200" y="2463177"/>
                  </a:lnTo>
                  <a:lnTo>
                    <a:pt x="1557096" y="2420061"/>
                  </a:lnTo>
                  <a:lnTo>
                    <a:pt x="1616113" y="2333256"/>
                  </a:lnTo>
                  <a:lnTo>
                    <a:pt x="1646377" y="2290521"/>
                  </a:lnTo>
                  <a:lnTo>
                    <a:pt x="1677898" y="2248865"/>
                  </a:lnTo>
                  <a:lnTo>
                    <a:pt x="1711248" y="2208758"/>
                  </a:lnTo>
                  <a:lnTo>
                    <a:pt x="1746986" y="2170709"/>
                  </a:lnTo>
                  <a:lnTo>
                    <a:pt x="1765808" y="2152332"/>
                  </a:lnTo>
                  <a:lnTo>
                    <a:pt x="1784223" y="2133549"/>
                  </a:lnTo>
                  <a:lnTo>
                    <a:pt x="1800974" y="2113546"/>
                  </a:lnTo>
                  <a:lnTo>
                    <a:pt x="1814741" y="2091499"/>
                  </a:lnTo>
                  <a:lnTo>
                    <a:pt x="1823720" y="2066582"/>
                  </a:lnTo>
                  <a:lnTo>
                    <a:pt x="1826171" y="2040255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525676" y="2195260"/>
              <a:ext cx="201930" cy="2872105"/>
            </a:xfrm>
            <a:custGeom>
              <a:avLst/>
              <a:gdLst/>
              <a:ahLst/>
              <a:cxnLst/>
              <a:rect l="l" t="t" r="r" b="b"/>
              <a:pathLst>
                <a:path w="201929" h="2872104">
                  <a:moveTo>
                    <a:pt x="0" y="0"/>
                  </a:moveTo>
                  <a:lnTo>
                    <a:pt x="11307" y="49440"/>
                  </a:lnTo>
                  <a:lnTo>
                    <a:pt x="22289" y="98953"/>
                  </a:lnTo>
                  <a:lnTo>
                    <a:pt x="32947" y="148536"/>
                  </a:lnTo>
                  <a:lnTo>
                    <a:pt x="43279" y="198188"/>
                  </a:lnTo>
                  <a:lnTo>
                    <a:pt x="53287" y="247906"/>
                  </a:lnTo>
                  <a:lnTo>
                    <a:pt x="62969" y="297689"/>
                  </a:lnTo>
                  <a:lnTo>
                    <a:pt x="72327" y="347533"/>
                  </a:lnTo>
                  <a:lnTo>
                    <a:pt x="81359" y="397437"/>
                  </a:lnTo>
                  <a:lnTo>
                    <a:pt x="90065" y="447399"/>
                  </a:lnTo>
                  <a:lnTo>
                    <a:pt x="98447" y="497417"/>
                  </a:lnTo>
                  <a:lnTo>
                    <a:pt x="106502" y="547488"/>
                  </a:lnTo>
                  <a:lnTo>
                    <a:pt x="114232" y="597611"/>
                  </a:lnTo>
                  <a:lnTo>
                    <a:pt x="121636" y="647782"/>
                  </a:lnTo>
                  <a:lnTo>
                    <a:pt x="128715" y="698001"/>
                  </a:lnTo>
                  <a:lnTo>
                    <a:pt x="135467" y="748265"/>
                  </a:lnTo>
                  <a:lnTo>
                    <a:pt x="141894" y="798571"/>
                  </a:lnTo>
                  <a:lnTo>
                    <a:pt x="147994" y="848919"/>
                  </a:lnTo>
                  <a:lnTo>
                    <a:pt x="153768" y="899304"/>
                  </a:lnTo>
                  <a:lnTo>
                    <a:pt x="159216" y="949727"/>
                  </a:lnTo>
                  <a:lnTo>
                    <a:pt x="164337" y="1000183"/>
                  </a:lnTo>
                  <a:lnTo>
                    <a:pt x="169132" y="1050672"/>
                  </a:lnTo>
                  <a:lnTo>
                    <a:pt x="173601" y="1101191"/>
                  </a:lnTo>
                  <a:lnTo>
                    <a:pt x="177742" y="1151738"/>
                  </a:lnTo>
                  <a:lnTo>
                    <a:pt x="181557" y="1202310"/>
                  </a:lnTo>
                  <a:lnTo>
                    <a:pt x="185045" y="1252906"/>
                  </a:lnTo>
                  <a:lnTo>
                    <a:pt x="188206" y="1303524"/>
                  </a:lnTo>
                  <a:lnTo>
                    <a:pt x="191040" y="1354161"/>
                  </a:lnTo>
                  <a:lnTo>
                    <a:pt x="193547" y="1404815"/>
                  </a:lnTo>
                  <a:lnTo>
                    <a:pt x="195727" y="1455485"/>
                  </a:lnTo>
                  <a:lnTo>
                    <a:pt x="197580" y="1506167"/>
                  </a:lnTo>
                  <a:lnTo>
                    <a:pt x="199105" y="1556861"/>
                  </a:lnTo>
                  <a:lnTo>
                    <a:pt x="200302" y="1607563"/>
                  </a:lnTo>
                  <a:lnTo>
                    <a:pt x="201172" y="1658272"/>
                  </a:lnTo>
                  <a:lnTo>
                    <a:pt x="201714" y="1708985"/>
                  </a:lnTo>
                  <a:lnTo>
                    <a:pt x="201929" y="1759700"/>
                  </a:lnTo>
                  <a:lnTo>
                    <a:pt x="201815" y="1810416"/>
                  </a:lnTo>
                  <a:lnTo>
                    <a:pt x="201374" y="1861130"/>
                  </a:lnTo>
                  <a:lnTo>
                    <a:pt x="200605" y="1911840"/>
                  </a:lnTo>
                  <a:lnTo>
                    <a:pt x="199507" y="1962543"/>
                  </a:lnTo>
                  <a:lnTo>
                    <a:pt x="198081" y="2013239"/>
                  </a:lnTo>
                  <a:lnTo>
                    <a:pt x="196327" y="2063924"/>
                  </a:lnTo>
                  <a:lnTo>
                    <a:pt x="194245" y="2114596"/>
                  </a:lnTo>
                  <a:lnTo>
                    <a:pt x="191834" y="2165253"/>
                  </a:lnTo>
                  <a:lnTo>
                    <a:pt x="189094" y="2215894"/>
                  </a:lnTo>
                  <a:lnTo>
                    <a:pt x="186026" y="2266516"/>
                  </a:lnTo>
                  <a:lnTo>
                    <a:pt x="182629" y="2317117"/>
                  </a:lnTo>
                  <a:lnTo>
                    <a:pt x="178903" y="2367694"/>
                  </a:lnTo>
                  <a:lnTo>
                    <a:pt x="174848" y="2418246"/>
                  </a:lnTo>
                  <a:lnTo>
                    <a:pt x="170464" y="2468771"/>
                  </a:lnTo>
                  <a:lnTo>
                    <a:pt x="165751" y="2519266"/>
                  </a:lnTo>
                  <a:lnTo>
                    <a:pt x="160708" y="2569730"/>
                  </a:lnTo>
                  <a:lnTo>
                    <a:pt x="155337" y="2620159"/>
                  </a:lnTo>
                  <a:lnTo>
                    <a:pt x="149636" y="2670552"/>
                  </a:lnTo>
                  <a:lnTo>
                    <a:pt x="143605" y="2720908"/>
                  </a:lnTo>
                  <a:lnTo>
                    <a:pt x="137245" y="2771223"/>
                  </a:lnTo>
                  <a:lnTo>
                    <a:pt x="130555" y="2821495"/>
                  </a:lnTo>
                  <a:lnTo>
                    <a:pt x="123535" y="2871724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7132031" y="2771105"/>
              <a:ext cx="593725" cy="941705"/>
            </a:xfrm>
            <a:custGeom>
              <a:avLst/>
              <a:gdLst/>
              <a:ahLst/>
              <a:cxnLst/>
              <a:rect l="l" t="t" r="r" b="b"/>
              <a:pathLst>
                <a:path w="593725" h="941704">
                  <a:moveTo>
                    <a:pt x="0" y="0"/>
                  </a:moveTo>
                  <a:lnTo>
                    <a:pt x="16796" y="44844"/>
                  </a:lnTo>
                  <a:lnTo>
                    <a:pt x="36899" y="87962"/>
                  </a:lnTo>
                  <a:lnTo>
                    <a:pt x="59899" y="129564"/>
                  </a:lnTo>
                  <a:lnTo>
                    <a:pt x="85383" y="169860"/>
                  </a:lnTo>
                  <a:lnTo>
                    <a:pt x="112938" y="209061"/>
                  </a:lnTo>
                  <a:lnTo>
                    <a:pt x="142154" y="247379"/>
                  </a:lnTo>
                  <a:lnTo>
                    <a:pt x="172617" y="285025"/>
                  </a:lnTo>
                  <a:lnTo>
                    <a:pt x="203917" y="322208"/>
                  </a:lnTo>
                  <a:lnTo>
                    <a:pt x="235640" y="359140"/>
                  </a:lnTo>
                  <a:lnTo>
                    <a:pt x="267376" y="396033"/>
                  </a:lnTo>
                  <a:lnTo>
                    <a:pt x="298712" y="433096"/>
                  </a:lnTo>
                  <a:lnTo>
                    <a:pt x="329236" y="470540"/>
                  </a:lnTo>
                  <a:lnTo>
                    <a:pt x="359350" y="509575"/>
                  </a:lnTo>
                  <a:lnTo>
                    <a:pt x="388311" y="549472"/>
                  </a:lnTo>
                  <a:lnTo>
                    <a:pt x="416099" y="590195"/>
                  </a:lnTo>
                  <a:lnTo>
                    <a:pt x="442693" y="631707"/>
                  </a:lnTo>
                  <a:lnTo>
                    <a:pt x="468072" y="673973"/>
                  </a:lnTo>
                  <a:lnTo>
                    <a:pt x="492217" y="716957"/>
                  </a:lnTo>
                  <a:lnTo>
                    <a:pt x="515107" y="760621"/>
                  </a:lnTo>
                  <a:lnTo>
                    <a:pt x="536721" y="804930"/>
                  </a:lnTo>
                  <a:lnTo>
                    <a:pt x="557040" y="849847"/>
                  </a:lnTo>
                  <a:lnTo>
                    <a:pt x="576043" y="895337"/>
                  </a:lnTo>
                  <a:lnTo>
                    <a:pt x="593709" y="941364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6919792" y="4048723"/>
              <a:ext cx="1426210" cy="653415"/>
            </a:xfrm>
            <a:custGeom>
              <a:avLst/>
              <a:gdLst/>
              <a:ahLst/>
              <a:cxnLst/>
              <a:rect l="l" t="t" r="r" b="b"/>
              <a:pathLst>
                <a:path w="1426209" h="653414">
                  <a:moveTo>
                    <a:pt x="0" y="121713"/>
                  </a:moveTo>
                  <a:lnTo>
                    <a:pt x="47016" y="119859"/>
                  </a:lnTo>
                  <a:lnTo>
                    <a:pt x="97357" y="125741"/>
                  </a:lnTo>
                  <a:lnTo>
                    <a:pt x="147973" y="136964"/>
                  </a:lnTo>
                  <a:lnTo>
                    <a:pt x="195809" y="151131"/>
                  </a:lnTo>
                  <a:lnTo>
                    <a:pt x="237814" y="165848"/>
                  </a:lnTo>
                  <a:lnTo>
                    <a:pt x="282738" y="182691"/>
                  </a:lnTo>
                  <a:lnTo>
                    <a:pt x="327587" y="199987"/>
                  </a:lnTo>
                  <a:lnTo>
                    <a:pt x="372106" y="218096"/>
                  </a:lnTo>
                  <a:lnTo>
                    <a:pt x="416039" y="237373"/>
                  </a:lnTo>
                  <a:lnTo>
                    <a:pt x="459132" y="258178"/>
                  </a:lnTo>
                  <a:lnTo>
                    <a:pt x="501130" y="280867"/>
                  </a:lnTo>
                  <a:lnTo>
                    <a:pt x="541777" y="305798"/>
                  </a:lnTo>
                  <a:lnTo>
                    <a:pt x="580820" y="333330"/>
                  </a:lnTo>
                  <a:lnTo>
                    <a:pt x="617886" y="363995"/>
                  </a:lnTo>
                  <a:lnTo>
                    <a:pt x="652362" y="397890"/>
                  </a:lnTo>
                  <a:lnTo>
                    <a:pt x="683608" y="434725"/>
                  </a:lnTo>
                  <a:lnTo>
                    <a:pt x="710991" y="474210"/>
                  </a:lnTo>
                  <a:lnTo>
                    <a:pt x="733873" y="516058"/>
                  </a:lnTo>
                  <a:lnTo>
                    <a:pt x="751617" y="559978"/>
                  </a:lnTo>
                  <a:lnTo>
                    <a:pt x="763588" y="605682"/>
                  </a:lnTo>
                  <a:lnTo>
                    <a:pt x="769149" y="652880"/>
                  </a:lnTo>
                  <a:lnTo>
                    <a:pt x="777148" y="628898"/>
                  </a:lnTo>
                  <a:lnTo>
                    <a:pt x="805697" y="573807"/>
                  </a:lnTo>
                  <a:lnTo>
                    <a:pt x="849440" y="510742"/>
                  </a:lnTo>
                  <a:lnTo>
                    <a:pt x="876431" y="476793"/>
                  </a:lnTo>
                  <a:lnTo>
                    <a:pt x="906527" y="441537"/>
                  </a:lnTo>
                  <a:lnTo>
                    <a:pt x="939498" y="405204"/>
                  </a:lnTo>
                  <a:lnTo>
                    <a:pt x="975110" y="368023"/>
                  </a:lnTo>
                  <a:lnTo>
                    <a:pt x="1013135" y="330224"/>
                  </a:lnTo>
                  <a:lnTo>
                    <a:pt x="1053340" y="292035"/>
                  </a:lnTo>
                  <a:lnTo>
                    <a:pt x="1095494" y="253686"/>
                  </a:lnTo>
                  <a:lnTo>
                    <a:pt x="1139366" y="215405"/>
                  </a:lnTo>
                  <a:lnTo>
                    <a:pt x="1184726" y="177423"/>
                  </a:lnTo>
                  <a:lnTo>
                    <a:pt x="1231341" y="139968"/>
                  </a:lnTo>
                  <a:lnTo>
                    <a:pt x="1278980" y="103268"/>
                  </a:lnTo>
                  <a:lnTo>
                    <a:pt x="1327414" y="67555"/>
                  </a:lnTo>
                  <a:lnTo>
                    <a:pt x="1376409" y="33055"/>
                  </a:lnTo>
                  <a:lnTo>
                    <a:pt x="1425736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7708728" y="2870147"/>
              <a:ext cx="546735" cy="1645920"/>
            </a:xfrm>
            <a:custGeom>
              <a:avLst/>
              <a:gdLst/>
              <a:ahLst/>
              <a:cxnLst/>
              <a:rect l="l" t="t" r="r" b="b"/>
              <a:pathLst>
                <a:path w="546734" h="1645920">
                  <a:moveTo>
                    <a:pt x="546412" y="0"/>
                  </a:moveTo>
                  <a:lnTo>
                    <a:pt x="529624" y="48010"/>
                  </a:lnTo>
                  <a:lnTo>
                    <a:pt x="512463" y="95879"/>
                  </a:lnTo>
                  <a:lnTo>
                    <a:pt x="494969" y="143624"/>
                  </a:lnTo>
                  <a:lnTo>
                    <a:pt x="477182" y="191258"/>
                  </a:lnTo>
                  <a:lnTo>
                    <a:pt x="459142" y="238797"/>
                  </a:lnTo>
                  <a:lnTo>
                    <a:pt x="440890" y="286257"/>
                  </a:lnTo>
                  <a:lnTo>
                    <a:pt x="422466" y="333652"/>
                  </a:lnTo>
                  <a:lnTo>
                    <a:pt x="403911" y="380998"/>
                  </a:lnTo>
                  <a:lnTo>
                    <a:pt x="385264" y="428310"/>
                  </a:lnTo>
                  <a:lnTo>
                    <a:pt x="366566" y="475603"/>
                  </a:lnTo>
                  <a:lnTo>
                    <a:pt x="347857" y="522892"/>
                  </a:lnTo>
                  <a:lnTo>
                    <a:pt x="329178" y="570192"/>
                  </a:lnTo>
                  <a:lnTo>
                    <a:pt x="310569" y="617520"/>
                  </a:lnTo>
                  <a:lnTo>
                    <a:pt x="292070" y="664889"/>
                  </a:lnTo>
                  <a:lnTo>
                    <a:pt x="273721" y="712315"/>
                  </a:lnTo>
                  <a:lnTo>
                    <a:pt x="255563" y="759813"/>
                  </a:lnTo>
                  <a:lnTo>
                    <a:pt x="237636" y="807399"/>
                  </a:lnTo>
                  <a:lnTo>
                    <a:pt x="220456" y="854209"/>
                  </a:lnTo>
                  <a:lnTo>
                    <a:pt x="203625" y="901718"/>
                  </a:lnTo>
                  <a:lnTo>
                    <a:pt x="187152" y="949848"/>
                  </a:lnTo>
                  <a:lnTo>
                    <a:pt x="171049" y="998523"/>
                  </a:lnTo>
                  <a:lnTo>
                    <a:pt x="155325" y="1047666"/>
                  </a:lnTo>
                  <a:lnTo>
                    <a:pt x="139991" y="1097199"/>
                  </a:lnTo>
                  <a:lnTo>
                    <a:pt x="125057" y="1147046"/>
                  </a:lnTo>
                  <a:lnTo>
                    <a:pt x="110534" y="1197130"/>
                  </a:lnTo>
                  <a:lnTo>
                    <a:pt x="96432" y="1247374"/>
                  </a:lnTo>
                  <a:lnTo>
                    <a:pt x="82760" y="1297702"/>
                  </a:lnTo>
                  <a:lnTo>
                    <a:pt x="69530" y="1348035"/>
                  </a:lnTo>
                  <a:lnTo>
                    <a:pt x="56752" y="1398297"/>
                  </a:lnTo>
                  <a:lnTo>
                    <a:pt x="44436" y="1448412"/>
                  </a:lnTo>
                  <a:lnTo>
                    <a:pt x="32593" y="1498302"/>
                  </a:lnTo>
                  <a:lnTo>
                    <a:pt x="21232" y="1547891"/>
                  </a:lnTo>
                  <a:lnTo>
                    <a:pt x="10364" y="1597101"/>
                  </a:lnTo>
                  <a:lnTo>
                    <a:pt x="0" y="1645855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7453067" y="2501178"/>
              <a:ext cx="279400" cy="262255"/>
            </a:xfrm>
            <a:custGeom>
              <a:avLst/>
              <a:gdLst/>
              <a:ahLst/>
              <a:cxnLst/>
              <a:rect l="l" t="t" r="r" b="b"/>
              <a:pathLst>
                <a:path w="279400" h="262255">
                  <a:moveTo>
                    <a:pt x="279132" y="0"/>
                  </a:moveTo>
                  <a:lnTo>
                    <a:pt x="259871" y="52388"/>
                  </a:lnTo>
                  <a:lnTo>
                    <a:pt x="240612" y="104776"/>
                  </a:lnTo>
                  <a:lnTo>
                    <a:pt x="221352" y="157163"/>
                  </a:lnTo>
                  <a:lnTo>
                    <a:pt x="202093" y="209550"/>
                  </a:lnTo>
                  <a:lnTo>
                    <a:pt x="182832" y="261939"/>
                  </a:lnTo>
                  <a:lnTo>
                    <a:pt x="136490" y="234709"/>
                  </a:lnTo>
                  <a:lnTo>
                    <a:pt x="90563" y="206788"/>
                  </a:lnTo>
                  <a:lnTo>
                    <a:pt x="45063" y="178181"/>
                  </a:lnTo>
                  <a:lnTo>
                    <a:pt x="0" y="148895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95349" y="2271544"/>
              <a:ext cx="237217" cy="169062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80743" y="2051559"/>
              <a:ext cx="174570" cy="143953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7193766" y="3014212"/>
              <a:ext cx="193675" cy="139065"/>
            </a:xfrm>
            <a:custGeom>
              <a:avLst/>
              <a:gdLst/>
              <a:ahLst/>
              <a:cxnLst/>
              <a:rect l="l" t="t" r="r" b="b"/>
              <a:pathLst>
                <a:path w="193675" h="139064">
                  <a:moveTo>
                    <a:pt x="193334" y="0"/>
                  </a:moveTo>
                  <a:lnTo>
                    <a:pt x="193229" y="138613"/>
                  </a:lnTo>
                  <a:lnTo>
                    <a:pt x="144746" y="137330"/>
                  </a:lnTo>
                  <a:lnTo>
                    <a:pt x="96339" y="134317"/>
                  </a:lnTo>
                  <a:lnTo>
                    <a:pt x="48070" y="129581"/>
                  </a:lnTo>
                  <a:lnTo>
                    <a:pt x="0" y="123127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053343" y="2863374"/>
              <a:ext cx="218440" cy="147320"/>
            </a:xfrm>
            <a:custGeom>
              <a:avLst/>
              <a:gdLst/>
              <a:ahLst/>
              <a:cxnLst/>
              <a:rect l="l" t="t" r="r" b="b"/>
              <a:pathLst>
                <a:path w="218440" h="147319">
                  <a:moveTo>
                    <a:pt x="217909" y="20397"/>
                  </a:moveTo>
                  <a:lnTo>
                    <a:pt x="217134" y="52015"/>
                  </a:lnTo>
                  <a:lnTo>
                    <a:pt x="215969" y="83619"/>
                  </a:lnTo>
                  <a:lnTo>
                    <a:pt x="214416" y="115205"/>
                  </a:lnTo>
                  <a:lnTo>
                    <a:pt x="212475" y="146770"/>
                  </a:lnTo>
                  <a:lnTo>
                    <a:pt x="167693" y="120874"/>
                  </a:lnTo>
                  <a:lnTo>
                    <a:pt x="123987" y="93201"/>
                  </a:lnTo>
                  <a:lnTo>
                    <a:pt x="81424" y="63799"/>
                  </a:lnTo>
                  <a:lnTo>
                    <a:pt x="40072" y="32716"/>
                  </a:lnTo>
                  <a:lnTo>
                    <a:pt x="0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7917368" y="3364119"/>
              <a:ext cx="226060" cy="395605"/>
            </a:xfrm>
            <a:custGeom>
              <a:avLst/>
              <a:gdLst/>
              <a:ahLst/>
              <a:cxnLst/>
              <a:rect l="l" t="t" r="r" b="b"/>
              <a:pathLst>
                <a:path w="226059" h="395604">
                  <a:moveTo>
                    <a:pt x="226035" y="186905"/>
                  </a:moveTo>
                  <a:lnTo>
                    <a:pt x="0" y="395548"/>
                  </a:lnTo>
                  <a:lnTo>
                    <a:pt x="8701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8028215" y="3075056"/>
              <a:ext cx="104775" cy="358775"/>
            </a:xfrm>
            <a:custGeom>
              <a:avLst/>
              <a:gdLst/>
              <a:ahLst/>
              <a:cxnLst/>
              <a:rect l="l" t="t" r="r" b="b"/>
              <a:pathLst>
                <a:path w="104775" h="358775">
                  <a:moveTo>
                    <a:pt x="0" y="0"/>
                  </a:moveTo>
                  <a:lnTo>
                    <a:pt x="10868" y="358606"/>
                  </a:lnTo>
                  <a:lnTo>
                    <a:pt x="104321" y="326011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8145573" y="2742530"/>
              <a:ext cx="2540" cy="415290"/>
            </a:xfrm>
            <a:custGeom>
              <a:avLst/>
              <a:gdLst/>
              <a:ahLst/>
              <a:cxnLst/>
              <a:rect l="l" t="t" r="r" b="b"/>
              <a:pathLst>
                <a:path w="2540" h="415289">
                  <a:moveTo>
                    <a:pt x="2177" y="0"/>
                  </a:moveTo>
                  <a:lnTo>
                    <a:pt x="0" y="415118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7904333" y="4261715"/>
              <a:ext cx="189230" cy="156845"/>
            </a:xfrm>
            <a:custGeom>
              <a:avLst/>
              <a:gdLst/>
              <a:ahLst/>
              <a:cxnLst/>
              <a:rect l="l" t="t" r="r" b="b"/>
              <a:pathLst>
                <a:path w="189229" h="156845">
                  <a:moveTo>
                    <a:pt x="189083" y="156487"/>
                  </a:moveTo>
                  <a:lnTo>
                    <a:pt x="0" y="145618"/>
                  </a:lnTo>
                  <a:lnTo>
                    <a:pt x="13036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8019523" y="4174787"/>
              <a:ext cx="259079" cy="120014"/>
            </a:xfrm>
            <a:custGeom>
              <a:avLst/>
              <a:gdLst/>
              <a:ahLst/>
              <a:cxnLst/>
              <a:rect l="l" t="t" r="r" b="b"/>
              <a:pathLst>
                <a:path w="259079" h="120014">
                  <a:moveTo>
                    <a:pt x="258630" y="43464"/>
                  </a:moveTo>
                  <a:lnTo>
                    <a:pt x="0" y="119535"/>
                  </a:lnTo>
                  <a:lnTo>
                    <a:pt x="56511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865454" y="4076983"/>
              <a:ext cx="256540" cy="222250"/>
            </a:xfrm>
            <a:custGeom>
              <a:avLst/>
              <a:gdLst/>
              <a:ahLst/>
              <a:cxnLst/>
              <a:rect l="l" t="t" r="r" b="b"/>
              <a:pathLst>
                <a:path w="256540" h="222250">
                  <a:moveTo>
                    <a:pt x="121713" y="0"/>
                  </a:moveTo>
                  <a:lnTo>
                    <a:pt x="256463" y="126058"/>
                  </a:lnTo>
                  <a:lnTo>
                    <a:pt x="144871" y="147113"/>
                  </a:lnTo>
                  <a:lnTo>
                    <a:pt x="80959" y="164091"/>
                  </a:lnTo>
                  <a:lnTo>
                    <a:pt x="40683" y="185958"/>
                  </a:lnTo>
                  <a:lnTo>
                    <a:pt x="0" y="221679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7043675" y="4096538"/>
              <a:ext cx="224154" cy="291465"/>
            </a:xfrm>
            <a:custGeom>
              <a:avLst/>
              <a:gdLst/>
              <a:ahLst/>
              <a:cxnLst/>
              <a:rect l="l" t="t" r="r" b="b"/>
              <a:pathLst>
                <a:path w="224154" h="291464">
                  <a:moveTo>
                    <a:pt x="0" y="291237"/>
                  </a:moveTo>
                  <a:lnTo>
                    <a:pt x="62178" y="229293"/>
                  </a:lnTo>
                  <a:lnTo>
                    <a:pt x="106223" y="195062"/>
                  </a:lnTo>
                  <a:lnTo>
                    <a:pt x="153120" y="176316"/>
                  </a:lnTo>
                  <a:lnTo>
                    <a:pt x="223857" y="160832"/>
                  </a:lnTo>
                  <a:lnTo>
                    <a:pt x="152131" y="0"/>
                  </a:lnTo>
                </a:path>
              </a:pathLst>
            </a:custGeom>
            <a:ln w="8334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7207183" y="4995235"/>
              <a:ext cx="922655" cy="1082040"/>
            </a:xfrm>
            <a:custGeom>
              <a:avLst/>
              <a:gdLst/>
              <a:ahLst/>
              <a:cxnLst/>
              <a:rect l="l" t="t" r="r" b="b"/>
              <a:pathLst>
                <a:path w="922654" h="1082039">
                  <a:moveTo>
                    <a:pt x="922275" y="0"/>
                  </a:moveTo>
                  <a:lnTo>
                    <a:pt x="0" y="0"/>
                  </a:lnTo>
                  <a:lnTo>
                    <a:pt x="17915" y="1081967"/>
                  </a:lnTo>
                  <a:lnTo>
                    <a:pt x="904370" y="1081967"/>
                  </a:lnTo>
                  <a:lnTo>
                    <a:pt x="922275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7290397" y="5070226"/>
              <a:ext cx="743585" cy="941069"/>
            </a:xfrm>
            <a:custGeom>
              <a:avLst/>
              <a:gdLst/>
              <a:ahLst/>
              <a:cxnLst/>
              <a:rect l="l" t="t" r="r" b="b"/>
              <a:pathLst>
                <a:path w="743584" h="941070">
                  <a:moveTo>
                    <a:pt x="38823" y="6845"/>
                  </a:moveTo>
                  <a:lnTo>
                    <a:pt x="30086" y="0"/>
                  </a:lnTo>
                  <a:lnTo>
                    <a:pt x="19405" y="0"/>
                  </a:lnTo>
                  <a:lnTo>
                    <a:pt x="8737" y="0"/>
                  </a:lnTo>
                  <a:lnTo>
                    <a:pt x="0" y="6845"/>
                  </a:lnTo>
                  <a:lnTo>
                    <a:pt x="0" y="933856"/>
                  </a:lnTo>
                  <a:lnTo>
                    <a:pt x="8737" y="940701"/>
                  </a:lnTo>
                  <a:lnTo>
                    <a:pt x="30086" y="940701"/>
                  </a:lnTo>
                  <a:lnTo>
                    <a:pt x="38823" y="933856"/>
                  </a:lnTo>
                  <a:lnTo>
                    <a:pt x="38823" y="6845"/>
                  </a:lnTo>
                  <a:close/>
                </a:path>
                <a:path w="743584" h="941070">
                  <a:moveTo>
                    <a:pt x="180289" y="6845"/>
                  </a:moveTo>
                  <a:lnTo>
                    <a:pt x="171551" y="0"/>
                  </a:lnTo>
                  <a:lnTo>
                    <a:pt x="160870" y="0"/>
                  </a:lnTo>
                  <a:lnTo>
                    <a:pt x="150190" y="0"/>
                  </a:lnTo>
                  <a:lnTo>
                    <a:pt x="141465" y="6845"/>
                  </a:lnTo>
                  <a:lnTo>
                    <a:pt x="141465" y="933856"/>
                  </a:lnTo>
                  <a:lnTo>
                    <a:pt x="150190" y="940701"/>
                  </a:lnTo>
                  <a:lnTo>
                    <a:pt x="171551" y="940701"/>
                  </a:lnTo>
                  <a:lnTo>
                    <a:pt x="180289" y="933856"/>
                  </a:lnTo>
                  <a:lnTo>
                    <a:pt x="180289" y="6845"/>
                  </a:lnTo>
                  <a:close/>
                </a:path>
                <a:path w="743584" h="941070">
                  <a:moveTo>
                    <a:pt x="316204" y="6845"/>
                  </a:moveTo>
                  <a:lnTo>
                    <a:pt x="307467" y="0"/>
                  </a:lnTo>
                  <a:lnTo>
                    <a:pt x="296786" y="0"/>
                  </a:lnTo>
                  <a:lnTo>
                    <a:pt x="286105" y="0"/>
                  </a:lnTo>
                  <a:lnTo>
                    <a:pt x="277380" y="6845"/>
                  </a:lnTo>
                  <a:lnTo>
                    <a:pt x="277380" y="933856"/>
                  </a:lnTo>
                  <a:lnTo>
                    <a:pt x="286105" y="940701"/>
                  </a:lnTo>
                  <a:lnTo>
                    <a:pt x="307467" y="940701"/>
                  </a:lnTo>
                  <a:lnTo>
                    <a:pt x="316204" y="933856"/>
                  </a:lnTo>
                  <a:lnTo>
                    <a:pt x="316204" y="6845"/>
                  </a:lnTo>
                  <a:close/>
                </a:path>
                <a:path w="743584" h="941070">
                  <a:moveTo>
                    <a:pt x="457657" y="6845"/>
                  </a:moveTo>
                  <a:lnTo>
                    <a:pt x="448932" y="0"/>
                  </a:lnTo>
                  <a:lnTo>
                    <a:pt x="438251" y="0"/>
                  </a:lnTo>
                  <a:lnTo>
                    <a:pt x="427570" y="0"/>
                  </a:lnTo>
                  <a:lnTo>
                    <a:pt x="418833" y="6845"/>
                  </a:lnTo>
                  <a:lnTo>
                    <a:pt x="418833" y="933856"/>
                  </a:lnTo>
                  <a:lnTo>
                    <a:pt x="427570" y="940701"/>
                  </a:lnTo>
                  <a:lnTo>
                    <a:pt x="448932" y="940701"/>
                  </a:lnTo>
                  <a:lnTo>
                    <a:pt x="457657" y="933856"/>
                  </a:lnTo>
                  <a:lnTo>
                    <a:pt x="457657" y="6845"/>
                  </a:lnTo>
                  <a:close/>
                </a:path>
                <a:path w="743584" h="941070">
                  <a:moveTo>
                    <a:pt x="601891" y="6845"/>
                  </a:moveTo>
                  <a:lnTo>
                    <a:pt x="593166" y="0"/>
                  </a:lnTo>
                  <a:lnTo>
                    <a:pt x="582485" y="0"/>
                  </a:lnTo>
                  <a:lnTo>
                    <a:pt x="571804" y="0"/>
                  </a:lnTo>
                  <a:lnTo>
                    <a:pt x="563067" y="6845"/>
                  </a:lnTo>
                  <a:lnTo>
                    <a:pt x="563067" y="933856"/>
                  </a:lnTo>
                  <a:lnTo>
                    <a:pt x="571804" y="940701"/>
                  </a:lnTo>
                  <a:lnTo>
                    <a:pt x="593166" y="940701"/>
                  </a:lnTo>
                  <a:lnTo>
                    <a:pt x="601891" y="933856"/>
                  </a:lnTo>
                  <a:lnTo>
                    <a:pt x="601891" y="6845"/>
                  </a:lnTo>
                  <a:close/>
                </a:path>
                <a:path w="743584" h="941070">
                  <a:moveTo>
                    <a:pt x="743356" y="6845"/>
                  </a:moveTo>
                  <a:lnTo>
                    <a:pt x="734618" y="0"/>
                  </a:lnTo>
                  <a:lnTo>
                    <a:pt x="723938" y="0"/>
                  </a:lnTo>
                  <a:lnTo>
                    <a:pt x="713270" y="0"/>
                  </a:lnTo>
                  <a:lnTo>
                    <a:pt x="704532" y="6845"/>
                  </a:lnTo>
                  <a:lnTo>
                    <a:pt x="704532" y="933856"/>
                  </a:lnTo>
                  <a:lnTo>
                    <a:pt x="713270" y="940701"/>
                  </a:lnTo>
                  <a:lnTo>
                    <a:pt x="734618" y="940701"/>
                  </a:lnTo>
                  <a:lnTo>
                    <a:pt x="743356" y="933856"/>
                  </a:lnTo>
                  <a:lnTo>
                    <a:pt x="743356" y="6845"/>
                  </a:lnTo>
                  <a:close/>
                </a:path>
              </a:pathLst>
            </a:custGeom>
            <a:solidFill>
              <a:srgbClr val="30303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9" name="object 89" descr=""/>
          <p:cNvGrpSpPr/>
          <p:nvPr/>
        </p:nvGrpSpPr>
        <p:grpSpPr>
          <a:xfrm>
            <a:off x="3493327" y="6964999"/>
            <a:ext cx="7097395" cy="3061335"/>
            <a:chOff x="3493327" y="6964999"/>
            <a:chExt cx="7097395" cy="3061335"/>
          </a:xfrm>
        </p:grpSpPr>
        <p:sp>
          <p:nvSpPr>
            <p:cNvPr id="90" name="object 90" descr=""/>
            <p:cNvSpPr/>
            <p:nvPr/>
          </p:nvSpPr>
          <p:spPr>
            <a:xfrm>
              <a:off x="3493327" y="9819333"/>
              <a:ext cx="1448435" cy="207010"/>
            </a:xfrm>
            <a:custGeom>
              <a:avLst/>
              <a:gdLst/>
              <a:ahLst/>
              <a:cxnLst/>
              <a:rect l="l" t="t" r="r" b="b"/>
              <a:pathLst>
                <a:path w="1448435" h="207009">
                  <a:moveTo>
                    <a:pt x="723998" y="0"/>
                  </a:moveTo>
                  <a:lnTo>
                    <a:pt x="645109" y="607"/>
                  </a:lnTo>
                  <a:lnTo>
                    <a:pt x="568681" y="2386"/>
                  </a:lnTo>
                  <a:lnTo>
                    <a:pt x="495155" y="5274"/>
                  </a:lnTo>
                  <a:lnTo>
                    <a:pt x="424974" y="9208"/>
                  </a:lnTo>
                  <a:lnTo>
                    <a:pt x="358578" y="14125"/>
                  </a:lnTo>
                  <a:lnTo>
                    <a:pt x="296410" y="19962"/>
                  </a:lnTo>
                  <a:lnTo>
                    <a:pt x="238911" y="26655"/>
                  </a:lnTo>
                  <a:lnTo>
                    <a:pt x="186523" y="34142"/>
                  </a:lnTo>
                  <a:lnTo>
                    <a:pt x="139687" y="42359"/>
                  </a:lnTo>
                  <a:lnTo>
                    <a:pt x="98845" y="51243"/>
                  </a:lnTo>
                  <a:lnTo>
                    <a:pt x="36909" y="70761"/>
                  </a:lnTo>
                  <a:lnTo>
                    <a:pt x="4248" y="92189"/>
                  </a:lnTo>
                  <a:lnTo>
                    <a:pt x="0" y="103462"/>
                  </a:lnTo>
                  <a:lnTo>
                    <a:pt x="4248" y="114737"/>
                  </a:lnTo>
                  <a:lnTo>
                    <a:pt x="36909" y="136168"/>
                  </a:lnTo>
                  <a:lnTo>
                    <a:pt x="98845" y="155686"/>
                  </a:lnTo>
                  <a:lnTo>
                    <a:pt x="139687" y="164570"/>
                  </a:lnTo>
                  <a:lnTo>
                    <a:pt x="186523" y="172787"/>
                  </a:lnTo>
                  <a:lnTo>
                    <a:pt x="238911" y="180273"/>
                  </a:lnTo>
                  <a:lnTo>
                    <a:pt x="296410" y="186965"/>
                  </a:lnTo>
                  <a:lnTo>
                    <a:pt x="358578" y="192801"/>
                  </a:lnTo>
                  <a:lnTo>
                    <a:pt x="424974" y="197718"/>
                  </a:lnTo>
                  <a:lnTo>
                    <a:pt x="495155" y="201651"/>
                  </a:lnTo>
                  <a:lnTo>
                    <a:pt x="568681" y="204539"/>
                  </a:lnTo>
                  <a:lnTo>
                    <a:pt x="645109" y="206318"/>
                  </a:lnTo>
                  <a:lnTo>
                    <a:pt x="723998" y="206925"/>
                  </a:lnTo>
                  <a:lnTo>
                    <a:pt x="802886" y="206318"/>
                  </a:lnTo>
                  <a:lnTo>
                    <a:pt x="879313" y="204539"/>
                  </a:lnTo>
                  <a:lnTo>
                    <a:pt x="952837" y="201651"/>
                  </a:lnTo>
                  <a:lnTo>
                    <a:pt x="1023018" y="197718"/>
                  </a:lnTo>
                  <a:lnTo>
                    <a:pt x="1089414" y="192801"/>
                  </a:lnTo>
                  <a:lnTo>
                    <a:pt x="1151582" y="186965"/>
                  </a:lnTo>
                  <a:lnTo>
                    <a:pt x="1209081" y="180273"/>
                  </a:lnTo>
                  <a:lnTo>
                    <a:pt x="1261470" y="172787"/>
                  </a:lnTo>
                  <a:lnTo>
                    <a:pt x="1308307" y="164570"/>
                  </a:lnTo>
                  <a:lnTo>
                    <a:pt x="1349150" y="155686"/>
                  </a:lnTo>
                  <a:lnTo>
                    <a:pt x="1411087" y="136168"/>
                  </a:lnTo>
                  <a:lnTo>
                    <a:pt x="1443749" y="114737"/>
                  </a:lnTo>
                  <a:lnTo>
                    <a:pt x="1447997" y="103462"/>
                  </a:lnTo>
                  <a:lnTo>
                    <a:pt x="1443749" y="92189"/>
                  </a:lnTo>
                  <a:lnTo>
                    <a:pt x="1411087" y="70761"/>
                  </a:lnTo>
                  <a:lnTo>
                    <a:pt x="1349150" y="51243"/>
                  </a:lnTo>
                  <a:lnTo>
                    <a:pt x="1308307" y="42359"/>
                  </a:lnTo>
                  <a:lnTo>
                    <a:pt x="1261470" y="34142"/>
                  </a:lnTo>
                  <a:lnTo>
                    <a:pt x="1209081" y="26655"/>
                  </a:lnTo>
                  <a:lnTo>
                    <a:pt x="1151582" y="19962"/>
                  </a:lnTo>
                  <a:lnTo>
                    <a:pt x="1089414" y="14125"/>
                  </a:lnTo>
                  <a:lnTo>
                    <a:pt x="1023018" y="9208"/>
                  </a:lnTo>
                  <a:lnTo>
                    <a:pt x="952837" y="5274"/>
                  </a:lnTo>
                  <a:lnTo>
                    <a:pt x="879313" y="2386"/>
                  </a:lnTo>
                  <a:lnTo>
                    <a:pt x="802886" y="607"/>
                  </a:lnTo>
                  <a:lnTo>
                    <a:pt x="723998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4152484" y="6964999"/>
              <a:ext cx="939800" cy="1133475"/>
            </a:xfrm>
            <a:custGeom>
              <a:avLst/>
              <a:gdLst/>
              <a:ahLst/>
              <a:cxnLst/>
              <a:rect l="l" t="t" r="r" b="b"/>
              <a:pathLst>
                <a:path w="939800" h="1133475">
                  <a:moveTo>
                    <a:pt x="663785" y="0"/>
                  </a:moveTo>
                  <a:lnTo>
                    <a:pt x="623232" y="1131"/>
                  </a:lnTo>
                  <a:lnTo>
                    <a:pt x="581542" y="6814"/>
                  </a:lnTo>
                  <a:lnTo>
                    <a:pt x="539022" y="16926"/>
                  </a:lnTo>
                  <a:lnTo>
                    <a:pt x="495984" y="31346"/>
                  </a:lnTo>
                  <a:lnTo>
                    <a:pt x="452737" y="49952"/>
                  </a:lnTo>
                  <a:lnTo>
                    <a:pt x="409590" y="72624"/>
                  </a:lnTo>
                  <a:lnTo>
                    <a:pt x="366854" y="99239"/>
                  </a:lnTo>
                  <a:lnTo>
                    <a:pt x="324838" y="129678"/>
                  </a:lnTo>
                  <a:lnTo>
                    <a:pt x="283851" y="163817"/>
                  </a:lnTo>
                  <a:lnTo>
                    <a:pt x="244205" y="201536"/>
                  </a:lnTo>
                  <a:lnTo>
                    <a:pt x="206208" y="242713"/>
                  </a:lnTo>
                  <a:lnTo>
                    <a:pt x="170171" y="287228"/>
                  </a:lnTo>
                  <a:lnTo>
                    <a:pt x="136402" y="334958"/>
                  </a:lnTo>
                  <a:lnTo>
                    <a:pt x="107493" y="382659"/>
                  </a:lnTo>
                  <a:lnTo>
                    <a:pt x="82168" y="432332"/>
                  </a:lnTo>
                  <a:lnTo>
                    <a:pt x="60365" y="483505"/>
                  </a:lnTo>
                  <a:lnTo>
                    <a:pt x="42022" y="535705"/>
                  </a:lnTo>
                  <a:lnTo>
                    <a:pt x="27075" y="588458"/>
                  </a:lnTo>
                  <a:lnTo>
                    <a:pt x="15462" y="641291"/>
                  </a:lnTo>
                  <a:lnTo>
                    <a:pt x="7121" y="693731"/>
                  </a:lnTo>
                  <a:lnTo>
                    <a:pt x="1987" y="745306"/>
                  </a:lnTo>
                  <a:lnTo>
                    <a:pt x="0" y="795542"/>
                  </a:lnTo>
                  <a:lnTo>
                    <a:pt x="1095" y="843966"/>
                  </a:lnTo>
                  <a:lnTo>
                    <a:pt x="5210" y="890106"/>
                  </a:lnTo>
                  <a:lnTo>
                    <a:pt x="12282" y="933488"/>
                  </a:lnTo>
                  <a:lnTo>
                    <a:pt x="22249" y="973639"/>
                  </a:lnTo>
                  <a:lnTo>
                    <a:pt x="35048" y="1010086"/>
                  </a:lnTo>
                  <a:lnTo>
                    <a:pt x="68889" y="1069976"/>
                  </a:lnTo>
                  <a:lnTo>
                    <a:pt x="113304" y="1109374"/>
                  </a:lnTo>
                  <a:lnTo>
                    <a:pt x="171145" y="1129446"/>
                  </a:lnTo>
                  <a:lnTo>
                    <a:pt x="204545" y="1133136"/>
                  </a:lnTo>
                  <a:lnTo>
                    <a:pt x="240440" y="1132750"/>
                  </a:lnTo>
                  <a:lnTo>
                    <a:pt x="278462" y="1128401"/>
                  </a:lnTo>
                  <a:lnTo>
                    <a:pt x="318243" y="1120206"/>
                  </a:lnTo>
                  <a:lnTo>
                    <a:pt x="359415" y="1108280"/>
                  </a:lnTo>
                  <a:lnTo>
                    <a:pt x="401610" y="1092738"/>
                  </a:lnTo>
                  <a:lnTo>
                    <a:pt x="444460" y="1073695"/>
                  </a:lnTo>
                  <a:lnTo>
                    <a:pt x="487596" y="1051266"/>
                  </a:lnTo>
                  <a:lnTo>
                    <a:pt x="530650" y="1025567"/>
                  </a:lnTo>
                  <a:lnTo>
                    <a:pt x="573255" y="996713"/>
                  </a:lnTo>
                  <a:lnTo>
                    <a:pt x="615041" y="964819"/>
                  </a:lnTo>
                  <a:lnTo>
                    <a:pt x="655642" y="930000"/>
                  </a:lnTo>
                  <a:lnTo>
                    <a:pt x="694689" y="892372"/>
                  </a:lnTo>
                  <a:lnTo>
                    <a:pt x="731813" y="852049"/>
                  </a:lnTo>
                  <a:lnTo>
                    <a:pt x="766647" y="809148"/>
                  </a:lnTo>
                  <a:lnTo>
                    <a:pt x="798822" y="763783"/>
                  </a:lnTo>
                  <a:lnTo>
                    <a:pt x="829484" y="714092"/>
                  </a:lnTo>
                  <a:lnTo>
                    <a:pt x="856405" y="663815"/>
                  </a:lnTo>
                  <a:lnTo>
                    <a:pt x="879580" y="613251"/>
                  </a:lnTo>
                  <a:lnTo>
                    <a:pt x="899007" y="562702"/>
                  </a:lnTo>
                  <a:lnTo>
                    <a:pt x="914680" y="512467"/>
                  </a:lnTo>
                  <a:lnTo>
                    <a:pt x="926595" y="462846"/>
                  </a:lnTo>
                  <a:lnTo>
                    <a:pt x="934748" y="414140"/>
                  </a:lnTo>
                  <a:lnTo>
                    <a:pt x="939134" y="366648"/>
                  </a:lnTo>
                  <a:lnTo>
                    <a:pt x="939749" y="320671"/>
                  </a:lnTo>
                  <a:lnTo>
                    <a:pt x="936590" y="276509"/>
                  </a:lnTo>
                  <a:lnTo>
                    <a:pt x="929651" y="234462"/>
                  </a:lnTo>
                  <a:lnTo>
                    <a:pt x="918929" y="194830"/>
                  </a:lnTo>
                  <a:lnTo>
                    <a:pt x="904419" y="157914"/>
                  </a:lnTo>
                  <a:lnTo>
                    <a:pt x="886116" y="124013"/>
                  </a:lnTo>
                  <a:lnTo>
                    <a:pt x="838118" y="66459"/>
                  </a:lnTo>
                  <a:lnTo>
                    <a:pt x="775513" y="25122"/>
                  </a:lnTo>
                  <a:lnTo>
                    <a:pt x="702889" y="3540"/>
                  </a:lnTo>
                  <a:lnTo>
                    <a:pt x="663785" y="0"/>
                  </a:lnTo>
                  <a:close/>
                </a:path>
              </a:pathLst>
            </a:custGeom>
            <a:solidFill>
              <a:srgbClr val="3772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4191928" y="7015374"/>
              <a:ext cx="767715" cy="2000250"/>
            </a:xfrm>
            <a:custGeom>
              <a:avLst/>
              <a:gdLst/>
              <a:ahLst/>
              <a:cxnLst/>
              <a:rect l="l" t="t" r="r" b="b"/>
              <a:pathLst>
                <a:path w="767714" h="2000250">
                  <a:moveTo>
                    <a:pt x="93906" y="1999897"/>
                  </a:moveTo>
                  <a:lnTo>
                    <a:pt x="0" y="1120713"/>
                  </a:lnTo>
                  <a:lnTo>
                    <a:pt x="38834" y="619329"/>
                  </a:lnTo>
                  <a:lnTo>
                    <a:pt x="273531" y="308255"/>
                  </a:lnTo>
                  <a:lnTo>
                    <a:pt x="767216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4566489" y="7351814"/>
              <a:ext cx="514984" cy="53340"/>
            </a:xfrm>
            <a:custGeom>
              <a:avLst/>
              <a:gdLst/>
              <a:ahLst/>
              <a:cxnLst/>
              <a:rect l="l" t="t" r="r" b="b"/>
              <a:pathLst>
                <a:path w="514985" h="53340">
                  <a:moveTo>
                    <a:pt x="514685" y="0"/>
                  </a:moveTo>
                  <a:lnTo>
                    <a:pt x="0" y="52731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533803" y="7406289"/>
              <a:ext cx="540385" cy="55244"/>
            </a:xfrm>
            <a:custGeom>
              <a:avLst/>
              <a:gdLst/>
              <a:ahLst/>
              <a:cxnLst/>
              <a:rect l="l" t="t" r="r" b="b"/>
              <a:pathLst>
                <a:path w="540385" h="55245">
                  <a:moveTo>
                    <a:pt x="539962" y="0"/>
                  </a:moveTo>
                  <a:lnTo>
                    <a:pt x="0" y="54909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4294551" y="7303004"/>
              <a:ext cx="130810" cy="386715"/>
            </a:xfrm>
            <a:custGeom>
              <a:avLst/>
              <a:gdLst/>
              <a:ahLst/>
              <a:cxnLst/>
              <a:rect l="l" t="t" r="r" b="b"/>
              <a:pathLst>
                <a:path w="130810" h="386715">
                  <a:moveTo>
                    <a:pt x="0" y="0"/>
                  </a:moveTo>
                  <a:lnTo>
                    <a:pt x="130739" y="386553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4737496" y="8048707"/>
              <a:ext cx="908685" cy="593725"/>
            </a:xfrm>
            <a:custGeom>
              <a:avLst/>
              <a:gdLst/>
              <a:ahLst/>
              <a:cxnLst/>
              <a:rect l="l" t="t" r="r" b="b"/>
              <a:pathLst>
                <a:path w="908685" h="593725">
                  <a:moveTo>
                    <a:pt x="433136" y="0"/>
                  </a:moveTo>
                  <a:lnTo>
                    <a:pt x="376647" y="4300"/>
                  </a:lnTo>
                  <a:lnTo>
                    <a:pt x="320757" y="13057"/>
                  </a:lnTo>
                  <a:lnTo>
                    <a:pt x="266409" y="25619"/>
                  </a:lnTo>
                  <a:lnTo>
                    <a:pt x="214546" y="41339"/>
                  </a:lnTo>
                  <a:lnTo>
                    <a:pt x="166111" y="59565"/>
                  </a:lnTo>
                  <a:lnTo>
                    <a:pt x="122046" y="79648"/>
                  </a:lnTo>
                  <a:lnTo>
                    <a:pt x="83293" y="100938"/>
                  </a:lnTo>
                  <a:lnTo>
                    <a:pt x="50797" y="122785"/>
                  </a:lnTo>
                  <a:lnTo>
                    <a:pt x="8340" y="165552"/>
                  </a:lnTo>
                  <a:lnTo>
                    <a:pt x="0" y="205683"/>
                  </a:lnTo>
                  <a:lnTo>
                    <a:pt x="5283" y="231597"/>
                  </a:lnTo>
                  <a:lnTo>
                    <a:pt x="33346" y="295568"/>
                  </a:lnTo>
                  <a:lnTo>
                    <a:pt x="56551" y="331595"/>
                  </a:lnTo>
                  <a:lnTo>
                    <a:pt x="86154" y="368961"/>
                  </a:lnTo>
                  <a:lnTo>
                    <a:pt x="122368" y="406652"/>
                  </a:lnTo>
                  <a:lnTo>
                    <a:pt x="165405" y="443651"/>
                  </a:lnTo>
                  <a:lnTo>
                    <a:pt x="215476" y="478944"/>
                  </a:lnTo>
                  <a:lnTo>
                    <a:pt x="272796" y="511513"/>
                  </a:lnTo>
                  <a:lnTo>
                    <a:pt x="337575" y="540345"/>
                  </a:lnTo>
                  <a:lnTo>
                    <a:pt x="395486" y="560350"/>
                  </a:lnTo>
                  <a:lnTo>
                    <a:pt x="452814" y="575564"/>
                  </a:lnTo>
                  <a:lnTo>
                    <a:pt x="509037" y="586067"/>
                  </a:lnTo>
                  <a:lnTo>
                    <a:pt x="563635" y="591944"/>
                  </a:lnTo>
                  <a:lnTo>
                    <a:pt x="616086" y="593274"/>
                  </a:lnTo>
                  <a:lnTo>
                    <a:pt x="665869" y="590142"/>
                  </a:lnTo>
                  <a:lnTo>
                    <a:pt x="712462" y="582628"/>
                  </a:lnTo>
                  <a:lnTo>
                    <a:pt x="755344" y="570815"/>
                  </a:lnTo>
                  <a:lnTo>
                    <a:pt x="793993" y="554785"/>
                  </a:lnTo>
                  <a:lnTo>
                    <a:pt x="827889" y="534620"/>
                  </a:lnTo>
                  <a:lnTo>
                    <a:pt x="879334" y="482215"/>
                  </a:lnTo>
                  <a:lnTo>
                    <a:pt x="904948" y="417142"/>
                  </a:lnTo>
                  <a:lnTo>
                    <a:pt x="908103" y="381722"/>
                  </a:lnTo>
                  <a:lnTo>
                    <a:pt x="905478" y="344538"/>
                  </a:lnTo>
                  <a:lnTo>
                    <a:pt x="897244" y="306248"/>
                  </a:lnTo>
                  <a:lnTo>
                    <a:pt x="883572" y="267510"/>
                  </a:lnTo>
                  <a:lnTo>
                    <a:pt x="864634" y="228982"/>
                  </a:lnTo>
                  <a:lnTo>
                    <a:pt x="840601" y="191324"/>
                  </a:lnTo>
                  <a:lnTo>
                    <a:pt x="811646" y="155194"/>
                  </a:lnTo>
                  <a:lnTo>
                    <a:pt x="777940" y="121249"/>
                  </a:lnTo>
                  <a:lnTo>
                    <a:pt x="739654" y="90149"/>
                  </a:lnTo>
                  <a:lnTo>
                    <a:pt x="696959" y="62553"/>
                  </a:lnTo>
                  <a:lnTo>
                    <a:pt x="650029" y="39118"/>
                  </a:lnTo>
                  <a:lnTo>
                    <a:pt x="599033" y="20503"/>
                  </a:lnTo>
                  <a:lnTo>
                    <a:pt x="544144" y="7366"/>
                  </a:lnTo>
                  <a:lnTo>
                    <a:pt x="489283" y="805"/>
                  </a:lnTo>
                  <a:lnTo>
                    <a:pt x="433136" y="0"/>
                  </a:lnTo>
                  <a:close/>
                </a:path>
              </a:pathLst>
            </a:custGeom>
            <a:solidFill>
              <a:srgbClr val="3772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4130261" y="8200829"/>
              <a:ext cx="1494155" cy="814705"/>
            </a:xfrm>
            <a:custGeom>
              <a:avLst/>
              <a:gdLst/>
              <a:ahLst/>
              <a:cxnLst/>
              <a:rect l="l" t="t" r="r" b="b"/>
              <a:pathLst>
                <a:path w="1494154" h="814704">
                  <a:moveTo>
                    <a:pt x="2170" y="814442"/>
                  </a:moveTo>
                  <a:lnTo>
                    <a:pt x="0" y="429610"/>
                  </a:lnTo>
                  <a:lnTo>
                    <a:pt x="69776" y="218213"/>
                  </a:lnTo>
                  <a:lnTo>
                    <a:pt x="274948" y="105441"/>
                  </a:lnTo>
                  <a:lnTo>
                    <a:pt x="678966" y="16487"/>
                  </a:lnTo>
                  <a:lnTo>
                    <a:pt x="738655" y="6897"/>
                  </a:lnTo>
                  <a:lnTo>
                    <a:pt x="796845" y="1488"/>
                  </a:lnTo>
                  <a:lnTo>
                    <a:pt x="853470" y="0"/>
                  </a:lnTo>
                  <a:lnTo>
                    <a:pt x="908467" y="2172"/>
                  </a:lnTo>
                  <a:lnTo>
                    <a:pt x="961771" y="7747"/>
                  </a:lnTo>
                  <a:lnTo>
                    <a:pt x="1013316" y="16463"/>
                  </a:lnTo>
                  <a:lnTo>
                    <a:pt x="1063039" y="28062"/>
                  </a:lnTo>
                  <a:lnTo>
                    <a:pt x="1110873" y="42284"/>
                  </a:lnTo>
                  <a:lnTo>
                    <a:pt x="1156755" y="58868"/>
                  </a:lnTo>
                  <a:lnTo>
                    <a:pt x="1200619" y="77557"/>
                  </a:lnTo>
                  <a:lnTo>
                    <a:pt x="1242401" y="98089"/>
                  </a:lnTo>
                  <a:lnTo>
                    <a:pt x="1282036" y="120206"/>
                  </a:lnTo>
                  <a:lnTo>
                    <a:pt x="1319459" y="143647"/>
                  </a:lnTo>
                  <a:lnTo>
                    <a:pt x="1354605" y="168154"/>
                  </a:lnTo>
                  <a:lnTo>
                    <a:pt x="1387409" y="193466"/>
                  </a:lnTo>
                  <a:lnTo>
                    <a:pt x="1417807" y="219324"/>
                  </a:lnTo>
                  <a:lnTo>
                    <a:pt x="1445734" y="245469"/>
                  </a:lnTo>
                  <a:lnTo>
                    <a:pt x="1471125" y="271640"/>
                  </a:lnTo>
                  <a:lnTo>
                    <a:pt x="1493915" y="297578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5190997" y="8118387"/>
              <a:ext cx="239395" cy="109855"/>
            </a:xfrm>
            <a:custGeom>
              <a:avLst/>
              <a:gdLst/>
              <a:ahLst/>
              <a:cxnLst/>
              <a:rect l="l" t="t" r="r" b="b"/>
              <a:pathLst>
                <a:path w="239395" h="109854">
                  <a:moveTo>
                    <a:pt x="0" y="109389"/>
                  </a:moveTo>
                  <a:lnTo>
                    <a:pt x="238819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5250701" y="8142791"/>
              <a:ext cx="222250" cy="104139"/>
            </a:xfrm>
            <a:custGeom>
              <a:avLst/>
              <a:gdLst/>
              <a:ahLst/>
              <a:cxnLst/>
              <a:rect l="l" t="t" r="r" b="b"/>
              <a:pathLst>
                <a:path w="222250" h="104140">
                  <a:moveTo>
                    <a:pt x="0" y="103724"/>
                  </a:moveTo>
                  <a:lnTo>
                    <a:pt x="222255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5092506" y="8208601"/>
              <a:ext cx="93345" cy="405765"/>
            </a:xfrm>
            <a:custGeom>
              <a:avLst/>
              <a:gdLst/>
              <a:ahLst/>
              <a:cxnLst/>
              <a:rect l="l" t="t" r="r" b="b"/>
              <a:pathLst>
                <a:path w="93345" h="405765">
                  <a:moveTo>
                    <a:pt x="0" y="0"/>
                  </a:moveTo>
                  <a:lnTo>
                    <a:pt x="92824" y="405296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3505988" y="7826674"/>
              <a:ext cx="565150" cy="684530"/>
            </a:xfrm>
            <a:custGeom>
              <a:avLst/>
              <a:gdLst/>
              <a:ahLst/>
              <a:cxnLst/>
              <a:rect l="l" t="t" r="r" b="b"/>
              <a:pathLst>
                <a:path w="565150" h="684529">
                  <a:moveTo>
                    <a:pt x="184663" y="0"/>
                  </a:moveTo>
                  <a:lnTo>
                    <a:pt x="113308" y="10633"/>
                  </a:lnTo>
                  <a:lnTo>
                    <a:pt x="54444" y="49765"/>
                  </a:lnTo>
                  <a:lnTo>
                    <a:pt x="16264" y="112559"/>
                  </a:lnTo>
                  <a:lnTo>
                    <a:pt x="5379" y="150826"/>
                  </a:lnTo>
                  <a:lnTo>
                    <a:pt x="0" y="192665"/>
                  </a:lnTo>
                  <a:lnTo>
                    <a:pt x="150" y="237324"/>
                  </a:lnTo>
                  <a:lnTo>
                    <a:pt x="5856" y="284048"/>
                  </a:lnTo>
                  <a:lnTo>
                    <a:pt x="17143" y="332081"/>
                  </a:lnTo>
                  <a:lnTo>
                    <a:pt x="34037" y="380671"/>
                  </a:lnTo>
                  <a:lnTo>
                    <a:pt x="56563" y="429062"/>
                  </a:lnTo>
                  <a:lnTo>
                    <a:pt x="84747" y="476501"/>
                  </a:lnTo>
                  <a:lnTo>
                    <a:pt x="122217" y="524611"/>
                  </a:lnTo>
                  <a:lnTo>
                    <a:pt x="165176" y="566237"/>
                  </a:lnTo>
                  <a:lnTo>
                    <a:pt x="211816" y="601457"/>
                  </a:lnTo>
                  <a:lnTo>
                    <a:pt x="260330" y="630349"/>
                  </a:lnTo>
                  <a:lnTo>
                    <a:pt x="308913" y="652993"/>
                  </a:lnTo>
                  <a:lnTo>
                    <a:pt x="355757" y="669466"/>
                  </a:lnTo>
                  <a:lnTo>
                    <a:pt x="399054" y="679846"/>
                  </a:lnTo>
                  <a:lnTo>
                    <a:pt x="436999" y="684212"/>
                  </a:lnTo>
                  <a:lnTo>
                    <a:pt x="467785" y="682643"/>
                  </a:lnTo>
                  <a:lnTo>
                    <a:pt x="512899" y="655454"/>
                  </a:lnTo>
                  <a:lnTo>
                    <a:pt x="547335" y="592834"/>
                  </a:lnTo>
                  <a:lnTo>
                    <a:pt x="557972" y="552303"/>
                  </a:lnTo>
                  <a:lnTo>
                    <a:pt x="563886" y="507174"/>
                  </a:lnTo>
                  <a:lnTo>
                    <a:pt x="564827" y="458611"/>
                  </a:lnTo>
                  <a:lnTo>
                    <a:pt x="560542" y="407778"/>
                  </a:lnTo>
                  <a:lnTo>
                    <a:pt x="550780" y="355836"/>
                  </a:lnTo>
                  <a:lnTo>
                    <a:pt x="535289" y="303949"/>
                  </a:lnTo>
                  <a:lnTo>
                    <a:pt x="513819" y="253279"/>
                  </a:lnTo>
                  <a:lnTo>
                    <a:pt x="486117" y="204991"/>
                  </a:lnTo>
                  <a:lnTo>
                    <a:pt x="453634" y="160595"/>
                  </a:lnTo>
                  <a:lnTo>
                    <a:pt x="418409" y="121013"/>
                  </a:lnTo>
                  <a:lnTo>
                    <a:pt x="381069" y="86519"/>
                  </a:lnTo>
                  <a:lnTo>
                    <a:pt x="342244" y="57389"/>
                  </a:lnTo>
                  <a:lnTo>
                    <a:pt x="302561" y="33897"/>
                  </a:lnTo>
                  <a:lnTo>
                    <a:pt x="262651" y="16318"/>
                  </a:lnTo>
                  <a:lnTo>
                    <a:pt x="223142" y="4927"/>
                  </a:lnTo>
                  <a:lnTo>
                    <a:pt x="184663" y="0"/>
                  </a:lnTo>
                  <a:close/>
                </a:path>
              </a:pathLst>
            </a:custGeom>
            <a:solidFill>
              <a:srgbClr val="3772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3591171" y="7862133"/>
              <a:ext cx="486409" cy="1153160"/>
            </a:xfrm>
            <a:custGeom>
              <a:avLst/>
              <a:gdLst/>
              <a:ahLst/>
              <a:cxnLst/>
              <a:rect l="l" t="t" r="r" b="b"/>
              <a:pathLst>
                <a:path w="486410" h="1153159">
                  <a:moveTo>
                    <a:pt x="457588" y="1153137"/>
                  </a:moveTo>
                  <a:lnTo>
                    <a:pt x="486231" y="653422"/>
                  </a:lnTo>
                  <a:lnTo>
                    <a:pt x="448113" y="366732"/>
                  </a:lnTo>
                  <a:lnTo>
                    <a:pt x="300335" y="184960"/>
                  </a:lnTo>
                  <a:lnTo>
                    <a:pt x="0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3518387" y="8112289"/>
              <a:ext cx="329565" cy="0"/>
            </a:xfrm>
            <a:custGeom>
              <a:avLst/>
              <a:gdLst/>
              <a:ahLst/>
              <a:cxnLst/>
              <a:rect l="l" t="t" r="r" b="b"/>
              <a:pathLst>
                <a:path w="329564" h="0">
                  <a:moveTo>
                    <a:pt x="0" y="0"/>
                  </a:moveTo>
                  <a:lnTo>
                    <a:pt x="329026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3534948" y="8168943"/>
              <a:ext cx="345440" cy="0"/>
            </a:xfrm>
            <a:custGeom>
              <a:avLst/>
              <a:gdLst/>
              <a:ahLst/>
              <a:cxnLst/>
              <a:rect l="l" t="t" r="r" b="b"/>
              <a:pathLst>
                <a:path w="345439" h="0">
                  <a:moveTo>
                    <a:pt x="0" y="0"/>
                  </a:moveTo>
                  <a:lnTo>
                    <a:pt x="345151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3941113" y="8055199"/>
              <a:ext cx="59055" cy="236220"/>
            </a:xfrm>
            <a:custGeom>
              <a:avLst/>
              <a:gdLst/>
              <a:ahLst/>
              <a:cxnLst/>
              <a:rect l="l" t="t" r="r" b="b"/>
              <a:pathLst>
                <a:path w="59054" h="236220">
                  <a:moveTo>
                    <a:pt x="58835" y="0"/>
                  </a:moveTo>
                  <a:lnTo>
                    <a:pt x="0" y="235772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3754154" y="9015704"/>
              <a:ext cx="887730" cy="887730"/>
            </a:xfrm>
            <a:custGeom>
              <a:avLst/>
              <a:gdLst/>
              <a:ahLst/>
              <a:cxnLst/>
              <a:rect l="l" t="t" r="r" b="b"/>
              <a:pathLst>
                <a:path w="887729" h="887729">
                  <a:moveTo>
                    <a:pt x="741736" y="0"/>
                  </a:moveTo>
                  <a:lnTo>
                    <a:pt x="146435" y="0"/>
                  </a:lnTo>
                  <a:lnTo>
                    <a:pt x="113414" y="3710"/>
                  </a:lnTo>
                  <a:lnTo>
                    <a:pt x="56037" y="31072"/>
                  </a:lnTo>
                  <a:lnTo>
                    <a:pt x="19489" y="73374"/>
                  </a:lnTo>
                  <a:lnTo>
                    <a:pt x="2301" y="120155"/>
                  </a:lnTo>
                  <a:lnTo>
                    <a:pt x="0" y="145995"/>
                  </a:lnTo>
                  <a:lnTo>
                    <a:pt x="0" y="741296"/>
                  </a:lnTo>
                  <a:lnTo>
                    <a:pt x="8722" y="790551"/>
                  </a:lnTo>
                  <a:lnTo>
                    <a:pt x="29994" y="829384"/>
                  </a:lnTo>
                  <a:lnTo>
                    <a:pt x="61562" y="860003"/>
                  </a:lnTo>
                  <a:lnTo>
                    <a:pt x="101138" y="880082"/>
                  </a:lnTo>
                  <a:lnTo>
                    <a:pt x="146435" y="887292"/>
                  </a:lnTo>
                  <a:lnTo>
                    <a:pt x="741736" y="887292"/>
                  </a:lnTo>
                  <a:lnTo>
                    <a:pt x="787280" y="880075"/>
                  </a:lnTo>
                  <a:lnTo>
                    <a:pt x="826939" y="859948"/>
                  </a:lnTo>
                  <a:lnTo>
                    <a:pt x="858425" y="829199"/>
                  </a:lnTo>
                  <a:lnTo>
                    <a:pt x="879449" y="790112"/>
                  </a:lnTo>
                  <a:lnTo>
                    <a:pt x="887732" y="741296"/>
                  </a:lnTo>
                  <a:lnTo>
                    <a:pt x="887732" y="145995"/>
                  </a:lnTo>
                  <a:lnTo>
                    <a:pt x="878524" y="94621"/>
                  </a:lnTo>
                  <a:lnTo>
                    <a:pt x="853303" y="51422"/>
                  </a:lnTo>
                  <a:lnTo>
                    <a:pt x="804057" y="13947"/>
                  </a:lnTo>
                  <a:lnTo>
                    <a:pt x="7417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3754154" y="9015704"/>
              <a:ext cx="887730" cy="887730"/>
            </a:xfrm>
            <a:custGeom>
              <a:avLst/>
              <a:gdLst/>
              <a:ahLst/>
              <a:cxnLst/>
              <a:rect l="l" t="t" r="r" b="b"/>
              <a:pathLst>
                <a:path w="887729" h="887729">
                  <a:moveTo>
                    <a:pt x="887732" y="145995"/>
                  </a:moveTo>
                  <a:lnTo>
                    <a:pt x="887732" y="741296"/>
                  </a:lnTo>
                  <a:lnTo>
                    <a:pt x="887174" y="753952"/>
                  </a:lnTo>
                  <a:lnTo>
                    <a:pt x="858425" y="829199"/>
                  </a:lnTo>
                  <a:lnTo>
                    <a:pt x="826939" y="859948"/>
                  </a:lnTo>
                  <a:lnTo>
                    <a:pt x="787280" y="880075"/>
                  </a:lnTo>
                  <a:lnTo>
                    <a:pt x="741736" y="887292"/>
                  </a:lnTo>
                  <a:lnTo>
                    <a:pt x="146435" y="887292"/>
                  </a:lnTo>
                  <a:lnTo>
                    <a:pt x="101138" y="880082"/>
                  </a:lnTo>
                  <a:lnTo>
                    <a:pt x="61562" y="860003"/>
                  </a:lnTo>
                  <a:lnTo>
                    <a:pt x="29994" y="829384"/>
                  </a:lnTo>
                  <a:lnTo>
                    <a:pt x="8722" y="790551"/>
                  </a:lnTo>
                  <a:lnTo>
                    <a:pt x="0" y="741296"/>
                  </a:lnTo>
                  <a:lnTo>
                    <a:pt x="0" y="145995"/>
                  </a:lnTo>
                  <a:lnTo>
                    <a:pt x="8934" y="95825"/>
                  </a:lnTo>
                  <a:lnTo>
                    <a:pt x="33559" y="53171"/>
                  </a:lnTo>
                  <a:lnTo>
                    <a:pt x="82968" y="14326"/>
                  </a:lnTo>
                  <a:lnTo>
                    <a:pt x="146435" y="0"/>
                  </a:lnTo>
                  <a:lnTo>
                    <a:pt x="741736" y="0"/>
                  </a:lnTo>
                  <a:lnTo>
                    <a:pt x="804057" y="13947"/>
                  </a:lnTo>
                  <a:lnTo>
                    <a:pt x="853303" y="51422"/>
                  </a:lnTo>
                  <a:lnTo>
                    <a:pt x="878524" y="94621"/>
                  </a:lnTo>
                  <a:lnTo>
                    <a:pt x="887732" y="145995"/>
                  </a:lnTo>
                  <a:close/>
                </a:path>
              </a:pathLst>
            </a:custGeom>
            <a:ln w="22449">
              <a:solidFill>
                <a:srgbClr val="046A3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00819" y="9125965"/>
              <a:ext cx="89777" cy="89777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99982" y="9125528"/>
              <a:ext cx="89777" cy="89777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99142" y="9125528"/>
              <a:ext cx="89777" cy="89777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4586108" y="9125523"/>
              <a:ext cx="45720" cy="89535"/>
            </a:xfrm>
            <a:custGeom>
              <a:avLst/>
              <a:gdLst/>
              <a:ahLst/>
              <a:cxnLst/>
              <a:rect l="l" t="t" r="r" b="b"/>
              <a:pathLst>
                <a:path w="45720" h="89534">
                  <a:moveTo>
                    <a:pt x="40522" y="0"/>
                  </a:moveTo>
                  <a:lnTo>
                    <a:pt x="24631" y="4621"/>
                  </a:lnTo>
                  <a:lnTo>
                    <a:pt x="11764" y="14388"/>
                  </a:lnTo>
                  <a:lnTo>
                    <a:pt x="3145" y="28075"/>
                  </a:lnTo>
                  <a:lnTo>
                    <a:pt x="0" y="44459"/>
                  </a:lnTo>
                  <a:lnTo>
                    <a:pt x="3519" y="61951"/>
                  </a:lnTo>
                  <a:lnTo>
                    <a:pt x="13125" y="76217"/>
                  </a:lnTo>
                  <a:lnTo>
                    <a:pt x="27387" y="85826"/>
                  </a:lnTo>
                  <a:lnTo>
                    <a:pt x="45317" y="89348"/>
                  </a:lnTo>
                  <a:lnTo>
                    <a:pt x="45317" y="36176"/>
                  </a:lnTo>
                  <a:lnTo>
                    <a:pt x="44998" y="26847"/>
                  </a:lnTo>
                  <a:lnTo>
                    <a:pt x="44066" y="17762"/>
                  </a:lnTo>
                  <a:lnTo>
                    <a:pt x="42561" y="8840"/>
                  </a:lnTo>
                  <a:lnTo>
                    <a:pt x="40522" y="0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01659" y="9125965"/>
              <a:ext cx="89777" cy="89777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3902760" y="9025299"/>
              <a:ext cx="681990" cy="56515"/>
            </a:xfrm>
            <a:custGeom>
              <a:avLst/>
              <a:gdLst/>
              <a:ahLst/>
              <a:cxnLst/>
              <a:rect l="l" t="t" r="r" b="b"/>
              <a:pathLst>
                <a:path w="681989" h="56515">
                  <a:moveTo>
                    <a:pt x="89090" y="20853"/>
                  </a:moveTo>
                  <a:lnTo>
                    <a:pt x="88900" y="2616"/>
                  </a:lnTo>
                  <a:lnTo>
                    <a:pt x="88468" y="1739"/>
                  </a:lnTo>
                  <a:lnTo>
                    <a:pt x="88468" y="876"/>
                  </a:lnTo>
                  <a:lnTo>
                    <a:pt x="1752" y="876"/>
                  </a:lnTo>
                  <a:lnTo>
                    <a:pt x="0" y="6985"/>
                  </a:lnTo>
                  <a:lnTo>
                    <a:pt x="0" y="13944"/>
                  </a:lnTo>
                  <a:lnTo>
                    <a:pt x="1308" y="20916"/>
                  </a:lnTo>
                  <a:lnTo>
                    <a:pt x="8140" y="37147"/>
                  </a:lnTo>
                  <a:lnTo>
                    <a:pt x="20320" y="49136"/>
                  </a:lnTo>
                  <a:lnTo>
                    <a:pt x="36182" y="55727"/>
                  </a:lnTo>
                  <a:lnTo>
                    <a:pt x="54038" y="55778"/>
                  </a:lnTo>
                  <a:lnTo>
                    <a:pt x="70523" y="48717"/>
                  </a:lnTo>
                  <a:lnTo>
                    <a:pt x="82588" y="36499"/>
                  </a:lnTo>
                  <a:lnTo>
                    <a:pt x="89090" y="20853"/>
                  </a:lnTo>
                  <a:close/>
                </a:path>
                <a:path w="681989" h="56515">
                  <a:moveTo>
                    <a:pt x="288937" y="7848"/>
                  </a:moveTo>
                  <a:lnTo>
                    <a:pt x="288493" y="3924"/>
                  </a:lnTo>
                  <a:lnTo>
                    <a:pt x="287197" y="0"/>
                  </a:lnTo>
                  <a:lnTo>
                    <a:pt x="200469" y="0"/>
                  </a:lnTo>
                  <a:lnTo>
                    <a:pt x="199593" y="3924"/>
                  </a:lnTo>
                  <a:lnTo>
                    <a:pt x="199161" y="7404"/>
                  </a:lnTo>
                  <a:lnTo>
                    <a:pt x="199161" y="11328"/>
                  </a:lnTo>
                  <a:lnTo>
                    <a:pt x="202679" y="28829"/>
                  </a:lnTo>
                  <a:lnTo>
                    <a:pt x="212293" y="43091"/>
                  </a:lnTo>
                  <a:lnTo>
                    <a:pt x="226555" y="52705"/>
                  </a:lnTo>
                  <a:lnTo>
                    <a:pt x="244043" y="56222"/>
                  </a:lnTo>
                  <a:lnTo>
                    <a:pt x="261543" y="52705"/>
                  </a:lnTo>
                  <a:lnTo>
                    <a:pt x="275805" y="43091"/>
                  </a:lnTo>
                  <a:lnTo>
                    <a:pt x="285407" y="28829"/>
                  </a:lnTo>
                  <a:lnTo>
                    <a:pt x="288937" y="11328"/>
                  </a:lnTo>
                  <a:lnTo>
                    <a:pt x="288937" y="7848"/>
                  </a:lnTo>
                  <a:close/>
                </a:path>
                <a:path w="681989" h="56515">
                  <a:moveTo>
                    <a:pt x="488099" y="7404"/>
                  </a:moveTo>
                  <a:lnTo>
                    <a:pt x="487654" y="3924"/>
                  </a:lnTo>
                  <a:lnTo>
                    <a:pt x="486359" y="431"/>
                  </a:lnTo>
                  <a:lnTo>
                    <a:pt x="399630" y="431"/>
                  </a:lnTo>
                  <a:lnTo>
                    <a:pt x="398754" y="3924"/>
                  </a:lnTo>
                  <a:lnTo>
                    <a:pt x="398322" y="7404"/>
                  </a:lnTo>
                  <a:lnTo>
                    <a:pt x="398322" y="11328"/>
                  </a:lnTo>
                  <a:lnTo>
                    <a:pt x="401840" y="28829"/>
                  </a:lnTo>
                  <a:lnTo>
                    <a:pt x="411454" y="43091"/>
                  </a:lnTo>
                  <a:lnTo>
                    <a:pt x="425716" y="52705"/>
                  </a:lnTo>
                  <a:lnTo>
                    <a:pt x="443204" y="56222"/>
                  </a:lnTo>
                  <a:lnTo>
                    <a:pt x="460705" y="52705"/>
                  </a:lnTo>
                  <a:lnTo>
                    <a:pt x="474967" y="43091"/>
                  </a:lnTo>
                  <a:lnTo>
                    <a:pt x="484581" y="28829"/>
                  </a:lnTo>
                  <a:lnTo>
                    <a:pt x="488099" y="11328"/>
                  </a:lnTo>
                  <a:lnTo>
                    <a:pt x="488099" y="7404"/>
                  </a:lnTo>
                  <a:close/>
                </a:path>
                <a:path w="681989" h="56515">
                  <a:moveTo>
                    <a:pt x="681596" y="33553"/>
                  </a:moveTo>
                  <a:lnTo>
                    <a:pt x="663270" y="20167"/>
                  </a:lnTo>
                  <a:lnTo>
                    <a:pt x="643191" y="10134"/>
                  </a:lnTo>
                  <a:lnTo>
                    <a:pt x="621715" y="3530"/>
                  </a:lnTo>
                  <a:lnTo>
                    <a:pt x="599224" y="444"/>
                  </a:lnTo>
                  <a:lnTo>
                    <a:pt x="598360" y="3924"/>
                  </a:lnTo>
                  <a:lnTo>
                    <a:pt x="597916" y="7416"/>
                  </a:lnTo>
                  <a:lnTo>
                    <a:pt x="597916" y="10896"/>
                  </a:lnTo>
                  <a:lnTo>
                    <a:pt x="601433" y="28397"/>
                  </a:lnTo>
                  <a:lnTo>
                    <a:pt x="611047" y="42659"/>
                  </a:lnTo>
                  <a:lnTo>
                    <a:pt x="625309" y="52273"/>
                  </a:lnTo>
                  <a:lnTo>
                    <a:pt x="642810" y="55791"/>
                  </a:lnTo>
                  <a:lnTo>
                    <a:pt x="654748" y="54216"/>
                  </a:lnTo>
                  <a:lnTo>
                    <a:pt x="665467" y="49733"/>
                  </a:lnTo>
                  <a:lnTo>
                    <a:pt x="674547" y="42735"/>
                  </a:lnTo>
                  <a:lnTo>
                    <a:pt x="681596" y="33553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19625" y="9405750"/>
              <a:ext cx="89777" cy="89777"/>
            </a:xfrm>
            <a:prstGeom prst="rect">
              <a:avLst/>
            </a:prstGeom>
          </p:spPr>
        </p:pic>
        <p:sp>
          <p:nvSpPr>
            <p:cNvPr id="115" name="object 115" descr=""/>
            <p:cNvSpPr/>
            <p:nvPr/>
          </p:nvSpPr>
          <p:spPr>
            <a:xfrm>
              <a:off x="4602223" y="9408365"/>
              <a:ext cx="29209" cy="83820"/>
            </a:xfrm>
            <a:custGeom>
              <a:avLst/>
              <a:gdLst/>
              <a:ahLst/>
              <a:cxnLst/>
              <a:rect l="l" t="t" r="r" b="b"/>
              <a:pathLst>
                <a:path w="29210" h="83820">
                  <a:moveTo>
                    <a:pt x="29203" y="0"/>
                  </a:moveTo>
                  <a:lnTo>
                    <a:pt x="17532" y="6596"/>
                  </a:lnTo>
                  <a:lnTo>
                    <a:pt x="8393" y="16176"/>
                  </a:lnTo>
                  <a:lnTo>
                    <a:pt x="2358" y="28125"/>
                  </a:lnTo>
                  <a:lnTo>
                    <a:pt x="0" y="41831"/>
                  </a:lnTo>
                  <a:lnTo>
                    <a:pt x="2358" y="55542"/>
                  </a:lnTo>
                  <a:lnTo>
                    <a:pt x="8393" y="67495"/>
                  </a:lnTo>
                  <a:lnTo>
                    <a:pt x="17532" y="77076"/>
                  </a:lnTo>
                  <a:lnTo>
                    <a:pt x="29203" y="83672"/>
                  </a:lnTo>
                  <a:lnTo>
                    <a:pt x="29203" y="0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20463" y="9405750"/>
              <a:ext cx="89777" cy="89777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21302" y="9406186"/>
              <a:ext cx="89777" cy="89777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40881" y="9414029"/>
              <a:ext cx="89777" cy="89777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1166" y="9271523"/>
              <a:ext cx="89777" cy="89777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22006" y="9271958"/>
              <a:ext cx="89777" cy="89777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22844" y="9272394"/>
              <a:ext cx="89777" cy="89777"/>
            </a:xfrm>
            <a:prstGeom prst="rect">
              <a:avLst/>
            </a:prstGeom>
          </p:spPr>
        </p:pic>
        <p:sp>
          <p:nvSpPr>
            <p:cNvPr id="122" name="object 122" descr=""/>
            <p:cNvSpPr/>
            <p:nvPr/>
          </p:nvSpPr>
          <p:spPr>
            <a:xfrm>
              <a:off x="3764181" y="9274137"/>
              <a:ext cx="46990" cy="89535"/>
            </a:xfrm>
            <a:custGeom>
              <a:avLst/>
              <a:gdLst/>
              <a:ahLst/>
              <a:cxnLst/>
              <a:rect l="l" t="t" r="r" b="b"/>
              <a:pathLst>
                <a:path w="46989" h="89534">
                  <a:moveTo>
                    <a:pt x="0" y="0"/>
                  </a:moveTo>
                  <a:lnTo>
                    <a:pt x="0" y="89337"/>
                  </a:lnTo>
                  <a:lnTo>
                    <a:pt x="7402" y="89337"/>
                  </a:lnTo>
                  <a:lnTo>
                    <a:pt x="11329" y="88468"/>
                  </a:lnTo>
                  <a:lnTo>
                    <a:pt x="27809" y="81395"/>
                  </a:lnTo>
                  <a:lnTo>
                    <a:pt x="39875" y="69131"/>
                  </a:lnTo>
                  <a:lnTo>
                    <a:pt x="46386" y="53353"/>
                  </a:lnTo>
                  <a:lnTo>
                    <a:pt x="46197" y="35737"/>
                  </a:lnTo>
                  <a:lnTo>
                    <a:pt x="40201" y="20776"/>
                  </a:lnTo>
                  <a:lnTo>
                    <a:pt x="29632" y="9206"/>
                  </a:lnTo>
                  <a:lnTo>
                    <a:pt x="15796" y="19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21067" y="9273702"/>
              <a:ext cx="89777" cy="89777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51874" y="9690329"/>
              <a:ext cx="89777" cy="89777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52714" y="9690329"/>
              <a:ext cx="89777" cy="89777"/>
            </a:xfrm>
            <a:prstGeom prst="rect">
              <a:avLst/>
            </a:prstGeom>
          </p:spPr>
        </p:pic>
        <p:pic>
          <p:nvPicPr>
            <p:cNvPr id="126" name="object 1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53551" y="9690763"/>
              <a:ext cx="89777" cy="89777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73130" y="9698608"/>
              <a:ext cx="89777" cy="89777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52978" y="9556098"/>
              <a:ext cx="78447" cy="89777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53819" y="9556538"/>
              <a:ext cx="89777" cy="89777"/>
            </a:xfrm>
            <a:prstGeom prst="rect">
              <a:avLst/>
            </a:prstGeom>
          </p:spPr>
        </p:pic>
        <p:pic>
          <p:nvPicPr>
            <p:cNvPr id="130" name="object 1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54658" y="9556538"/>
              <a:ext cx="89777" cy="89777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64179" y="9559585"/>
              <a:ext cx="78455" cy="88403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53317" y="9557844"/>
              <a:ext cx="89777" cy="89777"/>
            </a:xfrm>
            <a:prstGeom prst="rect">
              <a:avLst/>
            </a:prstGeom>
          </p:spPr>
        </p:pic>
        <p:sp>
          <p:nvSpPr>
            <p:cNvPr id="133" name="object 133" descr=""/>
            <p:cNvSpPr/>
            <p:nvPr/>
          </p:nvSpPr>
          <p:spPr>
            <a:xfrm>
              <a:off x="3792499" y="9836321"/>
              <a:ext cx="812800" cy="57150"/>
            </a:xfrm>
            <a:custGeom>
              <a:avLst/>
              <a:gdLst/>
              <a:ahLst/>
              <a:cxnLst/>
              <a:rect l="l" t="t" r="r" b="b"/>
              <a:pathLst>
                <a:path w="812800" h="57150">
                  <a:moveTo>
                    <a:pt x="54914" y="43154"/>
                  </a:moveTo>
                  <a:lnTo>
                    <a:pt x="54470" y="40970"/>
                  </a:lnTo>
                  <a:lnTo>
                    <a:pt x="54038" y="37922"/>
                  </a:lnTo>
                  <a:lnTo>
                    <a:pt x="47205" y="21691"/>
                  </a:lnTo>
                  <a:lnTo>
                    <a:pt x="35026" y="9702"/>
                  </a:lnTo>
                  <a:lnTo>
                    <a:pt x="19164" y="3111"/>
                  </a:lnTo>
                  <a:lnTo>
                    <a:pt x="1308" y="3060"/>
                  </a:lnTo>
                  <a:lnTo>
                    <a:pt x="876" y="3492"/>
                  </a:lnTo>
                  <a:lnTo>
                    <a:pt x="0" y="3492"/>
                  </a:lnTo>
                  <a:lnTo>
                    <a:pt x="11645" y="16725"/>
                  </a:lnTo>
                  <a:lnTo>
                    <a:pt x="24841" y="28232"/>
                  </a:lnTo>
                  <a:lnTo>
                    <a:pt x="39344" y="37934"/>
                  </a:lnTo>
                  <a:lnTo>
                    <a:pt x="54914" y="45770"/>
                  </a:lnTo>
                  <a:lnTo>
                    <a:pt x="54914" y="43154"/>
                  </a:lnTo>
                  <a:close/>
                </a:path>
                <a:path w="812800" h="57150">
                  <a:moveTo>
                    <a:pt x="256692" y="43586"/>
                  </a:moveTo>
                  <a:lnTo>
                    <a:pt x="236804" y="8839"/>
                  </a:lnTo>
                  <a:lnTo>
                    <a:pt x="203085" y="2184"/>
                  </a:lnTo>
                  <a:lnTo>
                    <a:pt x="186855" y="9017"/>
                  </a:lnTo>
                  <a:lnTo>
                    <a:pt x="174866" y="21196"/>
                  </a:lnTo>
                  <a:lnTo>
                    <a:pt x="168275" y="37058"/>
                  </a:lnTo>
                  <a:lnTo>
                    <a:pt x="168224" y="55359"/>
                  </a:lnTo>
                  <a:lnTo>
                    <a:pt x="168656" y="56222"/>
                  </a:lnTo>
                  <a:lnTo>
                    <a:pt x="168656" y="56667"/>
                  </a:lnTo>
                  <a:lnTo>
                    <a:pt x="255384" y="56667"/>
                  </a:lnTo>
                  <a:lnTo>
                    <a:pt x="256692" y="50558"/>
                  </a:lnTo>
                  <a:lnTo>
                    <a:pt x="256692" y="43586"/>
                  </a:lnTo>
                  <a:close/>
                </a:path>
                <a:path w="812800" h="57150">
                  <a:moveTo>
                    <a:pt x="456285" y="43586"/>
                  </a:moveTo>
                  <a:lnTo>
                    <a:pt x="435965" y="8839"/>
                  </a:lnTo>
                  <a:lnTo>
                    <a:pt x="402247" y="2184"/>
                  </a:lnTo>
                  <a:lnTo>
                    <a:pt x="386016" y="9017"/>
                  </a:lnTo>
                  <a:lnTo>
                    <a:pt x="374027" y="21196"/>
                  </a:lnTo>
                  <a:lnTo>
                    <a:pt x="367436" y="37058"/>
                  </a:lnTo>
                  <a:lnTo>
                    <a:pt x="367385" y="55359"/>
                  </a:lnTo>
                  <a:lnTo>
                    <a:pt x="367830" y="56222"/>
                  </a:lnTo>
                  <a:lnTo>
                    <a:pt x="367830" y="56667"/>
                  </a:lnTo>
                  <a:lnTo>
                    <a:pt x="454545" y="56667"/>
                  </a:lnTo>
                  <a:lnTo>
                    <a:pt x="455853" y="50126"/>
                  </a:lnTo>
                  <a:lnTo>
                    <a:pt x="456285" y="43586"/>
                  </a:lnTo>
                  <a:close/>
                </a:path>
                <a:path w="812800" h="57150">
                  <a:moveTo>
                    <a:pt x="655015" y="45326"/>
                  </a:moveTo>
                  <a:lnTo>
                    <a:pt x="651497" y="28092"/>
                  </a:lnTo>
                  <a:lnTo>
                    <a:pt x="641934" y="13957"/>
                  </a:lnTo>
                  <a:lnTo>
                    <a:pt x="627799" y="4394"/>
                  </a:lnTo>
                  <a:lnTo>
                    <a:pt x="610565" y="876"/>
                  </a:lnTo>
                  <a:lnTo>
                    <a:pt x="593077" y="4406"/>
                  </a:lnTo>
                  <a:lnTo>
                    <a:pt x="578802" y="14008"/>
                  </a:lnTo>
                  <a:lnTo>
                    <a:pt x="569201" y="28270"/>
                  </a:lnTo>
                  <a:lnTo>
                    <a:pt x="565670" y="45770"/>
                  </a:lnTo>
                  <a:lnTo>
                    <a:pt x="565670" y="49263"/>
                  </a:lnTo>
                  <a:lnTo>
                    <a:pt x="566102" y="53174"/>
                  </a:lnTo>
                  <a:lnTo>
                    <a:pt x="566978" y="56654"/>
                  </a:lnTo>
                  <a:lnTo>
                    <a:pt x="653707" y="56654"/>
                  </a:lnTo>
                  <a:lnTo>
                    <a:pt x="654570" y="52743"/>
                  </a:lnTo>
                  <a:lnTo>
                    <a:pt x="655015" y="49263"/>
                  </a:lnTo>
                  <a:lnTo>
                    <a:pt x="655015" y="45326"/>
                  </a:lnTo>
                  <a:close/>
                </a:path>
                <a:path w="812800" h="57150">
                  <a:moveTo>
                    <a:pt x="812774" y="444"/>
                  </a:moveTo>
                  <a:lnTo>
                    <a:pt x="810590" y="444"/>
                  </a:lnTo>
                  <a:lnTo>
                    <a:pt x="808850" y="0"/>
                  </a:lnTo>
                  <a:lnTo>
                    <a:pt x="792226" y="3225"/>
                  </a:lnTo>
                  <a:lnTo>
                    <a:pt x="778459" y="12039"/>
                  </a:lnTo>
                  <a:lnTo>
                    <a:pt x="768769" y="25196"/>
                  </a:lnTo>
                  <a:lnTo>
                    <a:pt x="764400" y="41402"/>
                  </a:lnTo>
                  <a:lnTo>
                    <a:pt x="778268" y="33413"/>
                  </a:lnTo>
                  <a:lnTo>
                    <a:pt x="791032" y="23876"/>
                  </a:lnTo>
                  <a:lnTo>
                    <a:pt x="802576" y="12852"/>
                  </a:lnTo>
                  <a:lnTo>
                    <a:pt x="812774" y="444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5822886" y="7527156"/>
              <a:ext cx="1933575" cy="1479550"/>
            </a:xfrm>
            <a:custGeom>
              <a:avLst/>
              <a:gdLst/>
              <a:ahLst/>
              <a:cxnLst/>
              <a:rect l="l" t="t" r="r" b="b"/>
              <a:pathLst>
                <a:path w="1933575" h="1479550">
                  <a:moveTo>
                    <a:pt x="1485011" y="352590"/>
                  </a:moveTo>
                  <a:lnTo>
                    <a:pt x="1443431" y="380936"/>
                  </a:lnTo>
                  <a:lnTo>
                    <a:pt x="1409065" y="418338"/>
                  </a:lnTo>
                  <a:lnTo>
                    <a:pt x="1375295" y="457619"/>
                  </a:lnTo>
                  <a:lnTo>
                    <a:pt x="1342313" y="498500"/>
                  </a:lnTo>
                  <a:lnTo>
                    <a:pt x="1310246" y="540727"/>
                  </a:lnTo>
                  <a:lnTo>
                    <a:pt x="1279271" y="584060"/>
                  </a:lnTo>
                  <a:lnTo>
                    <a:pt x="1249540" y="628230"/>
                  </a:lnTo>
                  <a:lnTo>
                    <a:pt x="1221206" y="672960"/>
                  </a:lnTo>
                  <a:lnTo>
                    <a:pt x="1194447" y="718019"/>
                  </a:lnTo>
                  <a:lnTo>
                    <a:pt x="1169403" y="763143"/>
                  </a:lnTo>
                  <a:lnTo>
                    <a:pt x="1146238" y="808062"/>
                  </a:lnTo>
                  <a:lnTo>
                    <a:pt x="1125118" y="852512"/>
                  </a:lnTo>
                  <a:lnTo>
                    <a:pt x="1106195" y="896251"/>
                  </a:lnTo>
                  <a:lnTo>
                    <a:pt x="1089621" y="939025"/>
                  </a:lnTo>
                  <a:lnTo>
                    <a:pt x="1075563" y="980554"/>
                  </a:lnTo>
                  <a:lnTo>
                    <a:pt x="1073797" y="986726"/>
                  </a:lnTo>
                  <a:lnTo>
                    <a:pt x="1073581" y="939546"/>
                  </a:lnTo>
                  <a:lnTo>
                    <a:pt x="1072261" y="880198"/>
                  </a:lnTo>
                  <a:lnTo>
                    <a:pt x="1069797" y="819810"/>
                  </a:lnTo>
                  <a:lnTo>
                    <a:pt x="1066126" y="758545"/>
                  </a:lnTo>
                  <a:lnTo>
                    <a:pt x="1062875" y="716216"/>
                  </a:lnTo>
                  <a:lnTo>
                    <a:pt x="1058811" y="672020"/>
                  </a:lnTo>
                  <a:lnTo>
                    <a:pt x="1053858" y="626224"/>
                  </a:lnTo>
                  <a:lnTo>
                    <a:pt x="1047940" y="579069"/>
                  </a:lnTo>
                  <a:lnTo>
                    <a:pt x="1040980" y="530821"/>
                  </a:lnTo>
                  <a:lnTo>
                    <a:pt x="1032891" y="481723"/>
                  </a:lnTo>
                  <a:lnTo>
                    <a:pt x="1023581" y="432041"/>
                  </a:lnTo>
                  <a:lnTo>
                    <a:pt x="1012990" y="382016"/>
                  </a:lnTo>
                  <a:lnTo>
                    <a:pt x="1001026" y="331901"/>
                  </a:lnTo>
                  <a:lnTo>
                    <a:pt x="987602" y="281952"/>
                  </a:lnTo>
                  <a:lnTo>
                    <a:pt x="972642" y="232435"/>
                  </a:lnTo>
                  <a:lnTo>
                    <a:pt x="956068" y="183578"/>
                  </a:lnTo>
                  <a:lnTo>
                    <a:pt x="937780" y="135661"/>
                  </a:lnTo>
                  <a:lnTo>
                    <a:pt x="917727" y="88925"/>
                  </a:lnTo>
                  <a:lnTo>
                    <a:pt x="895807" y="43611"/>
                  </a:lnTo>
                  <a:lnTo>
                    <a:pt x="871943" y="0"/>
                  </a:lnTo>
                  <a:lnTo>
                    <a:pt x="863574" y="4876"/>
                  </a:lnTo>
                  <a:lnTo>
                    <a:pt x="885253" y="44373"/>
                  </a:lnTo>
                  <a:lnTo>
                    <a:pt x="905522" y="85826"/>
                  </a:lnTo>
                  <a:lnTo>
                    <a:pt x="924407" y="129095"/>
                  </a:lnTo>
                  <a:lnTo>
                    <a:pt x="941933" y="174040"/>
                  </a:lnTo>
                  <a:lnTo>
                    <a:pt x="958138" y="220522"/>
                  </a:lnTo>
                  <a:lnTo>
                    <a:pt x="973048" y="268389"/>
                  </a:lnTo>
                  <a:lnTo>
                    <a:pt x="986701" y="317500"/>
                  </a:lnTo>
                  <a:lnTo>
                    <a:pt x="999134" y="367715"/>
                  </a:lnTo>
                  <a:lnTo>
                    <a:pt x="1010373" y="418896"/>
                  </a:lnTo>
                  <a:lnTo>
                    <a:pt x="1020445" y="470890"/>
                  </a:lnTo>
                  <a:lnTo>
                    <a:pt x="1029385" y="523570"/>
                  </a:lnTo>
                  <a:lnTo>
                    <a:pt x="1037221" y="576783"/>
                  </a:lnTo>
                  <a:lnTo>
                    <a:pt x="1044003" y="630377"/>
                  </a:lnTo>
                  <a:lnTo>
                    <a:pt x="1049743" y="684237"/>
                  </a:lnTo>
                  <a:lnTo>
                    <a:pt x="1054493" y="738200"/>
                  </a:lnTo>
                  <a:lnTo>
                    <a:pt x="1058265" y="792124"/>
                  </a:lnTo>
                  <a:lnTo>
                    <a:pt x="1061097" y="845870"/>
                  </a:lnTo>
                  <a:lnTo>
                    <a:pt x="1063015" y="899299"/>
                  </a:lnTo>
                  <a:lnTo>
                    <a:pt x="1064069" y="952258"/>
                  </a:lnTo>
                  <a:lnTo>
                    <a:pt x="1064285" y="1004620"/>
                  </a:lnTo>
                  <a:lnTo>
                    <a:pt x="1063675" y="1056233"/>
                  </a:lnTo>
                  <a:lnTo>
                    <a:pt x="1062304" y="1106957"/>
                  </a:lnTo>
                  <a:lnTo>
                    <a:pt x="1060183" y="1156639"/>
                  </a:lnTo>
                  <a:lnTo>
                    <a:pt x="1057338" y="1205166"/>
                  </a:lnTo>
                  <a:lnTo>
                    <a:pt x="1053820" y="1252359"/>
                  </a:lnTo>
                  <a:lnTo>
                    <a:pt x="1049655" y="1298092"/>
                  </a:lnTo>
                  <a:lnTo>
                    <a:pt x="1044867" y="1342237"/>
                  </a:lnTo>
                  <a:lnTo>
                    <a:pt x="1039495" y="1384630"/>
                  </a:lnTo>
                  <a:lnTo>
                    <a:pt x="1039431" y="1384985"/>
                  </a:lnTo>
                  <a:lnTo>
                    <a:pt x="1021130" y="1355051"/>
                  </a:lnTo>
                  <a:lnTo>
                    <a:pt x="996823" y="1321943"/>
                  </a:lnTo>
                  <a:lnTo>
                    <a:pt x="970584" y="1292364"/>
                  </a:lnTo>
                  <a:lnTo>
                    <a:pt x="943711" y="1267561"/>
                  </a:lnTo>
                  <a:lnTo>
                    <a:pt x="939622" y="1254760"/>
                  </a:lnTo>
                  <a:lnTo>
                    <a:pt x="922845" y="1206449"/>
                  </a:lnTo>
                  <a:lnTo>
                    <a:pt x="905179" y="1159383"/>
                  </a:lnTo>
                  <a:lnTo>
                    <a:pt x="886587" y="1113497"/>
                  </a:lnTo>
                  <a:lnTo>
                    <a:pt x="867041" y="1068755"/>
                  </a:lnTo>
                  <a:lnTo>
                    <a:pt x="846518" y="1025080"/>
                  </a:lnTo>
                  <a:lnTo>
                    <a:pt x="825004" y="982433"/>
                  </a:lnTo>
                  <a:lnTo>
                    <a:pt x="802462" y="940739"/>
                  </a:lnTo>
                  <a:lnTo>
                    <a:pt x="778865" y="899972"/>
                  </a:lnTo>
                  <a:lnTo>
                    <a:pt x="754202" y="860031"/>
                  </a:lnTo>
                  <a:lnTo>
                    <a:pt x="728446" y="820902"/>
                  </a:lnTo>
                  <a:lnTo>
                    <a:pt x="701560" y="782510"/>
                  </a:lnTo>
                  <a:lnTo>
                    <a:pt x="673798" y="745147"/>
                  </a:lnTo>
                  <a:lnTo>
                    <a:pt x="644804" y="708367"/>
                  </a:lnTo>
                  <a:lnTo>
                    <a:pt x="614603" y="672147"/>
                  </a:lnTo>
                  <a:lnTo>
                    <a:pt x="583145" y="636485"/>
                  </a:lnTo>
                  <a:lnTo>
                    <a:pt x="550430" y="601357"/>
                  </a:lnTo>
                  <a:lnTo>
                    <a:pt x="516445" y="566762"/>
                  </a:lnTo>
                  <a:lnTo>
                    <a:pt x="481190" y="532688"/>
                  </a:lnTo>
                  <a:lnTo>
                    <a:pt x="444627" y="499110"/>
                  </a:lnTo>
                  <a:lnTo>
                    <a:pt x="406755" y="466039"/>
                  </a:lnTo>
                  <a:lnTo>
                    <a:pt x="367563" y="433438"/>
                  </a:lnTo>
                  <a:lnTo>
                    <a:pt x="327037" y="401320"/>
                  </a:lnTo>
                  <a:lnTo>
                    <a:pt x="285153" y="369658"/>
                  </a:lnTo>
                  <a:lnTo>
                    <a:pt x="241909" y="338442"/>
                  </a:lnTo>
                  <a:lnTo>
                    <a:pt x="197294" y="307670"/>
                  </a:lnTo>
                  <a:lnTo>
                    <a:pt x="151282" y="277317"/>
                  </a:lnTo>
                  <a:lnTo>
                    <a:pt x="103873" y="247383"/>
                  </a:lnTo>
                  <a:lnTo>
                    <a:pt x="55041" y="217855"/>
                  </a:lnTo>
                  <a:lnTo>
                    <a:pt x="4787" y="188709"/>
                  </a:lnTo>
                  <a:lnTo>
                    <a:pt x="0" y="197129"/>
                  </a:lnTo>
                  <a:lnTo>
                    <a:pt x="60452" y="232371"/>
                  </a:lnTo>
                  <a:lnTo>
                    <a:pt x="118325" y="267944"/>
                  </a:lnTo>
                  <a:lnTo>
                    <a:pt x="173697" y="303834"/>
                  </a:lnTo>
                  <a:lnTo>
                    <a:pt x="226631" y="340017"/>
                  </a:lnTo>
                  <a:lnTo>
                    <a:pt x="277177" y="376478"/>
                  </a:lnTo>
                  <a:lnTo>
                    <a:pt x="325399" y="413207"/>
                  </a:lnTo>
                  <a:lnTo>
                    <a:pt x="371373" y="450151"/>
                  </a:lnTo>
                  <a:lnTo>
                    <a:pt x="415150" y="487324"/>
                  </a:lnTo>
                  <a:lnTo>
                    <a:pt x="456793" y="524687"/>
                  </a:lnTo>
                  <a:lnTo>
                    <a:pt x="496379" y="562229"/>
                  </a:lnTo>
                  <a:lnTo>
                    <a:pt x="533946" y="599922"/>
                  </a:lnTo>
                  <a:lnTo>
                    <a:pt x="569582" y="637755"/>
                  </a:lnTo>
                  <a:lnTo>
                    <a:pt x="603326" y="675703"/>
                  </a:lnTo>
                  <a:lnTo>
                    <a:pt x="635266" y="713752"/>
                  </a:lnTo>
                  <a:lnTo>
                    <a:pt x="665441" y="751865"/>
                  </a:lnTo>
                  <a:lnTo>
                    <a:pt x="693928" y="790041"/>
                  </a:lnTo>
                  <a:lnTo>
                    <a:pt x="720775" y="828255"/>
                  </a:lnTo>
                  <a:lnTo>
                    <a:pt x="746074" y="866470"/>
                  </a:lnTo>
                  <a:lnTo>
                    <a:pt x="769848" y="904697"/>
                  </a:lnTo>
                  <a:lnTo>
                    <a:pt x="792200" y="942886"/>
                  </a:lnTo>
                  <a:lnTo>
                    <a:pt x="813155" y="981036"/>
                  </a:lnTo>
                  <a:lnTo>
                    <a:pt x="832815" y="1019124"/>
                  </a:lnTo>
                  <a:lnTo>
                    <a:pt x="851204" y="1057135"/>
                  </a:lnTo>
                  <a:lnTo>
                    <a:pt x="868413" y="1095032"/>
                  </a:lnTo>
                  <a:lnTo>
                    <a:pt x="884491" y="1132801"/>
                  </a:lnTo>
                  <a:lnTo>
                    <a:pt x="899502" y="1170432"/>
                  </a:lnTo>
                  <a:lnTo>
                    <a:pt x="913511" y="1207897"/>
                  </a:lnTo>
                  <a:lnTo>
                    <a:pt x="926579" y="1245171"/>
                  </a:lnTo>
                  <a:lnTo>
                    <a:pt x="930643" y="1257566"/>
                  </a:lnTo>
                  <a:lnTo>
                    <a:pt x="912037" y="1243672"/>
                  </a:lnTo>
                  <a:lnTo>
                    <a:pt x="879589" y="1224534"/>
                  </a:lnTo>
                  <a:lnTo>
                    <a:pt x="808037" y="1196555"/>
                  </a:lnTo>
                  <a:lnTo>
                    <a:pt x="768807" y="1187665"/>
                  </a:lnTo>
                  <a:lnTo>
                    <a:pt x="727176" y="1182154"/>
                  </a:lnTo>
                  <a:lnTo>
                    <a:pt x="683094" y="1179982"/>
                  </a:lnTo>
                  <a:lnTo>
                    <a:pt x="636485" y="1181150"/>
                  </a:lnTo>
                  <a:lnTo>
                    <a:pt x="587298" y="1185633"/>
                  </a:lnTo>
                  <a:lnTo>
                    <a:pt x="535457" y="1193406"/>
                  </a:lnTo>
                  <a:lnTo>
                    <a:pt x="480898" y="1204429"/>
                  </a:lnTo>
                  <a:lnTo>
                    <a:pt x="423557" y="1218717"/>
                  </a:lnTo>
                  <a:lnTo>
                    <a:pt x="363372" y="1236218"/>
                  </a:lnTo>
                  <a:lnTo>
                    <a:pt x="366242" y="1245463"/>
                  </a:lnTo>
                  <a:lnTo>
                    <a:pt x="428104" y="1227518"/>
                  </a:lnTo>
                  <a:lnTo>
                    <a:pt x="486803" y="1213053"/>
                  </a:lnTo>
                  <a:lnTo>
                    <a:pt x="542391" y="1202042"/>
                  </a:lnTo>
                  <a:lnTo>
                    <a:pt x="594944" y="1194498"/>
                  </a:lnTo>
                  <a:lnTo>
                    <a:pt x="644525" y="1190409"/>
                  </a:lnTo>
                  <a:lnTo>
                    <a:pt x="691210" y="1189774"/>
                  </a:lnTo>
                  <a:lnTo>
                    <a:pt x="735063" y="1192568"/>
                  </a:lnTo>
                  <a:lnTo>
                    <a:pt x="776147" y="1198816"/>
                  </a:lnTo>
                  <a:lnTo>
                    <a:pt x="814552" y="1208481"/>
                  </a:lnTo>
                  <a:lnTo>
                    <a:pt x="856856" y="1224419"/>
                  </a:lnTo>
                  <a:lnTo>
                    <a:pt x="896226" y="1245349"/>
                  </a:lnTo>
                  <a:lnTo>
                    <a:pt x="932726" y="1271333"/>
                  </a:lnTo>
                  <a:lnTo>
                    <a:pt x="950150" y="1319098"/>
                  </a:lnTo>
                  <a:lnTo>
                    <a:pt x="960780" y="1355699"/>
                  </a:lnTo>
                  <a:lnTo>
                    <a:pt x="980033" y="1428089"/>
                  </a:lnTo>
                  <a:lnTo>
                    <a:pt x="988771" y="1463840"/>
                  </a:lnTo>
                  <a:lnTo>
                    <a:pt x="998194" y="1461604"/>
                  </a:lnTo>
                  <a:lnTo>
                    <a:pt x="984770" y="1407744"/>
                  </a:lnTo>
                  <a:lnTo>
                    <a:pt x="970559" y="1355356"/>
                  </a:lnTo>
                  <a:lnTo>
                    <a:pt x="955509" y="1304378"/>
                  </a:lnTo>
                  <a:lnTo>
                    <a:pt x="950048" y="1287348"/>
                  </a:lnTo>
                  <a:lnTo>
                    <a:pt x="966406" y="1302448"/>
                  </a:lnTo>
                  <a:lnTo>
                    <a:pt x="997318" y="1338745"/>
                  </a:lnTo>
                  <a:lnTo>
                    <a:pt x="1025525" y="1380274"/>
                  </a:lnTo>
                  <a:lnTo>
                    <a:pt x="1037043" y="1401394"/>
                  </a:lnTo>
                  <a:lnTo>
                    <a:pt x="1033576" y="1425130"/>
                  </a:lnTo>
                  <a:lnTo>
                    <a:pt x="1027125" y="1463611"/>
                  </a:lnTo>
                  <a:lnTo>
                    <a:pt x="1036650" y="1465313"/>
                  </a:lnTo>
                  <a:lnTo>
                    <a:pt x="1042441" y="1430807"/>
                  </a:lnTo>
                  <a:lnTo>
                    <a:pt x="1044689" y="1415427"/>
                  </a:lnTo>
                  <a:lnTo>
                    <a:pt x="1051077" y="1427111"/>
                  </a:lnTo>
                  <a:lnTo>
                    <a:pt x="1074039" y="1479296"/>
                  </a:lnTo>
                  <a:lnTo>
                    <a:pt x="1083043" y="1475740"/>
                  </a:lnTo>
                  <a:lnTo>
                    <a:pt x="1064171" y="1431937"/>
                  </a:lnTo>
                  <a:lnTo>
                    <a:pt x="1047140" y="1398714"/>
                  </a:lnTo>
                  <a:lnTo>
                    <a:pt x="1047978" y="1393037"/>
                  </a:lnTo>
                  <a:lnTo>
                    <a:pt x="1053185" y="1352207"/>
                  </a:lnTo>
                  <a:lnTo>
                    <a:pt x="1057998" y="1308531"/>
                  </a:lnTo>
                  <a:lnTo>
                    <a:pt x="1062329" y="1262189"/>
                  </a:lnTo>
                  <a:lnTo>
                    <a:pt x="1066088" y="1213383"/>
                  </a:lnTo>
                  <a:lnTo>
                    <a:pt x="1069200" y="1162329"/>
                  </a:lnTo>
                  <a:lnTo>
                    <a:pt x="1071587" y="1109218"/>
                  </a:lnTo>
                  <a:lnTo>
                    <a:pt x="1073175" y="1054252"/>
                  </a:lnTo>
                  <a:lnTo>
                    <a:pt x="1073543" y="1022972"/>
                  </a:lnTo>
                  <a:lnTo>
                    <a:pt x="1084872" y="983221"/>
                  </a:lnTo>
                  <a:lnTo>
                    <a:pt x="1098816" y="941997"/>
                  </a:lnTo>
                  <a:lnTo>
                    <a:pt x="1115275" y="899541"/>
                  </a:lnTo>
                  <a:lnTo>
                    <a:pt x="1134071" y="856107"/>
                  </a:lnTo>
                  <a:lnTo>
                    <a:pt x="1155065" y="811949"/>
                  </a:lnTo>
                  <a:lnTo>
                    <a:pt x="1178077" y="767346"/>
                  </a:lnTo>
                  <a:lnTo>
                    <a:pt x="1202956" y="722541"/>
                  </a:lnTo>
                  <a:lnTo>
                    <a:pt x="1229550" y="677786"/>
                  </a:lnTo>
                  <a:lnTo>
                    <a:pt x="1257693" y="633336"/>
                  </a:lnTo>
                  <a:lnTo>
                    <a:pt x="1287246" y="589470"/>
                  </a:lnTo>
                  <a:lnTo>
                    <a:pt x="1318031" y="546430"/>
                  </a:lnTo>
                  <a:lnTo>
                    <a:pt x="1349895" y="504469"/>
                  </a:lnTo>
                  <a:lnTo>
                    <a:pt x="1382687" y="463842"/>
                  </a:lnTo>
                  <a:lnTo>
                    <a:pt x="1416240" y="424815"/>
                  </a:lnTo>
                  <a:lnTo>
                    <a:pt x="1450403" y="387654"/>
                  </a:lnTo>
                  <a:lnTo>
                    <a:pt x="1485011" y="352590"/>
                  </a:lnTo>
                  <a:close/>
                </a:path>
                <a:path w="1933575" h="1479550">
                  <a:moveTo>
                    <a:pt x="1933409" y="1103528"/>
                  </a:moveTo>
                  <a:lnTo>
                    <a:pt x="1896110" y="1083373"/>
                  </a:lnTo>
                  <a:lnTo>
                    <a:pt x="1855000" y="1064679"/>
                  </a:lnTo>
                  <a:lnTo>
                    <a:pt x="1810575" y="1048016"/>
                  </a:lnTo>
                  <a:lnTo>
                    <a:pt x="1763318" y="1033919"/>
                  </a:lnTo>
                  <a:lnTo>
                    <a:pt x="1713750" y="1022997"/>
                  </a:lnTo>
                  <a:lnTo>
                    <a:pt x="1662328" y="1015784"/>
                  </a:lnTo>
                  <a:lnTo>
                    <a:pt x="1609572" y="1012850"/>
                  </a:lnTo>
                  <a:lnTo>
                    <a:pt x="1555965" y="1014768"/>
                  </a:lnTo>
                  <a:lnTo>
                    <a:pt x="1502016" y="1022096"/>
                  </a:lnTo>
                  <a:lnTo>
                    <a:pt x="1448193" y="1035405"/>
                  </a:lnTo>
                  <a:lnTo>
                    <a:pt x="1404188" y="1051267"/>
                  </a:lnTo>
                  <a:lnTo>
                    <a:pt x="1362049" y="1071194"/>
                  </a:lnTo>
                  <a:lnTo>
                    <a:pt x="1321790" y="1095171"/>
                  </a:lnTo>
                  <a:lnTo>
                    <a:pt x="1283449" y="1123175"/>
                  </a:lnTo>
                  <a:lnTo>
                    <a:pt x="1247025" y="1155179"/>
                  </a:lnTo>
                  <a:lnTo>
                    <a:pt x="1212557" y="1191171"/>
                  </a:lnTo>
                  <a:lnTo>
                    <a:pt x="1180045" y="1231138"/>
                  </a:lnTo>
                  <a:lnTo>
                    <a:pt x="1149515" y="1275067"/>
                  </a:lnTo>
                  <a:lnTo>
                    <a:pt x="1120990" y="1322908"/>
                  </a:lnTo>
                  <a:lnTo>
                    <a:pt x="1094498" y="1374673"/>
                  </a:lnTo>
                  <a:lnTo>
                    <a:pt x="1103261" y="1378813"/>
                  </a:lnTo>
                  <a:lnTo>
                    <a:pt x="1129360" y="1327797"/>
                  </a:lnTo>
                  <a:lnTo>
                    <a:pt x="1157452" y="1280642"/>
                  </a:lnTo>
                  <a:lnTo>
                    <a:pt x="1187500" y="1237361"/>
                  </a:lnTo>
                  <a:lnTo>
                    <a:pt x="1219479" y="1197978"/>
                  </a:lnTo>
                  <a:lnTo>
                    <a:pt x="1253388" y="1162519"/>
                  </a:lnTo>
                  <a:lnTo>
                    <a:pt x="1289189" y="1130998"/>
                  </a:lnTo>
                  <a:lnTo>
                    <a:pt x="1326883" y="1103439"/>
                  </a:lnTo>
                  <a:lnTo>
                    <a:pt x="1366431" y="1079842"/>
                  </a:lnTo>
                  <a:lnTo>
                    <a:pt x="1407820" y="1060246"/>
                  </a:lnTo>
                  <a:lnTo>
                    <a:pt x="1451038" y="1044663"/>
                  </a:lnTo>
                  <a:lnTo>
                    <a:pt x="1503959" y="1031582"/>
                  </a:lnTo>
                  <a:lnTo>
                    <a:pt x="1557032" y="1024382"/>
                  </a:lnTo>
                  <a:lnTo>
                    <a:pt x="1609763" y="1022515"/>
                  </a:lnTo>
                  <a:lnTo>
                    <a:pt x="1661668" y="1025410"/>
                  </a:lnTo>
                  <a:lnTo>
                    <a:pt x="1712264" y="1032535"/>
                  </a:lnTo>
                  <a:lnTo>
                    <a:pt x="1761058" y="1043317"/>
                  </a:lnTo>
                  <a:lnTo>
                    <a:pt x="1807565" y="1057198"/>
                  </a:lnTo>
                  <a:lnTo>
                    <a:pt x="1851291" y="1073619"/>
                  </a:lnTo>
                  <a:lnTo>
                    <a:pt x="1891779" y="1092034"/>
                  </a:lnTo>
                  <a:lnTo>
                    <a:pt x="1928507" y="1111872"/>
                  </a:lnTo>
                  <a:lnTo>
                    <a:pt x="1933409" y="1103528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51621" y="7528200"/>
              <a:ext cx="291017" cy="201805"/>
            </a:xfrm>
            <a:prstGeom prst="rect">
              <a:avLst/>
            </a:prstGeom>
          </p:spPr>
        </p:pic>
        <p:pic>
          <p:nvPicPr>
            <p:cNvPr id="136" name="object 13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01546" y="7512944"/>
              <a:ext cx="463382" cy="357832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55478" y="7909665"/>
              <a:ext cx="378417" cy="80544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61812" y="7629097"/>
              <a:ext cx="99202" cy="387401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981105" y="7720079"/>
              <a:ext cx="474036" cy="499471"/>
            </a:xfrm>
            <a:prstGeom prst="rect">
              <a:avLst/>
            </a:prstGeom>
          </p:spPr>
        </p:pic>
        <p:pic>
          <p:nvPicPr>
            <p:cNvPr id="140" name="object 14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084149" y="7944229"/>
              <a:ext cx="546162" cy="473818"/>
            </a:xfrm>
            <a:prstGeom prst="rect">
              <a:avLst/>
            </a:prstGeom>
          </p:spPr>
        </p:pic>
        <p:pic>
          <p:nvPicPr>
            <p:cNvPr id="141" name="object 14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242249" y="8274994"/>
              <a:ext cx="514198" cy="449368"/>
            </a:xfrm>
            <a:prstGeom prst="rect">
              <a:avLst/>
            </a:prstGeom>
          </p:spPr>
        </p:pic>
        <p:pic>
          <p:nvPicPr>
            <p:cNvPr id="142" name="object 14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95548" y="8676814"/>
              <a:ext cx="785808" cy="316754"/>
            </a:xfrm>
            <a:prstGeom prst="rect">
              <a:avLst/>
            </a:prstGeom>
          </p:spPr>
        </p:pic>
        <p:pic>
          <p:nvPicPr>
            <p:cNvPr id="143" name="object 14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478001" y="7207843"/>
              <a:ext cx="338367" cy="644367"/>
            </a:xfrm>
            <a:prstGeom prst="rect">
              <a:avLst/>
            </a:prstGeom>
          </p:spPr>
        </p:pic>
        <p:pic>
          <p:nvPicPr>
            <p:cNvPr id="144" name="object 14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606971" y="7537907"/>
              <a:ext cx="991560" cy="1323069"/>
            </a:xfrm>
            <a:prstGeom prst="rect">
              <a:avLst/>
            </a:prstGeom>
          </p:spPr>
        </p:pic>
        <p:pic>
          <p:nvPicPr>
            <p:cNvPr id="145" name="object 14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940793" y="8396330"/>
              <a:ext cx="1138949" cy="486770"/>
            </a:xfrm>
            <a:prstGeom prst="rect">
              <a:avLst/>
            </a:prstGeom>
          </p:spPr>
        </p:pic>
        <p:sp>
          <p:nvSpPr>
            <p:cNvPr id="146" name="object 146" descr=""/>
            <p:cNvSpPr/>
            <p:nvPr/>
          </p:nvSpPr>
          <p:spPr>
            <a:xfrm>
              <a:off x="6091449" y="9785531"/>
              <a:ext cx="1663700" cy="227965"/>
            </a:xfrm>
            <a:custGeom>
              <a:avLst/>
              <a:gdLst/>
              <a:ahLst/>
              <a:cxnLst/>
              <a:rect l="l" t="t" r="r" b="b"/>
              <a:pathLst>
                <a:path w="1663700" h="227965">
                  <a:moveTo>
                    <a:pt x="831660" y="0"/>
                  </a:moveTo>
                  <a:lnTo>
                    <a:pt x="755962" y="465"/>
                  </a:lnTo>
                  <a:lnTo>
                    <a:pt x="682167" y="1835"/>
                  </a:lnTo>
                  <a:lnTo>
                    <a:pt x="610571" y="4068"/>
                  </a:lnTo>
                  <a:lnTo>
                    <a:pt x="541466" y="7125"/>
                  </a:lnTo>
                  <a:lnTo>
                    <a:pt x="475146" y="10966"/>
                  </a:lnTo>
                  <a:lnTo>
                    <a:pt x="411904" y="15550"/>
                  </a:lnTo>
                  <a:lnTo>
                    <a:pt x="352034" y="20836"/>
                  </a:lnTo>
                  <a:lnTo>
                    <a:pt x="295831" y="26786"/>
                  </a:lnTo>
                  <a:lnTo>
                    <a:pt x="243586" y="33358"/>
                  </a:lnTo>
                  <a:lnTo>
                    <a:pt x="195595" y="40513"/>
                  </a:lnTo>
                  <a:lnTo>
                    <a:pt x="152150" y="48210"/>
                  </a:lnTo>
                  <a:lnTo>
                    <a:pt x="113545" y="56409"/>
                  </a:lnTo>
                  <a:lnTo>
                    <a:pt x="52030" y="74152"/>
                  </a:lnTo>
                  <a:lnTo>
                    <a:pt x="13399" y="93420"/>
                  </a:lnTo>
                  <a:lnTo>
                    <a:pt x="0" y="113891"/>
                  </a:lnTo>
                  <a:lnTo>
                    <a:pt x="3398" y="124257"/>
                  </a:lnTo>
                  <a:lnTo>
                    <a:pt x="52030" y="153631"/>
                  </a:lnTo>
                  <a:lnTo>
                    <a:pt x="113545" y="171374"/>
                  </a:lnTo>
                  <a:lnTo>
                    <a:pt x="152150" y="179573"/>
                  </a:lnTo>
                  <a:lnTo>
                    <a:pt x="195595" y="187270"/>
                  </a:lnTo>
                  <a:lnTo>
                    <a:pt x="243586" y="194424"/>
                  </a:lnTo>
                  <a:lnTo>
                    <a:pt x="295831" y="200997"/>
                  </a:lnTo>
                  <a:lnTo>
                    <a:pt x="352034" y="206946"/>
                  </a:lnTo>
                  <a:lnTo>
                    <a:pt x="411904" y="212233"/>
                  </a:lnTo>
                  <a:lnTo>
                    <a:pt x="475146" y="216817"/>
                  </a:lnTo>
                  <a:lnTo>
                    <a:pt x="541466" y="220658"/>
                  </a:lnTo>
                  <a:lnTo>
                    <a:pt x="610571" y="223715"/>
                  </a:lnTo>
                  <a:lnTo>
                    <a:pt x="682167" y="225948"/>
                  </a:lnTo>
                  <a:lnTo>
                    <a:pt x="755962" y="227318"/>
                  </a:lnTo>
                  <a:lnTo>
                    <a:pt x="831660" y="227783"/>
                  </a:lnTo>
                  <a:lnTo>
                    <a:pt x="907357" y="227318"/>
                  </a:lnTo>
                  <a:lnTo>
                    <a:pt x="981150" y="225948"/>
                  </a:lnTo>
                  <a:lnTo>
                    <a:pt x="1052745" y="223715"/>
                  </a:lnTo>
                  <a:lnTo>
                    <a:pt x="1121849" y="220658"/>
                  </a:lnTo>
                  <a:lnTo>
                    <a:pt x="1188168" y="216817"/>
                  </a:lnTo>
                  <a:lnTo>
                    <a:pt x="1251409" y="212233"/>
                  </a:lnTo>
                  <a:lnTo>
                    <a:pt x="1311278" y="206946"/>
                  </a:lnTo>
                  <a:lnTo>
                    <a:pt x="1367481" y="200997"/>
                  </a:lnTo>
                  <a:lnTo>
                    <a:pt x="1419725" y="194424"/>
                  </a:lnTo>
                  <a:lnTo>
                    <a:pt x="1467716" y="187270"/>
                  </a:lnTo>
                  <a:lnTo>
                    <a:pt x="1511160" y="179573"/>
                  </a:lnTo>
                  <a:lnTo>
                    <a:pt x="1549765" y="171374"/>
                  </a:lnTo>
                  <a:lnTo>
                    <a:pt x="1611280" y="153631"/>
                  </a:lnTo>
                  <a:lnTo>
                    <a:pt x="1649911" y="134363"/>
                  </a:lnTo>
                  <a:lnTo>
                    <a:pt x="1663310" y="113891"/>
                  </a:lnTo>
                  <a:lnTo>
                    <a:pt x="1659911" y="103525"/>
                  </a:lnTo>
                  <a:lnTo>
                    <a:pt x="1611280" y="74152"/>
                  </a:lnTo>
                  <a:lnTo>
                    <a:pt x="1549765" y="56409"/>
                  </a:lnTo>
                  <a:lnTo>
                    <a:pt x="1511160" y="48210"/>
                  </a:lnTo>
                  <a:lnTo>
                    <a:pt x="1467716" y="40513"/>
                  </a:lnTo>
                  <a:lnTo>
                    <a:pt x="1419725" y="33358"/>
                  </a:lnTo>
                  <a:lnTo>
                    <a:pt x="1367481" y="26786"/>
                  </a:lnTo>
                  <a:lnTo>
                    <a:pt x="1311278" y="20836"/>
                  </a:lnTo>
                  <a:lnTo>
                    <a:pt x="1251409" y="15550"/>
                  </a:lnTo>
                  <a:lnTo>
                    <a:pt x="1188168" y="10966"/>
                  </a:lnTo>
                  <a:lnTo>
                    <a:pt x="1121849" y="7125"/>
                  </a:lnTo>
                  <a:lnTo>
                    <a:pt x="1052745" y="4068"/>
                  </a:lnTo>
                  <a:lnTo>
                    <a:pt x="981150" y="1835"/>
                  </a:lnTo>
                  <a:lnTo>
                    <a:pt x="907357" y="465"/>
                  </a:lnTo>
                  <a:lnTo>
                    <a:pt x="83166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6393191" y="8815620"/>
              <a:ext cx="1009650" cy="1087755"/>
            </a:xfrm>
            <a:custGeom>
              <a:avLst/>
              <a:gdLst/>
              <a:ahLst/>
              <a:cxnLst/>
              <a:rect l="l" t="t" r="r" b="b"/>
              <a:pathLst>
                <a:path w="1009650" h="1087754">
                  <a:moveTo>
                    <a:pt x="1007812" y="0"/>
                  </a:moveTo>
                  <a:lnTo>
                    <a:pt x="1424" y="0"/>
                  </a:lnTo>
                  <a:lnTo>
                    <a:pt x="0" y="1434"/>
                  </a:lnTo>
                  <a:lnTo>
                    <a:pt x="0" y="858853"/>
                  </a:lnTo>
                  <a:lnTo>
                    <a:pt x="4642" y="904910"/>
                  </a:lnTo>
                  <a:lnTo>
                    <a:pt x="17958" y="947808"/>
                  </a:lnTo>
                  <a:lnTo>
                    <a:pt x="39027" y="986626"/>
                  </a:lnTo>
                  <a:lnTo>
                    <a:pt x="66932" y="1020447"/>
                  </a:lnTo>
                  <a:lnTo>
                    <a:pt x="100753" y="1048352"/>
                  </a:lnTo>
                  <a:lnTo>
                    <a:pt x="139572" y="1069422"/>
                  </a:lnTo>
                  <a:lnTo>
                    <a:pt x="182469" y="1082737"/>
                  </a:lnTo>
                  <a:lnTo>
                    <a:pt x="228527" y="1087380"/>
                  </a:lnTo>
                  <a:lnTo>
                    <a:pt x="785232" y="1087380"/>
                  </a:lnTo>
                  <a:lnTo>
                    <a:pt x="830377" y="1082829"/>
                  </a:lnTo>
                  <a:lnTo>
                    <a:pt x="872426" y="1069776"/>
                  </a:lnTo>
                  <a:lnTo>
                    <a:pt x="910478" y="1049123"/>
                  </a:lnTo>
                  <a:lnTo>
                    <a:pt x="943632" y="1021769"/>
                  </a:lnTo>
                  <a:lnTo>
                    <a:pt x="970987" y="988616"/>
                  </a:lnTo>
                  <a:lnTo>
                    <a:pt x="991641" y="950564"/>
                  </a:lnTo>
                  <a:lnTo>
                    <a:pt x="1004695" y="908514"/>
                  </a:lnTo>
                  <a:lnTo>
                    <a:pt x="1009246" y="863366"/>
                  </a:lnTo>
                  <a:lnTo>
                    <a:pt x="1009246" y="1434"/>
                  </a:lnTo>
                  <a:lnTo>
                    <a:pt x="10078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6393191" y="8815620"/>
              <a:ext cx="1009650" cy="1087755"/>
            </a:xfrm>
            <a:custGeom>
              <a:avLst/>
              <a:gdLst/>
              <a:ahLst/>
              <a:cxnLst/>
              <a:rect l="l" t="t" r="r" b="b"/>
              <a:pathLst>
                <a:path w="1009650" h="1087754">
                  <a:moveTo>
                    <a:pt x="785232" y="1087380"/>
                  </a:moveTo>
                  <a:lnTo>
                    <a:pt x="228527" y="1087380"/>
                  </a:lnTo>
                  <a:lnTo>
                    <a:pt x="182469" y="1082737"/>
                  </a:lnTo>
                  <a:lnTo>
                    <a:pt x="139572" y="1069422"/>
                  </a:lnTo>
                  <a:lnTo>
                    <a:pt x="100753" y="1048352"/>
                  </a:lnTo>
                  <a:lnTo>
                    <a:pt x="66932" y="1020447"/>
                  </a:lnTo>
                  <a:lnTo>
                    <a:pt x="39027" y="986626"/>
                  </a:lnTo>
                  <a:lnTo>
                    <a:pt x="17958" y="947808"/>
                  </a:lnTo>
                  <a:lnTo>
                    <a:pt x="4642" y="904910"/>
                  </a:lnTo>
                  <a:lnTo>
                    <a:pt x="0" y="858853"/>
                  </a:lnTo>
                  <a:lnTo>
                    <a:pt x="0" y="3204"/>
                  </a:lnTo>
                  <a:lnTo>
                    <a:pt x="0" y="1434"/>
                  </a:lnTo>
                  <a:lnTo>
                    <a:pt x="1424" y="0"/>
                  </a:lnTo>
                  <a:lnTo>
                    <a:pt x="3193" y="0"/>
                  </a:lnTo>
                  <a:lnTo>
                    <a:pt x="1006053" y="0"/>
                  </a:lnTo>
                  <a:lnTo>
                    <a:pt x="1007812" y="0"/>
                  </a:lnTo>
                  <a:lnTo>
                    <a:pt x="1009246" y="1434"/>
                  </a:lnTo>
                  <a:lnTo>
                    <a:pt x="1009246" y="3204"/>
                  </a:lnTo>
                  <a:lnTo>
                    <a:pt x="1009246" y="863366"/>
                  </a:lnTo>
                  <a:lnTo>
                    <a:pt x="1004695" y="908514"/>
                  </a:lnTo>
                  <a:lnTo>
                    <a:pt x="991641" y="950564"/>
                  </a:lnTo>
                  <a:lnTo>
                    <a:pt x="970987" y="988616"/>
                  </a:lnTo>
                  <a:lnTo>
                    <a:pt x="943632" y="1021769"/>
                  </a:lnTo>
                  <a:lnTo>
                    <a:pt x="910478" y="1049123"/>
                  </a:lnTo>
                  <a:lnTo>
                    <a:pt x="872426" y="1069776"/>
                  </a:lnTo>
                  <a:lnTo>
                    <a:pt x="830377" y="1082829"/>
                  </a:lnTo>
                  <a:lnTo>
                    <a:pt x="785232" y="1087380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6393187" y="8955724"/>
              <a:ext cx="1009650" cy="168275"/>
            </a:xfrm>
            <a:custGeom>
              <a:avLst/>
              <a:gdLst/>
              <a:ahLst/>
              <a:cxnLst/>
              <a:rect l="l" t="t" r="r" b="b"/>
              <a:pathLst>
                <a:path w="1009650" h="168275">
                  <a:moveTo>
                    <a:pt x="65589" y="0"/>
                  </a:moveTo>
                  <a:lnTo>
                    <a:pt x="47646" y="4630"/>
                  </a:lnTo>
                  <a:lnTo>
                    <a:pt x="30855" y="12240"/>
                  </a:lnTo>
                  <a:lnTo>
                    <a:pt x="15033" y="22646"/>
                  </a:lnTo>
                  <a:lnTo>
                    <a:pt x="0" y="35663"/>
                  </a:lnTo>
                  <a:lnTo>
                    <a:pt x="0" y="141922"/>
                  </a:lnTo>
                  <a:lnTo>
                    <a:pt x="21945" y="108461"/>
                  </a:lnTo>
                  <a:lnTo>
                    <a:pt x="41505" y="84651"/>
                  </a:lnTo>
                  <a:lnTo>
                    <a:pt x="59327" y="69794"/>
                  </a:lnTo>
                  <a:lnTo>
                    <a:pt x="76060" y="63191"/>
                  </a:lnTo>
                  <a:lnTo>
                    <a:pt x="98964" y="65065"/>
                  </a:lnTo>
                  <a:lnTo>
                    <a:pt x="128024" y="77574"/>
                  </a:lnTo>
                  <a:lnTo>
                    <a:pt x="163772" y="101041"/>
                  </a:lnTo>
                  <a:lnTo>
                    <a:pt x="206737" y="135786"/>
                  </a:lnTo>
                  <a:lnTo>
                    <a:pt x="226555" y="150596"/>
                  </a:lnTo>
                  <a:lnTo>
                    <a:pt x="245688" y="160483"/>
                  </a:lnTo>
                  <a:lnTo>
                    <a:pt x="264107" y="166005"/>
                  </a:lnTo>
                  <a:lnTo>
                    <a:pt x="281781" y="167722"/>
                  </a:lnTo>
                  <a:lnTo>
                    <a:pt x="311845" y="162928"/>
                  </a:lnTo>
                  <a:lnTo>
                    <a:pt x="339186" y="150782"/>
                  </a:lnTo>
                  <a:lnTo>
                    <a:pt x="363624" y="134617"/>
                  </a:lnTo>
                  <a:lnTo>
                    <a:pt x="384983" y="117766"/>
                  </a:lnTo>
                  <a:lnTo>
                    <a:pt x="420573" y="90744"/>
                  </a:lnTo>
                  <a:lnTo>
                    <a:pt x="453963" y="77192"/>
                  </a:lnTo>
                  <a:lnTo>
                    <a:pt x="490595" y="84374"/>
                  </a:lnTo>
                  <a:lnTo>
                    <a:pt x="535910" y="119556"/>
                  </a:lnTo>
                  <a:lnTo>
                    <a:pt x="586871" y="156588"/>
                  </a:lnTo>
                  <a:lnTo>
                    <a:pt x="632005" y="165451"/>
                  </a:lnTo>
                  <a:lnTo>
                    <a:pt x="671176" y="154711"/>
                  </a:lnTo>
                  <a:lnTo>
                    <a:pt x="704246" y="132938"/>
                  </a:lnTo>
                  <a:lnTo>
                    <a:pt x="748388" y="92446"/>
                  </a:lnTo>
                  <a:lnTo>
                    <a:pt x="765390" y="78569"/>
                  </a:lnTo>
                  <a:lnTo>
                    <a:pt x="782336" y="69037"/>
                  </a:lnTo>
                  <a:lnTo>
                    <a:pt x="799483" y="65819"/>
                  </a:lnTo>
                  <a:lnTo>
                    <a:pt x="815051" y="69010"/>
                  </a:lnTo>
                  <a:lnTo>
                    <a:pt x="832280" y="77754"/>
                  </a:lnTo>
                  <a:lnTo>
                    <a:pt x="851108" y="92015"/>
                  </a:lnTo>
                  <a:lnTo>
                    <a:pt x="871470" y="111755"/>
                  </a:lnTo>
                  <a:lnTo>
                    <a:pt x="897141" y="135255"/>
                  </a:lnTo>
                  <a:lnTo>
                    <a:pt x="922737" y="151037"/>
                  </a:lnTo>
                  <a:lnTo>
                    <a:pt x="948179" y="159060"/>
                  </a:lnTo>
                  <a:lnTo>
                    <a:pt x="973383" y="159283"/>
                  </a:lnTo>
                  <a:lnTo>
                    <a:pt x="983141" y="157229"/>
                  </a:lnTo>
                  <a:lnTo>
                    <a:pt x="992355" y="154092"/>
                  </a:lnTo>
                  <a:lnTo>
                    <a:pt x="1001050" y="149977"/>
                  </a:lnTo>
                  <a:lnTo>
                    <a:pt x="1009246" y="144990"/>
                  </a:lnTo>
                  <a:lnTo>
                    <a:pt x="1009246" y="43873"/>
                  </a:lnTo>
                  <a:lnTo>
                    <a:pt x="999152" y="61655"/>
                  </a:lnTo>
                  <a:lnTo>
                    <a:pt x="988001" y="77881"/>
                  </a:lnTo>
                  <a:lnTo>
                    <a:pt x="976175" y="90115"/>
                  </a:lnTo>
                  <a:lnTo>
                    <a:pt x="964054" y="95923"/>
                  </a:lnTo>
                  <a:lnTo>
                    <a:pt x="954843" y="94950"/>
                  </a:lnTo>
                  <a:lnTo>
                    <a:pt x="943849" y="89799"/>
                  </a:lnTo>
                  <a:lnTo>
                    <a:pt x="931479" y="80708"/>
                  </a:lnTo>
                  <a:lnTo>
                    <a:pt x="887963" y="39390"/>
                  </a:lnTo>
                  <a:lnTo>
                    <a:pt x="858552" y="18939"/>
                  </a:lnTo>
                  <a:lnTo>
                    <a:pt x="829703" y="6447"/>
                  </a:lnTo>
                  <a:lnTo>
                    <a:pt x="801211" y="1800"/>
                  </a:lnTo>
                  <a:lnTo>
                    <a:pt x="766561" y="6719"/>
                  </a:lnTo>
                  <a:lnTo>
                    <a:pt x="736701" y="20797"/>
                  </a:lnTo>
                  <a:lnTo>
                    <a:pt x="710502" y="40526"/>
                  </a:lnTo>
                  <a:lnTo>
                    <a:pt x="686837" y="62396"/>
                  </a:lnTo>
                  <a:lnTo>
                    <a:pt x="658261" y="88315"/>
                  </a:lnTo>
                  <a:lnTo>
                    <a:pt x="634669" y="101135"/>
                  </a:lnTo>
                  <a:lnTo>
                    <a:pt x="610767" y="97570"/>
                  </a:lnTo>
                  <a:lnTo>
                    <a:pt x="581259" y="74332"/>
                  </a:lnTo>
                  <a:lnTo>
                    <a:pt x="529225" y="32890"/>
                  </a:lnTo>
                  <a:lnTo>
                    <a:pt x="482485" y="14762"/>
                  </a:lnTo>
                  <a:lnTo>
                    <a:pt x="440843" y="14584"/>
                  </a:lnTo>
                  <a:lnTo>
                    <a:pt x="404105" y="26992"/>
                  </a:lnTo>
                  <a:lnTo>
                    <a:pt x="372074" y="46619"/>
                  </a:lnTo>
                  <a:lnTo>
                    <a:pt x="344554" y="68102"/>
                  </a:lnTo>
                  <a:lnTo>
                    <a:pt x="313511" y="91636"/>
                  </a:lnTo>
                  <a:lnTo>
                    <a:pt x="290221" y="102812"/>
                  </a:lnTo>
                  <a:lnTo>
                    <a:pt x="270127" y="101452"/>
                  </a:lnTo>
                  <a:lnTo>
                    <a:pt x="248673" y="87379"/>
                  </a:lnTo>
                  <a:lnTo>
                    <a:pt x="192778" y="42978"/>
                  </a:lnTo>
                  <a:lnTo>
                    <a:pt x="145131" y="14326"/>
                  </a:lnTo>
                  <a:lnTo>
                    <a:pt x="103484" y="356"/>
                  </a:lnTo>
                  <a:lnTo>
                    <a:pt x="65589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518381" y="9184275"/>
              <a:ext cx="77463" cy="77463"/>
            </a:xfrm>
            <a:prstGeom prst="rect">
              <a:avLst/>
            </a:prstGeom>
          </p:spPr>
        </p:pic>
        <p:pic>
          <p:nvPicPr>
            <p:cNvPr id="151" name="object 15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726328" y="9433768"/>
              <a:ext cx="77463" cy="77463"/>
            </a:xfrm>
            <a:prstGeom prst="rect">
              <a:avLst/>
            </a:prstGeom>
          </p:spPr>
        </p:pic>
        <p:pic>
          <p:nvPicPr>
            <p:cNvPr id="152" name="object 152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535768" y="9813592"/>
              <a:ext cx="77463" cy="77463"/>
            </a:xfrm>
            <a:prstGeom prst="rect">
              <a:avLst/>
            </a:prstGeom>
          </p:spPr>
        </p:pic>
        <p:sp>
          <p:nvSpPr>
            <p:cNvPr id="153" name="object 153" descr=""/>
            <p:cNvSpPr/>
            <p:nvPr/>
          </p:nvSpPr>
          <p:spPr>
            <a:xfrm>
              <a:off x="6393189" y="9545967"/>
              <a:ext cx="38100" cy="77470"/>
            </a:xfrm>
            <a:custGeom>
              <a:avLst/>
              <a:gdLst/>
              <a:ahLst/>
              <a:cxnLst/>
              <a:rect l="l" t="t" r="r" b="b"/>
              <a:pathLst>
                <a:path w="38100" h="77470">
                  <a:moveTo>
                    <a:pt x="0" y="0"/>
                  </a:moveTo>
                  <a:lnTo>
                    <a:pt x="0" y="77379"/>
                  </a:lnTo>
                  <a:lnTo>
                    <a:pt x="14782" y="74117"/>
                  </a:lnTo>
                  <a:lnTo>
                    <a:pt x="26823" y="65785"/>
                  </a:lnTo>
                  <a:lnTo>
                    <a:pt x="34926" y="53578"/>
                  </a:lnTo>
                  <a:lnTo>
                    <a:pt x="37894" y="38689"/>
                  </a:lnTo>
                  <a:lnTo>
                    <a:pt x="34926" y="23800"/>
                  </a:lnTo>
                  <a:lnTo>
                    <a:pt x="26823" y="11593"/>
                  </a:lnTo>
                  <a:lnTo>
                    <a:pt x="14782" y="3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4" name="object 15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925685" y="9719541"/>
              <a:ext cx="77463" cy="77463"/>
            </a:xfrm>
            <a:prstGeom prst="rect">
              <a:avLst/>
            </a:prstGeom>
          </p:spPr>
        </p:pic>
        <p:pic>
          <p:nvPicPr>
            <p:cNvPr id="155" name="object 15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226324" y="9457828"/>
              <a:ext cx="77463" cy="77463"/>
            </a:xfrm>
            <a:prstGeom prst="rect">
              <a:avLst/>
            </a:prstGeom>
          </p:spPr>
        </p:pic>
        <p:pic>
          <p:nvPicPr>
            <p:cNvPr id="156" name="object 15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34465" y="9209221"/>
              <a:ext cx="77463" cy="77463"/>
            </a:xfrm>
            <a:prstGeom prst="rect">
              <a:avLst/>
            </a:prstGeom>
          </p:spPr>
        </p:pic>
        <p:pic>
          <p:nvPicPr>
            <p:cNvPr id="157" name="object 15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291149" y="9170486"/>
              <a:ext cx="77463" cy="77463"/>
            </a:xfrm>
            <a:prstGeom prst="rect">
              <a:avLst/>
            </a:prstGeom>
          </p:spPr>
        </p:pic>
        <p:pic>
          <p:nvPicPr>
            <p:cNvPr id="158" name="object 15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291149" y="9736123"/>
              <a:ext cx="77463" cy="77463"/>
            </a:xfrm>
            <a:prstGeom prst="rect">
              <a:avLst/>
            </a:prstGeom>
          </p:spPr>
        </p:pic>
        <p:sp>
          <p:nvSpPr>
            <p:cNvPr id="159" name="object 159" descr=""/>
            <p:cNvSpPr/>
            <p:nvPr/>
          </p:nvSpPr>
          <p:spPr>
            <a:xfrm>
              <a:off x="8333854" y="7527156"/>
              <a:ext cx="1933575" cy="1479550"/>
            </a:xfrm>
            <a:custGeom>
              <a:avLst/>
              <a:gdLst/>
              <a:ahLst/>
              <a:cxnLst/>
              <a:rect l="l" t="t" r="r" b="b"/>
              <a:pathLst>
                <a:path w="1933575" h="1479550">
                  <a:moveTo>
                    <a:pt x="1485011" y="352590"/>
                  </a:moveTo>
                  <a:lnTo>
                    <a:pt x="1443443" y="380936"/>
                  </a:lnTo>
                  <a:lnTo>
                    <a:pt x="1409065" y="418338"/>
                  </a:lnTo>
                  <a:lnTo>
                    <a:pt x="1375308" y="457619"/>
                  </a:lnTo>
                  <a:lnTo>
                    <a:pt x="1342313" y="498500"/>
                  </a:lnTo>
                  <a:lnTo>
                    <a:pt x="1310246" y="540727"/>
                  </a:lnTo>
                  <a:lnTo>
                    <a:pt x="1279271" y="584060"/>
                  </a:lnTo>
                  <a:lnTo>
                    <a:pt x="1249540" y="628230"/>
                  </a:lnTo>
                  <a:lnTo>
                    <a:pt x="1221206" y="672960"/>
                  </a:lnTo>
                  <a:lnTo>
                    <a:pt x="1194447" y="718019"/>
                  </a:lnTo>
                  <a:lnTo>
                    <a:pt x="1169403" y="763143"/>
                  </a:lnTo>
                  <a:lnTo>
                    <a:pt x="1146238" y="808062"/>
                  </a:lnTo>
                  <a:lnTo>
                    <a:pt x="1125118" y="852512"/>
                  </a:lnTo>
                  <a:lnTo>
                    <a:pt x="1106195" y="896251"/>
                  </a:lnTo>
                  <a:lnTo>
                    <a:pt x="1089621" y="939025"/>
                  </a:lnTo>
                  <a:lnTo>
                    <a:pt x="1075575" y="980554"/>
                  </a:lnTo>
                  <a:lnTo>
                    <a:pt x="1073797" y="986777"/>
                  </a:lnTo>
                  <a:lnTo>
                    <a:pt x="1073581" y="939546"/>
                  </a:lnTo>
                  <a:lnTo>
                    <a:pt x="1072261" y="880198"/>
                  </a:lnTo>
                  <a:lnTo>
                    <a:pt x="1069797" y="819810"/>
                  </a:lnTo>
                  <a:lnTo>
                    <a:pt x="1066126" y="758545"/>
                  </a:lnTo>
                  <a:lnTo>
                    <a:pt x="1062875" y="716216"/>
                  </a:lnTo>
                  <a:lnTo>
                    <a:pt x="1058811" y="672020"/>
                  </a:lnTo>
                  <a:lnTo>
                    <a:pt x="1053858" y="626224"/>
                  </a:lnTo>
                  <a:lnTo>
                    <a:pt x="1047940" y="579069"/>
                  </a:lnTo>
                  <a:lnTo>
                    <a:pt x="1040980" y="530821"/>
                  </a:lnTo>
                  <a:lnTo>
                    <a:pt x="1032891" y="481723"/>
                  </a:lnTo>
                  <a:lnTo>
                    <a:pt x="1023594" y="432041"/>
                  </a:lnTo>
                  <a:lnTo>
                    <a:pt x="1012990" y="382016"/>
                  </a:lnTo>
                  <a:lnTo>
                    <a:pt x="1001026" y="331901"/>
                  </a:lnTo>
                  <a:lnTo>
                    <a:pt x="987602" y="281952"/>
                  </a:lnTo>
                  <a:lnTo>
                    <a:pt x="972642" y="232435"/>
                  </a:lnTo>
                  <a:lnTo>
                    <a:pt x="956068" y="183578"/>
                  </a:lnTo>
                  <a:lnTo>
                    <a:pt x="937780" y="135661"/>
                  </a:lnTo>
                  <a:lnTo>
                    <a:pt x="917727" y="88925"/>
                  </a:lnTo>
                  <a:lnTo>
                    <a:pt x="895807" y="43611"/>
                  </a:lnTo>
                  <a:lnTo>
                    <a:pt x="871943" y="0"/>
                  </a:lnTo>
                  <a:lnTo>
                    <a:pt x="863574" y="4876"/>
                  </a:lnTo>
                  <a:lnTo>
                    <a:pt x="885266" y="44373"/>
                  </a:lnTo>
                  <a:lnTo>
                    <a:pt x="905522" y="85826"/>
                  </a:lnTo>
                  <a:lnTo>
                    <a:pt x="924407" y="129095"/>
                  </a:lnTo>
                  <a:lnTo>
                    <a:pt x="941933" y="174040"/>
                  </a:lnTo>
                  <a:lnTo>
                    <a:pt x="958138" y="220522"/>
                  </a:lnTo>
                  <a:lnTo>
                    <a:pt x="973048" y="268389"/>
                  </a:lnTo>
                  <a:lnTo>
                    <a:pt x="986713" y="317500"/>
                  </a:lnTo>
                  <a:lnTo>
                    <a:pt x="999134" y="367715"/>
                  </a:lnTo>
                  <a:lnTo>
                    <a:pt x="1010373" y="418896"/>
                  </a:lnTo>
                  <a:lnTo>
                    <a:pt x="1020445" y="470890"/>
                  </a:lnTo>
                  <a:lnTo>
                    <a:pt x="1029385" y="523570"/>
                  </a:lnTo>
                  <a:lnTo>
                    <a:pt x="1037234" y="576783"/>
                  </a:lnTo>
                  <a:lnTo>
                    <a:pt x="1044003" y="630377"/>
                  </a:lnTo>
                  <a:lnTo>
                    <a:pt x="1049743" y="684237"/>
                  </a:lnTo>
                  <a:lnTo>
                    <a:pt x="1054493" y="738200"/>
                  </a:lnTo>
                  <a:lnTo>
                    <a:pt x="1058265" y="792124"/>
                  </a:lnTo>
                  <a:lnTo>
                    <a:pt x="1061097" y="845870"/>
                  </a:lnTo>
                  <a:lnTo>
                    <a:pt x="1063015" y="899299"/>
                  </a:lnTo>
                  <a:lnTo>
                    <a:pt x="1064069" y="952258"/>
                  </a:lnTo>
                  <a:lnTo>
                    <a:pt x="1064285" y="1004620"/>
                  </a:lnTo>
                  <a:lnTo>
                    <a:pt x="1063688" y="1056233"/>
                  </a:lnTo>
                  <a:lnTo>
                    <a:pt x="1062304" y="1106957"/>
                  </a:lnTo>
                  <a:lnTo>
                    <a:pt x="1060183" y="1156639"/>
                  </a:lnTo>
                  <a:lnTo>
                    <a:pt x="1057351" y="1205166"/>
                  </a:lnTo>
                  <a:lnTo>
                    <a:pt x="1053833" y="1252359"/>
                  </a:lnTo>
                  <a:lnTo>
                    <a:pt x="1049655" y="1298092"/>
                  </a:lnTo>
                  <a:lnTo>
                    <a:pt x="1044867" y="1342237"/>
                  </a:lnTo>
                  <a:lnTo>
                    <a:pt x="1039495" y="1384630"/>
                  </a:lnTo>
                  <a:lnTo>
                    <a:pt x="1039431" y="1384985"/>
                  </a:lnTo>
                  <a:lnTo>
                    <a:pt x="1021130" y="1355051"/>
                  </a:lnTo>
                  <a:lnTo>
                    <a:pt x="996835" y="1321943"/>
                  </a:lnTo>
                  <a:lnTo>
                    <a:pt x="970597" y="1292364"/>
                  </a:lnTo>
                  <a:lnTo>
                    <a:pt x="943711" y="1267536"/>
                  </a:lnTo>
                  <a:lnTo>
                    <a:pt x="939622" y="1254760"/>
                  </a:lnTo>
                  <a:lnTo>
                    <a:pt x="922845" y="1206449"/>
                  </a:lnTo>
                  <a:lnTo>
                    <a:pt x="905179" y="1159383"/>
                  </a:lnTo>
                  <a:lnTo>
                    <a:pt x="886587" y="1113497"/>
                  </a:lnTo>
                  <a:lnTo>
                    <a:pt x="867041" y="1068755"/>
                  </a:lnTo>
                  <a:lnTo>
                    <a:pt x="846518" y="1025080"/>
                  </a:lnTo>
                  <a:lnTo>
                    <a:pt x="825004" y="982433"/>
                  </a:lnTo>
                  <a:lnTo>
                    <a:pt x="802462" y="940739"/>
                  </a:lnTo>
                  <a:lnTo>
                    <a:pt x="778865" y="899972"/>
                  </a:lnTo>
                  <a:lnTo>
                    <a:pt x="754202" y="860031"/>
                  </a:lnTo>
                  <a:lnTo>
                    <a:pt x="728446" y="820902"/>
                  </a:lnTo>
                  <a:lnTo>
                    <a:pt x="701560" y="782510"/>
                  </a:lnTo>
                  <a:lnTo>
                    <a:pt x="673798" y="745147"/>
                  </a:lnTo>
                  <a:lnTo>
                    <a:pt x="644817" y="708367"/>
                  </a:lnTo>
                  <a:lnTo>
                    <a:pt x="614603" y="672147"/>
                  </a:lnTo>
                  <a:lnTo>
                    <a:pt x="583145" y="636485"/>
                  </a:lnTo>
                  <a:lnTo>
                    <a:pt x="550430" y="601357"/>
                  </a:lnTo>
                  <a:lnTo>
                    <a:pt x="516458" y="566762"/>
                  </a:lnTo>
                  <a:lnTo>
                    <a:pt x="481190" y="532688"/>
                  </a:lnTo>
                  <a:lnTo>
                    <a:pt x="444627" y="499110"/>
                  </a:lnTo>
                  <a:lnTo>
                    <a:pt x="406755" y="466039"/>
                  </a:lnTo>
                  <a:lnTo>
                    <a:pt x="367563" y="433438"/>
                  </a:lnTo>
                  <a:lnTo>
                    <a:pt x="327037" y="401320"/>
                  </a:lnTo>
                  <a:lnTo>
                    <a:pt x="285165" y="369658"/>
                  </a:lnTo>
                  <a:lnTo>
                    <a:pt x="241922" y="338442"/>
                  </a:lnTo>
                  <a:lnTo>
                    <a:pt x="197294" y="307670"/>
                  </a:lnTo>
                  <a:lnTo>
                    <a:pt x="151295" y="277317"/>
                  </a:lnTo>
                  <a:lnTo>
                    <a:pt x="103873" y="247383"/>
                  </a:lnTo>
                  <a:lnTo>
                    <a:pt x="55041" y="217855"/>
                  </a:lnTo>
                  <a:lnTo>
                    <a:pt x="4787" y="188709"/>
                  </a:lnTo>
                  <a:lnTo>
                    <a:pt x="0" y="197129"/>
                  </a:lnTo>
                  <a:lnTo>
                    <a:pt x="60452" y="232371"/>
                  </a:lnTo>
                  <a:lnTo>
                    <a:pt x="118338" y="267944"/>
                  </a:lnTo>
                  <a:lnTo>
                    <a:pt x="173710" y="303834"/>
                  </a:lnTo>
                  <a:lnTo>
                    <a:pt x="226631" y="340017"/>
                  </a:lnTo>
                  <a:lnTo>
                    <a:pt x="277177" y="376478"/>
                  </a:lnTo>
                  <a:lnTo>
                    <a:pt x="325412" y="413207"/>
                  </a:lnTo>
                  <a:lnTo>
                    <a:pt x="371373" y="450151"/>
                  </a:lnTo>
                  <a:lnTo>
                    <a:pt x="415150" y="487324"/>
                  </a:lnTo>
                  <a:lnTo>
                    <a:pt x="456806" y="524687"/>
                  </a:lnTo>
                  <a:lnTo>
                    <a:pt x="496379" y="562229"/>
                  </a:lnTo>
                  <a:lnTo>
                    <a:pt x="533958" y="599922"/>
                  </a:lnTo>
                  <a:lnTo>
                    <a:pt x="569582" y="637755"/>
                  </a:lnTo>
                  <a:lnTo>
                    <a:pt x="603326" y="675703"/>
                  </a:lnTo>
                  <a:lnTo>
                    <a:pt x="635266" y="713752"/>
                  </a:lnTo>
                  <a:lnTo>
                    <a:pt x="665441" y="751865"/>
                  </a:lnTo>
                  <a:lnTo>
                    <a:pt x="693928" y="790041"/>
                  </a:lnTo>
                  <a:lnTo>
                    <a:pt x="720775" y="828255"/>
                  </a:lnTo>
                  <a:lnTo>
                    <a:pt x="746074" y="866470"/>
                  </a:lnTo>
                  <a:lnTo>
                    <a:pt x="769861" y="904697"/>
                  </a:lnTo>
                  <a:lnTo>
                    <a:pt x="792200" y="942886"/>
                  </a:lnTo>
                  <a:lnTo>
                    <a:pt x="813168" y="981036"/>
                  </a:lnTo>
                  <a:lnTo>
                    <a:pt x="832815" y="1019124"/>
                  </a:lnTo>
                  <a:lnTo>
                    <a:pt x="851204" y="1057135"/>
                  </a:lnTo>
                  <a:lnTo>
                    <a:pt x="868413" y="1095032"/>
                  </a:lnTo>
                  <a:lnTo>
                    <a:pt x="884491" y="1132801"/>
                  </a:lnTo>
                  <a:lnTo>
                    <a:pt x="899502" y="1170432"/>
                  </a:lnTo>
                  <a:lnTo>
                    <a:pt x="913511" y="1207897"/>
                  </a:lnTo>
                  <a:lnTo>
                    <a:pt x="926579" y="1245171"/>
                  </a:lnTo>
                  <a:lnTo>
                    <a:pt x="930643" y="1257554"/>
                  </a:lnTo>
                  <a:lnTo>
                    <a:pt x="912037" y="1243672"/>
                  </a:lnTo>
                  <a:lnTo>
                    <a:pt x="879589" y="1224534"/>
                  </a:lnTo>
                  <a:lnTo>
                    <a:pt x="808037" y="1196555"/>
                  </a:lnTo>
                  <a:lnTo>
                    <a:pt x="768807" y="1187665"/>
                  </a:lnTo>
                  <a:lnTo>
                    <a:pt x="727176" y="1182154"/>
                  </a:lnTo>
                  <a:lnTo>
                    <a:pt x="683094" y="1179982"/>
                  </a:lnTo>
                  <a:lnTo>
                    <a:pt x="636498" y="1181150"/>
                  </a:lnTo>
                  <a:lnTo>
                    <a:pt x="587298" y="1185633"/>
                  </a:lnTo>
                  <a:lnTo>
                    <a:pt x="535457" y="1193406"/>
                  </a:lnTo>
                  <a:lnTo>
                    <a:pt x="480898" y="1204429"/>
                  </a:lnTo>
                  <a:lnTo>
                    <a:pt x="423557" y="1218717"/>
                  </a:lnTo>
                  <a:lnTo>
                    <a:pt x="363372" y="1236218"/>
                  </a:lnTo>
                  <a:lnTo>
                    <a:pt x="366242" y="1245463"/>
                  </a:lnTo>
                  <a:lnTo>
                    <a:pt x="428117" y="1227518"/>
                  </a:lnTo>
                  <a:lnTo>
                    <a:pt x="486803" y="1213053"/>
                  </a:lnTo>
                  <a:lnTo>
                    <a:pt x="542391" y="1202042"/>
                  </a:lnTo>
                  <a:lnTo>
                    <a:pt x="594944" y="1194498"/>
                  </a:lnTo>
                  <a:lnTo>
                    <a:pt x="644525" y="1190409"/>
                  </a:lnTo>
                  <a:lnTo>
                    <a:pt x="691210" y="1189774"/>
                  </a:lnTo>
                  <a:lnTo>
                    <a:pt x="735063" y="1192568"/>
                  </a:lnTo>
                  <a:lnTo>
                    <a:pt x="776160" y="1198816"/>
                  </a:lnTo>
                  <a:lnTo>
                    <a:pt x="814552" y="1208481"/>
                  </a:lnTo>
                  <a:lnTo>
                    <a:pt x="856869" y="1224419"/>
                  </a:lnTo>
                  <a:lnTo>
                    <a:pt x="896239" y="1245349"/>
                  </a:lnTo>
                  <a:lnTo>
                    <a:pt x="932738" y="1271333"/>
                  </a:lnTo>
                  <a:lnTo>
                    <a:pt x="950150" y="1319098"/>
                  </a:lnTo>
                  <a:lnTo>
                    <a:pt x="960780" y="1355699"/>
                  </a:lnTo>
                  <a:lnTo>
                    <a:pt x="980033" y="1428089"/>
                  </a:lnTo>
                  <a:lnTo>
                    <a:pt x="988783" y="1463840"/>
                  </a:lnTo>
                  <a:lnTo>
                    <a:pt x="998194" y="1461604"/>
                  </a:lnTo>
                  <a:lnTo>
                    <a:pt x="984770" y="1407744"/>
                  </a:lnTo>
                  <a:lnTo>
                    <a:pt x="970559" y="1355356"/>
                  </a:lnTo>
                  <a:lnTo>
                    <a:pt x="955509" y="1304378"/>
                  </a:lnTo>
                  <a:lnTo>
                    <a:pt x="950048" y="1287335"/>
                  </a:lnTo>
                  <a:lnTo>
                    <a:pt x="966406" y="1302448"/>
                  </a:lnTo>
                  <a:lnTo>
                    <a:pt x="997318" y="1338745"/>
                  </a:lnTo>
                  <a:lnTo>
                    <a:pt x="1025525" y="1380274"/>
                  </a:lnTo>
                  <a:lnTo>
                    <a:pt x="1037043" y="1401394"/>
                  </a:lnTo>
                  <a:lnTo>
                    <a:pt x="1033576" y="1425130"/>
                  </a:lnTo>
                  <a:lnTo>
                    <a:pt x="1027125" y="1463611"/>
                  </a:lnTo>
                  <a:lnTo>
                    <a:pt x="1036662" y="1465313"/>
                  </a:lnTo>
                  <a:lnTo>
                    <a:pt x="1042441" y="1430807"/>
                  </a:lnTo>
                  <a:lnTo>
                    <a:pt x="1044689" y="1415427"/>
                  </a:lnTo>
                  <a:lnTo>
                    <a:pt x="1051077" y="1427111"/>
                  </a:lnTo>
                  <a:lnTo>
                    <a:pt x="1074039" y="1479296"/>
                  </a:lnTo>
                  <a:lnTo>
                    <a:pt x="1083043" y="1475740"/>
                  </a:lnTo>
                  <a:lnTo>
                    <a:pt x="1064171" y="1431937"/>
                  </a:lnTo>
                  <a:lnTo>
                    <a:pt x="1047140" y="1398714"/>
                  </a:lnTo>
                  <a:lnTo>
                    <a:pt x="1047978" y="1393037"/>
                  </a:lnTo>
                  <a:lnTo>
                    <a:pt x="1053185" y="1352207"/>
                  </a:lnTo>
                  <a:lnTo>
                    <a:pt x="1057998" y="1308531"/>
                  </a:lnTo>
                  <a:lnTo>
                    <a:pt x="1062329" y="1262189"/>
                  </a:lnTo>
                  <a:lnTo>
                    <a:pt x="1066088" y="1213383"/>
                  </a:lnTo>
                  <a:lnTo>
                    <a:pt x="1069200" y="1162329"/>
                  </a:lnTo>
                  <a:lnTo>
                    <a:pt x="1071587" y="1109218"/>
                  </a:lnTo>
                  <a:lnTo>
                    <a:pt x="1073175" y="1054252"/>
                  </a:lnTo>
                  <a:lnTo>
                    <a:pt x="1073543" y="1022972"/>
                  </a:lnTo>
                  <a:lnTo>
                    <a:pt x="1084872" y="983221"/>
                  </a:lnTo>
                  <a:lnTo>
                    <a:pt x="1098829" y="941997"/>
                  </a:lnTo>
                  <a:lnTo>
                    <a:pt x="1115275" y="899541"/>
                  </a:lnTo>
                  <a:lnTo>
                    <a:pt x="1134084" y="856107"/>
                  </a:lnTo>
                  <a:lnTo>
                    <a:pt x="1155065" y="811949"/>
                  </a:lnTo>
                  <a:lnTo>
                    <a:pt x="1178077" y="767346"/>
                  </a:lnTo>
                  <a:lnTo>
                    <a:pt x="1202956" y="722541"/>
                  </a:lnTo>
                  <a:lnTo>
                    <a:pt x="1229550" y="677786"/>
                  </a:lnTo>
                  <a:lnTo>
                    <a:pt x="1257706" y="633336"/>
                  </a:lnTo>
                  <a:lnTo>
                    <a:pt x="1287246" y="589470"/>
                  </a:lnTo>
                  <a:lnTo>
                    <a:pt x="1318031" y="546430"/>
                  </a:lnTo>
                  <a:lnTo>
                    <a:pt x="1349895" y="504469"/>
                  </a:lnTo>
                  <a:lnTo>
                    <a:pt x="1382687" y="463842"/>
                  </a:lnTo>
                  <a:lnTo>
                    <a:pt x="1416240" y="424815"/>
                  </a:lnTo>
                  <a:lnTo>
                    <a:pt x="1450403" y="387654"/>
                  </a:lnTo>
                  <a:lnTo>
                    <a:pt x="1485011" y="352590"/>
                  </a:lnTo>
                  <a:close/>
                </a:path>
                <a:path w="1933575" h="1479550">
                  <a:moveTo>
                    <a:pt x="1933409" y="1103528"/>
                  </a:moveTo>
                  <a:lnTo>
                    <a:pt x="1896110" y="1083373"/>
                  </a:lnTo>
                  <a:lnTo>
                    <a:pt x="1855000" y="1064679"/>
                  </a:lnTo>
                  <a:lnTo>
                    <a:pt x="1810575" y="1048016"/>
                  </a:lnTo>
                  <a:lnTo>
                    <a:pt x="1763318" y="1033919"/>
                  </a:lnTo>
                  <a:lnTo>
                    <a:pt x="1713750" y="1022997"/>
                  </a:lnTo>
                  <a:lnTo>
                    <a:pt x="1662328" y="1015784"/>
                  </a:lnTo>
                  <a:lnTo>
                    <a:pt x="1609572" y="1012850"/>
                  </a:lnTo>
                  <a:lnTo>
                    <a:pt x="1555978" y="1014768"/>
                  </a:lnTo>
                  <a:lnTo>
                    <a:pt x="1502016" y="1022096"/>
                  </a:lnTo>
                  <a:lnTo>
                    <a:pt x="1448193" y="1035405"/>
                  </a:lnTo>
                  <a:lnTo>
                    <a:pt x="1404188" y="1051267"/>
                  </a:lnTo>
                  <a:lnTo>
                    <a:pt x="1362049" y="1071194"/>
                  </a:lnTo>
                  <a:lnTo>
                    <a:pt x="1321803" y="1095171"/>
                  </a:lnTo>
                  <a:lnTo>
                    <a:pt x="1283449" y="1123175"/>
                  </a:lnTo>
                  <a:lnTo>
                    <a:pt x="1247025" y="1155179"/>
                  </a:lnTo>
                  <a:lnTo>
                    <a:pt x="1212557" y="1191171"/>
                  </a:lnTo>
                  <a:lnTo>
                    <a:pt x="1180045" y="1231138"/>
                  </a:lnTo>
                  <a:lnTo>
                    <a:pt x="1149527" y="1275067"/>
                  </a:lnTo>
                  <a:lnTo>
                    <a:pt x="1121003" y="1322908"/>
                  </a:lnTo>
                  <a:lnTo>
                    <a:pt x="1094511" y="1374673"/>
                  </a:lnTo>
                  <a:lnTo>
                    <a:pt x="1103261" y="1378813"/>
                  </a:lnTo>
                  <a:lnTo>
                    <a:pt x="1129360" y="1327797"/>
                  </a:lnTo>
                  <a:lnTo>
                    <a:pt x="1157452" y="1280642"/>
                  </a:lnTo>
                  <a:lnTo>
                    <a:pt x="1187500" y="1237361"/>
                  </a:lnTo>
                  <a:lnTo>
                    <a:pt x="1219479" y="1197978"/>
                  </a:lnTo>
                  <a:lnTo>
                    <a:pt x="1253388" y="1162519"/>
                  </a:lnTo>
                  <a:lnTo>
                    <a:pt x="1289189" y="1130998"/>
                  </a:lnTo>
                  <a:lnTo>
                    <a:pt x="1326883" y="1103439"/>
                  </a:lnTo>
                  <a:lnTo>
                    <a:pt x="1366431" y="1079842"/>
                  </a:lnTo>
                  <a:lnTo>
                    <a:pt x="1407820" y="1060246"/>
                  </a:lnTo>
                  <a:lnTo>
                    <a:pt x="1451038" y="1044663"/>
                  </a:lnTo>
                  <a:lnTo>
                    <a:pt x="1503959" y="1031582"/>
                  </a:lnTo>
                  <a:lnTo>
                    <a:pt x="1557032" y="1024382"/>
                  </a:lnTo>
                  <a:lnTo>
                    <a:pt x="1609763" y="1022515"/>
                  </a:lnTo>
                  <a:lnTo>
                    <a:pt x="1661668" y="1025410"/>
                  </a:lnTo>
                  <a:lnTo>
                    <a:pt x="1712264" y="1032535"/>
                  </a:lnTo>
                  <a:lnTo>
                    <a:pt x="1761058" y="1043317"/>
                  </a:lnTo>
                  <a:lnTo>
                    <a:pt x="1807565" y="1057198"/>
                  </a:lnTo>
                  <a:lnTo>
                    <a:pt x="1851304" y="1073619"/>
                  </a:lnTo>
                  <a:lnTo>
                    <a:pt x="1891779" y="1092034"/>
                  </a:lnTo>
                  <a:lnTo>
                    <a:pt x="1928507" y="1111872"/>
                  </a:lnTo>
                  <a:lnTo>
                    <a:pt x="1933409" y="1103528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062591" y="7528200"/>
              <a:ext cx="291017" cy="201805"/>
            </a:xfrm>
            <a:prstGeom prst="rect">
              <a:avLst/>
            </a:prstGeom>
          </p:spPr>
        </p:pic>
        <p:pic>
          <p:nvPicPr>
            <p:cNvPr id="161" name="object 161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112517" y="7512944"/>
              <a:ext cx="463382" cy="357832"/>
            </a:xfrm>
            <a:prstGeom prst="rect">
              <a:avLst/>
            </a:prstGeom>
          </p:spPr>
        </p:pic>
        <p:pic>
          <p:nvPicPr>
            <p:cNvPr id="162" name="object 162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266450" y="7909665"/>
              <a:ext cx="378417" cy="80544"/>
            </a:xfrm>
            <a:prstGeom prst="rect">
              <a:avLst/>
            </a:prstGeom>
          </p:spPr>
        </p:pic>
        <p:pic>
          <p:nvPicPr>
            <p:cNvPr id="163" name="object 16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672783" y="7629097"/>
              <a:ext cx="99202" cy="387401"/>
            </a:xfrm>
            <a:prstGeom prst="rect">
              <a:avLst/>
            </a:prstGeom>
          </p:spPr>
        </p:pic>
        <p:pic>
          <p:nvPicPr>
            <p:cNvPr id="164" name="object 164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492075" y="7720079"/>
              <a:ext cx="474045" cy="499471"/>
            </a:xfrm>
            <a:prstGeom prst="rect">
              <a:avLst/>
            </a:prstGeom>
          </p:spPr>
        </p:pic>
        <p:pic>
          <p:nvPicPr>
            <p:cNvPr id="165" name="object 165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595119" y="7944229"/>
              <a:ext cx="546162" cy="473818"/>
            </a:xfrm>
            <a:prstGeom prst="rect">
              <a:avLst/>
            </a:prstGeom>
          </p:spPr>
        </p:pic>
        <p:pic>
          <p:nvPicPr>
            <p:cNvPr id="166" name="object 166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753220" y="8274994"/>
              <a:ext cx="514198" cy="449368"/>
            </a:xfrm>
            <a:prstGeom prst="rect">
              <a:avLst/>
            </a:prstGeom>
          </p:spPr>
        </p:pic>
        <p:pic>
          <p:nvPicPr>
            <p:cNvPr id="167" name="object 167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406518" y="8676814"/>
              <a:ext cx="785808" cy="316754"/>
            </a:xfrm>
            <a:prstGeom prst="rect">
              <a:avLst/>
            </a:prstGeom>
          </p:spPr>
        </p:pic>
        <p:pic>
          <p:nvPicPr>
            <p:cNvPr id="168" name="object 168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988972" y="7207843"/>
              <a:ext cx="338377" cy="644367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117942" y="7537907"/>
              <a:ext cx="991561" cy="1323069"/>
            </a:xfrm>
            <a:prstGeom prst="rect">
              <a:avLst/>
            </a:prstGeom>
          </p:spPr>
        </p:pic>
        <p:sp>
          <p:nvSpPr>
            <p:cNvPr id="170" name="object 170" descr=""/>
            <p:cNvSpPr/>
            <p:nvPr/>
          </p:nvSpPr>
          <p:spPr>
            <a:xfrm>
              <a:off x="8609132" y="9785531"/>
              <a:ext cx="1663700" cy="227965"/>
            </a:xfrm>
            <a:custGeom>
              <a:avLst/>
              <a:gdLst/>
              <a:ahLst/>
              <a:cxnLst/>
              <a:rect l="l" t="t" r="r" b="b"/>
              <a:pathLst>
                <a:path w="1663700" h="227965">
                  <a:moveTo>
                    <a:pt x="831660" y="0"/>
                  </a:moveTo>
                  <a:lnTo>
                    <a:pt x="755962" y="465"/>
                  </a:lnTo>
                  <a:lnTo>
                    <a:pt x="682167" y="1835"/>
                  </a:lnTo>
                  <a:lnTo>
                    <a:pt x="610571" y="4068"/>
                  </a:lnTo>
                  <a:lnTo>
                    <a:pt x="541466" y="7125"/>
                  </a:lnTo>
                  <a:lnTo>
                    <a:pt x="475146" y="10966"/>
                  </a:lnTo>
                  <a:lnTo>
                    <a:pt x="411904" y="15550"/>
                  </a:lnTo>
                  <a:lnTo>
                    <a:pt x="352034" y="20836"/>
                  </a:lnTo>
                  <a:lnTo>
                    <a:pt x="295831" y="26786"/>
                  </a:lnTo>
                  <a:lnTo>
                    <a:pt x="243586" y="33358"/>
                  </a:lnTo>
                  <a:lnTo>
                    <a:pt x="195595" y="40513"/>
                  </a:lnTo>
                  <a:lnTo>
                    <a:pt x="152150" y="48210"/>
                  </a:lnTo>
                  <a:lnTo>
                    <a:pt x="113545" y="56409"/>
                  </a:lnTo>
                  <a:lnTo>
                    <a:pt x="52030" y="74152"/>
                  </a:lnTo>
                  <a:lnTo>
                    <a:pt x="13399" y="93420"/>
                  </a:lnTo>
                  <a:lnTo>
                    <a:pt x="0" y="113891"/>
                  </a:lnTo>
                  <a:lnTo>
                    <a:pt x="3398" y="124257"/>
                  </a:lnTo>
                  <a:lnTo>
                    <a:pt x="52030" y="153631"/>
                  </a:lnTo>
                  <a:lnTo>
                    <a:pt x="113545" y="171374"/>
                  </a:lnTo>
                  <a:lnTo>
                    <a:pt x="152150" y="179573"/>
                  </a:lnTo>
                  <a:lnTo>
                    <a:pt x="195595" y="187270"/>
                  </a:lnTo>
                  <a:lnTo>
                    <a:pt x="243586" y="194424"/>
                  </a:lnTo>
                  <a:lnTo>
                    <a:pt x="295831" y="200997"/>
                  </a:lnTo>
                  <a:lnTo>
                    <a:pt x="352034" y="206946"/>
                  </a:lnTo>
                  <a:lnTo>
                    <a:pt x="411904" y="212233"/>
                  </a:lnTo>
                  <a:lnTo>
                    <a:pt x="475146" y="216817"/>
                  </a:lnTo>
                  <a:lnTo>
                    <a:pt x="541466" y="220658"/>
                  </a:lnTo>
                  <a:lnTo>
                    <a:pt x="610571" y="223715"/>
                  </a:lnTo>
                  <a:lnTo>
                    <a:pt x="682167" y="225948"/>
                  </a:lnTo>
                  <a:lnTo>
                    <a:pt x="755962" y="227318"/>
                  </a:lnTo>
                  <a:lnTo>
                    <a:pt x="831660" y="227783"/>
                  </a:lnTo>
                  <a:lnTo>
                    <a:pt x="907357" y="227318"/>
                  </a:lnTo>
                  <a:lnTo>
                    <a:pt x="981150" y="225948"/>
                  </a:lnTo>
                  <a:lnTo>
                    <a:pt x="1052745" y="223715"/>
                  </a:lnTo>
                  <a:lnTo>
                    <a:pt x="1121849" y="220658"/>
                  </a:lnTo>
                  <a:lnTo>
                    <a:pt x="1188168" y="216817"/>
                  </a:lnTo>
                  <a:lnTo>
                    <a:pt x="1251409" y="212233"/>
                  </a:lnTo>
                  <a:lnTo>
                    <a:pt x="1311278" y="206946"/>
                  </a:lnTo>
                  <a:lnTo>
                    <a:pt x="1367481" y="200997"/>
                  </a:lnTo>
                  <a:lnTo>
                    <a:pt x="1419725" y="194424"/>
                  </a:lnTo>
                  <a:lnTo>
                    <a:pt x="1467716" y="187270"/>
                  </a:lnTo>
                  <a:lnTo>
                    <a:pt x="1511160" y="179573"/>
                  </a:lnTo>
                  <a:lnTo>
                    <a:pt x="1549765" y="171374"/>
                  </a:lnTo>
                  <a:lnTo>
                    <a:pt x="1611280" y="153631"/>
                  </a:lnTo>
                  <a:lnTo>
                    <a:pt x="1649911" y="134363"/>
                  </a:lnTo>
                  <a:lnTo>
                    <a:pt x="1663310" y="113891"/>
                  </a:lnTo>
                  <a:lnTo>
                    <a:pt x="1659911" y="103525"/>
                  </a:lnTo>
                  <a:lnTo>
                    <a:pt x="1611280" y="74152"/>
                  </a:lnTo>
                  <a:lnTo>
                    <a:pt x="1549765" y="56409"/>
                  </a:lnTo>
                  <a:lnTo>
                    <a:pt x="1511160" y="48210"/>
                  </a:lnTo>
                  <a:lnTo>
                    <a:pt x="1467716" y="40513"/>
                  </a:lnTo>
                  <a:lnTo>
                    <a:pt x="1419725" y="33358"/>
                  </a:lnTo>
                  <a:lnTo>
                    <a:pt x="1367481" y="26786"/>
                  </a:lnTo>
                  <a:lnTo>
                    <a:pt x="1311278" y="20836"/>
                  </a:lnTo>
                  <a:lnTo>
                    <a:pt x="1251409" y="15550"/>
                  </a:lnTo>
                  <a:lnTo>
                    <a:pt x="1188168" y="10966"/>
                  </a:lnTo>
                  <a:lnTo>
                    <a:pt x="1121849" y="7125"/>
                  </a:lnTo>
                  <a:lnTo>
                    <a:pt x="1052745" y="4068"/>
                  </a:lnTo>
                  <a:lnTo>
                    <a:pt x="981150" y="1835"/>
                  </a:lnTo>
                  <a:lnTo>
                    <a:pt x="907357" y="465"/>
                  </a:lnTo>
                  <a:lnTo>
                    <a:pt x="83166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1" name="object 171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904158" y="8396330"/>
              <a:ext cx="1686556" cy="1506666"/>
            </a:xfrm>
            <a:prstGeom prst="rect">
              <a:avLst/>
            </a:prstGeom>
          </p:spPr>
        </p:pic>
        <p:sp>
          <p:nvSpPr>
            <p:cNvPr id="172" name="object 172" descr=""/>
            <p:cNvSpPr/>
            <p:nvPr/>
          </p:nvSpPr>
          <p:spPr>
            <a:xfrm>
              <a:off x="8904158" y="8955724"/>
              <a:ext cx="1009650" cy="168275"/>
            </a:xfrm>
            <a:custGeom>
              <a:avLst/>
              <a:gdLst/>
              <a:ahLst/>
              <a:cxnLst/>
              <a:rect l="l" t="t" r="r" b="b"/>
              <a:pathLst>
                <a:path w="1009650" h="168275">
                  <a:moveTo>
                    <a:pt x="65589" y="0"/>
                  </a:moveTo>
                  <a:lnTo>
                    <a:pt x="47646" y="4630"/>
                  </a:lnTo>
                  <a:lnTo>
                    <a:pt x="30855" y="12240"/>
                  </a:lnTo>
                  <a:lnTo>
                    <a:pt x="15033" y="22646"/>
                  </a:lnTo>
                  <a:lnTo>
                    <a:pt x="0" y="35663"/>
                  </a:lnTo>
                  <a:lnTo>
                    <a:pt x="0" y="141922"/>
                  </a:lnTo>
                  <a:lnTo>
                    <a:pt x="21945" y="108461"/>
                  </a:lnTo>
                  <a:lnTo>
                    <a:pt x="41505" y="84651"/>
                  </a:lnTo>
                  <a:lnTo>
                    <a:pt x="59327" y="69794"/>
                  </a:lnTo>
                  <a:lnTo>
                    <a:pt x="76060" y="63191"/>
                  </a:lnTo>
                  <a:lnTo>
                    <a:pt x="98964" y="65065"/>
                  </a:lnTo>
                  <a:lnTo>
                    <a:pt x="128024" y="77574"/>
                  </a:lnTo>
                  <a:lnTo>
                    <a:pt x="163772" y="101041"/>
                  </a:lnTo>
                  <a:lnTo>
                    <a:pt x="206737" y="135786"/>
                  </a:lnTo>
                  <a:lnTo>
                    <a:pt x="226555" y="150596"/>
                  </a:lnTo>
                  <a:lnTo>
                    <a:pt x="245688" y="160483"/>
                  </a:lnTo>
                  <a:lnTo>
                    <a:pt x="264107" y="166005"/>
                  </a:lnTo>
                  <a:lnTo>
                    <a:pt x="281781" y="167722"/>
                  </a:lnTo>
                  <a:lnTo>
                    <a:pt x="311845" y="162928"/>
                  </a:lnTo>
                  <a:lnTo>
                    <a:pt x="339186" y="150782"/>
                  </a:lnTo>
                  <a:lnTo>
                    <a:pt x="363624" y="134617"/>
                  </a:lnTo>
                  <a:lnTo>
                    <a:pt x="384983" y="117766"/>
                  </a:lnTo>
                  <a:lnTo>
                    <a:pt x="420573" y="90744"/>
                  </a:lnTo>
                  <a:lnTo>
                    <a:pt x="453963" y="77192"/>
                  </a:lnTo>
                  <a:lnTo>
                    <a:pt x="490595" y="84374"/>
                  </a:lnTo>
                  <a:lnTo>
                    <a:pt x="535910" y="119556"/>
                  </a:lnTo>
                  <a:lnTo>
                    <a:pt x="586871" y="156588"/>
                  </a:lnTo>
                  <a:lnTo>
                    <a:pt x="632005" y="165451"/>
                  </a:lnTo>
                  <a:lnTo>
                    <a:pt x="671176" y="154711"/>
                  </a:lnTo>
                  <a:lnTo>
                    <a:pt x="704246" y="132938"/>
                  </a:lnTo>
                  <a:lnTo>
                    <a:pt x="748388" y="92446"/>
                  </a:lnTo>
                  <a:lnTo>
                    <a:pt x="765390" y="78569"/>
                  </a:lnTo>
                  <a:lnTo>
                    <a:pt x="782336" y="69037"/>
                  </a:lnTo>
                  <a:lnTo>
                    <a:pt x="799483" y="65819"/>
                  </a:lnTo>
                  <a:lnTo>
                    <a:pt x="815051" y="69010"/>
                  </a:lnTo>
                  <a:lnTo>
                    <a:pt x="832280" y="77754"/>
                  </a:lnTo>
                  <a:lnTo>
                    <a:pt x="851108" y="92015"/>
                  </a:lnTo>
                  <a:lnTo>
                    <a:pt x="871470" y="111755"/>
                  </a:lnTo>
                  <a:lnTo>
                    <a:pt x="897141" y="135255"/>
                  </a:lnTo>
                  <a:lnTo>
                    <a:pt x="922737" y="151037"/>
                  </a:lnTo>
                  <a:lnTo>
                    <a:pt x="948179" y="159060"/>
                  </a:lnTo>
                  <a:lnTo>
                    <a:pt x="973383" y="159283"/>
                  </a:lnTo>
                  <a:lnTo>
                    <a:pt x="983141" y="157229"/>
                  </a:lnTo>
                  <a:lnTo>
                    <a:pt x="992355" y="154092"/>
                  </a:lnTo>
                  <a:lnTo>
                    <a:pt x="1001050" y="149977"/>
                  </a:lnTo>
                  <a:lnTo>
                    <a:pt x="1009246" y="144990"/>
                  </a:lnTo>
                  <a:lnTo>
                    <a:pt x="1009246" y="43873"/>
                  </a:lnTo>
                  <a:lnTo>
                    <a:pt x="999152" y="61655"/>
                  </a:lnTo>
                  <a:lnTo>
                    <a:pt x="988001" y="77881"/>
                  </a:lnTo>
                  <a:lnTo>
                    <a:pt x="976175" y="90115"/>
                  </a:lnTo>
                  <a:lnTo>
                    <a:pt x="964054" y="95923"/>
                  </a:lnTo>
                  <a:lnTo>
                    <a:pt x="954843" y="94950"/>
                  </a:lnTo>
                  <a:lnTo>
                    <a:pt x="943849" y="89799"/>
                  </a:lnTo>
                  <a:lnTo>
                    <a:pt x="931479" y="80708"/>
                  </a:lnTo>
                  <a:lnTo>
                    <a:pt x="887963" y="39390"/>
                  </a:lnTo>
                  <a:lnTo>
                    <a:pt x="858552" y="18939"/>
                  </a:lnTo>
                  <a:lnTo>
                    <a:pt x="829703" y="6447"/>
                  </a:lnTo>
                  <a:lnTo>
                    <a:pt x="801211" y="1800"/>
                  </a:lnTo>
                  <a:lnTo>
                    <a:pt x="766561" y="6719"/>
                  </a:lnTo>
                  <a:lnTo>
                    <a:pt x="736701" y="20797"/>
                  </a:lnTo>
                  <a:lnTo>
                    <a:pt x="710502" y="40526"/>
                  </a:lnTo>
                  <a:lnTo>
                    <a:pt x="686837" y="62396"/>
                  </a:lnTo>
                  <a:lnTo>
                    <a:pt x="658261" y="88315"/>
                  </a:lnTo>
                  <a:lnTo>
                    <a:pt x="634669" y="101135"/>
                  </a:lnTo>
                  <a:lnTo>
                    <a:pt x="610767" y="97570"/>
                  </a:lnTo>
                  <a:lnTo>
                    <a:pt x="581259" y="74332"/>
                  </a:lnTo>
                  <a:lnTo>
                    <a:pt x="529224" y="32890"/>
                  </a:lnTo>
                  <a:lnTo>
                    <a:pt x="482482" y="14762"/>
                  </a:lnTo>
                  <a:lnTo>
                    <a:pt x="440839" y="14584"/>
                  </a:lnTo>
                  <a:lnTo>
                    <a:pt x="404100" y="26992"/>
                  </a:lnTo>
                  <a:lnTo>
                    <a:pt x="372070" y="46619"/>
                  </a:lnTo>
                  <a:lnTo>
                    <a:pt x="344554" y="68102"/>
                  </a:lnTo>
                  <a:lnTo>
                    <a:pt x="313511" y="91636"/>
                  </a:lnTo>
                  <a:lnTo>
                    <a:pt x="290221" y="102812"/>
                  </a:lnTo>
                  <a:lnTo>
                    <a:pt x="270127" y="101452"/>
                  </a:lnTo>
                  <a:lnTo>
                    <a:pt x="248673" y="87379"/>
                  </a:lnTo>
                  <a:lnTo>
                    <a:pt x="192778" y="42978"/>
                  </a:lnTo>
                  <a:lnTo>
                    <a:pt x="145131" y="14326"/>
                  </a:lnTo>
                  <a:lnTo>
                    <a:pt x="103484" y="356"/>
                  </a:lnTo>
                  <a:lnTo>
                    <a:pt x="65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3" name="object 173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029352" y="9184275"/>
              <a:ext cx="77463" cy="77463"/>
            </a:xfrm>
            <a:prstGeom prst="rect">
              <a:avLst/>
            </a:prstGeom>
          </p:spPr>
        </p:pic>
        <p:pic>
          <p:nvPicPr>
            <p:cNvPr id="174" name="object 174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237298" y="9433768"/>
              <a:ext cx="77463" cy="77463"/>
            </a:xfrm>
            <a:prstGeom prst="rect">
              <a:avLst/>
            </a:prstGeom>
          </p:spPr>
        </p:pic>
        <p:pic>
          <p:nvPicPr>
            <p:cNvPr id="175" name="object 175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046739" y="9813592"/>
              <a:ext cx="77463" cy="77463"/>
            </a:xfrm>
            <a:prstGeom prst="rect">
              <a:avLst/>
            </a:prstGeom>
          </p:spPr>
        </p:pic>
        <p:sp>
          <p:nvSpPr>
            <p:cNvPr id="176" name="object 176" descr=""/>
            <p:cNvSpPr/>
            <p:nvPr/>
          </p:nvSpPr>
          <p:spPr>
            <a:xfrm>
              <a:off x="8904160" y="9545967"/>
              <a:ext cx="38100" cy="77470"/>
            </a:xfrm>
            <a:custGeom>
              <a:avLst/>
              <a:gdLst/>
              <a:ahLst/>
              <a:cxnLst/>
              <a:rect l="l" t="t" r="r" b="b"/>
              <a:pathLst>
                <a:path w="38100" h="77470">
                  <a:moveTo>
                    <a:pt x="0" y="0"/>
                  </a:moveTo>
                  <a:lnTo>
                    <a:pt x="0" y="77379"/>
                  </a:lnTo>
                  <a:lnTo>
                    <a:pt x="14782" y="74117"/>
                  </a:lnTo>
                  <a:lnTo>
                    <a:pt x="26823" y="65785"/>
                  </a:lnTo>
                  <a:lnTo>
                    <a:pt x="34926" y="53578"/>
                  </a:lnTo>
                  <a:lnTo>
                    <a:pt x="37894" y="38689"/>
                  </a:lnTo>
                  <a:lnTo>
                    <a:pt x="34926" y="23800"/>
                  </a:lnTo>
                  <a:lnTo>
                    <a:pt x="26823" y="11593"/>
                  </a:lnTo>
                  <a:lnTo>
                    <a:pt x="14782" y="3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436655" y="9719541"/>
              <a:ext cx="77463" cy="77463"/>
            </a:xfrm>
            <a:prstGeom prst="rect">
              <a:avLst/>
            </a:prstGeom>
          </p:spPr>
        </p:pic>
        <p:pic>
          <p:nvPicPr>
            <p:cNvPr id="178" name="object 178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737295" y="9457828"/>
              <a:ext cx="77463" cy="77463"/>
            </a:xfrm>
            <a:prstGeom prst="rect">
              <a:avLst/>
            </a:prstGeom>
          </p:spPr>
        </p:pic>
        <p:pic>
          <p:nvPicPr>
            <p:cNvPr id="179" name="object 179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445435" y="9209221"/>
              <a:ext cx="77463" cy="77463"/>
            </a:xfrm>
            <a:prstGeom prst="rect">
              <a:avLst/>
            </a:prstGeom>
          </p:spPr>
        </p:pic>
        <p:pic>
          <p:nvPicPr>
            <p:cNvPr id="180" name="object 180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802119" y="9170486"/>
              <a:ext cx="77463" cy="77463"/>
            </a:xfrm>
            <a:prstGeom prst="rect">
              <a:avLst/>
            </a:prstGeom>
          </p:spPr>
        </p:pic>
        <p:pic>
          <p:nvPicPr>
            <p:cNvPr id="181" name="object 181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802119" y="9736123"/>
              <a:ext cx="77463" cy="77463"/>
            </a:xfrm>
            <a:prstGeom prst="rect">
              <a:avLst/>
            </a:prstGeom>
          </p:spPr>
        </p:pic>
      </p:grpSp>
      <p:grpSp>
        <p:nvGrpSpPr>
          <p:cNvPr id="182" name="object 182" descr=""/>
          <p:cNvGrpSpPr/>
          <p:nvPr/>
        </p:nvGrpSpPr>
        <p:grpSpPr>
          <a:xfrm>
            <a:off x="1460346" y="2749871"/>
            <a:ext cx="2173605" cy="2939415"/>
            <a:chOff x="1460346" y="2749871"/>
            <a:chExt cx="2173605" cy="2939415"/>
          </a:xfrm>
        </p:grpSpPr>
        <p:sp>
          <p:nvSpPr>
            <p:cNvPr id="183" name="object 183" descr=""/>
            <p:cNvSpPr/>
            <p:nvPr/>
          </p:nvSpPr>
          <p:spPr>
            <a:xfrm>
              <a:off x="1600021" y="5415064"/>
              <a:ext cx="1918335" cy="274320"/>
            </a:xfrm>
            <a:custGeom>
              <a:avLst/>
              <a:gdLst/>
              <a:ahLst/>
              <a:cxnLst/>
              <a:rect l="l" t="t" r="r" b="b"/>
              <a:pathLst>
                <a:path w="1918335" h="274320">
                  <a:moveTo>
                    <a:pt x="958986" y="0"/>
                  </a:moveTo>
                  <a:lnTo>
                    <a:pt x="880335" y="454"/>
                  </a:lnTo>
                  <a:lnTo>
                    <a:pt x="803435" y="1793"/>
                  </a:lnTo>
                  <a:lnTo>
                    <a:pt x="728532" y="3983"/>
                  </a:lnTo>
                  <a:lnTo>
                    <a:pt x="655874" y="6986"/>
                  </a:lnTo>
                  <a:lnTo>
                    <a:pt x="585708" y="10769"/>
                  </a:lnTo>
                  <a:lnTo>
                    <a:pt x="518279" y="15297"/>
                  </a:lnTo>
                  <a:lnTo>
                    <a:pt x="453835" y="20532"/>
                  </a:lnTo>
                  <a:lnTo>
                    <a:pt x="392624" y="26442"/>
                  </a:lnTo>
                  <a:lnTo>
                    <a:pt x="334890" y="32989"/>
                  </a:lnTo>
                  <a:lnTo>
                    <a:pt x="280882" y="40140"/>
                  </a:lnTo>
                  <a:lnTo>
                    <a:pt x="230847" y="47858"/>
                  </a:lnTo>
                  <a:lnTo>
                    <a:pt x="185030" y="56108"/>
                  </a:lnTo>
                  <a:lnTo>
                    <a:pt x="143679" y="64855"/>
                  </a:lnTo>
                  <a:lnTo>
                    <a:pt x="75362" y="83700"/>
                  </a:lnTo>
                  <a:lnTo>
                    <a:pt x="27871" y="104110"/>
                  </a:lnTo>
                  <a:lnTo>
                    <a:pt x="0" y="137042"/>
                  </a:lnTo>
                  <a:lnTo>
                    <a:pt x="3179" y="148283"/>
                  </a:lnTo>
                  <a:lnTo>
                    <a:pt x="48890" y="180361"/>
                  </a:lnTo>
                  <a:lnTo>
                    <a:pt x="107041" y="200025"/>
                  </a:lnTo>
                  <a:lnTo>
                    <a:pt x="185030" y="217981"/>
                  </a:lnTo>
                  <a:lnTo>
                    <a:pt x="230847" y="226232"/>
                  </a:lnTo>
                  <a:lnTo>
                    <a:pt x="280882" y="233949"/>
                  </a:lnTo>
                  <a:lnTo>
                    <a:pt x="334890" y="241099"/>
                  </a:lnTo>
                  <a:lnTo>
                    <a:pt x="392624" y="247646"/>
                  </a:lnTo>
                  <a:lnTo>
                    <a:pt x="453835" y="253555"/>
                  </a:lnTo>
                  <a:lnTo>
                    <a:pt x="518279" y="258790"/>
                  </a:lnTo>
                  <a:lnTo>
                    <a:pt x="585708" y="263317"/>
                  </a:lnTo>
                  <a:lnTo>
                    <a:pt x="655874" y="267100"/>
                  </a:lnTo>
                  <a:lnTo>
                    <a:pt x="728532" y="270103"/>
                  </a:lnTo>
                  <a:lnTo>
                    <a:pt x="803435" y="272292"/>
                  </a:lnTo>
                  <a:lnTo>
                    <a:pt x="880335" y="273631"/>
                  </a:lnTo>
                  <a:lnTo>
                    <a:pt x="958986" y="274085"/>
                  </a:lnTo>
                  <a:lnTo>
                    <a:pt x="1037638" y="273631"/>
                  </a:lnTo>
                  <a:lnTo>
                    <a:pt x="1114540" y="272292"/>
                  </a:lnTo>
                  <a:lnTo>
                    <a:pt x="1189443" y="270103"/>
                  </a:lnTo>
                  <a:lnTo>
                    <a:pt x="1262102" y="267100"/>
                  </a:lnTo>
                  <a:lnTo>
                    <a:pt x="1332269" y="263317"/>
                  </a:lnTo>
                  <a:lnTo>
                    <a:pt x="1399698" y="258790"/>
                  </a:lnTo>
                  <a:lnTo>
                    <a:pt x="1464141" y="253555"/>
                  </a:lnTo>
                  <a:lnTo>
                    <a:pt x="1525353" y="247646"/>
                  </a:lnTo>
                  <a:lnTo>
                    <a:pt x="1583086" y="241099"/>
                  </a:lnTo>
                  <a:lnTo>
                    <a:pt x="1637094" y="233949"/>
                  </a:lnTo>
                  <a:lnTo>
                    <a:pt x="1687129" y="226232"/>
                  </a:lnTo>
                  <a:lnTo>
                    <a:pt x="1732945" y="217981"/>
                  </a:lnTo>
                  <a:lnTo>
                    <a:pt x="1774295" y="209234"/>
                  </a:lnTo>
                  <a:lnTo>
                    <a:pt x="1842611" y="190389"/>
                  </a:lnTo>
                  <a:lnTo>
                    <a:pt x="1890102" y="169978"/>
                  </a:lnTo>
                  <a:lnTo>
                    <a:pt x="1917973" y="137042"/>
                  </a:lnTo>
                  <a:lnTo>
                    <a:pt x="1914794" y="125803"/>
                  </a:lnTo>
                  <a:lnTo>
                    <a:pt x="1869083" y="93727"/>
                  </a:lnTo>
                  <a:lnTo>
                    <a:pt x="1810933" y="74065"/>
                  </a:lnTo>
                  <a:lnTo>
                    <a:pt x="1732945" y="56108"/>
                  </a:lnTo>
                  <a:lnTo>
                    <a:pt x="1687129" y="47858"/>
                  </a:lnTo>
                  <a:lnTo>
                    <a:pt x="1637094" y="40140"/>
                  </a:lnTo>
                  <a:lnTo>
                    <a:pt x="1583086" y="32989"/>
                  </a:lnTo>
                  <a:lnTo>
                    <a:pt x="1525353" y="26442"/>
                  </a:lnTo>
                  <a:lnTo>
                    <a:pt x="1464141" y="20532"/>
                  </a:lnTo>
                  <a:lnTo>
                    <a:pt x="1399698" y="15297"/>
                  </a:lnTo>
                  <a:lnTo>
                    <a:pt x="1332269" y="10769"/>
                  </a:lnTo>
                  <a:lnTo>
                    <a:pt x="1262102" y="6986"/>
                  </a:lnTo>
                  <a:lnTo>
                    <a:pt x="1189443" y="3983"/>
                  </a:lnTo>
                  <a:lnTo>
                    <a:pt x="1114540" y="1793"/>
                  </a:lnTo>
                  <a:lnTo>
                    <a:pt x="1037638" y="454"/>
                  </a:lnTo>
                  <a:lnTo>
                    <a:pt x="958986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2588255" y="3130152"/>
              <a:ext cx="1045210" cy="566420"/>
            </a:xfrm>
            <a:custGeom>
              <a:avLst/>
              <a:gdLst/>
              <a:ahLst/>
              <a:cxnLst/>
              <a:rect l="l" t="t" r="r" b="b"/>
              <a:pathLst>
                <a:path w="1045210" h="566420">
                  <a:moveTo>
                    <a:pt x="513373" y="0"/>
                  </a:moveTo>
                  <a:lnTo>
                    <a:pt x="456467" y="3366"/>
                  </a:lnTo>
                  <a:lnTo>
                    <a:pt x="397470" y="11782"/>
                  </a:lnTo>
                  <a:lnTo>
                    <a:pt x="338762" y="26511"/>
                  </a:lnTo>
                  <a:lnTo>
                    <a:pt x="282724" y="48815"/>
                  </a:lnTo>
                  <a:lnTo>
                    <a:pt x="253278" y="55189"/>
                  </a:lnTo>
                  <a:lnTo>
                    <a:pt x="191604" y="80665"/>
                  </a:lnTo>
                  <a:lnTo>
                    <a:pt x="159818" y="102008"/>
                  </a:lnTo>
                  <a:lnTo>
                    <a:pt x="127692" y="130581"/>
                  </a:lnTo>
                  <a:lnTo>
                    <a:pt x="95447" y="167504"/>
                  </a:lnTo>
                  <a:lnTo>
                    <a:pt x="63305" y="213899"/>
                  </a:lnTo>
                  <a:lnTo>
                    <a:pt x="31485" y="270884"/>
                  </a:lnTo>
                  <a:lnTo>
                    <a:pt x="209" y="339581"/>
                  </a:lnTo>
                  <a:lnTo>
                    <a:pt x="0" y="349312"/>
                  </a:lnTo>
                  <a:lnTo>
                    <a:pt x="1627" y="379535"/>
                  </a:lnTo>
                  <a:lnTo>
                    <a:pt x="8474" y="431799"/>
                  </a:lnTo>
                  <a:lnTo>
                    <a:pt x="23926" y="507649"/>
                  </a:lnTo>
                  <a:lnTo>
                    <a:pt x="59591" y="519884"/>
                  </a:lnTo>
                  <a:lnTo>
                    <a:pt x="103589" y="517673"/>
                  </a:lnTo>
                  <a:lnTo>
                    <a:pt x="152891" y="506264"/>
                  </a:lnTo>
                  <a:lnTo>
                    <a:pt x="204465" y="490905"/>
                  </a:lnTo>
                  <a:lnTo>
                    <a:pt x="255282" y="476846"/>
                  </a:lnTo>
                  <a:lnTo>
                    <a:pt x="302312" y="469334"/>
                  </a:lnTo>
                  <a:lnTo>
                    <a:pt x="342523" y="473619"/>
                  </a:lnTo>
                  <a:lnTo>
                    <a:pt x="391520" y="485819"/>
                  </a:lnTo>
                  <a:lnTo>
                    <a:pt x="438292" y="488812"/>
                  </a:lnTo>
                  <a:lnTo>
                    <a:pt x="482837" y="482302"/>
                  </a:lnTo>
                  <a:lnTo>
                    <a:pt x="525153" y="465993"/>
                  </a:lnTo>
                  <a:lnTo>
                    <a:pt x="565239" y="439588"/>
                  </a:lnTo>
                  <a:lnTo>
                    <a:pt x="614201" y="417264"/>
                  </a:lnTo>
                  <a:lnTo>
                    <a:pt x="662291" y="418713"/>
                  </a:lnTo>
                  <a:lnTo>
                    <a:pt x="707479" y="428281"/>
                  </a:lnTo>
                  <a:lnTo>
                    <a:pt x="747736" y="430311"/>
                  </a:lnTo>
                  <a:lnTo>
                    <a:pt x="821201" y="439208"/>
                  </a:lnTo>
                  <a:lnTo>
                    <a:pt x="856482" y="455109"/>
                  </a:lnTo>
                  <a:lnTo>
                    <a:pt x="890025" y="473619"/>
                  </a:lnTo>
                  <a:lnTo>
                    <a:pt x="948801" y="524660"/>
                  </a:lnTo>
                  <a:lnTo>
                    <a:pt x="987467" y="550177"/>
                  </a:lnTo>
                  <a:lnTo>
                    <a:pt x="1044690" y="566412"/>
                  </a:lnTo>
                  <a:lnTo>
                    <a:pt x="1045077" y="553411"/>
                  </a:lnTo>
                  <a:lnTo>
                    <a:pt x="1043145" y="515763"/>
                  </a:lnTo>
                  <a:lnTo>
                    <a:pt x="1034252" y="455495"/>
                  </a:lnTo>
                  <a:lnTo>
                    <a:pt x="1013759" y="374637"/>
                  </a:lnTo>
                  <a:lnTo>
                    <a:pt x="990201" y="311709"/>
                  </a:lnTo>
                  <a:lnTo>
                    <a:pt x="964860" y="263923"/>
                  </a:lnTo>
                  <a:lnTo>
                    <a:pt x="938925" y="225640"/>
                  </a:lnTo>
                  <a:lnTo>
                    <a:pt x="913584" y="191216"/>
                  </a:lnTo>
                  <a:lnTo>
                    <a:pt x="890025" y="155011"/>
                  </a:lnTo>
                  <a:lnTo>
                    <a:pt x="864201" y="122253"/>
                  </a:lnTo>
                  <a:lnTo>
                    <a:pt x="826749" y="90210"/>
                  </a:lnTo>
                  <a:lnTo>
                    <a:pt x="782023" y="60801"/>
                  </a:lnTo>
                  <a:lnTo>
                    <a:pt x="734376" y="35946"/>
                  </a:lnTo>
                  <a:lnTo>
                    <a:pt x="688160" y="17562"/>
                  </a:lnTo>
                  <a:lnTo>
                    <a:pt x="647729" y="7570"/>
                  </a:lnTo>
                  <a:lnTo>
                    <a:pt x="565806" y="420"/>
                  </a:lnTo>
                  <a:lnTo>
                    <a:pt x="51337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2870886" y="3159435"/>
              <a:ext cx="701675" cy="404495"/>
            </a:xfrm>
            <a:custGeom>
              <a:avLst/>
              <a:gdLst/>
              <a:ahLst/>
              <a:cxnLst/>
              <a:rect l="l" t="t" r="r" b="b"/>
              <a:pathLst>
                <a:path w="701675" h="404495">
                  <a:moveTo>
                    <a:pt x="701141" y="348716"/>
                  </a:moveTo>
                  <a:lnTo>
                    <a:pt x="666203" y="329196"/>
                  </a:lnTo>
                  <a:lnTo>
                    <a:pt x="635990" y="314286"/>
                  </a:lnTo>
                  <a:lnTo>
                    <a:pt x="614654" y="304736"/>
                  </a:lnTo>
                  <a:lnTo>
                    <a:pt x="607593" y="301790"/>
                  </a:lnTo>
                  <a:lnTo>
                    <a:pt x="602754" y="295313"/>
                  </a:lnTo>
                  <a:lnTo>
                    <a:pt x="572541" y="258787"/>
                  </a:lnTo>
                  <a:lnTo>
                    <a:pt x="538822" y="222846"/>
                  </a:lnTo>
                  <a:lnTo>
                    <a:pt x="501294" y="188531"/>
                  </a:lnTo>
                  <a:lnTo>
                    <a:pt x="469125" y="164071"/>
                  </a:lnTo>
                  <a:lnTo>
                    <a:pt x="485254" y="166192"/>
                  </a:lnTo>
                  <a:lnTo>
                    <a:pt x="504024" y="167436"/>
                  </a:lnTo>
                  <a:lnTo>
                    <a:pt x="547827" y="169024"/>
                  </a:lnTo>
                  <a:lnTo>
                    <a:pt x="573430" y="172021"/>
                  </a:lnTo>
                  <a:lnTo>
                    <a:pt x="599782" y="179044"/>
                  </a:lnTo>
                  <a:lnTo>
                    <a:pt x="627634" y="192112"/>
                  </a:lnTo>
                  <a:lnTo>
                    <a:pt x="632841" y="183146"/>
                  </a:lnTo>
                  <a:lnTo>
                    <a:pt x="603453" y="169303"/>
                  </a:lnTo>
                  <a:lnTo>
                    <a:pt x="575818" y="161861"/>
                  </a:lnTo>
                  <a:lnTo>
                    <a:pt x="549122" y="158699"/>
                  </a:lnTo>
                  <a:lnTo>
                    <a:pt x="504774" y="157086"/>
                  </a:lnTo>
                  <a:lnTo>
                    <a:pt x="486524" y="155879"/>
                  </a:lnTo>
                  <a:lnTo>
                    <a:pt x="467563" y="153390"/>
                  </a:lnTo>
                  <a:lnTo>
                    <a:pt x="447662" y="149009"/>
                  </a:lnTo>
                  <a:lnTo>
                    <a:pt x="447535" y="149479"/>
                  </a:lnTo>
                  <a:lnTo>
                    <a:pt x="413613" y="128803"/>
                  </a:lnTo>
                  <a:lnTo>
                    <a:pt x="362851" y="105435"/>
                  </a:lnTo>
                  <a:lnTo>
                    <a:pt x="277253" y="72224"/>
                  </a:lnTo>
                  <a:lnTo>
                    <a:pt x="225907" y="53251"/>
                  </a:lnTo>
                  <a:lnTo>
                    <a:pt x="180124" y="38201"/>
                  </a:lnTo>
                  <a:lnTo>
                    <a:pt x="139547" y="27546"/>
                  </a:lnTo>
                  <a:lnTo>
                    <a:pt x="172567" y="17462"/>
                  </a:lnTo>
                  <a:lnTo>
                    <a:pt x="219862" y="10553"/>
                  </a:lnTo>
                  <a:lnTo>
                    <a:pt x="264401" y="10439"/>
                  </a:lnTo>
                  <a:lnTo>
                    <a:pt x="307936" y="14986"/>
                  </a:lnTo>
                  <a:lnTo>
                    <a:pt x="388899" y="28092"/>
                  </a:lnTo>
                  <a:lnTo>
                    <a:pt x="408101" y="30899"/>
                  </a:lnTo>
                  <a:lnTo>
                    <a:pt x="428066" y="33388"/>
                  </a:lnTo>
                  <a:lnTo>
                    <a:pt x="429234" y="23075"/>
                  </a:lnTo>
                  <a:lnTo>
                    <a:pt x="409460" y="20599"/>
                  </a:lnTo>
                  <a:lnTo>
                    <a:pt x="390410" y="17830"/>
                  </a:lnTo>
                  <a:lnTo>
                    <a:pt x="308775" y="4622"/>
                  </a:lnTo>
                  <a:lnTo>
                    <a:pt x="264337" y="0"/>
                  </a:lnTo>
                  <a:lnTo>
                    <a:pt x="218782" y="165"/>
                  </a:lnTo>
                  <a:lnTo>
                    <a:pt x="170294" y="7302"/>
                  </a:lnTo>
                  <a:lnTo>
                    <a:pt x="117652" y="23418"/>
                  </a:lnTo>
                  <a:lnTo>
                    <a:pt x="94703" y="19291"/>
                  </a:lnTo>
                  <a:lnTo>
                    <a:pt x="49834" y="15151"/>
                  </a:lnTo>
                  <a:lnTo>
                    <a:pt x="0" y="14351"/>
                  </a:lnTo>
                  <a:lnTo>
                    <a:pt x="165" y="24726"/>
                  </a:lnTo>
                  <a:lnTo>
                    <a:pt x="49187" y="25501"/>
                  </a:lnTo>
                  <a:lnTo>
                    <a:pt x="93408" y="29603"/>
                  </a:lnTo>
                  <a:lnTo>
                    <a:pt x="135420" y="37172"/>
                  </a:lnTo>
                  <a:lnTo>
                    <a:pt x="177812" y="48361"/>
                  </a:lnTo>
                  <a:lnTo>
                    <a:pt x="223139" y="63284"/>
                  </a:lnTo>
                  <a:lnTo>
                    <a:pt x="274002" y="82105"/>
                  </a:lnTo>
                  <a:lnTo>
                    <a:pt x="357886" y="114642"/>
                  </a:lnTo>
                  <a:lnTo>
                    <a:pt x="383578" y="144399"/>
                  </a:lnTo>
                  <a:lnTo>
                    <a:pt x="417017" y="202450"/>
                  </a:lnTo>
                  <a:lnTo>
                    <a:pt x="439699" y="256527"/>
                  </a:lnTo>
                  <a:lnTo>
                    <a:pt x="451980" y="282295"/>
                  </a:lnTo>
                  <a:lnTo>
                    <a:pt x="467588" y="308838"/>
                  </a:lnTo>
                  <a:lnTo>
                    <a:pt x="488124" y="336321"/>
                  </a:lnTo>
                  <a:lnTo>
                    <a:pt x="496074" y="329653"/>
                  </a:lnTo>
                  <a:lnTo>
                    <a:pt x="476199" y="303022"/>
                  </a:lnTo>
                  <a:lnTo>
                    <a:pt x="461035" y="277190"/>
                  </a:lnTo>
                  <a:lnTo>
                    <a:pt x="449072" y="252044"/>
                  </a:lnTo>
                  <a:lnTo>
                    <a:pt x="426618" y="198551"/>
                  </a:lnTo>
                  <a:lnTo>
                    <a:pt x="411810" y="168935"/>
                  </a:lnTo>
                  <a:lnTo>
                    <a:pt x="391972" y="138366"/>
                  </a:lnTo>
                  <a:lnTo>
                    <a:pt x="380415" y="124942"/>
                  </a:lnTo>
                  <a:lnTo>
                    <a:pt x="408889" y="138061"/>
                  </a:lnTo>
                  <a:lnTo>
                    <a:pt x="454126" y="165658"/>
                  </a:lnTo>
                  <a:lnTo>
                    <a:pt x="495058" y="196888"/>
                  </a:lnTo>
                  <a:lnTo>
                    <a:pt x="531990" y="230746"/>
                  </a:lnTo>
                  <a:lnTo>
                    <a:pt x="565213" y="266217"/>
                  </a:lnTo>
                  <a:lnTo>
                    <a:pt x="595007" y="302285"/>
                  </a:lnTo>
                  <a:lnTo>
                    <a:pt x="621652" y="337959"/>
                  </a:lnTo>
                  <a:lnTo>
                    <a:pt x="645452" y="372211"/>
                  </a:lnTo>
                  <a:lnTo>
                    <a:pt x="666686" y="404025"/>
                  </a:lnTo>
                  <a:lnTo>
                    <a:pt x="675347" y="398297"/>
                  </a:lnTo>
                  <a:lnTo>
                    <a:pt x="653859" y="366090"/>
                  </a:lnTo>
                  <a:lnTo>
                    <a:pt x="629754" y="331431"/>
                  </a:lnTo>
                  <a:lnTo>
                    <a:pt x="620115" y="318554"/>
                  </a:lnTo>
                  <a:lnTo>
                    <a:pt x="631672" y="323723"/>
                  </a:lnTo>
                  <a:lnTo>
                    <a:pt x="661403" y="338391"/>
                  </a:lnTo>
                  <a:lnTo>
                    <a:pt x="695794" y="357606"/>
                  </a:lnTo>
                  <a:lnTo>
                    <a:pt x="701141" y="348716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6" name="object 186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083884" y="3211568"/>
              <a:ext cx="112090" cy="250735"/>
            </a:xfrm>
            <a:prstGeom prst="rect">
              <a:avLst/>
            </a:prstGeom>
          </p:spPr>
        </p:pic>
        <p:pic>
          <p:nvPicPr>
            <p:cNvPr id="187" name="object 187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687834" y="3284611"/>
              <a:ext cx="161398" cy="247605"/>
            </a:xfrm>
            <a:prstGeom prst="rect">
              <a:avLst/>
            </a:prstGeom>
          </p:spPr>
        </p:pic>
        <p:sp>
          <p:nvSpPr>
            <p:cNvPr id="188" name="object 188" descr=""/>
            <p:cNvSpPr/>
            <p:nvPr/>
          </p:nvSpPr>
          <p:spPr>
            <a:xfrm>
              <a:off x="1766491" y="2749871"/>
              <a:ext cx="541020" cy="255270"/>
            </a:xfrm>
            <a:custGeom>
              <a:avLst/>
              <a:gdLst/>
              <a:ahLst/>
              <a:cxnLst/>
              <a:rect l="l" t="t" r="r" b="b"/>
              <a:pathLst>
                <a:path w="541019" h="255269">
                  <a:moveTo>
                    <a:pt x="239123" y="0"/>
                  </a:moveTo>
                  <a:lnTo>
                    <a:pt x="192371" y="16007"/>
                  </a:lnTo>
                  <a:lnTo>
                    <a:pt x="141675" y="36357"/>
                  </a:lnTo>
                  <a:lnTo>
                    <a:pt x="96091" y="47243"/>
                  </a:lnTo>
                  <a:lnTo>
                    <a:pt x="56617" y="56051"/>
                  </a:lnTo>
                  <a:lnTo>
                    <a:pt x="24253" y="70165"/>
                  </a:lnTo>
                  <a:lnTo>
                    <a:pt x="0" y="96968"/>
                  </a:lnTo>
                  <a:lnTo>
                    <a:pt x="53258" y="97509"/>
                  </a:lnTo>
                  <a:lnTo>
                    <a:pt x="89413" y="108319"/>
                  </a:lnTo>
                  <a:lnTo>
                    <a:pt x="115560" y="124489"/>
                  </a:lnTo>
                  <a:lnTo>
                    <a:pt x="138795" y="141108"/>
                  </a:lnTo>
                  <a:lnTo>
                    <a:pt x="166215" y="153267"/>
                  </a:lnTo>
                  <a:lnTo>
                    <a:pt x="204915" y="156055"/>
                  </a:lnTo>
                  <a:lnTo>
                    <a:pt x="255815" y="163790"/>
                  </a:lnTo>
                  <a:lnTo>
                    <a:pt x="298290" y="188294"/>
                  </a:lnTo>
                  <a:lnTo>
                    <a:pt x="335160" y="218795"/>
                  </a:lnTo>
                  <a:lnTo>
                    <a:pt x="369246" y="244518"/>
                  </a:lnTo>
                  <a:lnTo>
                    <a:pt x="450173" y="243220"/>
                  </a:lnTo>
                  <a:lnTo>
                    <a:pt x="495788" y="218370"/>
                  </a:lnTo>
                  <a:lnTo>
                    <a:pt x="529581" y="190029"/>
                  </a:lnTo>
                  <a:lnTo>
                    <a:pt x="540915" y="168086"/>
                  </a:lnTo>
                  <a:lnTo>
                    <a:pt x="521725" y="102204"/>
                  </a:lnTo>
                  <a:lnTo>
                    <a:pt x="499076" y="62344"/>
                  </a:lnTo>
                  <a:lnTo>
                    <a:pt x="471125" y="41883"/>
                  </a:lnTo>
                  <a:lnTo>
                    <a:pt x="436030" y="34194"/>
                  </a:lnTo>
                  <a:lnTo>
                    <a:pt x="391946" y="32656"/>
                  </a:lnTo>
                  <a:lnTo>
                    <a:pt x="348174" y="26086"/>
                  </a:lnTo>
                  <a:lnTo>
                    <a:pt x="311677" y="13088"/>
                  </a:lnTo>
                  <a:lnTo>
                    <a:pt x="277110" y="1709"/>
                  </a:lnTo>
                  <a:lnTo>
                    <a:pt x="23912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2334817" y="2783216"/>
              <a:ext cx="664845" cy="309880"/>
            </a:xfrm>
            <a:custGeom>
              <a:avLst/>
              <a:gdLst/>
              <a:ahLst/>
              <a:cxnLst/>
              <a:rect l="l" t="t" r="r" b="b"/>
              <a:pathLst>
                <a:path w="664844" h="309880">
                  <a:moveTo>
                    <a:pt x="289983" y="0"/>
                  </a:moveTo>
                  <a:lnTo>
                    <a:pt x="220652" y="10129"/>
                  </a:lnTo>
                  <a:lnTo>
                    <a:pt x="189600" y="10435"/>
                  </a:lnTo>
                  <a:lnTo>
                    <a:pt x="155806" y="17379"/>
                  </a:lnTo>
                  <a:lnTo>
                    <a:pt x="86198" y="55508"/>
                  </a:lnTo>
                  <a:lnTo>
                    <a:pt x="53486" y="88857"/>
                  </a:lnTo>
                  <a:lnTo>
                    <a:pt x="24236" y="133173"/>
                  </a:lnTo>
                  <a:lnTo>
                    <a:pt x="0" y="189537"/>
                  </a:lnTo>
                  <a:lnTo>
                    <a:pt x="4769" y="193711"/>
                  </a:lnTo>
                  <a:lnTo>
                    <a:pt x="19593" y="207467"/>
                  </a:lnTo>
                  <a:lnTo>
                    <a:pt x="45243" y="232655"/>
                  </a:lnTo>
                  <a:lnTo>
                    <a:pt x="82489" y="271126"/>
                  </a:lnTo>
                  <a:lnTo>
                    <a:pt x="124559" y="298443"/>
                  </a:lnTo>
                  <a:lnTo>
                    <a:pt x="176546" y="309460"/>
                  </a:lnTo>
                  <a:lnTo>
                    <a:pt x="231043" y="307526"/>
                  </a:lnTo>
                  <a:lnTo>
                    <a:pt x="280643" y="295991"/>
                  </a:lnTo>
                  <a:lnTo>
                    <a:pt x="317937" y="278205"/>
                  </a:lnTo>
                  <a:lnTo>
                    <a:pt x="355247" y="256650"/>
                  </a:lnTo>
                  <a:lnTo>
                    <a:pt x="395993" y="243409"/>
                  </a:lnTo>
                  <a:lnTo>
                    <a:pt x="440924" y="241380"/>
                  </a:lnTo>
                  <a:lnTo>
                    <a:pt x="490791" y="253462"/>
                  </a:lnTo>
                  <a:lnTo>
                    <a:pt x="533903" y="269861"/>
                  </a:lnTo>
                  <a:lnTo>
                    <a:pt x="563484" y="279495"/>
                  </a:lnTo>
                  <a:lnTo>
                    <a:pt x="587651" y="283329"/>
                  </a:lnTo>
                  <a:lnTo>
                    <a:pt x="614525" y="282330"/>
                  </a:lnTo>
                  <a:lnTo>
                    <a:pt x="641039" y="278946"/>
                  </a:lnTo>
                  <a:lnTo>
                    <a:pt x="658083" y="273823"/>
                  </a:lnTo>
                  <a:lnTo>
                    <a:pt x="664688" y="265220"/>
                  </a:lnTo>
                  <a:lnTo>
                    <a:pt x="659885" y="251399"/>
                  </a:lnTo>
                  <a:lnTo>
                    <a:pt x="652145" y="233424"/>
                  </a:lnTo>
                  <a:lnTo>
                    <a:pt x="640566" y="204507"/>
                  </a:lnTo>
                  <a:lnTo>
                    <a:pt x="620966" y="168143"/>
                  </a:lnTo>
                  <a:lnTo>
                    <a:pt x="589166" y="127826"/>
                  </a:lnTo>
                  <a:lnTo>
                    <a:pt x="540983" y="87050"/>
                  </a:lnTo>
                  <a:lnTo>
                    <a:pt x="472236" y="49311"/>
                  </a:lnTo>
                  <a:lnTo>
                    <a:pt x="459614" y="43115"/>
                  </a:lnTo>
                  <a:lnTo>
                    <a:pt x="434505" y="29987"/>
                  </a:lnTo>
                  <a:lnTo>
                    <a:pt x="397482" y="15027"/>
                  </a:lnTo>
                  <a:lnTo>
                    <a:pt x="349117" y="3331"/>
                  </a:lnTo>
                  <a:lnTo>
                    <a:pt x="28998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876140" y="2823339"/>
              <a:ext cx="1073785" cy="476250"/>
            </a:xfrm>
            <a:custGeom>
              <a:avLst/>
              <a:gdLst/>
              <a:ahLst/>
              <a:cxnLst/>
              <a:rect l="l" t="t" r="r" b="b"/>
              <a:pathLst>
                <a:path w="1073785" h="476250">
                  <a:moveTo>
                    <a:pt x="194816" y="12888"/>
                  </a:moveTo>
                  <a:lnTo>
                    <a:pt x="138686" y="12888"/>
                  </a:lnTo>
                  <a:lnTo>
                    <a:pt x="152039" y="12954"/>
                  </a:lnTo>
                  <a:lnTo>
                    <a:pt x="165080" y="15010"/>
                  </a:lnTo>
                  <a:lnTo>
                    <a:pt x="178232" y="18496"/>
                  </a:lnTo>
                  <a:lnTo>
                    <a:pt x="209504" y="28410"/>
                  </a:lnTo>
                  <a:lnTo>
                    <a:pt x="228982" y="33461"/>
                  </a:lnTo>
                  <a:lnTo>
                    <a:pt x="251122" y="37133"/>
                  </a:lnTo>
                  <a:lnTo>
                    <a:pt x="276693" y="38552"/>
                  </a:lnTo>
                  <a:lnTo>
                    <a:pt x="341119" y="47620"/>
                  </a:lnTo>
                  <a:lnTo>
                    <a:pt x="387705" y="67614"/>
                  </a:lnTo>
                  <a:lnTo>
                    <a:pt x="416079" y="87718"/>
                  </a:lnTo>
                  <a:lnTo>
                    <a:pt x="426531" y="97765"/>
                  </a:lnTo>
                  <a:lnTo>
                    <a:pt x="436636" y="106540"/>
                  </a:lnTo>
                  <a:lnTo>
                    <a:pt x="446002" y="115815"/>
                  </a:lnTo>
                  <a:lnTo>
                    <a:pt x="454652" y="125552"/>
                  </a:lnTo>
                  <a:lnTo>
                    <a:pt x="462614" y="135711"/>
                  </a:lnTo>
                  <a:lnTo>
                    <a:pt x="459891" y="139114"/>
                  </a:lnTo>
                  <a:lnTo>
                    <a:pt x="457232" y="142591"/>
                  </a:lnTo>
                  <a:lnTo>
                    <a:pt x="454645" y="146130"/>
                  </a:lnTo>
                  <a:lnTo>
                    <a:pt x="438225" y="173600"/>
                  </a:lnTo>
                  <a:lnTo>
                    <a:pt x="427412" y="212351"/>
                  </a:lnTo>
                  <a:lnTo>
                    <a:pt x="423545" y="259351"/>
                  </a:lnTo>
                  <a:lnTo>
                    <a:pt x="427969" y="311566"/>
                  </a:lnTo>
                  <a:lnTo>
                    <a:pt x="442023" y="365962"/>
                  </a:lnTo>
                  <a:lnTo>
                    <a:pt x="467051" y="419507"/>
                  </a:lnTo>
                  <a:lnTo>
                    <a:pt x="504393" y="469167"/>
                  </a:lnTo>
                  <a:lnTo>
                    <a:pt x="510905" y="476088"/>
                  </a:lnTo>
                  <a:lnTo>
                    <a:pt x="513199" y="466864"/>
                  </a:lnTo>
                  <a:lnTo>
                    <a:pt x="515762" y="455108"/>
                  </a:lnTo>
                  <a:lnTo>
                    <a:pt x="515840" y="454655"/>
                  </a:lnTo>
                  <a:lnTo>
                    <a:pt x="505251" y="454655"/>
                  </a:lnTo>
                  <a:lnTo>
                    <a:pt x="472142" y="407493"/>
                  </a:lnTo>
                  <a:lnTo>
                    <a:pt x="451283" y="360661"/>
                  </a:lnTo>
                  <a:lnTo>
                    <a:pt x="439869" y="318217"/>
                  </a:lnTo>
                  <a:lnTo>
                    <a:pt x="435096" y="284220"/>
                  </a:lnTo>
                  <a:lnTo>
                    <a:pt x="434459" y="243572"/>
                  </a:lnTo>
                  <a:lnTo>
                    <a:pt x="439168" y="206449"/>
                  </a:lnTo>
                  <a:lnTo>
                    <a:pt x="448697" y="175382"/>
                  </a:lnTo>
                  <a:lnTo>
                    <a:pt x="462519" y="152905"/>
                  </a:lnTo>
                  <a:lnTo>
                    <a:pt x="462875" y="152465"/>
                  </a:lnTo>
                  <a:lnTo>
                    <a:pt x="464823" y="149784"/>
                  </a:lnTo>
                  <a:lnTo>
                    <a:pt x="466813" y="147156"/>
                  </a:lnTo>
                  <a:lnTo>
                    <a:pt x="468812" y="144591"/>
                  </a:lnTo>
                  <a:lnTo>
                    <a:pt x="480302" y="144591"/>
                  </a:lnTo>
                  <a:lnTo>
                    <a:pt x="475619" y="136214"/>
                  </a:lnTo>
                  <a:lnTo>
                    <a:pt x="484630" y="127544"/>
                  </a:lnTo>
                  <a:lnTo>
                    <a:pt x="469399" y="127544"/>
                  </a:lnTo>
                  <a:lnTo>
                    <a:pt x="461187" y="117264"/>
                  </a:lnTo>
                  <a:lnTo>
                    <a:pt x="452450" y="107571"/>
                  </a:lnTo>
                  <a:lnTo>
                    <a:pt x="443193" y="98475"/>
                  </a:lnTo>
                  <a:lnTo>
                    <a:pt x="433421" y="89985"/>
                  </a:lnTo>
                  <a:lnTo>
                    <a:pt x="420844" y="77953"/>
                  </a:lnTo>
                  <a:lnTo>
                    <a:pt x="390545" y="56966"/>
                  </a:lnTo>
                  <a:lnTo>
                    <a:pt x="342502" y="37034"/>
                  </a:lnTo>
                  <a:lnTo>
                    <a:pt x="276693" y="28165"/>
                  </a:lnTo>
                  <a:lnTo>
                    <a:pt x="252221" y="26794"/>
                  </a:lnTo>
                  <a:lnTo>
                    <a:pt x="230940" y="23245"/>
                  </a:lnTo>
                  <a:lnTo>
                    <a:pt x="212148" y="18363"/>
                  </a:lnTo>
                  <a:lnTo>
                    <a:pt x="194816" y="12888"/>
                  </a:lnTo>
                  <a:close/>
                </a:path>
                <a:path w="1073785" h="476250">
                  <a:moveTo>
                    <a:pt x="480302" y="144591"/>
                  </a:moveTo>
                  <a:lnTo>
                    <a:pt x="468812" y="144591"/>
                  </a:lnTo>
                  <a:lnTo>
                    <a:pt x="493729" y="193497"/>
                  </a:lnTo>
                  <a:lnTo>
                    <a:pt x="508688" y="245952"/>
                  </a:lnTo>
                  <a:lnTo>
                    <a:pt x="515722" y="298906"/>
                  </a:lnTo>
                  <a:lnTo>
                    <a:pt x="516862" y="349305"/>
                  </a:lnTo>
                  <a:lnTo>
                    <a:pt x="514142" y="394097"/>
                  </a:lnTo>
                  <a:lnTo>
                    <a:pt x="509594" y="430231"/>
                  </a:lnTo>
                  <a:lnTo>
                    <a:pt x="505251" y="454655"/>
                  </a:lnTo>
                  <a:lnTo>
                    <a:pt x="515840" y="454655"/>
                  </a:lnTo>
                  <a:lnTo>
                    <a:pt x="521104" y="424006"/>
                  </a:lnTo>
                  <a:lnTo>
                    <a:pt x="526077" y="378345"/>
                  </a:lnTo>
                  <a:lnTo>
                    <a:pt x="527533" y="322910"/>
                  </a:lnTo>
                  <a:lnTo>
                    <a:pt x="523247" y="268406"/>
                  </a:lnTo>
                  <a:lnTo>
                    <a:pt x="513081" y="218913"/>
                  </a:lnTo>
                  <a:lnTo>
                    <a:pt x="497162" y="174744"/>
                  </a:lnTo>
                  <a:lnTo>
                    <a:pt x="480302" y="144591"/>
                  </a:lnTo>
                  <a:close/>
                </a:path>
                <a:path w="1073785" h="476250">
                  <a:moveTo>
                    <a:pt x="771996" y="38868"/>
                  </a:moveTo>
                  <a:lnTo>
                    <a:pt x="691727" y="38868"/>
                  </a:lnTo>
                  <a:lnTo>
                    <a:pt x="728703" y="40889"/>
                  </a:lnTo>
                  <a:lnTo>
                    <a:pt x="758814" y="46416"/>
                  </a:lnTo>
                  <a:lnTo>
                    <a:pt x="775541" y="50370"/>
                  </a:lnTo>
                  <a:lnTo>
                    <a:pt x="792244" y="53678"/>
                  </a:lnTo>
                  <a:lnTo>
                    <a:pt x="808838" y="56542"/>
                  </a:lnTo>
                  <a:lnTo>
                    <a:pt x="825241" y="59159"/>
                  </a:lnTo>
                  <a:lnTo>
                    <a:pt x="865738" y="66059"/>
                  </a:lnTo>
                  <a:lnTo>
                    <a:pt x="905392" y="75941"/>
                  </a:lnTo>
                  <a:lnTo>
                    <a:pt x="944498" y="91968"/>
                  </a:lnTo>
                  <a:lnTo>
                    <a:pt x="983352" y="117304"/>
                  </a:lnTo>
                  <a:lnTo>
                    <a:pt x="1002900" y="132507"/>
                  </a:lnTo>
                  <a:lnTo>
                    <a:pt x="1020980" y="145862"/>
                  </a:lnTo>
                  <a:lnTo>
                    <a:pt x="1037508" y="157589"/>
                  </a:lnTo>
                  <a:lnTo>
                    <a:pt x="1062679" y="175009"/>
                  </a:lnTo>
                  <a:lnTo>
                    <a:pt x="1067391" y="178317"/>
                  </a:lnTo>
                  <a:lnTo>
                    <a:pt x="1073370" y="169836"/>
                  </a:lnTo>
                  <a:lnTo>
                    <a:pt x="1068627" y="166496"/>
                  </a:lnTo>
                  <a:lnTo>
                    <a:pt x="1043512" y="149121"/>
                  </a:lnTo>
                  <a:lnTo>
                    <a:pt x="1027114" y="137486"/>
                  </a:lnTo>
                  <a:lnTo>
                    <a:pt x="1009189" y="124250"/>
                  </a:lnTo>
                  <a:lnTo>
                    <a:pt x="989833" y="109199"/>
                  </a:lnTo>
                  <a:lnTo>
                    <a:pt x="949163" y="82780"/>
                  </a:lnTo>
                  <a:lnTo>
                    <a:pt x="908234" y="66056"/>
                  </a:lnTo>
                  <a:lnTo>
                    <a:pt x="867359" y="55831"/>
                  </a:lnTo>
                  <a:lnTo>
                    <a:pt x="826854" y="48908"/>
                  </a:lnTo>
                  <a:lnTo>
                    <a:pt x="810643" y="46318"/>
                  </a:lnTo>
                  <a:lnTo>
                    <a:pt x="794263" y="43493"/>
                  </a:lnTo>
                  <a:lnTo>
                    <a:pt x="777821" y="40242"/>
                  </a:lnTo>
                  <a:lnTo>
                    <a:pt x="771996" y="38868"/>
                  </a:lnTo>
                  <a:close/>
                </a:path>
                <a:path w="1073785" h="476250">
                  <a:moveTo>
                    <a:pt x="688109" y="28169"/>
                  </a:moveTo>
                  <a:lnTo>
                    <a:pt x="649549" y="31166"/>
                  </a:lnTo>
                  <a:lnTo>
                    <a:pt x="611462" y="38868"/>
                  </a:lnTo>
                  <a:lnTo>
                    <a:pt x="570809" y="53017"/>
                  </a:lnTo>
                  <a:lnTo>
                    <a:pt x="533330" y="72682"/>
                  </a:lnTo>
                  <a:lnTo>
                    <a:pt x="499403" y="97609"/>
                  </a:lnTo>
                  <a:lnTo>
                    <a:pt x="469399" y="127544"/>
                  </a:lnTo>
                  <a:lnTo>
                    <a:pt x="484630" y="127544"/>
                  </a:lnTo>
                  <a:lnTo>
                    <a:pt x="516173" y="97195"/>
                  </a:lnTo>
                  <a:lnTo>
                    <a:pt x="560111" y="69518"/>
                  </a:lnTo>
                  <a:lnTo>
                    <a:pt x="605382" y="51616"/>
                  </a:lnTo>
                  <a:lnTo>
                    <a:pt x="649937" y="41922"/>
                  </a:lnTo>
                  <a:lnTo>
                    <a:pt x="691727" y="38868"/>
                  </a:lnTo>
                  <a:lnTo>
                    <a:pt x="771996" y="38868"/>
                  </a:lnTo>
                  <a:lnTo>
                    <a:pt x="761421" y="36374"/>
                  </a:lnTo>
                  <a:lnTo>
                    <a:pt x="725837" y="29897"/>
                  </a:lnTo>
                  <a:lnTo>
                    <a:pt x="688109" y="28169"/>
                  </a:lnTo>
                  <a:close/>
                </a:path>
                <a:path w="1073785" h="476250">
                  <a:moveTo>
                    <a:pt x="74855" y="0"/>
                  </a:moveTo>
                  <a:lnTo>
                    <a:pt x="49866" y="781"/>
                  </a:lnTo>
                  <a:lnTo>
                    <a:pt x="24686" y="6176"/>
                  </a:lnTo>
                  <a:lnTo>
                    <a:pt x="0" y="18553"/>
                  </a:lnTo>
                  <a:lnTo>
                    <a:pt x="5884" y="27107"/>
                  </a:lnTo>
                  <a:lnTo>
                    <a:pt x="28290" y="15888"/>
                  </a:lnTo>
                  <a:lnTo>
                    <a:pt x="51381" y="11017"/>
                  </a:lnTo>
                  <a:lnTo>
                    <a:pt x="74797" y="10370"/>
                  </a:lnTo>
                  <a:lnTo>
                    <a:pt x="186893" y="10370"/>
                  </a:lnTo>
                  <a:lnTo>
                    <a:pt x="180668" y="8391"/>
                  </a:lnTo>
                  <a:lnTo>
                    <a:pt x="166662" y="4721"/>
                  </a:lnTo>
                  <a:lnTo>
                    <a:pt x="154966" y="2938"/>
                  </a:lnTo>
                  <a:lnTo>
                    <a:pt x="128583" y="2938"/>
                  </a:lnTo>
                  <a:lnTo>
                    <a:pt x="119010" y="2769"/>
                  </a:lnTo>
                  <a:lnTo>
                    <a:pt x="109137" y="2217"/>
                  </a:lnTo>
                  <a:lnTo>
                    <a:pt x="98970" y="1464"/>
                  </a:lnTo>
                  <a:lnTo>
                    <a:pt x="74855" y="0"/>
                  </a:lnTo>
                  <a:close/>
                </a:path>
                <a:path w="1073785" h="476250">
                  <a:moveTo>
                    <a:pt x="186893" y="10370"/>
                  </a:moveTo>
                  <a:lnTo>
                    <a:pt x="74797" y="10370"/>
                  </a:lnTo>
                  <a:lnTo>
                    <a:pt x="98175" y="11820"/>
                  </a:lnTo>
                  <a:lnTo>
                    <a:pt x="108651" y="12593"/>
                  </a:lnTo>
                  <a:lnTo>
                    <a:pt x="118870" y="13155"/>
                  </a:lnTo>
                  <a:lnTo>
                    <a:pt x="128870" y="13316"/>
                  </a:lnTo>
                  <a:lnTo>
                    <a:pt x="138686" y="12888"/>
                  </a:lnTo>
                  <a:lnTo>
                    <a:pt x="194816" y="12888"/>
                  </a:lnTo>
                  <a:lnTo>
                    <a:pt x="186893" y="10370"/>
                  </a:lnTo>
                  <a:close/>
                </a:path>
                <a:path w="1073785" h="476250">
                  <a:moveTo>
                    <a:pt x="137849" y="2543"/>
                  </a:moveTo>
                  <a:lnTo>
                    <a:pt x="128583" y="2938"/>
                  </a:lnTo>
                  <a:lnTo>
                    <a:pt x="154966" y="2938"/>
                  </a:lnTo>
                  <a:lnTo>
                    <a:pt x="152573" y="2573"/>
                  </a:lnTo>
                  <a:lnTo>
                    <a:pt x="137849" y="2543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460346" y="3114869"/>
              <a:ext cx="1176655" cy="1562735"/>
            </a:xfrm>
            <a:custGeom>
              <a:avLst/>
              <a:gdLst/>
              <a:ahLst/>
              <a:cxnLst/>
              <a:rect l="l" t="t" r="r" b="b"/>
              <a:pathLst>
                <a:path w="1176655" h="1562735">
                  <a:moveTo>
                    <a:pt x="523172" y="0"/>
                  </a:moveTo>
                  <a:lnTo>
                    <a:pt x="481374" y="2491"/>
                  </a:lnTo>
                  <a:lnTo>
                    <a:pt x="441768" y="9235"/>
                  </a:lnTo>
                  <a:lnTo>
                    <a:pt x="403729" y="20104"/>
                  </a:lnTo>
                  <a:lnTo>
                    <a:pt x="366636" y="34968"/>
                  </a:lnTo>
                  <a:lnTo>
                    <a:pt x="329864" y="53699"/>
                  </a:lnTo>
                  <a:lnTo>
                    <a:pt x="292792" y="76168"/>
                  </a:lnTo>
                  <a:lnTo>
                    <a:pt x="254795" y="102246"/>
                  </a:lnTo>
                  <a:lnTo>
                    <a:pt x="208027" y="141130"/>
                  </a:lnTo>
                  <a:lnTo>
                    <a:pt x="170271" y="182815"/>
                  </a:lnTo>
                  <a:lnTo>
                    <a:pt x="140689" y="226205"/>
                  </a:lnTo>
                  <a:lnTo>
                    <a:pt x="118439" y="270207"/>
                  </a:lnTo>
                  <a:lnTo>
                    <a:pt x="102681" y="313724"/>
                  </a:lnTo>
                  <a:lnTo>
                    <a:pt x="92575" y="355663"/>
                  </a:lnTo>
                  <a:lnTo>
                    <a:pt x="87280" y="394929"/>
                  </a:lnTo>
                  <a:lnTo>
                    <a:pt x="85956" y="430427"/>
                  </a:lnTo>
                  <a:lnTo>
                    <a:pt x="87763" y="461062"/>
                  </a:lnTo>
                  <a:lnTo>
                    <a:pt x="94577" y="512390"/>
                  </a:lnTo>
                  <a:lnTo>
                    <a:pt x="95881" y="549220"/>
                  </a:lnTo>
                  <a:lnTo>
                    <a:pt x="83847" y="583732"/>
                  </a:lnTo>
                  <a:lnTo>
                    <a:pt x="50644" y="628104"/>
                  </a:lnTo>
                  <a:lnTo>
                    <a:pt x="27838" y="662127"/>
                  </a:lnTo>
                  <a:lnTo>
                    <a:pt x="12120" y="702211"/>
                  </a:lnTo>
                  <a:lnTo>
                    <a:pt x="3003" y="746839"/>
                  </a:lnTo>
                  <a:lnTo>
                    <a:pt x="0" y="794499"/>
                  </a:lnTo>
                  <a:lnTo>
                    <a:pt x="2623" y="843674"/>
                  </a:lnTo>
                  <a:lnTo>
                    <a:pt x="10386" y="892850"/>
                  </a:lnTo>
                  <a:lnTo>
                    <a:pt x="22802" y="940513"/>
                  </a:lnTo>
                  <a:lnTo>
                    <a:pt x="40275" y="994928"/>
                  </a:lnTo>
                  <a:lnTo>
                    <a:pt x="51955" y="1035092"/>
                  </a:lnTo>
                  <a:lnTo>
                    <a:pt x="57993" y="1071248"/>
                  </a:lnTo>
                  <a:lnTo>
                    <a:pt x="58536" y="1113638"/>
                  </a:lnTo>
                  <a:lnTo>
                    <a:pt x="53733" y="1172506"/>
                  </a:lnTo>
                  <a:lnTo>
                    <a:pt x="50266" y="1228945"/>
                  </a:lnTo>
                  <a:lnTo>
                    <a:pt x="52816" y="1280657"/>
                  </a:lnTo>
                  <a:lnTo>
                    <a:pt x="62239" y="1327558"/>
                  </a:lnTo>
                  <a:lnTo>
                    <a:pt x="79397" y="1369560"/>
                  </a:lnTo>
                  <a:lnTo>
                    <a:pt x="105147" y="1406580"/>
                  </a:lnTo>
                  <a:lnTo>
                    <a:pt x="189260" y="1482652"/>
                  </a:lnTo>
                  <a:lnTo>
                    <a:pt x="218449" y="1522427"/>
                  </a:lnTo>
                  <a:lnTo>
                    <a:pt x="232559" y="1551185"/>
                  </a:lnTo>
                  <a:lnTo>
                    <a:pt x="236230" y="1562253"/>
                  </a:lnTo>
                  <a:lnTo>
                    <a:pt x="264730" y="1516556"/>
                  </a:lnTo>
                  <a:lnTo>
                    <a:pt x="282748" y="1475069"/>
                  </a:lnTo>
                  <a:lnTo>
                    <a:pt x="295781" y="1437363"/>
                  </a:lnTo>
                  <a:lnTo>
                    <a:pt x="309329" y="1403009"/>
                  </a:lnTo>
                  <a:lnTo>
                    <a:pt x="359965" y="1342637"/>
                  </a:lnTo>
                  <a:lnTo>
                    <a:pt x="394395" y="1322335"/>
                  </a:lnTo>
                  <a:lnTo>
                    <a:pt x="431262" y="1306742"/>
                  </a:lnTo>
                  <a:lnTo>
                    <a:pt x="470347" y="1292231"/>
                  </a:lnTo>
                  <a:lnTo>
                    <a:pt x="511435" y="1275178"/>
                  </a:lnTo>
                  <a:lnTo>
                    <a:pt x="554308" y="1251956"/>
                  </a:lnTo>
                  <a:lnTo>
                    <a:pt x="598749" y="1218941"/>
                  </a:lnTo>
                  <a:lnTo>
                    <a:pt x="644542" y="1172506"/>
                  </a:lnTo>
                  <a:lnTo>
                    <a:pt x="685005" y="1119831"/>
                  </a:lnTo>
                  <a:lnTo>
                    <a:pt x="714863" y="1070402"/>
                  </a:lnTo>
                  <a:lnTo>
                    <a:pt x="736011" y="1024058"/>
                  </a:lnTo>
                  <a:lnTo>
                    <a:pt x="750341" y="980636"/>
                  </a:lnTo>
                  <a:lnTo>
                    <a:pt x="759748" y="939973"/>
                  </a:lnTo>
                  <a:lnTo>
                    <a:pt x="766125" y="901906"/>
                  </a:lnTo>
                  <a:lnTo>
                    <a:pt x="771366" y="866275"/>
                  </a:lnTo>
                  <a:lnTo>
                    <a:pt x="784124" y="834485"/>
                  </a:lnTo>
                  <a:lnTo>
                    <a:pt x="845463" y="784056"/>
                  </a:lnTo>
                  <a:lnTo>
                    <a:pt x="888091" y="763468"/>
                  </a:lnTo>
                  <a:lnTo>
                    <a:pt x="934725" y="744666"/>
                  </a:lnTo>
                  <a:lnTo>
                    <a:pt x="982387" y="726674"/>
                  </a:lnTo>
                  <a:lnTo>
                    <a:pt x="1028101" y="708520"/>
                  </a:lnTo>
                  <a:lnTo>
                    <a:pt x="1068468" y="685821"/>
                  </a:lnTo>
                  <a:lnTo>
                    <a:pt x="1102179" y="655709"/>
                  </a:lnTo>
                  <a:lnTo>
                    <a:pt x="1129396" y="619483"/>
                  </a:lnTo>
                  <a:lnTo>
                    <a:pt x="1150282" y="578441"/>
                  </a:lnTo>
                  <a:lnTo>
                    <a:pt x="1164999" y="533883"/>
                  </a:lnTo>
                  <a:lnTo>
                    <a:pt x="1173711" y="487106"/>
                  </a:lnTo>
                  <a:lnTo>
                    <a:pt x="1176578" y="439408"/>
                  </a:lnTo>
                  <a:lnTo>
                    <a:pt x="1171377" y="396308"/>
                  </a:lnTo>
                  <a:lnTo>
                    <a:pt x="1157004" y="351541"/>
                  </a:lnTo>
                  <a:lnTo>
                    <a:pt x="1135308" y="306629"/>
                  </a:lnTo>
                  <a:lnTo>
                    <a:pt x="1108139" y="263094"/>
                  </a:lnTo>
                  <a:lnTo>
                    <a:pt x="1077346" y="222459"/>
                  </a:lnTo>
                  <a:lnTo>
                    <a:pt x="1044776" y="186247"/>
                  </a:lnTo>
                  <a:lnTo>
                    <a:pt x="1012280" y="155978"/>
                  </a:lnTo>
                  <a:lnTo>
                    <a:pt x="981705" y="133177"/>
                  </a:lnTo>
                  <a:lnTo>
                    <a:pt x="928044" y="103336"/>
                  </a:lnTo>
                  <a:lnTo>
                    <a:pt x="880373" y="84272"/>
                  </a:lnTo>
                  <a:lnTo>
                    <a:pt x="786831" y="55849"/>
                  </a:lnTo>
                  <a:lnTo>
                    <a:pt x="724733" y="35142"/>
                  </a:lnTo>
                  <a:lnTo>
                    <a:pt x="667941" y="19333"/>
                  </a:lnTo>
                  <a:lnTo>
                    <a:pt x="615832" y="8292"/>
                  </a:lnTo>
                  <a:lnTo>
                    <a:pt x="567784" y="1890"/>
                  </a:lnTo>
                  <a:lnTo>
                    <a:pt x="52317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552778" y="3173075"/>
              <a:ext cx="935990" cy="1577975"/>
            </a:xfrm>
            <a:custGeom>
              <a:avLst/>
              <a:gdLst/>
              <a:ahLst/>
              <a:cxnLst/>
              <a:rect l="l" t="t" r="r" b="b"/>
              <a:pathLst>
                <a:path w="935989" h="1577975">
                  <a:moveTo>
                    <a:pt x="512000" y="150025"/>
                  </a:moveTo>
                  <a:lnTo>
                    <a:pt x="508660" y="140195"/>
                  </a:lnTo>
                  <a:lnTo>
                    <a:pt x="488835" y="145072"/>
                  </a:lnTo>
                  <a:lnTo>
                    <a:pt x="464794" y="148259"/>
                  </a:lnTo>
                  <a:lnTo>
                    <a:pt x="437222" y="150355"/>
                  </a:lnTo>
                  <a:lnTo>
                    <a:pt x="367830" y="154063"/>
                  </a:lnTo>
                  <a:lnTo>
                    <a:pt x="325983" y="157378"/>
                  </a:lnTo>
                  <a:lnTo>
                    <a:pt x="282206" y="162915"/>
                  </a:lnTo>
                  <a:lnTo>
                    <a:pt x="237413" y="171716"/>
                  </a:lnTo>
                  <a:lnTo>
                    <a:pt x="192570" y="184785"/>
                  </a:lnTo>
                  <a:lnTo>
                    <a:pt x="148577" y="203149"/>
                  </a:lnTo>
                  <a:lnTo>
                    <a:pt x="106400" y="227825"/>
                  </a:lnTo>
                  <a:lnTo>
                    <a:pt x="66941" y="259829"/>
                  </a:lnTo>
                  <a:lnTo>
                    <a:pt x="31165" y="300202"/>
                  </a:lnTo>
                  <a:lnTo>
                    <a:pt x="0" y="349948"/>
                  </a:lnTo>
                  <a:lnTo>
                    <a:pt x="9207" y="354736"/>
                  </a:lnTo>
                  <a:lnTo>
                    <a:pt x="39331" y="306438"/>
                  </a:lnTo>
                  <a:lnTo>
                    <a:pt x="73723" y="267258"/>
                  </a:lnTo>
                  <a:lnTo>
                    <a:pt x="111582" y="236194"/>
                  </a:lnTo>
                  <a:lnTo>
                    <a:pt x="152120" y="212255"/>
                  </a:lnTo>
                  <a:lnTo>
                    <a:pt x="194551" y="194437"/>
                  </a:lnTo>
                  <a:lnTo>
                    <a:pt x="238074" y="181749"/>
                  </a:lnTo>
                  <a:lnTo>
                    <a:pt x="281901" y="173202"/>
                  </a:lnTo>
                  <a:lnTo>
                    <a:pt x="325247" y="167767"/>
                  </a:lnTo>
                  <a:lnTo>
                    <a:pt x="367322" y="164490"/>
                  </a:lnTo>
                  <a:lnTo>
                    <a:pt x="438315" y="160693"/>
                  </a:lnTo>
                  <a:lnTo>
                    <a:pt x="466496" y="158521"/>
                  </a:lnTo>
                  <a:lnTo>
                    <a:pt x="491261" y="155168"/>
                  </a:lnTo>
                  <a:lnTo>
                    <a:pt x="512000" y="150025"/>
                  </a:lnTo>
                  <a:close/>
                </a:path>
                <a:path w="935989" h="1577975">
                  <a:moveTo>
                    <a:pt x="869200" y="606209"/>
                  </a:moveTo>
                  <a:lnTo>
                    <a:pt x="828751" y="567169"/>
                  </a:lnTo>
                  <a:lnTo>
                    <a:pt x="793330" y="526135"/>
                  </a:lnTo>
                  <a:lnTo>
                    <a:pt x="762749" y="483450"/>
                  </a:lnTo>
                  <a:lnTo>
                    <a:pt x="736854" y="439458"/>
                  </a:lnTo>
                  <a:lnTo>
                    <a:pt x="715441" y="394500"/>
                  </a:lnTo>
                  <a:lnTo>
                    <a:pt x="698360" y="348932"/>
                  </a:lnTo>
                  <a:lnTo>
                    <a:pt x="685419" y="303085"/>
                  </a:lnTo>
                  <a:lnTo>
                    <a:pt x="676452" y="257314"/>
                  </a:lnTo>
                  <a:lnTo>
                    <a:pt x="671271" y="211950"/>
                  </a:lnTo>
                  <a:lnTo>
                    <a:pt x="669696" y="167335"/>
                  </a:lnTo>
                  <a:lnTo>
                    <a:pt x="671576" y="123825"/>
                  </a:lnTo>
                  <a:lnTo>
                    <a:pt x="676719" y="81762"/>
                  </a:lnTo>
                  <a:lnTo>
                    <a:pt x="684936" y="41478"/>
                  </a:lnTo>
                  <a:lnTo>
                    <a:pt x="696074" y="3327"/>
                  </a:lnTo>
                  <a:lnTo>
                    <a:pt x="686244" y="0"/>
                  </a:lnTo>
                  <a:lnTo>
                    <a:pt x="673442" y="45173"/>
                  </a:lnTo>
                  <a:lnTo>
                    <a:pt x="664743" y="92722"/>
                  </a:lnTo>
                  <a:lnTo>
                    <a:pt x="660158" y="141884"/>
                  </a:lnTo>
                  <a:lnTo>
                    <a:pt x="659739" y="191884"/>
                  </a:lnTo>
                  <a:lnTo>
                    <a:pt x="663524" y="241998"/>
                  </a:lnTo>
                  <a:lnTo>
                    <a:pt x="671550" y="291439"/>
                  </a:lnTo>
                  <a:lnTo>
                    <a:pt x="683082" y="337210"/>
                  </a:lnTo>
                  <a:lnTo>
                    <a:pt x="698284" y="381711"/>
                  </a:lnTo>
                  <a:lnTo>
                    <a:pt x="717105" y="424802"/>
                  </a:lnTo>
                  <a:lnTo>
                    <a:pt x="739432" y="466318"/>
                  </a:lnTo>
                  <a:lnTo>
                    <a:pt x="765213" y="506145"/>
                  </a:lnTo>
                  <a:lnTo>
                    <a:pt x="794346" y="544118"/>
                  </a:lnTo>
                  <a:lnTo>
                    <a:pt x="826744" y="580123"/>
                  </a:lnTo>
                  <a:lnTo>
                    <a:pt x="862330" y="613994"/>
                  </a:lnTo>
                  <a:lnTo>
                    <a:pt x="869200" y="606209"/>
                  </a:lnTo>
                  <a:close/>
                </a:path>
                <a:path w="935989" h="1577975">
                  <a:moveTo>
                    <a:pt x="935697" y="1249375"/>
                  </a:moveTo>
                  <a:lnTo>
                    <a:pt x="925322" y="1249375"/>
                  </a:lnTo>
                  <a:lnTo>
                    <a:pt x="925068" y="1266126"/>
                  </a:lnTo>
                  <a:lnTo>
                    <a:pt x="923493" y="1309484"/>
                  </a:lnTo>
                  <a:lnTo>
                    <a:pt x="919340" y="1371841"/>
                  </a:lnTo>
                  <a:lnTo>
                    <a:pt x="911364" y="1445602"/>
                  </a:lnTo>
                  <a:lnTo>
                    <a:pt x="898321" y="1523161"/>
                  </a:lnTo>
                  <a:lnTo>
                    <a:pt x="892556" y="1491297"/>
                  </a:lnTo>
                  <a:lnTo>
                    <a:pt x="884402" y="1450390"/>
                  </a:lnTo>
                  <a:lnTo>
                    <a:pt x="873874" y="1403007"/>
                  </a:lnTo>
                  <a:lnTo>
                    <a:pt x="860983" y="1351699"/>
                  </a:lnTo>
                  <a:lnTo>
                    <a:pt x="845731" y="1299032"/>
                  </a:lnTo>
                  <a:lnTo>
                    <a:pt x="828128" y="1247559"/>
                  </a:lnTo>
                  <a:lnTo>
                    <a:pt x="818413" y="1251191"/>
                  </a:lnTo>
                  <a:lnTo>
                    <a:pt x="840790" y="1318412"/>
                  </a:lnTo>
                  <a:lnTo>
                    <a:pt x="859193" y="1386357"/>
                  </a:lnTo>
                  <a:lnTo>
                    <a:pt x="873569" y="1449298"/>
                  </a:lnTo>
                  <a:lnTo>
                    <a:pt x="883920" y="1501546"/>
                  </a:lnTo>
                  <a:lnTo>
                    <a:pt x="892378" y="1551203"/>
                  </a:lnTo>
                  <a:lnTo>
                    <a:pt x="896251" y="1577682"/>
                  </a:lnTo>
                  <a:lnTo>
                    <a:pt x="902563" y="1551686"/>
                  </a:lnTo>
                  <a:lnTo>
                    <a:pt x="916393" y="1482471"/>
                  </a:lnTo>
                  <a:lnTo>
                    <a:pt x="925715" y="1413611"/>
                  </a:lnTo>
                  <a:lnTo>
                    <a:pt x="931418" y="1350467"/>
                  </a:lnTo>
                  <a:lnTo>
                    <a:pt x="934389" y="1298460"/>
                  </a:lnTo>
                  <a:lnTo>
                    <a:pt x="935520" y="1262964"/>
                  </a:lnTo>
                  <a:lnTo>
                    <a:pt x="935697" y="1249375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950830" y="4645160"/>
              <a:ext cx="1137556" cy="923846"/>
            </a:xfrm>
            <a:prstGeom prst="rect">
              <a:avLst/>
            </a:prstGeom>
          </p:spPr>
        </p:pic>
        <p:sp>
          <p:nvSpPr>
            <p:cNvPr id="194" name="object 194" descr=""/>
            <p:cNvSpPr/>
            <p:nvPr/>
          </p:nvSpPr>
          <p:spPr>
            <a:xfrm>
              <a:off x="1491729" y="3714603"/>
              <a:ext cx="542925" cy="584835"/>
            </a:xfrm>
            <a:custGeom>
              <a:avLst/>
              <a:gdLst/>
              <a:ahLst/>
              <a:cxnLst/>
              <a:rect l="l" t="t" r="r" b="b"/>
              <a:pathLst>
                <a:path w="542925" h="584835">
                  <a:moveTo>
                    <a:pt x="450862" y="6565"/>
                  </a:moveTo>
                  <a:lnTo>
                    <a:pt x="442810" y="0"/>
                  </a:lnTo>
                  <a:lnTo>
                    <a:pt x="413397" y="25806"/>
                  </a:lnTo>
                  <a:lnTo>
                    <a:pt x="374154" y="46202"/>
                  </a:lnTo>
                  <a:lnTo>
                    <a:pt x="327088" y="63385"/>
                  </a:lnTo>
                  <a:lnTo>
                    <a:pt x="227025" y="93789"/>
                  </a:lnTo>
                  <a:lnTo>
                    <a:pt x="178879" y="109969"/>
                  </a:lnTo>
                  <a:lnTo>
                    <a:pt x="130949" y="129349"/>
                  </a:lnTo>
                  <a:lnTo>
                    <a:pt x="84404" y="153238"/>
                  </a:lnTo>
                  <a:lnTo>
                    <a:pt x="40373" y="182930"/>
                  </a:lnTo>
                  <a:lnTo>
                    <a:pt x="0" y="219697"/>
                  </a:lnTo>
                  <a:lnTo>
                    <a:pt x="7569" y="226796"/>
                  </a:lnTo>
                  <a:lnTo>
                    <a:pt x="47015" y="190906"/>
                  </a:lnTo>
                  <a:lnTo>
                    <a:pt x="90195" y="161899"/>
                  </a:lnTo>
                  <a:lnTo>
                    <a:pt x="135966" y="138493"/>
                  </a:lnTo>
                  <a:lnTo>
                    <a:pt x="183146" y="119456"/>
                  </a:lnTo>
                  <a:lnTo>
                    <a:pt x="230619" y="103530"/>
                  </a:lnTo>
                  <a:lnTo>
                    <a:pt x="331254" y="72948"/>
                  </a:lnTo>
                  <a:lnTo>
                    <a:pt x="379514" y="55206"/>
                  </a:lnTo>
                  <a:lnTo>
                    <a:pt x="420027" y="33870"/>
                  </a:lnTo>
                  <a:lnTo>
                    <a:pt x="450862" y="6565"/>
                  </a:lnTo>
                  <a:close/>
                </a:path>
                <a:path w="542925" h="584835">
                  <a:moveTo>
                    <a:pt x="542328" y="576618"/>
                  </a:moveTo>
                  <a:lnTo>
                    <a:pt x="500799" y="536854"/>
                  </a:lnTo>
                  <a:lnTo>
                    <a:pt x="463804" y="494436"/>
                  </a:lnTo>
                  <a:lnTo>
                    <a:pt x="431634" y="449745"/>
                  </a:lnTo>
                  <a:lnTo>
                    <a:pt x="404558" y="403199"/>
                  </a:lnTo>
                  <a:lnTo>
                    <a:pt x="382866" y="355168"/>
                  </a:lnTo>
                  <a:lnTo>
                    <a:pt x="366725" y="305320"/>
                  </a:lnTo>
                  <a:lnTo>
                    <a:pt x="357314" y="256971"/>
                  </a:lnTo>
                  <a:lnTo>
                    <a:pt x="354812" y="211696"/>
                  </a:lnTo>
                  <a:lnTo>
                    <a:pt x="359460" y="171132"/>
                  </a:lnTo>
                  <a:lnTo>
                    <a:pt x="349326" y="168910"/>
                  </a:lnTo>
                  <a:lnTo>
                    <a:pt x="344474" y="210972"/>
                  </a:lnTo>
                  <a:lnTo>
                    <a:pt x="346976" y="257771"/>
                  </a:lnTo>
                  <a:lnTo>
                    <a:pt x="356616" y="307644"/>
                  </a:lnTo>
                  <a:lnTo>
                    <a:pt x="373202" y="358927"/>
                  </a:lnTo>
                  <a:lnTo>
                    <a:pt x="391210" y="399796"/>
                  </a:lnTo>
                  <a:lnTo>
                    <a:pt x="413067" y="439674"/>
                  </a:lnTo>
                  <a:lnTo>
                    <a:pt x="438594" y="478307"/>
                  </a:lnTo>
                  <a:lnTo>
                    <a:pt x="467614" y="515454"/>
                  </a:lnTo>
                  <a:lnTo>
                    <a:pt x="499973" y="550900"/>
                  </a:lnTo>
                  <a:lnTo>
                    <a:pt x="535495" y="584415"/>
                  </a:lnTo>
                  <a:lnTo>
                    <a:pt x="542328" y="576618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5" name="object 195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560026" y="4210203"/>
              <a:ext cx="169230" cy="226181"/>
            </a:xfrm>
            <a:prstGeom prst="rect">
              <a:avLst/>
            </a:prstGeom>
          </p:spPr>
        </p:pic>
        <p:sp>
          <p:nvSpPr>
            <p:cNvPr id="196" name="object 196" descr=""/>
            <p:cNvSpPr/>
            <p:nvPr/>
          </p:nvSpPr>
          <p:spPr>
            <a:xfrm>
              <a:off x="1710130" y="3165870"/>
              <a:ext cx="539115" cy="1366520"/>
            </a:xfrm>
            <a:custGeom>
              <a:avLst/>
              <a:gdLst/>
              <a:ahLst/>
              <a:cxnLst/>
              <a:rect l="l" t="t" r="r" b="b"/>
              <a:pathLst>
                <a:path w="539114" h="1366520">
                  <a:moveTo>
                    <a:pt x="535191" y="0"/>
                  </a:moveTo>
                  <a:lnTo>
                    <a:pt x="487898" y="21604"/>
                  </a:lnTo>
                  <a:lnTo>
                    <a:pt x="444694" y="48738"/>
                  </a:lnTo>
                  <a:lnTo>
                    <a:pt x="405636" y="81348"/>
                  </a:lnTo>
                  <a:lnTo>
                    <a:pt x="370781" y="119378"/>
                  </a:lnTo>
                  <a:lnTo>
                    <a:pt x="340186" y="162773"/>
                  </a:lnTo>
                  <a:lnTo>
                    <a:pt x="313909" y="211480"/>
                  </a:lnTo>
                  <a:lnTo>
                    <a:pt x="292405" y="263908"/>
                  </a:lnTo>
                  <a:lnTo>
                    <a:pt x="276017" y="316226"/>
                  </a:lnTo>
                  <a:lnTo>
                    <a:pt x="263708" y="366967"/>
                  </a:lnTo>
                  <a:lnTo>
                    <a:pt x="254444" y="414664"/>
                  </a:lnTo>
                  <a:lnTo>
                    <a:pt x="244257" y="475713"/>
                  </a:lnTo>
                  <a:lnTo>
                    <a:pt x="233264" y="522304"/>
                  </a:lnTo>
                  <a:lnTo>
                    <a:pt x="217228" y="565596"/>
                  </a:lnTo>
                  <a:lnTo>
                    <a:pt x="197271" y="606636"/>
                  </a:lnTo>
                  <a:lnTo>
                    <a:pt x="174515" y="646471"/>
                  </a:lnTo>
                  <a:lnTo>
                    <a:pt x="128301" y="721411"/>
                  </a:lnTo>
                  <a:lnTo>
                    <a:pt x="106347" y="758827"/>
                  </a:lnTo>
                  <a:lnTo>
                    <a:pt x="85003" y="799016"/>
                  </a:lnTo>
                  <a:lnTo>
                    <a:pt x="65049" y="842600"/>
                  </a:lnTo>
                  <a:lnTo>
                    <a:pt x="47268" y="890201"/>
                  </a:lnTo>
                  <a:lnTo>
                    <a:pt x="32442" y="942442"/>
                  </a:lnTo>
                  <a:lnTo>
                    <a:pt x="18636" y="1006817"/>
                  </a:lnTo>
                  <a:lnTo>
                    <a:pt x="9233" y="1064544"/>
                  </a:lnTo>
                  <a:lnTo>
                    <a:pt x="3488" y="1116498"/>
                  </a:lnTo>
                  <a:lnTo>
                    <a:pt x="658" y="1163552"/>
                  </a:lnTo>
                  <a:lnTo>
                    <a:pt x="0" y="1206582"/>
                  </a:lnTo>
                  <a:lnTo>
                    <a:pt x="769" y="1246461"/>
                  </a:lnTo>
                  <a:lnTo>
                    <a:pt x="3757" y="1325399"/>
                  </a:lnTo>
                  <a:lnTo>
                    <a:pt x="4125" y="1345635"/>
                  </a:lnTo>
                  <a:lnTo>
                    <a:pt x="4034" y="1365822"/>
                  </a:lnTo>
                  <a:lnTo>
                    <a:pt x="14411" y="1366010"/>
                  </a:lnTo>
                  <a:lnTo>
                    <a:pt x="14501" y="1345621"/>
                  </a:lnTo>
                  <a:lnTo>
                    <a:pt x="14132" y="1325224"/>
                  </a:lnTo>
                  <a:lnTo>
                    <a:pt x="11148" y="1246327"/>
                  </a:lnTo>
                  <a:lnTo>
                    <a:pt x="10386" y="1206763"/>
                  </a:lnTo>
                  <a:lnTo>
                    <a:pt x="11039" y="1164079"/>
                  </a:lnTo>
                  <a:lnTo>
                    <a:pt x="13844" y="1117411"/>
                  </a:lnTo>
                  <a:lnTo>
                    <a:pt x="19538" y="1065893"/>
                  </a:lnTo>
                  <a:lnTo>
                    <a:pt x="28856" y="1008662"/>
                  </a:lnTo>
                  <a:lnTo>
                    <a:pt x="42535" y="944850"/>
                  </a:lnTo>
                  <a:lnTo>
                    <a:pt x="57017" y="893593"/>
                  </a:lnTo>
                  <a:lnTo>
                    <a:pt x="74269" y="847128"/>
                  </a:lnTo>
                  <a:lnTo>
                    <a:pt x="93687" y="804578"/>
                  </a:lnTo>
                  <a:lnTo>
                    <a:pt x="114666" y="765066"/>
                  </a:lnTo>
                  <a:lnTo>
                    <a:pt x="136601" y="727713"/>
                  </a:lnTo>
                  <a:lnTo>
                    <a:pt x="183651" y="651419"/>
                  </a:lnTo>
                  <a:lnTo>
                    <a:pt x="206725" y="610991"/>
                  </a:lnTo>
                  <a:lnTo>
                    <a:pt x="226978" y="569252"/>
                  </a:lnTo>
                  <a:lnTo>
                    <a:pt x="243280" y="525097"/>
                  </a:lnTo>
                  <a:lnTo>
                    <a:pt x="254498" y="477420"/>
                  </a:lnTo>
                  <a:lnTo>
                    <a:pt x="263408" y="423602"/>
                  </a:lnTo>
                  <a:lnTo>
                    <a:pt x="270601" y="384664"/>
                  </a:lnTo>
                  <a:lnTo>
                    <a:pt x="279597" y="343532"/>
                  </a:lnTo>
                  <a:lnTo>
                    <a:pt x="290986" y="301023"/>
                  </a:lnTo>
                  <a:lnTo>
                    <a:pt x="305355" y="257958"/>
                  </a:lnTo>
                  <a:lnTo>
                    <a:pt x="323295" y="215154"/>
                  </a:lnTo>
                  <a:lnTo>
                    <a:pt x="345395" y="173431"/>
                  </a:lnTo>
                  <a:lnTo>
                    <a:pt x="372242" y="133608"/>
                  </a:lnTo>
                  <a:lnTo>
                    <a:pt x="404427" y="96504"/>
                  </a:lnTo>
                  <a:lnTo>
                    <a:pt x="442539" y="62938"/>
                  </a:lnTo>
                  <a:lnTo>
                    <a:pt x="487166" y="33729"/>
                  </a:lnTo>
                  <a:lnTo>
                    <a:pt x="538897" y="9696"/>
                  </a:lnTo>
                  <a:lnTo>
                    <a:pt x="535191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2152892" y="3635930"/>
              <a:ext cx="1310005" cy="1599565"/>
            </a:xfrm>
            <a:custGeom>
              <a:avLst/>
              <a:gdLst/>
              <a:ahLst/>
              <a:cxnLst/>
              <a:rect l="l" t="t" r="r" b="b"/>
              <a:pathLst>
                <a:path w="1310004" h="1599564">
                  <a:moveTo>
                    <a:pt x="851176" y="0"/>
                  </a:moveTo>
                  <a:lnTo>
                    <a:pt x="797815" y="2204"/>
                  </a:lnTo>
                  <a:lnTo>
                    <a:pt x="727978" y="11396"/>
                  </a:lnTo>
                  <a:lnTo>
                    <a:pt x="660506" y="24038"/>
                  </a:lnTo>
                  <a:lnTo>
                    <a:pt x="596746" y="39050"/>
                  </a:lnTo>
                  <a:lnTo>
                    <a:pt x="538043" y="55352"/>
                  </a:lnTo>
                  <a:lnTo>
                    <a:pt x="485745" y="71862"/>
                  </a:lnTo>
                  <a:lnTo>
                    <a:pt x="441197" y="87501"/>
                  </a:lnTo>
                  <a:lnTo>
                    <a:pt x="380740" y="111839"/>
                  </a:lnTo>
                  <a:lnTo>
                    <a:pt x="367524" y="118379"/>
                  </a:lnTo>
                  <a:lnTo>
                    <a:pt x="327310" y="132232"/>
                  </a:lnTo>
                  <a:lnTo>
                    <a:pt x="287096" y="142607"/>
                  </a:lnTo>
                  <a:lnTo>
                    <a:pt x="256163" y="149116"/>
                  </a:lnTo>
                  <a:lnTo>
                    <a:pt x="243790" y="151372"/>
                  </a:lnTo>
                  <a:lnTo>
                    <a:pt x="190045" y="182329"/>
                  </a:lnTo>
                  <a:lnTo>
                    <a:pt x="143999" y="215573"/>
                  </a:lnTo>
                  <a:lnTo>
                    <a:pt x="105213" y="250753"/>
                  </a:lnTo>
                  <a:lnTo>
                    <a:pt x="73245" y="287516"/>
                  </a:lnTo>
                  <a:lnTo>
                    <a:pt x="47656" y="325511"/>
                  </a:lnTo>
                  <a:lnTo>
                    <a:pt x="28006" y="364386"/>
                  </a:lnTo>
                  <a:lnTo>
                    <a:pt x="13856" y="403789"/>
                  </a:lnTo>
                  <a:lnTo>
                    <a:pt x="4764" y="443368"/>
                  </a:lnTo>
                  <a:lnTo>
                    <a:pt x="292" y="482771"/>
                  </a:lnTo>
                  <a:lnTo>
                    <a:pt x="0" y="521646"/>
                  </a:lnTo>
                  <a:lnTo>
                    <a:pt x="3446" y="559641"/>
                  </a:lnTo>
                  <a:lnTo>
                    <a:pt x="19798" y="631584"/>
                  </a:lnTo>
                  <a:lnTo>
                    <a:pt x="45827" y="695785"/>
                  </a:lnTo>
                  <a:lnTo>
                    <a:pt x="78045" y="743988"/>
                  </a:lnTo>
                  <a:lnTo>
                    <a:pt x="117224" y="779045"/>
                  </a:lnTo>
                  <a:lnTo>
                    <a:pt x="160656" y="803661"/>
                  </a:lnTo>
                  <a:lnTo>
                    <a:pt x="205636" y="820544"/>
                  </a:lnTo>
                  <a:lnTo>
                    <a:pt x="249457" y="832401"/>
                  </a:lnTo>
                  <a:lnTo>
                    <a:pt x="289412" y="841938"/>
                  </a:lnTo>
                  <a:lnTo>
                    <a:pt x="322794" y="851862"/>
                  </a:lnTo>
                  <a:lnTo>
                    <a:pt x="364579" y="895087"/>
                  </a:lnTo>
                  <a:lnTo>
                    <a:pt x="371492" y="940187"/>
                  </a:lnTo>
                  <a:lnTo>
                    <a:pt x="372676" y="993764"/>
                  </a:lnTo>
                  <a:lnTo>
                    <a:pt x="373172" y="1049403"/>
                  </a:lnTo>
                  <a:lnTo>
                    <a:pt x="378022" y="1100689"/>
                  </a:lnTo>
                  <a:lnTo>
                    <a:pt x="392267" y="1141206"/>
                  </a:lnTo>
                  <a:lnTo>
                    <a:pt x="446399" y="1193146"/>
                  </a:lnTo>
                  <a:lnTo>
                    <a:pt x="487385" y="1219359"/>
                  </a:lnTo>
                  <a:lnTo>
                    <a:pt x="534557" y="1244315"/>
                  </a:lnTo>
                  <a:lnTo>
                    <a:pt x="585595" y="1266952"/>
                  </a:lnTo>
                  <a:lnTo>
                    <a:pt x="638179" y="1286206"/>
                  </a:lnTo>
                  <a:lnTo>
                    <a:pt x="689990" y="1301013"/>
                  </a:lnTo>
                  <a:lnTo>
                    <a:pt x="738707" y="1310311"/>
                  </a:lnTo>
                  <a:lnTo>
                    <a:pt x="779012" y="1320753"/>
                  </a:lnTo>
                  <a:lnTo>
                    <a:pt x="816737" y="1340088"/>
                  </a:lnTo>
                  <a:lnTo>
                    <a:pt x="850830" y="1366824"/>
                  </a:lnTo>
                  <a:lnTo>
                    <a:pt x="880238" y="1399466"/>
                  </a:lnTo>
                  <a:lnTo>
                    <a:pt x="903909" y="1436521"/>
                  </a:lnTo>
                  <a:lnTo>
                    <a:pt x="920791" y="1476496"/>
                  </a:lnTo>
                  <a:lnTo>
                    <a:pt x="929831" y="1517897"/>
                  </a:lnTo>
                  <a:lnTo>
                    <a:pt x="929977" y="1559231"/>
                  </a:lnTo>
                  <a:lnTo>
                    <a:pt x="920177" y="1599004"/>
                  </a:lnTo>
                  <a:lnTo>
                    <a:pt x="988191" y="1573267"/>
                  </a:lnTo>
                  <a:lnTo>
                    <a:pt x="1048070" y="1547431"/>
                  </a:lnTo>
                  <a:lnTo>
                    <a:pt x="1100102" y="1521223"/>
                  </a:lnTo>
                  <a:lnTo>
                    <a:pt x="1144572" y="1494370"/>
                  </a:lnTo>
                  <a:lnTo>
                    <a:pt x="1181768" y="1466600"/>
                  </a:lnTo>
                  <a:lnTo>
                    <a:pt x="1211975" y="1437642"/>
                  </a:lnTo>
                  <a:lnTo>
                    <a:pt x="1235480" y="1407223"/>
                  </a:lnTo>
                  <a:lnTo>
                    <a:pt x="1263528" y="1340915"/>
                  </a:lnTo>
                  <a:lnTo>
                    <a:pt x="1268644" y="1304482"/>
                  </a:lnTo>
                  <a:lnTo>
                    <a:pt x="1268203" y="1265499"/>
                  </a:lnTo>
                  <a:lnTo>
                    <a:pt x="1262492" y="1223696"/>
                  </a:lnTo>
                  <a:lnTo>
                    <a:pt x="1248580" y="1164860"/>
                  </a:lnTo>
                  <a:lnTo>
                    <a:pt x="1233171" y="1116464"/>
                  </a:lnTo>
                  <a:lnTo>
                    <a:pt x="1218631" y="1075801"/>
                  </a:lnTo>
                  <a:lnTo>
                    <a:pt x="1207330" y="1040165"/>
                  </a:lnTo>
                  <a:lnTo>
                    <a:pt x="1201635" y="1006847"/>
                  </a:lnTo>
                  <a:lnTo>
                    <a:pt x="1203915" y="973143"/>
                  </a:lnTo>
                  <a:lnTo>
                    <a:pt x="1216539" y="936346"/>
                  </a:lnTo>
                  <a:lnTo>
                    <a:pt x="1241874" y="893748"/>
                  </a:lnTo>
                  <a:lnTo>
                    <a:pt x="1270488" y="847367"/>
                  </a:lnTo>
                  <a:lnTo>
                    <a:pt x="1291367" y="801082"/>
                  </a:lnTo>
                  <a:lnTo>
                    <a:pt x="1304513" y="754989"/>
                  </a:lnTo>
                  <a:lnTo>
                    <a:pt x="1309925" y="709186"/>
                  </a:lnTo>
                  <a:lnTo>
                    <a:pt x="1307603" y="663770"/>
                  </a:lnTo>
                  <a:lnTo>
                    <a:pt x="1297548" y="618836"/>
                  </a:lnTo>
                  <a:lnTo>
                    <a:pt x="1279761" y="574483"/>
                  </a:lnTo>
                  <a:lnTo>
                    <a:pt x="1254241" y="530806"/>
                  </a:lnTo>
                  <a:lnTo>
                    <a:pt x="1223178" y="477021"/>
                  </a:lnTo>
                  <a:lnTo>
                    <a:pt x="1206434" y="429076"/>
                  </a:lnTo>
                  <a:lnTo>
                    <a:pt x="1201145" y="383881"/>
                  </a:lnTo>
                  <a:lnTo>
                    <a:pt x="1204448" y="338342"/>
                  </a:lnTo>
                  <a:lnTo>
                    <a:pt x="1213478" y="289366"/>
                  </a:lnTo>
                  <a:lnTo>
                    <a:pt x="1225372" y="233862"/>
                  </a:lnTo>
                  <a:lnTo>
                    <a:pt x="1226203" y="203771"/>
                  </a:lnTo>
                  <a:lnTo>
                    <a:pt x="1198782" y="144207"/>
                  </a:lnTo>
                  <a:lnTo>
                    <a:pt x="1172575" y="115905"/>
                  </a:lnTo>
                  <a:lnTo>
                    <a:pt x="1139397" y="89370"/>
                  </a:lnTo>
                  <a:lnTo>
                    <a:pt x="1100271" y="65185"/>
                  </a:lnTo>
                  <a:lnTo>
                    <a:pt x="1056219" y="43936"/>
                  </a:lnTo>
                  <a:lnTo>
                    <a:pt x="1008262" y="26209"/>
                  </a:lnTo>
                  <a:lnTo>
                    <a:pt x="957421" y="12587"/>
                  </a:lnTo>
                  <a:lnTo>
                    <a:pt x="904719" y="3655"/>
                  </a:lnTo>
                  <a:lnTo>
                    <a:pt x="851176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2322512" y="3736409"/>
              <a:ext cx="1045844" cy="1414780"/>
            </a:xfrm>
            <a:custGeom>
              <a:avLst/>
              <a:gdLst/>
              <a:ahLst/>
              <a:cxnLst/>
              <a:rect l="l" t="t" r="r" b="b"/>
              <a:pathLst>
                <a:path w="1045845" h="1414779">
                  <a:moveTo>
                    <a:pt x="1045552" y="792340"/>
                  </a:moveTo>
                  <a:lnTo>
                    <a:pt x="1011732" y="751560"/>
                  </a:lnTo>
                  <a:lnTo>
                    <a:pt x="975067" y="719137"/>
                  </a:lnTo>
                  <a:lnTo>
                    <a:pt x="936282" y="693762"/>
                  </a:lnTo>
                  <a:lnTo>
                    <a:pt x="896099" y="674103"/>
                  </a:lnTo>
                  <a:lnTo>
                    <a:pt x="855243" y="658812"/>
                  </a:lnTo>
                  <a:lnTo>
                    <a:pt x="814438" y="646582"/>
                  </a:lnTo>
                  <a:lnTo>
                    <a:pt x="723722" y="622503"/>
                  </a:lnTo>
                  <a:lnTo>
                    <a:pt x="677799" y="606767"/>
                  </a:lnTo>
                  <a:lnTo>
                    <a:pt x="637819" y="585787"/>
                  </a:lnTo>
                  <a:lnTo>
                    <a:pt x="605497" y="556933"/>
                  </a:lnTo>
                  <a:lnTo>
                    <a:pt x="586460" y="483400"/>
                  </a:lnTo>
                  <a:lnTo>
                    <a:pt x="585863" y="435927"/>
                  </a:lnTo>
                  <a:lnTo>
                    <a:pt x="590740" y="378345"/>
                  </a:lnTo>
                  <a:lnTo>
                    <a:pt x="592658" y="319024"/>
                  </a:lnTo>
                  <a:lnTo>
                    <a:pt x="583552" y="266230"/>
                  </a:lnTo>
                  <a:lnTo>
                    <a:pt x="563003" y="218541"/>
                  </a:lnTo>
                  <a:lnTo>
                    <a:pt x="530580" y="174548"/>
                  </a:lnTo>
                  <a:lnTo>
                    <a:pt x="504113" y="148437"/>
                  </a:lnTo>
                  <a:lnTo>
                    <a:pt x="529602" y="153657"/>
                  </a:lnTo>
                  <a:lnTo>
                    <a:pt x="578319" y="156019"/>
                  </a:lnTo>
                  <a:lnTo>
                    <a:pt x="629412" y="153631"/>
                  </a:lnTo>
                  <a:lnTo>
                    <a:pt x="730961" y="144284"/>
                  </a:lnTo>
                  <a:lnTo>
                    <a:pt x="779665" y="141325"/>
                  </a:lnTo>
                  <a:lnTo>
                    <a:pt x="828294" y="141516"/>
                  </a:lnTo>
                  <a:lnTo>
                    <a:pt x="876566" y="146431"/>
                  </a:lnTo>
                  <a:lnTo>
                    <a:pt x="924217" y="157683"/>
                  </a:lnTo>
                  <a:lnTo>
                    <a:pt x="970965" y="176872"/>
                  </a:lnTo>
                  <a:lnTo>
                    <a:pt x="1016533" y="205574"/>
                  </a:lnTo>
                  <a:lnTo>
                    <a:pt x="1022794" y="197307"/>
                  </a:lnTo>
                  <a:lnTo>
                    <a:pt x="975626" y="167728"/>
                  </a:lnTo>
                  <a:lnTo>
                    <a:pt x="927036" y="147993"/>
                  </a:lnTo>
                  <a:lnTo>
                    <a:pt x="877557" y="136436"/>
                  </a:lnTo>
                  <a:lnTo>
                    <a:pt x="827722" y="131356"/>
                  </a:lnTo>
                  <a:lnTo>
                    <a:pt x="778065" y="131127"/>
                  </a:lnTo>
                  <a:lnTo>
                    <a:pt x="729119" y="134048"/>
                  </a:lnTo>
                  <a:lnTo>
                    <a:pt x="629208" y="143230"/>
                  </a:lnTo>
                  <a:lnTo>
                    <a:pt x="578993" y="145618"/>
                  </a:lnTo>
                  <a:lnTo>
                    <a:pt x="531329" y="143395"/>
                  </a:lnTo>
                  <a:lnTo>
                    <a:pt x="486765" y="134327"/>
                  </a:lnTo>
                  <a:lnTo>
                    <a:pt x="435610" y="98094"/>
                  </a:lnTo>
                  <a:lnTo>
                    <a:pt x="392874" y="73444"/>
                  </a:lnTo>
                  <a:lnTo>
                    <a:pt x="344182" y="48971"/>
                  </a:lnTo>
                  <a:lnTo>
                    <a:pt x="289293" y="24536"/>
                  </a:lnTo>
                  <a:lnTo>
                    <a:pt x="227952" y="0"/>
                  </a:lnTo>
                  <a:lnTo>
                    <a:pt x="224256" y="9690"/>
                  </a:lnTo>
                  <a:lnTo>
                    <a:pt x="261112" y="24434"/>
                  </a:lnTo>
                  <a:lnTo>
                    <a:pt x="268782" y="74434"/>
                  </a:lnTo>
                  <a:lnTo>
                    <a:pt x="265798" y="123088"/>
                  </a:lnTo>
                  <a:lnTo>
                    <a:pt x="253517" y="168452"/>
                  </a:lnTo>
                  <a:lnTo>
                    <a:pt x="233680" y="211328"/>
                  </a:lnTo>
                  <a:lnTo>
                    <a:pt x="208051" y="252488"/>
                  </a:lnTo>
                  <a:lnTo>
                    <a:pt x="178396" y="292709"/>
                  </a:lnTo>
                  <a:lnTo>
                    <a:pt x="115760" y="371246"/>
                  </a:lnTo>
                  <a:lnTo>
                    <a:pt x="85928" y="410870"/>
                  </a:lnTo>
                  <a:lnTo>
                    <a:pt x="58216" y="452450"/>
                  </a:lnTo>
                  <a:lnTo>
                    <a:pt x="33832" y="496722"/>
                  </a:lnTo>
                  <a:lnTo>
                    <a:pt x="14020" y="544449"/>
                  </a:lnTo>
                  <a:lnTo>
                    <a:pt x="0" y="596366"/>
                  </a:lnTo>
                  <a:lnTo>
                    <a:pt x="10172" y="598373"/>
                  </a:lnTo>
                  <a:lnTo>
                    <a:pt x="23926" y="547598"/>
                  </a:lnTo>
                  <a:lnTo>
                    <a:pt x="43421" y="500799"/>
                  </a:lnTo>
                  <a:lnTo>
                    <a:pt x="67449" y="457288"/>
                  </a:lnTo>
                  <a:lnTo>
                    <a:pt x="94792" y="416344"/>
                  </a:lnTo>
                  <a:lnTo>
                    <a:pt x="124231" y="377253"/>
                  </a:lnTo>
                  <a:lnTo>
                    <a:pt x="187172" y="298335"/>
                  </a:lnTo>
                  <a:lnTo>
                    <a:pt x="217474" y="257162"/>
                  </a:lnTo>
                  <a:lnTo>
                    <a:pt x="243636" y="214972"/>
                  </a:lnTo>
                  <a:lnTo>
                    <a:pt x="263855" y="170903"/>
                  </a:lnTo>
                  <a:lnTo>
                    <a:pt x="276326" y="124142"/>
                  </a:lnTo>
                  <a:lnTo>
                    <a:pt x="279222" y="73825"/>
                  </a:lnTo>
                  <a:lnTo>
                    <a:pt x="272262" y="28892"/>
                  </a:lnTo>
                  <a:lnTo>
                    <a:pt x="284937" y="33959"/>
                  </a:lnTo>
                  <a:lnTo>
                    <a:pt x="339191" y="58077"/>
                  </a:lnTo>
                  <a:lnTo>
                    <a:pt x="387299" y="82194"/>
                  </a:lnTo>
                  <a:lnTo>
                    <a:pt x="429463" y="106464"/>
                  </a:lnTo>
                  <a:lnTo>
                    <a:pt x="465950" y="131000"/>
                  </a:lnTo>
                  <a:lnTo>
                    <a:pt x="497014" y="155968"/>
                  </a:lnTo>
                  <a:lnTo>
                    <a:pt x="553910" y="223659"/>
                  </a:lnTo>
                  <a:lnTo>
                    <a:pt x="573582" y="269417"/>
                  </a:lnTo>
                  <a:lnTo>
                    <a:pt x="582282" y="320116"/>
                  </a:lnTo>
                  <a:lnTo>
                    <a:pt x="580428" y="377151"/>
                  </a:lnTo>
                  <a:lnTo>
                    <a:pt x="576440" y="425196"/>
                  </a:lnTo>
                  <a:lnTo>
                    <a:pt x="548944" y="471703"/>
                  </a:lnTo>
                  <a:lnTo>
                    <a:pt x="527354" y="522795"/>
                  </a:lnTo>
                  <a:lnTo>
                    <a:pt x="509905" y="576884"/>
                  </a:lnTo>
                  <a:lnTo>
                    <a:pt x="482333" y="677125"/>
                  </a:lnTo>
                  <a:lnTo>
                    <a:pt x="469239" y="721017"/>
                  </a:lnTo>
                  <a:lnTo>
                    <a:pt x="454037" y="764552"/>
                  </a:lnTo>
                  <a:lnTo>
                    <a:pt x="435711" y="807389"/>
                  </a:lnTo>
                  <a:lnTo>
                    <a:pt x="413270" y="849160"/>
                  </a:lnTo>
                  <a:lnTo>
                    <a:pt x="385711" y="889508"/>
                  </a:lnTo>
                  <a:lnTo>
                    <a:pt x="352018" y="928065"/>
                  </a:lnTo>
                  <a:lnTo>
                    <a:pt x="311200" y="964476"/>
                  </a:lnTo>
                  <a:lnTo>
                    <a:pt x="317614" y="972642"/>
                  </a:lnTo>
                  <a:lnTo>
                    <a:pt x="359346" y="935443"/>
                  </a:lnTo>
                  <a:lnTo>
                    <a:pt x="393776" y="896137"/>
                  </a:lnTo>
                  <a:lnTo>
                    <a:pt x="421906" y="855091"/>
                  </a:lnTo>
                  <a:lnTo>
                    <a:pt x="444779" y="812634"/>
                  </a:lnTo>
                  <a:lnTo>
                    <a:pt x="463435" y="769137"/>
                  </a:lnTo>
                  <a:lnTo>
                    <a:pt x="478891" y="724954"/>
                  </a:lnTo>
                  <a:lnTo>
                    <a:pt x="492188" y="680440"/>
                  </a:lnTo>
                  <a:lnTo>
                    <a:pt x="519734" y="580263"/>
                  </a:lnTo>
                  <a:lnTo>
                    <a:pt x="536905" y="526910"/>
                  </a:lnTo>
                  <a:lnTo>
                    <a:pt x="558076" y="476669"/>
                  </a:lnTo>
                  <a:lnTo>
                    <a:pt x="575703" y="446786"/>
                  </a:lnTo>
                  <a:lnTo>
                    <a:pt x="576351" y="485076"/>
                  </a:lnTo>
                  <a:lnTo>
                    <a:pt x="583488" y="526923"/>
                  </a:lnTo>
                  <a:lnTo>
                    <a:pt x="597573" y="564756"/>
                  </a:lnTo>
                  <a:lnTo>
                    <a:pt x="619264" y="601586"/>
                  </a:lnTo>
                  <a:lnTo>
                    <a:pt x="649173" y="640461"/>
                  </a:lnTo>
                  <a:lnTo>
                    <a:pt x="686904" y="683221"/>
                  </a:lnTo>
                  <a:lnTo>
                    <a:pt x="689597" y="699046"/>
                  </a:lnTo>
                  <a:lnTo>
                    <a:pt x="695871" y="744296"/>
                  </a:lnTo>
                  <a:lnTo>
                    <a:pt x="702157" y="810272"/>
                  </a:lnTo>
                  <a:lnTo>
                    <a:pt x="705154" y="889698"/>
                  </a:lnTo>
                  <a:lnTo>
                    <a:pt x="702157" y="953389"/>
                  </a:lnTo>
                  <a:lnTo>
                    <a:pt x="693191" y="1005611"/>
                  </a:lnTo>
                  <a:lnTo>
                    <a:pt x="678929" y="1050836"/>
                  </a:lnTo>
                  <a:lnTo>
                    <a:pt x="659993" y="1093520"/>
                  </a:lnTo>
                  <a:lnTo>
                    <a:pt x="613943" y="1182738"/>
                  </a:lnTo>
                  <a:lnTo>
                    <a:pt x="623201" y="1187424"/>
                  </a:lnTo>
                  <a:lnTo>
                    <a:pt x="669582" y="1097559"/>
                  </a:lnTo>
                  <a:lnTo>
                    <a:pt x="688835" y="1054100"/>
                  </a:lnTo>
                  <a:lnTo>
                    <a:pt x="703364" y="1008011"/>
                  </a:lnTo>
                  <a:lnTo>
                    <a:pt x="712470" y="954722"/>
                  </a:lnTo>
                  <a:lnTo>
                    <a:pt x="715530" y="889673"/>
                  </a:lnTo>
                  <a:lnTo>
                    <a:pt x="712508" y="809523"/>
                  </a:lnTo>
                  <a:lnTo>
                    <a:pt x="706158" y="742924"/>
                  </a:lnTo>
                  <a:lnTo>
                    <a:pt x="700278" y="700646"/>
                  </a:lnTo>
                  <a:lnTo>
                    <a:pt x="720458" y="727176"/>
                  </a:lnTo>
                  <a:lnTo>
                    <a:pt x="740206" y="767969"/>
                  </a:lnTo>
                  <a:lnTo>
                    <a:pt x="751509" y="807821"/>
                  </a:lnTo>
                  <a:lnTo>
                    <a:pt x="758672" y="847763"/>
                  </a:lnTo>
                  <a:lnTo>
                    <a:pt x="764374" y="880719"/>
                  </a:lnTo>
                  <a:lnTo>
                    <a:pt x="772490" y="914628"/>
                  </a:lnTo>
                  <a:lnTo>
                    <a:pt x="785329" y="949858"/>
                  </a:lnTo>
                  <a:lnTo>
                    <a:pt x="822629" y="1019378"/>
                  </a:lnTo>
                  <a:lnTo>
                    <a:pt x="838009" y="1058938"/>
                  </a:lnTo>
                  <a:lnTo>
                    <a:pt x="850569" y="1104036"/>
                  </a:lnTo>
                  <a:lnTo>
                    <a:pt x="859510" y="1153236"/>
                  </a:lnTo>
                  <a:lnTo>
                    <a:pt x="864044" y="1205064"/>
                  </a:lnTo>
                  <a:lnTo>
                    <a:pt x="863396" y="1258074"/>
                  </a:lnTo>
                  <a:lnTo>
                    <a:pt x="856780" y="1310792"/>
                  </a:lnTo>
                  <a:lnTo>
                    <a:pt x="843394" y="1361795"/>
                  </a:lnTo>
                  <a:lnTo>
                    <a:pt x="822477" y="1409598"/>
                  </a:lnTo>
                  <a:lnTo>
                    <a:pt x="831583" y="1414576"/>
                  </a:lnTo>
                  <a:lnTo>
                    <a:pt x="853033" y="1365554"/>
                  </a:lnTo>
                  <a:lnTo>
                    <a:pt x="866749" y="1313281"/>
                  </a:lnTo>
                  <a:lnTo>
                    <a:pt x="873544" y="1259230"/>
                  </a:lnTo>
                  <a:lnTo>
                    <a:pt x="874217" y="1204899"/>
                  </a:lnTo>
                  <a:lnTo>
                    <a:pt x="869581" y="1151788"/>
                  </a:lnTo>
                  <a:lnTo>
                    <a:pt x="860425" y="1101369"/>
                  </a:lnTo>
                  <a:lnTo>
                    <a:pt x="847572" y="1055141"/>
                  </a:lnTo>
                  <a:lnTo>
                    <a:pt x="831811" y="1014603"/>
                  </a:lnTo>
                  <a:lnTo>
                    <a:pt x="794778" y="945515"/>
                  </a:lnTo>
                  <a:lnTo>
                    <a:pt x="782370" y="911301"/>
                  </a:lnTo>
                  <a:lnTo>
                    <a:pt x="774484" y="878268"/>
                  </a:lnTo>
                  <a:lnTo>
                    <a:pt x="768908" y="846112"/>
                  </a:lnTo>
                  <a:lnTo>
                    <a:pt x="761695" y="806018"/>
                  </a:lnTo>
                  <a:lnTo>
                    <a:pt x="749998" y="764819"/>
                  </a:lnTo>
                  <a:lnTo>
                    <a:pt x="729424" y="722083"/>
                  </a:lnTo>
                  <a:lnTo>
                    <a:pt x="695617" y="677392"/>
                  </a:lnTo>
                  <a:lnTo>
                    <a:pt x="657301" y="634060"/>
                  </a:lnTo>
                  <a:lnTo>
                    <a:pt x="627938" y="596099"/>
                  </a:lnTo>
                  <a:lnTo>
                    <a:pt x="621144" y="584631"/>
                  </a:lnTo>
                  <a:lnTo>
                    <a:pt x="631786" y="594106"/>
                  </a:lnTo>
                  <a:lnTo>
                    <a:pt x="673798" y="616204"/>
                  </a:lnTo>
                  <a:lnTo>
                    <a:pt x="721131" y="632523"/>
                  </a:lnTo>
                  <a:lnTo>
                    <a:pt x="817740" y="658279"/>
                  </a:lnTo>
                  <a:lnTo>
                    <a:pt x="864514" y="673011"/>
                  </a:lnTo>
                  <a:lnTo>
                    <a:pt x="910971" y="692327"/>
                  </a:lnTo>
                  <a:lnTo>
                    <a:pt x="955992" y="718299"/>
                  </a:lnTo>
                  <a:lnTo>
                    <a:pt x="998410" y="752944"/>
                  </a:lnTo>
                  <a:lnTo>
                    <a:pt x="1037082" y="798334"/>
                  </a:lnTo>
                  <a:lnTo>
                    <a:pt x="1045552" y="79234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9" name="object 199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174322" y="4842940"/>
              <a:ext cx="119933" cy="149032"/>
            </a:xfrm>
            <a:prstGeom prst="rect">
              <a:avLst/>
            </a:prstGeom>
          </p:spPr>
        </p:pic>
        <p:pic>
          <p:nvPicPr>
            <p:cNvPr id="200" name="object 200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013423" y="2778183"/>
              <a:ext cx="82824" cy="73191"/>
            </a:xfrm>
            <a:prstGeom prst="rect">
              <a:avLst/>
            </a:prstGeom>
          </p:spPr>
        </p:pic>
        <p:sp>
          <p:nvSpPr>
            <p:cNvPr id="201" name="object 201" descr=""/>
            <p:cNvSpPr/>
            <p:nvPr/>
          </p:nvSpPr>
          <p:spPr>
            <a:xfrm>
              <a:off x="1929282" y="2823596"/>
              <a:ext cx="321310" cy="111125"/>
            </a:xfrm>
            <a:custGeom>
              <a:avLst/>
              <a:gdLst/>
              <a:ahLst/>
              <a:cxnLst/>
              <a:rect l="l" t="t" r="r" b="b"/>
              <a:pathLst>
                <a:path w="321310" h="111125">
                  <a:moveTo>
                    <a:pt x="44551" y="9613"/>
                  </a:moveTo>
                  <a:lnTo>
                    <a:pt x="40627" y="0"/>
                  </a:lnTo>
                  <a:lnTo>
                    <a:pt x="25996" y="8864"/>
                  </a:lnTo>
                  <a:lnTo>
                    <a:pt x="13157" y="20523"/>
                  </a:lnTo>
                  <a:lnTo>
                    <a:pt x="3898" y="30886"/>
                  </a:lnTo>
                  <a:lnTo>
                    <a:pt x="0" y="35814"/>
                  </a:lnTo>
                  <a:lnTo>
                    <a:pt x="8331" y="41998"/>
                  </a:lnTo>
                  <a:lnTo>
                    <a:pt x="11645" y="37820"/>
                  </a:lnTo>
                  <a:lnTo>
                    <a:pt x="20053" y="28346"/>
                  </a:lnTo>
                  <a:lnTo>
                    <a:pt x="31648" y="17602"/>
                  </a:lnTo>
                  <a:lnTo>
                    <a:pt x="44551" y="9613"/>
                  </a:lnTo>
                  <a:close/>
                </a:path>
                <a:path w="321310" h="111125">
                  <a:moveTo>
                    <a:pt x="321106" y="56896"/>
                  </a:moveTo>
                  <a:lnTo>
                    <a:pt x="314667" y="48755"/>
                  </a:lnTo>
                  <a:lnTo>
                    <a:pt x="305587" y="55295"/>
                  </a:lnTo>
                  <a:lnTo>
                    <a:pt x="281508" y="70192"/>
                  </a:lnTo>
                  <a:lnTo>
                    <a:pt x="245999" y="87261"/>
                  </a:lnTo>
                  <a:lnTo>
                    <a:pt x="202679" y="100317"/>
                  </a:lnTo>
                  <a:lnTo>
                    <a:pt x="204673" y="110502"/>
                  </a:lnTo>
                  <a:lnTo>
                    <a:pt x="249529" y="97104"/>
                  </a:lnTo>
                  <a:lnTo>
                    <a:pt x="286067" y="79654"/>
                  </a:lnTo>
                  <a:lnTo>
                    <a:pt x="311010" y="64223"/>
                  </a:lnTo>
                  <a:lnTo>
                    <a:pt x="321106" y="56896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681146" y="2871820"/>
              <a:ext cx="205020" cy="105839"/>
            </a:xfrm>
            <a:prstGeom prst="rect">
              <a:avLst/>
            </a:prstGeom>
          </p:spPr>
        </p:pic>
        <p:sp>
          <p:nvSpPr>
            <p:cNvPr id="203" name="object 203" descr=""/>
            <p:cNvSpPr/>
            <p:nvPr/>
          </p:nvSpPr>
          <p:spPr>
            <a:xfrm>
              <a:off x="2505383" y="2814667"/>
              <a:ext cx="133350" cy="53340"/>
            </a:xfrm>
            <a:custGeom>
              <a:avLst/>
              <a:gdLst/>
              <a:ahLst/>
              <a:cxnLst/>
              <a:rect l="l" t="t" r="r" b="b"/>
              <a:pathLst>
                <a:path w="133350" h="53339">
                  <a:moveTo>
                    <a:pt x="130331" y="0"/>
                  </a:moveTo>
                  <a:lnTo>
                    <a:pt x="78042" y="14427"/>
                  </a:lnTo>
                  <a:lnTo>
                    <a:pt x="36921" y="28465"/>
                  </a:lnTo>
                  <a:lnTo>
                    <a:pt x="9922" y="39141"/>
                  </a:lnTo>
                  <a:lnTo>
                    <a:pt x="0" y="43485"/>
                  </a:lnTo>
                  <a:lnTo>
                    <a:pt x="4397" y="52888"/>
                  </a:lnTo>
                  <a:lnTo>
                    <a:pt x="14149" y="48622"/>
                  </a:lnTo>
                  <a:lnTo>
                    <a:pt x="40706" y="38127"/>
                  </a:lnTo>
                  <a:lnTo>
                    <a:pt x="81197" y="24313"/>
                  </a:lnTo>
                  <a:lnTo>
                    <a:pt x="132749" y="10093"/>
                  </a:lnTo>
                  <a:lnTo>
                    <a:pt x="130331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4" name="object 204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414516" y="2893260"/>
              <a:ext cx="199596" cy="97504"/>
            </a:xfrm>
            <a:prstGeom prst="rect">
              <a:avLst/>
            </a:prstGeom>
          </p:spPr>
        </p:pic>
      </p:grpSp>
      <p:grpSp>
        <p:nvGrpSpPr>
          <p:cNvPr id="205" name="object 205" descr=""/>
          <p:cNvGrpSpPr/>
          <p:nvPr/>
        </p:nvGrpSpPr>
        <p:grpSpPr>
          <a:xfrm>
            <a:off x="4108397" y="1256751"/>
            <a:ext cx="2086610" cy="4312285"/>
            <a:chOff x="4108397" y="1256751"/>
            <a:chExt cx="2086610" cy="4312285"/>
          </a:xfrm>
        </p:grpSpPr>
        <p:sp>
          <p:nvSpPr>
            <p:cNvPr id="206" name="object 206" descr=""/>
            <p:cNvSpPr/>
            <p:nvPr/>
          </p:nvSpPr>
          <p:spPr>
            <a:xfrm>
              <a:off x="4349244" y="5338872"/>
              <a:ext cx="1635760" cy="230504"/>
            </a:xfrm>
            <a:custGeom>
              <a:avLst/>
              <a:gdLst/>
              <a:ahLst/>
              <a:cxnLst/>
              <a:rect l="l" t="t" r="r" b="b"/>
              <a:pathLst>
                <a:path w="1635760" h="230504">
                  <a:moveTo>
                    <a:pt x="817734" y="0"/>
                  </a:moveTo>
                  <a:lnTo>
                    <a:pt x="738981" y="526"/>
                  </a:lnTo>
                  <a:lnTo>
                    <a:pt x="662346" y="2074"/>
                  </a:lnTo>
                  <a:lnTo>
                    <a:pt x="588171" y="4595"/>
                  </a:lnTo>
                  <a:lnTo>
                    <a:pt x="516800" y="8042"/>
                  </a:lnTo>
                  <a:lnTo>
                    <a:pt x="448575" y="12364"/>
                  </a:lnTo>
                  <a:lnTo>
                    <a:pt x="383839" y="17515"/>
                  </a:lnTo>
                  <a:lnTo>
                    <a:pt x="322933" y="23447"/>
                  </a:lnTo>
                  <a:lnTo>
                    <a:pt x="266202" y="30110"/>
                  </a:lnTo>
                  <a:lnTo>
                    <a:pt x="213988" y="37457"/>
                  </a:lnTo>
                  <a:lnTo>
                    <a:pt x="166633" y="45440"/>
                  </a:lnTo>
                  <a:lnTo>
                    <a:pt x="124480" y="54010"/>
                  </a:lnTo>
                  <a:lnTo>
                    <a:pt x="57152" y="72719"/>
                  </a:lnTo>
                  <a:lnTo>
                    <a:pt x="14745" y="93199"/>
                  </a:lnTo>
                  <a:lnTo>
                    <a:pt x="0" y="115064"/>
                  </a:lnTo>
                  <a:lnTo>
                    <a:pt x="3743" y="126145"/>
                  </a:lnTo>
                  <a:lnTo>
                    <a:pt x="57152" y="157409"/>
                  </a:lnTo>
                  <a:lnTo>
                    <a:pt x="124480" y="176118"/>
                  </a:lnTo>
                  <a:lnTo>
                    <a:pt x="166633" y="184688"/>
                  </a:lnTo>
                  <a:lnTo>
                    <a:pt x="213988" y="192671"/>
                  </a:lnTo>
                  <a:lnTo>
                    <a:pt x="266202" y="200018"/>
                  </a:lnTo>
                  <a:lnTo>
                    <a:pt x="322933" y="206681"/>
                  </a:lnTo>
                  <a:lnTo>
                    <a:pt x="383839" y="212613"/>
                  </a:lnTo>
                  <a:lnTo>
                    <a:pt x="448575" y="217764"/>
                  </a:lnTo>
                  <a:lnTo>
                    <a:pt x="516800" y="222087"/>
                  </a:lnTo>
                  <a:lnTo>
                    <a:pt x="588171" y="225533"/>
                  </a:lnTo>
                  <a:lnTo>
                    <a:pt x="662346" y="228054"/>
                  </a:lnTo>
                  <a:lnTo>
                    <a:pt x="738981" y="229602"/>
                  </a:lnTo>
                  <a:lnTo>
                    <a:pt x="817734" y="230129"/>
                  </a:lnTo>
                  <a:lnTo>
                    <a:pt x="896488" y="229602"/>
                  </a:lnTo>
                  <a:lnTo>
                    <a:pt x="973125" y="228054"/>
                  </a:lnTo>
                  <a:lnTo>
                    <a:pt x="1047301" y="225533"/>
                  </a:lnTo>
                  <a:lnTo>
                    <a:pt x="1118673" y="222087"/>
                  </a:lnTo>
                  <a:lnTo>
                    <a:pt x="1186899" y="217764"/>
                  </a:lnTo>
                  <a:lnTo>
                    <a:pt x="1251637" y="212613"/>
                  </a:lnTo>
                  <a:lnTo>
                    <a:pt x="1312542" y="206681"/>
                  </a:lnTo>
                  <a:lnTo>
                    <a:pt x="1369274" y="200018"/>
                  </a:lnTo>
                  <a:lnTo>
                    <a:pt x="1421489" y="192671"/>
                  </a:lnTo>
                  <a:lnTo>
                    <a:pt x="1468844" y="184688"/>
                  </a:lnTo>
                  <a:lnTo>
                    <a:pt x="1510997" y="176118"/>
                  </a:lnTo>
                  <a:lnTo>
                    <a:pt x="1578326" y="157409"/>
                  </a:lnTo>
                  <a:lnTo>
                    <a:pt x="1620733" y="136929"/>
                  </a:lnTo>
                  <a:lnTo>
                    <a:pt x="1635478" y="115064"/>
                  </a:lnTo>
                  <a:lnTo>
                    <a:pt x="1631735" y="103983"/>
                  </a:lnTo>
                  <a:lnTo>
                    <a:pt x="1578326" y="72719"/>
                  </a:lnTo>
                  <a:lnTo>
                    <a:pt x="1510997" y="54010"/>
                  </a:lnTo>
                  <a:lnTo>
                    <a:pt x="1468844" y="45440"/>
                  </a:lnTo>
                  <a:lnTo>
                    <a:pt x="1421489" y="37457"/>
                  </a:lnTo>
                  <a:lnTo>
                    <a:pt x="1369274" y="30110"/>
                  </a:lnTo>
                  <a:lnTo>
                    <a:pt x="1312542" y="23447"/>
                  </a:lnTo>
                  <a:lnTo>
                    <a:pt x="1251637" y="17515"/>
                  </a:lnTo>
                  <a:lnTo>
                    <a:pt x="1186899" y="12364"/>
                  </a:lnTo>
                  <a:lnTo>
                    <a:pt x="1118673" y="8042"/>
                  </a:lnTo>
                  <a:lnTo>
                    <a:pt x="1047301" y="4595"/>
                  </a:lnTo>
                  <a:lnTo>
                    <a:pt x="973125" y="2074"/>
                  </a:lnTo>
                  <a:lnTo>
                    <a:pt x="896488" y="526"/>
                  </a:lnTo>
                  <a:lnTo>
                    <a:pt x="817734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4789063" y="3628294"/>
              <a:ext cx="744220" cy="54610"/>
            </a:xfrm>
            <a:custGeom>
              <a:avLst/>
              <a:gdLst/>
              <a:ahLst/>
              <a:cxnLst/>
              <a:rect l="l" t="t" r="r" b="b"/>
              <a:pathLst>
                <a:path w="744220" h="54610">
                  <a:moveTo>
                    <a:pt x="743705" y="27140"/>
                  </a:moveTo>
                  <a:lnTo>
                    <a:pt x="680197" y="42317"/>
                  </a:lnTo>
                  <a:lnTo>
                    <a:pt x="634790" y="46333"/>
                  </a:lnTo>
                  <a:lnTo>
                    <a:pt x="579757" y="49647"/>
                  </a:lnTo>
                  <a:lnTo>
                    <a:pt x="516593" y="52148"/>
                  </a:lnTo>
                  <a:lnTo>
                    <a:pt x="446792" y="53729"/>
                  </a:lnTo>
                  <a:lnTo>
                    <a:pt x="371852" y="54281"/>
                  </a:lnTo>
                  <a:lnTo>
                    <a:pt x="296912" y="53729"/>
                  </a:lnTo>
                  <a:lnTo>
                    <a:pt x="227112" y="52148"/>
                  </a:lnTo>
                  <a:lnTo>
                    <a:pt x="163947" y="49647"/>
                  </a:lnTo>
                  <a:lnTo>
                    <a:pt x="108914" y="46333"/>
                  </a:lnTo>
                  <a:lnTo>
                    <a:pt x="63507" y="42317"/>
                  </a:lnTo>
                  <a:lnTo>
                    <a:pt x="7554" y="32611"/>
                  </a:lnTo>
                  <a:lnTo>
                    <a:pt x="0" y="27140"/>
                  </a:lnTo>
                  <a:lnTo>
                    <a:pt x="7554" y="21669"/>
                  </a:lnTo>
                  <a:lnTo>
                    <a:pt x="63507" y="11963"/>
                  </a:lnTo>
                  <a:lnTo>
                    <a:pt x="108914" y="7947"/>
                  </a:lnTo>
                  <a:lnTo>
                    <a:pt x="163947" y="4633"/>
                  </a:lnTo>
                  <a:lnTo>
                    <a:pt x="227112" y="2132"/>
                  </a:lnTo>
                  <a:lnTo>
                    <a:pt x="296912" y="551"/>
                  </a:lnTo>
                  <a:lnTo>
                    <a:pt x="371852" y="0"/>
                  </a:lnTo>
                  <a:lnTo>
                    <a:pt x="446792" y="551"/>
                  </a:lnTo>
                  <a:lnTo>
                    <a:pt x="516593" y="2132"/>
                  </a:lnTo>
                  <a:lnTo>
                    <a:pt x="579757" y="4633"/>
                  </a:lnTo>
                  <a:lnTo>
                    <a:pt x="634790" y="7947"/>
                  </a:lnTo>
                  <a:lnTo>
                    <a:pt x="680197" y="11963"/>
                  </a:lnTo>
                  <a:lnTo>
                    <a:pt x="736150" y="21669"/>
                  </a:lnTo>
                  <a:lnTo>
                    <a:pt x="743705" y="27140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4759306" y="3989675"/>
              <a:ext cx="803275" cy="37465"/>
            </a:xfrm>
            <a:custGeom>
              <a:avLst/>
              <a:gdLst/>
              <a:ahLst/>
              <a:cxnLst/>
              <a:rect l="l" t="t" r="r" b="b"/>
              <a:pathLst>
                <a:path w="803275" h="37464">
                  <a:moveTo>
                    <a:pt x="775138" y="0"/>
                  </a:moveTo>
                  <a:lnTo>
                    <a:pt x="787168" y="2367"/>
                  </a:lnTo>
                  <a:lnTo>
                    <a:pt x="795973" y="4829"/>
                  </a:lnTo>
                  <a:lnTo>
                    <a:pt x="801381" y="7374"/>
                  </a:lnTo>
                  <a:lnTo>
                    <a:pt x="803221" y="9989"/>
                  </a:lnTo>
                  <a:lnTo>
                    <a:pt x="795062" y="15460"/>
                  </a:lnTo>
                  <a:lnTo>
                    <a:pt x="734633" y="25165"/>
                  </a:lnTo>
                  <a:lnTo>
                    <a:pt x="685592" y="29182"/>
                  </a:lnTo>
                  <a:lnTo>
                    <a:pt x="626155" y="32495"/>
                  </a:lnTo>
                  <a:lnTo>
                    <a:pt x="557936" y="34997"/>
                  </a:lnTo>
                  <a:lnTo>
                    <a:pt x="482549" y="36578"/>
                  </a:lnTo>
                  <a:lnTo>
                    <a:pt x="401610" y="37129"/>
                  </a:lnTo>
                  <a:lnTo>
                    <a:pt x="320671" y="36578"/>
                  </a:lnTo>
                  <a:lnTo>
                    <a:pt x="245285" y="34997"/>
                  </a:lnTo>
                  <a:lnTo>
                    <a:pt x="177065" y="32495"/>
                  </a:lnTo>
                  <a:lnTo>
                    <a:pt x="117628" y="29182"/>
                  </a:lnTo>
                  <a:lnTo>
                    <a:pt x="68588" y="25165"/>
                  </a:lnTo>
                  <a:lnTo>
                    <a:pt x="8159" y="15460"/>
                  </a:lnTo>
                  <a:lnTo>
                    <a:pt x="0" y="9989"/>
                  </a:lnTo>
                  <a:lnTo>
                    <a:pt x="1760" y="7428"/>
                  </a:lnTo>
                  <a:lnTo>
                    <a:pt x="6936" y="4937"/>
                  </a:lnTo>
                  <a:lnTo>
                    <a:pt x="15372" y="2523"/>
                  </a:lnTo>
                  <a:lnTo>
                    <a:pt x="26910" y="198"/>
                  </a:lnTo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4789063" y="3655435"/>
              <a:ext cx="744220" cy="708660"/>
            </a:xfrm>
            <a:custGeom>
              <a:avLst/>
              <a:gdLst/>
              <a:ahLst/>
              <a:cxnLst/>
              <a:rect l="l" t="t" r="r" b="b"/>
              <a:pathLst>
                <a:path w="744220" h="708660">
                  <a:moveTo>
                    <a:pt x="743705" y="0"/>
                  </a:moveTo>
                  <a:lnTo>
                    <a:pt x="743705" y="531994"/>
                  </a:lnTo>
                  <a:lnTo>
                    <a:pt x="741914" y="551626"/>
                  </a:lnTo>
                  <a:lnTo>
                    <a:pt x="722494" y="600653"/>
                  </a:lnTo>
                  <a:lnTo>
                    <a:pt x="670638" y="651825"/>
                  </a:lnTo>
                  <a:lnTo>
                    <a:pt x="628301" y="674138"/>
                  </a:lnTo>
                  <a:lnTo>
                    <a:pt x="572762" y="692095"/>
                  </a:lnTo>
                  <a:lnTo>
                    <a:pt x="502323" y="704065"/>
                  </a:lnTo>
                  <a:lnTo>
                    <a:pt x="415285" y="708418"/>
                  </a:lnTo>
                  <a:lnTo>
                    <a:pt x="328429" y="708418"/>
                  </a:lnTo>
                  <a:lnTo>
                    <a:pt x="241388" y="704065"/>
                  </a:lnTo>
                  <a:lnTo>
                    <a:pt x="170947" y="692095"/>
                  </a:lnTo>
                  <a:lnTo>
                    <a:pt x="115406" y="674138"/>
                  </a:lnTo>
                  <a:lnTo>
                    <a:pt x="73068" y="651825"/>
                  </a:lnTo>
                  <a:lnTo>
                    <a:pt x="42236" y="626786"/>
                  </a:lnTo>
                  <a:lnTo>
                    <a:pt x="8295" y="575056"/>
                  </a:lnTo>
                  <a:lnTo>
                    <a:pt x="0" y="531994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4533609" y="3999663"/>
              <a:ext cx="226060" cy="1468120"/>
            </a:xfrm>
            <a:custGeom>
              <a:avLst/>
              <a:gdLst/>
              <a:ahLst/>
              <a:cxnLst/>
              <a:rect l="l" t="t" r="r" b="b"/>
              <a:pathLst>
                <a:path w="226060" h="1468120">
                  <a:moveTo>
                    <a:pt x="225699" y="0"/>
                  </a:moveTo>
                  <a:lnTo>
                    <a:pt x="0" y="1467536"/>
                  </a:lnTo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5562671" y="3999663"/>
              <a:ext cx="226060" cy="1468120"/>
            </a:xfrm>
            <a:custGeom>
              <a:avLst/>
              <a:gdLst/>
              <a:ahLst/>
              <a:cxnLst/>
              <a:rect l="l" t="t" r="r" b="b"/>
              <a:pathLst>
                <a:path w="226060" h="1468120">
                  <a:moveTo>
                    <a:pt x="0" y="0"/>
                  </a:moveTo>
                  <a:lnTo>
                    <a:pt x="225699" y="1467536"/>
                  </a:lnTo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5160918" y="4026806"/>
              <a:ext cx="0" cy="1462405"/>
            </a:xfrm>
            <a:custGeom>
              <a:avLst/>
              <a:gdLst/>
              <a:ahLst/>
              <a:cxnLst/>
              <a:rect l="l" t="t" r="r" b="b"/>
              <a:pathLst>
                <a:path w="0" h="1462404">
                  <a:moveTo>
                    <a:pt x="0" y="0"/>
                  </a:moveTo>
                  <a:lnTo>
                    <a:pt x="0" y="1462133"/>
                  </a:lnTo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5247690" y="2284686"/>
              <a:ext cx="374015" cy="1400810"/>
            </a:xfrm>
            <a:custGeom>
              <a:avLst/>
              <a:gdLst/>
              <a:ahLst/>
              <a:cxnLst/>
              <a:rect l="l" t="t" r="r" b="b"/>
              <a:pathLst>
                <a:path w="374014" h="1400810">
                  <a:moveTo>
                    <a:pt x="897" y="1400418"/>
                  </a:moveTo>
                  <a:lnTo>
                    <a:pt x="897" y="774259"/>
                  </a:lnTo>
                  <a:lnTo>
                    <a:pt x="721" y="745266"/>
                  </a:lnTo>
                  <a:lnTo>
                    <a:pt x="352" y="712649"/>
                  </a:lnTo>
                  <a:lnTo>
                    <a:pt x="32" y="676865"/>
                  </a:lnTo>
                  <a:lnTo>
                    <a:pt x="0" y="638371"/>
                  </a:lnTo>
                  <a:lnTo>
                    <a:pt x="496" y="597624"/>
                  </a:lnTo>
                  <a:lnTo>
                    <a:pt x="1760" y="555081"/>
                  </a:lnTo>
                  <a:lnTo>
                    <a:pt x="4034" y="511200"/>
                  </a:lnTo>
                  <a:lnTo>
                    <a:pt x="7556" y="466437"/>
                  </a:lnTo>
                  <a:lnTo>
                    <a:pt x="12568" y="421249"/>
                  </a:lnTo>
                  <a:lnTo>
                    <a:pt x="19309" y="376094"/>
                  </a:lnTo>
                  <a:lnTo>
                    <a:pt x="28020" y="331428"/>
                  </a:lnTo>
                  <a:lnTo>
                    <a:pt x="38940" y="287709"/>
                  </a:lnTo>
                  <a:lnTo>
                    <a:pt x="52311" y="245394"/>
                  </a:lnTo>
                  <a:lnTo>
                    <a:pt x="68371" y="204940"/>
                  </a:lnTo>
                  <a:lnTo>
                    <a:pt x="87362" y="166803"/>
                  </a:lnTo>
                  <a:lnTo>
                    <a:pt x="109524" y="131441"/>
                  </a:lnTo>
                  <a:lnTo>
                    <a:pt x="135096" y="99311"/>
                  </a:lnTo>
                  <a:lnTo>
                    <a:pt x="164320" y="70870"/>
                  </a:lnTo>
                  <a:lnTo>
                    <a:pt x="197434" y="46576"/>
                  </a:lnTo>
                  <a:lnTo>
                    <a:pt x="234680" y="26884"/>
                  </a:lnTo>
                  <a:lnTo>
                    <a:pt x="276297" y="12253"/>
                  </a:lnTo>
                  <a:lnTo>
                    <a:pt x="322527" y="3139"/>
                  </a:lnTo>
                  <a:lnTo>
                    <a:pt x="373608" y="0"/>
                  </a:lnTo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5177047" y="1610251"/>
              <a:ext cx="0" cy="2067560"/>
            </a:xfrm>
            <a:custGeom>
              <a:avLst/>
              <a:gdLst/>
              <a:ahLst/>
              <a:cxnLst/>
              <a:rect l="l" t="t" r="r" b="b"/>
              <a:pathLst>
                <a:path w="0" h="2067560">
                  <a:moveTo>
                    <a:pt x="0" y="2067444"/>
                  </a:moveTo>
                  <a:lnTo>
                    <a:pt x="0" y="948505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4933761" y="2108592"/>
              <a:ext cx="154940" cy="1569720"/>
            </a:xfrm>
            <a:custGeom>
              <a:avLst/>
              <a:gdLst/>
              <a:ahLst/>
              <a:cxnLst/>
              <a:rect l="l" t="t" r="r" b="b"/>
              <a:pathLst>
                <a:path w="154939" h="1569720">
                  <a:moveTo>
                    <a:pt x="154361" y="1569104"/>
                  </a:moveTo>
                  <a:lnTo>
                    <a:pt x="154361" y="376061"/>
                  </a:lnTo>
                  <a:lnTo>
                    <a:pt x="151717" y="315561"/>
                  </a:lnTo>
                  <a:lnTo>
                    <a:pt x="144153" y="260574"/>
                  </a:lnTo>
                  <a:lnTo>
                    <a:pt x="132224" y="210743"/>
                  </a:lnTo>
                  <a:lnTo>
                    <a:pt x="116483" y="165710"/>
                  </a:lnTo>
                  <a:lnTo>
                    <a:pt x="97485" y="125118"/>
                  </a:lnTo>
                  <a:lnTo>
                    <a:pt x="75783" y="88608"/>
                  </a:lnTo>
                  <a:lnTo>
                    <a:pt x="51932" y="55824"/>
                  </a:lnTo>
                  <a:lnTo>
                    <a:pt x="26487" y="26407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4113632" y="1813636"/>
              <a:ext cx="836294" cy="1081405"/>
            </a:xfrm>
            <a:custGeom>
              <a:avLst/>
              <a:gdLst/>
              <a:ahLst/>
              <a:cxnLst/>
              <a:rect l="l" t="t" r="r" b="b"/>
              <a:pathLst>
                <a:path w="836295" h="1081405">
                  <a:moveTo>
                    <a:pt x="556239" y="108996"/>
                  </a:moveTo>
                  <a:lnTo>
                    <a:pt x="434190" y="22003"/>
                  </a:lnTo>
                  <a:lnTo>
                    <a:pt x="352045" y="0"/>
                  </a:lnTo>
                  <a:lnTo>
                    <a:pt x="272490" y="49279"/>
                  </a:lnTo>
                  <a:lnTo>
                    <a:pt x="158210" y="176135"/>
                  </a:lnTo>
                  <a:lnTo>
                    <a:pt x="203072" y="154526"/>
                  </a:lnTo>
                  <a:lnTo>
                    <a:pt x="255156" y="144194"/>
                  </a:lnTo>
                  <a:lnTo>
                    <a:pt x="305975" y="142727"/>
                  </a:lnTo>
                  <a:lnTo>
                    <a:pt x="347045" y="147714"/>
                  </a:lnTo>
                  <a:lnTo>
                    <a:pt x="369878" y="156743"/>
                  </a:lnTo>
                  <a:lnTo>
                    <a:pt x="373990" y="169897"/>
                  </a:lnTo>
                  <a:lnTo>
                    <a:pt x="361451" y="181811"/>
                  </a:lnTo>
                  <a:lnTo>
                    <a:pt x="335798" y="189609"/>
                  </a:lnTo>
                  <a:lnTo>
                    <a:pt x="300572" y="190418"/>
                  </a:lnTo>
                  <a:lnTo>
                    <a:pt x="251461" y="190658"/>
                  </a:lnTo>
                  <a:lnTo>
                    <a:pt x="192452" y="198671"/>
                  </a:lnTo>
                  <a:lnTo>
                    <a:pt x="139525" y="214463"/>
                  </a:lnTo>
                  <a:lnTo>
                    <a:pt x="108661" y="238039"/>
                  </a:lnTo>
                  <a:lnTo>
                    <a:pt x="95688" y="274526"/>
                  </a:lnTo>
                  <a:lnTo>
                    <a:pt x="86013" y="319075"/>
                  </a:lnTo>
                  <a:lnTo>
                    <a:pt x="79966" y="356754"/>
                  </a:lnTo>
                  <a:lnTo>
                    <a:pt x="77877" y="372632"/>
                  </a:lnTo>
                  <a:lnTo>
                    <a:pt x="100696" y="342415"/>
                  </a:lnTo>
                  <a:lnTo>
                    <a:pt x="134695" y="314043"/>
                  </a:lnTo>
                  <a:lnTo>
                    <a:pt x="177446" y="290293"/>
                  </a:lnTo>
                  <a:lnTo>
                    <a:pt x="226518" y="273941"/>
                  </a:lnTo>
                  <a:lnTo>
                    <a:pt x="279483" y="267765"/>
                  </a:lnTo>
                  <a:lnTo>
                    <a:pt x="333911" y="274541"/>
                  </a:lnTo>
                  <a:lnTo>
                    <a:pt x="350853" y="286123"/>
                  </a:lnTo>
                  <a:lnTo>
                    <a:pt x="347233" y="300549"/>
                  </a:lnTo>
                  <a:lnTo>
                    <a:pt x="324172" y="314196"/>
                  </a:lnTo>
                  <a:lnTo>
                    <a:pt x="282792" y="323440"/>
                  </a:lnTo>
                  <a:lnTo>
                    <a:pt x="248420" y="329921"/>
                  </a:lnTo>
                  <a:lnTo>
                    <a:pt x="205481" y="342696"/>
                  </a:lnTo>
                  <a:lnTo>
                    <a:pt x="158254" y="361761"/>
                  </a:lnTo>
                  <a:lnTo>
                    <a:pt x="111016" y="387114"/>
                  </a:lnTo>
                  <a:lnTo>
                    <a:pt x="68046" y="418753"/>
                  </a:lnTo>
                  <a:lnTo>
                    <a:pt x="33623" y="456676"/>
                  </a:lnTo>
                  <a:lnTo>
                    <a:pt x="12025" y="500880"/>
                  </a:lnTo>
                  <a:lnTo>
                    <a:pt x="0" y="570679"/>
                  </a:lnTo>
                  <a:lnTo>
                    <a:pt x="4833" y="616533"/>
                  </a:lnTo>
                  <a:lnTo>
                    <a:pt x="15685" y="641674"/>
                  </a:lnTo>
                  <a:lnTo>
                    <a:pt x="21711" y="649336"/>
                  </a:lnTo>
                  <a:lnTo>
                    <a:pt x="42466" y="613765"/>
                  </a:lnTo>
                  <a:lnTo>
                    <a:pt x="68072" y="575806"/>
                  </a:lnTo>
                  <a:lnTo>
                    <a:pt x="97896" y="537637"/>
                  </a:lnTo>
                  <a:lnTo>
                    <a:pt x="131303" y="501438"/>
                  </a:lnTo>
                  <a:lnTo>
                    <a:pt x="167659" y="469387"/>
                  </a:lnTo>
                  <a:lnTo>
                    <a:pt x="206328" y="443663"/>
                  </a:lnTo>
                  <a:lnTo>
                    <a:pt x="246676" y="426444"/>
                  </a:lnTo>
                  <a:lnTo>
                    <a:pt x="288069" y="419908"/>
                  </a:lnTo>
                  <a:lnTo>
                    <a:pt x="336137" y="426283"/>
                  </a:lnTo>
                  <a:lnTo>
                    <a:pt x="352125" y="443331"/>
                  </a:lnTo>
                  <a:lnTo>
                    <a:pt x="343889" y="465712"/>
                  </a:lnTo>
                  <a:lnTo>
                    <a:pt x="319287" y="488085"/>
                  </a:lnTo>
                  <a:lnTo>
                    <a:pt x="286174" y="505110"/>
                  </a:lnTo>
                  <a:lnTo>
                    <a:pt x="260009" y="515568"/>
                  </a:lnTo>
                  <a:lnTo>
                    <a:pt x="227168" y="531306"/>
                  </a:lnTo>
                  <a:lnTo>
                    <a:pt x="190994" y="552442"/>
                  </a:lnTo>
                  <a:lnTo>
                    <a:pt x="154827" y="579093"/>
                  </a:lnTo>
                  <a:lnTo>
                    <a:pt x="122010" y="611378"/>
                  </a:lnTo>
                  <a:lnTo>
                    <a:pt x="95884" y="649413"/>
                  </a:lnTo>
                  <a:lnTo>
                    <a:pt x="79790" y="693317"/>
                  </a:lnTo>
                  <a:lnTo>
                    <a:pt x="77071" y="743207"/>
                  </a:lnTo>
                  <a:lnTo>
                    <a:pt x="84596" y="767959"/>
                  </a:lnTo>
                  <a:lnTo>
                    <a:pt x="89230" y="790037"/>
                  </a:lnTo>
                  <a:lnTo>
                    <a:pt x="91551" y="806852"/>
                  </a:lnTo>
                  <a:lnTo>
                    <a:pt x="92138" y="815812"/>
                  </a:lnTo>
                  <a:lnTo>
                    <a:pt x="101647" y="800741"/>
                  </a:lnTo>
                  <a:lnTo>
                    <a:pt x="126744" y="760575"/>
                  </a:lnTo>
                  <a:lnTo>
                    <a:pt x="162059" y="712898"/>
                  </a:lnTo>
                  <a:lnTo>
                    <a:pt x="202222" y="675290"/>
                  </a:lnTo>
                  <a:lnTo>
                    <a:pt x="241861" y="665335"/>
                  </a:lnTo>
                  <a:lnTo>
                    <a:pt x="252505" y="681525"/>
                  </a:lnTo>
                  <a:lnTo>
                    <a:pt x="237115" y="712250"/>
                  </a:lnTo>
                  <a:lnTo>
                    <a:pt x="207688" y="749266"/>
                  </a:lnTo>
                  <a:lnTo>
                    <a:pt x="176219" y="784326"/>
                  </a:lnTo>
                  <a:lnTo>
                    <a:pt x="155110" y="813029"/>
                  </a:lnTo>
                  <a:lnTo>
                    <a:pt x="139083" y="849228"/>
                  </a:lnTo>
                  <a:lnTo>
                    <a:pt x="130709" y="893247"/>
                  </a:lnTo>
                  <a:lnTo>
                    <a:pt x="132559" y="945409"/>
                  </a:lnTo>
                  <a:lnTo>
                    <a:pt x="147205" y="1006037"/>
                  </a:lnTo>
                  <a:lnTo>
                    <a:pt x="160983" y="1049399"/>
                  </a:lnTo>
                  <a:lnTo>
                    <a:pt x="170508" y="1073035"/>
                  </a:lnTo>
                  <a:lnTo>
                    <a:pt x="178642" y="1081003"/>
                  </a:lnTo>
                  <a:lnTo>
                    <a:pt x="188250" y="1077365"/>
                  </a:lnTo>
                  <a:lnTo>
                    <a:pt x="197217" y="1059322"/>
                  </a:lnTo>
                  <a:lnTo>
                    <a:pt x="203617" y="1031842"/>
                  </a:lnTo>
                  <a:lnTo>
                    <a:pt x="210573" y="1010629"/>
                  </a:lnTo>
                  <a:lnTo>
                    <a:pt x="221213" y="1011388"/>
                  </a:lnTo>
                  <a:lnTo>
                    <a:pt x="229151" y="1028010"/>
                  </a:lnTo>
                  <a:lnTo>
                    <a:pt x="230004" y="1043084"/>
                  </a:lnTo>
                  <a:lnTo>
                    <a:pt x="229878" y="1055357"/>
                  </a:lnTo>
                  <a:lnTo>
                    <a:pt x="234877" y="1063574"/>
                  </a:lnTo>
                  <a:lnTo>
                    <a:pt x="254363" y="1068697"/>
                  </a:lnTo>
                  <a:lnTo>
                    <a:pt x="284589" y="1067457"/>
                  </a:lnTo>
                  <a:lnTo>
                    <a:pt x="311998" y="1052257"/>
                  </a:lnTo>
                  <a:lnTo>
                    <a:pt x="323032" y="1015503"/>
                  </a:lnTo>
                  <a:lnTo>
                    <a:pt x="320915" y="966000"/>
                  </a:lnTo>
                  <a:lnTo>
                    <a:pt x="318423" y="905284"/>
                  </a:lnTo>
                  <a:lnTo>
                    <a:pt x="317347" y="844867"/>
                  </a:lnTo>
                  <a:lnTo>
                    <a:pt x="319476" y="796263"/>
                  </a:lnTo>
                  <a:lnTo>
                    <a:pt x="326602" y="770986"/>
                  </a:lnTo>
                  <a:lnTo>
                    <a:pt x="341030" y="764210"/>
                  </a:lnTo>
                  <a:lnTo>
                    <a:pt x="356035" y="770477"/>
                  </a:lnTo>
                  <a:lnTo>
                    <a:pt x="367550" y="792998"/>
                  </a:lnTo>
                  <a:lnTo>
                    <a:pt x="371512" y="834985"/>
                  </a:lnTo>
                  <a:lnTo>
                    <a:pt x="371139" y="890999"/>
                  </a:lnTo>
                  <a:lnTo>
                    <a:pt x="371812" y="946863"/>
                  </a:lnTo>
                  <a:lnTo>
                    <a:pt x="372706" y="992656"/>
                  </a:lnTo>
                  <a:lnTo>
                    <a:pt x="372999" y="1018455"/>
                  </a:lnTo>
                  <a:lnTo>
                    <a:pt x="390412" y="1016700"/>
                  </a:lnTo>
                  <a:lnTo>
                    <a:pt x="427802" y="991414"/>
                  </a:lnTo>
                  <a:lnTo>
                    <a:pt x="462073" y="950077"/>
                  </a:lnTo>
                  <a:lnTo>
                    <a:pt x="470127" y="900166"/>
                  </a:lnTo>
                  <a:lnTo>
                    <a:pt x="457248" y="856553"/>
                  </a:lnTo>
                  <a:lnTo>
                    <a:pt x="440533" y="809473"/>
                  </a:lnTo>
                  <a:lnTo>
                    <a:pt x="422261" y="760489"/>
                  </a:lnTo>
                  <a:lnTo>
                    <a:pt x="404708" y="711164"/>
                  </a:lnTo>
                  <a:lnTo>
                    <a:pt x="390150" y="663063"/>
                  </a:lnTo>
                  <a:lnTo>
                    <a:pt x="382751" y="604994"/>
                  </a:lnTo>
                  <a:lnTo>
                    <a:pt x="388363" y="555552"/>
                  </a:lnTo>
                  <a:lnTo>
                    <a:pt x="402573" y="525757"/>
                  </a:lnTo>
                  <a:lnTo>
                    <a:pt x="420966" y="526627"/>
                  </a:lnTo>
                  <a:lnTo>
                    <a:pt x="432000" y="559298"/>
                  </a:lnTo>
                  <a:lnTo>
                    <a:pt x="433920" y="611223"/>
                  </a:lnTo>
                  <a:lnTo>
                    <a:pt x="437011" y="672904"/>
                  </a:lnTo>
                  <a:lnTo>
                    <a:pt x="451562" y="734841"/>
                  </a:lnTo>
                  <a:lnTo>
                    <a:pt x="476245" y="796795"/>
                  </a:lnTo>
                  <a:lnTo>
                    <a:pt x="501681" y="856163"/>
                  </a:lnTo>
                  <a:lnTo>
                    <a:pt x="526072" y="899874"/>
                  </a:lnTo>
                  <a:lnTo>
                    <a:pt x="547622" y="914856"/>
                  </a:lnTo>
                  <a:lnTo>
                    <a:pt x="572258" y="900872"/>
                  </a:lnTo>
                  <a:lnTo>
                    <a:pt x="600061" y="869235"/>
                  </a:lnTo>
                  <a:lnTo>
                    <a:pt x="620516" y="824232"/>
                  </a:lnTo>
                  <a:lnTo>
                    <a:pt x="623106" y="770149"/>
                  </a:lnTo>
                  <a:lnTo>
                    <a:pt x="612412" y="729787"/>
                  </a:lnTo>
                  <a:lnTo>
                    <a:pt x="595263" y="685731"/>
                  </a:lnTo>
                  <a:lnTo>
                    <a:pt x="574360" y="639123"/>
                  </a:lnTo>
                  <a:lnTo>
                    <a:pt x="552408" y="591101"/>
                  </a:lnTo>
                  <a:lnTo>
                    <a:pt x="532110" y="542808"/>
                  </a:lnTo>
                  <a:lnTo>
                    <a:pt x="516167" y="495382"/>
                  </a:lnTo>
                  <a:lnTo>
                    <a:pt x="500456" y="437475"/>
                  </a:lnTo>
                  <a:lnTo>
                    <a:pt x="493438" y="402694"/>
                  </a:lnTo>
                  <a:lnTo>
                    <a:pt x="497402" y="389697"/>
                  </a:lnTo>
                  <a:lnTo>
                    <a:pt x="533557" y="419135"/>
                  </a:lnTo>
                  <a:lnTo>
                    <a:pt x="560020" y="460449"/>
                  </a:lnTo>
                  <a:lnTo>
                    <a:pt x="590823" y="513626"/>
                  </a:lnTo>
                  <a:lnTo>
                    <a:pt x="622760" y="571204"/>
                  </a:lnTo>
                  <a:lnTo>
                    <a:pt x="652624" y="625722"/>
                  </a:lnTo>
                  <a:lnTo>
                    <a:pt x="677211" y="669719"/>
                  </a:lnTo>
                  <a:lnTo>
                    <a:pt x="693314" y="695732"/>
                  </a:lnTo>
                  <a:lnTo>
                    <a:pt x="709520" y="699627"/>
                  </a:lnTo>
                  <a:lnTo>
                    <a:pt x="730073" y="681588"/>
                  </a:lnTo>
                  <a:lnTo>
                    <a:pt x="750664" y="647903"/>
                  </a:lnTo>
                  <a:lnTo>
                    <a:pt x="766984" y="604857"/>
                  </a:lnTo>
                  <a:lnTo>
                    <a:pt x="774723" y="558737"/>
                  </a:lnTo>
                  <a:lnTo>
                    <a:pt x="769573" y="515832"/>
                  </a:lnTo>
                  <a:lnTo>
                    <a:pt x="747037" y="475303"/>
                  </a:lnTo>
                  <a:lnTo>
                    <a:pt x="710517" y="433950"/>
                  </a:lnTo>
                  <a:lnTo>
                    <a:pt x="667572" y="394514"/>
                  </a:lnTo>
                  <a:lnTo>
                    <a:pt x="625759" y="359735"/>
                  </a:lnTo>
                  <a:lnTo>
                    <a:pt x="592635" y="332355"/>
                  </a:lnTo>
                  <a:lnTo>
                    <a:pt x="575757" y="315116"/>
                  </a:lnTo>
                  <a:lnTo>
                    <a:pt x="571214" y="300683"/>
                  </a:lnTo>
                  <a:lnTo>
                    <a:pt x="576267" y="292195"/>
                  </a:lnTo>
                  <a:lnTo>
                    <a:pt x="590882" y="291214"/>
                  </a:lnTo>
                  <a:lnTo>
                    <a:pt x="615023" y="299305"/>
                  </a:lnTo>
                  <a:lnTo>
                    <a:pt x="686942" y="351567"/>
                  </a:lnTo>
                  <a:lnTo>
                    <a:pt x="731072" y="390334"/>
                  </a:lnTo>
                  <a:lnTo>
                    <a:pt x="770782" y="427937"/>
                  </a:lnTo>
                  <a:lnTo>
                    <a:pt x="798672" y="457185"/>
                  </a:lnTo>
                  <a:lnTo>
                    <a:pt x="813872" y="459528"/>
                  </a:lnTo>
                  <a:lnTo>
                    <a:pt x="826053" y="435554"/>
                  </a:lnTo>
                  <a:lnTo>
                    <a:pt x="833859" y="395423"/>
                  </a:lnTo>
                  <a:lnTo>
                    <a:pt x="835930" y="349297"/>
                  </a:lnTo>
                  <a:lnTo>
                    <a:pt x="830908" y="307337"/>
                  </a:lnTo>
                  <a:lnTo>
                    <a:pt x="817436" y="279703"/>
                  </a:lnTo>
                  <a:lnTo>
                    <a:pt x="780117" y="256034"/>
                  </a:lnTo>
                  <a:lnTo>
                    <a:pt x="732480" y="235436"/>
                  </a:lnTo>
                  <a:lnTo>
                    <a:pt x="689319" y="216674"/>
                  </a:lnTo>
                  <a:lnTo>
                    <a:pt x="665430" y="198512"/>
                  </a:lnTo>
                  <a:lnTo>
                    <a:pt x="661111" y="183099"/>
                  </a:lnTo>
                  <a:lnTo>
                    <a:pt x="668970" y="174731"/>
                  </a:lnTo>
                  <a:lnTo>
                    <a:pt x="692262" y="175393"/>
                  </a:lnTo>
                  <a:lnTo>
                    <a:pt x="734244" y="187067"/>
                  </a:lnTo>
                  <a:lnTo>
                    <a:pt x="777911" y="209197"/>
                  </a:lnTo>
                  <a:lnTo>
                    <a:pt x="805763" y="231502"/>
                  </a:lnTo>
                  <a:lnTo>
                    <a:pt x="820340" y="241353"/>
                  </a:lnTo>
                  <a:lnTo>
                    <a:pt x="824179" y="226124"/>
                  </a:lnTo>
                  <a:lnTo>
                    <a:pt x="822373" y="208359"/>
                  </a:lnTo>
                  <a:lnTo>
                    <a:pt x="816673" y="185340"/>
                  </a:lnTo>
                  <a:lnTo>
                    <a:pt x="788279" y="134579"/>
                  </a:lnTo>
                  <a:lnTo>
                    <a:pt x="728380" y="95932"/>
                  </a:lnTo>
                  <a:lnTo>
                    <a:pt x="683299" y="88054"/>
                  </a:lnTo>
                  <a:lnTo>
                    <a:pt x="626361" y="91488"/>
                  </a:lnTo>
                  <a:lnTo>
                    <a:pt x="556239" y="108996"/>
                  </a:lnTo>
                  <a:close/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5436312" y="2146930"/>
              <a:ext cx="753745" cy="644525"/>
            </a:xfrm>
            <a:custGeom>
              <a:avLst/>
              <a:gdLst/>
              <a:ahLst/>
              <a:cxnLst/>
              <a:rect l="l" t="t" r="r" b="b"/>
              <a:pathLst>
                <a:path w="753745" h="644525">
                  <a:moveTo>
                    <a:pt x="184985" y="137753"/>
                  </a:moveTo>
                  <a:lnTo>
                    <a:pt x="258532" y="41855"/>
                  </a:lnTo>
                  <a:lnTo>
                    <a:pt x="317604" y="0"/>
                  </a:lnTo>
                  <a:lnTo>
                    <a:pt x="393301" y="3286"/>
                  </a:lnTo>
                  <a:lnTo>
                    <a:pt x="516724" y="42814"/>
                  </a:lnTo>
                  <a:lnTo>
                    <a:pt x="464725" y="46946"/>
                  </a:lnTo>
                  <a:lnTo>
                    <a:pt x="410804" y="64169"/>
                  </a:lnTo>
                  <a:lnTo>
                    <a:pt x="366807" y="85869"/>
                  </a:lnTo>
                  <a:lnTo>
                    <a:pt x="344582" y="103430"/>
                  </a:lnTo>
                  <a:lnTo>
                    <a:pt x="344783" y="113006"/>
                  </a:lnTo>
                  <a:lnTo>
                    <a:pt x="357799" y="116098"/>
                  </a:lnTo>
                  <a:lnTo>
                    <a:pt x="380086" y="112136"/>
                  </a:lnTo>
                  <a:lnTo>
                    <a:pt x="408099" y="100550"/>
                  </a:lnTo>
                  <a:lnTo>
                    <a:pt x="446926" y="83839"/>
                  </a:lnTo>
                  <a:lnTo>
                    <a:pt x="495600" y="68556"/>
                  </a:lnTo>
                  <a:lnTo>
                    <a:pt x="541512" y="60193"/>
                  </a:lnTo>
                  <a:lnTo>
                    <a:pt x="572052" y="64237"/>
                  </a:lnTo>
                  <a:lnTo>
                    <a:pt x="591843" y="82436"/>
                  </a:lnTo>
                  <a:lnTo>
                    <a:pt x="611148" y="106772"/>
                  </a:lnTo>
                  <a:lnTo>
                    <a:pt x="625791" y="128089"/>
                  </a:lnTo>
                  <a:lnTo>
                    <a:pt x="631600" y="137230"/>
                  </a:lnTo>
                  <a:lnTo>
                    <a:pt x="599403" y="124688"/>
                  </a:lnTo>
                  <a:lnTo>
                    <a:pt x="555957" y="119578"/>
                  </a:lnTo>
                  <a:lnTo>
                    <a:pt x="505831" y="123437"/>
                  </a:lnTo>
                  <a:lnTo>
                    <a:pt x="453594" y="137803"/>
                  </a:lnTo>
                  <a:lnTo>
                    <a:pt x="403816" y="164213"/>
                  </a:lnTo>
                  <a:lnTo>
                    <a:pt x="393480" y="177219"/>
                  </a:lnTo>
                  <a:lnTo>
                    <a:pt x="400119" y="184934"/>
                  </a:lnTo>
                  <a:lnTo>
                    <a:pt x="421897" y="185492"/>
                  </a:lnTo>
                  <a:lnTo>
                    <a:pt x="456977" y="177029"/>
                  </a:lnTo>
                  <a:lnTo>
                    <a:pt x="491517" y="168014"/>
                  </a:lnTo>
                  <a:lnTo>
                    <a:pt x="536738" y="160646"/>
                  </a:lnTo>
                  <a:lnTo>
                    <a:pt x="587275" y="157256"/>
                  </a:lnTo>
                  <a:lnTo>
                    <a:pt x="637766" y="160174"/>
                  </a:lnTo>
                  <a:lnTo>
                    <a:pt x="682848" y="171730"/>
                  </a:lnTo>
                  <a:lnTo>
                    <a:pt x="717157" y="194254"/>
                  </a:lnTo>
                  <a:lnTo>
                    <a:pt x="744935" y="233456"/>
                  </a:lnTo>
                  <a:lnTo>
                    <a:pt x="753131" y="263580"/>
                  </a:lnTo>
                  <a:lnTo>
                    <a:pt x="751152" y="282913"/>
                  </a:lnTo>
                  <a:lnTo>
                    <a:pt x="748402" y="289738"/>
                  </a:lnTo>
                  <a:lnTo>
                    <a:pt x="713093" y="269780"/>
                  </a:lnTo>
                  <a:lnTo>
                    <a:pt x="670499" y="250817"/>
                  </a:lnTo>
                  <a:lnTo>
                    <a:pt x="623162" y="235541"/>
                  </a:lnTo>
                  <a:lnTo>
                    <a:pt x="573619" y="226641"/>
                  </a:lnTo>
                  <a:lnTo>
                    <a:pt x="524410" y="226809"/>
                  </a:lnTo>
                  <a:lnTo>
                    <a:pt x="478076" y="238734"/>
                  </a:lnTo>
                  <a:lnTo>
                    <a:pt x="437434" y="263642"/>
                  </a:lnTo>
                  <a:lnTo>
                    <a:pt x="437750" y="281456"/>
                  </a:lnTo>
                  <a:lnTo>
                    <a:pt x="464181" y="290969"/>
                  </a:lnTo>
                  <a:lnTo>
                    <a:pt x="501886" y="290974"/>
                  </a:lnTo>
                  <a:lnTo>
                    <a:pt x="534682" y="287814"/>
                  </a:lnTo>
                  <a:lnTo>
                    <a:pt x="577758" y="287133"/>
                  </a:lnTo>
                  <a:lnTo>
                    <a:pt x="624935" y="291822"/>
                  </a:lnTo>
                  <a:lnTo>
                    <a:pt x="670036" y="304772"/>
                  </a:lnTo>
                  <a:lnTo>
                    <a:pt x="706881" y="328875"/>
                  </a:lnTo>
                  <a:lnTo>
                    <a:pt x="729293" y="367024"/>
                  </a:lnTo>
                  <a:lnTo>
                    <a:pt x="729835" y="384969"/>
                  </a:lnTo>
                  <a:lnTo>
                    <a:pt x="731959" y="400263"/>
                  </a:lnTo>
                  <a:lnTo>
                    <a:pt x="734534" y="411498"/>
                  </a:lnTo>
                  <a:lnTo>
                    <a:pt x="736424" y="417263"/>
                  </a:lnTo>
                  <a:lnTo>
                    <a:pt x="718810" y="407692"/>
                  </a:lnTo>
                  <a:lnTo>
                    <a:pt x="675159" y="385685"/>
                  </a:lnTo>
                  <a:lnTo>
                    <a:pt x="622743" y="368960"/>
                  </a:lnTo>
                  <a:lnTo>
                    <a:pt x="578837" y="375233"/>
                  </a:lnTo>
                  <a:lnTo>
                    <a:pt x="574676" y="388937"/>
                  </a:lnTo>
                  <a:lnTo>
                    <a:pt x="594871" y="402728"/>
                  </a:lnTo>
                  <a:lnTo>
                    <a:pt x="627791" y="415606"/>
                  </a:lnTo>
                  <a:lnTo>
                    <a:pt x="661808" y="426572"/>
                  </a:lnTo>
                  <a:lnTo>
                    <a:pt x="691787" y="440750"/>
                  </a:lnTo>
                  <a:lnTo>
                    <a:pt x="717808" y="465347"/>
                  </a:lnTo>
                  <a:lnTo>
                    <a:pt x="736072" y="502479"/>
                  </a:lnTo>
                  <a:lnTo>
                    <a:pt x="742780" y="554264"/>
                  </a:lnTo>
                  <a:lnTo>
                    <a:pt x="743263" y="585911"/>
                  </a:lnTo>
                  <a:lnTo>
                    <a:pt x="741938" y="603853"/>
                  </a:lnTo>
                  <a:lnTo>
                    <a:pt x="737607" y="611592"/>
                  </a:lnTo>
                  <a:lnTo>
                    <a:pt x="729073" y="612629"/>
                  </a:lnTo>
                  <a:lnTo>
                    <a:pt x="717263" y="604506"/>
                  </a:lnTo>
                  <a:lnTo>
                    <a:pt x="705012" y="589644"/>
                  </a:lnTo>
                  <a:lnTo>
                    <a:pt x="693965" y="578864"/>
                  </a:lnTo>
                  <a:lnTo>
                    <a:pt x="685766" y="582986"/>
                  </a:lnTo>
                  <a:lnTo>
                    <a:pt x="683855" y="596030"/>
                  </a:lnTo>
                  <a:lnTo>
                    <a:pt x="687131" y="605680"/>
                  </a:lnTo>
                  <a:lnTo>
                    <a:pt x="690444" y="613255"/>
                  </a:lnTo>
                  <a:lnTo>
                    <a:pt x="688645" y="620074"/>
                  </a:lnTo>
                  <a:lnTo>
                    <a:pt x="674608" y="629943"/>
                  </a:lnTo>
                  <a:lnTo>
                    <a:pt x="650429" y="639547"/>
                  </a:lnTo>
                  <a:lnTo>
                    <a:pt x="624817" y="639519"/>
                  </a:lnTo>
                  <a:lnTo>
                    <a:pt x="606480" y="620492"/>
                  </a:lnTo>
                  <a:lnTo>
                    <a:pt x="591889" y="579754"/>
                  </a:lnTo>
                  <a:lnTo>
                    <a:pt x="573793" y="530972"/>
                  </a:lnTo>
                  <a:lnTo>
                    <a:pt x="555324" y="489304"/>
                  </a:lnTo>
                  <a:lnTo>
                    <a:pt x="539613" y="469911"/>
                  </a:lnTo>
                  <a:lnTo>
                    <a:pt x="526455" y="470656"/>
                  </a:lnTo>
                  <a:lnTo>
                    <a:pt x="516255" y="479698"/>
                  </a:lnTo>
                  <a:lnTo>
                    <a:pt x="513064" y="497634"/>
                  </a:lnTo>
                  <a:lnTo>
                    <a:pt x="520933" y="525061"/>
                  </a:lnTo>
                  <a:lnTo>
                    <a:pt x="535900" y="559705"/>
                  </a:lnTo>
                  <a:lnTo>
                    <a:pt x="550004" y="594618"/>
                  </a:lnTo>
                  <a:lnTo>
                    <a:pt x="561295" y="623355"/>
                  </a:lnTo>
                  <a:lnTo>
                    <a:pt x="567822" y="639476"/>
                  </a:lnTo>
                  <a:lnTo>
                    <a:pt x="553619" y="644361"/>
                  </a:lnTo>
                  <a:lnTo>
                    <a:pt x="517483" y="641496"/>
                  </a:lnTo>
                  <a:lnTo>
                    <a:pt x="479603" y="627595"/>
                  </a:lnTo>
                  <a:lnTo>
                    <a:pt x="460170" y="599373"/>
                  </a:lnTo>
                  <a:lnTo>
                    <a:pt x="458982" y="559389"/>
                  </a:lnTo>
                  <a:lnTo>
                    <a:pt x="460566" y="514674"/>
                  </a:lnTo>
                  <a:lnTo>
                    <a:pt x="462208" y="468647"/>
                  </a:lnTo>
                  <a:lnTo>
                    <a:pt x="461197" y="424729"/>
                  </a:lnTo>
                  <a:lnTo>
                    <a:pt x="451825" y="386134"/>
                  </a:lnTo>
                  <a:lnTo>
                    <a:pt x="434445" y="357364"/>
                  </a:lnTo>
                  <a:lnTo>
                    <a:pt x="415425" y="343743"/>
                  </a:lnTo>
                  <a:lnTo>
                    <a:pt x="401136" y="350595"/>
                  </a:lnTo>
                  <a:lnTo>
                    <a:pt x="400988" y="374667"/>
                  </a:lnTo>
                  <a:lnTo>
                    <a:pt x="413075" y="407563"/>
                  </a:lnTo>
                  <a:lnTo>
                    <a:pt x="426792" y="446916"/>
                  </a:lnTo>
                  <a:lnTo>
                    <a:pt x="431533" y="490360"/>
                  </a:lnTo>
                  <a:lnTo>
                    <a:pt x="428275" y="537296"/>
                  </a:lnTo>
                  <a:lnTo>
                    <a:pt x="423746" y="582885"/>
                  </a:lnTo>
                  <a:lnTo>
                    <a:pt x="415941" y="618396"/>
                  </a:lnTo>
                  <a:lnTo>
                    <a:pt x="402853" y="635099"/>
                  </a:lnTo>
                  <a:lnTo>
                    <a:pt x="379751" y="634866"/>
                  </a:lnTo>
                  <a:lnTo>
                    <a:pt x="349522" y="624767"/>
                  </a:lnTo>
                  <a:lnTo>
                    <a:pt x="321590" y="603851"/>
                  </a:lnTo>
                  <a:lnTo>
                    <a:pt x="305379" y="571164"/>
                  </a:lnTo>
                  <a:lnTo>
                    <a:pt x="303845" y="526281"/>
                  </a:lnTo>
                  <a:lnTo>
                    <a:pt x="309534" y="473091"/>
                  </a:lnTo>
                  <a:lnTo>
                    <a:pt x="316255" y="417117"/>
                  </a:lnTo>
                  <a:lnTo>
                    <a:pt x="317819" y="363882"/>
                  </a:lnTo>
                  <a:lnTo>
                    <a:pt x="315050" y="322536"/>
                  </a:lnTo>
                  <a:lnTo>
                    <a:pt x="311477" y="298531"/>
                  </a:lnTo>
                  <a:lnTo>
                    <a:pt x="304942" y="291823"/>
                  </a:lnTo>
                  <a:lnTo>
                    <a:pt x="293285" y="302366"/>
                  </a:lnTo>
                  <a:lnTo>
                    <a:pt x="280166" y="334974"/>
                  </a:lnTo>
                  <a:lnTo>
                    <a:pt x="265745" y="391678"/>
                  </a:lnTo>
                  <a:lnTo>
                    <a:pt x="251603" y="456747"/>
                  </a:lnTo>
                  <a:lnTo>
                    <a:pt x="239318" y="514451"/>
                  </a:lnTo>
                  <a:lnTo>
                    <a:pt x="230471" y="549060"/>
                  </a:lnTo>
                  <a:lnTo>
                    <a:pt x="209061" y="556334"/>
                  </a:lnTo>
                  <a:lnTo>
                    <a:pt x="172683" y="539051"/>
                  </a:lnTo>
                  <a:lnTo>
                    <a:pt x="138372" y="505397"/>
                  </a:lnTo>
                  <a:lnTo>
                    <a:pt x="123165" y="463555"/>
                  </a:lnTo>
                  <a:lnTo>
                    <a:pt x="138311" y="411947"/>
                  </a:lnTo>
                  <a:lnTo>
                    <a:pt x="171899" y="353223"/>
                  </a:lnTo>
                  <a:lnTo>
                    <a:pt x="206221" y="301881"/>
                  </a:lnTo>
                  <a:lnTo>
                    <a:pt x="223570" y="272419"/>
                  </a:lnTo>
                  <a:lnTo>
                    <a:pt x="223376" y="261897"/>
                  </a:lnTo>
                  <a:lnTo>
                    <a:pt x="217165" y="258359"/>
                  </a:lnTo>
                  <a:lnTo>
                    <a:pt x="205374" y="262766"/>
                  </a:lnTo>
                  <a:lnTo>
                    <a:pt x="163576" y="306543"/>
                  </a:lnTo>
                  <a:lnTo>
                    <a:pt x="132868" y="352662"/>
                  </a:lnTo>
                  <a:lnTo>
                    <a:pt x="104046" y="400749"/>
                  </a:lnTo>
                  <a:lnTo>
                    <a:pt x="84842" y="437126"/>
                  </a:lnTo>
                  <a:lnTo>
                    <a:pt x="65840" y="440256"/>
                  </a:lnTo>
                  <a:lnTo>
                    <a:pt x="40890" y="410864"/>
                  </a:lnTo>
                  <a:lnTo>
                    <a:pt x="22591" y="368670"/>
                  </a:lnTo>
                  <a:lnTo>
                    <a:pt x="23545" y="333391"/>
                  </a:lnTo>
                  <a:lnTo>
                    <a:pt x="46799" y="305883"/>
                  </a:lnTo>
                  <a:lnTo>
                    <a:pt x="79000" y="276744"/>
                  </a:lnTo>
                  <a:lnTo>
                    <a:pt x="108149" y="250282"/>
                  </a:lnTo>
                  <a:lnTo>
                    <a:pt x="122244" y="230808"/>
                  </a:lnTo>
                  <a:lnTo>
                    <a:pt x="121619" y="219757"/>
                  </a:lnTo>
                  <a:lnTo>
                    <a:pt x="113227" y="217260"/>
                  </a:lnTo>
                  <a:lnTo>
                    <a:pt x="95016" y="225665"/>
                  </a:lnTo>
                  <a:lnTo>
                    <a:pt x="64936" y="247321"/>
                  </a:lnTo>
                  <a:lnTo>
                    <a:pt x="36271" y="276047"/>
                  </a:lnTo>
                  <a:lnTo>
                    <a:pt x="20130" y="299452"/>
                  </a:lnTo>
                  <a:lnTo>
                    <a:pt x="11205" y="310572"/>
                  </a:lnTo>
                  <a:lnTo>
                    <a:pt x="4184" y="302439"/>
                  </a:lnTo>
                  <a:lnTo>
                    <a:pt x="272" y="286563"/>
                  </a:lnTo>
                  <a:lnTo>
                    <a:pt x="0" y="263678"/>
                  </a:lnTo>
                  <a:lnTo>
                    <a:pt x="7132" y="236458"/>
                  </a:lnTo>
                  <a:lnTo>
                    <a:pt x="25433" y="207580"/>
                  </a:lnTo>
                  <a:lnTo>
                    <a:pt x="58666" y="179720"/>
                  </a:lnTo>
                  <a:lnTo>
                    <a:pt x="110596" y="155552"/>
                  </a:lnTo>
                  <a:lnTo>
                    <a:pt x="184985" y="137753"/>
                  </a:lnTo>
                  <a:close/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4924214" y="1261986"/>
              <a:ext cx="962025" cy="716915"/>
            </a:xfrm>
            <a:custGeom>
              <a:avLst/>
              <a:gdLst/>
              <a:ahLst/>
              <a:cxnLst/>
              <a:rect l="l" t="t" r="r" b="b"/>
              <a:pathLst>
                <a:path w="962025" h="716914">
                  <a:moveTo>
                    <a:pt x="216417" y="173773"/>
                  </a:moveTo>
                  <a:lnTo>
                    <a:pt x="228497" y="129576"/>
                  </a:lnTo>
                  <a:lnTo>
                    <a:pt x="243506" y="90480"/>
                  </a:lnTo>
                  <a:lnTo>
                    <a:pt x="262987" y="57619"/>
                  </a:lnTo>
                  <a:lnTo>
                    <a:pt x="321522" y="15137"/>
                  </a:lnTo>
                  <a:lnTo>
                    <a:pt x="363660" y="7784"/>
                  </a:lnTo>
                  <a:lnTo>
                    <a:pt x="416431" y="11202"/>
                  </a:lnTo>
                  <a:lnTo>
                    <a:pt x="411180" y="15494"/>
                  </a:lnTo>
                  <a:lnTo>
                    <a:pt x="398113" y="30303"/>
                  </a:lnTo>
                  <a:lnTo>
                    <a:pt x="383380" y="47618"/>
                  </a:lnTo>
                  <a:lnTo>
                    <a:pt x="373134" y="59431"/>
                  </a:lnTo>
                  <a:lnTo>
                    <a:pt x="382906" y="55055"/>
                  </a:lnTo>
                  <a:lnTo>
                    <a:pt x="415954" y="36429"/>
                  </a:lnTo>
                  <a:lnTo>
                    <a:pt x="460017" y="14509"/>
                  </a:lnTo>
                  <a:lnTo>
                    <a:pt x="502837" y="250"/>
                  </a:lnTo>
                  <a:lnTo>
                    <a:pt x="546970" y="0"/>
                  </a:lnTo>
                  <a:lnTo>
                    <a:pt x="592567" y="8645"/>
                  </a:lnTo>
                  <a:lnTo>
                    <a:pt x="623739" y="19925"/>
                  </a:lnTo>
                  <a:lnTo>
                    <a:pt x="624593" y="27579"/>
                  </a:lnTo>
                  <a:lnTo>
                    <a:pt x="593415" y="32635"/>
                  </a:lnTo>
                  <a:lnTo>
                    <a:pt x="541486" y="41648"/>
                  </a:lnTo>
                  <a:lnTo>
                    <a:pt x="484186" y="54392"/>
                  </a:lnTo>
                  <a:lnTo>
                    <a:pt x="436896" y="70642"/>
                  </a:lnTo>
                  <a:lnTo>
                    <a:pt x="414997" y="90174"/>
                  </a:lnTo>
                  <a:lnTo>
                    <a:pt x="418630" y="109273"/>
                  </a:lnTo>
                  <a:lnTo>
                    <a:pt x="436736" y="115135"/>
                  </a:lnTo>
                  <a:lnTo>
                    <a:pt x="464809" y="109718"/>
                  </a:lnTo>
                  <a:lnTo>
                    <a:pt x="498345" y="94980"/>
                  </a:lnTo>
                  <a:lnTo>
                    <a:pt x="543829" y="74849"/>
                  </a:lnTo>
                  <a:lnTo>
                    <a:pt x="601769" y="56183"/>
                  </a:lnTo>
                  <a:lnTo>
                    <a:pt x="658668" y="45334"/>
                  </a:lnTo>
                  <a:lnTo>
                    <a:pt x="701030" y="48657"/>
                  </a:lnTo>
                  <a:lnTo>
                    <a:pt x="739023" y="67350"/>
                  </a:lnTo>
                  <a:lnTo>
                    <a:pt x="781054" y="92603"/>
                  </a:lnTo>
                  <a:lnTo>
                    <a:pt x="810991" y="115751"/>
                  </a:lnTo>
                  <a:lnTo>
                    <a:pt x="812702" y="128131"/>
                  </a:lnTo>
                  <a:lnTo>
                    <a:pt x="789144" y="127946"/>
                  </a:lnTo>
                  <a:lnTo>
                    <a:pt x="746792" y="123951"/>
                  </a:lnTo>
                  <a:lnTo>
                    <a:pt x="692567" y="119196"/>
                  </a:lnTo>
                  <a:lnTo>
                    <a:pt x="633391" y="116733"/>
                  </a:lnTo>
                  <a:lnTo>
                    <a:pt x="576186" y="119612"/>
                  </a:lnTo>
                  <a:lnTo>
                    <a:pt x="527873" y="130885"/>
                  </a:lnTo>
                  <a:lnTo>
                    <a:pt x="479447" y="153024"/>
                  </a:lnTo>
                  <a:lnTo>
                    <a:pt x="452611" y="181596"/>
                  </a:lnTo>
                  <a:lnTo>
                    <a:pt x="465257" y="187951"/>
                  </a:lnTo>
                  <a:lnTo>
                    <a:pt x="486184" y="183827"/>
                  </a:lnTo>
                  <a:lnTo>
                    <a:pt x="515587" y="170021"/>
                  </a:lnTo>
                  <a:lnTo>
                    <a:pt x="560698" y="155479"/>
                  </a:lnTo>
                  <a:lnTo>
                    <a:pt x="628750" y="149146"/>
                  </a:lnTo>
                  <a:lnTo>
                    <a:pt x="689194" y="149538"/>
                  </a:lnTo>
                  <a:lnTo>
                    <a:pt x="740435" y="150386"/>
                  </a:lnTo>
                  <a:lnTo>
                    <a:pt x="783968" y="153004"/>
                  </a:lnTo>
                  <a:lnTo>
                    <a:pt x="853895" y="168810"/>
                  </a:lnTo>
                  <a:lnTo>
                    <a:pt x="893174" y="196282"/>
                  </a:lnTo>
                  <a:lnTo>
                    <a:pt x="926680" y="237142"/>
                  </a:lnTo>
                  <a:lnTo>
                    <a:pt x="943197" y="276838"/>
                  </a:lnTo>
                  <a:lnTo>
                    <a:pt x="931505" y="300817"/>
                  </a:lnTo>
                  <a:lnTo>
                    <a:pt x="905986" y="300588"/>
                  </a:lnTo>
                  <a:lnTo>
                    <a:pt x="869884" y="288424"/>
                  </a:lnTo>
                  <a:lnTo>
                    <a:pt x="824792" y="269630"/>
                  </a:lnTo>
                  <a:lnTo>
                    <a:pt x="772305" y="249511"/>
                  </a:lnTo>
                  <a:lnTo>
                    <a:pt x="714018" y="233371"/>
                  </a:lnTo>
                  <a:lnTo>
                    <a:pt x="651524" y="226515"/>
                  </a:lnTo>
                  <a:lnTo>
                    <a:pt x="582533" y="228299"/>
                  </a:lnTo>
                  <a:lnTo>
                    <a:pt x="530150" y="234445"/>
                  </a:lnTo>
                  <a:lnTo>
                    <a:pt x="495605" y="244526"/>
                  </a:lnTo>
                  <a:lnTo>
                    <a:pt x="480126" y="258115"/>
                  </a:lnTo>
                  <a:lnTo>
                    <a:pt x="484942" y="274786"/>
                  </a:lnTo>
                  <a:lnTo>
                    <a:pt x="516752" y="286916"/>
                  </a:lnTo>
                  <a:lnTo>
                    <a:pt x="565776" y="284452"/>
                  </a:lnTo>
                  <a:lnTo>
                    <a:pt x="620037" y="276870"/>
                  </a:lnTo>
                  <a:lnTo>
                    <a:pt x="667555" y="273645"/>
                  </a:lnTo>
                  <a:lnTo>
                    <a:pt x="752654" y="287964"/>
                  </a:lnTo>
                  <a:lnTo>
                    <a:pt x="808774" y="303638"/>
                  </a:lnTo>
                  <a:lnTo>
                    <a:pt x="864970" y="324884"/>
                  </a:lnTo>
                  <a:lnTo>
                    <a:pt x="914514" y="351620"/>
                  </a:lnTo>
                  <a:lnTo>
                    <a:pt x="950677" y="383767"/>
                  </a:lnTo>
                  <a:lnTo>
                    <a:pt x="961974" y="415476"/>
                  </a:lnTo>
                  <a:lnTo>
                    <a:pt x="960471" y="444473"/>
                  </a:lnTo>
                  <a:lnTo>
                    <a:pt x="949221" y="461677"/>
                  </a:lnTo>
                  <a:lnTo>
                    <a:pt x="931274" y="458006"/>
                  </a:lnTo>
                  <a:lnTo>
                    <a:pt x="916086" y="445206"/>
                  </a:lnTo>
                  <a:lnTo>
                    <a:pt x="893232" y="428129"/>
                  </a:lnTo>
                  <a:lnTo>
                    <a:pt x="862028" y="409392"/>
                  </a:lnTo>
                  <a:lnTo>
                    <a:pt x="821793" y="391614"/>
                  </a:lnTo>
                  <a:lnTo>
                    <a:pt x="771843" y="377413"/>
                  </a:lnTo>
                  <a:lnTo>
                    <a:pt x="711496" y="369408"/>
                  </a:lnTo>
                  <a:lnTo>
                    <a:pt x="640069" y="370218"/>
                  </a:lnTo>
                  <a:lnTo>
                    <a:pt x="630058" y="383966"/>
                  </a:lnTo>
                  <a:lnTo>
                    <a:pt x="658131" y="402015"/>
                  </a:lnTo>
                  <a:lnTo>
                    <a:pt x="703732" y="419684"/>
                  </a:lnTo>
                  <a:lnTo>
                    <a:pt x="746306" y="432289"/>
                  </a:lnTo>
                  <a:lnTo>
                    <a:pt x="782723" y="442138"/>
                  </a:lnTo>
                  <a:lnTo>
                    <a:pt x="829997" y="457653"/>
                  </a:lnTo>
                  <a:lnTo>
                    <a:pt x="877266" y="478181"/>
                  </a:lnTo>
                  <a:lnTo>
                    <a:pt x="913669" y="503067"/>
                  </a:lnTo>
                  <a:lnTo>
                    <a:pt x="928343" y="531658"/>
                  </a:lnTo>
                  <a:lnTo>
                    <a:pt x="924288" y="570187"/>
                  </a:lnTo>
                  <a:lnTo>
                    <a:pt x="912970" y="605421"/>
                  </a:lnTo>
                  <a:lnTo>
                    <a:pt x="896365" y="630197"/>
                  </a:lnTo>
                  <a:lnTo>
                    <a:pt x="876449" y="637351"/>
                  </a:lnTo>
                  <a:lnTo>
                    <a:pt x="854667" y="629049"/>
                  </a:lnTo>
                  <a:lnTo>
                    <a:pt x="833814" y="617151"/>
                  </a:lnTo>
                  <a:lnTo>
                    <a:pt x="817889" y="609037"/>
                  </a:lnTo>
                  <a:lnTo>
                    <a:pt x="810891" y="612085"/>
                  </a:lnTo>
                  <a:lnTo>
                    <a:pt x="816579" y="624134"/>
                  </a:lnTo>
                  <a:lnTo>
                    <a:pt x="829607" y="637250"/>
                  </a:lnTo>
                  <a:lnTo>
                    <a:pt x="840319" y="650152"/>
                  </a:lnTo>
                  <a:lnTo>
                    <a:pt x="839057" y="661560"/>
                  </a:lnTo>
                  <a:lnTo>
                    <a:pt x="821290" y="678428"/>
                  </a:lnTo>
                  <a:lnTo>
                    <a:pt x="792564" y="697068"/>
                  </a:lnTo>
                  <a:lnTo>
                    <a:pt x="758337" y="700255"/>
                  </a:lnTo>
                  <a:lnTo>
                    <a:pt x="724066" y="670763"/>
                  </a:lnTo>
                  <a:lnTo>
                    <a:pt x="697297" y="615482"/>
                  </a:lnTo>
                  <a:lnTo>
                    <a:pt x="677865" y="560087"/>
                  </a:lnTo>
                  <a:lnTo>
                    <a:pt x="659635" y="515540"/>
                  </a:lnTo>
                  <a:lnTo>
                    <a:pt x="636477" y="492800"/>
                  </a:lnTo>
                  <a:lnTo>
                    <a:pt x="611871" y="491360"/>
                  </a:lnTo>
                  <a:lnTo>
                    <a:pt x="597285" y="505183"/>
                  </a:lnTo>
                  <a:lnTo>
                    <a:pt x="598570" y="536938"/>
                  </a:lnTo>
                  <a:lnTo>
                    <a:pt x="621577" y="589289"/>
                  </a:lnTo>
                  <a:lnTo>
                    <a:pt x="654169" y="641806"/>
                  </a:lnTo>
                  <a:lnTo>
                    <a:pt x="678013" y="675530"/>
                  </a:lnTo>
                  <a:lnTo>
                    <a:pt x="689688" y="695343"/>
                  </a:lnTo>
                  <a:lnTo>
                    <a:pt x="685774" y="706124"/>
                  </a:lnTo>
                  <a:lnTo>
                    <a:pt x="656616" y="714299"/>
                  </a:lnTo>
                  <a:lnTo>
                    <a:pt x="607483" y="716605"/>
                  </a:lnTo>
                  <a:lnTo>
                    <a:pt x="557345" y="703385"/>
                  </a:lnTo>
                  <a:lnTo>
                    <a:pt x="525172" y="664984"/>
                  </a:lnTo>
                  <a:lnTo>
                    <a:pt x="510185" y="612926"/>
                  </a:lnTo>
                  <a:lnTo>
                    <a:pt x="498985" y="563841"/>
                  </a:lnTo>
                  <a:lnTo>
                    <a:pt x="491604" y="515733"/>
                  </a:lnTo>
                  <a:lnTo>
                    <a:pt x="488073" y="466602"/>
                  </a:lnTo>
                  <a:lnTo>
                    <a:pt x="483016" y="419199"/>
                  </a:lnTo>
                  <a:lnTo>
                    <a:pt x="471974" y="380778"/>
                  </a:lnTo>
                  <a:lnTo>
                    <a:pt x="456386" y="356099"/>
                  </a:lnTo>
                  <a:lnTo>
                    <a:pt x="437687" y="349925"/>
                  </a:lnTo>
                  <a:lnTo>
                    <a:pt x="419108" y="356373"/>
                  </a:lnTo>
                  <a:lnTo>
                    <a:pt x="405631" y="369354"/>
                  </a:lnTo>
                  <a:lnTo>
                    <a:pt x="401350" y="393313"/>
                  </a:lnTo>
                  <a:lnTo>
                    <a:pt x="410358" y="432697"/>
                  </a:lnTo>
                  <a:lnTo>
                    <a:pt x="423202" y="480015"/>
                  </a:lnTo>
                  <a:lnTo>
                    <a:pt x="434311" y="538167"/>
                  </a:lnTo>
                  <a:lnTo>
                    <a:pt x="443396" y="598040"/>
                  </a:lnTo>
                  <a:lnTo>
                    <a:pt x="450168" y="650522"/>
                  </a:lnTo>
                  <a:lnTo>
                    <a:pt x="454336" y="686501"/>
                  </a:lnTo>
                  <a:lnTo>
                    <a:pt x="442244" y="698544"/>
                  </a:lnTo>
                  <a:lnTo>
                    <a:pt x="366378" y="668308"/>
                  </a:lnTo>
                  <a:lnTo>
                    <a:pt x="327598" y="640404"/>
                  </a:lnTo>
                  <a:lnTo>
                    <a:pt x="292770" y="584717"/>
                  </a:lnTo>
                  <a:lnTo>
                    <a:pt x="283314" y="503953"/>
                  </a:lnTo>
                  <a:lnTo>
                    <a:pt x="292153" y="432467"/>
                  </a:lnTo>
                  <a:lnTo>
                    <a:pt x="305706" y="361402"/>
                  </a:lnTo>
                  <a:lnTo>
                    <a:pt x="313511" y="318827"/>
                  </a:lnTo>
                  <a:lnTo>
                    <a:pt x="310977" y="300431"/>
                  </a:lnTo>
                  <a:lnTo>
                    <a:pt x="293514" y="301906"/>
                  </a:lnTo>
                  <a:lnTo>
                    <a:pt x="266474" y="320985"/>
                  </a:lnTo>
                  <a:lnTo>
                    <a:pt x="240776" y="355068"/>
                  </a:lnTo>
                  <a:lnTo>
                    <a:pt x="220180" y="399337"/>
                  </a:lnTo>
                  <a:lnTo>
                    <a:pt x="208448" y="448980"/>
                  </a:lnTo>
                  <a:lnTo>
                    <a:pt x="208541" y="501439"/>
                  </a:lnTo>
                  <a:lnTo>
                    <a:pt x="213177" y="550530"/>
                  </a:lnTo>
                  <a:lnTo>
                    <a:pt x="210779" y="585994"/>
                  </a:lnTo>
                  <a:lnTo>
                    <a:pt x="189768" y="597572"/>
                  </a:lnTo>
                  <a:lnTo>
                    <a:pt x="157903" y="592855"/>
                  </a:lnTo>
                  <a:lnTo>
                    <a:pt x="122178" y="582501"/>
                  </a:lnTo>
                  <a:lnTo>
                    <a:pt x="90371" y="563125"/>
                  </a:lnTo>
                  <a:lnTo>
                    <a:pt x="70264" y="531338"/>
                  </a:lnTo>
                  <a:lnTo>
                    <a:pt x="69636" y="483753"/>
                  </a:lnTo>
                  <a:lnTo>
                    <a:pt x="91224" y="420553"/>
                  </a:lnTo>
                  <a:lnTo>
                    <a:pt x="121803" y="371830"/>
                  </a:lnTo>
                  <a:lnTo>
                    <a:pt x="154010" y="336630"/>
                  </a:lnTo>
                  <a:lnTo>
                    <a:pt x="180481" y="313999"/>
                  </a:lnTo>
                  <a:lnTo>
                    <a:pt x="198211" y="299465"/>
                  </a:lnTo>
                  <a:lnTo>
                    <a:pt x="206455" y="289464"/>
                  </a:lnTo>
                  <a:lnTo>
                    <a:pt x="201241" y="284406"/>
                  </a:lnTo>
                  <a:lnTo>
                    <a:pt x="178596" y="284702"/>
                  </a:lnTo>
                  <a:lnTo>
                    <a:pt x="144500" y="297768"/>
                  </a:lnTo>
                  <a:lnTo>
                    <a:pt x="100864" y="326741"/>
                  </a:lnTo>
                  <a:lnTo>
                    <a:pt x="57244" y="363749"/>
                  </a:lnTo>
                  <a:lnTo>
                    <a:pt x="23193" y="400917"/>
                  </a:lnTo>
                  <a:lnTo>
                    <a:pt x="8266" y="430373"/>
                  </a:lnTo>
                  <a:lnTo>
                    <a:pt x="916" y="415992"/>
                  </a:lnTo>
                  <a:lnTo>
                    <a:pt x="6073" y="354288"/>
                  </a:lnTo>
                  <a:lnTo>
                    <a:pt x="19694" y="314364"/>
                  </a:lnTo>
                  <a:lnTo>
                    <a:pt x="41420" y="273328"/>
                  </a:lnTo>
                  <a:lnTo>
                    <a:pt x="71808" y="234878"/>
                  </a:lnTo>
                  <a:lnTo>
                    <a:pt x="111416" y="202716"/>
                  </a:lnTo>
                  <a:lnTo>
                    <a:pt x="160801" y="180542"/>
                  </a:lnTo>
                  <a:lnTo>
                    <a:pt x="220521" y="172056"/>
                  </a:lnTo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9" name="object 219" descr=""/>
          <p:cNvGrpSpPr/>
          <p:nvPr/>
        </p:nvGrpSpPr>
        <p:grpSpPr>
          <a:xfrm>
            <a:off x="1258174" y="6114961"/>
            <a:ext cx="1843405" cy="3793490"/>
            <a:chOff x="1258174" y="6114961"/>
            <a:chExt cx="1843405" cy="3793490"/>
          </a:xfrm>
        </p:grpSpPr>
        <p:sp>
          <p:nvSpPr>
            <p:cNvPr id="220" name="object 220" descr=""/>
            <p:cNvSpPr/>
            <p:nvPr/>
          </p:nvSpPr>
          <p:spPr>
            <a:xfrm>
              <a:off x="1321289" y="7804338"/>
              <a:ext cx="348615" cy="115570"/>
            </a:xfrm>
            <a:custGeom>
              <a:avLst/>
              <a:gdLst/>
              <a:ahLst/>
              <a:cxnLst/>
              <a:rect l="l" t="t" r="r" b="b"/>
              <a:pathLst>
                <a:path w="348614" h="115570">
                  <a:moveTo>
                    <a:pt x="92002" y="0"/>
                  </a:moveTo>
                  <a:lnTo>
                    <a:pt x="36747" y="8360"/>
                  </a:lnTo>
                  <a:lnTo>
                    <a:pt x="0" y="33383"/>
                  </a:lnTo>
                  <a:lnTo>
                    <a:pt x="2471" y="46953"/>
                  </a:lnTo>
                  <a:lnTo>
                    <a:pt x="54387" y="81218"/>
                  </a:lnTo>
                  <a:lnTo>
                    <a:pt x="101150" y="100161"/>
                  </a:lnTo>
                  <a:lnTo>
                    <a:pt x="150777" y="111487"/>
                  </a:lnTo>
                  <a:lnTo>
                    <a:pt x="201789" y="115173"/>
                  </a:lnTo>
                  <a:lnTo>
                    <a:pt x="252707" y="111195"/>
                  </a:lnTo>
                  <a:lnTo>
                    <a:pt x="302052" y="99530"/>
                  </a:lnTo>
                  <a:lnTo>
                    <a:pt x="348345" y="80157"/>
                  </a:lnTo>
                  <a:lnTo>
                    <a:pt x="306013" y="56233"/>
                  </a:lnTo>
                  <a:lnTo>
                    <a:pt x="261664" y="36293"/>
                  </a:lnTo>
                  <a:lnTo>
                    <a:pt x="215683" y="20469"/>
                  </a:lnTo>
                  <a:lnTo>
                    <a:pt x="168454" y="8890"/>
                  </a:lnTo>
                  <a:lnTo>
                    <a:pt x="120362" y="1688"/>
                  </a:lnTo>
                  <a:lnTo>
                    <a:pt x="9200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321289" y="7804338"/>
              <a:ext cx="348615" cy="115570"/>
            </a:xfrm>
            <a:custGeom>
              <a:avLst/>
              <a:gdLst/>
              <a:ahLst/>
              <a:cxnLst/>
              <a:rect l="l" t="t" r="r" b="b"/>
              <a:pathLst>
                <a:path w="348614" h="115570">
                  <a:moveTo>
                    <a:pt x="348345" y="80157"/>
                  </a:moveTo>
                  <a:lnTo>
                    <a:pt x="306013" y="56233"/>
                  </a:lnTo>
                  <a:lnTo>
                    <a:pt x="261664" y="36293"/>
                  </a:lnTo>
                  <a:lnTo>
                    <a:pt x="215683" y="20469"/>
                  </a:lnTo>
                  <a:lnTo>
                    <a:pt x="168454" y="8890"/>
                  </a:lnTo>
                  <a:lnTo>
                    <a:pt x="120362" y="1688"/>
                  </a:lnTo>
                  <a:lnTo>
                    <a:pt x="92002" y="0"/>
                  </a:lnTo>
                  <a:lnTo>
                    <a:pt x="63683" y="1705"/>
                  </a:lnTo>
                  <a:lnTo>
                    <a:pt x="36747" y="8360"/>
                  </a:lnTo>
                  <a:lnTo>
                    <a:pt x="12533" y="21520"/>
                  </a:lnTo>
                  <a:lnTo>
                    <a:pt x="6188" y="26305"/>
                  </a:lnTo>
                  <a:lnTo>
                    <a:pt x="0" y="33383"/>
                  </a:lnTo>
                  <a:lnTo>
                    <a:pt x="1424" y="41205"/>
                  </a:lnTo>
                  <a:lnTo>
                    <a:pt x="54387" y="81218"/>
                  </a:lnTo>
                  <a:lnTo>
                    <a:pt x="101150" y="100161"/>
                  </a:lnTo>
                  <a:lnTo>
                    <a:pt x="150777" y="111487"/>
                  </a:lnTo>
                  <a:lnTo>
                    <a:pt x="201789" y="115173"/>
                  </a:lnTo>
                  <a:lnTo>
                    <a:pt x="252707" y="111195"/>
                  </a:lnTo>
                  <a:lnTo>
                    <a:pt x="302052" y="99530"/>
                  </a:lnTo>
                  <a:lnTo>
                    <a:pt x="348345" y="80157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421700" y="7520633"/>
              <a:ext cx="242570" cy="357505"/>
            </a:xfrm>
            <a:custGeom>
              <a:avLst/>
              <a:gdLst/>
              <a:ahLst/>
              <a:cxnLst/>
              <a:rect l="l" t="t" r="r" b="b"/>
              <a:pathLst>
                <a:path w="242569" h="357504">
                  <a:moveTo>
                    <a:pt x="9821" y="0"/>
                  </a:moveTo>
                  <a:lnTo>
                    <a:pt x="2853" y="12701"/>
                  </a:lnTo>
                  <a:lnTo>
                    <a:pt x="0" y="27056"/>
                  </a:lnTo>
                  <a:lnTo>
                    <a:pt x="232" y="42165"/>
                  </a:lnTo>
                  <a:lnTo>
                    <a:pt x="16308" y="104014"/>
                  </a:lnTo>
                  <a:lnTo>
                    <a:pt x="37182" y="148276"/>
                  </a:lnTo>
                  <a:lnTo>
                    <a:pt x="63804" y="189646"/>
                  </a:lnTo>
                  <a:lnTo>
                    <a:pt x="94834" y="227856"/>
                  </a:lnTo>
                  <a:lnTo>
                    <a:pt x="129032" y="262991"/>
                  </a:lnTo>
                  <a:lnTo>
                    <a:pt x="165504" y="295803"/>
                  </a:lnTo>
                  <a:lnTo>
                    <a:pt x="203454" y="327032"/>
                  </a:lnTo>
                  <a:lnTo>
                    <a:pt x="242086" y="357413"/>
                  </a:lnTo>
                  <a:lnTo>
                    <a:pt x="232009" y="309408"/>
                  </a:lnTo>
                  <a:lnTo>
                    <a:pt x="217147" y="263509"/>
                  </a:lnTo>
                  <a:lnTo>
                    <a:pt x="197867" y="219702"/>
                  </a:lnTo>
                  <a:lnTo>
                    <a:pt x="174532" y="177973"/>
                  </a:lnTo>
                  <a:lnTo>
                    <a:pt x="147508" y="138308"/>
                  </a:lnTo>
                  <a:lnTo>
                    <a:pt x="117159" y="100692"/>
                  </a:lnTo>
                  <a:lnTo>
                    <a:pt x="83852" y="65112"/>
                  </a:lnTo>
                  <a:lnTo>
                    <a:pt x="47951" y="31552"/>
                  </a:lnTo>
                  <a:lnTo>
                    <a:pt x="982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1421700" y="7520633"/>
              <a:ext cx="242570" cy="357505"/>
            </a:xfrm>
            <a:custGeom>
              <a:avLst/>
              <a:gdLst/>
              <a:ahLst/>
              <a:cxnLst/>
              <a:rect l="l" t="t" r="r" b="b"/>
              <a:pathLst>
                <a:path w="242569" h="357504">
                  <a:moveTo>
                    <a:pt x="242086" y="357413"/>
                  </a:moveTo>
                  <a:lnTo>
                    <a:pt x="203454" y="327032"/>
                  </a:lnTo>
                  <a:lnTo>
                    <a:pt x="165504" y="295803"/>
                  </a:lnTo>
                  <a:lnTo>
                    <a:pt x="129032" y="262991"/>
                  </a:lnTo>
                  <a:lnTo>
                    <a:pt x="94834" y="227856"/>
                  </a:lnTo>
                  <a:lnTo>
                    <a:pt x="63804" y="189646"/>
                  </a:lnTo>
                  <a:lnTo>
                    <a:pt x="37182" y="148276"/>
                  </a:lnTo>
                  <a:lnTo>
                    <a:pt x="16308" y="104014"/>
                  </a:lnTo>
                  <a:lnTo>
                    <a:pt x="2523" y="57129"/>
                  </a:lnTo>
                  <a:lnTo>
                    <a:pt x="0" y="27056"/>
                  </a:lnTo>
                  <a:lnTo>
                    <a:pt x="2853" y="12701"/>
                  </a:lnTo>
                  <a:lnTo>
                    <a:pt x="9821" y="0"/>
                  </a:lnTo>
                  <a:lnTo>
                    <a:pt x="47951" y="31552"/>
                  </a:lnTo>
                  <a:lnTo>
                    <a:pt x="83852" y="65112"/>
                  </a:lnTo>
                  <a:lnTo>
                    <a:pt x="117159" y="100692"/>
                  </a:lnTo>
                  <a:lnTo>
                    <a:pt x="147508" y="138308"/>
                  </a:lnTo>
                  <a:lnTo>
                    <a:pt x="174532" y="177973"/>
                  </a:lnTo>
                  <a:lnTo>
                    <a:pt x="197867" y="219702"/>
                  </a:lnTo>
                  <a:lnTo>
                    <a:pt x="217147" y="263509"/>
                  </a:lnTo>
                  <a:lnTo>
                    <a:pt x="232009" y="309408"/>
                  </a:lnTo>
                  <a:lnTo>
                    <a:pt x="242086" y="357413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660938" y="7530755"/>
              <a:ext cx="125095" cy="367030"/>
            </a:xfrm>
            <a:custGeom>
              <a:avLst/>
              <a:gdLst/>
              <a:ahLst/>
              <a:cxnLst/>
              <a:rect l="l" t="t" r="r" b="b"/>
              <a:pathLst>
                <a:path w="125094" h="367029">
                  <a:moveTo>
                    <a:pt x="113185" y="0"/>
                  </a:moveTo>
                  <a:lnTo>
                    <a:pt x="76432" y="31242"/>
                  </a:lnTo>
                  <a:lnTo>
                    <a:pt x="47016" y="69601"/>
                  </a:lnTo>
                  <a:lnTo>
                    <a:pt x="24940" y="113042"/>
                  </a:lnTo>
                  <a:lnTo>
                    <a:pt x="10203" y="159534"/>
                  </a:lnTo>
                  <a:lnTo>
                    <a:pt x="2316" y="207340"/>
                  </a:lnTo>
                  <a:lnTo>
                    <a:pt x="0" y="255788"/>
                  </a:lnTo>
                  <a:lnTo>
                    <a:pt x="2105" y="304440"/>
                  </a:lnTo>
                  <a:lnTo>
                    <a:pt x="7481" y="352858"/>
                  </a:lnTo>
                  <a:lnTo>
                    <a:pt x="8350" y="366554"/>
                  </a:lnTo>
                  <a:lnTo>
                    <a:pt x="34280" y="326396"/>
                  </a:lnTo>
                  <a:lnTo>
                    <a:pt x="57543" y="284637"/>
                  </a:lnTo>
                  <a:lnTo>
                    <a:pt x="78051" y="241459"/>
                  </a:lnTo>
                  <a:lnTo>
                    <a:pt x="95720" y="197041"/>
                  </a:lnTo>
                  <a:lnTo>
                    <a:pt x="110462" y="151566"/>
                  </a:lnTo>
                  <a:lnTo>
                    <a:pt x="119771" y="113652"/>
                  </a:lnTo>
                  <a:lnTo>
                    <a:pt x="124793" y="74985"/>
                  </a:lnTo>
                  <a:lnTo>
                    <a:pt x="123330" y="36717"/>
                  </a:lnTo>
                  <a:lnTo>
                    <a:pt x="11318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660938" y="7530755"/>
              <a:ext cx="125095" cy="367030"/>
            </a:xfrm>
            <a:custGeom>
              <a:avLst/>
              <a:gdLst/>
              <a:ahLst/>
              <a:cxnLst/>
              <a:rect l="l" t="t" r="r" b="b"/>
              <a:pathLst>
                <a:path w="125094" h="367029">
                  <a:moveTo>
                    <a:pt x="7481" y="352858"/>
                  </a:moveTo>
                  <a:lnTo>
                    <a:pt x="2105" y="304440"/>
                  </a:lnTo>
                  <a:lnTo>
                    <a:pt x="0" y="255788"/>
                  </a:lnTo>
                  <a:lnTo>
                    <a:pt x="2316" y="207340"/>
                  </a:lnTo>
                  <a:lnTo>
                    <a:pt x="10203" y="159534"/>
                  </a:lnTo>
                  <a:lnTo>
                    <a:pt x="24940" y="113042"/>
                  </a:lnTo>
                  <a:lnTo>
                    <a:pt x="47016" y="69601"/>
                  </a:lnTo>
                  <a:lnTo>
                    <a:pt x="76432" y="31242"/>
                  </a:lnTo>
                  <a:lnTo>
                    <a:pt x="113185" y="0"/>
                  </a:lnTo>
                  <a:lnTo>
                    <a:pt x="123330" y="36717"/>
                  </a:lnTo>
                  <a:lnTo>
                    <a:pt x="124793" y="74985"/>
                  </a:lnTo>
                  <a:lnTo>
                    <a:pt x="119771" y="113652"/>
                  </a:lnTo>
                  <a:lnTo>
                    <a:pt x="110462" y="151566"/>
                  </a:lnTo>
                  <a:lnTo>
                    <a:pt x="95720" y="197041"/>
                  </a:lnTo>
                  <a:lnTo>
                    <a:pt x="78051" y="241459"/>
                  </a:lnTo>
                  <a:lnTo>
                    <a:pt x="57543" y="284637"/>
                  </a:lnTo>
                  <a:lnTo>
                    <a:pt x="34280" y="326396"/>
                  </a:lnTo>
                  <a:lnTo>
                    <a:pt x="8350" y="366554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496066" y="8089784"/>
              <a:ext cx="287655" cy="272415"/>
            </a:xfrm>
            <a:custGeom>
              <a:avLst/>
              <a:gdLst/>
              <a:ahLst/>
              <a:cxnLst/>
              <a:rect l="l" t="t" r="r" b="b"/>
              <a:pathLst>
                <a:path w="287655" h="272415">
                  <a:moveTo>
                    <a:pt x="287415" y="0"/>
                  </a:moveTo>
                  <a:lnTo>
                    <a:pt x="236713" y="11399"/>
                  </a:lnTo>
                  <a:lnTo>
                    <a:pt x="189363" y="31741"/>
                  </a:lnTo>
                  <a:lnTo>
                    <a:pt x="145330" y="59344"/>
                  </a:lnTo>
                  <a:lnTo>
                    <a:pt x="104583" y="92531"/>
                  </a:lnTo>
                  <a:lnTo>
                    <a:pt x="68399" y="130849"/>
                  </a:lnTo>
                  <a:lnTo>
                    <a:pt x="38493" y="174256"/>
                  </a:lnTo>
                  <a:lnTo>
                    <a:pt x="15487" y="221684"/>
                  </a:lnTo>
                  <a:lnTo>
                    <a:pt x="0" y="272065"/>
                  </a:lnTo>
                  <a:lnTo>
                    <a:pt x="49352" y="261218"/>
                  </a:lnTo>
                  <a:lnTo>
                    <a:pt x="94282" y="237427"/>
                  </a:lnTo>
                  <a:lnTo>
                    <a:pt x="134268" y="204275"/>
                  </a:lnTo>
                  <a:lnTo>
                    <a:pt x="168790" y="165345"/>
                  </a:lnTo>
                  <a:lnTo>
                    <a:pt x="198448" y="123945"/>
                  </a:lnTo>
                  <a:lnTo>
                    <a:pt x="226067" y="81886"/>
                  </a:lnTo>
                  <a:lnTo>
                    <a:pt x="254466" y="40484"/>
                  </a:lnTo>
                  <a:lnTo>
                    <a:pt x="28741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496066" y="8089784"/>
              <a:ext cx="287655" cy="272415"/>
            </a:xfrm>
            <a:custGeom>
              <a:avLst/>
              <a:gdLst/>
              <a:ahLst/>
              <a:cxnLst/>
              <a:rect l="l" t="t" r="r" b="b"/>
              <a:pathLst>
                <a:path w="287655" h="272415">
                  <a:moveTo>
                    <a:pt x="287415" y="0"/>
                  </a:moveTo>
                  <a:lnTo>
                    <a:pt x="236713" y="11399"/>
                  </a:lnTo>
                  <a:lnTo>
                    <a:pt x="189363" y="31741"/>
                  </a:lnTo>
                  <a:lnTo>
                    <a:pt x="145330" y="59344"/>
                  </a:lnTo>
                  <a:lnTo>
                    <a:pt x="104583" y="92531"/>
                  </a:lnTo>
                  <a:lnTo>
                    <a:pt x="68399" y="130849"/>
                  </a:lnTo>
                  <a:lnTo>
                    <a:pt x="38493" y="174256"/>
                  </a:lnTo>
                  <a:lnTo>
                    <a:pt x="15487" y="221684"/>
                  </a:lnTo>
                  <a:lnTo>
                    <a:pt x="0" y="272065"/>
                  </a:lnTo>
                  <a:lnTo>
                    <a:pt x="49352" y="261218"/>
                  </a:lnTo>
                  <a:lnTo>
                    <a:pt x="94282" y="237427"/>
                  </a:lnTo>
                  <a:lnTo>
                    <a:pt x="134268" y="204275"/>
                  </a:lnTo>
                  <a:lnTo>
                    <a:pt x="168790" y="165345"/>
                  </a:lnTo>
                  <a:lnTo>
                    <a:pt x="198448" y="123945"/>
                  </a:lnTo>
                  <a:lnTo>
                    <a:pt x="226067" y="81886"/>
                  </a:lnTo>
                  <a:lnTo>
                    <a:pt x="254466" y="40484"/>
                  </a:lnTo>
                  <a:lnTo>
                    <a:pt x="286462" y="1057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777423" y="7696218"/>
              <a:ext cx="104775" cy="426720"/>
            </a:xfrm>
            <a:custGeom>
              <a:avLst/>
              <a:gdLst/>
              <a:ahLst/>
              <a:cxnLst/>
              <a:rect l="l" t="t" r="r" b="b"/>
              <a:pathLst>
                <a:path w="104775" h="426720">
                  <a:moveTo>
                    <a:pt x="83119" y="0"/>
                  </a:moveTo>
                  <a:lnTo>
                    <a:pt x="56319" y="41928"/>
                  </a:lnTo>
                  <a:lnTo>
                    <a:pt x="34597" y="86651"/>
                  </a:lnTo>
                  <a:lnTo>
                    <a:pt x="18030" y="133558"/>
                  </a:lnTo>
                  <a:lnTo>
                    <a:pt x="6691" y="182034"/>
                  </a:lnTo>
                  <a:lnTo>
                    <a:pt x="656" y="231469"/>
                  </a:lnTo>
                  <a:lnTo>
                    <a:pt x="0" y="281249"/>
                  </a:lnTo>
                  <a:lnTo>
                    <a:pt x="4796" y="330763"/>
                  </a:lnTo>
                  <a:lnTo>
                    <a:pt x="15120" y="379398"/>
                  </a:lnTo>
                  <a:lnTo>
                    <a:pt x="31047" y="426541"/>
                  </a:lnTo>
                  <a:lnTo>
                    <a:pt x="54490" y="383624"/>
                  </a:lnTo>
                  <a:lnTo>
                    <a:pt x="73359" y="338567"/>
                  </a:lnTo>
                  <a:lnTo>
                    <a:pt x="87725" y="291808"/>
                  </a:lnTo>
                  <a:lnTo>
                    <a:pt x="97653" y="243785"/>
                  </a:lnTo>
                  <a:lnTo>
                    <a:pt x="103212" y="194934"/>
                  </a:lnTo>
                  <a:lnTo>
                    <a:pt x="104471" y="145692"/>
                  </a:lnTo>
                  <a:lnTo>
                    <a:pt x="101496" y="96498"/>
                  </a:lnTo>
                  <a:lnTo>
                    <a:pt x="94356" y="47788"/>
                  </a:lnTo>
                  <a:lnTo>
                    <a:pt x="831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777423" y="7696218"/>
              <a:ext cx="104775" cy="426720"/>
            </a:xfrm>
            <a:custGeom>
              <a:avLst/>
              <a:gdLst/>
              <a:ahLst/>
              <a:cxnLst/>
              <a:rect l="l" t="t" r="r" b="b"/>
              <a:pathLst>
                <a:path w="104775" h="426720">
                  <a:moveTo>
                    <a:pt x="31047" y="426541"/>
                  </a:moveTo>
                  <a:lnTo>
                    <a:pt x="15120" y="379398"/>
                  </a:lnTo>
                  <a:lnTo>
                    <a:pt x="4796" y="330763"/>
                  </a:lnTo>
                  <a:lnTo>
                    <a:pt x="0" y="281249"/>
                  </a:lnTo>
                  <a:lnTo>
                    <a:pt x="656" y="231469"/>
                  </a:lnTo>
                  <a:lnTo>
                    <a:pt x="6691" y="182034"/>
                  </a:lnTo>
                  <a:lnTo>
                    <a:pt x="18030" y="133558"/>
                  </a:lnTo>
                  <a:lnTo>
                    <a:pt x="34597" y="86651"/>
                  </a:lnTo>
                  <a:lnTo>
                    <a:pt x="56319" y="41928"/>
                  </a:lnTo>
                  <a:lnTo>
                    <a:pt x="83119" y="0"/>
                  </a:lnTo>
                  <a:lnTo>
                    <a:pt x="94356" y="47788"/>
                  </a:lnTo>
                  <a:lnTo>
                    <a:pt x="101496" y="96498"/>
                  </a:lnTo>
                  <a:lnTo>
                    <a:pt x="104471" y="145692"/>
                  </a:lnTo>
                  <a:lnTo>
                    <a:pt x="103212" y="194934"/>
                  </a:lnTo>
                  <a:lnTo>
                    <a:pt x="97653" y="243785"/>
                  </a:lnTo>
                  <a:lnTo>
                    <a:pt x="87725" y="291808"/>
                  </a:lnTo>
                  <a:lnTo>
                    <a:pt x="73359" y="338567"/>
                  </a:lnTo>
                  <a:lnTo>
                    <a:pt x="54490" y="383624"/>
                  </a:lnTo>
                  <a:lnTo>
                    <a:pt x="31047" y="426541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644229" y="8303607"/>
              <a:ext cx="318135" cy="210820"/>
            </a:xfrm>
            <a:custGeom>
              <a:avLst/>
              <a:gdLst/>
              <a:ahLst/>
              <a:cxnLst/>
              <a:rect l="l" t="t" r="r" b="b"/>
              <a:pathLst>
                <a:path w="318135" h="210820">
                  <a:moveTo>
                    <a:pt x="317645" y="0"/>
                  </a:moveTo>
                  <a:lnTo>
                    <a:pt x="316273" y="178"/>
                  </a:lnTo>
                  <a:lnTo>
                    <a:pt x="268695" y="756"/>
                  </a:lnTo>
                  <a:lnTo>
                    <a:pt x="221703" y="8243"/>
                  </a:lnTo>
                  <a:lnTo>
                    <a:pt x="176277" y="22409"/>
                  </a:lnTo>
                  <a:lnTo>
                    <a:pt x="133399" y="43024"/>
                  </a:lnTo>
                  <a:lnTo>
                    <a:pt x="94034" y="69752"/>
                  </a:lnTo>
                  <a:lnTo>
                    <a:pt x="58968" y="101920"/>
                  </a:lnTo>
                  <a:lnTo>
                    <a:pt x="28891" y="138797"/>
                  </a:lnTo>
                  <a:lnTo>
                    <a:pt x="4492" y="179648"/>
                  </a:lnTo>
                  <a:lnTo>
                    <a:pt x="0" y="198443"/>
                  </a:lnTo>
                  <a:lnTo>
                    <a:pt x="2398" y="204098"/>
                  </a:lnTo>
                  <a:lnTo>
                    <a:pt x="6890" y="210098"/>
                  </a:lnTo>
                  <a:lnTo>
                    <a:pt x="15581" y="210663"/>
                  </a:lnTo>
                  <a:lnTo>
                    <a:pt x="23067" y="210171"/>
                  </a:lnTo>
                  <a:lnTo>
                    <a:pt x="67801" y="201438"/>
                  </a:lnTo>
                  <a:lnTo>
                    <a:pt x="109677" y="182946"/>
                  </a:lnTo>
                  <a:lnTo>
                    <a:pt x="148460" y="157305"/>
                  </a:lnTo>
                  <a:lnTo>
                    <a:pt x="183911" y="127127"/>
                  </a:lnTo>
                  <a:lnTo>
                    <a:pt x="216779" y="94625"/>
                  </a:lnTo>
                  <a:lnTo>
                    <a:pt x="249007" y="61431"/>
                  </a:lnTo>
                  <a:lnTo>
                    <a:pt x="282120" y="29303"/>
                  </a:lnTo>
                  <a:lnTo>
                    <a:pt x="31764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644229" y="8303607"/>
              <a:ext cx="318135" cy="210820"/>
            </a:xfrm>
            <a:custGeom>
              <a:avLst/>
              <a:gdLst/>
              <a:ahLst/>
              <a:cxnLst/>
              <a:rect l="l" t="t" r="r" b="b"/>
              <a:pathLst>
                <a:path w="318135" h="210820">
                  <a:moveTo>
                    <a:pt x="316273" y="178"/>
                  </a:moveTo>
                  <a:lnTo>
                    <a:pt x="268695" y="756"/>
                  </a:lnTo>
                  <a:lnTo>
                    <a:pt x="221703" y="8243"/>
                  </a:lnTo>
                  <a:lnTo>
                    <a:pt x="176277" y="22409"/>
                  </a:lnTo>
                  <a:lnTo>
                    <a:pt x="133399" y="43024"/>
                  </a:lnTo>
                  <a:lnTo>
                    <a:pt x="94034" y="69752"/>
                  </a:lnTo>
                  <a:lnTo>
                    <a:pt x="58968" y="101920"/>
                  </a:lnTo>
                  <a:lnTo>
                    <a:pt x="28891" y="138797"/>
                  </a:lnTo>
                  <a:lnTo>
                    <a:pt x="4492" y="179648"/>
                  </a:lnTo>
                  <a:lnTo>
                    <a:pt x="0" y="198443"/>
                  </a:lnTo>
                  <a:lnTo>
                    <a:pt x="2398" y="204098"/>
                  </a:lnTo>
                  <a:lnTo>
                    <a:pt x="6890" y="210098"/>
                  </a:lnTo>
                  <a:lnTo>
                    <a:pt x="15581" y="210663"/>
                  </a:lnTo>
                  <a:lnTo>
                    <a:pt x="23067" y="210171"/>
                  </a:lnTo>
                  <a:lnTo>
                    <a:pt x="67801" y="201438"/>
                  </a:lnTo>
                  <a:lnTo>
                    <a:pt x="109677" y="182946"/>
                  </a:lnTo>
                  <a:lnTo>
                    <a:pt x="148460" y="157305"/>
                  </a:lnTo>
                  <a:lnTo>
                    <a:pt x="183911" y="127127"/>
                  </a:lnTo>
                  <a:lnTo>
                    <a:pt x="216779" y="94625"/>
                  </a:lnTo>
                  <a:lnTo>
                    <a:pt x="249007" y="61431"/>
                  </a:lnTo>
                  <a:lnTo>
                    <a:pt x="282120" y="29303"/>
                  </a:lnTo>
                  <a:lnTo>
                    <a:pt x="317645" y="0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929690" y="7861113"/>
              <a:ext cx="123189" cy="433070"/>
            </a:xfrm>
            <a:custGeom>
              <a:avLst/>
              <a:gdLst/>
              <a:ahLst/>
              <a:cxnLst/>
              <a:rect l="l" t="t" r="r" b="b"/>
              <a:pathLst>
                <a:path w="123189" h="433070">
                  <a:moveTo>
                    <a:pt x="96512" y="0"/>
                  </a:moveTo>
                  <a:lnTo>
                    <a:pt x="63887" y="22001"/>
                  </a:lnTo>
                  <a:lnTo>
                    <a:pt x="30370" y="77133"/>
                  </a:lnTo>
                  <a:lnTo>
                    <a:pt x="9655" y="154213"/>
                  </a:lnTo>
                  <a:lnTo>
                    <a:pt x="2936" y="200686"/>
                  </a:lnTo>
                  <a:lnTo>
                    <a:pt x="0" y="247555"/>
                  </a:lnTo>
                  <a:lnTo>
                    <a:pt x="838" y="294512"/>
                  </a:lnTo>
                  <a:lnTo>
                    <a:pt x="5448" y="341247"/>
                  </a:lnTo>
                  <a:lnTo>
                    <a:pt x="13824" y="387451"/>
                  </a:lnTo>
                  <a:lnTo>
                    <a:pt x="25960" y="432814"/>
                  </a:lnTo>
                  <a:lnTo>
                    <a:pt x="26619" y="429672"/>
                  </a:lnTo>
                  <a:lnTo>
                    <a:pt x="29891" y="422976"/>
                  </a:lnTo>
                  <a:lnTo>
                    <a:pt x="47594" y="383683"/>
                  </a:lnTo>
                  <a:lnTo>
                    <a:pt x="58199" y="365423"/>
                  </a:lnTo>
                  <a:lnTo>
                    <a:pt x="77658" y="326150"/>
                  </a:lnTo>
                  <a:lnTo>
                    <a:pt x="90587" y="283843"/>
                  </a:lnTo>
                  <a:lnTo>
                    <a:pt x="99875" y="240050"/>
                  </a:lnTo>
                  <a:lnTo>
                    <a:pt x="108407" y="196318"/>
                  </a:lnTo>
                  <a:lnTo>
                    <a:pt x="113262" y="172934"/>
                  </a:lnTo>
                  <a:lnTo>
                    <a:pt x="117636" y="149458"/>
                  </a:lnTo>
                  <a:lnTo>
                    <a:pt x="121043" y="125861"/>
                  </a:lnTo>
                  <a:lnTo>
                    <a:pt x="122993" y="102112"/>
                  </a:lnTo>
                  <a:lnTo>
                    <a:pt x="122971" y="78200"/>
                  </a:lnTo>
                  <a:lnTo>
                    <a:pt x="115214" y="31231"/>
                  </a:lnTo>
                  <a:lnTo>
                    <a:pt x="103256" y="2533"/>
                  </a:lnTo>
                  <a:lnTo>
                    <a:pt x="9651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1929690" y="7861113"/>
              <a:ext cx="123189" cy="433070"/>
            </a:xfrm>
            <a:custGeom>
              <a:avLst/>
              <a:gdLst/>
              <a:ahLst/>
              <a:cxnLst/>
              <a:rect l="l" t="t" r="r" b="b"/>
              <a:pathLst>
                <a:path w="123189" h="433070">
                  <a:moveTo>
                    <a:pt x="25960" y="432814"/>
                  </a:moveTo>
                  <a:lnTo>
                    <a:pt x="13824" y="387451"/>
                  </a:lnTo>
                  <a:lnTo>
                    <a:pt x="5448" y="341247"/>
                  </a:lnTo>
                  <a:lnTo>
                    <a:pt x="838" y="294512"/>
                  </a:lnTo>
                  <a:lnTo>
                    <a:pt x="0" y="247555"/>
                  </a:lnTo>
                  <a:lnTo>
                    <a:pt x="2936" y="200686"/>
                  </a:lnTo>
                  <a:lnTo>
                    <a:pt x="9655" y="154213"/>
                  </a:lnTo>
                  <a:lnTo>
                    <a:pt x="20159" y="108446"/>
                  </a:lnTo>
                  <a:lnTo>
                    <a:pt x="44581" y="47488"/>
                  </a:lnTo>
                  <a:lnTo>
                    <a:pt x="89382" y="3162"/>
                  </a:lnTo>
                  <a:lnTo>
                    <a:pt x="96512" y="0"/>
                  </a:lnTo>
                  <a:lnTo>
                    <a:pt x="99978" y="1298"/>
                  </a:lnTo>
                  <a:lnTo>
                    <a:pt x="120513" y="54426"/>
                  </a:lnTo>
                  <a:lnTo>
                    <a:pt x="122993" y="102112"/>
                  </a:lnTo>
                  <a:lnTo>
                    <a:pt x="121043" y="125861"/>
                  </a:lnTo>
                  <a:lnTo>
                    <a:pt x="117636" y="149458"/>
                  </a:lnTo>
                  <a:lnTo>
                    <a:pt x="113262" y="172934"/>
                  </a:lnTo>
                  <a:lnTo>
                    <a:pt x="108407" y="196318"/>
                  </a:lnTo>
                  <a:lnTo>
                    <a:pt x="99875" y="240050"/>
                  </a:lnTo>
                  <a:lnTo>
                    <a:pt x="90587" y="283843"/>
                  </a:lnTo>
                  <a:lnTo>
                    <a:pt x="77658" y="326150"/>
                  </a:lnTo>
                  <a:lnTo>
                    <a:pt x="58199" y="365423"/>
                  </a:lnTo>
                  <a:lnTo>
                    <a:pt x="52741" y="374426"/>
                  </a:lnTo>
                  <a:lnTo>
                    <a:pt x="47594" y="383683"/>
                  </a:lnTo>
                  <a:lnTo>
                    <a:pt x="42731" y="393095"/>
                  </a:lnTo>
                  <a:lnTo>
                    <a:pt x="38127" y="402563"/>
                  </a:lnTo>
                  <a:lnTo>
                    <a:pt x="34578" y="410714"/>
                  </a:lnTo>
                  <a:lnTo>
                    <a:pt x="32188" y="417088"/>
                  </a:lnTo>
                  <a:lnTo>
                    <a:pt x="29891" y="422976"/>
                  </a:lnTo>
                  <a:lnTo>
                    <a:pt x="26619" y="429672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2347070" y="7996628"/>
              <a:ext cx="121285" cy="357505"/>
            </a:xfrm>
            <a:custGeom>
              <a:avLst/>
              <a:gdLst/>
              <a:ahLst/>
              <a:cxnLst/>
              <a:rect l="l" t="t" r="r" b="b"/>
              <a:pathLst>
                <a:path w="121285" h="357504">
                  <a:moveTo>
                    <a:pt x="105139" y="0"/>
                  </a:moveTo>
                  <a:lnTo>
                    <a:pt x="56176" y="55752"/>
                  </a:lnTo>
                  <a:lnTo>
                    <a:pt x="33304" y="102374"/>
                  </a:lnTo>
                  <a:lnTo>
                    <a:pt x="16065" y="152048"/>
                  </a:lnTo>
                  <a:lnTo>
                    <a:pt x="4838" y="203573"/>
                  </a:lnTo>
                  <a:lnTo>
                    <a:pt x="0" y="255749"/>
                  </a:lnTo>
                  <a:lnTo>
                    <a:pt x="1930" y="307377"/>
                  </a:lnTo>
                  <a:lnTo>
                    <a:pt x="11006" y="357256"/>
                  </a:lnTo>
                  <a:lnTo>
                    <a:pt x="37708" y="315342"/>
                  </a:lnTo>
                  <a:lnTo>
                    <a:pt x="60923" y="271404"/>
                  </a:lnTo>
                  <a:lnTo>
                    <a:pt x="80551" y="225745"/>
                  </a:lnTo>
                  <a:lnTo>
                    <a:pt x="96487" y="178668"/>
                  </a:lnTo>
                  <a:lnTo>
                    <a:pt x="108631" y="130476"/>
                  </a:lnTo>
                  <a:lnTo>
                    <a:pt x="116879" y="81471"/>
                  </a:lnTo>
                  <a:lnTo>
                    <a:pt x="121128" y="31957"/>
                  </a:lnTo>
                  <a:lnTo>
                    <a:pt x="120728" y="21564"/>
                  </a:lnTo>
                  <a:lnTo>
                    <a:pt x="118290" y="11482"/>
                  </a:lnTo>
                  <a:lnTo>
                    <a:pt x="113273" y="3648"/>
                  </a:lnTo>
                  <a:lnTo>
                    <a:pt x="10513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2347070" y="7996628"/>
              <a:ext cx="121285" cy="357505"/>
            </a:xfrm>
            <a:custGeom>
              <a:avLst/>
              <a:gdLst/>
              <a:ahLst/>
              <a:cxnLst/>
              <a:rect l="l" t="t" r="r" b="b"/>
              <a:pathLst>
                <a:path w="121285" h="357504">
                  <a:moveTo>
                    <a:pt x="11006" y="357256"/>
                  </a:moveTo>
                  <a:lnTo>
                    <a:pt x="1930" y="307377"/>
                  </a:lnTo>
                  <a:lnTo>
                    <a:pt x="0" y="255749"/>
                  </a:lnTo>
                  <a:lnTo>
                    <a:pt x="4838" y="203573"/>
                  </a:lnTo>
                  <a:lnTo>
                    <a:pt x="16065" y="152048"/>
                  </a:lnTo>
                  <a:lnTo>
                    <a:pt x="33304" y="102374"/>
                  </a:lnTo>
                  <a:lnTo>
                    <a:pt x="56176" y="55752"/>
                  </a:lnTo>
                  <a:lnTo>
                    <a:pt x="84302" y="13381"/>
                  </a:lnTo>
                  <a:lnTo>
                    <a:pt x="105139" y="0"/>
                  </a:lnTo>
                  <a:lnTo>
                    <a:pt x="113273" y="3648"/>
                  </a:lnTo>
                  <a:lnTo>
                    <a:pt x="118290" y="11482"/>
                  </a:lnTo>
                  <a:lnTo>
                    <a:pt x="120728" y="21564"/>
                  </a:lnTo>
                  <a:lnTo>
                    <a:pt x="121128" y="31957"/>
                  </a:lnTo>
                  <a:lnTo>
                    <a:pt x="116879" y="81471"/>
                  </a:lnTo>
                  <a:lnTo>
                    <a:pt x="108631" y="130476"/>
                  </a:lnTo>
                  <a:lnTo>
                    <a:pt x="96487" y="178668"/>
                  </a:lnTo>
                  <a:lnTo>
                    <a:pt x="80551" y="225745"/>
                  </a:lnTo>
                  <a:lnTo>
                    <a:pt x="60923" y="271404"/>
                  </a:lnTo>
                  <a:lnTo>
                    <a:pt x="37708" y="315342"/>
                  </a:lnTo>
                  <a:lnTo>
                    <a:pt x="11006" y="357256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2394358" y="8260288"/>
              <a:ext cx="410845" cy="132080"/>
            </a:xfrm>
            <a:custGeom>
              <a:avLst/>
              <a:gdLst/>
              <a:ahLst/>
              <a:cxnLst/>
              <a:rect l="l" t="t" r="r" b="b"/>
              <a:pathLst>
                <a:path w="410844" h="132079">
                  <a:moveTo>
                    <a:pt x="278978" y="0"/>
                  </a:moveTo>
                  <a:lnTo>
                    <a:pt x="233348" y="660"/>
                  </a:lnTo>
                  <a:lnTo>
                    <a:pt x="188256" y="7647"/>
                  </a:lnTo>
                  <a:lnTo>
                    <a:pt x="134024" y="23601"/>
                  </a:lnTo>
                  <a:lnTo>
                    <a:pt x="83620" y="46691"/>
                  </a:lnTo>
                  <a:lnTo>
                    <a:pt x="38470" y="77947"/>
                  </a:lnTo>
                  <a:lnTo>
                    <a:pt x="0" y="118397"/>
                  </a:lnTo>
                  <a:lnTo>
                    <a:pt x="46592" y="127758"/>
                  </a:lnTo>
                  <a:lnTo>
                    <a:pt x="94162" y="132056"/>
                  </a:lnTo>
                  <a:lnTo>
                    <a:pt x="142186" y="131463"/>
                  </a:lnTo>
                  <a:lnTo>
                    <a:pt x="190137" y="126153"/>
                  </a:lnTo>
                  <a:lnTo>
                    <a:pt x="237493" y="116299"/>
                  </a:lnTo>
                  <a:lnTo>
                    <a:pt x="283727" y="102075"/>
                  </a:lnTo>
                  <a:lnTo>
                    <a:pt x="328316" y="83654"/>
                  </a:lnTo>
                  <a:lnTo>
                    <a:pt x="370735" y="61208"/>
                  </a:lnTo>
                  <a:lnTo>
                    <a:pt x="410458" y="34913"/>
                  </a:lnTo>
                  <a:lnTo>
                    <a:pt x="368396" y="17231"/>
                  </a:lnTo>
                  <a:lnTo>
                    <a:pt x="324282" y="5558"/>
                  </a:lnTo>
                  <a:lnTo>
                    <a:pt x="2789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2394358" y="8260288"/>
              <a:ext cx="410845" cy="132080"/>
            </a:xfrm>
            <a:custGeom>
              <a:avLst/>
              <a:gdLst/>
              <a:ahLst/>
              <a:cxnLst/>
              <a:rect l="l" t="t" r="r" b="b"/>
              <a:pathLst>
                <a:path w="410844" h="132079">
                  <a:moveTo>
                    <a:pt x="0" y="118397"/>
                  </a:moveTo>
                  <a:lnTo>
                    <a:pt x="46592" y="127758"/>
                  </a:lnTo>
                  <a:lnTo>
                    <a:pt x="94162" y="132056"/>
                  </a:lnTo>
                  <a:lnTo>
                    <a:pt x="142186" y="131463"/>
                  </a:lnTo>
                  <a:lnTo>
                    <a:pt x="190137" y="126153"/>
                  </a:lnTo>
                  <a:lnTo>
                    <a:pt x="237493" y="116299"/>
                  </a:lnTo>
                  <a:lnTo>
                    <a:pt x="283727" y="102075"/>
                  </a:lnTo>
                  <a:lnTo>
                    <a:pt x="328316" y="83654"/>
                  </a:lnTo>
                  <a:lnTo>
                    <a:pt x="370735" y="61208"/>
                  </a:lnTo>
                  <a:lnTo>
                    <a:pt x="410458" y="34913"/>
                  </a:lnTo>
                  <a:lnTo>
                    <a:pt x="368396" y="17231"/>
                  </a:lnTo>
                  <a:lnTo>
                    <a:pt x="324282" y="5558"/>
                  </a:lnTo>
                  <a:lnTo>
                    <a:pt x="278978" y="0"/>
                  </a:lnTo>
                  <a:lnTo>
                    <a:pt x="233348" y="660"/>
                  </a:lnTo>
                  <a:lnTo>
                    <a:pt x="188256" y="7647"/>
                  </a:lnTo>
                  <a:lnTo>
                    <a:pt x="134024" y="23601"/>
                  </a:lnTo>
                  <a:lnTo>
                    <a:pt x="83620" y="46691"/>
                  </a:lnTo>
                  <a:lnTo>
                    <a:pt x="38470" y="77947"/>
                  </a:lnTo>
                  <a:lnTo>
                    <a:pt x="0" y="118397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2424956" y="8087765"/>
              <a:ext cx="372745" cy="215900"/>
            </a:xfrm>
            <a:custGeom>
              <a:avLst/>
              <a:gdLst/>
              <a:ahLst/>
              <a:cxnLst/>
              <a:rect l="l" t="t" r="r" b="b"/>
              <a:pathLst>
                <a:path w="372744" h="215900">
                  <a:moveTo>
                    <a:pt x="372522" y="0"/>
                  </a:moveTo>
                  <a:lnTo>
                    <a:pt x="323464" y="5214"/>
                  </a:lnTo>
                  <a:lnTo>
                    <a:pt x="274953" y="15703"/>
                  </a:lnTo>
                  <a:lnTo>
                    <a:pt x="227576" y="31211"/>
                  </a:lnTo>
                  <a:lnTo>
                    <a:pt x="181920" y="51485"/>
                  </a:lnTo>
                  <a:lnTo>
                    <a:pt x="138573" y="76268"/>
                  </a:lnTo>
                  <a:lnTo>
                    <a:pt x="98120" y="105307"/>
                  </a:lnTo>
                  <a:lnTo>
                    <a:pt x="61149" y="138346"/>
                  </a:lnTo>
                  <a:lnTo>
                    <a:pt x="28246" y="175131"/>
                  </a:lnTo>
                  <a:lnTo>
                    <a:pt x="0" y="215407"/>
                  </a:lnTo>
                  <a:lnTo>
                    <a:pt x="14388" y="203729"/>
                  </a:lnTo>
                  <a:lnTo>
                    <a:pt x="32789" y="195927"/>
                  </a:lnTo>
                  <a:lnTo>
                    <a:pt x="52761" y="190765"/>
                  </a:lnTo>
                  <a:lnTo>
                    <a:pt x="117790" y="177783"/>
                  </a:lnTo>
                  <a:lnTo>
                    <a:pt x="163360" y="166960"/>
                  </a:lnTo>
                  <a:lnTo>
                    <a:pt x="207883" y="153087"/>
                  </a:lnTo>
                  <a:lnTo>
                    <a:pt x="250672" y="134707"/>
                  </a:lnTo>
                  <a:lnTo>
                    <a:pt x="290775" y="110212"/>
                  </a:lnTo>
                  <a:lnTo>
                    <a:pt x="326075" y="79278"/>
                  </a:lnTo>
                  <a:lnTo>
                    <a:pt x="354135" y="42382"/>
                  </a:lnTo>
                  <a:lnTo>
                    <a:pt x="37252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2424956" y="8087765"/>
              <a:ext cx="372745" cy="215900"/>
            </a:xfrm>
            <a:custGeom>
              <a:avLst/>
              <a:gdLst/>
              <a:ahLst/>
              <a:cxnLst/>
              <a:rect l="l" t="t" r="r" b="b"/>
              <a:pathLst>
                <a:path w="372744" h="215900">
                  <a:moveTo>
                    <a:pt x="0" y="215407"/>
                  </a:moveTo>
                  <a:lnTo>
                    <a:pt x="28246" y="175131"/>
                  </a:lnTo>
                  <a:lnTo>
                    <a:pt x="61149" y="138346"/>
                  </a:lnTo>
                  <a:lnTo>
                    <a:pt x="98120" y="105307"/>
                  </a:lnTo>
                  <a:lnTo>
                    <a:pt x="138573" y="76268"/>
                  </a:lnTo>
                  <a:lnTo>
                    <a:pt x="181920" y="51485"/>
                  </a:lnTo>
                  <a:lnTo>
                    <a:pt x="227576" y="31211"/>
                  </a:lnTo>
                  <a:lnTo>
                    <a:pt x="274953" y="15703"/>
                  </a:lnTo>
                  <a:lnTo>
                    <a:pt x="323464" y="5214"/>
                  </a:lnTo>
                  <a:lnTo>
                    <a:pt x="372522" y="0"/>
                  </a:lnTo>
                  <a:lnTo>
                    <a:pt x="354135" y="42382"/>
                  </a:lnTo>
                  <a:lnTo>
                    <a:pt x="326075" y="79278"/>
                  </a:lnTo>
                  <a:lnTo>
                    <a:pt x="290775" y="110212"/>
                  </a:lnTo>
                  <a:lnTo>
                    <a:pt x="250672" y="134707"/>
                  </a:lnTo>
                  <a:lnTo>
                    <a:pt x="207883" y="153087"/>
                  </a:lnTo>
                  <a:lnTo>
                    <a:pt x="163360" y="166960"/>
                  </a:lnTo>
                  <a:lnTo>
                    <a:pt x="117790" y="177783"/>
                  </a:lnTo>
                  <a:lnTo>
                    <a:pt x="71861" y="187010"/>
                  </a:lnTo>
                  <a:lnTo>
                    <a:pt x="52761" y="190765"/>
                  </a:lnTo>
                  <a:lnTo>
                    <a:pt x="32789" y="195927"/>
                  </a:lnTo>
                  <a:lnTo>
                    <a:pt x="14388" y="203729"/>
                  </a:lnTo>
                  <a:lnTo>
                    <a:pt x="0" y="215407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2312451" y="7502787"/>
              <a:ext cx="102235" cy="441959"/>
            </a:xfrm>
            <a:custGeom>
              <a:avLst/>
              <a:gdLst/>
              <a:ahLst/>
              <a:cxnLst/>
              <a:rect l="l" t="t" r="r" b="b"/>
              <a:pathLst>
                <a:path w="102235" h="441959">
                  <a:moveTo>
                    <a:pt x="57482" y="0"/>
                  </a:moveTo>
                  <a:lnTo>
                    <a:pt x="35876" y="47298"/>
                  </a:lnTo>
                  <a:lnTo>
                    <a:pt x="19197" y="95947"/>
                  </a:lnTo>
                  <a:lnTo>
                    <a:pt x="7573" y="145553"/>
                  </a:lnTo>
                  <a:lnTo>
                    <a:pt x="1131" y="195727"/>
                  </a:lnTo>
                  <a:lnTo>
                    <a:pt x="0" y="246078"/>
                  </a:lnTo>
                  <a:lnTo>
                    <a:pt x="4306" y="296216"/>
                  </a:lnTo>
                  <a:lnTo>
                    <a:pt x="14177" y="345750"/>
                  </a:lnTo>
                  <a:lnTo>
                    <a:pt x="29741" y="394288"/>
                  </a:lnTo>
                  <a:lnTo>
                    <a:pt x="51126" y="441442"/>
                  </a:lnTo>
                  <a:lnTo>
                    <a:pt x="53294" y="433965"/>
                  </a:lnTo>
                  <a:lnTo>
                    <a:pt x="68744" y="380132"/>
                  </a:lnTo>
                  <a:lnTo>
                    <a:pt x="82797" y="325920"/>
                  </a:lnTo>
                  <a:lnTo>
                    <a:pt x="94009" y="271188"/>
                  </a:lnTo>
                  <a:lnTo>
                    <a:pt x="100936" y="215794"/>
                  </a:lnTo>
                  <a:lnTo>
                    <a:pt x="101993" y="159683"/>
                  </a:lnTo>
                  <a:lnTo>
                    <a:pt x="95830" y="103947"/>
                  </a:lnTo>
                  <a:lnTo>
                    <a:pt x="81357" y="50185"/>
                  </a:lnTo>
                  <a:lnTo>
                    <a:pt x="5748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2312451" y="7502787"/>
              <a:ext cx="102235" cy="441959"/>
            </a:xfrm>
            <a:custGeom>
              <a:avLst/>
              <a:gdLst/>
              <a:ahLst/>
              <a:cxnLst/>
              <a:rect l="l" t="t" r="r" b="b"/>
              <a:pathLst>
                <a:path w="102235" h="441959">
                  <a:moveTo>
                    <a:pt x="53294" y="433965"/>
                  </a:moveTo>
                  <a:lnTo>
                    <a:pt x="68744" y="380132"/>
                  </a:lnTo>
                  <a:lnTo>
                    <a:pt x="82797" y="325920"/>
                  </a:lnTo>
                  <a:lnTo>
                    <a:pt x="94009" y="271188"/>
                  </a:lnTo>
                  <a:lnTo>
                    <a:pt x="100936" y="215794"/>
                  </a:lnTo>
                  <a:lnTo>
                    <a:pt x="101993" y="159683"/>
                  </a:lnTo>
                  <a:lnTo>
                    <a:pt x="95830" y="103947"/>
                  </a:lnTo>
                  <a:lnTo>
                    <a:pt x="81357" y="50185"/>
                  </a:lnTo>
                  <a:lnTo>
                    <a:pt x="57482" y="0"/>
                  </a:lnTo>
                  <a:lnTo>
                    <a:pt x="35876" y="47298"/>
                  </a:lnTo>
                  <a:lnTo>
                    <a:pt x="19197" y="95947"/>
                  </a:lnTo>
                  <a:lnTo>
                    <a:pt x="7573" y="145553"/>
                  </a:lnTo>
                  <a:lnTo>
                    <a:pt x="1131" y="195727"/>
                  </a:lnTo>
                  <a:lnTo>
                    <a:pt x="0" y="246078"/>
                  </a:lnTo>
                  <a:lnTo>
                    <a:pt x="4306" y="296216"/>
                  </a:lnTo>
                  <a:lnTo>
                    <a:pt x="14177" y="345750"/>
                  </a:lnTo>
                  <a:lnTo>
                    <a:pt x="29741" y="394288"/>
                  </a:lnTo>
                  <a:lnTo>
                    <a:pt x="51126" y="441442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2608429" y="7521358"/>
              <a:ext cx="430530" cy="292735"/>
            </a:xfrm>
            <a:custGeom>
              <a:avLst/>
              <a:gdLst/>
              <a:ahLst/>
              <a:cxnLst/>
              <a:rect l="l" t="t" r="r" b="b"/>
              <a:pathLst>
                <a:path w="430530" h="292734">
                  <a:moveTo>
                    <a:pt x="430301" y="0"/>
                  </a:moveTo>
                  <a:lnTo>
                    <a:pt x="382954" y="7230"/>
                  </a:lnTo>
                  <a:lnTo>
                    <a:pt x="336095" y="19344"/>
                  </a:lnTo>
                  <a:lnTo>
                    <a:pt x="290110" y="36004"/>
                  </a:lnTo>
                  <a:lnTo>
                    <a:pt x="245385" y="56877"/>
                  </a:lnTo>
                  <a:lnTo>
                    <a:pt x="202305" y="81626"/>
                  </a:lnTo>
                  <a:lnTo>
                    <a:pt x="161257" y="109915"/>
                  </a:lnTo>
                  <a:lnTo>
                    <a:pt x="122627" y="141410"/>
                  </a:lnTo>
                  <a:lnTo>
                    <a:pt x="86800" y="175775"/>
                  </a:lnTo>
                  <a:lnTo>
                    <a:pt x="54162" y="212674"/>
                  </a:lnTo>
                  <a:lnTo>
                    <a:pt x="25100" y="251772"/>
                  </a:lnTo>
                  <a:lnTo>
                    <a:pt x="0" y="292734"/>
                  </a:lnTo>
                  <a:lnTo>
                    <a:pt x="45015" y="290921"/>
                  </a:lnTo>
                  <a:lnTo>
                    <a:pt x="89742" y="283904"/>
                  </a:lnTo>
                  <a:lnTo>
                    <a:pt x="133768" y="272014"/>
                  </a:lnTo>
                  <a:lnTo>
                    <a:pt x="176679" y="255580"/>
                  </a:lnTo>
                  <a:lnTo>
                    <a:pt x="218062" y="234930"/>
                  </a:lnTo>
                  <a:lnTo>
                    <a:pt x="257506" y="210394"/>
                  </a:lnTo>
                  <a:lnTo>
                    <a:pt x="294597" y="182300"/>
                  </a:lnTo>
                  <a:lnTo>
                    <a:pt x="328921" y="150979"/>
                  </a:lnTo>
                  <a:lnTo>
                    <a:pt x="360067" y="116759"/>
                  </a:lnTo>
                  <a:lnTo>
                    <a:pt x="387620" y="79970"/>
                  </a:lnTo>
                  <a:lnTo>
                    <a:pt x="411169" y="40940"/>
                  </a:lnTo>
                  <a:lnTo>
                    <a:pt x="43030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2608429" y="7521358"/>
              <a:ext cx="430530" cy="292735"/>
            </a:xfrm>
            <a:custGeom>
              <a:avLst/>
              <a:gdLst/>
              <a:ahLst/>
              <a:cxnLst/>
              <a:rect l="l" t="t" r="r" b="b"/>
              <a:pathLst>
                <a:path w="430530" h="292734">
                  <a:moveTo>
                    <a:pt x="0" y="292734"/>
                  </a:moveTo>
                  <a:lnTo>
                    <a:pt x="25100" y="251772"/>
                  </a:lnTo>
                  <a:lnTo>
                    <a:pt x="54162" y="212674"/>
                  </a:lnTo>
                  <a:lnTo>
                    <a:pt x="86800" y="175775"/>
                  </a:lnTo>
                  <a:lnTo>
                    <a:pt x="122627" y="141410"/>
                  </a:lnTo>
                  <a:lnTo>
                    <a:pt x="161257" y="109915"/>
                  </a:lnTo>
                  <a:lnTo>
                    <a:pt x="202305" y="81626"/>
                  </a:lnTo>
                  <a:lnTo>
                    <a:pt x="245385" y="56877"/>
                  </a:lnTo>
                  <a:lnTo>
                    <a:pt x="290110" y="36004"/>
                  </a:lnTo>
                  <a:lnTo>
                    <a:pt x="336095" y="19344"/>
                  </a:lnTo>
                  <a:lnTo>
                    <a:pt x="382954" y="7230"/>
                  </a:lnTo>
                  <a:lnTo>
                    <a:pt x="430301" y="0"/>
                  </a:lnTo>
                  <a:lnTo>
                    <a:pt x="411169" y="40940"/>
                  </a:lnTo>
                  <a:lnTo>
                    <a:pt x="387620" y="79970"/>
                  </a:lnTo>
                  <a:lnTo>
                    <a:pt x="360067" y="116759"/>
                  </a:lnTo>
                  <a:lnTo>
                    <a:pt x="328921" y="150979"/>
                  </a:lnTo>
                  <a:lnTo>
                    <a:pt x="294597" y="182300"/>
                  </a:lnTo>
                  <a:lnTo>
                    <a:pt x="257506" y="210394"/>
                  </a:lnTo>
                  <a:lnTo>
                    <a:pt x="218062" y="234930"/>
                  </a:lnTo>
                  <a:lnTo>
                    <a:pt x="176679" y="255580"/>
                  </a:lnTo>
                  <a:lnTo>
                    <a:pt x="133768" y="272014"/>
                  </a:lnTo>
                  <a:lnTo>
                    <a:pt x="89742" y="283904"/>
                  </a:lnTo>
                  <a:lnTo>
                    <a:pt x="45015" y="290921"/>
                  </a:lnTo>
                  <a:lnTo>
                    <a:pt x="0" y="292734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2555396" y="7819350"/>
              <a:ext cx="490220" cy="189230"/>
            </a:xfrm>
            <a:custGeom>
              <a:avLst/>
              <a:gdLst/>
              <a:ahLst/>
              <a:cxnLst/>
              <a:rect l="l" t="t" r="r" b="b"/>
              <a:pathLst>
                <a:path w="490219" h="189229">
                  <a:moveTo>
                    <a:pt x="162865" y="0"/>
                  </a:moveTo>
                  <a:lnTo>
                    <a:pt x="112183" y="3553"/>
                  </a:lnTo>
                  <a:lnTo>
                    <a:pt x="61454" y="10689"/>
                  </a:lnTo>
                  <a:lnTo>
                    <a:pt x="10816" y="21193"/>
                  </a:lnTo>
                  <a:lnTo>
                    <a:pt x="0" y="24764"/>
                  </a:lnTo>
                  <a:lnTo>
                    <a:pt x="46327" y="34631"/>
                  </a:lnTo>
                  <a:lnTo>
                    <a:pt x="91250" y="49142"/>
                  </a:lnTo>
                  <a:lnTo>
                    <a:pt x="135109" y="67211"/>
                  </a:lnTo>
                  <a:lnTo>
                    <a:pt x="178241" y="87752"/>
                  </a:lnTo>
                  <a:lnTo>
                    <a:pt x="220988" y="109676"/>
                  </a:lnTo>
                  <a:lnTo>
                    <a:pt x="263688" y="131898"/>
                  </a:lnTo>
                  <a:lnTo>
                    <a:pt x="306680" y="153330"/>
                  </a:lnTo>
                  <a:lnTo>
                    <a:pt x="350303" y="172885"/>
                  </a:lnTo>
                  <a:lnTo>
                    <a:pt x="369488" y="180143"/>
                  </a:lnTo>
                  <a:lnTo>
                    <a:pt x="389217" y="185696"/>
                  </a:lnTo>
                  <a:lnTo>
                    <a:pt x="409289" y="188635"/>
                  </a:lnTo>
                  <a:lnTo>
                    <a:pt x="429505" y="188047"/>
                  </a:lnTo>
                  <a:lnTo>
                    <a:pt x="467155" y="172595"/>
                  </a:lnTo>
                  <a:lnTo>
                    <a:pt x="489115" y="139912"/>
                  </a:lnTo>
                  <a:lnTo>
                    <a:pt x="490207" y="123276"/>
                  </a:lnTo>
                  <a:lnTo>
                    <a:pt x="486523" y="106937"/>
                  </a:lnTo>
                  <a:lnTo>
                    <a:pt x="455589" y="67337"/>
                  </a:lnTo>
                  <a:lnTo>
                    <a:pt x="410793" y="43486"/>
                  </a:lnTo>
                  <a:lnTo>
                    <a:pt x="362395" y="25907"/>
                  </a:lnTo>
                  <a:lnTo>
                    <a:pt x="313267" y="12983"/>
                  </a:lnTo>
                  <a:lnTo>
                    <a:pt x="263544" y="4500"/>
                  </a:lnTo>
                  <a:lnTo>
                    <a:pt x="213365" y="244"/>
                  </a:lnTo>
                  <a:lnTo>
                    <a:pt x="16286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2555396" y="7819350"/>
              <a:ext cx="490220" cy="189230"/>
            </a:xfrm>
            <a:custGeom>
              <a:avLst/>
              <a:gdLst/>
              <a:ahLst/>
              <a:cxnLst/>
              <a:rect l="l" t="t" r="r" b="b"/>
              <a:pathLst>
                <a:path w="490219" h="189229">
                  <a:moveTo>
                    <a:pt x="0" y="24764"/>
                  </a:moveTo>
                  <a:lnTo>
                    <a:pt x="46327" y="34631"/>
                  </a:lnTo>
                  <a:lnTo>
                    <a:pt x="91250" y="49142"/>
                  </a:lnTo>
                  <a:lnTo>
                    <a:pt x="135109" y="67211"/>
                  </a:lnTo>
                  <a:lnTo>
                    <a:pt x="178241" y="87752"/>
                  </a:lnTo>
                  <a:lnTo>
                    <a:pt x="220988" y="109676"/>
                  </a:lnTo>
                  <a:lnTo>
                    <a:pt x="263688" y="131898"/>
                  </a:lnTo>
                  <a:lnTo>
                    <a:pt x="306680" y="153330"/>
                  </a:lnTo>
                  <a:lnTo>
                    <a:pt x="350303" y="172885"/>
                  </a:lnTo>
                  <a:lnTo>
                    <a:pt x="369488" y="180143"/>
                  </a:lnTo>
                  <a:lnTo>
                    <a:pt x="389217" y="185696"/>
                  </a:lnTo>
                  <a:lnTo>
                    <a:pt x="409289" y="188635"/>
                  </a:lnTo>
                  <a:lnTo>
                    <a:pt x="429505" y="188047"/>
                  </a:lnTo>
                  <a:lnTo>
                    <a:pt x="467155" y="172595"/>
                  </a:lnTo>
                  <a:lnTo>
                    <a:pt x="489115" y="139912"/>
                  </a:lnTo>
                  <a:lnTo>
                    <a:pt x="490207" y="123276"/>
                  </a:lnTo>
                  <a:lnTo>
                    <a:pt x="486523" y="106937"/>
                  </a:lnTo>
                  <a:lnTo>
                    <a:pt x="455589" y="67337"/>
                  </a:lnTo>
                  <a:lnTo>
                    <a:pt x="410793" y="43486"/>
                  </a:lnTo>
                  <a:lnTo>
                    <a:pt x="362395" y="25907"/>
                  </a:lnTo>
                  <a:lnTo>
                    <a:pt x="313267" y="12983"/>
                  </a:lnTo>
                  <a:lnTo>
                    <a:pt x="263544" y="4500"/>
                  </a:lnTo>
                  <a:lnTo>
                    <a:pt x="213365" y="244"/>
                  </a:lnTo>
                  <a:lnTo>
                    <a:pt x="162865" y="0"/>
                  </a:lnTo>
                  <a:lnTo>
                    <a:pt x="112183" y="3553"/>
                  </a:lnTo>
                  <a:lnTo>
                    <a:pt x="61454" y="10689"/>
                  </a:lnTo>
                  <a:lnTo>
                    <a:pt x="10816" y="21193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2482650" y="7927022"/>
              <a:ext cx="356870" cy="185420"/>
            </a:xfrm>
            <a:custGeom>
              <a:avLst/>
              <a:gdLst/>
              <a:ahLst/>
              <a:cxnLst/>
              <a:rect l="l" t="t" r="r" b="b"/>
              <a:pathLst>
                <a:path w="356869" h="185420">
                  <a:moveTo>
                    <a:pt x="0" y="0"/>
                  </a:moveTo>
                  <a:lnTo>
                    <a:pt x="0" y="5266"/>
                  </a:lnTo>
                  <a:lnTo>
                    <a:pt x="18325" y="12579"/>
                  </a:lnTo>
                  <a:lnTo>
                    <a:pt x="32582" y="22165"/>
                  </a:lnTo>
                  <a:lnTo>
                    <a:pt x="100180" y="78385"/>
                  </a:lnTo>
                  <a:lnTo>
                    <a:pt x="141917" y="106284"/>
                  </a:lnTo>
                  <a:lnTo>
                    <a:pt x="185667" y="130910"/>
                  </a:lnTo>
                  <a:lnTo>
                    <a:pt x="231167" y="152130"/>
                  </a:lnTo>
                  <a:lnTo>
                    <a:pt x="278154" y="169807"/>
                  </a:lnTo>
                  <a:lnTo>
                    <a:pt x="326367" y="183805"/>
                  </a:lnTo>
                  <a:lnTo>
                    <a:pt x="342527" y="185370"/>
                  </a:lnTo>
                  <a:lnTo>
                    <a:pt x="349704" y="183268"/>
                  </a:lnTo>
                  <a:lnTo>
                    <a:pt x="354847" y="178162"/>
                  </a:lnTo>
                  <a:lnTo>
                    <a:pt x="356432" y="171904"/>
                  </a:lnTo>
                  <a:lnTo>
                    <a:pt x="355202" y="165413"/>
                  </a:lnTo>
                  <a:lnTo>
                    <a:pt x="314310" y="117966"/>
                  </a:lnTo>
                  <a:lnTo>
                    <a:pt x="275458" y="88283"/>
                  </a:lnTo>
                  <a:lnTo>
                    <a:pt x="232768" y="63900"/>
                  </a:lnTo>
                  <a:lnTo>
                    <a:pt x="187585" y="44438"/>
                  </a:lnTo>
                  <a:lnTo>
                    <a:pt x="142705" y="27034"/>
                  </a:lnTo>
                  <a:lnTo>
                    <a:pt x="98245" y="11444"/>
                  </a:lnTo>
                  <a:lnTo>
                    <a:pt x="51559" y="1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2482650" y="7927022"/>
              <a:ext cx="356870" cy="185420"/>
            </a:xfrm>
            <a:custGeom>
              <a:avLst/>
              <a:gdLst/>
              <a:ahLst/>
              <a:cxnLst/>
              <a:rect l="l" t="t" r="r" b="b"/>
              <a:pathLst>
                <a:path w="356869" h="185420">
                  <a:moveTo>
                    <a:pt x="0" y="5266"/>
                  </a:moveTo>
                  <a:lnTo>
                    <a:pt x="18325" y="12579"/>
                  </a:lnTo>
                  <a:lnTo>
                    <a:pt x="32582" y="22165"/>
                  </a:lnTo>
                  <a:lnTo>
                    <a:pt x="45728" y="33822"/>
                  </a:lnTo>
                  <a:lnTo>
                    <a:pt x="60720" y="47349"/>
                  </a:lnTo>
                  <a:lnTo>
                    <a:pt x="100180" y="78385"/>
                  </a:lnTo>
                  <a:lnTo>
                    <a:pt x="141917" y="106284"/>
                  </a:lnTo>
                  <a:lnTo>
                    <a:pt x="185667" y="130910"/>
                  </a:lnTo>
                  <a:lnTo>
                    <a:pt x="231167" y="152130"/>
                  </a:lnTo>
                  <a:lnTo>
                    <a:pt x="278154" y="169807"/>
                  </a:lnTo>
                  <a:lnTo>
                    <a:pt x="326367" y="183805"/>
                  </a:lnTo>
                  <a:lnTo>
                    <a:pt x="342527" y="185370"/>
                  </a:lnTo>
                  <a:lnTo>
                    <a:pt x="349704" y="183268"/>
                  </a:lnTo>
                  <a:lnTo>
                    <a:pt x="354847" y="178162"/>
                  </a:lnTo>
                  <a:lnTo>
                    <a:pt x="356432" y="171904"/>
                  </a:lnTo>
                  <a:lnTo>
                    <a:pt x="355202" y="165413"/>
                  </a:lnTo>
                  <a:lnTo>
                    <a:pt x="314310" y="117966"/>
                  </a:lnTo>
                  <a:lnTo>
                    <a:pt x="275458" y="88283"/>
                  </a:lnTo>
                  <a:lnTo>
                    <a:pt x="232768" y="63900"/>
                  </a:lnTo>
                  <a:lnTo>
                    <a:pt x="187585" y="44438"/>
                  </a:lnTo>
                  <a:lnTo>
                    <a:pt x="142705" y="27034"/>
                  </a:lnTo>
                  <a:lnTo>
                    <a:pt x="98245" y="11444"/>
                  </a:lnTo>
                  <a:lnTo>
                    <a:pt x="51559" y="1242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2400552" y="7386155"/>
              <a:ext cx="407034" cy="147320"/>
            </a:xfrm>
            <a:custGeom>
              <a:avLst/>
              <a:gdLst/>
              <a:ahLst/>
              <a:cxnLst/>
              <a:rect l="l" t="t" r="r" b="b"/>
              <a:pathLst>
                <a:path w="407035" h="147320">
                  <a:moveTo>
                    <a:pt x="103667" y="0"/>
                  </a:moveTo>
                  <a:lnTo>
                    <a:pt x="52051" y="3522"/>
                  </a:lnTo>
                  <a:lnTo>
                    <a:pt x="0" y="13593"/>
                  </a:lnTo>
                  <a:lnTo>
                    <a:pt x="40202" y="47168"/>
                  </a:lnTo>
                  <a:lnTo>
                    <a:pt x="83774" y="76204"/>
                  </a:lnTo>
                  <a:lnTo>
                    <a:pt x="130171" y="100517"/>
                  </a:lnTo>
                  <a:lnTo>
                    <a:pt x="178846" y="119919"/>
                  </a:lnTo>
                  <a:lnTo>
                    <a:pt x="229255" y="134227"/>
                  </a:lnTo>
                  <a:lnTo>
                    <a:pt x="280851" y="143255"/>
                  </a:lnTo>
                  <a:lnTo>
                    <a:pt x="333088" y="146818"/>
                  </a:lnTo>
                  <a:lnTo>
                    <a:pt x="385422" y="144730"/>
                  </a:lnTo>
                  <a:lnTo>
                    <a:pt x="391757" y="144123"/>
                  </a:lnTo>
                  <a:lnTo>
                    <a:pt x="398668" y="143118"/>
                  </a:lnTo>
                  <a:lnTo>
                    <a:pt x="402972" y="138427"/>
                  </a:lnTo>
                  <a:lnTo>
                    <a:pt x="406587" y="129641"/>
                  </a:lnTo>
                  <a:lnTo>
                    <a:pt x="404231" y="119944"/>
                  </a:lnTo>
                  <a:lnTo>
                    <a:pt x="346160" y="72106"/>
                  </a:lnTo>
                  <a:lnTo>
                    <a:pt x="300599" y="46530"/>
                  </a:lnTo>
                  <a:lnTo>
                    <a:pt x="253312" y="26290"/>
                  </a:lnTo>
                  <a:lnTo>
                    <a:pt x="204555" y="11626"/>
                  </a:lnTo>
                  <a:lnTo>
                    <a:pt x="154587" y="2781"/>
                  </a:lnTo>
                  <a:lnTo>
                    <a:pt x="1036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2400552" y="7386155"/>
              <a:ext cx="407034" cy="147320"/>
            </a:xfrm>
            <a:custGeom>
              <a:avLst/>
              <a:gdLst/>
              <a:ahLst/>
              <a:cxnLst/>
              <a:rect l="l" t="t" r="r" b="b"/>
              <a:pathLst>
                <a:path w="407035" h="147320">
                  <a:moveTo>
                    <a:pt x="0" y="13593"/>
                  </a:moveTo>
                  <a:lnTo>
                    <a:pt x="40202" y="47168"/>
                  </a:lnTo>
                  <a:lnTo>
                    <a:pt x="83774" y="76204"/>
                  </a:lnTo>
                  <a:lnTo>
                    <a:pt x="130171" y="100517"/>
                  </a:lnTo>
                  <a:lnTo>
                    <a:pt x="178846" y="119919"/>
                  </a:lnTo>
                  <a:lnTo>
                    <a:pt x="229255" y="134227"/>
                  </a:lnTo>
                  <a:lnTo>
                    <a:pt x="280851" y="143255"/>
                  </a:lnTo>
                  <a:lnTo>
                    <a:pt x="333088" y="146818"/>
                  </a:lnTo>
                  <a:lnTo>
                    <a:pt x="385422" y="144730"/>
                  </a:lnTo>
                  <a:lnTo>
                    <a:pt x="391757" y="144123"/>
                  </a:lnTo>
                  <a:lnTo>
                    <a:pt x="398668" y="143118"/>
                  </a:lnTo>
                  <a:lnTo>
                    <a:pt x="402972" y="138427"/>
                  </a:lnTo>
                  <a:lnTo>
                    <a:pt x="406587" y="129641"/>
                  </a:lnTo>
                  <a:lnTo>
                    <a:pt x="404231" y="119944"/>
                  </a:lnTo>
                  <a:lnTo>
                    <a:pt x="346160" y="72106"/>
                  </a:lnTo>
                  <a:lnTo>
                    <a:pt x="300599" y="46530"/>
                  </a:lnTo>
                  <a:lnTo>
                    <a:pt x="253312" y="26290"/>
                  </a:lnTo>
                  <a:lnTo>
                    <a:pt x="204555" y="11626"/>
                  </a:lnTo>
                  <a:lnTo>
                    <a:pt x="154587" y="2781"/>
                  </a:lnTo>
                  <a:lnTo>
                    <a:pt x="103667" y="0"/>
                  </a:lnTo>
                  <a:lnTo>
                    <a:pt x="52051" y="3522"/>
                  </a:lnTo>
                  <a:lnTo>
                    <a:pt x="0" y="13593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2497887" y="7259598"/>
              <a:ext cx="481330" cy="129539"/>
            </a:xfrm>
            <a:custGeom>
              <a:avLst/>
              <a:gdLst/>
              <a:ahLst/>
              <a:cxnLst/>
              <a:rect l="l" t="t" r="r" b="b"/>
              <a:pathLst>
                <a:path w="481330" h="129540">
                  <a:moveTo>
                    <a:pt x="331814" y="0"/>
                  </a:moveTo>
                  <a:lnTo>
                    <a:pt x="281227" y="1236"/>
                  </a:lnTo>
                  <a:lnTo>
                    <a:pt x="230952" y="7161"/>
                  </a:lnTo>
                  <a:lnTo>
                    <a:pt x="181439" y="17701"/>
                  </a:lnTo>
                  <a:lnTo>
                    <a:pt x="133137" y="32782"/>
                  </a:lnTo>
                  <a:lnTo>
                    <a:pt x="86497" y="52329"/>
                  </a:lnTo>
                  <a:lnTo>
                    <a:pt x="41968" y="76268"/>
                  </a:lnTo>
                  <a:lnTo>
                    <a:pt x="0" y="104526"/>
                  </a:lnTo>
                  <a:lnTo>
                    <a:pt x="49739" y="115528"/>
                  </a:lnTo>
                  <a:lnTo>
                    <a:pt x="99895" y="123485"/>
                  </a:lnTo>
                  <a:lnTo>
                    <a:pt x="150358" y="128067"/>
                  </a:lnTo>
                  <a:lnTo>
                    <a:pt x="201017" y="128943"/>
                  </a:lnTo>
                  <a:lnTo>
                    <a:pt x="251761" y="125782"/>
                  </a:lnTo>
                  <a:lnTo>
                    <a:pt x="302262" y="117667"/>
                  </a:lnTo>
                  <a:lnTo>
                    <a:pt x="351530" y="103753"/>
                  </a:lnTo>
                  <a:lnTo>
                    <a:pt x="398467" y="83835"/>
                  </a:lnTo>
                  <a:lnTo>
                    <a:pt x="441972" y="57708"/>
                  </a:lnTo>
                  <a:lnTo>
                    <a:pt x="480948" y="25167"/>
                  </a:lnTo>
                  <a:lnTo>
                    <a:pt x="432124" y="11891"/>
                  </a:lnTo>
                  <a:lnTo>
                    <a:pt x="382263" y="3527"/>
                  </a:lnTo>
                  <a:lnTo>
                    <a:pt x="33181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2497887" y="7259598"/>
              <a:ext cx="481330" cy="129539"/>
            </a:xfrm>
            <a:custGeom>
              <a:avLst/>
              <a:gdLst/>
              <a:ahLst/>
              <a:cxnLst/>
              <a:rect l="l" t="t" r="r" b="b"/>
              <a:pathLst>
                <a:path w="481330" h="129540">
                  <a:moveTo>
                    <a:pt x="0" y="104526"/>
                  </a:moveTo>
                  <a:lnTo>
                    <a:pt x="41968" y="76268"/>
                  </a:lnTo>
                  <a:lnTo>
                    <a:pt x="86497" y="52329"/>
                  </a:lnTo>
                  <a:lnTo>
                    <a:pt x="133137" y="32782"/>
                  </a:lnTo>
                  <a:lnTo>
                    <a:pt x="181439" y="17701"/>
                  </a:lnTo>
                  <a:lnTo>
                    <a:pt x="230952" y="7161"/>
                  </a:lnTo>
                  <a:lnTo>
                    <a:pt x="281227" y="1236"/>
                  </a:lnTo>
                  <a:lnTo>
                    <a:pt x="331814" y="0"/>
                  </a:lnTo>
                  <a:lnTo>
                    <a:pt x="382263" y="3527"/>
                  </a:lnTo>
                  <a:lnTo>
                    <a:pt x="432124" y="11891"/>
                  </a:lnTo>
                  <a:lnTo>
                    <a:pt x="480948" y="25167"/>
                  </a:lnTo>
                  <a:lnTo>
                    <a:pt x="441972" y="57708"/>
                  </a:lnTo>
                  <a:lnTo>
                    <a:pt x="398467" y="83835"/>
                  </a:lnTo>
                  <a:lnTo>
                    <a:pt x="351530" y="103753"/>
                  </a:lnTo>
                  <a:lnTo>
                    <a:pt x="302262" y="117667"/>
                  </a:lnTo>
                  <a:lnTo>
                    <a:pt x="251761" y="125782"/>
                  </a:lnTo>
                  <a:lnTo>
                    <a:pt x="201017" y="128943"/>
                  </a:lnTo>
                  <a:lnTo>
                    <a:pt x="150358" y="128067"/>
                  </a:lnTo>
                  <a:lnTo>
                    <a:pt x="99895" y="123485"/>
                  </a:lnTo>
                  <a:lnTo>
                    <a:pt x="49739" y="115528"/>
                  </a:lnTo>
                  <a:lnTo>
                    <a:pt x="0" y="104526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2394536" y="6779940"/>
              <a:ext cx="64769" cy="339725"/>
            </a:xfrm>
            <a:custGeom>
              <a:avLst/>
              <a:gdLst/>
              <a:ahLst/>
              <a:cxnLst/>
              <a:rect l="l" t="t" r="r" b="b"/>
              <a:pathLst>
                <a:path w="64769" h="339725">
                  <a:moveTo>
                    <a:pt x="64470" y="336935"/>
                  </a:moveTo>
                  <a:lnTo>
                    <a:pt x="64664" y="339470"/>
                  </a:lnTo>
                  <a:lnTo>
                    <a:pt x="64497" y="336978"/>
                  </a:lnTo>
                  <a:close/>
                </a:path>
                <a:path w="64769" h="339725">
                  <a:moveTo>
                    <a:pt x="33397" y="0"/>
                  </a:moveTo>
                  <a:lnTo>
                    <a:pt x="5011" y="67926"/>
                  </a:lnTo>
                  <a:lnTo>
                    <a:pt x="0" y="114714"/>
                  </a:lnTo>
                  <a:lnTo>
                    <a:pt x="1122" y="161789"/>
                  </a:lnTo>
                  <a:lnTo>
                    <a:pt x="8255" y="208352"/>
                  </a:lnTo>
                  <a:lnTo>
                    <a:pt x="21277" y="253604"/>
                  </a:lnTo>
                  <a:lnTo>
                    <a:pt x="40065" y="296746"/>
                  </a:lnTo>
                  <a:lnTo>
                    <a:pt x="64470" y="336935"/>
                  </a:lnTo>
                  <a:lnTo>
                    <a:pt x="60474" y="284679"/>
                  </a:lnTo>
                  <a:lnTo>
                    <a:pt x="58414" y="232520"/>
                  </a:lnTo>
                  <a:lnTo>
                    <a:pt x="57556" y="181656"/>
                  </a:lnTo>
                  <a:lnTo>
                    <a:pt x="56971" y="130748"/>
                  </a:lnTo>
                  <a:lnTo>
                    <a:pt x="55730" y="78458"/>
                  </a:lnTo>
                  <a:lnTo>
                    <a:pt x="52905" y="23449"/>
                  </a:lnTo>
                  <a:lnTo>
                    <a:pt x="41838" y="172"/>
                  </a:lnTo>
                  <a:lnTo>
                    <a:pt x="3339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2394536" y="6779940"/>
              <a:ext cx="64769" cy="339725"/>
            </a:xfrm>
            <a:custGeom>
              <a:avLst/>
              <a:gdLst/>
              <a:ahLst/>
              <a:cxnLst/>
              <a:rect l="l" t="t" r="r" b="b"/>
              <a:pathLst>
                <a:path w="64769" h="339725">
                  <a:moveTo>
                    <a:pt x="64664" y="339470"/>
                  </a:moveTo>
                  <a:lnTo>
                    <a:pt x="60474" y="284679"/>
                  </a:lnTo>
                  <a:lnTo>
                    <a:pt x="58414" y="232520"/>
                  </a:lnTo>
                  <a:lnTo>
                    <a:pt x="57556" y="181656"/>
                  </a:lnTo>
                  <a:lnTo>
                    <a:pt x="56971" y="130748"/>
                  </a:lnTo>
                  <a:lnTo>
                    <a:pt x="55730" y="78458"/>
                  </a:lnTo>
                  <a:lnTo>
                    <a:pt x="52905" y="23449"/>
                  </a:lnTo>
                  <a:lnTo>
                    <a:pt x="33397" y="0"/>
                  </a:lnTo>
                  <a:lnTo>
                    <a:pt x="26074" y="4966"/>
                  </a:lnTo>
                  <a:lnTo>
                    <a:pt x="20242" y="13049"/>
                  </a:lnTo>
                  <a:lnTo>
                    <a:pt x="16278" y="22223"/>
                  </a:lnTo>
                  <a:lnTo>
                    <a:pt x="5011" y="67926"/>
                  </a:lnTo>
                  <a:lnTo>
                    <a:pt x="0" y="114714"/>
                  </a:lnTo>
                  <a:lnTo>
                    <a:pt x="1122" y="161789"/>
                  </a:lnTo>
                  <a:lnTo>
                    <a:pt x="8255" y="208352"/>
                  </a:lnTo>
                  <a:lnTo>
                    <a:pt x="21277" y="253604"/>
                  </a:lnTo>
                  <a:lnTo>
                    <a:pt x="40065" y="296746"/>
                  </a:lnTo>
                  <a:lnTo>
                    <a:pt x="64497" y="336978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2451064" y="6776371"/>
              <a:ext cx="247650" cy="355600"/>
            </a:xfrm>
            <a:custGeom>
              <a:avLst/>
              <a:gdLst/>
              <a:ahLst/>
              <a:cxnLst/>
              <a:rect l="l" t="t" r="r" b="b"/>
              <a:pathLst>
                <a:path w="247650" h="355600">
                  <a:moveTo>
                    <a:pt x="247154" y="0"/>
                  </a:moveTo>
                  <a:lnTo>
                    <a:pt x="208866" y="4491"/>
                  </a:lnTo>
                  <a:lnTo>
                    <a:pt x="172764" y="18354"/>
                  </a:lnTo>
                  <a:lnTo>
                    <a:pt x="140070" y="39817"/>
                  </a:lnTo>
                  <a:lnTo>
                    <a:pt x="112007" y="67107"/>
                  </a:lnTo>
                  <a:lnTo>
                    <a:pt x="89092" y="98431"/>
                  </a:lnTo>
                  <a:lnTo>
                    <a:pt x="70509" y="132567"/>
                  </a:lnTo>
                  <a:lnTo>
                    <a:pt x="55451" y="168630"/>
                  </a:lnTo>
                  <a:lnTo>
                    <a:pt x="43108" y="205731"/>
                  </a:lnTo>
                  <a:lnTo>
                    <a:pt x="32517" y="243252"/>
                  </a:lnTo>
                  <a:lnTo>
                    <a:pt x="22528" y="280953"/>
                  </a:lnTo>
                  <a:lnTo>
                    <a:pt x="12051" y="318495"/>
                  </a:lnTo>
                  <a:lnTo>
                    <a:pt x="0" y="355538"/>
                  </a:lnTo>
                  <a:lnTo>
                    <a:pt x="43815" y="325380"/>
                  </a:lnTo>
                  <a:lnTo>
                    <a:pt x="83748" y="291916"/>
                  </a:lnTo>
                  <a:lnTo>
                    <a:pt x="120509" y="255321"/>
                  </a:lnTo>
                  <a:lnTo>
                    <a:pt x="154807" y="215771"/>
                  </a:lnTo>
                  <a:lnTo>
                    <a:pt x="187355" y="173439"/>
                  </a:lnTo>
                  <a:lnTo>
                    <a:pt x="213492" y="133716"/>
                  </a:lnTo>
                  <a:lnTo>
                    <a:pt x="234284" y="91035"/>
                  </a:lnTo>
                  <a:lnTo>
                    <a:pt x="246562" y="46196"/>
                  </a:lnTo>
                  <a:lnTo>
                    <a:pt x="2471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2451064" y="6776371"/>
              <a:ext cx="247650" cy="355600"/>
            </a:xfrm>
            <a:custGeom>
              <a:avLst/>
              <a:gdLst/>
              <a:ahLst/>
              <a:cxnLst/>
              <a:rect l="l" t="t" r="r" b="b"/>
              <a:pathLst>
                <a:path w="247650" h="355600">
                  <a:moveTo>
                    <a:pt x="0" y="355538"/>
                  </a:moveTo>
                  <a:lnTo>
                    <a:pt x="43815" y="325380"/>
                  </a:lnTo>
                  <a:lnTo>
                    <a:pt x="83748" y="291916"/>
                  </a:lnTo>
                  <a:lnTo>
                    <a:pt x="120509" y="255321"/>
                  </a:lnTo>
                  <a:lnTo>
                    <a:pt x="154807" y="215771"/>
                  </a:lnTo>
                  <a:lnTo>
                    <a:pt x="187355" y="173439"/>
                  </a:lnTo>
                  <a:lnTo>
                    <a:pt x="213492" y="133716"/>
                  </a:lnTo>
                  <a:lnTo>
                    <a:pt x="234284" y="91035"/>
                  </a:lnTo>
                  <a:lnTo>
                    <a:pt x="246562" y="46196"/>
                  </a:lnTo>
                  <a:lnTo>
                    <a:pt x="247154" y="0"/>
                  </a:lnTo>
                  <a:lnTo>
                    <a:pt x="208866" y="4491"/>
                  </a:lnTo>
                  <a:lnTo>
                    <a:pt x="172764" y="18354"/>
                  </a:lnTo>
                  <a:lnTo>
                    <a:pt x="140070" y="39817"/>
                  </a:lnTo>
                  <a:lnTo>
                    <a:pt x="112007" y="67107"/>
                  </a:lnTo>
                  <a:lnTo>
                    <a:pt x="89092" y="98431"/>
                  </a:lnTo>
                  <a:lnTo>
                    <a:pt x="70509" y="132567"/>
                  </a:lnTo>
                  <a:lnTo>
                    <a:pt x="55451" y="168630"/>
                  </a:lnTo>
                  <a:lnTo>
                    <a:pt x="43108" y="205731"/>
                  </a:lnTo>
                  <a:lnTo>
                    <a:pt x="32517" y="243252"/>
                  </a:lnTo>
                  <a:lnTo>
                    <a:pt x="22528" y="280953"/>
                  </a:lnTo>
                  <a:lnTo>
                    <a:pt x="12051" y="318495"/>
                  </a:lnTo>
                  <a:lnTo>
                    <a:pt x="0" y="355538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2632734" y="6798484"/>
              <a:ext cx="463550" cy="282575"/>
            </a:xfrm>
            <a:custGeom>
              <a:avLst/>
              <a:gdLst/>
              <a:ahLst/>
              <a:cxnLst/>
              <a:rect l="l" t="t" r="r" b="b"/>
              <a:pathLst>
                <a:path w="463550" h="282575">
                  <a:moveTo>
                    <a:pt x="420938" y="0"/>
                  </a:moveTo>
                  <a:lnTo>
                    <a:pt x="376886" y="408"/>
                  </a:lnTo>
                  <a:lnTo>
                    <a:pt x="332838" y="9145"/>
                  </a:lnTo>
                  <a:lnTo>
                    <a:pt x="290294" y="23724"/>
                  </a:lnTo>
                  <a:lnTo>
                    <a:pt x="244231" y="44406"/>
                  </a:lnTo>
                  <a:lnTo>
                    <a:pt x="200538" y="68364"/>
                  </a:lnTo>
                  <a:lnTo>
                    <a:pt x="159427" y="95602"/>
                  </a:lnTo>
                  <a:lnTo>
                    <a:pt x="121108" y="126121"/>
                  </a:lnTo>
                  <a:lnTo>
                    <a:pt x="85795" y="159924"/>
                  </a:lnTo>
                  <a:lnTo>
                    <a:pt x="53698" y="197013"/>
                  </a:lnTo>
                  <a:lnTo>
                    <a:pt x="25029" y="237389"/>
                  </a:lnTo>
                  <a:lnTo>
                    <a:pt x="0" y="281056"/>
                  </a:lnTo>
                  <a:lnTo>
                    <a:pt x="2408" y="282281"/>
                  </a:lnTo>
                  <a:lnTo>
                    <a:pt x="48006" y="264565"/>
                  </a:lnTo>
                  <a:lnTo>
                    <a:pt x="93001" y="245371"/>
                  </a:lnTo>
                  <a:lnTo>
                    <a:pt x="137348" y="224724"/>
                  </a:lnTo>
                  <a:lnTo>
                    <a:pt x="181003" y="202652"/>
                  </a:lnTo>
                  <a:lnTo>
                    <a:pt x="223922" y="179179"/>
                  </a:lnTo>
                  <a:lnTo>
                    <a:pt x="266060" y="154333"/>
                  </a:lnTo>
                  <a:lnTo>
                    <a:pt x="307374" y="128139"/>
                  </a:lnTo>
                  <a:lnTo>
                    <a:pt x="347818" y="100623"/>
                  </a:lnTo>
                  <a:lnTo>
                    <a:pt x="387349" y="71811"/>
                  </a:lnTo>
                  <a:lnTo>
                    <a:pt x="425922" y="41730"/>
                  </a:lnTo>
                  <a:lnTo>
                    <a:pt x="463493" y="10405"/>
                  </a:lnTo>
                  <a:lnTo>
                    <a:pt x="42093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2632734" y="6798484"/>
              <a:ext cx="463550" cy="282575"/>
            </a:xfrm>
            <a:custGeom>
              <a:avLst/>
              <a:gdLst/>
              <a:ahLst/>
              <a:cxnLst/>
              <a:rect l="l" t="t" r="r" b="b"/>
              <a:pathLst>
                <a:path w="463550" h="282575">
                  <a:moveTo>
                    <a:pt x="2408" y="282281"/>
                  </a:moveTo>
                  <a:lnTo>
                    <a:pt x="48006" y="264565"/>
                  </a:lnTo>
                  <a:lnTo>
                    <a:pt x="93001" y="245371"/>
                  </a:lnTo>
                  <a:lnTo>
                    <a:pt x="137348" y="224724"/>
                  </a:lnTo>
                  <a:lnTo>
                    <a:pt x="181003" y="202652"/>
                  </a:lnTo>
                  <a:lnTo>
                    <a:pt x="223922" y="179179"/>
                  </a:lnTo>
                  <a:lnTo>
                    <a:pt x="266060" y="154333"/>
                  </a:lnTo>
                  <a:lnTo>
                    <a:pt x="307374" y="128139"/>
                  </a:lnTo>
                  <a:lnTo>
                    <a:pt x="347818" y="100623"/>
                  </a:lnTo>
                  <a:lnTo>
                    <a:pt x="387349" y="71811"/>
                  </a:lnTo>
                  <a:lnTo>
                    <a:pt x="425922" y="41730"/>
                  </a:lnTo>
                  <a:lnTo>
                    <a:pt x="463493" y="10405"/>
                  </a:lnTo>
                  <a:lnTo>
                    <a:pt x="420938" y="0"/>
                  </a:lnTo>
                  <a:lnTo>
                    <a:pt x="376886" y="408"/>
                  </a:lnTo>
                  <a:lnTo>
                    <a:pt x="332838" y="9145"/>
                  </a:lnTo>
                  <a:lnTo>
                    <a:pt x="290294" y="23724"/>
                  </a:lnTo>
                  <a:lnTo>
                    <a:pt x="244231" y="44406"/>
                  </a:lnTo>
                  <a:lnTo>
                    <a:pt x="200538" y="68364"/>
                  </a:lnTo>
                  <a:lnTo>
                    <a:pt x="159427" y="95602"/>
                  </a:lnTo>
                  <a:lnTo>
                    <a:pt x="121108" y="126121"/>
                  </a:lnTo>
                  <a:lnTo>
                    <a:pt x="85795" y="159924"/>
                  </a:lnTo>
                  <a:lnTo>
                    <a:pt x="53698" y="197013"/>
                  </a:lnTo>
                  <a:lnTo>
                    <a:pt x="25029" y="237389"/>
                  </a:lnTo>
                  <a:lnTo>
                    <a:pt x="0" y="281056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2502821" y="7060467"/>
              <a:ext cx="514350" cy="143510"/>
            </a:xfrm>
            <a:custGeom>
              <a:avLst/>
              <a:gdLst/>
              <a:ahLst/>
              <a:cxnLst/>
              <a:rect l="l" t="t" r="r" b="b"/>
              <a:pathLst>
                <a:path w="514350" h="143509">
                  <a:moveTo>
                    <a:pt x="381624" y="0"/>
                  </a:moveTo>
                  <a:lnTo>
                    <a:pt x="329258" y="3933"/>
                  </a:lnTo>
                  <a:lnTo>
                    <a:pt x="277407" y="13631"/>
                  </a:lnTo>
                  <a:lnTo>
                    <a:pt x="226778" y="28243"/>
                  </a:lnTo>
                  <a:lnTo>
                    <a:pt x="178608" y="45709"/>
                  </a:lnTo>
                  <a:lnTo>
                    <a:pt x="132935" y="64691"/>
                  </a:lnTo>
                  <a:lnTo>
                    <a:pt x="88670" y="85448"/>
                  </a:lnTo>
                  <a:lnTo>
                    <a:pt x="44722" y="108238"/>
                  </a:lnTo>
                  <a:lnTo>
                    <a:pt x="0" y="133318"/>
                  </a:lnTo>
                  <a:lnTo>
                    <a:pt x="51204" y="138377"/>
                  </a:lnTo>
                  <a:lnTo>
                    <a:pt x="102570" y="141843"/>
                  </a:lnTo>
                  <a:lnTo>
                    <a:pt x="153938" y="142904"/>
                  </a:lnTo>
                  <a:lnTo>
                    <a:pt x="205145" y="140748"/>
                  </a:lnTo>
                  <a:lnTo>
                    <a:pt x="256034" y="134564"/>
                  </a:lnTo>
                  <a:lnTo>
                    <a:pt x="305317" y="124111"/>
                  </a:lnTo>
                  <a:lnTo>
                    <a:pt x="353682" y="110017"/>
                  </a:lnTo>
                  <a:lnTo>
                    <a:pt x="401306" y="93207"/>
                  </a:lnTo>
                  <a:lnTo>
                    <a:pt x="448367" y="74608"/>
                  </a:lnTo>
                  <a:lnTo>
                    <a:pt x="501471" y="52441"/>
                  </a:lnTo>
                  <a:lnTo>
                    <a:pt x="514340" y="35887"/>
                  </a:lnTo>
                  <a:lnTo>
                    <a:pt x="511083" y="27447"/>
                  </a:lnTo>
                  <a:lnTo>
                    <a:pt x="433802" y="2679"/>
                  </a:lnTo>
                  <a:lnTo>
                    <a:pt x="38162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2502821" y="7060467"/>
              <a:ext cx="514350" cy="143510"/>
            </a:xfrm>
            <a:custGeom>
              <a:avLst/>
              <a:gdLst/>
              <a:ahLst/>
              <a:cxnLst/>
              <a:rect l="l" t="t" r="r" b="b"/>
              <a:pathLst>
                <a:path w="514350" h="143509">
                  <a:moveTo>
                    <a:pt x="0" y="133318"/>
                  </a:moveTo>
                  <a:lnTo>
                    <a:pt x="51204" y="138377"/>
                  </a:lnTo>
                  <a:lnTo>
                    <a:pt x="102570" y="141843"/>
                  </a:lnTo>
                  <a:lnTo>
                    <a:pt x="153938" y="142904"/>
                  </a:lnTo>
                  <a:lnTo>
                    <a:pt x="205145" y="140748"/>
                  </a:lnTo>
                  <a:lnTo>
                    <a:pt x="256034" y="134564"/>
                  </a:lnTo>
                  <a:lnTo>
                    <a:pt x="305317" y="124111"/>
                  </a:lnTo>
                  <a:lnTo>
                    <a:pt x="353682" y="110017"/>
                  </a:lnTo>
                  <a:lnTo>
                    <a:pt x="401306" y="93207"/>
                  </a:lnTo>
                  <a:lnTo>
                    <a:pt x="448367" y="74608"/>
                  </a:lnTo>
                  <a:lnTo>
                    <a:pt x="495042" y="55143"/>
                  </a:lnTo>
                  <a:lnTo>
                    <a:pt x="514340" y="35887"/>
                  </a:lnTo>
                  <a:lnTo>
                    <a:pt x="511083" y="27447"/>
                  </a:lnTo>
                  <a:lnTo>
                    <a:pt x="505461" y="22369"/>
                  </a:lnTo>
                  <a:lnTo>
                    <a:pt x="499848" y="17280"/>
                  </a:lnTo>
                  <a:lnTo>
                    <a:pt x="492372" y="14851"/>
                  </a:lnTo>
                  <a:lnTo>
                    <a:pt x="485084" y="12819"/>
                  </a:lnTo>
                  <a:lnTo>
                    <a:pt x="433802" y="2679"/>
                  </a:lnTo>
                  <a:lnTo>
                    <a:pt x="381624" y="0"/>
                  </a:lnTo>
                  <a:lnTo>
                    <a:pt x="329258" y="3933"/>
                  </a:lnTo>
                  <a:lnTo>
                    <a:pt x="277407" y="13631"/>
                  </a:lnTo>
                  <a:lnTo>
                    <a:pt x="226778" y="28243"/>
                  </a:lnTo>
                  <a:lnTo>
                    <a:pt x="178608" y="45709"/>
                  </a:lnTo>
                  <a:lnTo>
                    <a:pt x="132935" y="64691"/>
                  </a:lnTo>
                  <a:lnTo>
                    <a:pt x="88670" y="85448"/>
                  </a:lnTo>
                  <a:lnTo>
                    <a:pt x="44722" y="108238"/>
                  </a:lnTo>
                  <a:lnTo>
                    <a:pt x="0" y="133318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2160115" y="6584720"/>
              <a:ext cx="265430" cy="353060"/>
            </a:xfrm>
            <a:custGeom>
              <a:avLst/>
              <a:gdLst/>
              <a:ahLst/>
              <a:cxnLst/>
              <a:rect l="l" t="t" r="r" b="b"/>
              <a:pathLst>
                <a:path w="265430" h="353059">
                  <a:moveTo>
                    <a:pt x="264881" y="0"/>
                  </a:moveTo>
                  <a:lnTo>
                    <a:pt x="226739" y="6590"/>
                  </a:lnTo>
                  <a:lnTo>
                    <a:pt x="190909" y="21478"/>
                  </a:lnTo>
                  <a:lnTo>
                    <a:pt x="158288" y="43131"/>
                  </a:lnTo>
                  <a:lnTo>
                    <a:pt x="129776" y="70018"/>
                  </a:lnTo>
                  <a:lnTo>
                    <a:pt x="105738" y="100614"/>
                  </a:lnTo>
                  <a:lnTo>
                    <a:pt x="85479" y="133883"/>
                  </a:lnTo>
                  <a:lnTo>
                    <a:pt x="68297" y="169033"/>
                  </a:lnTo>
                  <a:lnTo>
                    <a:pt x="53495" y="205271"/>
                  </a:lnTo>
                  <a:lnTo>
                    <a:pt x="40246" y="242004"/>
                  </a:lnTo>
                  <a:lnTo>
                    <a:pt x="27544" y="278943"/>
                  </a:lnTo>
                  <a:lnTo>
                    <a:pt x="14444" y="315722"/>
                  </a:lnTo>
                  <a:lnTo>
                    <a:pt x="0" y="351978"/>
                  </a:lnTo>
                  <a:lnTo>
                    <a:pt x="2670" y="352743"/>
                  </a:lnTo>
                  <a:lnTo>
                    <a:pt x="45291" y="326100"/>
                  </a:lnTo>
                  <a:lnTo>
                    <a:pt x="85146" y="295506"/>
                  </a:lnTo>
                  <a:lnTo>
                    <a:pt x="121974" y="261309"/>
                  </a:lnTo>
                  <a:lnTo>
                    <a:pt x="155517" y="223859"/>
                  </a:lnTo>
                  <a:lnTo>
                    <a:pt x="185516" y="183503"/>
                  </a:lnTo>
                  <a:lnTo>
                    <a:pt x="211711" y="140590"/>
                  </a:lnTo>
                  <a:lnTo>
                    <a:pt x="233843" y="95470"/>
                  </a:lnTo>
                  <a:lnTo>
                    <a:pt x="251653" y="48490"/>
                  </a:lnTo>
                  <a:lnTo>
                    <a:pt x="26488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2160115" y="6584720"/>
              <a:ext cx="265430" cy="353060"/>
            </a:xfrm>
            <a:custGeom>
              <a:avLst/>
              <a:gdLst/>
              <a:ahLst/>
              <a:cxnLst/>
              <a:rect l="l" t="t" r="r" b="b"/>
              <a:pathLst>
                <a:path w="265430" h="353059">
                  <a:moveTo>
                    <a:pt x="0" y="351978"/>
                  </a:moveTo>
                  <a:lnTo>
                    <a:pt x="14444" y="315722"/>
                  </a:lnTo>
                  <a:lnTo>
                    <a:pt x="27544" y="278943"/>
                  </a:lnTo>
                  <a:lnTo>
                    <a:pt x="40246" y="242004"/>
                  </a:lnTo>
                  <a:lnTo>
                    <a:pt x="53495" y="205271"/>
                  </a:lnTo>
                  <a:lnTo>
                    <a:pt x="68297" y="169033"/>
                  </a:lnTo>
                  <a:lnTo>
                    <a:pt x="85479" y="133883"/>
                  </a:lnTo>
                  <a:lnTo>
                    <a:pt x="105738" y="100614"/>
                  </a:lnTo>
                  <a:lnTo>
                    <a:pt x="129776" y="70018"/>
                  </a:lnTo>
                  <a:lnTo>
                    <a:pt x="158288" y="43131"/>
                  </a:lnTo>
                  <a:lnTo>
                    <a:pt x="190909" y="21478"/>
                  </a:lnTo>
                  <a:lnTo>
                    <a:pt x="226739" y="6590"/>
                  </a:lnTo>
                  <a:lnTo>
                    <a:pt x="264881" y="0"/>
                  </a:lnTo>
                  <a:lnTo>
                    <a:pt x="251653" y="48490"/>
                  </a:lnTo>
                  <a:lnTo>
                    <a:pt x="233843" y="95470"/>
                  </a:lnTo>
                  <a:lnTo>
                    <a:pt x="211711" y="140590"/>
                  </a:lnTo>
                  <a:lnTo>
                    <a:pt x="185516" y="183503"/>
                  </a:lnTo>
                  <a:lnTo>
                    <a:pt x="155517" y="223859"/>
                  </a:lnTo>
                  <a:lnTo>
                    <a:pt x="121974" y="261309"/>
                  </a:lnTo>
                  <a:lnTo>
                    <a:pt x="85146" y="295506"/>
                  </a:lnTo>
                  <a:lnTo>
                    <a:pt x="45291" y="326100"/>
                  </a:lnTo>
                  <a:lnTo>
                    <a:pt x="2670" y="352743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1974144" y="7028786"/>
              <a:ext cx="74295" cy="381000"/>
            </a:xfrm>
            <a:custGeom>
              <a:avLst/>
              <a:gdLst/>
              <a:ahLst/>
              <a:cxnLst/>
              <a:rect l="l" t="t" r="r" b="b"/>
              <a:pathLst>
                <a:path w="74294" h="381000">
                  <a:moveTo>
                    <a:pt x="38521" y="0"/>
                  </a:moveTo>
                  <a:lnTo>
                    <a:pt x="21913" y="45984"/>
                  </a:lnTo>
                  <a:lnTo>
                    <a:pt x="9837" y="93050"/>
                  </a:lnTo>
                  <a:lnTo>
                    <a:pt x="2472" y="140781"/>
                  </a:lnTo>
                  <a:lnTo>
                    <a:pt x="0" y="188759"/>
                  </a:lnTo>
                  <a:lnTo>
                    <a:pt x="2601" y="236570"/>
                  </a:lnTo>
                  <a:lnTo>
                    <a:pt x="10457" y="283796"/>
                  </a:lnTo>
                  <a:lnTo>
                    <a:pt x="23748" y="330020"/>
                  </a:lnTo>
                  <a:lnTo>
                    <a:pt x="42657" y="374826"/>
                  </a:lnTo>
                  <a:lnTo>
                    <a:pt x="44479" y="380648"/>
                  </a:lnTo>
                  <a:lnTo>
                    <a:pt x="48352" y="332151"/>
                  </a:lnTo>
                  <a:lnTo>
                    <a:pt x="56134" y="283391"/>
                  </a:lnTo>
                  <a:lnTo>
                    <a:pt x="64891" y="234691"/>
                  </a:lnTo>
                  <a:lnTo>
                    <a:pt x="71692" y="186371"/>
                  </a:lnTo>
                  <a:lnTo>
                    <a:pt x="74201" y="137800"/>
                  </a:lnTo>
                  <a:lnTo>
                    <a:pt x="70774" y="89349"/>
                  </a:lnTo>
                  <a:lnTo>
                    <a:pt x="59512" y="42815"/>
                  </a:lnTo>
                  <a:lnTo>
                    <a:pt x="3852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1974144" y="7028786"/>
              <a:ext cx="74295" cy="381000"/>
            </a:xfrm>
            <a:custGeom>
              <a:avLst/>
              <a:gdLst/>
              <a:ahLst/>
              <a:cxnLst/>
              <a:rect l="l" t="t" r="r" b="b"/>
              <a:pathLst>
                <a:path w="74294" h="381000">
                  <a:moveTo>
                    <a:pt x="42657" y="374826"/>
                  </a:moveTo>
                  <a:lnTo>
                    <a:pt x="23748" y="330020"/>
                  </a:lnTo>
                  <a:lnTo>
                    <a:pt x="10457" y="283796"/>
                  </a:lnTo>
                  <a:lnTo>
                    <a:pt x="2601" y="236570"/>
                  </a:lnTo>
                  <a:lnTo>
                    <a:pt x="0" y="188759"/>
                  </a:lnTo>
                  <a:lnTo>
                    <a:pt x="2472" y="140781"/>
                  </a:lnTo>
                  <a:lnTo>
                    <a:pt x="9837" y="93050"/>
                  </a:lnTo>
                  <a:lnTo>
                    <a:pt x="21913" y="45984"/>
                  </a:lnTo>
                  <a:lnTo>
                    <a:pt x="38521" y="0"/>
                  </a:lnTo>
                  <a:lnTo>
                    <a:pt x="59512" y="42815"/>
                  </a:lnTo>
                  <a:lnTo>
                    <a:pt x="70774" y="89349"/>
                  </a:lnTo>
                  <a:lnTo>
                    <a:pt x="74201" y="137800"/>
                  </a:lnTo>
                  <a:lnTo>
                    <a:pt x="71692" y="186371"/>
                  </a:lnTo>
                  <a:lnTo>
                    <a:pt x="64891" y="234691"/>
                  </a:lnTo>
                  <a:lnTo>
                    <a:pt x="56134" y="283391"/>
                  </a:lnTo>
                  <a:lnTo>
                    <a:pt x="48352" y="332151"/>
                  </a:lnTo>
                  <a:lnTo>
                    <a:pt x="44479" y="380648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1396343" y="7286608"/>
              <a:ext cx="395605" cy="168910"/>
            </a:xfrm>
            <a:custGeom>
              <a:avLst/>
              <a:gdLst/>
              <a:ahLst/>
              <a:cxnLst/>
              <a:rect l="l" t="t" r="r" b="b"/>
              <a:pathLst>
                <a:path w="395605" h="168909">
                  <a:moveTo>
                    <a:pt x="388469" y="0"/>
                  </a:moveTo>
                  <a:lnTo>
                    <a:pt x="340202" y="1439"/>
                  </a:lnTo>
                  <a:lnTo>
                    <a:pt x="292315" y="7496"/>
                  </a:lnTo>
                  <a:lnTo>
                    <a:pt x="245192" y="18009"/>
                  </a:lnTo>
                  <a:lnTo>
                    <a:pt x="199218" y="32814"/>
                  </a:lnTo>
                  <a:lnTo>
                    <a:pt x="154775" y="51746"/>
                  </a:lnTo>
                  <a:lnTo>
                    <a:pt x="112248" y="74643"/>
                  </a:lnTo>
                  <a:lnTo>
                    <a:pt x="72021" y="101340"/>
                  </a:lnTo>
                  <a:lnTo>
                    <a:pt x="34477" y="131674"/>
                  </a:lnTo>
                  <a:lnTo>
                    <a:pt x="0" y="165481"/>
                  </a:lnTo>
                  <a:lnTo>
                    <a:pt x="54508" y="168638"/>
                  </a:lnTo>
                  <a:lnTo>
                    <a:pt x="108808" y="162084"/>
                  </a:lnTo>
                  <a:lnTo>
                    <a:pt x="161883" y="147370"/>
                  </a:lnTo>
                  <a:lnTo>
                    <a:pt x="212716" y="126048"/>
                  </a:lnTo>
                  <a:lnTo>
                    <a:pt x="260813" y="99719"/>
                  </a:lnTo>
                  <a:lnTo>
                    <a:pt x="306800" y="69780"/>
                  </a:lnTo>
                  <a:lnTo>
                    <a:pt x="351318" y="37473"/>
                  </a:lnTo>
                  <a:lnTo>
                    <a:pt x="395003" y="4041"/>
                  </a:lnTo>
                  <a:lnTo>
                    <a:pt x="38846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1396343" y="7286608"/>
              <a:ext cx="395605" cy="168910"/>
            </a:xfrm>
            <a:custGeom>
              <a:avLst/>
              <a:gdLst/>
              <a:ahLst/>
              <a:cxnLst/>
              <a:rect l="l" t="t" r="r" b="b"/>
              <a:pathLst>
                <a:path w="395605" h="168909">
                  <a:moveTo>
                    <a:pt x="388469" y="0"/>
                  </a:moveTo>
                  <a:lnTo>
                    <a:pt x="340202" y="1439"/>
                  </a:lnTo>
                  <a:lnTo>
                    <a:pt x="292315" y="7496"/>
                  </a:lnTo>
                  <a:lnTo>
                    <a:pt x="245192" y="18009"/>
                  </a:lnTo>
                  <a:lnTo>
                    <a:pt x="199218" y="32814"/>
                  </a:lnTo>
                  <a:lnTo>
                    <a:pt x="154775" y="51746"/>
                  </a:lnTo>
                  <a:lnTo>
                    <a:pt x="112248" y="74643"/>
                  </a:lnTo>
                  <a:lnTo>
                    <a:pt x="72021" y="101340"/>
                  </a:lnTo>
                  <a:lnTo>
                    <a:pt x="34477" y="131674"/>
                  </a:lnTo>
                  <a:lnTo>
                    <a:pt x="0" y="165481"/>
                  </a:lnTo>
                  <a:lnTo>
                    <a:pt x="54508" y="168638"/>
                  </a:lnTo>
                  <a:lnTo>
                    <a:pt x="108808" y="162084"/>
                  </a:lnTo>
                  <a:lnTo>
                    <a:pt x="161883" y="147370"/>
                  </a:lnTo>
                  <a:lnTo>
                    <a:pt x="212716" y="126048"/>
                  </a:lnTo>
                  <a:lnTo>
                    <a:pt x="260813" y="99719"/>
                  </a:lnTo>
                  <a:lnTo>
                    <a:pt x="306800" y="69780"/>
                  </a:lnTo>
                  <a:lnTo>
                    <a:pt x="351318" y="37473"/>
                  </a:lnTo>
                  <a:lnTo>
                    <a:pt x="395003" y="4041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1263409" y="7227636"/>
              <a:ext cx="365760" cy="148590"/>
            </a:xfrm>
            <a:custGeom>
              <a:avLst/>
              <a:gdLst/>
              <a:ahLst/>
              <a:cxnLst/>
              <a:rect l="l" t="t" r="r" b="b"/>
              <a:pathLst>
                <a:path w="365760" h="148590">
                  <a:moveTo>
                    <a:pt x="260721" y="0"/>
                  </a:moveTo>
                  <a:lnTo>
                    <a:pt x="209256" y="2556"/>
                  </a:lnTo>
                  <a:lnTo>
                    <a:pt x="158058" y="13176"/>
                  </a:lnTo>
                  <a:lnTo>
                    <a:pt x="108500" y="33696"/>
                  </a:lnTo>
                  <a:lnTo>
                    <a:pt x="63880" y="63390"/>
                  </a:lnTo>
                  <a:lnTo>
                    <a:pt x="26834" y="101481"/>
                  </a:lnTo>
                  <a:lnTo>
                    <a:pt x="0" y="147193"/>
                  </a:lnTo>
                  <a:lnTo>
                    <a:pt x="49810" y="148491"/>
                  </a:lnTo>
                  <a:lnTo>
                    <a:pt x="99279" y="141979"/>
                  </a:lnTo>
                  <a:lnTo>
                    <a:pt x="147712" y="128897"/>
                  </a:lnTo>
                  <a:lnTo>
                    <a:pt x="194412" y="110482"/>
                  </a:lnTo>
                  <a:lnTo>
                    <a:pt x="239068" y="87998"/>
                  </a:lnTo>
                  <a:lnTo>
                    <a:pt x="282134" y="62549"/>
                  </a:lnTo>
                  <a:lnTo>
                    <a:pt x="324094" y="35147"/>
                  </a:lnTo>
                  <a:lnTo>
                    <a:pt x="365433" y="6810"/>
                  </a:lnTo>
                  <a:lnTo>
                    <a:pt x="312698" y="2440"/>
                  </a:lnTo>
                  <a:lnTo>
                    <a:pt x="26072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263409" y="7227636"/>
              <a:ext cx="365760" cy="148590"/>
            </a:xfrm>
            <a:custGeom>
              <a:avLst/>
              <a:gdLst/>
              <a:ahLst/>
              <a:cxnLst/>
              <a:rect l="l" t="t" r="r" b="b"/>
              <a:pathLst>
                <a:path w="365760" h="148590">
                  <a:moveTo>
                    <a:pt x="365433" y="6810"/>
                  </a:moveTo>
                  <a:lnTo>
                    <a:pt x="312698" y="2440"/>
                  </a:lnTo>
                  <a:lnTo>
                    <a:pt x="260721" y="0"/>
                  </a:lnTo>
                  <a:lnTo>
                    <a:pt x="209256" y="2556"/>
                  </a:lnTo>
                  <a:lnTo>
                    <a:pt x="158058" y="13176"/>
                  </a:lnTo>
                  <a:lnTo>
                    <a:pt x="108500" y="33696"/>
                  </a:lnTo>
                  <a:lnTo>
                    <a:pt x="63880" y="63390"/>
                  </a:lnTo>
                  <a:lnTo>
                    <a:pt x="26834" y="101481"/>
                  </a:lnTo>
                  <a:lnTo>
                    <a:pt x="0" y="147193"/>
                  </a:lnTo>
                  <a:lnTo>
                    <a:pt x="49810" y="148491"/>
                  </a:lnTo>
                  <a:lnTo>
                    <a:pt x="99279" y="141979"/>
                  </a:lnTo>
                  <a:lnTo>
                    <a:pt x="147712" y="128897"/>
                  </a:lnTo>
                  <a:lnTo>
                    <a:pt x="194412" y="110482"/>
                  </a:lnTo>
                  <a:lnTo>
                    <a:pt x="239068" y="87998"/>
                  </a:lnTo>
                  <a:lnTo>
                    <a:pt x="282134" y="62549"/>
                  </a:lnTo>
                  <a:lnTo>
                    <a:pt x="324094" y="35147"/>
                  </a:lnTo>
                  <a:lnTo>
                    <a:pt x="365433" y="6810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443944" y="7128456"/>
              <a:ext cx="424180" cy="120014"/>
            </a:xfrm>
            <a:custGeom>
              <a:avLst/>
              <a:gdLst/>
              <a:ahLst/>
              <a:cxnLst/>
              <a:rect l="l" t="t" r="r" b="b"/>
              <a:pathLst>
                <a:path w="424180" h="120015">
                  <a:moveTo>
                    <a:pt x="166575" y="0"/>
                  </a:moveTo>
                  <a:lnTo>
                    <a:pt x="120330" y="1182"/>
                  </a:lnTo>
                  <a:lnTo>
                    <a:pt x="75678" y="10849"/>
                  </a:lnTo>
                  <a:lnTo>
                    <a:pt x="34831" y="29628"/>
                  </a:lnTo>
                  <a:lnTo>
                    <a:pt x="0" y="58147"/>
                  </a:lnTo>
                  <a:lnTo>
                    <a:pt x="47262" y="79204"/>
                  </a:lnTo>
                  <a:lnTo>
                    <a:pt x="97828" y="91110"/>
                  </a:lnTo>
                  <a:lnTo>
                    <a:pt x="150190" y="96387"/>
                  </a:lnTo>
                  <a:lnTo>
                    <a:pt x="202841" y="97560"/>
                  </a:lnTo>
                  <a:lnTo>
                    <a:pt x="257542" y="97764"/>
                  </a:lnTo>
                  <a:lnTo>
                    <a:pt x="314820" y="100020"/>
                  </a:lnTo>
                  <a:lnTo>
                    <a:pt x="371348" y="106651"/>
                  </a:lnTo>
                  <a:lnTo>
                    <a:pt x="423798" y="119978"/>
                  </a:lnTo>
                  <a:lnTo>
                    <a:pt x="415830" y="108376"/>
                  </a:lnTo>
                  <a:lnTo>
                    <a:pt x="377282" y="83406"/>
                  </a:lnTo>
                  <a:lnTo>
                    <a:pt x="337983" y="59502"/>
                  </a:lnTo>
                  <a:lnTo>
                    <a:pt x="297596" y="37912"/>
                  </a:lnTo>
                  <a:lnTo>
                    <a:pt x="255782" y="19886"/>
                  </a:lnTo>
                  <a:lnTo>
                    <a:pt x="212202" y="6672"/>
                  </a:lnTo>
                  <a:lnTo>
                    <a:pt x="16657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443944" y="7128456"/>
              <a:ext cx="424180" cy="120014"/>
            </a:xfrm>
            <a:custGeom>
              <a:avLst/>
              <a:gdLst/>
              <a:ahLst/>
              <a:cxnLst/>
              <a:rect l="l" t="t" r="r" b="b"/>
              <a:pathLst>
                <a:path w="424180" h="120015">
                  <a:moveTo>
                    <a:pt x="415830" y="108376"/>
                  </a:moveTo>
                  <a:lnTo>
                    <a:pt x="377282" y="83406"/>
                  </a:lnTo>
                  <a:lnTo>
                    <a:pt x="337983" y="59502"/>
                  </a:lnTo>
                  <a:lnTo>
                    <a:pt x="297596" y="37912"/>
                  </a:lnTo>
                  <a:lnTo>
                    <a:pt x="255782" y="19886"/>
                  </a:lnTo>
                  <a:lnTo>
                    <a:pt x="212202" y="6672"/>
                  </a:lnTo>
                  <a:lnTo>
                    <a:pt x="166575" y="0"/>
                  </a:lnTo>
                  <a:lnTo>
                    <a:pt x="120330" y="1182"/>
                  </a:lnTo>
                  <a:lnTo>
                    <a:pt x="75678" y="10849"/>
                  </a:lnTo>
                  <a:lnTo>
                    <a:pt x="34831" y="29628"/>
                  </a:lnTo>
                  <a:lnTo>
                    <a:pt x="0" y="58147"/>
                  </a:lnTo>
                  <a:lnTo>
                    <a:pt x="47262" y="79204"/>
                  </a:lnTo>
                  <a:lnTo>
                    <a:pt x="97828" y="91110"/>
                  </a:lnTo>
                  <a:lnTo>
                    <a:pt x="150190" y="96387"/>
                  </a:lnTo>
                  <a:lnTo>
                    <a:pt x="202841" y="97560"/>
                  </a:lnTo>
                  <a:lnTo>
                    <a:pt x="257542" y="97764"/>
                  </a:lnTo>
                  <a:lnTo>
                    <a:pt x="314820" y="100020"/>
                  </a:lnTo>
                  <a:lnTo>
                    <a:pt x="371348" y="106651"/>
                  </a:lnTo>
                  <a:lnTo>
                    <a:pt x="423798" y="119978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1736647" y="6794205"/>
              <a:ext cx="127635" cy="446405"/>
            </a:xfrm>
            <a:custGeom>
              <a:avLst/>
              <a:gdLst/>
              <a:ahLst/>
              <a:cxnLst/>
              <a:rect l="l" t="t" r="r" b="b"/>
              <a:pathLst>
                <a:path w="127635" h="446404">
                  <a:moveTo>
                    <a:pt x="16954" y="0"/>
                  </a:moveTo>
                  <a:lnTo>
                    <a:pt x="6329" y="45182"/>
                  </a:lnTo>
                  <a:lnTo>
                    <a:pt x="712" y="92335"/>
                  </a:lnTo>
                  <a:lnTo>
                    <a:pt x="0" y="140672"/>
                  </a:lnTo>
                  <a:lnTo>
                    <a:pt x="4086" y="189405"/>
                  </a:lnTo>
                  <a:lnTo>
                    <a:pt x="12867" y="237746"/>
                  </a:lnTo>
                  <a:lnTo>
                    <a:pt x="26236" y="284907"/>
                  </a:lnTo>
                  <a:lnTo>
                    <a:pt x="44090" y="330101"/>
                  </a:lnTo>
                  <a:lnTo>
                    <a:pt x="66323" y="372539"/>
                  </a:lnTo>
                  <a:lnTo>
                    <a:pt x="92830" y="411433"/>
                  </a:lnTo>
                  <a:lnTo>
                    <a:pt x="123506" y="445996"/>
                  </a:lnTo>
                  <a:lnTo>
                    <a:pt x="127308" y="394173"/>
                  </a:lnTo>
                  <a:lnTo>
                    <a:pt x="127034" y="342222"/>
                  </a:lnTo>
                  <a:lnTo>
                    <a:pt x="122754" y="290441"/>
                  </a:lnTo>
                  <a:lnTo>
                    <a:pt x="114541" y="239127"/>
                  </a:lnTo>
                  <a:lnTo>
                    <a:pt x="102465" y="188579"/>
                  </a:lnTo>
                  <a:lnTo>
                    <a:pt x="86597" y="139095"/>
                  </a:lnTo>
                  <a:lnTo>
                    <a:pt x="67009" y="90971"/>
                  </a:lnTo>
                  <a:lnTo>
                    <a:pt x="43771" y="44507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736647" y="6794205"/>
              <a:ext cx="127635" cy="446405"/>
            </a:xfrm>
            <a:custGeom>
              <a:avLst/>
              <a:gdLst/>
              <a:ahLst/>
              <a:cxnLst/>
              <a:rect l="l" t="t" r="r" b="b"/>
              <a:pathLst>
                <a:path w="127635" h="446404">
                  <a:moveTo>
                    <a:pt x="123506" y="445996"/>
                  </a:moveTo>
                  <a:lnTo>
                    <a:pt x="92830" y="411433"/>
                  </a:lnTo>
                  <a:lnTo>
                    <a:pt x="66323" y="372539"/>
                  </a:lnTo>
                  <a:lnTo>
                    <a:pt x="44090" y="330101"/>
                  </a:lnTo>
                  <a:lnTo>
                    <a:pt x="26236" y="284907"/>
                  </a:lnTo>
                  <a:lnTo>
                    <a:pt x="12867" y="237746"/>
                  </a:lnTo>
                  <a:lnTo>
                    <a:pt x="4086" y="189405"/>
                  </a:lnTo>
                  <a:lnTo>
                    <a:pt x="0" y="140672"/>
                  </a:lnTo>
                  <a:lnTo>
                    <a:pt x="712" y="92335"/>
                  </a:lnTo>
                  <a:lnTo>
                    <a:pt x="6329" y="45182"/>
                  </a:lnTo>
                  <a:lnTo>
                    <a:pt x="16954" y="0"/>
                  </a:lnTo>
                  <a:lnTo>
                    <a:pt x="43771" y="44507"/>
                  </a:lnTo>
                  <a:lnTo>
                    <a:pt x="67009" y="90971"/>
                  </a:lnTo>
                  <a:lnTo>
                    <a:pt x="86597" y="139095"/>
                  </a:lnTo>
                  <a:lnTo>
                    <a:pt x="102465" y="188579"/>
                  </a:lnTo>
                  <a:lnTo>
                    <a:pt x="114541" y="239127"/>
                  </a:lnTo>
                  <a:lnTo>
                    <a:pt x="122754" y="290441"/>
                  </a:lnTo>
                  <a:lnTo>
                    <a:pt x="127034" y="342222"/>
                  </a:lnTo>
                  <a:lnTo>
                    <a:pt x="127308" y="394173"/>
                  </a:lnTo>
                  <a:lnTo>
                    <a:pt x="123506" y="445996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1823654" y="6807866"/>
              <a:ext cx="282575" cy="192405"/>
            </a:xfrm>
            <a:custGeom>
              <a:avLst/>
              <a:gdLst/>
              <a:ahLst/>
              <a:cxnLst/>
              <a:rect l="l" t="t" r="r" b="b"/>
              <a:pathLst>
                <a:path w="282575" h="192404">
                  <a:moveTo>
                    <a:pt x="42687" y="0"/>
                  </a:moveTo>
                  <a:lnTo>
                    <a:pt x="0" y="3912"/>
                  </a:lnTo>
                  <a:lnTo>
                    <a:pt x="27553" y="45879"/>
                  </a:lnTo>
                  <a:lnTo>
                    <a:pt x="60603" y="83647"/>
                  </a:lnTo>
                  <a:lnTo>
                    <a:pt x="98405" y="116718"/>
                  </a:lnTo>
                  <a:lnTo>
                    <a:pt x="140209" y="144594"/>
                  </a:lnTo>
                  <a:lnTo>
                    <a:pt x="185271" y="166777"/>
                  </a:lnTo>
                  <a:lnTo>
                    <a:pt x="232844" y="182770"/>
                  </a:lnTo>
                  <a:lnTo>
                    <a:pt x="282179" y="192073"/>
                  </a:lnTo>
                  <a:lnTo>
                    <a:pt x="255627" y="154494"/>
                  </a:lnTo>
                  <a:lnTo>
                    <a:pt x="226949" y="114891"/>
                  </a:lnTo>
                  <a:lnTo>
                    <a:pt x="196000" y="77517"/>
                  </a:lnTo>
                  <a:lnTo>
                    <a:pt x="162633" y="46622"/>
                  </a:lnTo>
                  <a:lnTo>
                    <a:pt x="125664" y="23305"/>
                  </a:lnTo>
                  <a:lnTo>
                    <a:pt x="85129" y="7114"/>
                  </a:lnTo>
                  <a:lnTo>
                    <a:pt x="4268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1823654" y="6807866"/>
              <a:ext cx="282575" cy="192405"/>
            </a:xfrm>
            <a:custGeom>
              <a:avLst/>
              <a:gdLst/>
              <a:ahLst/>
              <a:cxnLst/>
              <a:rect l="l" t="t" r="r" b="b"/>
              <a:pathLst>
                <a:path w="282575" h="192404">
                  <a:moveTo>
                    <a:pt x="282179" y="192073"/>
                  </a:moveTo>
                  <a:lnTo>
                    <a:pt x="255627" y="154494"/>
                  </a:lnTo>
                  <a:lnTo>
                    <a:pt x="226949" y="114891"/>
                  </a:lnTo>
                  <a:lnTo>
                    <a:pt x="196000" y="77517"/>
                  </a:lnTo>
                  <a:lnTo>
                    <a:pt x="162633" y="46622"/>
                  </a:lnTo>
                  <a:lnTo>
                    <a:pt x="125664" y="23305"/>
                  </a:lnTo>
                  <a:lnTo>
                    <a:pt x="85129" y="7114"/>
                  </a:lnTo>
                  <a:lnTo>
                    <a:pt x="42687" y="0"/>
                  </a:lnTo>
                  <a:lnTo>
                    <a:pt x="0" y="3912"/>
                  </a:lnTo>
                  <a:lnTo>
                    <a:pt x="27553" y="45879"/>
                  </a:lnTo>
                  <a:lnTo>
                    <a:pt x="60603" y="83647"/>
                  </a:lnTo>
                  <a:lnTo>
                    <a:pt x="98405" y="116718"/>
                  </a:lnTo>
                  <a:lnTo>
                    <a:pt x="140209" y="144594"/>
                  </a:lnTo>
                  <a:lnTo>
                    <a:pt x="185271" y="166777"/>
                  </a:lnTo>
                  <a:lnTo>
                    <a:pt x="232844" y="182770"/>
                  </a:lnTo>
                  <a:lnTo>
                    <a:pt x="282179" y="192073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2058998" y="6589111"/>
              <a:ext cx="88900" cy="353060"/>
            </a:xfrm>
            <a:custGeom>
              <a:avLst/>
              <a:gdLst/>
              <a:ahLst/>
              <a:cxnLst/>
              <a:rect l="l" t="t" r="r" b="b"/>
              <a:pathLst>
                <a:path w="88900" h="353059">
                  <a:moveTo>
                    <a:pt x="31160" y="0"/>
                  </a:moveTo>
                  <a:lnTo>
                    <a:pt x="12628" y="41394"/>
                  </a:lnTo>
                  <a:lnTo>
                    <a:pt x="2580" y="85722"/>
                  </a:lnTo>
                  <a:lnTo>
                    <a:pt x="0" y="131491"/>
                  </a:lnTo>
                  <a:lnTo>
                    <a:pt x="3873" y="177209"/>
                  </a:lnTo>
                  <a:lnTo>
                    <a:pt x="12952" y="221893"/>
                  </a:lnTo>
                  <a:lnTo>
                    <a:pt x="25800" y="265686"/>
                  </a:lnTo>
                  <a:lnTo>
                    <a:pt x="41139" y="308811"/>
                  </a:lnTo>
                  <a:lnTo>
                    <a:pt x="57693" y="351486"/>
                  </a:lnTo>
                  <a:lnTo>
                    <a:pt x="60740" y="352774"/>
                  </a:lnTo>
                  <a:lnTo>
                    <a:pt x="77858" y="301997"/>
                  </a:lnTo>
                  <a:lnTo>
                    <a:pt x="87038" y="251004"/>
                  </a:lnTo>
                  <a:lnTo>
                    <a:pt x="88772" y="200002"/>
                  </a:lnTo>
                  <a:lnTo>
                    <a:pt x="83557" y="149195"/>
                  </a:lnTo>
                  <a:lnTo>
                    <a:pt x="71887" y="98788"/>
                  </a:lnTo>
                  <a:lnTo>
                    <a:pt x="54256" y="48988"/>
                  </a:lnTo>
                  <a:lnTo>
                    <a:pt x="3116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2058998" y="6589111"/>
              <a:ext cx="88900" cy="353060"/>
            </a:xfrm>
            <a:custGeom>
              <a:avLst/>
              <a:gdLst/>
              <a:ahLst/>
              <a:cxnLst/>
              <a:rect l="l" t="t" r="r" b="b"/>
              <a:pathLst>
                <a:path w="88900" h="353059">
                  <a:moveTo>
                    <a:pt x="57693" y="351486"/>
                  </a:moveTo>
                  <a:lnTo>
                    <a:pt x="41139" y="308811"/>
                  </a:lnTo>
                  <a:lnTo>
                    <a:pt x="25800" y="265686"/>
                  </a:lnTo>
                  <a:lnTo>
                    <a:pt x="12952" y="221893"/>
                  </a:lnTo>
                  <a:lnTo>
                    <a:pt x="3873" y="177209"/>
                  </a:lnTo>
                  <a:lnTo>
                    <a:pt x="0" y="131491"/>
                  </a:lnTo>
                  <a:lnTo>
                    <a:pt x="2580" y="85722"/>
                  </a:lnTo>
                  <a:lnTo>
                    <a:pt x="12628" y="41394"/>
                  </a:lnTo>
                  <a:lnTo>
                    <a:pt x="31160" y="0"/>
                  </a:lnTo>
                  <a:lnTo>
                    <a:pt x="54256" y="48988"/>
                  </a:lnTo>
                  <a:lnTo>
                    <a:pt x="71887" y="98788"/>
                  </a:lnTo>
                  <a:lnTo>
                    <a:pt x="83557" y="149195"/>
                  </a:lnTo>
                  <a:lnTo>
                    <a:pt x="88772" y="200002"/>
                  </a:lnTo>
                  <a:lnTo>
                    <a:pt x="87038" y="251004"/>
                  </a:lnTo>
                  <a:lnTo>
                    <a:pt x="77858" y="301997"/>
                  </a:lnTo>
                  <a:lnTo>
                    <a:pt x="60740" y="352774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2160665" y="6349255"/>
              <a:ext cx="323215" cy="240029"/>
            </a:xfrm>
            <a:custGeom>
              <a:avLst/>
              <a:gdLst/>
              <a:ahLst/>
              <a:cxnLst/>
              <a:rect l="l" t="t" r="r" b="b"/>
              <a:pathLst>
                <a:path w="323214" h="240029">
                  <a:moveTo>
                    <a:pt x="280022" y="0"/>
                  </a:moveTo>
                  <a:lnTo>
                    <a:pt x="200731" y="26054"/>
                  </a:lnTo>
                  <a:lnTo>
                    <a:pt x="155930" y="50205"/>
                  </a:lnTo>
                  <a:lnTo>
                    <a:pt x="114253" y="79302"/>
                  </a:lnTo>
                  <a:lnTo>
                    <a:pt x="76760" y="113079"/>
                  </a:lnTo>
                  <a:lnTo>
                    <a:pt x="44513" y="151274"/>
                  </a:lnTo>
                  <a:lnTo>
                    <a:pt x="18572" y="193622"/>
                  </a:lnTo>
                  <a:lnTo>
                    <a:pt x="0" y="239858"/>
                  </a:lnTo>
                  <a:lnTo>
                    <a:pt x="46061" y="224042"/>
                  </a:lnTo>
                  <a:lnTo>
                    <a:pt x="91122" y="205573"/>
                  </a:lnTo>
                  <a:lnTo>
                    <a:pt x="135042" y="184529"/>
                  </a:lnTo>
                  <a:lnTo>
                    <a:pt x="177676" y="160989"/>
                  </a:lnTo>
                  <a:lnTo>
                    <a:pt x="218883" y="135033"/>
                  </a:lnTo>
                  <a:lnTo>
                    <a:pt x="258519" y="106740"/>
                  </a:lnTo>
                  <a:lnTo>
                    <a:pt x="296441" y="76188"/>
                  </a:lnTo>
                  <a:lnTo>
                    <a:pt x="322642" y="41217"/>
                  </a:lnTo>
                  <a:lnTo>
                    <a:pt x="322995" y="27310"/>
                  </a:lnTo>
                  <a:lnTo>
                    <a:pt x="318761" y="17358"/>
                  </a:lnTo>
                  <a:lnTo>
                    <a:pt x="311330" y="9385"/>
                  </a:lnTo>
                  <a:lnTo>
                    <a:pt x="301732" y="3699"/>
                  </a:lnTo>
                  <a:lnTo>
                    <a:pt x="290996" y="609"/>
                  </a:lnTo>
                  <a:lnTo>
                    <a:pt x="28002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2160665" y="6349255"/>
              <a:ext cx="323215" cy="240029"/>
            </a:xfrm>
            <a:custGeom>
              <a:avLst/>
              <a:gdLst/>
              <a:ahLst/>
              <a:cxnLst/>
              <a:rect l="l" t="t" r="r" b="b"/>
              <a:pathLst>
                <a:path w="323214" h="240029">
                  <a:moveTo>
                    <a:pt x="0" y="239858"/>
                  </a:moveTo>
                  <a:lnTo>
                    <a:pt x="18572" y="193622"/>
                  </a:lnTo>
                  <a:lnTo>
                    <a:pt x="44513" y="151274"/>
                  </a:lnTo>
                  <a:lnTo>
                    <a:pt x="76760" y="113079"/>
                  </a:lnTo>
                  <a:lnTo>
                    <a:pt x="114253" y="79302"/>
                  </a:lnTo>
                  <a:lnTo>
                    <a:pt x="155930" y="50205"/>
                  </a:lnTo>
                  <a:lnTo>
                    <a:pt x="200731" y="26054"/>
                  </a:lnTo>
                  <a:lnTo>
                    <a:pt x="247594" y="7112"/>
                  </a:lnTo>
                  <a:lnTo>
                    <a:pt x="280022" y="0"/>
                  </a:lnTo>
                  <a:lnTo>
                    <a:pt x="290996" y="609"/>
                  </a:lnTo>
                  <a:lnTo>
                    <a:pt x="301732" y="3699"/>
                  </a:lnTo>
                  <a:lnTo>
                    <a:pt x="311330" y="9385"/>
                  </a:lnTo>
                  <a:lnTo>
                    <a:pt x="318761" y="17358"/>
                  </a:lnTo>
                  <a:lnTo>
                    <a:pt x="322995" y="27310"/>
                  </a:lnTo>
                  <a:lnTo>
                    <a:pt x="322642" y="41217"/>
                  </a:lnTo>
                  <a:lnTo>
                    <a:pt x="296441" y="76188"/>
                  </a:lnTo>
                  <a:lnTo>
                    <a:pt x="258519" y="106740"/>
                  </a:lnTo>
                  <a:lnTo>
                    <a:pt x="218883" y="135033"/>
                  </a:lnTo>
                  <a:lnTo>
                    <a:pt x="177676" y="160989"/>
                  </a:lnTo>
                  <a:lnTo>
                    <a:pt x="135042" y="184529"/>
                  </a:lnTo>
                  <a:lnTo>
                    <a:pt x="91122" y="205573"/>
                  </a:lnTo>
                  <a:lnTo>
                    <a:pt x="46061" y="224042"/>
                  </a:lnTo>
                  <a:lnTo>
                    <a:pt x="0" y="239858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2160118" y="6120197"/>
              <a:ext cx="170180" cy="401320"/>
            </a:xfrm>
            <a:custGeom>
              <a:avLst/>
              <a:gdLst/>
              <a:ahLst/>
              <a:cxnLst/>
              <a:rect l="l" t="t" r="r" b="b"/>
              <a:pathLst>
                <a:path w="170180" h="401320">
                  <a:moveTo>
                    <a:pt x="168989" y="0"/>
                  </a:moveTo>
                  <a:lnTo>
                    <a:pt x="123391" y="28461"/>
                  </a:lnTo>
                  <a:lnTo>
                    <a:pt x="85638" y="66969"/>
                  </a:lnTo>
                  <a:lnTo>
                    <a:pt x="55845" y="112705"/>
                  </a:lnTo>
                  <a:lnTo>
                    <a:pt x="34124" y="162853"/>
                  </a:lnTo>
                  <a:lnTo>
                    <a:pt x="19749" y="215083"/>
                  </a:lnTo>
                  <a:lnTo>
                    <a:pt x="10741" y="268576"/>
                  </a:lnTo>
                  <a:lnTo>
                    <a:pt x="5336" y="322782"/>
                  </a:lnTo>
                  <a:lnTo>
                    <a:pt x="1769" y="377150"/>
                  </a:lnTo>
                  <a:lnTo>
                    <a:pt x="0" y="401013"/>
                  </a:lnTo>
                  <a:lnTo>
                    <a:pt x="21429" y="350205"/>
                  </a:lnTo>
                  <a:lnTo>
                    <a:pt x="48724" y="302103"/>
                  </a:lnTo>
                  <a:lnTo>
                    <a:pt x="109096" y="208642"/>
                  </a:lnTo>
                  <a:lnTo>
                    <a:pt x="136434" y="159790"/>
                  </a:lnTo>
                  <a:lnTo>
                    <a:pt x="157831" y="108141"/>
                  </a:lnTo>
                  <a:lnTo>
                    <a:pt x="169833" y="54582"/>
                  </a:lnTo>
                  <a:lnTo>
                    <a:pt x="16898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2160118" y="6120197"/>
              <a:ext cx="170180" cy="401320"/>
            </a:xfrm>
            <a:custGeom>
              <a:avLst/>
              <a:gdLst/>
              <a:ahLst/>
              <a:cxnLst/>
              <a:rect l="l" t="t" r="r" b="b"/>
              <a:pathLst>
                <a:path w="170180" h="401320">
                  <a:moveTo>
                    <a:pt x="1769" y="377150"/>
                  </a:moveTo>
                  <a:lnTo>
                    <a:pt x="5336" y="322782"/>
                  </a:lnTo>
                  <a:lnTo>
                    <a:pt x="10741" y="268576"/>
                  </a:lnTo>
                  <a:lnTo>
                    <a:pt x="19749" y="215083"/>
                  </a:lnTo>
                  <a:lnTo>
                    <a:pt x="34124" y="162853"/>
                  </a:lnTo>
                  <a:lnTo>
                    <a:pt x="55845" y="112705"/>
                  </a:lnTo>
                  <a:lnTo>
                    <a:pt x="85638" y="66969"/>
                  </a:lnTo>
                  <a:lnTo>
                    <a:pt x="123391" y="28461"/>
                  </a:lnTo>
                  <a:lnTo>
                    <a:pt x="168989" y="0"/>
                  </a:lnTo>
                  <a:lnTo>
                    <a:pt x="169833" y="54582"/>
                  </a:lnTo>
                  <a:lnTo>
                    <a:pt x="157831" y="108141"/>
                  </a:lnTo>
                  <a:lnTo>
                    <a:pt x="136434" y="159790"/>
                  </a:lnTo>
                  <a:lnTo>
                    <a:pt x="109096" y="208642"/>
                  </a:lnTo>
                  <a:lnTo>
                    <a:pt x="78931" y="255363"/>
                  </a:lnTo>
                  <a:lnTo>
                    <a:pt x="48724" y="302103"/>
                  </a:lnTo>
                  <a:lnTo>
                    <a:pt x="21429" y="350205"/>
                  </a:lnTo>
                  <a:lnTo>
                    <a:pt x="0" y="401013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1950090" y="6153780"/>
              <a:ext cx="210185" cy="393700"/>
            </a:xfrm>
            <a:custGeom>
              <a:avLst/>
              <a:gdLst/>
              <a:ahLst/>
              <a:cxnLst/>
              <a:rect l="l" t="t" r="r" b="b"/>
              <a:pathLst>
                <a:path w="210185" h="393700">
                  <a:moveTo>
                    <a:pt x="11580" y="0"/>
                  </a:moveTo>
                  <a:lnTo>
                    <a:pt x="1512" y="38116"/>
                  </a:lnTo>
                  <a:lnTo>
                    <a:pt x="0" y="77604"/>
                  </a:lnTo>
                  <a:lnTo>
                    <a:pt x="6003" y="117022"/>
                  </a:lnTo>
                  <a:lnTo>
                    <a:pt x="18481" y="154927"/>
                  </a:lnTo>
                  <a:lnTo>
                    <a:pt x="36184" y="190378"/>
                  </a:lnTo>
                  <a:lnTo>
                    <a:pt x="57871" y="223597"/>
                  </a:lnTo>
                  <a:lnTo>
                    <a:pt x="82508" y="254904"/>
                  </a:lnTo>
                  <a:lnTo>
                    <a:pt x="109064" y="284619"/>
                  </a:lnTo>
                  <a:lnTo>
                    <a:pt x="135391" y="312181"/>
                  </a:lnTo>
                  <a:lnTo>
                    <a:pt x="160502" y="338154"/>
                  </a:lnTo>
                  <a:lnTo>
                    <a:pt x="185135" y="364548"/>
                  </a:lnTo>
                  <a:lnTo>
                    <a:pt x="210025" y="393370"/>
                  </a:lnTo>
                  <a:lnTo>
                    <a:pt x="195652" y="342090"/>
                  </a:lnTo>
                  <a:lnTo>
                    <a:pt x="183893" y="288134"/>
                  </a:lnTo>
                  <a:lnTo>
                    <a:pt x="171330" y="234129"/>
                  </a:lnTo>
                  <a:lnTo>
                    <a:pt x="154546" y="182701"/>
                  </a:lnTo>
                  <a:lnTo>
                    <a:pt x="130121" y="136477"/>
                  </a:lnTo>
                  <a:lnTo>
                    <a:pt x="101307" y="101562"/>
                  </a:lnTo>
                  <a:lnTo>
                    <a:pt x="69076" y="69346"/>
                  </a:lnTo>
                  <a:lnTo>
                    <a:pt x="37733" y="36576"/>
                  </a:lnTo>
                  <a:lnTo>
                    <a:pt x="1158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1950090" y="6153780"/>
              <a:ext cx="210185" cy="393700"/>
            </a:xfrm>
            <a:custGeom>
              <a:avLst/>
              <a:gdLst/>
              <a:ahLst/>
              <a:cxnLst/>
              <a:rect l="l" t="t" r="r" b="b"/>
              <a:pathLst>
                <a:path w="210185" h="393700">
                  <a:moveTo>
                    <a:pt x="210025" y="393370"/>
                  </a:moveTo>
                  <a:lnTo>
                    <a:pt x="195652" y="342090"/>
                  </a:lnTo>
                  <a:lnTo>
                    <a:pt x="183893" y="288134"/>
                  </a:lnTo>
                  <a:lnTo>
                    <a:pt x="171330" y="234129"/>
                  </a:lnTo>
                  <a:lnTo>
                    <a:pt x="154546" y="182701"/>
                  </a:lnTo>
                  <a:lnTo>
                    <a:pt x="130121" y="136477"/>
                  </a:lnTo>
                  <a:lnTo>
                    <a:pt x="101307" y="101562"/>
                  </a:lnTo>
                  <a:lnTo>
                    <a:pt x="69076" y="69346"/>
                  </a:lnTo>
                  <a:lnTo>
                    <a:pt x="37733" y="36576"/>
                  </a:lnTo>
                  <a:lnTo>
                    <a:pt x="11580" y="0"/>
                  </a:lnTo>
                  <a:lnTo>
                    <a:pt x="1512" y="38116"/>
                  </a:lnTo>
                  <a:lnTo>
                    <a:pt x="0" y="77604"/>
                  </a:lnTo>
                  <a:lnTo>
                    <a:pt x="6003" y="117022"/>
                  </a:lnTo>
                  <a:lnTo>
                    <a:pt x="18481" y="154927"/>
                  </a:lnTo>
                  <a:lnTo>
                    <a:pt x="36184" y="190378"/>
                  </a:lnTo>
                  <a:lnTo>
                    <a:pt x="57871" y="223597"/>
                  </a:lnTo>
                  <a:lnTo>
                    <a:pt x="82508" y="254904"/>
                  </a:lnTo>
                  <a:lnTo>
                    <a:pt x="109064" y="284619"/>
                  </a:lnTo>
                  <a:lnTo>
                    <a:pt x="135391" y="312181"/>
                  </a:lnTo>
                  <a:lnTo>
                    <a:pt x="160502" y="338154"/>
                  </a:lnTo>
                  <a:lnTo>
                    <a:pt x="185135" y="364548"/>
                  </a:lnTo>
                  <a:lnTo>
                    <a:pt x="210025" y="393370"/>
                  </a:lnTo>
                </a:path>
              </a:pathLst>
            </a:custGeom>
            <a:ln w="10470">
              <a:solidFill>
                <a:srgbClr val="FFD2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2" name="object 282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552510" y="6513418"/>
              <a:ext cx="1246558" cy="3394818"/>
            </a:xfrm>
            <a:prstGeom prst="rect">
              <a:avLst/>
            </a:prstGeom>
          </p:spPr>
        </p:pic>
      </p:grpSp>
      <p:grpSp>
        <p:nvGrpSpPr>
          <p:cNvPr id="283" name="object 283" descr=""/>
          <p:cNvGrpSpPr/>
          <p:nvPr/>
        </p:nvGrpSpPr>
        <p:grpSpPr>
          <a:xfrm>
            <a:off x="16515029" y="7165749"/>
            <a:ext cx="2326005" cy="2898140"/>
            <a:chOff x="16515029" y="7165749"/>
            <a:chExt cx="2326005" cy="2898140"/>
          </a:xfrm>
        </p:grpSpPr>
        <p:sp>
          <p:nvSpPr>
            <p:cNvPr id="284" name="object 284" descr=""/>
            <p:cNvSpPr/>
            <p:nvPr/>
          </p:nvSpPr>
          <p:spPr>
            <a:xfrm>
              <a:off x="18207841" y="8308282"/>
              <a:ext cx="633095" cy="727710"/>
            </a:xfrm>
            <a:custGeom>
              <a:avLst/>
              <a:gdLst/>
              <a:ahLst/>
              <a:cxnLst/>
              <a:rect l="l" t="t" r="r" b="b"/>
              <a:pathLst>
                <a:path w="633094" h="727709">
                  <a:moveTo>
                    <a:pt x="632856" y="0"/>
                  </a:moveTo>
                  <a:lnTo>
                    <a:pt x="554186" y="20293"/>
                  </a:lnTo>
                  <a:lnTo>
                    <a:pt x="375324" y="79832"/>
                  </a:lnTo>
                  <a:lnTo>
                    <a:pt x="181998" y="176607"/>
                  </a:lnTo>
                  <a:lnTo>
                    <a:pt x="59931" y="308608"/>
                  </a:lnTo>
                  <a:lnTo>
                    <a:pt x="16276" y="426859"/>
                  </a:lnTo>
                  <a:lnTo>
                    <a:pt x="0" y="509903"/>
                  </a:lnTo>
                  <a:lnTo>
                    <a:pt x="9550" y="597003"/>
                  </a:lnTo>
                  <a:lnTo>
                    <a:pt x="43376" y="727422"/>
                  </a:lnTo>
                  <a:lnTo>
                    <a:pt x="84607" y="719043"/>
                  </a:lnTo>
                  <a:lnTo>
                    <a:pt x="185063" y="690535"/>
                  </a:lnTo>
                  <a:lnTo>
                    <a:pt x="309896" y="636843"/>
                  </a:lnTo>
                  <a:lnTo>
                    <a:pt x="424255" y="552915"/>
                  </a:lnTo>
                  <a:lnTo>
                    <a:pt x="500649" y="468738"/>
                  </a:lnTo>
                  <a:lnTo>
                    <a:pt x="547843" y="383083"/>
                  </a:lnTo>
                  <a:lnTo>
                    <a:pt x="585393" y="244116"/>
                  </a:lnTo>
                  <a:lnTo>
                    <a:pt x="63285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18234172" y="8516597"/>
              <a:ext cx="398780" cy="498475"/>
            </a:xfrm>
            <a:custGeom>
              <a:avLst/>
              <a:gdLst/>
              <a:ahLst/>
              <a:cxnLst/>
              <a:rect l="l" t="t" r="r" b="b"/>
              <a:pathLst>
                <a:path w="398780" h="498475">
                  <a:moveTo>
                    <a:pt x="398180" y="0"/>
                  </a:moveTo>
                  <a:lnTo>
                    <a:pt x="348683" y="19106"/>
                  </a:lnTo>
                  <a:lnTo>
                    <a:pt x="236148" y="70513"/>
                  </a:lnTo>
                  <a:lnTo>
                    <a:pt x="114512" y="145350"/>
                  </a:lnTo>
                  <a:lnTo>
                    <a:pt x="37709" y="234746"/>
                  </a:lnTo>
                  <a:lnTo>
                    <a:pt x="10241" y="309147"/>
                  </a:lnTo>
                  <a:lnTo>
                    <a:pt x="0" y="361397"/>
                  </a:lnTo>
                  <a:lnTo>
                    <a:pt x="6008" y="416199"/>
                  </a:lnTo>
                  <a:lnTo>
                    <a:pt x="27291" y="498257"/>
                  </a:lnTo>
                  <a:lnTo>
                    <a:pt x="53231" y="492984"/>
                  </a:lnTo>
                  <a:lnTo>
                    <a:pt x="116436" y="475045"/>
                  </a:lnTo>
                  <a:lnTo>
                    <a:pt x="194980" y="441263"/>
                  </a:lnTo>
                  <a:lnTo>
                    <a:pt x="266938" y="388459"/>
                  </a:lnTo>
                  <a:lnTo>
                    <a:pt x="315000" y="334858"/>
                  </a:lnTo>
                  <a:lnTo>
                    <a:pt x="344692" y="276526"/>
                  </a:lnTo>
                  <a:lnTo>
                    <a:pt x="368317" y="177046"/>
                  </a:lnTo>
                  <a:lnTo>
                    <a:pt x="39818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18095943" y="8391167"/>
              <a:ext cx="668655" cy="986790"/>
            </a:xfrm>
            <a:custGeom>
              <a:avLst/>
              <a:gdLst/>
              <a:ahLst/>
              <a:cxnLst/>
              <a:rect l="l" t="t" r="r" b="b"/>
              <a:pathLst>
                <a:path w="668655" h="986790">
                  <a:moveTo>
                    <a:pt x="0" y="986503"/>
                  </a:moveTo>
                  <a:lnTo>
                    <a:pt x="17299" y="939392"/>
                  </a:lnTo>
                  <a:lnTo>
                    <a:pt x="35607" y="892667"/>
                  </a:lnTo>
                  <a:lnTo>
                    <a:pt x="54913" y="846347"/>
                  </a:lnTo>
                  <a:lnTo>
                    <a:pt x="75203" y="800450"/>
                  </a:lnTo>
                  <a:lnTo>
                    <a:pt x="96465" y="754995"/>
                  </a:lnTo>
                  <a:lnTo>
                    <a:pt x="118686" y="710000"/>
                  </a:lnTo>
                  <a:lnTo>
                    <a:pt x="141854" y="665485"/>
                  </a:lnTo>
                  <a:lnTo>
                    <a:pt x="165956" y="621467"/>
                  </a:lnTo>
                  <a:lnTo>
                    <a:pt x="190979" y="577965"/>
                  </a:lnTo>
                  <a:lnTo>
                    <a:pt x="216912" y="534998"/>
                  </a:lnTo>
                  <a:lnTo>
                    <a:pt x="243741" y="492584"/>
                  </a:lnTo>
                  <a:lnTo>
                    <a:pt x="271455" y="450742"/>
                  </a:lnTo>
                  <a:lnTo>
                    <a:pt x="300039" y="409491"/>
                  </a:lnTo>
                  <a:lnTo>
                    <a:pt x="329483" y="368848"/>
                  </a:lnTo>
                  <a:lnTo>
                    <a:pt x="359772" y="328833"/>
                  </a:lnTo>
                  <a:lnTo>
                    <a:pt x="390895" y="289464"/>
                  </a:lnTo>
                  <a:lnTo>
                    <a:pt x="422840" y="250760"/>
                  </a:lnTo>
                  <a:lnTo>
                    <a:pt x="455593" y="212739"/>
                  </a:lnTo>
                  <a:lnTo>
                    <a:pt x="489142" y="175420"/>
                  </a:lnTo>
                  <a:lnTo>
                    <a:pt x="523474" y="138821"/>
                  </a:lnTo>
                  <a:lnTo>
                    <a:pt x="558578" y="102961"/>
                  </a:lnTo>
                  <a:lnTo>
                    <a:pt x="594439" y="67858"/>
                  </a:lnTo>
                  <a:lnTo>
                    <a:pt x="631047" y="33532"/>
                  </a:lnTo>
                  <a:lnTo>
                    <a:pt x="668388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18306166" y="8815643"/>
              <a:ext cx="360680" cy="121920"/>
            </a:xfrm>
            <a:custGeom>
              <a:avLst/>
              <a:gdLst/>
              <a:ahLst/>
              <a:cxnLst/>
              <a:rect l="l" t="t" r="r" b="b"/>
              <a:pathLst>
                <a:path w="360680" h="121920">
                  <a:moveTo>
                    <a:pt x="0" y="121420"/>
                  </a:moveTo>
                  <a:lnTo>
                    <a:pt x="36015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18348651" y="8467647"/>
              <a:ext cx="73660" cy="402590"/>
            </a:xfrm>
            <a:custGeom>
              <a:avLst/>
              <a:gdLst/>
              <a:ahLst/>
              <a:cxnLst/>
              <a:rect l="l" t="t" r="r" b="b"/>
              <a:pathLst>
                <a:path w="73659" h="402590">
                  <a:moveTo>
                    <a:pt x="0" y="402375"/>
                  </a:moveTo>
                  <a:lnTo>
                    <a:pt x="73379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18430138" y="8590303"/>
              <a:ext cx="334645" cy="163830"/>
            </a:xfrm>
            <a:custGeom>
              <a:avLst/>
              <a:gdLst/>
              <a:ahLst/>
              <a:cxnLst/>
              <a:rect l="l" t="t" r="r" b="b"/>
              <a:pathLst>
                <a:path w="334644" h="163829">
                  <a:moveTo>
                    <a:pt x="0" y="163377"/>
                  </a:moveTo>
                  <a:lnTo>
                    <a:pt x="334199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18540027" y="8391164"/>
              <a:ext cx="69215" cy="226060"/>
            </a:xfrm>
            <a:custGeom>
              <a:avLst/>
              <a:gdLst/>
              <a:ahLst/>
              <a:cxnLst/>
              <a:rect l="l" t="t" r="r" b="b"/>
              <a:pathLst>
                <a:path w="69215" h="226059">
                  <a:moveTo>
                    <a:pt x="0" y="225940"/>
                  </a:moveTo>
                  <a:lnTo>
                    <a:pt x="68835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18666175" y="8413751"/>
              <a:ext cx="147955" cy="69215"/>
            </a:xfrm>
            <a:custGeom>
              <a:avLst/>
              <a:gdLst/>
              <a:ahLst/>
              <a:cxnLst/>
              <a:rect l="l" t="t" r="r" b="b"/>
              <a:pathLst>
                <a:path w="147955" h="69215">
                  <a:moveTo>
                    <a:pt x="0" y="68814"/>
                  </a:moveTo>
                  <a:lnTo>
                    <a:pt x="14734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18066373" y="7165749"/>
              <a:ext cx="566420" cy="969010"/>
            </a:xfrm>
            <a:custGeom>
              <a:avLst/>
              <a:gdLst/>
              <a:ahLst/>
              <a:cxnLst/>
              <a:rect l="l" t="t" r="r" b="b"/>
              <a:pathLst>
                <a:path w="566419" h="969009">
                  <a:moveTo>
                    <a:pt x="479117" y="0"/>
                  </a:moveTo>
                  <a:lnTo>
                    <a:pt x="416670" y="47991"/>
                  </a:lnTo>
                  <a:lnTo>
                    <a:pt x="275131" y="169072"/>
                  </a:lnTo>
                  <a:lnTo>
                    <a:pt x="123197" y="328897"/>
                  </a:lnTo>
                  <a:lnTo>
                    <a:pt x="29570" y="493126"/>
                  </a:lnTo>
                  <a:lnTo>
                    <a:pt x="0" y="616796"/>
                  </a:lnTo>
                  <a:lnTo>
                    <a:pt x="879" y="707575"/>
                  </a:lnTo>
                  <a:lnTo>
                    <a:pt x="41870" y="810063"/>
                  </a:lnTo>
                  <a:lnTo>
                    <a:pt x="132635" y="968860"/>
                  </a:lnTo>
                  <a:lnTo>
                    <a:pt x="175876" y="930620"/>
                  </a:lnTo>
                  <a:lnTo>
                    <a:pt x="278216" y="832257"/>
                  </a:lnTo>
                  <a:lnTo>
                    <a:pt x="398576" y="698303"/>
                  </a:lnTo>
                  <a:lnTo>
                    <a:pt x="495881" y="553292"/>
                  </a:lnTo>
                  <a:lnTo>
                    <a:pt x="549682" y="437869"/>
                  </a:lnTo>
                  <a:lnTo>
                    <a:pt x="565869" y="341760"/>
                  </a:lnTo>
                  <a:lnTo>
                    <a:pt x="542871" y="213094"/>
                  </a:lnTo>
                  <a:lnTo>
                    <a:pt x="479117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18143458" y="7449836"/>
              <a:ext cx="332105" cy="654050"/>
            </a:xfrm>
            <a:custGeom>
              <a:avLst/>
              <a:gdLst/>
              <a:ahLst/>
              <a:cxnLst/>
              <a:rect l="l" t="t" r="r" b="b"/>
              <a:pathLst>
                <a:path w="332105" h="654050">
                  <a:moveTo>
                    <a:pt x="286679" y="0"/>
                  </a:moveTo>
                  <a:lnTo>
                    <a:pt x="248807" y="32968"/>
                  </a:lnTo>
                  <a:lnTo>
                    <a:pt x="163205" y="114005"/>
                  </a:lnTo>
                  <a:lnTo>
                    <a:pt x="71901" y="216307"/>
                  </a:lnTo>
                  <a:lnTo>
                    <a:pt x="16918" y="313069"/>
                  </a:lnTo>
                  <a:lnTo>
                    <a:pt x="540" y="382180"/>
                  </a:lnTo>
                  <a:lnTo>
                    <a:pt x="0" y="440675"/>
                  </a:lnTo>
                  <a:lnTo>
                    <a:pt x="19724" y="520463"/>
                  </a:lnTo>
                  <a:lnTo>
                    <a:pt x="64142" y="653456"/>
                  </a:lnTo>
                  <a:lnTo>
                    <a:pt x="92524" y="623233"/>
                  </a:lnTo>
                  <a:lnTo>
                    <a:pt x="158920" y="548929"/>
                  </a:lnTo>
                  <a:lnTo>
                    <a:pt x="235206" y="455092"/>
                  </a:lnTo>
                  <a:lnTo>
                    <a:pt x="293255" y="366271"/>
                  </a:lnTo>
                  <a:lnTo>
                    <a:pt x="322825" y="301950"/>
                  </a:lnTo>
                  <a:lnTo>
                    <a:pt x="331997" y="242356"/>
                  </a:lnTo>
                  <a:lnTo>
                    <a:pt x="320154" y="153152"/>
                  </a:lnTo>
                  <a:lnTo>
                    <a:pt x="28667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17919382" y="7449835"/>
              <a:ext cx="511175" cy="1927860"/>
            </a:xfrm>
            <a:custGeom>
              <a:avLst/>
              <a:gdLst/>
              <a:ahLst/>
              <a:cxnLst/>
              <a:rect l="l" t="t" r="r" b="b"/>
              <a:pathLst>
                <a:path w="511175" h="1927859">
                  <a:moveTo>
                    <a:pt x="0" y="1927836"/>
                  </a:moveTo>
                  <a:lnTo>
                    <a:pt x="145927" y="1138262"/>
                  </a:lnTo>
                  <a:lnTo>
                    <a:pt x="247773" y="674254"/>
                  </a:lnTo>
                  <a:lnTo>
                    <a:pt x="353423" y="355078"/>
                  </a:lnTo>
                  <a:lnTo>
                    <a:pt x="510759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18098479" y="7650178"/>
              <a:ext cx="123825" cy="400685"/>
            </a:xfrm>
            <a:custGeom>
              <a:avLst/>
              <a:gdLst/>
              <a:ahLst/>
              <a:cxnLst/>
              <a:rect l="l" t="t" r="r" b="b"/>
              <a:pathLst>
                <a:path w="123825" h="400684">
                  <a:moveTo>
                    <a:pt x="0" y="0"/>
                  </a:moveTo>
                  <a:lnTo>
                    <a:pt x="123797" y="40061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18230279" y="7808905"/>
              <a:ext cx="276860" cy="213995"/>
            </a:xfrm>
            <a:custGeom>
              <a:avLst/>
              <a:gdLst/>
              <a:ahLst/>
              <a:cxnLst/>
              <a:rect l="l" t="t" r="r" b="b"/>
              <a:pathLst>
                <a:path w="276859" h="213995">
                  <a:moveTo>
                    <a:pt x="0" y="213752"/>
                  </a:moveTo>
                  <a:lnTo>
                    <a:pt x="276598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18185054" y="7500357"/>
              <a:ext cx="97155" cy="350520"/>
            </a:xfrm>
            <a:custGeom>
              <a:avLst/>
              <a:gdLst/>
              <a:ahLst/>
              <a:cxnLst/>
              <a:rect l="l" t="t" r="r" b="b"/>
              <a:pathLst>
                <a:path w="97155" h="350520">
                  <a:moveTo>
                    <a:pt x="0" y="0"/>
                  </a:moveTo>
                  <a:lnTo>
                    <a:pt x="96771" y="35013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18295126" y="7597501"/>
              <a:ext cx="301625" cy="211454"/>
            </a:xfrm>
            <a:custGeom>
              <a:avLst/>
              <a:gdLst/>
              <a:ahLst/>
              <a:cxnLst/>
              <a:rect l="l" t="t" r="r" b="b"/>
              <a:pathLst>
                <a:path w="301625" h="211454">
                  <a:moveTo>
                    <a:pt x="301247" y="0"/>
                  </a:moveTo>
                  <a:lnTo>
                    <a:pt x="0" y="21112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18284423" y="7389694"/>
              <a:ext cx="62230" cy="268605"/>
            </a:xfrm>
            <a:custGeom>
              <a:avLst/>
              <a:gdLst/>
              <a:ahLst/>
              <a:cxnLst/>
              <a:rect l="l" t="t" r="r" b="b"/>
              <a:pathLst>
                <a:path w="62230" h="268604">
                  <a:moveTo>
                    <a:pt x="0" y="0"/>
                  </a:moveTo>
                  <a:lnTo>
                    <a:pt x="61882" y="26834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18368575" y="7441089"/>
              <a:ext cx="229235" cy="156845"/>
            </a:xfrm>
            <a:custGeom>
              <a:avLst/>
              <a:gdLst/>
              <a:ahLst/>
              <a:cxnLst/>
              <a:rect l="l" t="t" r="r" b="b"/>
              <a:pathLst>
                <a:path w="229234" h="156845">
                  <a:moveTo>
                    <a:pt x="0" y="156791"/>
                  </a:moveTo>
                  <a:lnTo>
                    <a:pt x="22918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18430139" y="7281771"/>
              <a:ext cx="144780" cy="168275"/>
            </a:xfrm>
            <a:custGeom>
              <a:avLst/>
              <a:gdLst/>
              <a:ahLst/>
              <a:cxnLst/>
              <a:rect l="l" t="t" r="r" b="b"/>
              <a:pathLst>
                <a:path w="144780" h="168275">
                  <a:moveTo>
                    <a:pt x="144163" y="0"/>
                  </a:moveTo>
                  <a:lnTo>
                    <a:pt x="0" y="16806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18381834" y="7298444"/>
              <a:ext cx="48895" cy="151765"/>
            </a:xfrm>
            <a:custGeom>
              <a:avLst/>
              <a:gdLst/>
              <a:ahLst/>
              <a:cxnLst/>
              <a:rect l="l" t="t" r="r" b="b"/>
              <a:pathLst>
                <a:path w="48894" h="151765">
                  <a:moveTo>
                    <a:pt x="0" y="0"/>
                  </a:moveTo>
                  <a:lnTo>
                    <a:pt x="48302" y="15138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17509031" y="7418424"/>
              <a:ext cx="421640" cy="1083945"/>
            </a:xfrm>
            <a:custGeom>
              <a:avLst/>
              <a:gdLst/>
              <a:ahLst/>
              <a:cxnLst/>
              <a:rect l="l" t="t" r="r" b="b"/>
              <a:pathLst>
                <a:path w="421640" h="1083945">
                  <a:moveTo>
                    <a:pt x="53335" y="0"/>
                  </a:moveTo>
                  <a:lnTo>
                    <a:pt x="41483" y="86313"/>
                  </a:lnTo>
                  <a:lnTo>
                    <a:pt x="17779" y="287547"/>
                  </a:lnTo>
                  <a:lnTo>
                    <a:pt x="0" y="517141"/>
                  </a:lnTo>
                  <a:lnTo>
                    <a:pt x="5923" y="688534"/>
                  </a:lnTo>
                  <a:lnTo>
                    <a:pt x="28255" y="779790"/>
                  </a:lnTo>
                  <a:lnTo>
                    <a:pt x="66038" y="851391"/>
                  </a:lnTo>
                  <a:lnTo>
                    <a:pt x="146575" y="940401"/>
                  </a:lnTo>
                  <a:lnTo>
                    <a:pt x="297171" y="1083883"/>
                  </a:lnTo>
                  <a:lnTo>
                    <a:pt x="321646" y="1036536"/>
                  </a:lnTo>
                  <a:lnTo>
                    <a:pt x="372784" y="913580"/>
                  </a:lnTo>
                  <a:lnTo>
                    <a:pt x="417147" y="743641"/>
                  </a:lnTo>
                  <a:lnTo>
                    <a:pt x="421303" y="555344"/>
                  </a:lnTo>
                  <a:lnTo>
                    <a:pt x="395239" y="405716"/>
                  </a:lnTo>
                  <a:lnTo>
                    <a:pt x="348222" y="297992"/>
                  </a:lnTo>
                  <a:lnTo>
                    <a:pt x="245752" y="180107"/>
                  </a:lnTo>
                  <a:lnTo>
                    <a:pt x="53335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17618685" y="7781806"/>
              <a:ext cx="261620" cy="658495"/>
            </a:xfrm>
            <a:custGeom>
              <a:avLst/>
              <a:gdLst/>
              <a:ahLst/>
              <a:cxnLst/>
              <a:rect l="l" t="t" r="r" b="b"/>
              <a:pathLst>
                <a:path w="261619" h="658495">
                  <a:moveTo>
                    <a:pt x="52757" y="0"/>
                  </a:moveTo>
                  <a:lnTo>
                    <a:pt x="41744" y="56103"/>
                  </a:lnTo>
                  <a:lnTo>
                    <a:pt x="19008" y="186669"/>
                  </a:lnTo>
                  <a:lnTo>
                    <a:pt x="0" y="335077"/>
                  </a:lnTo>
                  <a:lnTo>
                    <a:pt x="172" y="444708"/>
                  </a:lnTo>
                  <a:lnTo>
                    <a:pt x="14156" y="501574"/>
                  </a:lnTo>
                  <a:lnTo>
                    <a:pt x="37480" y="542749"/>
                  </a:lnTo>
                  <a:lnTo>
                    <a:pt x="86938" y="588228"/>
                  </a:lnTo>
                  <a:lnTo>
                    <a:pt x="179329" y="658011"/>
                  </a:lnTo>
                  <a:lnTo>
                    <a:pt x="195367" y="633760"/>
                  </a:lnTo>
                  <a:lnTo>
                    <a:pt x="228948" y="568583"/>
                  </a:lnTo>
                  <a:lnTo>
                    <a:pt x="258268" y="473845"/>
                  </a:lnTo>
                  <a:lnTo>
                    <a:pt x="261525" y="360910"/>
                  </a:lnTo>
                  <a:lnTo>
                    <a:pt x="245476" y="266587"/>
                  </a:lnTo>
                  <a:lnTo>
                    <a:pt x="218380" y="197551"/>
                  </a:lnTo>
                  <a:lnTo>
                    <a:pt x="160664" y="119967"/>
                  </a:lnTo>
                  <a:lnTo>
                    <a:pt x="5275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17588567" y="7482265"/>
              <a:ext cx="266065" cy="1896745"/>
            </a:xfrm>
            <a:custGeom>
              <a:avLst/>
              <a:gdLst/>
              <a:ahLst/>
              <a:cxnLst/>
              <a:rect l="l" t="t" r="r" b="b"/>
              <a:pathLst>
                <a:path w="266065" h="1896745">
                  <a:moveTo>
                    <a:pt x="0" y="0"/>
                  </a:moveTo>
                  <a:lnTo>
                    <a:pt x="14526" y="48463"/>
                  </a:lnTo>
                  <a:lnTo>
                    <a:pt x="28650" y="97046"/>
                  </a:lnTo>
                  <a:lnTo>
                    <a:pt x="42371" y="145743"/>
                  </a:lnTo>
                  <a:lnTo>
                    <a:pt x="55688" y="194553"/>
                  </a:lnTo>
                  <a:lnTo>
                    <a:pt x="68602" y="243470"/>
                  </a:lnTo>
                  <a:lnTo>
                    <a:pt x="81111" y="292493"/>
                  </a:lnTo>
                  <a:lnTo>
                    <a:pt x="93215" y="341617"/>
                  </a:lnTo>
                  <a:lnTo>
                    <a:pt x="104914" y="390839"/>
                  </a:lnTo>
                  <a:lnTo>
                    <a:pt x="116207" y="440156"/>
                  </a:lnTo>
                  <a:lnTo>
                    <a:pt x="127094" y="489564"/>
                  </a:lnTo>
                  <a:lnTo>
                    <a:pt x="137574" y="539060"/>
                  </a:lnTo>
                  <a:lnTo>
                    <a:pt x="147646" y="588641"/>
                  </a:lnTo>
                  <a:lnTo>
                    <a:pt x="157311" y="638303"/>
                  </a:lnTo>
                  <a:lnTo>
                    <a:pt x="166568" y="688042"/>
                  </a:lnTo>
                  <a:lnTo>
                    <a:pt x="175416" y="737856"/>
                  </a:lnTo>
                  <a:lnTo>
                    <a:pt x="183855" y="787741"/>
                  </a:lnTo>
                  <a:lnTo>
                    <a:pt x="191884" y="837694"/>
                  </a:lnTo>
                  <a:lnTo>
                    <a:pt x="199503" y="887711"/>
                  </a:lnTo>
                  <a:lnTo>
                    <a:pt x="206712" y="937789"/>
                  </a:lnTo>
                  <a:lnTo>
                    <a:pt x="213509" y="987924"/>
                  </a:lnTo>
                  <a:lnTo>
                    <a:pt x="219895" y="1038114"/>
                  </a:lnTo>
                  <a:lnTo>
                    <a:pt x="225869" y="1088354"/>
                  </a:lnTo>
                  <a:lnTo>
                    <a:pt x="231431" y="1138641"/>
                  </a:lnTo>
                  <a:lnTo>
                    <a:pt x="236580" y="1188972"/>
                  </a:lnTo>
                  <a:lnTo>
                    <a:pt x="241315" y="1239344"/>
                  </a:lnTo>
                  <a:lnTo>
                    <a:pt x="245636" y="1289753"/>
                  </a:lnTo>
                  <a:lnTo>
                    <a:pt x="249543" y="1340195"/>
                  </a:lnTo>
                  <a:lnTo>
                    <a:pt x="253036" y="1390668"/>
                  </a:lnTo>
                  <a:lnTo>
                    <a:pt x="256113" y="1441168"/>
                  </a:lnTo>
                  <a:lnTo>
                    <a:pt x="258774" y="1491691"/>
                  </a:lnTo>
                  <a:lnTo>
                    <a:pt x="261019" y="1542235"/>
                  </a:lnTo>
                  <a:lnTo>
                    <a:pt x="262847" y="1592795"/>
                  </a:lnTo>
                  <a:lnTo>
                    <a:pt x="264258" y="1643368"/>
                  </a:lnTo>
                  <a:lnTo>
                    <a:pt x="265251" y="1693952"/>
                  </a:lnTo>
                  <a:lnTo>
                    <a:pt x="265826" y="1744542"/>
                  </a:lnTo>
                  <a:lnTo>
                    <a:pt x="265983" y="1795136"/>
                  </a:lnTo>
                  <a:lnTo>
                    <a:pt x="265721" y="1845729"/>
                  </a:lnTo>
                  <a:lnTo>
                    <a:pt x="265039" y="189631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17538273" y="7602799"/>
              <a:ext cx="108585" cy="82550"/>
            </a:xfrm>
            <a:custGeom>
              <a:avLst/>
              <a:gdLst/>
              <a:ahLst/>
              <a:cxnLst/>
              <a:rect l="l" t="t" r="r" b="b"/>
              <a:pathLst>
                <a:path w="108584" h="82550">
                  <a:moveTo>
                    <a:pt x="0" y="0"/>
                  </a:moveTo>
                  <a:lnTo>
                    <a:pt x="108174" y="8221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17666560" y="7551046"/>
              <a:ext cx="23495" cy="211454"/>
            </a:xfrm>
            <a:custGeom>
              <a:avLst/>
              <a:gdLst/>
              <a:ahLst/>
              <a:cxnLst/>
              <a:rect l="l" t="t" r="r" b="b"/>
              <a:pathLst>
                <a:path w="23494" h="211454">
                  <a:moveTo>
                    <a:pt x="23119" y="0"/>
                  </a:moveTo>
                  <a:lnTo>
                    <a:pt x="0" y="211323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17526321" y="7710741"/>
              <a:ext cx="160655" cy="132715"/>
            </a:xfrm>
            <a:custGeom>
              <a:avLst/>
              <a:gdLst/>
              <a:ahLst/>
              <a:cxnLst/>
              <a:rect l="l" t="t" r="r" b="b"/>
              <a:pathLst>
                <a:path w="160655" h="132715">
                  <a:moveTo>
                    <a:pt x="0" y="0"/>
                  </a:moveTo>
                  <a:lnTo>
                    <a:pt x="160057" y="13228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17705332" y="7661686"/>
              <a:ext cx="74295" cy="263525"/>
            </a:xfrm>
            <a:custGeom>
              <a:avLst/>
              <a:gdLst/>
              <a:ahLst/>
              <a:cxnLst/>
              <a:rect l="l" t="t" r="r" b="b"/>
              <a:pathLst>
                <a:path w="74294" h="263525">
                  <a:moveTo>
                    <a:pt x="73746" y="0"/>
                  </a:moveTo>
                  <a:lnTo>
                    <a:pt x="0" y="26323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17513188" y="7861473"/>
              <a:ext cx="216535" cy="174625"/>
            </a:xfrm>
            <a:custGeom>
              <a:avLst/>
              <a:gdLst/>
              <a:ahLst/>
              <a:cxnLst/>
              <a:rect l="l" t="t" r="r" b="b"/>
              <a:pathLst>
                <a:path w="216534" h="174625">
                  <a:moveTo>
                    <a:pt x="0" y="0"/>
                  </a:moveTo>
                  <a:lnTo>
                    <a:pt x="215941" y="17432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17751038" y="7816108"/>
              <a:ext cx="125730" cy="332105"/>
            </a:xfrm>
            <a:custGeom>
              <a:avLst/>
              <a:gdLst/>
              <a:ahLst/>
              <a:cxnLst/>
              <a:rect l="l" t="t" r="r" b="b"/>
              <a:pathLst>
                <a:path w="125730" h="332104">
                  <a:moveTo>
                    <a:pt x="125294" y="0"/>
                  </a:moveTo>
                  <a:lnTo>
                    <a:pt x="0" y="33189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17507872" y="8032067"/>
              <a:ext cx="264795" cy="238760"/>
            </a:xfrm>
            <a:custGeom>
              <a:avLst/>
              <a:gdLst/>
              <a:ahLst/>
              <a:cxnLst/>
              <a:rect l="l" t="t" r="r" b="b"/>
              <a:pathLst>
                <a:path w="264794" h="238759">
                  <a:moveTo>
                    <a:pt x="0" y="0"/>
                  </a:moveTo>
                  <a:lnTo>
                    <a:pt x="264620" y="23835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7793288" y="8116466"/>
              <a:ext cx="139065" cy="289560"/>
            </a:xfrm>
            <a:custGeom>
              <a:avLst/>
              <a:gdLst/>
              <a:ahLst/>
              <a:cxnLst/>
              <a:rect l="l" t="t" r="r" b="b"/>
              <a:pathLst>
                <a:path w="139065" h="289559">
                  <a:moveTo>
                    <a:pt x="0" y="289457"/>
                  </a:moveTo>
                  <a:lnTo>
                    <a:pt x="1389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16515029" y="8314364"/>
              <a:ext cx="633095" cy="727710"/>
            </a:xfrm>
            <a:custGeom>
              <a:avLst/>
              <a:gdLst/>
              <a:ahLst/>
              <a:cxnLst/>
              <a:rect l="l" t="t" r="r" b="b"/>
              <a:pathLst>
                <a:path w="633094" h="727709">
                  <a:moveTo>
                    <a:pt x="0" y="0"/>
                  </a:moveTo>
                  <a:lnTo>
                    <a:pt x="47456" y="244110"/>
                  </a:lnTo>
                  <a:lnTo>
                    <a:pt x="85003" y="383076"/>
                  </a:lnTo>
                  <a:lnTo>
                    <a:pt x="132196" y="468732"/>
                  </a:lnTo>
                  <a:lnTo>
                    <a:pt x="208590" y="552915"/>
                  </a:lnTo>
                  <a:lnTo>
                    <a:pt x="322953" y="636843"/>
                  </a:lnTo>
                  <a:lnTo>
                    <a:pt x="447786" y="690535"/>
                  </a:lnTo>
                  <a:lnTo>
                    <a:pt x="548240" y="719043"/>
                  </a:lnTo>
                  <a:lnTo>
                    <a:pt x="589468" y="727422"/>
                  </a:lnTo>
                  <a:lnTo>
                    <a:pt x="623294" y="597003"/>
                  </a:lnTo>
                  <a:lnTo>
                    <a:pt x="632845" y="509903"/>
                  </a:lnTo>
                  <a:lnTo>
                    <a:pt x="616569" y="426859"/>
                  </a:lnTo>
                  <a:lnTo>
                    <a:pt x="572914" y="308608"/>
                  </a:lnTo>
                  <a:lnTo>
                    <a:pt x="450849" y="176607"/>
                  </a:lnTo>
                  <a:lnTo>
                    <a:pt x="257526" y="79832"/>
                  </a:lnTo>
                  <a:lnTo>
                    <a:pt x="78668" y="20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16678508" y="8509367"/>
              <a:ext cx="441325" cy="506730"/>
            </a:xfrm>
            <a:custGeom>
              <a:avLst/>
              <a:gdLst/>
              <a:ahLst/>
              <a:cxnLst/>
              <a:rect l="l" t="t" r="r" b="b"/>
              <a:pathLst>
                <a:path w="441325" h="506729">
                  <a:moveTo>
                    <a:pt x="0" y="0"/>
                  </a:moveTo>
                  <a:lnTo>
                    <a:pt x="33050" y="169996"/>
                  </a:lnTo>
                  <a:lnTo>
                    <a:pt x="59198" y="266770"/>
                  </a:lnTo>
                  <a:lnTo>
                    <a:pt x="92063" y="326421"/>
                  </a:lnTo>
                  <a:lnTo>
                    <a:pt x="145262" y="385045"/>
                  </a:lnTo>
                  <a:lnTo>
                    <a:pt x="224904" y="443490"/>
                  </a:lnTo>
                  <a:lnTo>
                    <a:pt x="311839" y="480880"/>
                  </a:lnTo>
                  <a:lnTo>
                    <a:pt x="381798" y="500734"/>
                  </a:lnTo>
                  <a:lnTo>
                    <a:pt x="410511" y="506570"/>
                  </a:lnTo>
                  <a:lnTo>
                    <a:pt x="434067" y="415744"/>
                  </a:lnTo>
                  <a:lnTo>
                    <a:pt x="440718" y="355087"/>
                  </a:lnTo>
                  <a:lnTo>
                    <a:pt x="429383" y="297255"/>
                  </a:lnTo>
                  <a:lnTo>
                    <a:pt x="398982" y="214904"/>
                  </a:lnTo>
                  <a:lnTo>
                    <a:pt x="313975" y="122980"/>
                  </a:lnTo>
                  <a:lnTo>
                    <a:pt x="179344" y="55589"/>
                  </a:lnTo>
                  <a:lnTo>
                    <a:pt x="54785" y="14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16585975" y="8391167"/>
              <a:ext cx="668655" cy="986790"/>
            </a:xfrm>
            <a:custGeom>
              <a:avLst/>
              <a:gdLst/>
              <a:ahLst/>
              <a:cxnLst/>
              <a:rect l="l" t="t" r="r" b="b"/>
              <a:pathLst>
                <a:path w="668655" h="986790">
                  <a:moveTo>
                    <a:pt x="668388" y="986503"/>
                  </a:moveTo>
                  <a:lnTo>
                    <a:pt x="651090" y="939392"/>
                  </a:lnTo>
                  <a:lnTo>
                    <a:pt x="632782" y="892667"/>
                  </a:lnTo>
                  <a:lnTo>
                    <a:pt x="613477" y="846347"/>
                  </a:lnTo>
                  <a:lnTo>
                    <a:pt x="593188" y="800450"/>
                  </a:lnTo>
                  <a:lnTo>
                    <a:pt x="571927" y="754995"/>
                  </a:lnTo>
                  <a:lnTo>
                    <a:pt x="549706" y="710000"/>
                  </a:lnTo>
                  <a:lnTo>
                    <a:pt x="526538" y="665485"/>
                  </a:lnTo>
                  <a:lnTo>
                    <a:pt x="502436" y="621467"/>
                  </a:lnTo>
                  <a:lnTo>
                    <a:pt x="477412" y="577965"/>
                  </a:lnTo>
                  <a:lnTo>
                    <a:pt x="451479" y="534998"/>
                  </a:lnTo>
                  <a:lnTo>
                    <a:pt x="424650" y="492584"/>
                  </a:lnTo>
                  <a:lnTo>
                    <a:pt x="396936" y="450742"/>
                  </a:lnTo>
                  <a:lnTo>
                    <a:pt x="368351" y="409491"/>
                  </a:lnTo>
                  <a:lnTo>
                    <a:pt x="338908" y="368848"/>
                  </a:lnTo>
                  <a:lnTo>
                    <a:pt x="308618" y="328833"/>
                  </a:lnTo>
                  <a:lnTo>
                    <a:pt x="277494" y="289464"/>
                  </a:lnTo>
                  <a:lnTo>
                    <a:pt x="245549" y="250760"/>
                  </a:lnTo>
                  <a:lnTo>
                    <a:pt x="212796" y="212739"/>
                  </a:lnTo>
                  <a:lnTo>
                    <a:pt x="179246" y="175420"/>
                  </a:lnTo>
                  <a:lnTo>
                    <a:pt x="144913" y="138821"/>
                  </a:lnTo>
                  <a:lnTo>
                    <a:pt x="109810" y="102961"/>
                  </a:lnTo>
                  <a:lnTo>
                    <a:pt x="73948" y="67858"/>
                  </a:lnTo>
                  <a:lnTo>
                    <a:pt x="37340" y="33532"/>
                  </a:ln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6683985" y="8815643"/>
              <a:ext cx="360680" cy="121920"/>
            </a:xfrm>
            <a:custGeom>
              <a:avLst/>
              <a:gdLst/>
              <a:ahLst/>
              <a:cxnLst/>
              <a:rect l="l" t="t" r="r" b="b"/>
              <a:pathLst>
                <a:path w="360680" h="121920">
                  <a:moveTo>
                    <a:pt x="360156" y="12142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6928275" y="8467647"/>
              <a:ext cx="73660" cy="402590"/>
            </a:xfrm>
            <a:custGeom>
              <a:avLst/>
              <a:gdLst/>
              <a:ahLst/>
              <a:cxnLst/>
              <a:rect l="l" t="t" r="r" b="b"/>
              <a:pathLst>
                <a:path w="73659" h="402590">
                  <a:moveTo>
                    <a:pt x="73379" y="402375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6585970" y="8590303"/>
              <a:ext cx="334645" cy="163830"/>
            </a:xfrm>
            <a:custGeom>
              <a:avLst/>
              <a:gdLst/>
              <a:ahLst/>
              <a:cxnLst/>
              <a:rect l="l" t="t" r="r" b="b"/>
              <a:pathLst>
                <a:path w="334644" h="163829">
                  <a:moveTo>
                    <a:pt x="334199" y="163377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16741446" y="8391164"/>
              <a:ext cx="69215" cy="226060"/>
            </a:xfrm>
            <a:custGeom>
              <a:avLst/>
              <a:gdLst/>
              <a:ahLst/>
              <a:cxnLst/>
              <a:rect l="l" t="t" r="r" b="b"/>
              <a:pathLst>
                <a:path w="69215" h="226059">
                  <a:moveTo>
                    <a:pt x="68835" y="22594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6536787" y="8413751"/>
              <a:ext cx="147955" cy="69215"/>
            </a:xfrm>
            <a:custGeom>
              <a:avLst/>
              <a:gdLst/>
              <a:ahLst/>
              <a:cxnLst/>
              <a:rect l="l" t="t" r="r" b="b"/>
              <a:pathLst>
                <a:path w="147955" h="69215">
                  <a:moveTo>
                    <a:pt x="147346" y="68814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16727893" y="7165749"/>
              <a:ext cx="566420" cy="969010"/>
            </a:xfrm>
            <a:custGeom>
              <a:avLst/>
              <a:gdLst/>
              <a:ahLst/>
              <a:cxnLst/>
              <a:rect l="l" t="t" r="r" b="b"/>
              <a:pathLst>
                <a:path w="566419" h="969009">
                  <a:moveTo>
                    <a:pt x="86752" y="0"/>
                  </a:moveTo>
                  <a:lnTo>
                    <a:pt x="22997" y="213094"/>
                  </a:lnTo>
                  <a:lnTo>
                    <a:pt x="0" y="341760"/>
                  </a:lnTo>
                  <a:lnTo>
                    <a:pt x="16187" y="437869"/>
                  </a:lnTo>
                  <a:lnTo>
                    <a:pt x="69988" y="553292"/>
                  </a:lnTo>
                  <a:lnTo>
                    <a:pt x="167293" y="698303"/>
                  </a:lnTo>
                  <a:lnTo>
                    <a:pt x="287653" y="832257"/>
                  </a:lnTo>
                  <a:lnTo>
                    <a:pt x="389992" y="930620"/>
                  </a:lnTo>
                  <a:lnTo>
                    <a:pt x="433234" y="968860"/>
                  </a:lnTo>
                  <a:lnTo>
                    <a:pt x="523999" y="810063"/>
                  </a:lnTo>
                  <a:lnTo>
                    <a:pt x="564990" y="707575"/>
                  </a:lnTo>
                  <a:lnTo>
                    <a:pt x="565869" y="616796"/>
                  </a:lnTo>
                  <a:lnTo>
                    <a:pt x="536299" y="493126"/>
                  </a:lnTo>
                  <a:lnTo>
                    <a:pt x="442671" y="328897"/>
                  </a:lnTo>
                  <a:lnTo>
                    <a:pt x="290738" y="169072"/>
                  </a:lnTo>
                  <a:lnTo>
                    <a:pt x="149198" y="47991"/>
                  </a:lnTo>
                  <a:lnTo>
                    <a:pt x="86752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16851351" y="7420466"/>
              <a:ext cx="387985" cy="663575"/>
            </a:xfrm>
            <a:custGeom>
              <a:avLst/>
              <a:gdLst/>
              <a:ahLst/>
              <a:cxnLst/>
              <a:rect l="l" t="t" r="r" b="b"/>
              <a:pathLst>
                <a:path w="387984" h="663575">
                  <a:moveTo>
                    <a:pt x="59415" y="0"/>
                  </a:moveTo>
                  <a:lnTo>
                    <a:pt x="15751" y="145928"/>
                  </a:lnTo>
                  <a:lnTo>
                    <a:pt x="0" y="234038"/>
                  </a:lnTo>
                  <a:lnTo>
                    <a:pt x="11084" y="299851"/>
                  </a:lnTo>
                  <a:lnTo>
                    <a:pt x="47929" y="378888"/>
                  </a:lnTo>
                  <a:lnTo>
                    <a:pt x="114559" y="478191"/>
                  </a:lnTo>
                  <a:lnTo>
                    <a:pt x="196980" y="569922"/>
                  </a:lnTo>
                  <a:lnTo>
                    <a:pt x="267063" y="637280"/>
                  </a:lnTo>
                  <a:lnTo>
                    <a:pt x="296675" y="663466"/>
                  </a:lnTo>
                  <a:lnTo>
                    <a:pt x="358832" y="554720"/>
                  </a:lnTo>
                  <a:lnTo>
                    <a:pt x="386903" y="484536"/>
                  </a:lnTo>
                  <a:lnTo>
                    <a:pt x="387503" y="422372"/>
                  </a:lnTo>
                  <a:lnTo>
                    <a:pt x="367249" y="337686"/>
                  </a:lnTo>
                  <a:lnTo>
                    <a:pt x="303137" y="225225"/>
                  </a:lnTo>
                  <a:lnTo>
                    <a:pt x="199098" y="115779"/>
                  </a:lnTo>
                  <a:lnTo>
                    <a:pt x="102177" y="32864"/>
                  </a:lnTo>
                  <a:lnTo>
                    <a:pt x="59415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16929995" y="7449835"/>
              <a:ext cx="511175" cy="1927860"/>
            </a:xfrm>
            <a:custGeom>
              <a:avLst/>
              <a:gdLst/>
              <a:ahLst/>
              <a:cxnLst/>
              <a:rect l="l" t="t" r="r" b="b"/>
              <a:pathLst>
                <a:path w="511175" h="1927859">
                  <a:moveTo>
                    <a:pt x="510759" y="1927836"/>
                  </a:moveTo>
                  <a:lnTo>
                    <a:pt x="364831" y="1138262"/>
                  </a:lnTo>
                  <a:lnTo>
                    <a:pt x="262985" y="674254"/>
                  </a:lnTo>
                  <a:lnTo>
                    <a:pt x="157336" y="355078"/>
                  </a:ln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17137861" y="7650178"/>
              <a:ext cx="123825" cy="400685"/>
            </a:xfrm>
            <a:custGeom>
              <a:avLst/>
              <a:gdLst/>
              <a:ahLst/>
              <a:cxnLst/>
              <a:rect l="l" t="t" r="r" b="b"/>
              <a:pathLst>
                <a:path w="123825" h="400684">
                  <a:moveTo>
                    <a:pt x="123797" y="0"/>
                  </a:moveTo>
                  <a:lnTo>
                    <a:pt x="0" y="40061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16853270" y="7808905"/>
              <a:ext cx="276860" cy="213995"/>
            </a:xfrm>
            <a:custGeom>
              <a:avLst/>
              <a:gdLst/>
              <a:ahLst/>
              <a:cxnLst/>
              <a:rect l="l" t="t" r="r" b="b"/>
              <a:pathLst>
                <a:path w="276859" h="213995">
                  <a:moveTo>
                    <a:pt x="276588" y="213752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17078312" y="7500357"/>
              <a:ext cx="97155" cy="350520"/>
            </a:xfrm>
            <a:custGeom>
              <a:avLst/>
              <a:gdLst/>
              <a:ahLst/>
              <a:cxnLst/>
              <a:rect l="l" t="t" r="r" b="b"/>
              <a:pathLst>
                <a:path w="97155" h="350520">
                  <a:moveTo>
                    <a:pt x="96771" y="0"/>
                  </a:moveTo>
                  <a:lnTo>
                    <a:pt x="0" y="35013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16763763" y="7597501"/>
              <a:ext cx="301625" cy="211454"/>
            </a:xfrm>
            <a:custGeom>
              <a:avLst/>
              <a:gdLst/>
              <a:ahLst/>
              <a:cxnLst/>
              <a:rect l="l" t="t" r="r" b="b"/>
              <a:pathLst>
                <a:path w="301625" h="211454">
                  <a:moveTo>
                    <a:pt x="0" y="0"/>
                  </a:moveTo>
                  <a:lnTo>
                    <a:pt x="301247" y="21112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17013831" y="7389694"/>
              <a:ext cx="62230" cy="268605"/>
            </a:xfrm>
            <a:custGeom>
              <a:avLst/>
              <a:gdLst/>
              <a:ahLst/>
              <a:cxnLst/>
              <a:rect l="l" t="t" r="r" b="b"/>
              <a:pathLst>
                <a:path w="62230" h="268604">
                  <a:moveTo>
                    <a:pt x="61882" y="0"/>
                  </a:moveTo>
                  <a:lnTo>
                    <a:pt x="0" y="26834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16762374" y="7441089"/>
              <a:ext cx="229235" cy="156845"/>
            </a:xfrm>
            <a:custGeom>
              <a:avLst/>
              <a:gdLst/>
              <a:ahLst/>
              <a:cxnLst/>
              <a:rect l="l" t="t" r="r" b="b"/>
              <a:pathLst>
                <a:path w="229234" h="156845">
                  <a:moveTo>
                    <a:pt x="229186" y="156791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16785835" y="7281771"/>
              <a:ext cx="144780" cy="168275"/>
            </a:xfrm>
            <a:custGeom>
              <a:avLst/>
              <a:gdLst/>
              <a:ahLst/>
              <a:cxnLst/>
              <a:rect l="l" t="t" r="r" b="b"/>
              <a:pathLst>
                <a:path w="144780" h="168275">
                  <a:moveTo>
                    <a:pt x="0" y="0"/>
                  </a:moveTo>
                  <a:lnTo>
                    <a:pt x="144163" y="16806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16930001" y="7298444"/>
              <a:ext cx="48895" cy="151765"/>
            </a:xfrm>
            <a:custGeom>
              <a:avLst/>
              <a:gdLst/>
              <a:ahLst/>
              <a:cxnLst/>
              <a:rect l="l" t="t" r="r" b="b"/>
              <a:pathLst>
                <a:path w="48894" h="151765">
                  <a:moveTo>
                    <a:pt x="48302" y="0"/>
                  </a:moveTo>
                  <a:lnTo>
                    <a:pt x="0" y="15138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7188503" y="7816108"/>
              <a:ext cx="426084" cy="1121410"/>
            </a:xfrm>
            <a:custGeom>
              <a:avLst/>
              <a:gdLst/>
              <a:ahLst/>
              <a:cxnLst/>
              <a:rect l="l" t="t" r="r" b="b"/>
              <a:pathLst>
                <a:path w="426084" h="1121409">
                  <a:moveTo>
                    <a:pt x="60092" y="0"/>
                  </a:moveTo>
                  <a:lnTo>
                    <a:pt x="48398" y="65648"/>
                  </a:lnTo>
                  <a:lnTo>
                    <a:pt x="23901" y="219015"/>
                  </a:lnTo>
                  <a:lnTo>
                    <a:pt x="2476" y="394734"/>
                  </a:lnTo>
                  <a:lnTo>
                    <a:pt x="0" y="527439"/>
                  </a:lnTo>
                  <a:lnTo>
                    <a:pt x="27601" y="695068"/>
                  </a:lnTo>
                  <a:lnTo>
                    <a:pt x="75646" y="812769"/>
                  </a:lnTo>
                  <a:lnTo>
                    <a:pt x="179096" y="936186"/>
                  </a:lnTo>
                  <a:lnTo>
                    <a:pt x="372910" y="1120960"/>
                  </a:lnTo>
                  <a:lnTo>
                    <a:pt x="387153" y="1040391"/>
                  </a:lnTo>
                  <a:lnTo>
                    <a:pt x="413154" y="845946"/>
                  </a:lnTo>
                  <a:lnTo>
                    <a:pt x="425821" y="608519"/>
                  </a:lnTo>
                  <a:lnTo>
                    <a:pt x="400061" y="399003"/>
                  </a:lnTo>
                  <a:lnTo>
                    <a:pt x="354745" y="263822"/>
                  </a:lnTo>
                  <a:lnTo>
                    <a:pt x="304226" y="177198"/>
                  </a:lnTo>
                  <a:lnTo>
                    <a:pt x="216632" y="101726"/>
                  </a:lnTo>
                  <a:lnTo>
                    <a:pt x="6009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7298285" y="8139576"/>
              <a:ext cx="287020" cy="754380"/>
            </a:xfrm>
            <a:custGeom>
              <a:avLst/>
              <a:gdLst/>
              <a:ahLst/>
              <a:cxnLst/>
              <a:rect l="l" t="t" r="r" b="b"/>
              <a:pathLst>
                <a:path w="287019" h="754379">
                  <a:moveTo>
                    <a:pt x="40417" y="0"/>
                  </a:moveTo>
                  <a:lnTo>
                    <a:pt x="32551" y="44160"/>
                  </a:lnTo>
                  <a:lnTo>
                    <a:pt x="16074" y="147329"/>
                  </a:lnTo>
                  <a:lnTo>
                    <a:pt x="1663" y="265534"/>
                  </a:lnTo>
                  <a:lnTo>
                    <a:pt x="0" y="354805"/>
                  </a:lnTo>
                  <a:lnTo>
                    <a:pt x="18567" y="467562"/>
                  </a:lnTo>
                  <a:lnTo>
                    <a:pt x="50887" y="546735"/>
                  </a:lnTo>
                  <a:lnTo>
                    <a:pt x="120475" y="629755"/>
                  </a:lnTo>
                  <a:lnTo>
                    <a:pt x="250851" y="754050"/>
                  </a:lnTo>
                  <a:lnTo>
                    <a:pt x="260432" y="699852"/>
                  </a:lnTo>
                  <a:lnTo>
                    <a:pt x="277922" y="569052"/>
                  </a:lnTo>
                  <a:lnTo>
                    <a:pt x="286442" y="409338"/>
                  </a:lnTo>
                  <a:lnTo>
                    <a:pt x="269112" y="268400"/>
                  </a:lnTo>
                  <a:lnTo>
                    <a:pt x="238628" y="177472"/>
                  </a:lnTo>
                  <a:lnTo>
                    <a:pt x="204644" y="119204"/>
                  </a:lnTo>
                  <a:lnTo>
                    <a:pt x="145720" y="68434"/>
                  </a:lnTo>
                  <a:lnTo>
                    <a:pt x="4041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17259105" y="7882984"/>
              <a:ext cx="380365" cy="1494790"/>
            </a:xfrm>
            <a:custGeom>
              <a:avLst/>
              <a:gdLst/>
              <a:ahLst/>
              <a:cxnLst/>
              <a:rect l="l" t="t" r="r" b="b"/>
              <a:pathLst>
                <a:path w="380365" h="1494790">
                  <a:moveTo>
                    <a:pt x="380093" y="1494687"/>
                  </a:moveTo>
                  <a:lnTo>
                    <a:pt x="370430" y="1418490"/>
                  </a:lnTo>
                  <a:lnTo>
                    <a:pt x="364215" y="1376925"/>
                  </a:lnTo>
                  <a:lnTo>
                    <a:pt x="357136" y="1333280"/>
                  </a:lnTo>
                  <a:lnTo>
                    <a:pt x="349236" y="1287728"/>
                  </a:lnTo>
                  <a:lnTo>
                    <a:pt x="340561" y="1240440"/>
                  </a:lnTo>
                  <a:lnTo>
                    <a:pt x="331153" y="1191591"/>
                  </a:lnTo>
                  <a:lnTo>
                    <a:pt x="321058" y="1141353"/>
                  </a:lnTo>
                  <a:lnTo>
                    <a:pt x="310318" y="1089898"/>
                  </a:lnTo>
                  <a:lnTo>
                    <a:pt x="298977" y="1037401"/>
                  </a:lnTo>
                  <a:lnTo>
                    <a:pt x="287081" y="984032"/>
                  </a:lnTo>
                  <a:lnTo>
                    <a:pt x="274672" y="929966"/>
                  </a:lnTo>
                  <a:lnTo>
                    <a:pt x="261794" y="875375"/>
                  </a:lnTo>
                  <a:lnTo>
                    <a:pt x="248492" y="820432"/>
                  </a:lnTo>
                  <a:lnTo>
                    <a:pt x="234810" y="765309"/>
                  </a:lnTo>
                  <a:lnTo>
                    <a:pt x="220791" y="710180"/>
                  </a:lnTo>
                  <a:lnTo>
                    <a:pt x="206479" y="655218"/>
                  </a:lnTo>
                  <a:lnTo>
                    <a:pt x="191918" y="600595"/>
                  </a:lnTo>
                  <a:lnTo>
                    <a:pt x="177153" y="546484"/>
                  </a:lnTo>
                  <a:lnTo>
                    <a:pt x="162227" y="493057"/>
                  </a:lnTo>
                  <a:lnTo>
                    <a:pt x="147184" y="440489"/>
                  </a:lnTo>
                  <a:lnTo>
                    <a:pt x="132069" y="388951"/>
                  </a:lnTo>
                  <a:lnTo>
                    <a:pt x="116924" y="338616"/>
                  </a:lnTo>
                  <a:lnTo>
                    <a:pt x="101794" y="289658"/>
                  </a:lnTo>
                  <a:lnTo>
                    <a:pt x="86724" y="242248"/>
                  </a:lnTo>
                  <a:lnTo>
                    <a:pt x="71756" y="196561"/>
                  </a:lnTo>
                  <a:lnTo>
                    <a:pt x="56935" y="152768"/>
                  </a:lnTo>
                  <a:lnTo>
                    <a:pt x="42305" y="111042"/>
                  </a:lnTo>
                  <a:lnTo>
                    <a:pt x="27910" y="71557"/>
                  </a:lnTo>
                  <a:lnTo>
                    <a:pt x="13793" y="34485"/>
                  </a:ln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7213806" y="8025597"/>
              <a:ext cx="128270" cy="87630"/>
            </a:xfrm>
            <a:custGeom>
              <a:avLst/>
              <a:gdLst/>
              <a:ahLst/>
              <a:cxnLst/>
              <a:rect l="l" t="t" r="r" b="b"/>
              <a:pathLst>
                <a:path w="128269" h="87629">
                  <a:moveTo>
                    <a:pt x="0" y="0"/>
                  </a:moveTo>
                  <a:lnTo>
                    <a:pt x="128163" y="8752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17330645" y="7903309"/>
              <a:ext cx="32384" cy="175895"/>
            </a:xfrm>
            <a:custGeom>
              <a:avLst/>
              <a:gdLst/>
              <a:ahLst/>
              <a:cxnLst/>
              <a:rect l="l" t="t" r="r" b="b"/>
              <a:pathLst>
                <a:path w="32384" h="175895">
                  <a:moveTo>
                    <a:pt x="32051" y="0"/>
                  </a:moveTo>
                  <a:lnTo>
                    <a:pt x="0" y="17541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7388065" y="7991016"/>
              <a:ext cx="64769" cy="270510"/>
            </a:xfrm>
            <a:custGeom>
              <a:avLst/>
              <a:gdLst/>
              <a:ahLst/>
              <a:cxnLst/>
              <a:rect l="l" t="t" r="r" b="b"/>
              <a:pathLst>
                <a:path w="64769" h="270509">
                  <a:moveTo>
                    <a:pt x="0" y="270180"/>
                  </a:moveTo>
                  <a:lnTo>
                    <a:pt x="6428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17194414" y="8175606"/>
              <a:ext cx="218440" cy="170180"/>
            </a:xfrm>
            <a:custGeom>
              <a:avLst/>
              <a:gdLst/>
              <a:ahLst/>
              <a:cxnLst/>
              <a:rect l="l" t="t" r="r" b="b"/>
              <a:pathLst>
                <a:path w="218440" h="170179">
                  <a:moveTo>
                    <a:pt x="0" y="0"/>
                  </a:moveTo>
                  <a:lnTo>
                    <a:pt x="218213" y="16956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17440754" y="8134611"/>
              <a:ext cx="114300" cy="311150"/>
            </a:xfrm>
            <a:custGeom>
              <a:avLst/>
              <a:gdLst/>
              <a:ahLst/>
              <a:cxnLst/>
              <a:rect l="l" t="t" r="r" b="b"/>
              <a:pathLst>
                <a:path w="114300" h="311150">
                  <a:moveTo>
                    <a:pt x="0" y="310943"/>
                  </a:moveTo>
                  <a:lnTo>
                    <a:pt x="114069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17188507" y="8343552"/>
              <a:ext cx="278130" cy="197485"/>
            </a:xfrm>
            <a:custGeom>
              <a:avLst/>
              <a:gdLst/>
              <a:ahLst/>
              <a:cxnLst/>
              <a:rect l="l" t="t" r="r" b="b"/>
              <a:pathLst>
                <a:path w="278130" h="197484">
                  <a:moveTo>
                    <a:pt x="0" y="0"/>
                  </a:moveTo>
                  <a:lnTo>
                    <a:pt x="277698" y="196873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7488045" y="8391169"/>
              <a:ext cx="125730" cy="234315"/>
            </a:xfrm>
            <a:custGeom>
              <a:avLst/>
              <a:gdLst/>
              <a:ahLst/>
              <a:cxnLst/>
              <a:rect l="l" t="t" r="r" b="b"/>
              <a:pathLst>
                <a:path w="125730" h="234315">
                  <a:moveTo>
                    <a:pt x="0" y="233898"/>
                  </a:moveTo>
                  <a:lnTo>
                    <a:pt x="125535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17262605" y="8554077"/>
              <a:ext cx="247650" cy="160655"/>
            </a:xfrm>
            <a:custGeom>
              <a:avLst/>
              <a:gdLst/>
              <a:ahLst/>
              <a:cxnLst/>
              <a:rect l="l" t="t" r="r" b="b"/>
              <a:pathLst>
                <a:path w="247650" h="160654">
                  <a:moveTo>
                    <a:pt x="0" y="0"/>
                  </a:moveTo>
                  <a:lnTo>
                    <a:pt x="247552" y="16009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17527823" y="8625066"/>
              <a:ext cx="77470" cy="163195"/>
            </a:xfrm>
            <a:custGeom>
              <a:avLst/>
              <a:gdLst/>
              <a:ahLst/>
              <a:cxnLst/>
              <a:rect l="l" t="t" r="r" b="b"/>
              <a:pathLst>
                <a:path w="77469" h="163195">
                  <a:moveTo>
                    <a:pt x="0" y="163031"/>
                  </a:moveTo>
                  <a:lnTo>
                    <a:pt x="77411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17400301" y="8759588"/>
              <a:ext cx="151130" cy="125095"/>
            </a:xfrm>
            <a:custGeom>
              <a:avLst/>
              <a:gdLst/>
              <a:ahLst/>
              <a:cxnLst/>
              <a:rect l="l" t="t" r="r" b="b"/>
              <a:pathLst>
                <a:path w="151130" h="125095">
                  <a:moveTo>
                    <a:pt x="0" y="0"/>
                  </a:moveTo>
                  <a:lnTo>
                    <a:pt x="150508" y="124833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6926715" y="9384151"/>
              <a:ext cx="1466850" cy="546735"/>
            </a:xfrm>
            <a:custGeom>
              <a:avLst/>
              <a:gdLst/>
              <a:ahLst/>
              <a:cxnLst/>
              <a:rect l="l" t="t" r="r" b="b"/>
              <a:pathLst>
                <a:path w="1466850" h="546734">
                  <a:moveTo>
                    <a:pt x="1466489" y="0"/>
                  </a:moveTo>
                  <a:lnTo>
                    <a:pt x="733244" y="0"/>
                  </a:lnTo>
                  <a:lnTo>
                    <a:pt x="0" y="0"/>
                  </a:lnTo>
                  <a:lnTo>
                    <a:pt x="41181" y="207302"/>
                  </a:lnTo>
                  <a:lnTo>
                    <a:pt x="67115" y="317174"/>
                  </a:lnTo>
                  <a:lnTo>
                    <a:pt x="88789" y="366313"/>
                  </a:lnTo>
                  <a:lnTo>
                    <a:pt x="131136" y="400659"/>
                  </a:lnTo>
                  <a:lnTo>
                    <a:pt x="176937" y="426214"/>
                  </a:lnTo>
                  <a:lnTo>
                    <a:pt x="245824" y="457372"/>
                  </a:lnTo>
                  <a:lnTo>
                    <a:pt x="288628" y="473624"/>
                  </a:lnTo>
                  <a:lnTo>
                    <a:pt x="336848" y="489563"/>
                  </a:lnTo>
                  <a:lnTo>
                    <a:pt x="390364" y="504617"/>
                  </a:lnTo>
                  <a:lnTo>
                    <a:pt x="449059" y="518215"/>
                  </a:lnTo>
                  <a:lnTo>
                    <a:pt x="512812" y="529786"/>
                  </a:lnTo>
                  <a:lnTo>
                    <a:pt x="581507" y="538758"/>
                  </a:lnTo>
                  <a:lnTo>
                    <a:pt x="655024" y="544561"/>
                  </a:lnTo>
                  <a:lnTo>
                    <a:pt x="733244" y="546622"/>
                  </a:lnTo>
                  <a:lnTo>
                    <a:pt x="811464" y="544561"/>
                  </a:lnTo>
                  <a:lnTo>
                    <a:pt x="884981" y="538758"/>
                  </a:lnTo>
                  <a:lnTo>
                    <a:pt x="953676" y="529786"/>
                  </a:lnTo>
                  <a:lnTo>
                    <a:pt x="1017430" y="518215"/>
                  </a:lnTo>
                  <a:lnTo>
                    <a:pt x="1076124" y="504617"/>
                  </a:lnTo>
                  <a:lnTo>
                    <a:pt x="1129641" y="489563"/>
                  </a:lnTo>
                  <a:lnTo>
                    <a:pt x="1177860" y="473624"/>
                  </a:lnTo>
                  <a:lnTo>
                    <a:pt x="1220664" y="457372"/>
                  </a:lnTo>
                  <a:lnTo>
                    <a:pt x="1257934" y="441378"/>
                  </a:lnTo>
                  <a:lnTo>
                    <a:pt x="1315397" y="412451"/>
                  </a:lnTo>
                  <a:lnTo>
                    <a:pt x="1349299" y="391412"/>
                  </a:lnTo>
                  <a:lnTo>
                    <a:pt x="1387537" y="316016"/>
                  </a:lnTo>
                  <a:lnTo>
                    <a:pt x="1425607" y="183050"/>
                  </a:lnTo>
                  <a:lnTo>
                    <a:pt x="1454820" y="56412"/>
                  </a:lnTo>
                  <a:lnTo>
                    <a:pt x="1466489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6903705" y="9349051"/>
              <a:ext cx="1513840" cy="66675"/>
            </a:xfrm>
            <a:custGeom>
              <a:avLst/>
              <a:gdLst/>
              <a:ahLst/>
              <a:cxnLst/>
              <a:rect l="l" t="t" r="r" b="b"/>
              <a:pathLst>
                <a:path w="1513840" h="66675">
                  <a:moveTo>
                    <a:pt x="1513367" y="0"/>
                  </a:moveTo>
                  <a:lnTo>
                    <a:pt x="0" y="0"/>
                  </a:lnTo>
                  <a:lnTo>
                    <a:pt x="12125" y="66678"/>
                  </a:lnTo>
                  <a:lnTo>
                    <a:pt x="1502645" y="66678"/>
                  </a:lnTo>
                  <a:lnTo>
                    <a:pt x="151336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6709542" y="9735900"/>
              <a:ext cx="1887855" cy="327660"/>
            </a:xfrm>
            <a:custGeom>
              <a:avLst/>
              <a:gdLst/>
              <a:ahLst/>
              <a:cxnLst/>
              <a:rect l="l" t="t" r="r" b="b"/>
              <a:pathLst>
                <a:path w="1887855" h="327659">
                  <a:moveTo>
                    <a:pt x="943845" y="0"/>
                  </a:moveTo>
                  <a:lnTo>
                    <a:pt x="866435" y="542"/>
                  </a:lnTo>
                  <a:lnTo>
                    <a:pt x="790748" y="2143"/>
                  </a:lnTo>
                  <a:lnTo>
                    <a:pt x="717028" y="4758"/>
                  </a:lnTo>
                  <a:lnTo>
                    <a:pt x="645517" y="8347"/>
                  </a:lnTo>
                  <a:lnTo>
                    <a:pt x="576458" y="12866"/>
                  </a:lnTo>
                  <a:lnTo>
                    <a:pt x="510093" y="18275"/>
                  </a:lnTo>
                  <a:lnTo>
                    <a:pt x="446667" y="24530"/>
                  </a:lnTo>
                  <a:lnTo>
                    <a:pt x="386422" y="31590"/>
                  </a:lnTo>
                  <a:lnTo>
                    <a:pt x="329600" y="39412"/>
                  </a:lnTo>
                  <a:lnTo>
                    <a:pt x="276445" y="47955"/>
                  </a:lnTo>
                  <a:lnTo>
                    <a:pt x="227200" y="57175"/>
                  </a:lnTo>
                  <a:lnTo>
                    <a:pt x="182107" y="67032"/>
                  </a:lnTo>
                  <a:lnTo>
                    <a:pt x="141409" y="77483"/>
                  </a:lnTo>
                  <a:lnTo>
                    <a:pt x="74171" y="99996"/>
                  </a:lnTo>
                  <a:lnTo>
                    <a:pt x="27430" y="124380"/>
                  </a:lnTo>
                  <a:lnTo>
                    <a:pt x="0" y="163722"/>
                  </a:lnTo>
                  <a:lnTo>
                    <a:pt x="3128" y="177151"/>
                  </a:lnTo>
                  <a:lnTo>
                    <a:pt x="48117" y="215473"/>
                  </a:lnTo>
                  <a:lnTo>
                    <a:pt x="105350" y="238964"/>
                  </a:lnTo>
                  <a:lnTo>
                    <a:pt x="182107" y="260417"/>
                  </a:lnTo>
                  <a:lnTo>
                    <a:pt x="227200" y="270273"/>
                  </a:lnTo>
                  <a:lnTo>
                    <a:pt x="276445" y="279494"/>
                  </a:lnTo>
                  <a:lnTo>
                    <a:pt x="329600" y="288036"/>
                  </a:lnTo>
                  <a:lnTo>
                    <a:pt x="386422" y="295857"/>
                  </a:lnTo>
                  <a:lnTo>
                    <a:pt x="446667" y="302917"/>
                  </a:lnTo>
                  <a:lnTo>
                    <a:pt x="510093" y="309172"/>
                  </a:lnTo>
                  <a:lnTo>
                    <a:pt x="576458" y="314580"/>
                  </a:lnTo>
                  <a:lnTo>
                    <a:pt x="645517" y="319099"/>
                  </a:lnTo>
                  <a:lnTo>
                    <a:pt x="717028" y="322687"/>
                  </a:lnTo>
                  <a:lnTo>
                    <a:pt x="790748" y="325302"/>
                  </a:lnTo>
                  <a:lnTo>
                    <a:pt x="866435" y="326902"/>
                  </a:lnTo>
                  <a:lnTo>
                    <a:pt x="943845" y="327445"/>
                  </a:lnTo>
                  <a:lnTo>
                    <a:pt x="1021257" y="326902"/>
                  </a:lnTo>
                  <a:lnTo>
                    <a:pt x="1096945" y="325302"/>
                  </a:lnTo>
                  <a:lnTo>
                    <a:pt x="1170666" y="322687"/>
                  </a:lnTo>
                  <a:lnTo>
                    <a:pt x="1242179" y="319099"/>
                  </a:lnTo>
                  <a:lnTo>
                    <a:pt x="1311239" y="314580"/>
                  </a:lnTo>
                  <a:lnTo>
                    <a:pt x="1377604" y="309172"/>
                  </a:lnTo>
                  <a:lnTo>
                    <a:pt x="1441031" y="302917"/>
                  </a:lnTo>
                  <a:lnTo>
                    <a:pt x="1501277" y="295857"/>
                  </a:lnTo>
                  <a:lnTo>
                    <a:pt x="1558099" y="288036"/>
                  </a:lnTo>
                  <a:lnTo>
                    <a:pt x="1611254" y="279494"/>
                  </a:lnTo>
                  <a:lnTo>
                    <a:pt x="1660500" y="270273"/>
                  </a:lnTo>
                  <a:lnTo>
                    <a:pt x="1705593" y="260417"/>
                  </a:lnTo>
                  <a:lnTo>
                    <a:pt x="1746291" y="249967"/>
                  </a:lnTo>
                  <a:lnTo>
                    <a:pt x="1813529" y="227453"/>
                  </a:lnTo>
                  <a:lnTo>
                    <a:pt x="1860271" y="203068"/>
                  </a:lnTo>
                  <a:lnTo>
                    <a:pt x="1887701" y="163722"/>
                  </a:lnTo>
                  <a:lnTo>
                    <a:pt x="1884572" y="150295"/>
                  </a:lnTo>
                  <a:lnTo>
                    <a:pt x="1839583" y="111975"/>
                  </a:lnTo>
                  <a:lnTo>
                    <a:pt x="1782351" y="88485"/>
                  </a:lnTo>
                  <a:lnTo>
                    <a:pt x="1705593" y="67032"/>
                  </a:lnTo>
                  <a:lnTo>
                    <a:pt x="1660500" y="57175"/>
                  </a:lnTo>
                  <a:lnTo>
                    <a:pt x="1611254" y="47955"/>
                  </a:lnTo>
                  <a:lnTo>
                    <a:pt x="1558099" y="39412"/>
                  </a:lnTo>
                  <a:lnTo>
                    <a:pt x="1501277" y="31590"/>
                  </a:lnTo>
                  <a:lnTo>
                    <a:pt x="1441031" y="24530"/>
                  </a:lnTo>
                  <a:lnTo>
                    <a:pt x="1377604" y="18275"/>
                  </a:lnTo>
                  <a:lnTo>
                    <a:pt x="1311239" y="12866"/>
                  </a:lnTo>
                  <a:lnTo>
                    <a:pt x="1242179" y="8347"/>
                  </a:lnTo>
                  <a:lnTo>
                    <a:pt x="1170666" y="4758"/>
                  </a:lnTo>
                  <a:lnTo>
                    <a:pt x="1096945" y="2143"/>
                  </a:lnTo>
                  <a:lnTo>
                    <a:pt x="1021257" y="542"/>
                  </a:lnTo>
                  <a:lnTo>
                    <a:pt x="943845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49" name="object 349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3885722" y="4000909"/>
            <a:ext cx="1741739" cy="2311327"/>
          </a:xfrm>
          <a:prstGeom prst="rect">
            <a:avLst/>
          </a:prstGeom>
        </p:spPr>
      </p:pic>
      <p:pic>
        <p:nvPicPr>
          <p:cNvPr id="350" name="object 350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4286763" y="1599125"/>
            <a:ext cx="1121215" cy="1724955"/>
          </a:xfrm>
          <a:prstGeom prst="rect">
            <a:avLst/>
          </a:prstGeom>
        </p:spPr>
      </p:pic>
      <p:pic>
        <p:nvPicPr>
          <p:cNvPr id="351" name="object 351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1371543" y="6943328"/>
            <a:ext cx="1178646" cy="30688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4158" y="728636"/>
            <a:ext cx="137223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House</a:t>
            </a:r>
            <a:r>
              <a:rPr dirty="0" sz="1700" spc="5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plants</a:t>
            </a:r>
            <a:endParaRPr sz="1700">
              <a:latin typeface="Open Sans"/>
              <a:cs typeface="Open San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408671" y="4516680"/>
            <a:ext cx="2375535" cy="5633720"/>
            <a:chOff x="1408671" y="4516680"/>
            <a:chExt cx="2375535" cy="5633720"/>
          </a:xfrm>
        </p:grpSpPr>
        <p:sp>
          <p:nvSpPr>
            <p:cNvPr id="4" name="object 4" descr=""/>
            <p:cNvSpPr/>
            <p:nvPr/>
          </p:nvSpPr>
          <p:spPr>
            <a:xfrm>
              <a:off x="1785244" y="9496530"/>
              <a:ext cx="1800860" cy="654050"/>
            </a:xfrm>
            <a:custGeom>
              <a:avLst/>
              <a:gdLst/>
              <a:ahLst/>
              <a:cxnLst/>
              <a:rect l="l" t="t" r="r" b="b"/>
              <a:pathLst>
                <a:path w="1800860" h="654050">
                  <a:moveTo>
                    <a:pt x="900328" y="0"/>
                  </a:moveTo>
                  <a:lnTo>
                    <a:pt x="833135" y="896"/>
                  </a:lnTo>
                  <a:lnTo>
                    <a:pt x="767283" y="3543"/>
                  </a:lnTo>
                  <a:lnTo>
                    <a:pt x="702947" y="7876"/>
                  </a:lnTo>
                  <a:lnTo>
                    <a:pt x="640300" y="13835"/>
                  </a:lnTo>
                  <a:lnTo>
                    <a:pt x="579517" y="21353"/>
                  </a:lnTo>
                  <a:lnTo>
                    <a:pt x="520771" y="30370"/>
                  </a:lnTo>
                  <a:lnTo>
                    <a:pt x="464237" y="40821"/>
                  </a:lnTo>
                  <a:lnTo>
                    <a:pt x="410088" y="52644"/>
                  </a:lnTo>
                  <a:lnTo>
                    <a:pt x="358500" y="65774"/>
                  </a:lnTo>
                  <a:lnTo>
                    <a:pt x="309645" y="80150"/>
                  </a:lnTo>
                  <a:lnTo>
                    <a:pt x="263698" y="95707"/>
                  </a:lnTo>
                  <a:lnTo>
                    <a:pt x="220834" y="112383"/>
                  </a:lnTo>
                  <a:lnTo>
                    <a:pt x="181225" y="130115"/>
                  </a:lnTo>
                  <a:lnTo>
                    <a:pt x="145047" y="148838"/>
                  </a:lnTo>
                  <a:lnTo>
                    <a:pt x="83678" y="189009"/>
                  </a:lnTo>
                  <a:lnTo>
                    <a:pt x="38118" y="232391"/>
                  </a:lnTo>
                  <a:lnTo>
                    <a:pt x="9761" y="278478"/>
                  </a:lnTo>
                  <a:lnTo>
                    <a:pt x="0" y="326764"/>
                  </a:lnTo>
                  <a:lnTo>
                    <a:pt x="2469" y="351152"/>
                  </a:lnTo>
                  <a:lnTo>
                    <a:pt x="21702" y="398405"/>
                  </a:lnTo>
                  <a:lnTo>
                    <a:pt x="58835" y="443204"/>
                  </a:lnTo>
                  <a:lnTo>
                    <a:pt x="112473" y="485045"/>
                  </a:lnTo>
                  <a:lnTo>
                    <a:pt x="181225" y="523423"/>
                  </a:lnTo>
                  <a:lnTo>
                    <a:pt x="220834" y="541154"/>
                  </a:lnTo>
                  <a:lnTo>
                    <a:pt x="263698" y="557831"/>
                  </a:lnTo>
                  <a:lnTo>
                    <a:pt x="309645" y="573388"/>
                  </a:lnTo>
                  <a:lnTo>
                    <a:pt x="358500" y="587764"/>
                  </a:lnTo>
                  <a:lnTo>
                    <a:pt x="410088" y="600895"/>
                  </a:lnTo>
                  <a:lnTo>
                    <a:pt x="464237" y="612718"/>
                  </a:lnTo>
                  <a:lnTo>
                    <a:pt x="520771" y="623169"/>
                  </a:lnTo>
                  <a:lnTo>
                    <a:pt x="579517" y="632186"/>
                  </a:lnTo>
                  <a:lnTo>
                    <a:pt x="640300" y="639705"/>
                  </a:lnTo>
                  <a:lnTo>
                    <a:pt x="702947" y="645663"/>
                  </a:lnTo>
                  <a:lnTo>
                    <a:pt x="767283" y="649997"/>
                  </a:lnTo>
                  <a:lnTo>
                    <a:pt x="833135" y="652644"/>
                  </a:lnTo>
                  <a:lnTo>
                    <a:pt x="900328" y="653540"/>
                  </a:lnTo>
                  <a:lnTo>
                    <a:pt x="967521" y="652644"/>
                  </a:lnTo>
                  <a:lnTo>
                    <a:pt x="1033373" y="649997"/>
                  </a:lnTo>
                  <a:lnTo>
                    <a:pt x="1097709" y="645663"/>
                  </a:lnTo>
                  <a:lnTo>
                    <a:pt x="1160356" y="639705"/>
                  </a:lnTo>
                  <a:lnTo>
                    <a:pt x="1221140" y="632186"/>
                  </a:lnTo>
                  <a:lnTo>
                    <a:pt x="1279886" y="623169"/>
                  </a:lnTo>
                  <a:lnTo>
                    <a:pt x="1336420" y="612718"/>
                  </a:lnTo>
                  <a:lnTo>
                    <a:pt x="1390568" y="600895"/>
                  </a:lnTo>
                  <a:lnTo>
                    <a:pt x="1442157" y="587764"/>
                  </a:lnTo>
                  <a:lnTo>
                    <a:pt x="1491011" y="573388"/>
                  </a:lnTo>
                  <a:lnTo>
                    <a:pt x="1536958" y="557831"/>
                  </a:lnTo>
                  <a:lnTo>
                    <a:pt x="1579823" y="541154"/>
                  </a:lnTo>
                  <a:lnTo>
                    <a:pt x="1619431" y="523423"/>
                  </a:lnTo>
                  <a:lnTo>
                    <a:pt x="1655609" y="504698"/>
                  </a:lnTo>
                  <a:lnTo>
                    <a:pt x="1716978" y="464526"/>
                  </a:lnTo>
                  <a:lnTo>
                    <a:pt x="1762538" y="421143"/>
                  </a:lnTo>
                  <a:lnTo>
                    <a:pt x="1790895" y="375054"/>
                  </a:lnTo>
                  <a:lnTo>
                    <a:pt x="1800657" y="326764"/>
                  </a:lnTo>
                  <a:lnTo>
                    <a:pt x="1798187" y="302378"/>
                  </a:lnTo>
                  <a:lnTo>
                    <a:pt x="1778954" y="255128"/>
                  </a:lnTo>
                  <a:lnTo>
                    <a:pt x="1741822" y="210330"/>
                  </a:lnTo>
                  <a:lnTo>
                    <a:pt x="1688183" y="168491"/>
                  </a:lnTo>
                  <a:lnTo>
                    <a:pt x="1619431" y="130115"/>
                  </a:lnTo>
                  <a:lnTo>
                    <a:pt x="1579823" y="112383"/>
                  </a:lnTo>
                  <a:lnTo>
                    <a:pt x="1536958" y="95707"/>
                  </a:lnTo>
                  <a:lnTo>
                    <a:pt x="1491011" y="80150"/>
                  </a:lnTo>
                  <a:lnTo>
                    <a:pt x="1442157" y="65774"/>
                  </a:lnTo>
                  <a:lnTo>
                    <a:pt x="1390568" y="52644"/>
                  </a:lnTo>
                  <a:lnTo>
                    <a:pt x="1336420" y="40821"/>
                  </a:lnTo>
                  <a:lnTo>
                    <a:pt x="1279886" y="30370"/>
                  </a:lnTo>
                  <a:lnTo>
                    <a:pt x="1221140" y="21353"/>
                  </a:lnTo>
                  <a:lnTo>
                    <a:pt x="1160356" y="13835"/>
                  </a:lnTo>
                  <a:lnTo>
                    <a:pt x="1097709" y="7876"/>
                  </a:lnTo>
                  <a:lnTo>
                    <a:pt x="1033373" y="3543"/>
                  </a:lnTo>
                  <a:lnTo>
                    <a:pt x="967521" y="896"/>
                  </a:lnTo>
                  <a:lnTo>
                    <a:pt x="900328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063283" y="7850987"/>
              <a:ext cx="1236345" cy="128905"/>
            </a:xfrm>
            <a:custGeom>
              <a:avLst/>
              <a:gdLst/>
              <a:ahLst/>
              <a:cxnLst/>
              <a:rect l="l" t="t" r="r" b="b"/>
              <a:pathLst>
                <a:path w="1236345" h="128904">
                  <a:moveTo>
                    <a:pt x="617886" y="0"/>
                  </a:moveTo>
                  <a:lnTo>
                    <a:pt x="540381" y="499"/>
                  </a:lnTo>
                  <a:lnTo>
                    <a:pt x="465748" y="1959"/>
                  </a:lnTo>
                  <a:lnTo>
                    <a:pt x="394566" y="4318"/>
                  </a:lnTo>
                  <a:lnTo>
                    <a:pt x="327416" y="7516"/>
                  </a:lnTo>
                  <a:lnTo>
                    <a:pt x="264876" y="11493"/>
                  </a:lnTo>
                  <a:lnTo>
                    <a:pt x="207524" y="16189"/>
                  </a:lnTo>
                  <a:lnTo>
                    <a:pt x="155941" y="21544"/>
                  </a:lnTo>
                  <a:lnTo>
                    <a:pt x="110705" y="27498"/>
                  </a:lnTo>
                  <a:lnTo>
                    <a:pt x="72395" y="33991"/>
                  </a:lnTo>
                  <a:lnTo>
                    <a:pt x="18871" y="48351"/>
                  </a:lnTo>
                  <a:lnTo>
                    <a:pt x="0" y="64144"/>
                  </a:lnTo>
                  <a:lnTo>
                    <a:pt x="4814" y="72190"/>
                  </a:lnTo>
                  <a:lnTo>
                    <a:pt x="41591" y="87327"/>
                  </a:lnTo>
                  <a:lnTo>
                    <a:pt x="110705" y="100790"/>
                  </a:lnTo>
                  <a:lnTo>
                    <a:pt x="155941" y="106744"/>
                  </a:lnTo>
                  <a:lnTo>
                    <a:pt x="207524" y="112099"/>
                  </a:lnTo>
                  <a:lnTo>
                    <a:pt x="264876" y="116795"/>
                  </a:lnTo>
                  <a:lnTo>
                    <a:pt x="327416" y="120773"/>
                  </a:lnTo>
                  <a:lnTo>
                    <a:pt x="394566" y="123971"/>
                  </a:lnTo>
                  <a:lnTo>
                    <a:pt x="465748" y="126330"/>
                  </a:lnTo>
                  <a:lnTo>
                    <a:pt x="540381" y="127789"/>
                  </a:lnTo>
                  <a:lnTo>
                    <a:pt x="617886" y="128289"/>
                  </a:lnTo>
                  <a:lnTo>
                    <a:pt x="695394" y="127789"/>
                  </a:lnTo>
                  <a:lnTo>
                    <a:pt x="770029" y="126330"/>
                  </a:lnTo>
                  <a:lnTo>
                    <a:pt x="841212" y="123971"/>
                  </a:lnTo>
                  <a:lnTo>
                    <a:pt x="908364" y="120773"/>
                  </a:lnTo>
                  <a:lnTo>
                    <a:pt x="970905" y="116795"/>
                  </a:lnTo>
                  <a:lnTo>
                    <a:pt x="1028257" y="112099"/>
                  </a:lnTo>
                  <a:lnTo>
                    <a:pt x="1079841" y="106744"/>
                  </a:lnTo>
                  <a:lnTo>
                    <a:pt x="1125078" y="100790"/>
                  </a:lnTo>
                  <a:lnTo>
                    <a:pt x="1163388" y="94297"/>
                  </a:lnTo>
                  <a:lnTo>
                    <a:pt x="1216913" y="79937"/>
                  </a:lnTo>
                  <a:lnTo>
                    <a:pt x="1235784" y="64144"/>
                  </a:lnTo>
                  <a:lnTo>
                    <a:pt x="1230970" y="56099"/>
                  </a:lnTo>
                  <a:lnTo>
                    <a:pt x="1194192" y="40962"/>
                  </a:lnTo>
                  <a:lnTo>
                    <a:pt x="1125078" y="27498"/>
                  </a:lnTo>
                  <a:lnTo>
                    <a:pt x="1079841" y="21544"/>
                  </a:lnTo>
                  <a:lnTo>
                    <a:pt x="1028257" y="16189"/>
                  </a:lnTo>
                  <a:lnTo>
                    <a:pt x="970905" y="11493"/>
                  </a:lnTo>
                  <a:lnTo>
                    <a:pt x="908364" y="7516"/>
                  </a:lnTo>
                  <a:lnTo>
                    <a:pt x="841212" y="4318"/>
                  </a:lnTo>
                  <a:lnTo>
                    <a:pt x="770029" y="1959"/>
                  </a:lnTo>
                  <a:lnTo>
                    <a:pt x="695394" y="499"/>
                  </a:lnTo>
                  <a:lnTo>
                    <a:pt x="617886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908532" y="5585902"/>
              <a:ext cx="372745" cy="2393950"/>
            </a:xfrm>
            <a:custGeom>
              <a:avLst/>
              <a:gdLst/>
              <a:ahLst/>
              <a:cxnLst/>
              <a:rect l="l" t="t" r="r" b="b"/>
              <a:pathLst>
                <a:path w="372745" h="2393950">
                  <a:moveTo>
                    <a:pt x="0" y="2393372"/>
                  </a:moveTo>
                  <a:lnTo>
                    <a:pt x="372585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673937" y="5192229"/>
              <a:ext cx="1089660" cy="1661160"/>
            </a:xfrm>
            <a:custGeom>
              <a:avLst/>
              <a:gdLst/>
              <a:ahLst/>
              <a:cxnLst/>
              <a:rect l="l" t="t" r="r" b="b"/>
              <a:pathLst>
                <a:path w="1089660" h="1661159">
                  <a:moveTo>
                    <a:pt x="614431" y="0"/>
                  </a:moveTo>
                  <a:lnTo>
                    <a:pt x="566936" y="3933"/>
                  </a:lnTo>
                  <a:lnTo>
                    <a:pt x="521676" y="12386"/>
                  </a:lnTo>
                  <a:lnTo>
                    <a:pt x="478612" y="25092"/>
                  </a:lnTo>
                  <a:lnTo>
                    <a:pt x="437705" y="41786"/>
                  </a:lnTo>
                  <a:lnTo>
                    <a:pt x="398915" y="62201"/>
                  </a:lnTo>
                  <a:lnTo>
                    <a:pt x="362202" y="86071"/>
                  </a:lnTo>
                  <a:lnTo>
                    <a:pt x="327526" y="113130"/>
                  </a:lnTo>
                  <a:lnTo>
                    <a:pt x="294849" y="143112"/>
                  </a:lnTo>
                  <a:lnTo>
                    <a:pt x="264130" y="175751"/>
                  </a:lnTo>
                  <a:lnTo>
                    <a:pt x="235330" y="210781"/>
                  </a:lnTo>
                  <a:lnTo>
                    <a:pt x="208410" y="247935"/>
                  </a:lnTo>
                  <a:lnTo>
                    <a:pt x="183330" y="286949"/>
                  </a:lnTo>
                  <a:lnTo>
                    <a:pt x="160050" y="327554"/>
                  </a:lnTo>
                  <a:lnTo>
                    <a:pt x="138531" y="369486"/>
                  </a:lnTo>
                  <a:lnTo>
                    <a:pt x="118734" y="412479"/>
                  </a:lnTo>
                  <a:lnTo>
                    <a:pt x="100617" y="456266"/>
                  </a:lnTo>
                  <a:lnTo>
                    <a:pt x="84144" y="500581"/>
                  </a:lnTo>
                  <a:lnTo>
                    <a:pt x="69272" y="545159"/>
                  </a:lnTo>
                  <a:lnTo>
                    <a:pt x="55964" y="589732"/>
                  </a:lnTo>
                  <a:lnTo>
                    <a:pt x="44179" y="634036"/>
                  </a:lnTo>
                  <a:lnTo>
                    <a:pt x="33878" y="677803"/>
                  </a:lnTo>
                  <a:lnTo>
                    <a:pt x="25022" y="720768"/>
                  </a:lnTo>
                  <a:lnTo>
                    <a:pt x="17570" y="762665"/>
                  </a:lnTo>
                  <a:lnTo>
                    <a:pt x="11484" y="803227"/>
                  </a:lnTo>
                  <a:lnTo>
                    <a:pt x="6723" y="842190"/>
                  </a:lnTo>
                  <a:lnTo>
                    <a:pt x="1020" y="914248"/>
                  </a:lnTo>
                  <a:lnTo>
                    <a:pt x="0" y="946813"/>
                  </a:lnTo>
                  <a:lnTo>
                    <a:pt x="146" y="976712"/>
                  </a:lnTo>
                  <a:lnTo>
                    <a:pt x="3783" y="1027453"/>
                  </a:lnTo>
                  <a:lnTo>
                    <a:pt x="37765" y="1171745"/>
                  </a:lnTo>
                  <a:lnTo>
                    <a:pt x="89900" y="1276963"/>
                  </a:lnTo>
                  <a:lnTo>
                    <a:pt x="201353" y="1420919"/>
                  </a:lnTo>
                  <a:lnTo>
                    <a:pt x="409874" y="1661115"/>
                  </a:lnTo>
                  <a:lnTo>
                    <a:pt x="686612" y="1518550"/>
                  </a:lnTo>
                  <a:lnTo>
                    <a:pt x="846331" y="1413737"/>
                  </a:lnTo>
                  <a:lnTo>
                    <a:pt x="949760" y="1295111"/>
                  </a:lnTo>
                  <a:lnTo>
                    <a:pt x="1057623" y="1111111"/>
                  </a:lnTo>
                  <a:lnTo>
                    <a:pt x="1065905" y="1072220"/>
                  </a:lnTo>
                  <a:lnTo>
                    <a:pt x="1073102" y="1022727"/>
                  </a:lnTo>
                  <a:lnTo>
                    <a:pt x="1080217" y="957716"/>
                  </a:lnTo>
                  <a:lnTo>
                    <a:pt x="1086027" y="880044"/>
                  </a:lnTo>
                  <a:lnTo>
                    <a:pt x="1088061" y="837353"/>
                  </a:lnTo>
                  <a:lnTo>
                    <a:pt x="1089312" y="792567"/>
                  </a:lnTo>
                  <a:lnTo>
                    <a:pt x="1089626" y="746045"/>
                  </a:lnTo>
                  <a:lnTo>
                    <a:pt x="1088851" y="698143"/>
                  </a:lnTo>
                  <a:lnTo>
                    <a:pt x="1086834" y="649218"/>
                  </a:lnTo>
                  <a:lnTo>
                    <a:pt x="1083423" y="599628"/>
                  </a:lnTo>
                  <a:lnTo>
                    <a:pt x="1078464" y="549730"/>
                  </a:lnTo>
                  <a:lnTo>
                    <a:pt x="1071807" y="499881"/>
                  </a:lnTo>
                  <a:lnTo>
                    <a:pt x="1063296" y="450437"/>
                  </a:lnTo>
                  <a:lnTo>
                    <a:pt x="1052781" y="401757"/>
                  </a:lnTo>
                  <a:lnTo>
                    <a:pt x="1040109" y="354197"/>
                  </a:lnTo>
                  <a:lnTo>
                    <a:pt x="1025126" y="308114"/>
                  </a:lnTo>
                  <a:lnTo>
                    <a:pt x="1007681" y="263866"/>
                  </a:lnTo>
                  <a:lnTo>
                    <a:pt x="987620" y="221809"/>
                  </a:lnTo>
                  <a:lnTo>
                    <a:pt x="964792" y="182302"/>
                  </a:lnTo>
                  <a:lnTo>
                    <a:pt x="939042" y="145700"/>
                  </a:lnTo>
                  <a:lnTo>
                    <a:pt x="910220" y="112361"/>
                  </a:lnTo>
                  <a:lnTo>
                    <a:pt x="878172" y="82642"/>
                  </a:lnTo>
                  <a:lnTo>
                    <a:pt x="842745" y="56901"/>
                  </a:lnTo>
                  <a:lnTo>
                    <a:pt x="803787" y="35494"/>
                  </a:lnTo>
                  <a:lnTo>
                    <a:pt x="761146" y="18779"/>
                  </a:lnTo>
                  <a:lnTo>
                    <a:pt x="714668" y="7112"/>
                  </a:lnTo>
                  <a:lnTo>
                    <a:pt x="664201" y="852"/>
                  </a:lnTo>
                  <a:lnTo>
                    <a:pt x="614431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680813" y="5192684"/>
              <a:ext cx="1083310" cy="1661160"/>
            </a:xfrm>
            <a:custGeom>
              <a:avLst/>
              <a:gdLst/>
              <a:ahLst/>
              <a:cxnLst/>
              <a:rect l="l" t="t" r="r" b="b"/>
              <a:pathLst>
                <a:path w="1083310" h="1661159">
                  <a:moveTo>
                    <a:pt x="597467" y="0"/>
                  </a:moveTo>
                  <a:lnTo>
                    <a:pt x="540929" y="6534"/>
                  </a:lnTo>
                  <a:lnTo>
                    <a:pt x="487633" y="19507"/>
                  </a:lnTo>
                  <a:lnTo>
                    <a:pt x="437494" y="38428"/>
                  </a:lnTo>
                  <a:lnTo>
                    <a:pt x="422385" y="1577784"/>
                  </a:lnTo>
                  <a:lnTo>
                    <a:pt x="312388" y="119829"/>
                  </a:lnTo>
                  <a:lnTo>
                    <a:pt x="277722" y="153057"/>
                  </a:lnTo>
                  <a:lnTo>
                    <a:pt x="245332" y="189288"/>
                  </a:lnTo>
                  <a:lnTo>
                    <a:pt x="215164" y="228183"/>
                  </a:lnTo>
                  <a:lnTo>
                    <a:pt x="187163" y="269403"/>
                  </a:lnTo>
                  <a:lnTo>
                    <a:pt x="161272" y="312608"/>
                  </a:lnTo>
                  <a:lnTo>
                    <a:pt x="414018" y="1626662"/>
                  </a:lnTo>
                  <a:lnTo>
                    <a:pt x="56553" y="563794"/>
                  </a:lnTo>
                  <a:lnTo>
                    <a:pt x="42826" y="612311"/>
                  </a:lnTo>
                  <a:lnTo>
                    <a:pt x="30887" y="660336"/>
                  </a:lnTo>
                  <a:lnTo>
                    <a:pt x="20686" y="707528"/>
                  </a:lnTo>
                  <a:lnTo>
                    <a:pt x="12172" y="753544"/>
                  </a:lnTo>
                  <a:lnTo>
                    <a:pt x="5293" y="798040"/>
                  </a:lnTo>
                  <a:lnTo>
                    <a:pt x="0" y="840676"/>
                  </a:lnTo>
                  <a:lnTo>
                    <a:pt x="349821" y="1597857"/>
                  </a:lnTo>
                  <a:lnTo>
                    <a:pt x="371728" y="1624081"/>
                  </a:lnTo>
                  <a:lnTo>
                    <a:pt x="403003" y="1660661"/>
                  </a:lnTo>
                  <a:lnTo>
                    <a:pt x="440583" y="1641217"/>
                  </a:lnTo>
                  <a:lnTo>
                    <a:pt x="1051444" y="1108490"/>
                  </a:lnTo>
                  <a:lnTo>
                    <a:pt x="1061233" y="1057949"/>
                  </a:lnTo>
                  <a:lnTo>
                    <a:pt x="1067229" y="1014156"/>
                  </a:lnTo>
                  <a:lnTo>
                    <a:pt x="1073056" y="960128"/>
                  </a:lnTo>
                  <a:lnTo>
                    <a:pt x="1078036" y="897452"/>
                  </a:lnTo>
                  <a:lnTo>
                    <a:pt x="1081490" y="827714"/>
                  </a:lnTo>
                  <a:lnTo>
                    <a:pt x="1082741" y="752500"/>
                  </a:lnTo>
                  <a:lnTo>
                    <a:pt x="464886" y="1602433"/>
                  </a:lnTo>
                  <a:lnTo>
                    <a:pt x="1039633" y="376575"/>
                  </a:lnTo>
                  <a:lnTo>
                    <a:pt x="1024619" y="326192"/>
                  </a:lnTo>
                  <a:lnTo>
                    <a:pt x="1006818" y="277774"/>
                  </a:lnTo>
                  <a:lnTo>
                    <a:pt x="986039" y="231763"/>
                  </a:lnTo>
                  <a:lnTo>
                    <a:pt x="962093" y="188605"/>
                  </a:lnTo>
                  <a:lnTo>
                    <a:pt x="934792" y="148744"/>
                  </a:lnTo>
                  <a:lnTo>
                    <a:pt x="903946" y="112623"/>
                  </a:lnTo>
                  <a:lnTo>
                    <a:pt x="869366" y="80688"/>
                  </a:lnTo>
                  <a:lnTo>
                    <a:pt x="451871" y="1567764"/>
                  </a:lnTo>
                  <a:lnTo>
                    <a:pt x="694628" y="4617"/>
                  </a:lnTo>
                  <a:lnTo>
                    <a:pt x="676250" y="2131"/>
                  </a:lnTo>
                  <a:lnTo>
                    <a:pt x="666870" y="1154"/>
                  </a:lnTo>
                  <a:lnTo>
                    <a:pt x="657330" y="398"/>
                  </a:lnTo>
                  <a:lnTo>
                    <a:pt x="597467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646160" y="5167124"/>
              <a:ext cx="1135380" cy="1686560"/>
            </a:xfrm>
            <a:custGeom>
              <a:avLst/>
              <a:gdLst/>
              <a:ahLst/>
              <a:cxnLst/>
              <a:rect l="l" t="t" r="r" b="b"/>
              <a:pathLst>
                <a:path w="1135379" h="1686559">
                  <a:moveTo>
                    <a:pt x="437651" y="1686220"/>
                  </a:moveTo>
                  <a:lnTo>
                    <a:pt x="0" y="966871"/>
                  </a:lnTo>
                </a:path>
                <a:path w="1135379" h="1686559">
                  <a:moveTo>
                    <a:pt x="437651" y="1686220"/>
                  </a:moveTo>
                  <a:lnTo>
                    <a:pt x="18941" y="820624"/>
                  </a:lnTo>
                </a:path>
                <a:path w="1135379" h="1686559">
                  <a:moveTo>
                    <a:pt x="437651" y="1686220"/>
                  </a:moveTo>
                  <a:lnTo>
                    <a:pt x="46574" y="662471"/>
                  </a:lnTo>
                </a:path>
                <a:path w="1135379" h="1686559">
                  <a:moveTo>
                    <a:pt x="437651" y="1686220"/>
                  </a:moveTo>
                  <a:lnTo>
                    <a:pt x="98949" y="495503"/>
                  </a:lnTo>
                </a:path>
                <a:path w="1135379" h="1686559">
                  <a:moveTo>
                    <a:pt x="437651" y="1686220"/>
                  </a:moveTo>
                  <a:lnTo>
                    <a:pt x="180664" y="296326"/>
                  </a:lnTo>
                </a:path>
                <a:path w="1135379" h="1686559">
                  <a:moveTo>
                    <a:pt x="437651" y="1686220"/>
                  </a:moveTo>
                  <a:lnTo>
                    <a:pt x="283247" y="164748"/>
                  </a:lnTo>
                </a:path>
                <a:path w="1135379" h="1686559">
                  <a:moveTo>
                    <a:pt x="437651" y="1686220"/>
                  </a:moveTo>
                  <a:lnTo>
                    <a:pt x="411997" y="42532"/>
                  </a:lnTo>
                </a:path>
                <a:path w="1135379" h="1686559">
                  <a:moveTo>
                    <a:pt x="437651" y="1686220"/>
                  </a:moveTo>
                  <a:lnTo>
                    <a:pt x="561427" y="4722"/>
                  </a:lnTo>
                </a:path>
                <a:path w="1135379" h="1686559">
                  <a:moveTo>
                    <a:pt x="437651" y="1686220"/>
                  </a:moveTo>
                  <a:lnTo>
                    <a:pt x="695957" y="0"/>
                  </a:lnTo>
                </a:path>
                <a:path w="1135379" h="1686559">
                  <a:moveTo>
                    <a:pt x="437651" y="1686220"/>
                  </a:moveTo>
                  <a:lnTo>
                    <a:pt x="822194" y="42532"/>
                  </a:lnTo>
                </a:path>
                <a:path w="1135379" h="1686559">
                  <a:moveTo>
                    <a:pt x="437651" y="1686220"/>
                  </a:moveTo>
                  <a:lnTo>
                    <a:pt x="951740" y="99693"/>
                  </a:lnTo>
                </a:path>
                <a:path w="1135379" h="1686559">
                  <a:moveTo>
                    <a:pt x="437651" y="1686220"/>
                  </a:moveTo>
                  <a:lnTo>
                    <a:pt x="1029329" y="217082"/>
                  </a:lnTo>
                </a:path>
                <a:path w="1135379" h="1686559">
                  <a:moveTo>
                    <a:pt x="437651" y="1686220"/>
                  </a:moveTo>
                  <a:lnTo>
                    <a:pt x="1104783" y="418102"/>
                  </a:lnTo>
                </a:path>
                <a:path w="1135379" h="1686559">
                  <a:moveTo>
                    <a:pt x="437651" y="1686220"/>
                  </a:moveTo>
                  <a:lnTo>
                    <a:pt x="1126667" y="616431"/>
                  </a:lnTo>
                </a:path>
                <a:path w="1135379" h="1686559">
                  <a:moveTo>
                    <a:pt x="437651" y="1686220"/>
                  </a:moveTo>
                  <a:lnTo>
                    <a:pt x="1135242" y="844529"/>
                  </a:lnTo>
                </a:path>
                <a:path w="1135379" h="1686559">
                  <a:moveTo>
                    <a:pt x="437651" y="1686220"/>
                  </a:moveTo>
                  <a:lnTo>
                    <a:pt x="1134426" y="103067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814076" y="6190134"/>
              <a:ext cx="759460" cy="2289175"/>
            </a:xfrm>
            <a:custGeom>
              <a:avLst/>
              <a:gdLst/>
              <a:ahLst/>
              <a:cxnLst/>
              <a:rect l="l" t="t" r="r" b="b"/>
              <a:pathLst>
                <a:path w="759460" h="2289175">
                  <a:moveTo>
                    <a:pt x="759149" y="2288862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436181" y="5778932"/>
              <a:ext cx="857250" cy="1181100"/>
            </a:xfrm>
            <a:custGeom>
              <a:avLst/>
              <a:gdLst/>
              <a:ahLst/>
              <a:cxnLst/>
              <a:rect l="l" t="t" r="r" b="b"/>
              <a:pathLst>
                <a:path w="857250" h="1181100">
                  <a:moveTo>
                    <a:pt x="337492" y="0"/>
                  </a:moveTo>
                  <a:lnTo>
                    <a:pt x="293843" y="1589"/>
                  </a:lnTo>
                  <a:lnTo>
                    <a:pt x="249062" y="11046"/>
                  </a:lnTo>
                  <a:lnTo>
                    <a:pt x="203226" y="29041"/>
                  </a:lnTo>
                  <a:lnTo>
                    <a:pt x="159963" y="53715"/>
                  </a:lnTo>
                  <a:lnTo>
                    <a:pt x="122643" y="82491"/>
                  </a:lnTo>
                  <a:lnTo>
                    <a:pt x="90949" y="114964"/>
                  </a:lnTo>
                  <a:lnTo>
                    <a:pt x="64563" y="150731"/>
                  </a:lnTo>
                  <a:lnTo>
                    <a:pt x="43169" y="189388"/>
                  </a:lnTo>
                  <a:lnTo>
                    <a:pt x="26451" y="230530"/>
                  </a:lnTo>
                  <a:lnTo>
                    <a:pt x="14092" y="273754"/>
                  </a:lnTo>
                  <a:lnTo>
                    <a:pt x="5774" y="318655"/>
                  </a:lnTo>
                  <a:lnTo>
                    <a:pt x="1183" y="364829"/>
                  </a:lnTo>
                  <a:lnTo>
                    <a:pt x="0" y="411873"/>
                  </a:lnTo>
                  <a:lnTo>
                    <a:pt x="1908" y="459382"/>
                  </a:lnTo>
                  <a:lnTo>
                    <a:pt x="6593" y="506953"/>
                  </a:lnTo>
                  <a:lnTo>
                    <a:pt x="13736" y="554181"/>
                  </a:lnTo>
                  <a:lnTo>
                    <a:pt x="23021" y="600662"/>
                  </a:lnTo>
                  <a:lnTo>
                    <a:pt x="34131" y="645992"/>
                  </a:lnTo>
                  <a:lnTo>
                    <a:pt x="46750" y="689767"/>
                  </a:lnTo>
                  <a:lnTo>
                    <a:pt x="60561" y="731584"/>
                  </a:lnTo>
                  <a:lnTo>
                    <a:pt x="75247" y="771038"/>
                  </a:lnTo>
                  <a:lnTo>
                    <a:pt x="90492" y="807725"/>
                  </a:lnTo>
                  <a:lnTo>
                    <a:pt x="121391" y="871182"/>
                  </a:lnTo>
                  <a:lnTo>
                    <a:pt x="150724" y="918723"/>
                  </a:lnTo>
                  <a:lnTo>
                    <a:pt x="228513" y="1003529"/>
                  </a:lnTo>
                  <a:lnTo>
                    <a:pt x="299967" y="1051741"/>
                  </a:lnTo>
                  <a:lnTo>
                    <a:pt x="423333" y="1103140"/>
                  </a:lnTo>
                  <a:lnTo>
                    <a:pt x="643568" y="1180712"/>
                  </a:lnTo>
                  <a:lnTo>
                    <a:pt x="768397" y="989299"/>
                  </a:lnTo>
                  <a:lnTo>
                    <a:pt x="832265" y="864447"/>
                  </a:lnTo>
                  <a:lnTo>
                    <a:pt x="855205" y="751214"/>
                  </a:lnTo>
                  <a:lnTo>
                    <a:pt x="857247" y="594657"/>
                  </a:lnTo>
                  <a:lnTo>
                    <a:pt x="855028" y="586154"/>
                  </a:lnTo>
                  <a:lnTo>
                    <a:pt x="832251" y="525927"/>
                  </a:lnTo>
                  <a:lnTo>
                    <a:pt x="804400" y="463559"/>
                  </a:lnTo>
                  <a:lnTo>
                    <a:pt x="786904" y="427724"/>
                  </a:lnTo>
                  <a:lnTo>
                    <a:pt x="767130" y="389683"/>
                  </a:lnTo>
                  <a:lnTo>
                    <a:pt x="745153" y="350110"/>
                  </a:lnTo>
                  <a:lnTo>
                    <a:pt x="721051" y="309673"/>
                  </a:lnTo>
                  <a:lnTo>
                    <a:pt x="694900" y="269046"/>
                  </a:lnTo>
                  <a:lnTo>
                    <a:pt x="666776" y="228900"/>
                  </a:lnTo>
                  <a:lnTo>
                    <a:pt x="636755" y="189905"/>
                  </a:lnTo>
                  <a:lnTo>
                    <a:pt x="604914" y="152734"/>
                  </a:lnTo>
                  <a:lnTo>
                    <a:pt x="571330" y="118058"/>
                  </a:lnTo>
                  <a:lnTo>
                    <a:pt x="536079" y="86549"/>
                  </a:lnTo>
                  <a:lnTo>
                    <a:pt x="499237" y="58877"/>
                  </a:lnTo>
                  <a:lnTo>
                    <a:pt x="460881" y="35715"/>
                  </a:lnTo>
                  <a:lnTo>
                    <a:pt x="421087" y="17734"/>
                  </a:lnTo>
                  <a:lnTo>
                    <a:pt x="379932" y="5605"/>
                  </a:lnTo>
                  <a:lnTo>
                    <a:pt x="337492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436218" y="5782252"/>
              <a:ext cx="857250" cy="1177925"/>
            </a:xfrm>
            <a:custGeom>
              <a:avLst/>
              <a:gdLst/>
              <a:ahLst/>
              <a:cxnLst/>
              <a:rect l="l" t="t" r="r" b="b"/>
              <a:pathLst>
                <a:path w="857250" h="1177925">
                  <a:moveTo>
                    <a:pt x="367632" y="0"/>
                  </a:moveTo>
                  <a:lnTo>
                    <a:pt x="640996" y="1100385"/>
                  </a:lnTo>
                  <a:lnTo>
                    <a:pt x="228516" y="14879"/>
                  </a:lnTo>
                  <a:lnTo>
                    <a:pt x="215891" y="19961"/>
                  </a:lnTo>
                  <a:lnTo>
                    <a:pt x="164849" y="47197"/>
                  </a:lnTo>
                  <a:lnTo>
                    <a:pt x="131147" y="71886"/>
                  </a:lnTo>
                  <a:lnTo>
                    <a:pt x="101852" y="99510"/>
                  </a:lnTo>
                  <a:lnTo>
                    <a:pt x="76730" y="129786"/>
                  </a:lnTo>
                  <a:lnTo>
                    <a:pt x="625823" y="1117484"/>
                  </a:lnTo>
                  <a:lnTo>
                    <a:pt x="26449" y="227134"/>
                  </a:lnTo>
                  <a:lnTo>
                    <a:pt x="14278" y="269540"/>
                  </a:lnTo>
                  <a:lnTo>
                    <a:pt x="6019" y="313572"/>
                  </a:lnTo>
                  <a:lnTo>
                    <a:pt x="1363" y="358848"/>
                  </a:lnTo>
                  <a:lnTo>
                    <a:pt x="0" y="404982"/>
                  </a:lnTo>
                  <a:lnTo>
                    <a:pt x="638221" y="1151703"/>
                  </a:lnTo>
                  <a:lnTo>
                    <a:pt x="24355" y="603269"/>
                  </a:lnTo>
                  <a:lnTo>
                    <a:pt x="38004" y="656831"/>
                  </a:lnTo>
                  <a:lnTo>
                    <a:pt x="53641" y="708002"/>
                  </a:lnTo>
                  <a:lnTo>
                    <a:pt x="70736" y="756105"/>
                  </a:lnTo>
                  <a:lnTo>
                    <a:pt x="88761" y="800467"/>
                  </a:lnTo>
                  <a:lnTo>
                    <a:pt x="586809" y="1156613"/>
                  </a:lnTo>
                  <a:lnTo>
                    <a:pt x="628174" y="1171930"/>
                  </a:lnTo>
                  <a:lnTo>
                    <a:pt x="643530" y="1177398"/>
                  </a:lnTo>
                  <a:lnTo>
                    <a:pt x="660461" y="1151347"/>
                  </a:lnTo>
                  <a:lnTo>
                    <a:pt x="856863" y="589709"/>
                  </a:lnTo>
                  <a:lnTo>
                    <a:pt x="850111" y="568349"/>
                  </a:lnTo>
                  <a:lnTo>
                    <a:pt x="835418" y="530366"/>
                  </a:lnTo>
                  <a:lnTo>
                    <a:pt x="813177" y="479213"/>
                  </a:lnTo>
                  <a:lnTo>
                    <a:pt x="783780" y="418341"/>
                  </a:lnTo>
                  <a:lnTo>
                    <a:pt x="747621" y="351203"/>
                  </a:lnTo>
                  <a:lnTo>
                    <a:pt x="661885" y="1117777"/>
                  </a:lnTo>
                  <a:lnTo>
                    <a:pt x="583668" y="126990"/>
                  </a:lnTo>
                  <a:lnTo>
                    <a:pt x="544354" y="90225"/>
                  </a:lnTo>
                  <a:lnTo>
                    <a:pt x="502982" y="58177"/>
                  </a:lnTo>
                  <a:lnTo>
                    <a:pt x="459664" y="31812"/>
                  </a:lnTo>
                  <a:lnTo>
                    <a:pt x="414510" y="12097"/>
                  </a:lnTo>
                  <a:lnTo>
                    <a:pt x="36763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411289" y="5760739"/>
              <a:ext cx="875665" cy="1199515"/>
            </a:xfrm>
            <a:custGeom>
              <a:avLst/>
              <a:gdLst/>
              <a:ahLst/>
              <a:cxnLst/>
              <a:rect l="l" t="t" r="r" b="b"/>
              <a:pathLst>
                <a:path w="875664" h="1199515">
                  <a:moveTo>
                    <a:pt x="668461" y="1198905"/>
                  </a:moveTo>
                  <a:lnTo>
                    <a:pt x="128111" y="898768"/>
                  </a:lnTo>
                </a:path>
                <a:path w="875664" h="1199515">
                  <a:moveTo>
                    <a:pt x="668461" y="1198905"/>
                  </a:moveTo>
                  <a:lnTo>
                    <a:pt x="87117" y="798572"/>
                  </a:lnTo>
                </a:path>
                <a:path w="875664" h="1199515">
                  <a:moveTo>
                    <a:pt x="668461" y="1198905"/>
                  </a:moveTo>
                  <a:lnTo>
                    <a:pt x="47338" y="687633"/>
                  </a:lnTo>
                </a:path>
                <a:path w="875664" h="1199515">
                  <a:moveTo>
                    <a:pt x="668461" y="1198905"/>
                  </a:moveTo>
                  <a:lnTo>
                    <a:pt x="20156" y="562087"/>
                  </a:lnTo>
                </a:path>
                <a:path w="875664" h="1199515">
                  <a:moveTo>
                    <a:pt x="668461" y="1198905"/>
                  </a:moveTo>
                  <a:lnTo>
                    <a:pt x="0" y="405338"/>
                  </a:lnTo>
                </a:path>
                <a:path w="875664" h="1199515">
                  <a:moveTo>
                    <a:pt x="668461" y="1198905"/>
                  </a:moveTo>
                  <a:lnTo>
                    <a:pt x="17695" y="284148"/>
                  </a:lnTo>
                </a:path>
                <a:path w="875664" h="1199515">
                  <a:moveTo>
                    <a:pt x="668461" y="1198905"/>
                  </a:moveTo>
                  <a:lnTo>
                    <a:pt x="55485" y="159440"/>
                  </a:lnTo>
                </a:path>
                <a:path w="875664" h="1199515">
                  <a:moveTo>
                    <a:pt x="668461" y="1198905"/>
                  </a:moveTo>
                  <a:lnTo>
                    <a:pt x="137105" y="81076"/>
                  </a:lnTo>
                </a:path>
                <a:path w="875664" h="1199515">
                  <a:moveTo>
                    <a:pt x="668461" y="1198905"/>
                  </a:moveTo>
                  <a:lnTo>
                    <a:pt x="221228" y="29224"/>
                  </a:lnTo>
                </a:path>
                <a:path w="875664" h="1199515">
                  <a:moveTo>
                    <a:pt x="668461" y="1198905"/>
                  </a:moveTo>
                  <a:lnTo>
                    <a:pt x="317225" y="10544"/>
                  </a:lnTo>
                </a:path>
                <a:path w="875664" h="1199515">
                  <a:moveTo>
                    <a:pt x="668461" y="1198905"/>
                  </a:moveTo>
                  <a:lnTo>
                    <a:pt x="420625" y="0"/>
                  </a:lnTo>
                </a:path>
                <a:path w="875664" h="1199515">
                  <a:moveTo>
                    <a:pt x="668461" y="1198905"/>
                  </a:moveTo>
                  <a:lnTo>
                    <a:pt x="512748" y="46731"/>
                  </a:lnTo>
                </a:path>
                <a:path w="875664" h="1199515">
                  <a:moveTo>
                    <a:pt x="668461" y="1198905"/>
                  </a:moveTo>
                  <a:lnTo>
                    <a:pt x="633855" y="147618"/>
                  </a:lnTo>
                </a:path>
                <a:path w="875664" h="1199515">
                  <a:moveTo>
                    <a:pt x="668461" y="1198905"/>
                  </a:moveTo>
                  <a:lnTo>
                    <a:pt x="719800" y="266222"/>
                  </a:lnTo>
                </a:path>
                <a:path w="875664" h="1199515">
                  <a:moveTo>
                    <a:pt x="668461" y="1198905"/>
                  </a:moveTo>
                  <a:lnTo>
                    <a:pt x="808069" y="408647"/>
                  </a:lnTo>
                </a:path>
                <a:path w="875664" h="1199515">
                  <a:moveTo>
                    <a:pt x="668461" y="1198905"/>
                  </a:moveTo>
                  <a:lnTo>
                    <a:pt x="875114" y="527711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509338" y="6220396"/>
              <a:ext cx="123189" cy="2123440"/>
            </a:xfrm>
            <a:custGeom>
              <a:avLst/>
              <a:gdLst/>
              <a:ahLst/>
              <a:cxnLst/>
              <a:rect l="l" t="t" r="r" b="b"/>
              <a:pathLst>
                <a:path w="123189" h="2123440">
                  <a:moveTo>
                    <a:pt x="122959" y="2123317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921715" y="4540228"/>
              <a:ext cx="1096010" cy="1680210"/>
            </a:xfrm>
            <a:custGeom>
              <a:avLst/>
              <a:gdLst/>
              <a:ahLst/>
              <a:cxnLst/>
              <a:rect l="l" t="t" r="r" b="b"/>
              <a:pathLst>
                <a:path w="1096010" h="1680210">
                  <a:moveTo>
                    <a:pt x="512410" y="0"/>
                  </a:moveTo>
                  <a:lnTo>
                    <a:pt x="461829" y="5256"/>
                  </a:lnTo>
                  <a:lnTo>
                    <a:pt x="413144" y="15625"/>
                  </a:lnTo>
                  <a:lnTo>
                    <a:pt x="367752" y="30145"/>
                  </a:lnTo>
                  <a:lnTo>
                    <a:pt x="325555" y="48566"/>
                  </a:lnTo>
                  <a:lnTo>
                    <a:pt x="286455" y="70637"/>
                  </a:lnTo>
                  <a:lnTo>
                    <a:pt x="250353" y="96107"/>
                  </a:lnTo>
                  <a:lnTo>
                    <a:pt x="217151" y="124727"/>
                  </a:lnTo>
                  <a:lnTo>
                    <a:pt x="186751" y="156247"/>
                  </a:lnTo>
                  <a:lnTo>
                    <a:pt x="159054" y="190415"/>
                  </a:lnTo>
                  <a:lnTo>
                    <a:pt x="133961" y="226981"/>
                  </a:lnTo>
                  <a:lnTo>
                    <a:pt x="111374" y="265695"/>
                  </a:lnTo>
                  <a:lnTo>
                    <a:pt x="91195" y="306307"/>
                  </a:lnTo>
                  <a:lnTo>
                    <a:pt x="73326" y="348567"/>
                  </a:lnTo>
                  <a:lnTo>
                    <a:pt x="57668" y="392223"/>
                  </a:lnTo>
                  <a:lnTo>
                    <a:pt x="44122" y="437026"/>
                  </a:lnTo>
                  <a:lnTo>
                    <a:pt x="32591" y="482726"/>
                  </a:lnTo>
                  <a:lnTo>
                    <a:pt x="22975" y="529071"/>
                  </a:lnTo>
                  <a:lnTo>
                    <a:pt x="15176" y="575811"/>
                  </a:lnTo>
                  <a:lnTo>
                    <a:pt x="9097" y="622697"/>
                  </a:lnTo>
                  <a:lnTo>
                    <a:pt x="4638" y="669478"/>
                  </a:lnTo>
                  <a:lnTo>
                    <a:pt x="1701" y="715903"/>
                  </a:lnTo>
                  <a:lnTo>
                    <a:pt x="187" y="761722"/>
                  </a:lnTo>
                  <a:lnTo>
                    <a:pt x="0" y="806685"/>
                  </a:lnTo>
                  <a:lnTo>
                    <a:pt x="1038" y="850541"/>
                  </a:lnTo>
                  <a:lnTo>
                    <a:pt x="3206" y="893040"/>
                  </a:lnTo>
                  <a:lnTo>
                    <a:pt x="6403" y="933932"/>
                  </a:lnTo>
                  <a:lnTo>
                    <a:pt x="10532" y="972966"/>
                  </a:lnTo>
                  <a:lnTo>
                    <a:pt x="21192" y="1044460"/>
                  </a:lnTo>
                  <a:lnTo>
                    <a:pt x="34397" y="1105518"/>
                  </a:lnTo>
                  <a:lnTo>
                    <a:pt x="49360" y="1154138"/>
                  </a:lnTo>
                  <a:lnTo>
                    <a:pt x="114940" y="1287086"/>
                  </a:lnTo>
                  <a:lnTo>
                    <a:pt x="189416" y="1377876"/>
                  </a:lnTo>
                  <a:lnTo>
                    <a:pt x="330404" y="1493059"/>
                  </a:lnTo>
                  <a:lnTo>
                    <a:pt x="587626" y="1680169"/>
                  </a:lnTo>
                  <a:lnTo>
                    <a:pt x="825182" y="1478986"/>
                  </a:lnTo>
                  <a:lnTo>
                    <a:pt x="957219" y="1340919"/>
                  </a:lnTo>
                  <a:lnTo>
                    <a:pt x="1031300" y="1202060"/>
                  </a:lnTo>
                  <a:lnTo>
                    <a:pt x="1094993" y="998504"/>
                  </a:lnTo>
                  <a:lnTo>
                    <a:pt x="1095409" y="990429"/>
                  </a:lnTo>
                  <a:lnTo>
                    <a:pt x="1095204" y="977049"/>
                  </a:lnTo>
                  <a:lnTo>
                    <a:pt x="1092663" y="935905"/>
                  </a:lnTo>
                  <a:lnTo>
                    <a:pt x="1086821" y="878129"/>
                  </a:lnTo>
                  <a:lnTo>
                    <a:pt x="1077132" y="806781"/>
                  </a:lnTo>
                  <a:lnTo>
                    <a:pt x="1070675" y="766973"/>
                  </a:lnTo>
                  <a:lnTo>
                    <a:pt x="1063051" y="724919"/>
                  </a:lnTo>
                  <a:lnTo>
                    <a:pt x="1054191" y="681001"/>
                  </a:lnTo>
                  <a:lnTo>
                    <a:pt x="1044029" y="635601"/>
                  </a:lnTo>
                  <a:lnTo>
                    <a:pt x="1032494" y="589102"/>
                  </a:lnTo>
                  <a:lnTo>
                    <a:pt x="1019520" y="541886"/>
                  </a:lnTo>
                  <a:lnTo>
                    <a:pt x="1005037" y="494336"/>
                  </a:lnTo>
                  <a:lnTo>
                    <a:pt x="988978" y="446833"/>
                  </a:lnTo>
                  <a:lnTo>
                    <a:pt x="971274" y="399761"/>
                  </a:lnTo>
                  <a:lnTo>
                    <a:pt x="951856" y="353500"/>
                  </a:lnTo>
                  <a:lnTo>
                    <a:pt x="930656" y="308435"/>
                  </a:lnTo>
                  <a:lnTo>
                    <a:pt x="907606" y="264946"/>
                  </a:lnTo>
                  <a:lnTo>
                    <a:pt x="882638" y="223417"/>
                  </a:lnTo>
                  <a:lnTo>
                    <a:pt x="855683" y="184229"/>
                  </a:lnTo>
                  <a:lnTo>
                    <a:pt x="826674" y="147766"/>
                  </a:lnTo>
                  <a:lnTo>
                    <a:pt x="795540" y="114409"/>
                  </a:lnTo>
                  <a:lnTo>
                    <a:pt x="762215" y="84540"/>
                  </a:lnTo>
                  <a:lnTo>
                    <a:pt x="726630" y="58542"/>
                  </a:lnTo>
                  <a:lnTo>
                    <a:pt x="688716" y="36798"/>
                  </a:lnTo>
                  <a:lnTo>
                    <a:pt x="648406" y="19689"/>
                  </a:lnTo>
                  <a:lnTo>
                    <a:pt x="605630" y="7598"/>
                  </a:lnTo>
                  <a:lnTo>
                    <a:pt x="560321" y="908"/>
                  </a:lnTo>
                  <a:lnTo>
                    <a:pt x="512410" y="0"/>
                  </a:lnTo>
                  <a:close/>
                </a:path>
              </a:pathLst>
            </a:custGeom>
            <a:solidFill>
              <a:srgbClr val="71C1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921676" y="4541206"/>
              <a:ext cx="1095375" cy="1679575"/>
            </a:xfrm>
            <a:custGeom>
              <a:avLst/>
              <a:gdLst/>
              <a:ahLst/>
              <a:cxnLst/>
              <a:rect l="l" t="t" r="r" b="b"/>
              <a:pathLst>
                <a:path w="1095375" h="1679575">
                  <a:moveTo>
                    <a:pt x="499159" y="0"/>
                  </a:moveTo>
                  <a:lnTo>
                    <a:pt x="403447" y="17365"/>
                  </a:lnTo>
                  <a:lnTo>
                    <a:pt x="349832" y="36454"/>
                  </a:lnTo>
                  <a:lnTo>
                    <a:pt x="300825" y="61087"/>
                  </a:lnTo>
                  <a:lnTo>
                    <a:pt x="256234" y="90803"/>
                  </a:lnTo>
                  <a:lnTo>
                    <a:pt x="587910" y="1594087"/>
                  </a:lnTo>
                  <a:lnTo>
                    <a:pt x="152646" y="198266"/>
                  </a:lnTo>
                  <a:lnTo>
                    <a:pt x="126348" y="238442"/>
                  </a:lnTo>
                  <a:lnTo>
                    <a:pt x="102943" y="281033"/>
                  </a:lnTo>
                  <a:lnTo>
                    <a:pt x="82302" y="325720"/>
                  </a:lnTo>
                  <a:lnTo>
                    <a:pt x="64292" y="372186"/>
                  </a:lnTo>
                  <a:lnTo>
                    <a:pt x="48785" y="420112"/>
                  </a:lnTo>
                  <a:lnTo>
                    <a:pt x="590748" y="1643593"/>
                  </a:lnTo>
                  <a:lnTo>
                    <a:pt x="3279" y="688418"/>
                  </a:lnTo>
                  <a:lnTo>
                    <a:pt x="823" y="738780"/>
                  </a:lnTo>
                  <a:lnTo>
                    <a:pt x="0" y="788261"/>
                  </a:lnTo>
                  <a:lnTo>
                    <a:pt x="681" y="836538"/>
                  </a:lnTo>
                  <a:lnTo>
                    <a:pt x="2740" y="883289"/>
                  </a:lnTo>
                  <a:lnTo>
                    <a:pt x="6049" y="928192"/>
                  </a:lnTo>
                  <a:lnTo>
                    <a:pt x="10483" y="970923"/>
                  </a:lnTo>
                  <a:lnTo>
                    <a:pt x="521724" y="1629960"/>
                  </a:lnTo>
                  <a:lnTo>
                    <a:pt x="587669" y="1679194"/>
                  </a:lnTo>
                  <a:lnTo>
                    <a:pt x="619909" y="1651792"/>
                  </a:lnTo>
                  <a:lnTo>
                    <a:pt x="1095225" y="995268"/>
                  </a:lnTo>
                  <a:lnTo>
                    <a:pt x="1095239" y="976204"/>
                  </a:lnTo>
                  <a:lnTo>
                    <a:pt x="1093392" y="943813"/>
                  </a:lnTo>
                  <a:lnTo>
                    <a:pt x="1089380" y="899792"/>
                  </a:lnTo>
                  <a:lnTo>
                    <a:pt x="1082899" y="845839"/>
                  </a:lnTo>
                  <a:lnTo>
                    <a:pt x="1073647" y="783651"/>
                  </a:lnTo>
                  <a:lnTo>
                    <a:pt x="1061320" y="714926"/>
                  </a:lnTo>
                  <a:lnTo>
                    <a:pt x="1045614" y="641362"/>
                  </a:lnTo>
                  <a:lnTo>
                    <a:pt x="634862" y="1608537"/>
                  </a:lnTo>
                  <a:lnTo>
                    <a:pt x="919010" y="284787"/>
                  </a:lnTo>
                  <a:lnTo>
                    <a:pt x="893045" y="239071"/>
                  </a:lnTo>
                  <a:lnTo>
                    <a:pt x="864807" y="195898"/>
                  </a:lnTo>
                  <a:lnTo>
                    <a:pt x="834210" y="155741"/>
                  </a:lnTo>
                  <a:lnTo>
                    <a:pt x="801169" y="119078"/>
                  </a:lnTo>
                  <a:lnTo>
                    <a:pt x="765600" y="86383"/>
                  </a:lnTo>
                  <a:lnTo>
                    <a:pt x="727417" y="58134"/>
                  </a:lnTo>
                  <a:lnTo>
                    <a:pt x="686536" y="34805"/>
                  </a:lnTo>
                  <a:lnTo>
                    <a:pt x="614381" y="1577679"/>
                  </a:lnTo>
                  <a:lnTo>
                    <a:pt x="499159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897916" y="4519297"/>
              <a:ext cx="1143000" cy="1701164"/>
            </a:xfrm>
            <a:custGeom>
              <a:avLst/>
              <a:gdLst/>
              <a:ahLst/>
              <a:cxnLst/>
              <a:rect l="l" t="t" r="r" b="b"/>
              <a:pathLst>
                <a:path w="1143000" h="1701164">
                  <a:moveTo>
                    <a:pt x="611426" y="1701100"/>
                  </a:moveTo>
                  <a:lnTo>
                    <a:pt x="23119" y="1098689"/>
                  </a:lnTo>
                </a:path>
                <a:path w="1143000" h="1701164">
                  <a:moveTo>
                    <a:pt x="611426" y="1701100"/>
                  </a:moveTo>
                  <a:lnTo>
                    <a:pt x="8669" y="951929"/>
                  </a:lnTo>
                </a:path>
                <a:path w="1143000" h="1701164">
                  <a:moveTo>
                    <a:pt x="611426" y="1701100"/>
                  </a:moveTo>
                  <a:lnTo>
                    <a:pt x="0" y="791609"/>
                  </a:lnTo>
                </a:path>
                <a:path w="1143000" h="1701164">
                  <a:moveTo>
                    <a:pt x="611426" y="1701100"/>
                  </a:moveTo>
                  <a:lnTo>
                    <a:pt x="13465" y="617133"/>
                  </a:lnTo>
                </a:path>
                <a:path w="1143000" h="1701164">
                  <a:moveTo>
                    <a:pt x="611426" y="1701100"/>
                  </a:moveTo>
                  <a:lnTo>
                    <a:pt x="48260" y="404678"/>
                  </a:lnTo>
                </a:path>
                <a:path w="1143000" h="1701164">
                  <a:moveTo>
                    <a:pt x="611426" y="1701100"/>
                  </a:moveTo>
                  <a:lnTo>
                    <a:pt x="118614" y="253395"/>
                  </a:lnTo>
                </a:path>
                <a:path w="1143000" h="1701164">
                  <a:moveTo>
                    <a:pt x="611426" y="1701100"/>
                  </a:moveTo>
                  <a:lnTo>
                    <a:pt x="216558" y="105337"/>
                  </a:lnTo>
                </a:path>
                <a:path w="1143000" h="1701164">
                  <a:moveTo>
                    <a:pt x="611426" y="1701100"/>
                  </a:moveTo>
                  <a:lnTo>
                    <a:pt x="353643" y="34878"/>
                  </a:lnTo>
                </a:path>
                <a:path w="1143000" h="1701164">
                  <a:moveTo>
                    <a:pt x="611426" y="1701100"/>
                  </a:moveTo>
                  <a:lnTo>
                    <a:pt x="483660" y="0"/>
                  </a:lnTo>
                </a:path>
                <a:path w="1143000" h="1701164">
                  <a:moveTo>
                    <a:pt x="611426" y="1701100"/>
                  </a:moveTo>
                  <a:lnTo>
                    <a:pt x="616232" y="13036"/>
                  </a:lnTo>
                </a:path>
                <a:path w="1143000" h="1701164">
                  <a:moveTo>
                    <a:pt x="611426" y="1701100"/>
                  </a:moveTo>
                  <a:lnTo>
                    <a:pt x="755306" y="39579"/>
                  </a:lnTo>
                </a:path>
                <a:path w="1143000" h="1701164">
                  <a:moveTo>
                    <a:pt x="611426" y="1701100"/>
                  </a:moveTo>
                  <a:lnTo>
                    <a:pt x="857335" y="136487"/>
                  </a:lnTo>
                </a:path>
                <a:path w="1143000" h="1701164">
                  <a:moveTo>
                    <a:pt x="611426" y="1701100"/>
                  </a:moveTo>
                  <a:lnTo>
                    <a:pt x="976085" y="315383"/>
                  </a:lnTo>
                </a:path>
                <a:path w="1143000" h="1701164">
                  <a:moveTo>
                    <a:pt x="611426" y="1701100"/>
                  </a:moveTo>
                  <a:lnTo>
                    <a:pt x="1042031" y="503691"/>
                  </a:lnTo>
                </a:path>
                <a:path w="1143000" h="1701164">
                  <a:moveTo>
                    <a:pt x="611426" y="1701100"/>
                  </a:moveTo>
                  <a:lnTo>
                    <a:pt x="1101725" y="724019"/>
                  </a:lnTo>
                </a:path>
                <a:path w="1143000" h="1701164">
                  <a:moveTo>
                    <a:pt x="611426" y="1701100"/>
                  </a:moveTo>
                  <a:lnTo>
                    <a:pt x="1142813" y="90557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063278" y="7915128"/>
              <a:ext cx="1236345" cy="652145"/>
            </a:xfrm>
            <a:custGeom>
              <a:avLst/>
              <a:gdLst/>
              <a:ahLst/>
              <a:cxnLst/>
              <a:rect l="l" t="t" r="r" b="b"/>
              <a:pathLst>
                <a:path w="1236345" h="652145">
                  <a:moveTo>
                    <a:pt x="0" y="0"/>
                  </a:moveTo>
                  <a:lnTo>
                    <a:pt x="4890" y="222005"/>
                  </a:lnTo>
                  <a:lnTo>
                    <a:pt x="9714" y="345978"/>
                  </a:lnTo>
                  <a:lnTo>
                    <a:pt x="17345" y="416896"/>
                  </a:lnTo>
                  <a:lnTo>
                    <a:pt x="30658" y="479734"/>
                  </a:lnTo>
                  <a:lnTo>
                    <a:pt x="59257" y="523224"/>
                  </a:lnTo>
                  <a:lnTo>
                    <a:pt x="119782" y="562167"/>
                  </a:lnTo>
                  <a:lnTo>
                    <a:pt x="160042" y="579595"/>
                  </a:lnTo>
                  <a:lnTo>
                    <a:pt x="205915" y="595479"/>
                  </a:lnTo>
                  <a:lnTo>
                    <a:pt x="256611" y="609685"/>
                  </a:lnTo>
                  <a:lnTo>
                    <a:pt x="311341" y="622078"/>
                  </a:lnTo>
                  <a:lnTo>
                    <a:pt x="369314" y="632521"/>
                  </a:lnTo>
                  <a:lnTo>
                    <a:pt x="429742" y="640880"/>
                  </a:lnTo>
                  <a:lnTo>
                    <a:pt x="491835" y="647018"/>
                  </a:lnTo>
                  <a:lnTo>
                    <a:pt x="554802" y="650802"/>
                  </a:lnTo>
                  <a:lnTo>
                    <a:pt x="617855" y="652095"/>
                  </a:lnTo>
                  <a:lnTo>
                    <a:pt x="680992" y="650802"/>
                  </a:lnTo>
                  <a:lnTo>
                    <a:pt x="743959" y="647018"/>
                  </a:lnTo>
                  <a:lnTo>
                    <a:pt x="806050" y="640880"/>
                  </a:lnTo>
                  <a:lnTo>
                    <a:pt x="866477" y="632521"/>
                  </a:lnTo>
                  <a:lnTo>
                    <a:pt x="924450" y="622078"/>
                  </a:lnTo>
                  <a:lnTo>
                    <a:pt x="979179" y="609685"/>
                  </a:lnTo>
                  <a:lnTo>
                    <a:pt x="1029874" y="595479"/>
                  </a:lnTo>
                  <a:lnTo>
                    <a:pt x="1075747" y="579595"/>
                  </a:lnTo>
                  <a:lnTo>
                    <a:pt x="1116007" y="562167"/>
                  </a:lnTo>
                  <a:lnTo>
                    <a:pt x="1149866" y="543332"/>
                  </a:lnTo>
                  <a:lnTo>
                    <a:pt x="1195220" y="501980"/>
                  </a:lnTo>
                  <a:lnTo>
                    <a:pt x="1219552" y="363269"/>
                  </a:lnTo>
                  <a:lnTo>
                    <a:pt x="1229021" y="202972"/>
                  </a:lnTo>
                  <a:lnTo>
                    <a:pt x="1234102" y="64144"/>
                  </a:lnTo>
                  <a:lnTo>
                    <a:pt x="617897" y="64144"/>
                  </a:lnTo>
                  <a:lnTo>
                    <a:pt x="540389" y="63644"/>
                  </a:lnTo>
                  <a:lnTo>
                    <a:pt x="465754" y="62185"/>
                  </a:lnTo>
                  <a:lnTo>
                    <a:pt x="394571" y="59826"/>
                  </a:lnTo>
                  <a:lnTo>
                    <a:pt x="327420" y="56628"/>
                  </a:lnTo>
                  <a:lnTo>
                    <a:pt x="264878" y="52651"/>
                  </a:lnTo>
                  <a:lnTo>
                    <a:pt x="207526" y="47954"/>
                  </a:lnTo>
                  <a:lnTo>
                    <a:pt x="155942" y="42599"/>
                  </a:lnTo>
                  <a:lnTo>
                    <a:pt x="110706" y="36645"/>
                  </a:lnTo>
                  <a:lnTo>
                    <a:pt x="72396" y="30153"/>
                  </a:lnTo>
                  <a:lnTo>
                    <a:pt x="18871" y="15793"/>
                  </a:lnTo>
                  <a:lnTo>
                    <a:pt x="4814" y="8045"/>
                  </a:lnTo>
                  <a:lnTo>
                    <a:pt x="0" y="0"/>
                  </a:lnTo>
                  <a:close/>
                </a:path>
                <a:path w="1236345" h="652145">
                  <a:moveTo>
                    <a:pt x="1235794" y="0"/>
                  </a:moveTo>
                  <a:lnTo>
                    <a:pt x="1194203" y="23182"/>
                  </a:lnTo>
                  <a:lnTo>
                    <a:pt x="1125088" y="36645"/>
                  </a:lnTo>
                  <a:lnTo>
                    <a:pt x="1079852" y="42599"/>
                  </a:lnTo>
                  <a:lnTo>
                    <a:pt x="1028268" y="47954"/>
                  </a:lnTo>
                  <a:lnTo>
                    <a:pt x="970916" y="52651"/>
                  </a:lnTo>
                  <a:lnTo>
                    <a:pt x="908374" y="56628"/>
                  </a:lnTo>
                  <a:lnTo>
                    <a:pt x="841223" y="59826"/>
                  </a:lnTo>
                  <a:lnTo>
                    <a:pt x="770040" y="62185"/>
                  </a:lnTo>
                  <a:lnTo>
                    <a:pt x="695405" y="63644"/>
                  </a:lnTo>
                  <a:lnTo>
                    <a:pt x="617897" y="64144"/>
                  </a:lnTo>
                  <a:lnTo>
                    <a:pt x="1234102" y="64144"/>
                  </a:lnTo>
                  <a:lnTo>
                    <a:pt x="1234212" y="61123"/>
                  </a:lnTo>
                  <a:lnTo>
                    <a:pt x="1235794" y="0"/>
                  </a:lnTo>
                  <a:close/>
                </a:path>
              </a:pathLst>
            </a:custGeom>
            <a:solidFill>
              <a:srgbClr val="C7D6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063267" y="7915128"/>
              <a:ext cx="1236345" cy="647700"/>
            </a:xfrm>
            <a:custGeom>
              <a:avLst/>
              <a:gdLst/>
              <a:ahLst/>
              <a:cxnLst/>
              <a:rect l="l" t="t" r="r" b="b"/>
              <a:pathLst>
                <a:path w="1236345" h="647700">
                  <a:moveTo>
                    <a:pt x="312521" y="174866"/>
                  </a:moveTo>
                  <a:lnTo>
                    <a:pt x="300050" y="101041"/>
                  </a:lnTo>
                  <a:lnTo>
                    <a:pt x="277736" y="58000"/>
                  </a:lnTo>
                  <a:lnTo>
                    <a:pt x="196837" y="46939"/>
                  </a:lnTo>
                  <a:lnTo>
                    <a:pt x="129870" y="39331"/>
                  </a:lnTo>
                  <a:lnTo>
                    <a:pt x="75234" y="30695"/>
                  </a:lnTo>
                  <a:lnTo>
                    <a:pt x="34417" y="21158"/>
                  </a:lnTo>
                  <a:lnTo>
                    <a:pt x="8851" y="10883"/>
                  </a:lnTo>
                  <a:lnTo>
                    <a:pt x="0" y="12"/>
                  </a:lnTo>
                  <a:lnTo>
                    <a:pt x="1130" y="52527"/>
                  </a:lnTo>
                  <a:lnTo>
                    <a:pt x="3657" y="129908"/>
                  </a:lnTo>
                  <a:lnTo>
                    <a:pt x="6248" y="190487"/>
                  </a:lnTo>
                  <a:lnTo>
                    <a:pt x="41541" y="227888"/>
                  </a:lnTo>
                  <a:lnTo>
                    <a:pt x="85369" y="257302"/>
                  </a:lnTo>
                  <a:lnTo>
                    <a:pt x="153581" y="274383"/>
                  </a:lnTo>
                  <a:lnTo>
                    <a:pt x="189522" y="273799"/>
                  </a:lnTo>
                  <a:lnTo>
                    <a:pt x="222427" y="267906"/>
                  </a:lnTo>
                  <a:lnTo>
                    <a:pt x="253720" y="255866"/>
                  </a:lnTo>
                  <a:lnTo>
                    <a:pt x="280911" y="237020"/>
                  </a:lnTo>
                  <a:lnTo>
                    <a:pt x="301485" y="210642"/>
                  </a:lnTo>
                  <a:lnTo>
                    <a:pt x="312521" y="174866"/>
                  </a:lnTo>
                  <a:close/>
                </a:path>
                <a:path w="1236345" h="647700">
                  <a:moveTo>
                    <a:pt x="476084" y="503478"/>
                  </a:moveTo>
                  <a:lnTo>
                    <a:pt x="467715" y="460641"/>
                  </a:lnTo>
                  <a:lnTo>
                    <a:pt x="447687" y="420331"/>
                  </a:lnTo>
                  <a:lnTo>
                    <a:pt x="419239" y="389813"/>
                  </a:lnTo>
                  <a:lnTo>
                    <a:pt x="384213" y="368757"/>
                  </a:lnTo>
                  <a:lnTo>
                    <a:pt x="344881" y="356184"/>
                  </a:lnTo>
                  <a:lnTo>
                    <a:pt x="303517" y="351116"/>
                  </a:lnTo>
                  <a:lnTo>
                    <a:pt x="256705" y="352475"/>
                  </a:lnTo>
                  <a:lnTo>
                    <a:pt x="210273" y="359575"/>
                  </a:lnTo>
                  <a:lnTo>
                    <a:pt x="164719" y="371424"/>
                  </a:lnTo>
                  <a:lnTo>
                    <a:pt x="120561" y="387019"/>
                  </a:lnTo>
                  <a:lnTo>
                    <a:pt x="70942" y="409206"/>
                  </a:lnTo>
                  <a:lnTo>
                    <a:pt x="23558" y="436753"/>
                  </a:lnTo>
                  <a:lnTo>
                    <a:pt x="25234" y="449173"/>
                  </a:lnTo>
                  <a:lnTo>
                    <a:pt x="40932" y="502500"/>
                  </a:lnTo>
                  <a:lnTo>
                    <a:pt x="88112" y="544715"/>
                  </a:lnTo>
                  <a:lnTo>
                    <a:pt x="123355" y="563880"/>
                  </a:lnTo>
                  <a:lnTo>
                    <a:pt x="165227" y="581558"/>
                  </a:lnTo>
                  <a:lnTo>
                    <a:pt x="212877" y="597598"/>
                  </a:lnTo>
                  <a:lnTo>
                    <a:pt x="265468" y="611860"/>
                  </a:lnTo>
                  <a:lnTo>
                    <a:pt x="322135" y="624192"/>
                  </a:lnTo>
                  <a:lnTo>
                    <a:pt x="382054" y="634453"/>
                  </a:lnTo>
                  <a:lnTo>
                    <a:pt x="444373" y="642518"/>
                  </a:lnTo>
                  <a:lnTo>
                    <a:pt x="447725" y="635990"/>
                  </a:lnTo>
                  <a:lnTo>
                    <a:pt x="449237" y="632650"/>
                  </a:lnTo>
                  <a:lnTo>
                    <a:pt x="465048" y="590943"/>
                  </a:lnTo>
                  <a:lnTo>
                    <a:pt x="474599" y="547408"/>
                  </a:lnTo>
                  <a:lnTo>
                    <a:pt x="476084" y="503478"/>
                  </a:lnTo>
                  <a:close/>
                </a:path>
                <a:path w="1236345" h="647700">
                  <a:moveTo>
                    <a:pt x="779487" y="133997"/>
                  </a:moveTo>
                  <a:lnTo>
                    <a:pt x="779437" y="115951"/>
                  </a:lnTo>
                  <a:lnTo>
                    <a:pt x="778611" y="97904"/>
                  </a:lnTo>
                  <a:lnTo>
                    <a:pt x="776986" y="79921"/>
                  </a:lnTo>
                  <a:lnTo>
                    <a:pt x="774547" y="62014"/>
                  </a:lnTo>
                  <a:lnTo>
                    <a:pt x="736574" y="62928"/>
                  </a:lnTo>
                  <a:lnTo>
                    <a:pt x="697776" y="63601"/>
                  </a:lnTo>
                  <a:lnTo>
                    <a:pt x="658202" y="64020"/>
                  </a:lnTo>
                  <a:lnTo>
                    <a:pt x="617905" y="64160"/>
                  </a:lnTo>
                  <a:lnTo>
                    <a:pt x="563956" y="63906"/>
                  </a:lnTo>
                  <a:lnTo>
                    <a:pt x="511302" y="63195"/>
                  </a:lnTo>
                  <a:lnTo>
                    <a:pt x="460133" y="62026"/>
                  </a:lnTo>
                  <a:lnTo>
                    <a:pt x="410641" y="60439"/>
                  </a:lnTo>
                  <a:lnTo>
                    <a:pt x="414134" y="94653"/>
                  </a:lnTo>
                  <a:lnTo>
                    <a:pt x="429374" y="161607"/>
                  </a:lnTo>
                  <a:lnTo>
                    <a:pt x="461543" y="234302"/>
                  </a:lnTo>
                  <a:lnTo>
                    <a:pt x="488099" y="271449"/>
                  </a:lnTo>
                  <a:lnTo>
                    <a:pt x="521042" y="302539"/>
                  </a:lnTo>
                  <a:lnTo>
                    <a:pt x="560565" y="324954"/>
                  </a:lnTo>
                  <a:lnTo>
                    <a:pt x="606564" y="336270"/>
                  </a:lnTo>
                  <a:lnTo>
                    <a:pt x="630262" y="337299"/>
                  </a:lnTo>
                  <a:lnTo>
                    <a:pt x="653973" y="335419"/>
                  </a:lnTo>
                  <a:lnTo>
                    <a:pt x="694359" y="324612"/>
                  </a:lnTo>
                  <a:lnTo>
                    <a:pt x="728103" y="300405"/>
                  </a:lnTo>
                  <a:lnTo>
                    <a:pt x="752767" y="264083"/>
                  </a:lnTo>
                  <a:lnTo>
                    <a:pt x="768324" y="222186"/>
                  </a:lnTo>
                  <a:lnTo>
                    <a:pt x="776630" y="177787"/>
                  </a:lnTo>
                  <a:lnTo>
                    <a:pt x="779487" y="133997"/>
                  </a:lnTo>
                  <a:close/>
                </a:path>
                <a:path w="1236345" h="647700">
                  <a:moveTo>
                    <a:pt x="1122260" y="558965"/>
                  </a:moveTo>
                  <a:lnTo>
                    <a:pt x="1090206" y="521411"/>
                  </a:lnTo>
                  <a:lnTo>
                    <a:pt x="1059408" y="489026"/>
                  </a:lnTo>
                  <a:lnTo>
                    <a:pt x="1002449" y="444741"/>
                  </a:lnTo>
                  <a:lnTo>
                    <a:pt x="961466" y="425983"/>
                  </a:lnTo>
                  <a:lnTo>
                    <a:pt x="917778" y="415696"/>
                  </a:lnTo>
                  <a:lnTo>
                    <a:pt x="873734" y="416217"/>
                  </a:lnTo>
                  <a:lnTo>
                    <a:pt x="831659" y="429895"/>
                  </a:lnTo>
                  <a:lnTo>
                    <a:pt x="781380" y="478269"/>
                  </a:lnTo>
                  <a:lnTo>
                    <a:pt x="754926" y="543725"/>
                  </a:lnTo>
                  <a:lnTo>
                    <a:pt x="745782" y="594969"/>
                  </a:lnTo>
                  <a:lnTo>
                    <a:pt x="742632" y="647103"/>
                  </a:lnTo>
                  <a:lnTo>
                    <a:pt x="798563" y="641731"/>
                  </a:lnTo>
                  <a:lnTo>
                    <a:pt x="853211" y="634555"/>
                  </a:lnTo>
                  <a:lnTo>
                    <a:pt x="906005" y="625652"/>
                  </a:lnTo>
                  <a:lnTo>
                    <a:pt x="956386" y="615149"/>
                  </a:lnTo>
                  <a:lnTo>
                    <a:pt x="1003769" y="603123"/>
                  </a:lnTo>
                  <a:lnTo>
                    <a:pt x="1047597" y="589686"/>
                  </a:lnTo>
                  <a:lnTo>
                    <a:pt x="1087272" y="574941"/>
                  </a:lnTo>
                  <a:lnTo>
                    <a:pt x="1122260" y="558965"/>
                  </a:lnTo>
                  <a:close/>
                </a:path>
                <a:path w="1236345" h="647700">
                  <a:moveTo>
                    <a:pt x="1235798" y="0"/>
                  </a:moveTo>
                  <a:lnTo>
                    <a:pt x="1201458" y="21145"/>
                  </a:lnTo>
                  <a:lnTo>
                    <a:pt x="1160716" y="30670"/>
                  </a:lnTo>
                  <a:lnTo>
                    <a:pt x="1106195" y="39306"/>
                  </a:lnTo>
                  <a:lnTo>
                    <a:pt x="1039355" y="46901"/>
                  </a:lnTo>
                  <a:lnTo>
                    <a:pt x="961644" y="53314"/>
                  </a:lnTo>
                  <a:lnTo>
                    <a:pt x="950607" y="75653"/>
                  </a:lnTo>
                  <a:lnTo>
                    <a:pt x="941108" y="98615"/>
                  </a:lnTo>
                  <a:lnTo>
                    <a:pt x="933373" y="122123"/>
                  </a:lnTo>
                  <a:lnTo>
                    <a:pt x="927646" y="146113"/>
                  </a:lnTo>
                  <a:lnTo>
                    <a:pt x="924191" y="180822"/>
                  </a:lnTo>
                  <a:lnTo>
                    <a:pt x="928204" y="215049"/>
                  </a:lnTo>
                  <a:lnTo>
                    <a:pt x="966711" y="270281"/>
                  </a:lnTo>
                  <a:lnTo>
                    <a:pt x="1007541" y="286905"/>
                  </a:lnTo>
                  <a:lnTo>
                    <a:pt x="1051547" y="291960"/>
                  </a:lnTo>
                  <a:lnTo>
                    <a:pt x="1083716" y="290334"/>
                  </a:lnTo>
                  <a:lnTo>
                    <a:pt x="1144752" y="272846"/>
                  </a:lnTo>
                  <a:lnTo>
                    <a:pt x="1188123" y="245745"/>
                  </a:lnTo>
                  <a:lnTo>
                    <a:pt x="1228864" y="206375"/>
                  </a:lnTo>
                  <a:lnTo>
                    <a:pt x="1232027" y="128143"/>
                  </a:lnTo>
                  <a:lnTo>
                    <a:pt x="1234173" y="62306"/>
                  </a:lnTo>
                  <a:lnTo>
                    <a:pt x="123579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040178" y="8040033"/>
              <a:ext cx="1279525" cy="2012314"/>
            </a:xfrm>
            <a:custGeom>
              <a:avLst/>
              <a:gdLst/>
              <a:ahLst/>
              <a:cxnLst/>
              <a:rect l="l" t="t" r="r" b="b"/>
              <a:pathLst>
                <a:path w="1279525" h="2012315">
                  <a:moveTo>
                    <a:pt x="76758" y="38379"/>
                  </a:moveTo>
                  <a:lnTo>
                    <a:pt x="73736" y="23444"/>
                  </a:lnTo>
                  <a:lnTo>
                    <a:pt x="65519" y="11239"/>
                  </a:lnTo>
                  <a:lnTo>
                    <a:pt x="53314" y="3009"/>
                  </a:lnTo>
                  <a:lnTo>
                    <a:pt x="38379" y="0"/>
                  </a:lnTo>
                  <a:lnTo>
                    <a:pt x="23444" y="3009"/>
                  </a:lnTo>
                  <a:lnTo>
                    <a:pt x="11252" y="11239"/>
                  </a:lnTo>
                  <a:lnTo>
                    <a:pt x="3022" y="23444"/>
                  </a:lnTo>
                  <a:lnTo>
                    <a:pt x="0" y="38379"/>
                  </a:lnTo>
                  <a:lnTo>
                    <a:pt x="0" y="1752663"/>
                  </a:lnTo>
                  <a:lnTo>
                    <a:pt x="3022" y="1767598"/>
                  </a:lnTo>
                  <a:lnTo>
                    <a:pt x="11252" y="1779790"/>
                  </a:lnTo>
                  <a:lnTo>
                    <a:pt x="23444" y="1788020"/>
                  </a:lnTo>
                  <a:lnTo>
                    <a:pt x="38379" y="1791030"/>
                  </a:lnTo>
                  <a:lnTo>
                    <a:pt x="53314" y="1788020"/>
                  </a:lnTo>
                  <a:lnTo>
                    <a:pt x="65519" y="1779790"/>
                  </a:lnTo>
                  <a:lnTo>
                    <a:pt x="73736" y="1767598"/>
                  </a:lnTo>
                  <a:lnTo>
                    <a:pt x="76758" y="1752663"/>
                  </a:lnTo>
                  <a:lnTo>
                    <a:pt x="76758" y="38379"/>
                  </a:lnTo>
                  <a:close/>
                </a:path>
                <a:path w="1279525" h="2012315">
                  <a:moveTo>
                    <a:pt x="679361" y="259054"/>
                  </a:moveTo>
                  <a:lnTo>
                    <a:pt x="676351" y="244119"/>
                  </a:lnTo>
                  <a:lnTo>
                    <a:pt x="668121" y="231914"/>
                  </a:lnTo>
                  <a:lnTo>
                    <a:pt x="655929" y="223697"/>
                  </a:lnTo>
                  <a:lnTo>
                    <a:pt x="640994" y="220675"/>
                  </a:lnTo>
                  <a:lnTo>
                    <a:pt x="626046" y="223697"/>
                  </a:lnTo>
                  <a:lnTo>
                    <a:pt x="613854" y="231914"/>
                  </a:lnTo>
                  <a:lnTo>
                    <a:pt x="605624" y="244119"/>
                  </a:lnTo>
                  <a:lnTo>
                    <a:pt x="602615" y="259054"/>
                  </a:lnTo>
                  <a:lnTo>
                    <a:pt x="602615" y="1973338"/>
                  </a:lnTo>
                  <a:lnTo>
                    <a:pt x="605624" y="1988273"/>
                  </a:lnTo>
                  <a:lnTo>
                    <a:pt x="613854" y="2000478"/>
                  </a:lnTo>
                  <a:lnTo>
                    <a:pt x="626046" y="2008695"/>
                  </a:lnTo>
                  <a:lnTo>
                    <a:pt x="640994" y="2011718"/>
                  </a:lnTo>
                  <a:lnTo>
                    <a:pt x="655929" y="2008695"/>
                  </a:lnTo>
                  <a:lnTo>
                    <a:pt x="668121" y="2000478"/>
                  </a:lnTo>
                  <a:lnTo>
                    <a:pt x="676351" y="1988273"/>
                  </a:lnTo>
                  <a:lnTo>
                    <a:pt x="679361" y="1973338"/>
                  </a:lnTo>
                  <a:lnTo>
                    <a:pt x="679361" y="259054"/>
                  </a:lnTo>
                  <a:close/>
                </a:path>
                <a:path w="1279525" h="2012315">
                  <a:moveTo>
                    <a:pt x="1279309" y="38379"/>
                  </a:moveTo>
                  <a:lnTo>
                    <a:pt x="1276299" y="23444"/>
                  </a:lnTo>
                  <a:lnTo>
                    <a:pt x="1268069" y="11239"/>
                  </a:lnTo>
                  <a:lnTo>
                    <a:pt x="1255877" y="3009"/>
                  </a:lnTo>
                  <a:lnTo>
                    <a:pt x="1240942" y="0"/>
                  </a:lnTo>
                  <a:lnTo>
                    <a:pt x="1225994" y="3009"/>
                  </a:lnTo>
                  <a:lnTo>
                    <a:pt x="1213802" y="11239"/>
                  </a:lnTo>
                  <a:lnTo>
                    <a:pt x="1205572" y="23444"/>
                  </a:lnTo>
                  <a:lnTo>
                    <a:pt x="1202563" y="38379"/>
                  </a:lnTo>
                  <a:lnTo>
                    <a:pt x="1202563" y="1752663"/>
                  </a:lnTo>
                  <a:lnTo>
                    <a:pt x="1205572" y="1767598"/>
                  </a:lnTo>
                  <a:lnTo>
                    <a:pt x="1213802" y="1779790"/>
                  </a:lnTo>
                  <a:lnTo>
                    <a:pt x="1225994" y="1788020"/>
                  </a:lnTo>
                  <a:lnTo>
                    <a:pt x="1240942" y="1791030"/>
                  </a:lnTo>
                  <a:lnTo>
                    <a:pt x="1255877" y="1788020"/>
                  </a:lnTo>
                  <a:lnTo>
                    <a:pt x="1268069" y="1779790"/>
                  </a:lnTo>
                  <a:lnTo>
                    <a:pt x="1276299" y="1767598"/>
                  </a:lnTo>
                  <a:lnTo>
                    <a:pt x="1279309" y="1752663"/>
                  </a:lnTo>
                  <a:lnTo>
                    <a:pt x="1279309" y="38379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7449256" y="6323721"/>
            <a:ext cx="1800860" cy="3852545"/>
            <a:chOff x="7449256" y="6323721"/>
            <a:chExt cx="1800860" cy="3852545"/>
          </a:xfrm>
        </p:grpSpPr>
        <p:sp>
          <p:nvSpPr>
            <p:cNvPr id="22" name="object 22" descr=""/>
            <p:cNvSpPr/>
            <p:nvPr/>
          </p:nvSpPr>
          <p:spPr>
            <a:xfrm>
              <a:off x="7449256" y="9839792"/>
              <a:ext cx="1800860" cy="335915"/>
            </a:xfrm>
            <a:custGeom>
              <a:avLst/>
              <a:gdLst/>
              <a:ahLst/>
              <a:cxnLst/>
              <a:rect l="l" t="t" r="r" b="b"/>
              <a:pathLst>
                <a:path w="1800859" h="335915">
                  <a:moveTo>
                    <a:pt x="900328" y="0"/>
                  </a:moveTo>
                  <a:lnTo>
                    <a:pt x="826487" y="556"/>
                  </a:lnTo>
                  <a:lnTo>
                    <a:pt x="754289" y="2198"/>
                  </a:lnTo>
                  <a:lnTo>
                    <a:pt x="683968" y="4881"/>
                  </a:lnTo>
                  <a:lnTo>
                    <a:pt x="615753" y="8563"/>
                  </a:lnTo>
                  <a:lnTo>
                    <a:pt x="549878" y="13199"/>
                  </a:lnTo>
                  <a:lnTo>
                    <a:pt x="486574" y="18747"/>
                  </a:lnTo>
                  <a:lnTo>
                    <a:pt x="426072" y="25164"/>
                  </a:lnTo>
                  <a:lnTo>
                    <a:pt x="368604" y="32407"/>
                  </a:lnTo>
                  <a:lnTo>
                    <a:pt x="314402" y="40431"/>
                  </a:lnTo>
                  <a:lnTo>
                    <a:pt x="263698" y="49194"/>
                  </a:lnTo>
                  <a:lnTo>
                    <a:pt x="216723" y="58653"/>
                  </a:lnTo>
                  <a:lnTo>
                    <a:pt x="173710" y="68765"/>
                  </a:lnTo>
                  <a:lnTo>
                    <a:pt x="134889" y="79485"/>
                  </a:lnTo>
                  <a:lnTo>
                    <a:pt x="70751" y="102580"/>
                  </a:lnTo>
                  <a:lnTo>
                    <a:pt x="26165" y="127594"/>
                  </a:lnTo>
                  <a:lnTo>
                    <a:pt x="0" y="167953"/>
                  </a:lnTo>
                  <a:lnTo>
                    <a:pt x="2984" y="181728"/>
                  </a:lnTo>
                  <a:lnTo>
                    <a:pt x="45899" y="221040"/>
                  </a:lnTo>
                  <a:lnTo>
                    <a:pt x="100492" y="245138"/>
                  </a:lnTo>
                  <a:lnTo>
                    <a:pt x="173710" y="267145"/>
                  </a:lnTo>
                  <a:lnTo>
                    <a:pt x="216723" y="277256"/>
                  </a:lnTo>
                  <a:lnTo>
                    <a:pt x="263698" y="286715"/>
                  </a:lnTo>
                  <a:lnTo>
                    <a:pt x="314402" y="295477"/>
                  </a:lnTo>
                  <a:lnTo>
                    <a:pt x="368604" y="303501"/>
                  </a:lnTo>
                  <a:lnTo>
                    <a:pt x="426072" y="310743"/>
                  </a:lnTo>
                  <a:lnTo>
                    <a:pt x="486574" y="317160"/>
                  </a:lnTo>
                  <a:lnTo>
                    <a:pt x="549878" y="322707"/>
                  </a:lnTo>
                  <a:lnTo>
                    <a:pt x="615753" y="327344"/>
                  </a:lnTo>
                  <a:lnTo>
                    <a:pt x="683968" y="331025"/>
                  </a:lnTo>
                  <a:lnTo>
                    <a:pt x="754289" y="333707"/>
                  </a:lnTo>
                  <a:lnTo>
                    <a:pt x="826487" y="335349"/>
                  </a:lnTo>
                  <a:lnTo>
                    <a:pt x="900328" y="335906"/>
                  </a:lnTo>
                  <a:lnTo>
                    <a:pt x="974170" y="335349"/>
                  </a:lnTo>
                  <a:lnTo>
                    <a:pt x="1046367" y="333707"/>
                  </a:lnTo>
                  <a:lnTo>
                    <a:pt x="1116689" y="331025"/>
                  </a:lnTo>
                  <a:lnTo>
                    <a:pt x="1184903" y="327344"/>
                  </a:lnTo>
                  <a:lnTo>
                    <a:pt x="1250778" y="322707"/>
                  </a:lnTo>
                  <a:lnTo>
                    <a:pt x="1314083" y="317160"/>
                  </a:lnTo>
                  <a:lnTo>
                    <a:pt x="1374584" y="310743"/>
                  </a:lnTo>
                  <a:lnTo>
                    <a:pt x="1432052" y="303501"/>
                  </a:lnTo>
                  <a:lnTo>
                    <a:pt x="1486254" y="295477"/>
                  </a:lnTo>
                  <a:lnTo>
                    <a:pt x="1536958" y="286715"/>
                  </a:lnTo>
                  <a:lnTo>
                    <a:pt x="1583933" y="277256"/>
                  </a:lnTo>
                  <a:lnTo>
                    <a:pt x="1626947" y="267145"/>
                  </a:lnTo>
                  <a:lnTo>
                    <a:pt x="1665768" y="256425"/>
                  </a:lnTo>
                  <a:lnTo>
                    <a:pt x="1729905" y="233329"/>
                  </a:lnTo>
                  <a:lnTo>
                    <a:pt x="1774491" y="208315"/>
                  </a:lnTo>
                  <a:lnTo>
                    <a:pt x="1800657" y="167953"/>
                  </a:lnTo>
                  <a:lnTo>
                    <a:pt x="1797672" y="154179"/>
                  </a:lnTo>
                  <a:lnTo>
                    <a:pt x="1754758" y="114869"/>
                  </a:lnTo>
                  <a:lnTo>
                    <a:pt x="1700164" y="90771"/>
                  </a:lnTo>
                  <a:lnTo>
                    <a:pt x="1626947" y="68765"/>
                  </a:lnTo>
                  <a:lnTo>
                    <a:pt x="1583933" y="58653"/>
                  </a:lnTo>
                  <a:lnTo>
                    <a:pt x="1536958" y="49194"/>
                  </a:lnTo>
                  <a:lnTo>
                    <a:pt x="1486254" y="40431"/>
                  </a:lnTo>
                  <a:lnTo>
                    <a:pt x="1432052" y="32407"/>
                  </a:lnTo>
                  <a:lnTo>
                    <a:pt x="1374584" y="25164"/>
                  </a:lnTo>
                  <a:lnTo>
                    <a:pt x="1314083" y="18747"/>
                  </a:lnTo>
                  <a:lnTo>
                    <a:pt x="1250778" y="13199"/>
                  </a:lnTo>
                  <a:lnTo>
                    <a:pt x="1184903" y="8563"/>
                  </a:lnTo>
                  <a:lnTo>
                    <a:pt x="1116689" y="4881"/>
                  </a:lnTo>
                  <a:lnTo>
                    <a:pt x="1046367" y="2198"/>
                  </a:lnTo>
                  <a:lnTo>
                    <a:pt x="974170" y="556"/>
                  </a:lnTo>
                  <a:lnTo>
                    <a:pt x="900328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803997" y="8990184"/>
              <a:ext cx="1069975" cy="983615"/>
            </a:xfrm>
            <a:custGeom>
              <a:avLst/>
              <a:gdLst/>
              <a:ahLst/>
              <a:cxnLst/>
              <a:rect l="l" t="t" r="r" b="b"/>
              <a:pathLst>
                <a:path w="1069975" h="983615">
                  <a:moveTo>
                    <a:pt x="290893" y="26263"/>
                  </a:moveTo>
                  <a:lnTo>
                    <a:pt x="286740" y="14897"/>
                  </a:lnTo>
                  <a:lnTo>
                    <a:pt x="278638" y="5918"/>
                  </a:lnTo>
                  <a:lnTo>
                    <a:pt x="267322" y="558"/>
                  </a:lnTo>
                  <a:lnTo>
                    <a:pt x="254800" y="0"/>
                  </a:lnTo>
                  <a:lnTo>
                    <a:pt x="243433" y="4152"/>
                  </a:lnTo>
                  <a:lnTo>
                    <a:pt x="234454" y="12268"/>
                  </a:lnTo>
                  <a:lnTo>
                    <a:pt x="229082" y="23583"/>
                  </a:lnTo>
                  <a:lnTo>
                    <a:pt x="546" y="944587"/>
                  </a:lnTo>
                  <a:lnTo>
                    <a:pt x="0" y="957110"/>
                  </a:lnTo>
                  <a:lnTo>
                    <a:pt x="4140" y="968463"/>
                  </a:lnTo>
                  <a:lnTo>
                    <a:pt x="12255" y="977455"/>
                  </a:lnTo>
                  <a:lnTo>
                    <a:pt x="23571" y="982814"/>
                  </a:lnTo>
                  <a:lnTo>
                    <a:pt x="36093" y="983373"/>
                  </a:lnTo>
                  <a:lnTo>
                    <a:pt x="47459" y="979220"/>
                  </a:lnTo>
                  <a:lnTo>
                    <a:pt x="56438" y="971118"/>
                  </a:lnTo>
                  <a:lnTo>
                    <a:pt x="61810" y="959789"/>
                  </a:lnTo>
                  <a:lnTo>
                    <a:pt x="290347" y="38798"/>
                  </a:lnTo>
                  <a:lnTo>
                    <a:pt x="290893" y="26263"/>
                  </a:lnTo>
                  <a:close/>
                </a:path>
                <a:path w="1069975" h="983615">
                  <a:moveTo>
                    <a:pt x="1069898" y="957110"/>
                  </a:moveTo>
                  <a:lnTo>
                    <a:pt x="840816" y="23583"/>
                  </a:lnTo>
                  <a:lnTo>
                    <a:pt x="815111" y="0"/>
                  </a:lnTo>
                  <a:lnTo>
                    <a:pt x="802589" y="558"/>
                  </a:lnTo>
                  <a:lnTo>
                    <a:pt x="791260" y="5918"/>
                  </a:lnTo>
                  <a:lnTo>
                    <a:pt x="783158" y="14897"/>
                  </a:lnTo>
                  <a:lnTo>
                    <a:pt x="779005" y="26263"/>
                  </a:lnTo>
                  <a:lnTo>
                    <a:pt x="779564" y="38798"/>
                  </a:lnTo>
                  <a:lnTo>
                    <a:pt x="1008100" y="959789"/>
                  </a:lnTo>
                  <a:lnTo>
                    <a:pt x="1013460" y="971118"/>
                  </a:lnTo>
                  <a:lnTo>
                    <a:pt x="1022438" y="979220"/>
                  </a:lnTo>
                  <a:lnTo>
                    <a:pt x="1033805" y="983373"/>
                  </a:lnTo>
                  <a:lnTo>
                    <a:pt x="1046327" y="982814"/>
                  </a:lnTo>
                  <a:lnTo>
                    <a:pt x="1057656" y="977455"/>
                  </a:lnTo>
                  <a:lnTo>
                    <a:pt x="1065758" y="968463"/>
                  </a:lnTo>
                  <a:lnTo>
                    <a:pt x="1069898" y="95711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4000" y="9786387"/>
              <a:ext cx="102403" cy="18715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1505" y="9786387"/>
              <a:ext cx="102401" cy="187154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8315105" y="9039699"/>
              <a:ext cx="63500" cy="1012190"/>
            </a:xfrm>
            <a:custGeom>
              <a:avLst/>
              <a:gdLst/>
              <a:ahLst/>
              <a:cxnLst/>
              <a:rect l="l" t="t" r="r" b="b"/>
              <a:pathLst>
                <a:path w="63500" h="1012190">
                  <a:moveTo>
                    <a:pt x="31559" y="0"/>
                  </a:moveTo>
                  <a:lnTo>
                    <a:pt x="19273" y="2479"/>
                  </a:lnTo>
                  <a:lnTo>
                    <a:pt x="9241" y="9240"/>
                  </a:lnTo>
                  <a:lnTo>
                    <a:pt x="2479" y="19268"/>
                  </a:lnTo>
                  <a:lnTo>
                    <a:pt x="0" y="31548"/>
                  </a:lnTo>
                  <a:lnTo>
                    <a:pt x="0" y="980483"/>
                  </a:lnTo>
                  <a:lnTo>
                    <a:pt x="2479" y="992769"/>
                  </a:lnTo>
                  <a:lnTo>
                    <a:pt x="9241" y="1002800"/>
                  </a:lnTo>
                  <a:lnTo>
                    <a:pt x="19273" y="1009563"/>
                  </a:lnTo>
                  <a:lnTo>
                    <a:pt x="31559" y="1012042"/>
                  </a:lnTo>
                  <a:lnTo>
                    <a:pt x="43840" y="1009563"/>
                  </a:lnTo>
                  <a:lnTo>
                    <a:pt x="53872" y="1002800"/>
                  </a:lnTo>
                  <a:lnTo>
                    <a:pt x="60637" y="992769"/>
                  </a:lnTo>
                  <a:lnTo>
                    <a:pt x="63118" y="980483"/>
                  </a:lnTo>
                  <a:lnTo>
                    <a:pt x="63118" y="31548"/>
                  </a:lnTo>
                  <a:lnTo>
                    <a:pt x="60637" y="19268"/>
                  </a:lnTo>
                  <a:lnTo>
                    <a:pt x="53872" y="9240"/>
                  </a:lnTo>
                  <a:lnTo>
                    <a:pt x="43840" y="2479"/>
                  </a:lnTo>
                  <a:lnTo>
                    <a:pt x="31559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893723" y="8858573"/>
              <a:ext cx="871219" cy="1193800"/>
            </a:xfrm>
            <a:custGeom>
              <a:avLst/>
              <a:gdLst/>
              <a:ahLst/>
              <a:cxnLst/>
              <a:rect l="l" t="t" r="r" b="b"/>
              <a:pathLst>
                <a:path w="871220" h="1193800">
                  <a:moveTo>
                    <a:pt x="484492" y="1009383"/>
                  </a:moveTo>
                  <a:lnTo>
                    <a:pt x="421373" y="1009383"/>
                  </a:lnTo>
                  <a:lnTo>
                    <a:pt x="421373" y="1161618"/>
                  </a:lnTo>
                  <a:lnTo>
                    <a:pt x="423849" y="1173899"/>
                  </a:lnTo>
                  <a:lnTo>
                    <a:pt x="430618" y="1183932"/>
                  </a:lnTo>
                  <a:lnTo>
                    <a:pt x="440651" y="1190688"/>
                  </a:lnTo>
                  <a:lnTo>
                    <a:pt x="452932" y="1193177"/>
                  </a:lnTo>
                  <a:lnTo>
                    <a:pt x="465226" y="1190688"/>
                  </a:lnTo>
                  <a:lnTo>
                    <a:pt x="475259" y="1183932"/>
                  </a:lnTo>
                  <a:lnTo>
                    <a:pt x="482015" y="1173899"/>
                  </a:lnTo>
                  <a:lnTo>
                    <a:pt x="484492" y="1161618"/>
                  </a:lnTo>
                  <a:lnTo>
                    <a:pt x="484492" y="1009383"/>
                  </a:lnTo>
                  <a:close/>
                </a:path>
                <a:path w="871220" h="1193800">
                  <a:moveTo>
                    <a:pt x="870750" y="74180"/>
                  </a:moveTo>
                  <a:lnTo>
                    <a:pt x="811314" y="36741"/>
                  </a:lnTo>
                  <a:lnTo>
                    <a:pt x="768362" y="26377"/>
                  </a:lnTo>
                  <a:lnTo>
                    <a:pt x="715886" y="17437"/>
                  </a:lnTo>
                  <a:lnTo>
                    <a:pt x="655116" y="10121"/>
                  </a:lnTo>
                  <a:lnTo>
                    <a:pt x="587298" y="4635"/>
                  </a:lnTo>
                  <a:lnTo>
                    <a:pt x="513638" y="1193"/>
                  </a:lnTo>
                  <a:lnTo>
                    <a:pt x="435381" y="0"/>
                  </a:lnTo>
                  <a:lnTo>
                    <a:pt x="357111" y="1193"/>
                  </a:lnTo>
                  <a:lnTo>
                    <a:pt x="283464" y="4635"/>
                  </a:lnTo>
                  <a:lnTo>
                    <a:pt x="215633" y="10121"/>
                  </a:lnTo>
                  <a:lnTo>
                    <a:pt x="154863" y="17437"/>
                  </a:lnTo>
                  <a:lnTo>
                    <a:pt x="102387" y="26377"/>
                  </a:lnTo>
                  <a:lnTo>
                    <a:pt x="59436" y="36741"/>
                  </a:lnTo>
                  <a:lnTo>
                    <a:pt x="7010" y="60845"/>
                  </a:lnTo>
                  <a:lnTo>
                    <a:pt x="0" y="74180"/>
                  </a:lnTo>
                  <a:lnTo>
                    <a:pt x="0" y="134708"/>
                  </a:lnTo>
                  <a:lnTo>
                    <a:pt x="59436" y="172148"/>
                  </a:lnTo>
                  <a:lnTo>
                    <a:pt x="102387" y="182499"/>
                  </a:lnTo>
                  <a:lnTo>
                    <a:pt x="154863" y="191439"/>
                  </a:lnTo>
                  <a:lnTo>
                    <a:pt x="215633" y="198755"/>
                  </a:lnTo>
                  <a:lnTo>
                    <a:pt x="283464" y="204254"/>
                  </a:lnTo>
                  <a:lnTo>
                    <a:pt x="357111" y="207695"/>
                  </a:lnTo>
                  <a:lnTo>
                    <a:pt x="435381" y="208889"/>
                  </a:lnTo>
                  <a:lnTo>
                    <a:pt x="513638" y="207695"/>
                  </a:lnTo>
                  <a:lnTo>
                    <a:pt x="587298" y="204254"/>
                  </a:lnTo>
                  <a:lnTo>
                    <a:pt x="655116" y="198755"/>
                  </a:lnTo>
                  <a:lnTo>
                    <a:pt x="715886" y="191439"/>
                  </a:lnTo>
                  <a:lnTo>
                    <a:pt x="768362" y="182499"/>
                  </a:lnTo>
                  <a:lnTo>
                    <a:pt x="811314" y="172148"/>
                  </a:lnTo>
                  <a:lnTo>
                    <a:pt x="863739" y="148043"/>
                  </a:lnTo>
                  <a:lnTo>
                    <a:pt x="870750" y="134708"/>
                  </a:lnTo>
                  <a:lnTo>
                    <a:pt x="870750" y="7418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893732" y="8858560"/>
              <a:ext cx="871219" cy="148590"/>
            </a:xfrm>
            <a:custGeom>
              <a:avLst/>
              <a:gdLst/>
              <a:ahLst/>
              <a:cxnLst/>
              <a:rect l="l" t="t" r="r" b="b"/>
              <a:pathLst>
                <a:path w="871220" h="148590">
                  <a:moveTo>
                    <a:pt x="435368" y="0"/>
                  </a:moveTo>
                  <a:lnTo>
                    <a:pt x="357112" y="1195"/>
                  </a:lnTo>
                  <a:lnTo>
                    <a:pt x="283456" y="4641"/>
                  </a:lnTo>
                  <a:lnTo>
                    <a:pt x="215631" y="10128"/>
                  </a:lnTo>
                  <a:lnTo>
                    <a:pt x="154868" y="17447"/>
                  </a:lnTo>
                  <a:lnTo>
                    <a:pt x="102394" y="26388"/>
                  </a:lnTo>
                  <a:lnTo>
                    <a:pt x="59441" y="36742"/>
                  </a:lnTo>
                  <a:lnTo>
                    <a:pt x="7014" y="60850"/>
                  </a:lnTo>
                  <a:lnTo>
                    <a:pt x="0" y="74186"/>
                  </a:lnTo>
                  <a:lnTo>
                    <a:pt x="7014" y="87521"/>
                  </a:lnTo>
                  <a:lnTo>
                    <a:pt x="59441" y="111629"/>
                  </a:lnTo>
                  <a:lnTo>
                    <a:pt x="102394" y="121983"/>
                  </a:lnTo>
                  <a:lnTo>
                    <a:pt x="154868" y="130924"/>
                  </a:lnTo>
                  <a:lnTo>
                    <a:pt x="215631" y="138243"/>
                  </a:lnTo>
                  <a:lnTo>
                    <a:pt x="283456" y="143731"/>
                  </a:lnTo>
                  <a:lnTo>
                    <a:pt x="357112" y="147177"/>
                  </a:lnTo>
                  <a:lnTo>
                    <a:pt x="435368" y="148372"/>
                  </a:lnTo>
                  <a:lnTo>
                    <a:pt x="513628" y="147177"/>
                  </a:lnTo>
                  <a:lnTo>
                    <a:pt x="587286" y="143731"/>
                  </a:lnTo>
                  <a:lnTo>
                    <a:pt x="655113" y="138243"/>
                  </a:lnTo>
                  <a:lnTo>
                    <a:pt x="715878" y="130924"/>
                  </a:lnTo>
                  <a:lnTo>
                    <a:pt x="768352" y="121983"/>
                  </a:lnTo>
                  <a:lnTo>
                    <a:pt x="811306" y="111629"/>
                  </a:lnTo>
                  <a:lnTo>
                    <a:pt x="863733" y="87521"/>
                  </a:lnTo>
                  <a:lnTo>
                    <a:pt x="870748" y="74186"/>
                  </a:lnTo>
                  <a:lnTo>
                    <a:pt x="863733" y="60850"/>
                  </a:lnTo>
                  <a:lnTo>
                    <a:pt x="811306" y="36742"/>
                  </a:lnTo>
                  <a:lnTo>
                    <a:pt x="768352" y="26388"/>
                  </a:lnTo>
                  <a:lnTo>
                    <a:pt x="715878" y="17447"/>
                  </a:lnTo>
                  <a:lnTo>
                    <a:pt x="655113" y="10128"/>
                  </a:lnTo>
                  <a:lnTo>
                    <a:pt x="587286" y="4641"/>
                  </a:lnTo>
                  <a:lnTo>
                    <a:pt x="513628" y="1195"/>
                  </a:lnTo>
                  <a:lnTo>
                    <a:pt x="435368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8130050" y="8903632"/>
              <a:ext cx="421005" cy="71120"/>
            </a:xfrm>
            <a:custGeom>
              <a:avLst/>
              <a:gdLst/>
              <a:ahLst/>
              <a:cxnLst/>
              <a:rect l="l" t="t" r="r" b="b"/>
              <a:pathLst>
                <a:path w="421004" h="71120">
                  <a:moveTo>
                    <a:pt x="210506" y="0"/>
                  </a:moveTo>
                  <a:lnTo>
                    <a:pt x="143970" y="1804"/>
                  </a:lnTo>
                  <a:lnTo>
                    <a:pt x="86184" y="6827"/>
                  </a:lnTo>
                  <a:lnTo>
                    <a:pt x="40615" y="14488"/>
                  </a:lnTo>
                  <a:lnTo>
                    <a:pt x="0" y="35391"/>
                  </a:lnTo>
                  <a:lnTo>
                    <a:pt x="10731" y="46579"/>
                  </a:lnTo>
                  <a:lnTo>
                    <a:pt x="40615" y="56294"/>
                  </a:lnTo>
                  <a:lnTo>
                    <a:pt x="86184" y="63955"/>
                  </a:lnTo>
                  <a:lnTo>
                    <a:pt x="143970" y="68979"/>
                  </a:lnTo>
                  <a:lnTo>
                    <a:pt x="210506" y="70783"/>
                  </a:lnTo>
                  <a:lnTo>
                    <a:pt x="277037" y="68979"/>
                  </a:lnTo>
                  <a:lnTo>
                    <a:pt x="334820" y="63955"/>
                  </a:lnTo>
                  <a:lnTo>
                    <a:pt x="380387" y="56294"/>
                  </a:lnTo>
                  <a:lnTo>
                    <a:pt x="410271" y="46579"/>
                  </a:lnTo>
                  <a:lnTo>
                    <a:pt x="421002" y="35391"/>
                  </a:lnTo>
                  <a:lnTo>
                    <a:pt x="410271" y="24203"/>
                  </a:lnTo>
                  <a:lnTo>
                    <a:pt x="380387" y="14488"/>
                  </a:lnTo>
                  <a:lnTo>
                    <a:pt x="334820" y="6827"/>
                  </a:lnTo>
                  <a:lnTo>
                    <a:pt x="277037" y="1804"/>
                  </a:lnTo>
                  <a:lnTo>
                    <a:pt x="210506" y="0"/>
                  </a:lnTo>
                  <a:close/>
                </a:path>
              </a:pathLst>
            </a:custGeom>
            <a:solidFill>
              <a:srgbClr val="8EC0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973714" y="7985435"/>
              <a:ext cx="730885" cy="102870"/>
            </a:xfrm>
            <a:custGeom>
              <a:avLst/>
              <a:gdLst/>
              <a:ahLst/>
              <a:cxnLst/>
              <a:rect l="l" t="t" r="r" b="b"/>
              <a:pathLst>
                <a:path w="730884" h="102870">
                  <a:moveTo>
                    <a:pt x="365245" y="0"/>
                  </a:moveTo>
                  <a:lnTo>
                    <a:pt x="291635" y="1044"/>
                  </a:lnTo>
                  <a:lnTo>
                    <a:pt x="223074" y="4041"/>
                  </a:lnTo>
                  <a:lnTo>
                    <a:pt x="161032" y="8782"/>
                  </a:lnTo>
                  <a:lnTo>
                    <a:pt x="106977" y="15062"/>
                  </a:lnTo>
                  <a:lnTo>
                    <a:pt x="62377" y="22672"/>
                  </a:lnTo>
                  <a:lnTo>
                    <a:pt x="7420" y="41059"/>
                  </a:lnTo>
                  <a:lnTo>
                    <a:pt x="0" y="51422"/>
                  </a:lnTo>
                  <a:lnTo>
                    <a:pt x="7420" y="61785"/>
                  </a:lnTo>
                  <a:lnTo>
                    <a:pt x="62377" y="80172"/>
                  </a:lnTo>
                  <a:lnTo>
                    <a:pt x="106977" y="87782"/>
                  </a:lnTo>
                  <a:lnTo>
                    <a:pt x="161032" y="94062"/>
                  </a:lnTo>
                  <a:lnTo>
                    <a:pt x="223074" y="98803"/>
                  </a:lnTo>
                  <a:lnTo>
                    <a:pt x="291635" y="101800"/>
                  </a:lnTo>
                  <a:lnTo>
                    <a:pt x="365245" y="102845"/>
                  </a:lnTo>
                  <a:lnTo>
                    <a:pt x="438852" y="101800"/>
                  </a:lnTo>
                  <a:lnTo>
                    <a:pt x="507410" y="98803"/>
                  </a:lnTo>
                  <a:lnTo>
                    <a:pt x="569450" y="94062"/>
                  </a:lnTo>
                  <a:lnTo>
                    <a:pt x="623504" y="87782"/>
                  </a:lnTo>
                  <a:lnTo>
                    <a:pt x="668103" y="80172"/>
                  </a:lnTo>
                  <a:lnTo>
                    <a:pt x="723059" y="61785"/>
                  </a:lnTo>
                  <a:lnTo>
                    <a:pt x="730480" y="51422"/>
                  </a:lnTo>
                  <a:lnTo>
                    <a:pt x="723059" y="41059"/>
                  </a:lnTo>
                  <a:lnTo>
                    <a:pt x="668103" y="22672"/>
                  </a:lnTo>
                  <a:lnTo>
                    <a:pt x="623504" y="15062"/>
                  </a:lnTo>
                  <a:lnTo>
                    <a:pt x="569450" y="8782"/>
                  </a:lnTo>
                  <a:lnTo>
                    <a:pt x="507410" y="4041"/>
                  </a:lnTo>
                  <a:lnTo>
                    <a:pt x="438852" y="1044"/>
                  </a:lnTo>
                  <a:lnTo>
                    <a:pt x="365245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3573" y="6653284"/>
              <a:ext cx="176474" cy="23858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23715" y="6623271"/>
              <a:ext cx="104122" cy="244055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8558806" y="6624462"/>
              <a:ext cx="269240" cy="1453515"/>
            </a:xfrm>
            <a:custGeom>
              <a:avLst/>
              <a:gdLst/>
              <a:ahLst/>
              <a:cxnLst/>
              <a:rect l="l" t="t" r="r" b="b"/>
              <a:pathLst>
                <a:path w="269240" h="1453515">
                  <a:moveTo>
                    <a:pt x="0" y="1453453"/>
                  </a:moveTo>
                  <a:lnTo>
                    <a:pt x="26897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69564" y="7224324"/>
              <a:ext cx="127003" cy="241207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8448818" y="7276332"/>
              <a:ext cx="149225" cy="590550"/>
            </a:xfrm>
            <a:custGeom>
              <a:avLst/>
              <a:gdLst/>
              <a:ahLst/>
              <a:cxnLst/>
              <a:rect l="l" t="t" r="r" b="b"/>
              <a:pathLst>
                <a:path w="149225" h="590550">
                  <a:moveTo>
                    <a:pt x="149042" y="590547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918254" y="7114690"/>
              <a:ext cx="314325" cy="285115"/>
            </a:xfrm>
            <a:custGeom>
              <a:avLst/>
              <a:gdLst/>
              <a:ahLst/>
              <a:cxnLst/>
              <a:rect l="l" t="t" r="r" b="b"/>
              <a:pathLst>
                <a:path w="314325" h="285115">
                  <a:moveTo>
                    <a:pt x="173338" y="0"/>
                  </a:moveTo>
                  <a:lnTo>
                    <a:pt x="132932" y="8607"/>
                  </a:lnTo>
                  <a:lnTo>
                    <a:pt x="95944" y="30139"/>
                  </a:lnTo>
                  <a:lnTo>
                    <a:pt x="62339" y="60464"/>
                  </a:lnTo>
                  <a:lnTo>
                    <a:pt x="41144" y="97104"/>
                  </a:lnTo>
                  <a:lnTo>
                    <a:pt x="23362" y="163938"/>
                  </a:lnTo>
                  <a:lnTo>
                    <a:pt x="0" y="284843"/>
                  </a:lnTo>
                  <a:lnTo>
                    <a:pt x="33464" y="283926"/>
                  </a:lnTo>
                  <a:lnTo>
                    <a:pt x="111367" y="278397"/>
                  </a:lnTo>
                  <a:lnTo>
                    <a:pt x="199971" y="264086"/>
                  </a:lnTo>
                  <a:lnTo>
                    <a:pt x="265541" y="236824"/>
                  </a:lnTo>
                  <a:lnTo>
                    <a:pt x="293883" y="204751"/>
                  </a:lnTo>
                  <a:lnTo>
                    <a:pt x="310215" y="166803"/>
                  </a:lnTo>
                  <a:lnTo>
                    <a:pt x="314229" y="126077"/>
                  </a:lnTo>
                  <a:lnTo>
                    <a:pt x="305621" y="85671"/>
                  </a:lnTo>
                  <a:lnTo>
                    <a:pt x="284085" y="48683"/>
                  </a:lnTo>
                  <a:lnTo>
                    <a:pt x="252013" y="20341"/>
                  </a:lnTo>
                  <a:lnTo>
                    <a:pt x="214064" y="4012"/>
                  </a:lnTo>
                  <a:lnTo>
                    <a:pt x="17333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642787" y="7168754"/>
              <a:ext cx="563880" cy="455930"/>
            </a:xfrm>
            <a:custGeom>
              <a:avLst/>
              <a:gdLst/>
              <a:ahLst/>
              <a:cxnLst/>
              <a:rect l="l" t="t" r="r" b="b"/>
              <a:pathLst>
                <a:path w="563879" h="455929">
                  <a:moveTo>
                    <a:pt x="0" y="455368"/>
                  </a:moveTo>
                  <a:lnTo>
                    <a:pt x="563741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523339" y="6701498"/>
              <a:ext cx="190500" cy="541655"/>
            </a:xfrm>
            <a:custGeom>
              <a:avLst/>
              <a:gdLst/>
              <a:ahLst/>
              <a:cxnLst/>
              <a:rect l="l" t="t" r="r" b="b"/>
              <a:pathLst>
                <a:path w="190500" h="541654">
                  <a:moveTo>
                    <a:pt x="0" y="0"/>
                  </a:moveTo>
                  <a:lnTo>
                    <a:pt x="190004" y="54137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50222" y="6515659"/>
              <a:ext cx="199275" cy="203411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8776518" y="6561680"/>
              <a:ext cx="323850" cy="340360"/>
            </a:xfrm>
            <a:custGeom>
              <a:avLst/>
              <a:gdLst/>
              <a:ahLst/>
              <a:cxnLst/>
              <a:rect l="l" t="t" r="r" b="b"/>
              <a:pathLst>
                <a:path w="323850" h="340359">
                  <a:moveTo>
                    <a:pt x="0" y="339811"/>
                  </a:moveTo>
                  <a:lnTo>
                    <a:pt x="323571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86457" y="6402436"/>
              <a:ext cx="184710" cy="216651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53730" y="6552810"/>
              <a:ext cx="129785" cy="230787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7950213" y="6326346"/>
              <a:ext cx="602615" cy="1496695"/>
            </a:xfrm>
            <a:custGeom>
              <a:avLst/>
              <a:gdLst/>
              <a:ahLst/>
              <a:cxnLst/>
              <a:rect l="l" t="t" r="r" b="b"/>
              <a:pathLst>
                <a:path w="602615" h="1496695">
                  <a:moveTo>
                    <a:pt x="268833" y="901598"/>
                  </a:moveTo>
                  <a:lnTo>
                    <a:pt x="265049" y="811072"/>
                  </a:lnTo>
                  <a:lnTo>
                    <a:pt x="245465" y="742518"/>
                  </a:lnTo>
                  <a:lnTo>
                    <a:pt x="216674" y="710857"/>
                  </a:lnTo>
                  <a:lnTo>
                    <a:pt x="180733" y="690486"/>
                  </a:lnTo>
                  <a:lnTo>
                    <a:pt x="140677" y="682053"/>
                  </a:lnTo>
                  <a:lnTo>
                    <a:pt x="99580" y="686206"/>
                  </a:lnTo>
                  <a:lnTo>
                    <a:pt x="60464" y="703592"/>
                  </a:lnTo>
                  <a:lnTo>
                    <a:pt x="28790" y="732383"/>
                  </a:lnTo>
                  <a:lnTo>
                    <a:pt x="8432" y="768324"/>
                  </a:lnTo>
                  <a:lnTo>
                    <a:pt x="0" y="808367"/>
                  </a:lnTo>
                  <a:lnTo>
                    <a:pt x="4152" y="849477"/>
                  </a:lnTo>
                  <a:lnTo>
                    <a:pt x="21539" y="888593"/>
                  </a:lnTo>
                  <a:lnTo>
                    <a:pt x="47980" y="925334"/>
                  </a:lnTo>
                  <a:lnTo>
                    <a:pt x="81838" y="950671"/>
                  </a:lnTo>
                  <a:lnTo>
                    <a:pt x="145643" y="976401"/>
                  </a:lnTo>
                  <a:lnTo>
                    <a:pt x="261950" y="1014285"/>
                  </a:lnTo>
                  <a:lnTo>
                    <a:pt x="265036" y="980528"/>
                  </a:lnTo>
                  <a:lnTo>
                    <a:pt x="268833" y="901598"/>
                  </a:lnTo>
                  <a:close/>
                </a:path>
                <a:path w="602615" h="1496695">
                  <a:moveTo>
                    <a:pt x="392214" y="115747"/>
                  </a:moveTo>
                  <a:lnTo>
                    <a:pt x="378079" y="67348"/>
                  </a:lnTo>
                  <a:lnTo>
                    <a:pt x="347522" y="29425"/>
                  </a:lnTo>
                  <a:lnTo>
                    <a:pt x="304990" y="5740"/>
                  </a:lnTo>
                  <a:lnTo>
                    <a:pt x="254889" y="0"/>
                  </a:lnTo>
                  <a:lnTo>
                    <a:pt x="206476" y="14147"/>
                  </a:lnTo>
                  <a:lnTo>
                    <a:pt x="168567" y="44691"/>
                  </a:lnTo>
                  <a:lnTo>
                    <a:pt x="144868" y="87223"/>
                  </a:lnTo>
                  <a:lnTo>
                    <a:pt x="139128" y="137337"/>
                  </a:lnTo>
                  <a:lnTo>
                    <a:pt x="144703" y="179997"/>
                  </a:lnTo>
                  <a:lnTo>
                    <a:pt x="161378" y="216573"/>
                  </a:lnTo>
                  <a:lnTo>
                    <a:pt x="202514" y="267195"/>
                  </a:lnTo>
                  <a:lnTo>
                    <a:pt x="281432" y="351980"/>
                  </a:lnTo>
                  <a:lnTo>
                    <a:pt x="299580" y="324891"/>
                  </a:lnTo>
                  <a:lnTo>
                    <a:pt x="339051" y="260070"/>
                  </a:lnTo>
                  <a:lnTo>
                    <a:pt x="377418" y="182143"/>
                  </a:lnTo>
                  <a:lnTo>
                    <a:pt x="392214" y="115747"/>
                  </a:lnTo>
                  <a:close/>
                </a:path>
                <a:path w="602615" h="1496695">
                  <a:moveTo>
                    <a:pt x="602437" y="1260005"/>
                  </a:moveTo>
                  <a:lnTo>
                    <a:pt x="593585" y="1219657"/>
                  </a:lnTo>
                  <a:lnTo>
                    <a:pt x="573100" y="1184224"/>
                  </a:lnTo>
                  <a:lnTo>
                    <a:pt x="542544" y="1156423"/>
                  </a:lnTo>
                  <a:lnTo>
                    <a:pt x="503478" y="1138923"/>
                  </a:lnTo>
                  <a:lnTo>
                    <a:pt x="460895" y="1134605"/>
                  </a:lnTo>
                  <a:lnTo>
                    <a:pt x="420547" y="1143469"/>
                  </a:lnTo>
                  <a:lnTo>
                    <a:pt x="385127" y="1163955"/>
                  </a:lnTo>
                  <a:lnTo>
                    <a:pt x="357314" y="1194498"/>
                  </a:lnTo>
                  <a:lnTo>
                    <a:pt x="339826" y="1233563"/>
                  </a:lnTo>
                  <a:lnTo>
                    <a:pt x="330149" y="1277797"/>
                  </a:lnTo>
                  <a:lnTo>
                    <a:pt x="333921" y="1319923"/>
                  </a:lnTo>
                  <a:lnTo>
                    <a:pt x="357403" y="1384579"/>
                  </a:lnTo>
                  <a:lnTo>
                    <a:pt x="406908" y="1496428"/>
                  </a:lnTo>
                  <a:lnTo>
                    <a:pt x="434111" y="1476171"/>
                  </a:lnTo>
                  <a:lnTo>
                    <a:pt x="495363" y="1426260"/>
                  </a:lnTo>
                  <a:lnTo>
                    <a:pt x="560197" y="1362964"/>
                  </a:lnTo>
                  <a:lnTo>
                    <a:pt x="598119" y="1302588"/>
                  </a:lnTo>
                  <a:lnTo>
                    <a:pt x="602437" y="1260005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205108" y="6326339"/>
              <a:ext cx="133985" cy="1762125"/>
            </a:xfrm>
            <a:custGeom>
              <a:avLst/>
              <a:gdLst/>
              <a:ahLst/>
              <a:cxnLst/>
              <a:rect l="l" t="t" r="r" b="b"/>
              <a:pathLst>
                <a:path w="133984" h="1762125">
                  <a:moveTo>
                    <a:pt x="0" y="0"/>
                  </a:moveTo>
                  <a:lnTo>
                    <a:pt x="133849" y="176193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922444" y="6421162"/>
              <a:ext cx="323850" cy="430530"/>
            </a:xfrm>
            <a:custGeom>
              <a:avLst/>
              <a:gdLst/>
              <a:ahLst/>
              <a:cxnLst/>
              <a:rect l="l" t="t" r="r" b="b"/>
              <a:pathLst>
                <a:path w="323850" h="430529">
                  <a:moveTo>
                    <a:pt x="0" y="0"/>
                  </a:moveTo>
                  <a:lnTo>
                    <a:pt x="323267" y="430311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8256771" y="6561677"/>
              <a:ext cx="227965" cy="436880"/>
            </a:xfrm>
            <a:custGeom>
              <a:avLst/>
              <a:gdLst/>
              <a:ahLst/>
              <a:cxnLst/>
              <a:rect l="l" t="t" r="r" b="b"/>
              <a:pathLst>
                <a:path w="227965" h="436879">
                  <a:moveTo>
                    <a:pt x="227731" y="0"/>
                  </a:moveTo>
                  <a:lnTo>
                    <a:pt x="0" y="43643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8013891" y="7031269"/>
              <a:ext cx="278130" cy="427990"/>
            </a:xfrm>
            <a:custGeom>
              <a:avLst/>
              <a:gdLst/>
              <a:ahLst/>
              <a:cxnLst/>
              <a:rect l="l" t="t" r="r" b="b"/>
              <a:pathLst>
                <a:path w="278129" h="427990">
                  <a:moveTo>
                    <a:pt x="0" y="0"/>
                  </a:moveTo>
                  <a:lnTo>
                    <a:pt x="277625" y="42777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8327276" y="7465267"/>
              <a:ext cx="127000" cy="468630"/>
            </a:xfrm>
            <a:custGeom>
              <a:avLst/>
              <a:gdLst/>
              <a:ahLst/>
              <a:cxnLst/>
              <a:rect l="l" t="t" r="r" b="b"/>
              <a:pathLst>
                <a:path w="127000" h="468629">
                  <a:moveTo>
                    <a:pt x="126425" y="0"/>
                  </a:moveTo>
                  <a:lnTo>
                    <a:pt x="0" y="46803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873718" y="6770835"/>
              <a:ext cx="180975" cy="243840"/>
            </a:xfrm>
            <a:custGeom>
              <a:avLst/>
              <a:gdLst/>
              <a:ahLst/>
              <a:cxnLst/>
              <a:rect l="l" t="t" r="r" b="b"/>
              <a:pathLst>
                <a:path w="180975" h="243840">
                  <a:moveTo>
                    <a:pt x="75536" y="0"/>
                  </a:moveTo>
                  <a:lnTo>
                    <a:pt x="43700" y="12909"/>
                  </a:lnTo>
                  <a:lnTo>
                    <a:pt x="19028" y="36815"/>
                  </a:lnTo>
                  <a:lnTo>
                    <a:pt x="4936" y="69493"/>
                  </a:lnTo>
                  <a:lnTo>
                    <a:pt x="0" y="99452"/>
                  </a:lnTo>
                  <a:lnTo>
                    <a:pt x="3809" y="127564"/>
                  </a:lnTo>
                  <a:lnTo>
                    <a:pt x="21273" y="170142"/>
                  </a:lnTo>
                  <a:lnTo>
                    <a:pt x="57301" y="243498"/>
                  </a:lnTo>
                  <a:lnTo>
                    <a:pt x="75082" y="228903"/>
                  </a:lnTo>
                  <a:lnTo>
                    <a:pt x="114969" y="193163"/>
                  </a:lnTo>
                  <a:lnTo>
                    <a:pt x="156772" y="148342"/>
                  </a:lnTo>
                  <a:lnTo>
                    <a:pt x="180302" y="106507"/>
                  </a:lnTo>
                  <a:lnTo>
                    <a:pt x="180614" y="70921"/>
                  </a:lnTo>
                  <a:lnTo>
                    <a:pt x="167704" y="39081"/>
                  </a:lnTo>
                  <a:lnTo>
                    <a:pt x="143798" y="14406"/>
                  </a:lnTo>
                  <a:lnTo>
                    <a:pt x="111121" y="311"/>
                  </a:lnTo>
                  <a:lnTo>
                    <a:pt x="75536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59676" y="7343673"/>
              <a:ext cx="180614" cy="243498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7792920" y="6922181"/>
              <a:ext cx="118745" cy="245110"/>
            </a:xfrm>
            <a:custGeom>
              <a:avLst/>
              <a:gdLst/>
              <a:ahLst/>
              <a:cxnLst/>
              <a:rect l="l" t="t" r="r" b="b"/>
              <a:pathLst>
                <a:path w="118745" h="245109">
                  <a:moveTo>
                    <a:pt x="70668" y="0"/>
                  </a:moveTo>
                  <a:lnTo>
                    <a:pt x="37796" y="13628"/>
                  </a:lnTo>
                  <a:lnTo>
                    <a:pt x="13545" y="37962"/>
                  </a:lnTo>
                  <a:lnTo>
                    <a:pt x="188" y="69615"/>
                  </a:lnTo>
                  <a:lnTo>
                    <a:pt x="0" y="105200"/>
                  </a:lnTo>
                  <a:lnTo>
                    <a:pt x="22570" y="147468"/>
                  </a:lnTo>
                  <a:lnTo>
                    <a:pt x="62926" y="193106"/>
                  </a:lnTo>
                  <a:lnTo>
                    <a:pt x="101492" y="229639"/>
                  </a:lnTo>
                  <a:lnTo>
                    <a:pt x="118697" y="244589"/>
                  </a:lnTo>
                  <a:lnTo>
                    <a:pt x="70668" y="0"/>
                  </a:lnTo>
                  <a:close/>
                </a:path>
              </a:pathLst>
            </a:custGeom>
            <a:solidFill>
              <a:srgbClr val="C7D6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27453" y="7478974"/>
              <a:ext cx="195797" cy="193208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7462395" y="6836577"/>
              <a:ext cx="285750" cy="314960"/>
            </a:xfrm>
            <a:custGeom>
              <a:avLst/>
              <a:gdLst/>
              <a:ahLst/>
              <a:cxnLst/>
              <a:rect l="l" t="t" r="r" b="b"/>
              <a:pathLst>
                <a:path w="285750" h="314959">
                  <a:moveTo>
                    <a:pt x="124124" y="0"/>
                  </a:moveTo>
                  <a:lnTo>
                    <a:pt x="83839" y="9161"/>
                  </a:lnTo>
                  <a:lnTo>
                    <a:pt x="47149" y="31202"/>
                  </a:lnTo>
                  <a:lnTo>
                    <a:pt x="19256" y="63663"/>
                  </a:lnTo>
                  <a:lnTo>
                    <a:pt x="3452" y="101833"/>
                  </a:lnTo>
                  <a:lnTo>
                    <a:pt x="0" y="142611"/>
                  </a:lnTo>
                  <a:lnTo>
                    <a:pt x="9162" y="182895"/>
                  </a:lnTo>
                  <a:lnTo>
                    <a:pt x="31202" y="219583"/>
                  </a:lnTo>
                  <a:lnTo>
                    <a:pt x="61952" y="252813"/>
                  </a:lnTo>
                  <a:lnTo>
                    <a:pt x="98662" y="273815"/>
                  </a:lnTo>
                  <a:lnTo>
                    <a:pt x="165145" y="291522"/>
                  </a:lnTo>
                  <a:lnTo>
                    <a:pt x="285215" y="314868"/>
                  </a:lnTo>
                  <a:lnTo>
                    <a:pt x="284148" y="280974"/>
                  </a:lnTo>
                  <a:lnTo>
                    <a:pt x="278227" y="202174"/>
                  </a:lnTo>
                  <a:lnTo>
                    <a:pt x="263380" y="112794"/>
                  </a:lnTo>
                  <a:lnTo>
                    <a:pt x="235531" y="47159"/>
                  </a:lnTo>
                  <a:lnTo>
                    <a:pt x="203074" y="19261"/>
                  </a:lnTo>
                  <a:lnTo>
                    <a:pt x="164904" y="3453"/>
                  </a:lnTo>
                  <a:lnTo>
                    <a:pt x="12412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7873350" y="6982207"/>
              <a:ext cx="224790" cy="1099185"/>
            </a:xfrm>
            <a:custGeom>
              <a:avLst/>
              <a:gdLst/>
              <a:ahLst/>
              <a:cxnLst/>
              <a:rect l="l" t="t" r="r" b="b"/>
              <a:pathLst>
                <a:path w="224790" h="1099184">
                  <a:moveTo>
                    <a:pt x="0" y="0"/>
                  </a:moveTo>
                  <a:lnTo>
                    <a:pt x="224443" y="109865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509549" y="6867783"/>
              <a:ext cx="449580" cy="534670"/>
            </a:xfrm>
            <a:custGeom>
              <a:avLst/>
              <a:gdLst/>
              <a:ahLst/>
              <a:cxnLst/>
              <a:rect l="l" t="t" r="r" b="b"/>
              <a:pathLst>
                <a:path w="449579" h="534670">
                  <a:moveTo>
                    <a:pt x="0" y="0"/>
                  </a:moveTo>
                  <a:lnTo>
                    <a:pt x="449536" y="53408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901943" y="6797164"/>
              <a:ext cx="83820" cy="325120"/>
            </a:xfrm>
            <a:custGeom>
              <a:avLst/>
              <a:gdLst/>
              <a:ahLst/>
              <a:cxnLst/>
              <a:rect l="l" t="t" r="r" b="b"/>
              <a:pathLst>
                <a:path w="83820" h="325120">
                  <a:moveTo>
                    <a:pt x="83630" y="0"/>
                  </a:moveTo>
                  <a:lnTo>
                    <a:pt x="0" y="32501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8058110" y="7396860"/>
              <a:ext cx="94615" cy="490220"/>
            </a:xfrm>
            <a:custGeom>
              <a:avLst/>
              <a:gdLst/>
              <a:ahLst/>
              <a:cxnLst/>
              <a:rect l="l" t="t" r="r" b="b"/>
              <a:pathLst>
                <a:path w="94615" h="490220">
                  <a:moveTo>
                    <a:pt x="94593" y="0"/>
                  </a:moveTo>
                  <a:lnTo>
                    <a:pt x="0" y="48974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686022" y="7510914"/>
              <a:ext cx="389255" cy="457200"/>
            </a:xfrm>
            <a:custGeom>
              <a:avLst/>
              <a:gdLst/>
              <a:ahLst/>
              <a:cxnLst/>
              <a:rect l="l" t="t" r="r" b="b"/>
              <a:pathLst>
                <a:path w="389254" h="457200">
                  <a:moveTo>
                    <a:pt x="0" y="0"/>
                  </a:moveTo>
                  <a:lnTo>
                    <a:pt x="388637" y="45670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866381" y="8036671"/>
              <a:ext cx="936625" cy="904240"/>
            </a:xfrm>
            <a:custGeom>
              <a:avLst/>
              <a:gdLst/>
              <a:ahLst/>
              <a:cxnLst/>
              <a:rect l="l" t="t" r="r" b="b"/>
              <a:pathLst>
                <a:path w="936625" h="904240">
                  <a:moveTo>
                    <a:pt x="837813" y="0"/>
                  </a:moveTo>
                  <a:lnTo>
                    <a:pt x="775435" y="28938"/>
                  </a:lnTo>
                  <a:lnTo>
                    <a:pt x="730837" y="36548"/>
                  </a:lnTo>
                  <a:lnTo>
                    <a:pt x="676783" y="42828"/>
                  </a:lnTo>
                  <a:lnTo>
                    <a:pt x="614742" y="47569"/>
                  </a:lnTo>
                  <a:lnTo>
                    <a:pt x="546184" y="50566"/>
                  </a:lnTo>
                  <a:lnTo>
                    <a:pt x="472578" y="51610"/>
                  </a:lnTo>
                  <a:lnTo>
                    <a:pt x="398967" y="50566"/>
                  </a:lnTo>
                  <a:lnTo>
                    <a:pt x="330407" y="47569"/>
                  </a:lnTo>
                  <a:lnTo>
                    <a:pt x="268364" y="42828"/>
                  </a:lnTo>
                  <a:lnTo>
                    <a:pt x="214309" y="36548"/>
                  </a:lnTo>
                  <a:lnTo>
                    <a:pt x="169710" y="28938"/>
                  </a:lnTo>
                  <a:lnTo>
                    <a:pt x="114753" y="10551"/>
                  </a:lnTo>
                  <a:lnTo>
                    <a:pt x="107364" y="62"/>
                  </a:lnTo>
                  <a:lnTo>
                    <a:pt x="39947" y="396035"/>
                  </a:lnTo>
                  <a:lnTo>
                    <a:pt x="7242" y="602219"/>
                  </a:lnTo>
                  <a:lnTo>
                    <a:pt x="0" y="685310"/>
                  </a:lnTo>
                  <a:lnTo>
                    <a:pt x="9000" y="712062"/>
                  </a:lnTo>
                  <a:lnTo>
                    <a:pt x="60706" y="759086"/>
                  </a:lnTo>
                  <a:lnTo>
                    <a:pt x="92760" y="781951"/>
                  </a:lnTo>
                  <a:lnTo>
                    <a:pt x="131378" y="806157"/>
                  </a:lnTo>
                  <a:lnTo>
                    <a:pt x="176054" y="830350"/>
                  </a:lnTo>
                  <a:lnTo>
                    <a:pt x="226282" y="853179"/>
                  </a:lnTo>
                  <a:lnTo>
                    <a:pt x="281555" y="873289"/>
                  </a:lnTo>
                  <a:lnTo>
                    <a:pt x="341366" y="889329"/>
                  </a:lnTo>
                  <a:lnTo>
                    <a:pt x="405209" y="899944"/>
                  </a:lnTo>
                  <a:lnTo>
                    <a:pt x="472578" y="903783"/>
                  </a:lnTo>
                  <a:lnTo>
                    <a:pt x="539943" y="899944"/>
                  </a:lnTo>
                  <a:lnTo>
                    <a:pt x="603784" y="889329"/>
                  </a:lnTo>
                  <a:lnTo>
                    <a:pt x="663594" y="873289"/>
                  </a:lnTo>
                  <a:lnTo>
                    <a:pt x="718865" y="853179"/>
                  </a:lnTo>
                  <a:lnTo>
                    <a:pt x="769092" y="830350"/>
                  </a:lnTo>
                  <a:lnTo>
                    <a:pt x="813768" y="806157"/>
                  </a:lnTo>
                  <a:lnTo>
                    <a:pt x="852385" y="781951"/>
                  </a:lnTo>
                  <a:lnTo>
                    <a:pt x="884438" y="759086"/>
                  </a:lnTo>
                  <a:lnTo>
                    <a:pt x="926825" y="722788"/>
                  </a:lnTo>
                  <a:lnTo>
                    <a:pt x="936145" y="712062"/>
                  </a:lnTo>
                  <a:lnTo>
                    <a:pt x="928683" y="589083"/>
                  </a:lnTo>
                  <a:lnTo>
                    <a:pt x="894003" y="345613"/>
                  </a:lnTo>
                  <a:lnTo>
                    <a:pt x="855811" y="107353"/>
                  </a:lnTo>
                  <a:lnTo>
                    <a:pt x="837813" y="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964998" y="8088277"/>
              <a:ext cx="748030" cy="52069"/>
            </a:xfrm>
            <a:custGeom>
              <a:avLst/>
              <a:gdLst/>
              <a:ahLst/>
              <a:cxnLst/>
              <a:rect l="l" t="t" r="r" b="b"/>
              <a:pathLst>
                <a:path w="748029" h="52070">
                  <a:moveTo>
                    <a:pt x="0" y="0"/>
                  </a:moveTo>
                  <a:lnTo>
                    <a:pt x="58009" y="29904"/>
                  </a:lnTo>
                  <a:lnTo>
                    <a:pt x="116300" y="45260"/>
                  </a:lnTo>
                  <a:lnTo>
                    <a:pt x="209929" y="50917"/>
                  </a:lnTo>
                  <a:lnTo>
                    <a:pt x="373957" y="51726"/>
                  </a:lnTo>
                  <a:lnTo>
                    <a:pt x="551021" y="43643"/>
                  </a:lnTo>
                  <a:lnTo>
                    <a:pt x="666388" y="25863"/>
                  </a:lnTo>
                  <a:lnTo>
                    <a:pt x="729028" y="8082"/>
                  </a:lnTo>
                  <a:lnTo>
                    <a:pt x="747914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960559" y="8114140"/>
              <a:ext cx="756920" cy="52705"/>
            </a:xfrm>
            <a:custGeom>
              <a:avLst/>
              <a:gdLst/>
              <a:ahLst/>
              <a:cxnLst/>
              <a:rect l="l" t="t" r="r" b="b"/>
              <a:pathLst>
                <a:path w="756920" h="52704">
                  <a:moveTo>
                    <a:pt x="0" y="701"/>
                  </a:moveTo>
                  <a:lnTo>
                    <a:pt x="60576" y="30605"/>
                  </a:lnTo>
                  <a:lnTo>
                    <a:pt x="120184" y="45961"/>
                  </a:lnTo>
                  <a:lnTo>
                    <a:pt x="214300" y="51619"/>
                  </a:lnTo>
                  <a:lnTo>
                    <a:pt x="378396" y="52427"/>
                  </a:lnTo>
                  <a:lnTo>
                    <a:pt x="556137" y="44235"/>
                  </a:lnTo>
                  <a:lnTo>
                    <a:pt x="672989" y="26213"/>
                  </a:lnTo>
                  <a:lnTo>
                    <a:pt x="737116" y="8191"/>
                  </a:lnTo>
                  <a:lnTo>
                    <a:pt x="756678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 descr=""/>
          <p:cNvGrpSpPr/>
          <p:nvPr/>
        </p:nvGrpSpPr>
        <p:grpSpPr>
          <a:xfrm>
            <a:off x="4540363" y="5329732"/>
            <a:ext cx="1979295" cy="4846320"/>
            <a:chOff x="4540363" y="5329732"/>
            <a:chExt cx="1979295" cy="4846320"/>
          </a:xfrm>
        </p:grpSpPr>
        <p:sp>
          <p:nvSpPr>
            <p:cNvPr id="63" name="object 63" descr=""/>
            <p:cNvSpPr/>
            <p:nvPr/>
          </p:nvSpPr>
          <p:spPr>
            <a:xfrm>
              <a:off x="4540363" y="9637488"/>
              <a:ext cx="1800860" cy="538480"/>
            </a:xfrm>
            <a:custGeom>
              <a:avLst/>
              <a:gdLst/>
              <a:ahLst/>
              <a:cxnLst/>
              <a:rect l="l" t="t" r="r" b="b"/>
              <a:pathLst>
                <a:path w="1800860" h="538479">
                  <a:moveTo>
                    <a:pt x="900328" y="0"/>
                  </a:moveTo>
                  <a:lnTo>
                    <a:pt x="829967" y="809"/>
                  </a:lnTo>
                  <a:lnTo>
                    <a:pt x="761088" y="3198"/>
                  </a:lnTo>
                  <a:lnTo>
                    <a:pt x="693890" y="7107"/>
                  </a:lnTo>
                  <a:lnTo>
                    <a:pt x="628573" y="12475"/>
                  </a:lnTo>
                  <a:lnTo>
                    <a:pt x="565338" y="19243"/>
                  </a:lnTo>
                  <a:lnTo>
                    <a:pt x="504385" y="27351"/>
                  </a:lnTo>
                  <a:lnTo>
                    <a:pt x="445913" y="36739"/>
                  </a:lnTo>
                  <a:lnTo>
                    <a:pt x="390124" y="47348"/>
                  </a:lnTo>
                  <a:lnTo>
                    <a:pt x="337217" y="59117"/>
                  </a:lnTo>
                  <a:lnTo>
                    <a:pt x="287392" y="71987"/>
                  </a:lnTo>
                  <a:lnTo>
                    <a:pt x="240850" y="85898"/>
                  </a:lnTo>
                  <a:lnTo>
                    <a:pt x="197790" y="100791"/>
                  </a:lnTo>
                  <a:lnTo>
                    <a:pt x="158414" y="116604"/>
                  </a:lnTo>
                  <a:lnTo>
                    <a:pt x="122920" y="133279"/>
                  </a:lnTo>
                  <a:lnTo>
                    <a:pt x="64382" y="168974"/>
                  </a:lnTo>
                  <a:lnTo>
                    <a:pt x="23778" y="207398"/>
                  </a:lnTo>
                  <a:lnTo>
                    <a:pt x="2708" y="248071"/>
                  </a:lnTo>
                  <a:lnTo>
                    <a:pt x="0" y="269101"/>
                  </a:lnTo>
                  <a:lnTo>
                    <a:pt x="2708" y="290133"/>
                  </a:lnTo>
                  <a:lnTo>
                    <a:pt x="23778" y="330808"/>
                  </a:lnTo>
                  <a:lnTo>
                    <a:pt x="64382" y="369232"/>
                  </a:lnTo>
                  <a:lnTo>
                    <a:pt x="122920" y="404928"/>
                  </a:lnTo>
                  <a:lnTo>
                    <a:pt x="158414" y="421603"/>
                  </a:lnTo>
                  <a:lnTo>
                    <a:pt x="197790" y="437416"/>
                  </a:lnTo>
                  <a:lnTo>
                    <a:pt x="240850" y="452308"/>
                  </a:lnTo>
                  <a:lnTo>
                    <a:pt x="287392" y="466219"/>
                  </a:lnTo>
                  <a:lnTo>
                    <a:pt x="337217" y="479089"/>
                  </a:lnTo>
                  <a:lnTo>
                    <a:pt x="390124" y="490857"/>
                  </a:lnTo>
                  <a:lnTo>
                    <a:pt x="445913" y="501466"/>
                  </a:lnTo>
                  <a:lnTo>
                    <a:pt x="504385" y="510854"/>
                  </a:lnTo>
                  <a:lnTo>
                    <a:pt x="565338" y="518961"/>
                  </a:lnTo>
                  <a:lnTo>
                    <a:pt x="628573" y="525729"/>
                  </a:lnTo>
                  <a:lnTo>
                    <a:pt x="693890" y="531097"/>
                  </a:lnTo>
                  <a:lnTo>
                    <a:pt x="761088" y="535005"/>
                  </a:lnTo>
                  <a:lnTo>
                    <a:pt x="829967" y="537393"/>
                  </a:lnTo>
                  <a:lnTo>
                    <a:pt x="900328" y="538203"/>
                  </a:lnTo>
                  <a:lnTo>
                    <a:pt x="970689" y="537393"/>
                  </a:lnTo>
                  <a:lnTo>
                    <a:pt x="1039568" y="535005"/>
                  </a:lnTo>
                  <a:lnTo>
                    <a:pt x="1106766" y="531097"/>
                  </a:lnTo>
                  <a:lnTo>
                    <a:pt x="1172083" y="525729"/>
                  </a:lnTo>
                  <a:lnTo>
                    <a:pt x="1235318" y="518961"/>
                  </a:lnTo>
                  <a:lnTo>
                    <a:pt x="1296271" y="510854"/>
                  </a:lnTo>
                  <a:lnTo>
                    <a:pt x="1354743" y="501466"/>
                  </a:lnTo>
                  <a:lnTo>
                    <a:pt x="1410532" y="490857"/>
                  </a:lnTo>
                  <a:lnTo>
                    <a:pt x="1463439" y="479089"/>
                  </a:lnTo>
                  <a:lnTo>
                    <a:pt x="1513264" y="466219"/>
                  </a:lnTo>
                  <a:lnTo>
                    <a:pt x="1559806" y="452308"/>
                  </a:lnTo>
                  <a:lnTo>
                    <a:pt x="1602866" y="437416"/>
                  </a:lnTo>
                  <a:lnTo>
                    <a:pt x="1642243" y="421603"/>
                  </a:lnTo>
                  <a:lnTo>
                    <a:pt x="1677736" y="404928"/>
                  </a:lnTo>
                  <a:lnTo>
                    <a:pt x="1736274" y="369232"/>
                  </a:lnTo>
                  <a:lnTo>
                    <a:pt x="1776879" y="330808"/>
                  </a:lnTo>
                  <a:lnTo>
                    <a:pt x="1797948" y="290133"/>
                  </a:lnTo>
                  <a:lnTo>
                    <a:pt x="1800657" y="269101"/>
                  </a:lnTo>
                  <a:lnTo>
                    <a:pt x="1797948" y="248071"/>
                  </a:lnTo>
                  <a:lnTo>
                    <a:pt x="1776879" y="207398"/>
                  </a:lnTo>
                  <a:lnTo>
                    <a:pt x="1736274" y="168974"/>
                  </a:lnTo>
                  <a:lnTo>
                    <a:pt x="1677736" y="133279"/>
                  </a:lnTo>
                  <a:lnTo>
                    <a:pt x="1642243" y="116604"/>
                  </a:lnTo>
                  <a:lnTo>
                    <a:pt x="1602866" y="100791"/>
                  </a:lnTo>
                  <a:lnTo>
                    <a:pt x="1559806" y="85898"/>
                  </a:lnTo>
                  <a:lnTo>
                    <a:pt x="1513264" y="71987"/>
                  </a:lnTo>
                  <a:lnTo>
                    <a:pt x="1463439" y="59117"/>
                  </a:lnTo>
                  <a:lnTo>
                    <a:pt x="1410532" y="47348"/>
                  </a:lnTo>
                  <a:lnTo>
                    <a:pt x="1354743" y="36739"/>
                  </a:lnTo>
                  <a:lnTo>
                    <a:pt x="1296271" y="27351"/>
                  </a:lnTo>
                  <a:lnTo>
                    <a:pt x="1235318" y="19243"/>
                  </a:lnTo>
                  <a:lnTo>
                    <a:pt x="1172083" y="12475"/>
                  </a:lnTo>
                  <a:lnTo>
                    <a:pt x="1106766" y="7107"/>
                  </a:lnTo>
                  <a:lnTo>
                    <a:pt x="1039568" y="3198"/>
                  </a:lnTo>
                  <a:lnTo>
                    <a:pt x="970689" y="809"/>
                  </a:lnTo>
                  <a:lnTo>
                    <a:pt x="900328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838344" y="9091723"/>
              <a:ext cx="1235710" cy="210185"/>
            </a:xfrm>
            <a:custGeom>
              <a:avLst/>
              <a:gdLst/>
              <a:ahLst/>
              <a:cxnLst/>
              <a:rect l="l" t="t" r="r" b="b"/>
              <a:pathLst>
                <a:path w="1235710" h="210184">
                  <a:moveTo>
                    <a:pt x="1235606" y="0"/>
                  </a:moveTo>
                  <a:lnTo>
                    <a:pt x="0" y="0"/>
                  </a:lnTo>
                  <a:lnTo>
                    <a:pt x="0" y="209669"/>
                  </a:lnTo>
                  <a:lnTo>
                    <a:pt x="1235606" y="209669"/>
                  </a:lnTo>
                  <a:lnTo>
                    <a:pt x="123560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838343" y="7964574"/>
              <a:ext cx="1235710" cy="1299210"/>
            </a:xfrm>
            <a:custGeom>
              <a:avLst/>
              <a:gdLst/>
              <a:ahLst/>
              <a:cxnLst/>
              <a:rect l="l" t="t" r="r" b="b"/>
              <a:pathLst>
                <a:path w="1235710" h="1299209">
                  <a:moveTo>
                    <a:pt x="1235606" y="0"/>
                  </a:moveTo>
                  <a:lnTo>
                    <a:pt x="0" y="0"/>
                  </a:lnTo>
                  <a:lnTo>
                    <a:pt x="0" y="790865"/>
                  </a:lnTo>
                  <a:lnTo>
                    <a:pt x="2326" y="839820"/>
                  </a:lnTo>
                  <a:lnTo>
                    <a:pt x="9165" y="887457"/>
                  </a:lnTo>
                  <a:lnTo>
                    <a:pt x="20302" y="933565"/>
                  </a:lnTo>
                  <a:lnTo>
                    <a:pt x="35525" y="977930"/>
                  </a:lnTo>
                  <a:lnTo>
                    <a:pt x="54621" y="1020339"/>
                  </a:lnTo>
                  <a:lnTo>
                    <a:pt x="77376" y="1060580"/>
                  </a:lnTo>
                  <a:lnTo>
                    <a:pt x="103579" y="1098439"/>
                  </a:lnTo>
                  <a:lnTo>
                    <a:pt x="133014" y="1133703"/>
                  </a:lnTo>
                  <a:lnTo>
                    <a:pt x="165471" y="1166160"/>
                  </a:lnTo>
                  <a:lnTo>
                    <a:pt x="200735" y="1195595"/>
                  </a:lnTo>
                  <a:lnTo>
                    <a:pt x="238594" y="1221798"/>
                  </a:lnTo>
                  <a:lnTo>
                    <a:pt x="278835" y="1244553"/>
                  </a:lnTo>
                  <a:lnTo>
                    <a:pt x="321244" y="1263649"/>
                  </a:lnTo>
                  <a:lnTo>
                    <a:pt x="365609" y="1278872"/>
                  </a:lnTo>
                  <a:lnTo>
                    <a:pt x="411717" y="1290009"/>
                  </a:lnTo>
                  <a:lnTo>
                    <a:pt x="459355" y="1296848"/>
                  </a:lnTo>
                  <a:lnTo>
                    <a:pt x="508309" y="1299175"/>
                  </a:lnTo>
                  <a:lnTo>
                    <a:pt x="721737" y="1299175"/>
                  </a:lnTo>
                  <a:lnTo>
                    <a:pt x="768509" y="1297075"/>
                  </a:lnTo>
                  <a:lnTo>
                    <a:pt x="814106" y="1290896"/>
                  </a:lnTo>
                  <a:lnTo>
                    <a:pt x="858344" y="1280819"/>
                  </a:lnTo>
                  <a:lnTo>
                    <a:pt x="901043" y="1267026"/>
                  </a:lnTo>
                  <a:lnTo>
                    <a:pt x="942021" y="1249698"/>
                  </a:lnTo>
                  <a:lnTo>
                    <a:pt x="981097" y="1229017"/>
                  </a:lnTo>
                  <a:lnTo>
                    <a:pt x="1018089" y="1205163"/>
                  </a:lnTo>
                  <a:lnTo>
                    <a:pt x="1052816" y="1178319"/>
                  </a:lnTo>
                  <a:lnTo>
                    <a:pt x="1085097" y="1148666"/>
                  </a:lnTo>
                  <a:lnTo>
                    <a:pt x="1114751" y="1116385"/>
                  </a:lnTo>
                  <a:lnTo>
                    <a:pt x="1141594" y="1081658"/>
                  </a:lnTo>
                  <a:lnTo>
                    <a:pt x="1165448" y="1044665"/>
                  </a:lnTo>
                  <a:lnTo>
                    <a:pt x="1186129" y="1005589"/>
                  </a:lnTo>
                  <a:lnTo>
                    <a:pt x="1203457" y="964611"/>
                  </a:lnTo>
                  <a:lnTo>
                    <a:pt x="1217250" y="921912"/>
                  </a:lnTo>
                  <a:lnTo>
                    <a:pt x="1227327" y="877674"/>
                  </a:lnTo>
                  <a:lnTo>
                    <a:pt x="1233506" y="832078"/>
                  </a:lnTo>
                  <a:lnTo>
                    <a:pt x="1235606" y="785305"/>
                  </a:lnTo>
                  <a:lnTo>
                    <a:pt x="1235606" y="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4838345" y="8039894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4838345" y="8124256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4838345" y="8208618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4838345" y="8292981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4838345" y="8377341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4838345" y="8461703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4838345" y="8546065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4838345" y="8630426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 h="0">
                  <a:moveTo>
                    <a:pt x="0" y="0"/>
                  </a:moveTo>
                  <a:lnTo>
                    <a:pt x="1235606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841796" y="8714788"/>
              <a:ext cx="1228090" cy="0"/>
            </a:xfrm>
            <a:custGeom>
              <a:avLst/>
              <a:gdLst/>
              <a:ahLst/>
              <a:cxnLst/>
              <a:rect l="l" t="t" r="r" b="b"/>
              <a:pathLst>
                <a:path w="1228089" h="0">
                  <a:moveTo>
                    <a:pt x="0" y="0"/>
                  </a:moveTo>
                  <a:lnTo>
                    <a:pt x="1228004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4838331" y="8278945"/>
              <a:ext cx="1235710" cy="1772920"/>
            </a:xfrm>
            <a:custGeom>
              <a:avLst/>
              <a:gdLst/>
              <a:ahLst/>
              <a:cxnLst/>
              <a:rect l="l" t="t" r="r" b="b"/>
              <a:pathLst>
                <a:path w="1235710" h="1772920">
                  <a:moveTo>
                    <a:pt x="90347" y="45173"/>
                  </a:moveTo>
                  <a:lnTo>
                    <a:pt x="86791" y="27597"/>
                  </a:lnTo>
                  <a:lnTo>
                    <a:pt x="77114" y="13233"/>
                  </a:lnTo>
                  <a:lnTo>
                    <a:pt x="62763" y="3556"/>
                  </a:lnTo>
                  <a:lnTo>
                    <a:pt x="45173" y="0"/>
                  </a:lnTo>
                  <a:lnTo>
                    <a:pt x="27597" y="3556"/>
                  </a:lnTo>
                  <a:lnTo>
                    <a:pt x="13233" y="13233"/>
                  </a:lnTo>
                  <a:lnTo>
                    <a:pt x="3556" y="27597"/>
                  </a:lnTo>
                  <a:lnTo>
                    <a:pt x="0" y="45173"/>
                  </a:lnTo>
                  <a:lnTo>
                    <a:pt x="0" y="1511935"/>
                  </a:lnTo>
                  <a:lnTo>
                    <a:pt x="3556" y="1529511"/>
                  </a:lnTo>
                  <a:lnTo>
                    <a:pt x="13233" y="1543875"/>
                  </a:lnTo>
                  <a:lnTo>
                    <a:pt x="27597" y="1553552"/>
                  </a:lnTo>
                  <a:lnTo>
                    <a:pt x="45173" y="1557108"/>
                  </a:lnTo>
                  <a:lnTo>
                    <a:pt x="62763" y="1553552"/>
                  </a:lnTo>
                  <a:lnTo>
                    <a:pt x="77114" y="1543875"/>
                  </a:lnTo>
                  <a:lnTo>
                    <a:pt x="86791" y="1529511"/>
                  </a:lnTo>
                  <a:lnTo>
                    <a:pt x="90347" y="1511935"/>
                  </a:lnTo>
                  <a:lnTo>
                    <a:pt x="90347" y="45173"/>
                  </a:lnTo>
                  <a:close/>
                </a:path>
                <a:path w="1235710" h="1772920">
                  <a:moveTo>
                    <a:pt x="662978" y="260870"/>
                  </a:moveTo>
                  <a:lnTo>
                    <a:pt x="659434" y="243293"/>
                  </a:lnTo>
                  <a:lnTo>
                    <a:pt x="649744" y="228930"/>
                  </a:lnTo>
                  <a:lnTo>
                    <a:pt x="635393" y="219252"/>
                  </a:lnTo>
                  <a:lnTo>
                    <a:pt x="617816" y="215696"/>
                  </a:lnTo>
                  <a:lnTo>
                    <a:pt x="600227" y="219252"/>
                  </a:lnTo>
                  <a:lnTo>
                    <a:pt x="585863" y="228930"/>
                  </a:lnTo>
                  <a:lnTo>
                    <a:pt x="576186" y="243293"/>
                  </a:lnTo>
                  <a:lnTo>
                    <a:pt x="572643" y="260870"/>
                  </a:lnTo>
                  <a:lnTo>
                    <a:pt x="572643" y="1727631"/>
                  </a:lnTo>
                  <a:lnTo>
                    <a:pt x="576186" y="1745221"/>
                  </a:lnTo>
                  <a:lnTo>
                    <a:pt x="585863" y="1759572"/>
                  </a:lnTo>
                  <a:lnTo>
                    <a:pt x="600227" y="1769249"/>
                  </a:lnTo>
                  <a:lnTo>
                    <a:pt x="617816" y="1772805"/>
                  </a:lnTo>
                  <a:lnTo>
                    <a:pt x="635393" y="1769249"/>
                  </a:lnTo>
                  <a:lnTo>
                    <a:pt x="649744" y="1759572"/>
                  </a:lnTo>
                  <a:lnTo>
                    <a:pt x="659434" y="1745221"/>
                  </a:lnTo>
                  <a:lnTo>
                    <a:pt x="662978" y="1727631"/>
                  </a:lnTo>
                  <a:lnTo>
                    <a:pt x="662978" y="260870"/>
                  </a:lnTo>
                  <a:close/>
                </a:path>
                <a:path w="1235710" h="1772920">
                  <a:moveTo>
                    <a:pt x="1235621" y="45173"/>
                  </a:moveTo>
                  <a:lnTo>
                    <a:pt x="1232065" y="27597"/>
                  </a:lnTo>
                  <a:lnTo>
                    <a:pt x="1222387" y="13233"/>
                  </a:lnTo>
                  <a:lnTo>
                    <a:pt x="1208024" y="3556"/>
                  </a:lnTo>
                  <a:lnTo>
                    <a:pt x="1190447" y="0"/>
                  </a:lnTo>
                  <a:lnTo>
                    <a:pt x="1172857" y="3556"/>
                  </a:lnTo>
                  <a:lnTo>
                    <a:pt x="1158506" y="13233"/>
                  </a:lnTo>
                  <a:lnTo>
                    <a:pt x="1148816" y="27597"/>
                  </a:lnTo>
                  <a:lnTo>
                    <a:pt x="1145273" y="45173"/>
                  </a:lnTo>
                  <a:lnTo>
                    <a:pt x="1145273" y="1511935"/>
                  </a:lnTo>
                  <a:lnTo>
                    <a:pt x="1148816" y="1529511"/>
                  </a:lnTo>
                  <a:lnTo>
                    <a:pt x="1158506" y="1543875"/>
                  </a:lnTo>
                  <a:lnTo>
                    <a:pt x="1172857" y="1553552"/>
                  </a:lnTo>
                  <a:lnTo>
                    <a:pt x="1190447" y="1557108"/>
                  </a:lnTo>
                  <a:lnTo>
                    <a:pt x="1208024" y="1553552"/>
                  </a:lnTo>
                  <a:lnTo>
                    <a:pt x="1222387" y="1543875"/>
                  </a:lnTo>
                  <a:lnTo>
                    <a:pt x="1232065" y="1529511"/>
                  </a:lnTo>
                  <a:lnTo>
                    <a:pt x="1235621" y="1511935"/>
                  </a:lnTo>
                  <a:lnTo>
                    <a:pt x="1235621" y="45173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5778933" y="6023136"/>
              <a:ext cx="81915" cy="1941830"/>
            </a:xfrm>
            <a:custGeom>
              <a:avLst/>
              <a:gdLst/>
              <a:ahLst/>
              <a:cxnLst/>
              <a:rect l="l" t="t" r="r" b="b"/>
              <a:pathLst>
                <a:path w="81914" h="1941829">
                  <a:moveTo>
                    <a:pt x="81463" y="0"/>
                  </a:moveTo>
                  <a:lnTo>
                    <a:pt x="0" y="0"/>
                  </a:lnTo>
                  <a:lnTo>
                    <a:pt x="0" y="1941438"/>
                  </a:lnTo>
                  <a:lnTo>
                    <a:pt x="81463" y="1941438"/>
                  </a:lnTo>
                  <a:lnTo>
                    <a:pt x="81463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5779632" y="6128700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5779632" y="6265293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5779632" y="6401885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5779632" y="6538478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5779632" y="6675071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5779632" y="6811663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5779632" y="6948255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5779632" y="7084848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779632" y="7221440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779632" y="7358033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5779632" y="7494626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5779632" y="7631219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779632" y="7767811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5779632" y="7904404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77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5774882" y="5329732"/>
              <a:ext cx="88900" cy="656590"/>
            </a:xfrm>
            <a:custGeom>
              <a:avLst/>
              <a:gdLst/>
              <a:ahLst/>
              <a:cxnLst/>
              <a:rect l="l" t="t" r="r" b="b"/>
              <a:pathLst>
                <a:path w="88900" h="656589">
                  <a:moveTo>
                    <a:pt x="44652" y="0"/>
                  </a:moveTo>
                  <a:lnTo>
                    <a:pt x="17827" y="102811"/>
                  </a:lnTo>
                  <a:lnTo>
                    <a:pt x="4314" y="173937"/>
                  </a:lnTo>
                  <a:lnTo>
                    <a:pt x="0" y="246547"/>
                  </a:lnTo>
                  <a:lnTo>
                    <a:pt x="769" y="353811"/>
                  </a:lnTo>
                  <a:lnTo>
                    <a:pt x="8717" y="477354"/>
                  </a:lnTo>
                  <a:lnTo>
                    <a:pt x="23680" y="572808"/>
                  </a:lnTo>
                  <a:lnTo>
                    <a:pt x="38159" y="634350"/>
                  </a:lnTo>
                  <a:lnTo>
                    <a:pt x="44652" y="656158"/>
                  </a:lnTo>
                  <a:lnTo>
                    <a:pt x="68567" y="583099"/>
                  </a:lnTo>
                  <a:lnTo>
                    <a:pt x="81110" y="527252"/>
                  </a:lnTo>
                  <a:lnTo>
                    <a:pt x="86395" y="460271"/>
                  </a:lnTo>
                  <a:lnTo>
                    <a:pt x="88536" y="353811"/>
                  </a:lnTo>
                  <a:lnTo>
                    <a:pt x="82765" y="222226"/>
                  </a:lnTo>
                  <a:lnTo>
                    <a:pt x="67560" y="109081"/>
                  </a:lnTo>
                  <a:lnTo>
                    <a:pt x="51871" y="29849"/>
                  </a:lnTo>
                  <a:lnTo>
                    <a:pt x="44652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5819534" y="5329732"/>
              <a:ext cx="0" cy="700405"/>
            </a:xfrm>
            <a:custGeom>
              <a:avLst/>
              <a:gdLst/>
              <a:ahLst/>
              <a:cxnLst/>
              <a:rect l="l" t="t" r="r" b="b"/>
              <a:pathLst>
                <a:path w="0" h="700404">
                  <a:moveTo>
                    <a:pt x="0" y="0"/>
                  </a:moveTo>
                  <a:lnTo>
                    <a:pt x="0" y="69988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5775651" y="6072679"/>
              <a:ext cx="88900" cy="656590"/>
            </a:xfrm>
            <a:custGeom>
              <a:avLst/>
              <a:gdLst/>
              <a:ahLst/>
              <a:cxnLst/>
              <a:rect l="l" t="t" r="r" b="b"/>
              <a:pathLst>
                <a:path w="88900" h="656590">
                  <a:moveTo>
                    <a:pt x="43883" y="0"/>
                  </a:moveTo>
                  <a:lnTo>
                    <a:pt x="19968" y="73058"/>
                  </a:lnTo>
                  <a:lnTo>
                    <a:pt x="7425" y="128905"/>
                  </a:lnTo>
                  <a:lnTo>
                    <a:pt x="2140" y="195886"/>
                  </a:lnTo>
                  <a:lnTo>
                    <a:pt x="0" y="302346"/>
                  </a:lnTo>
                  <a:lnTo>
                    <a:pt x="5765" y="433931"/>
                  </a:lnTo>
                  <a:lnTo>
                    <a:pt x="20971" y="547076"/>
                  </a:lnTo>
                  <a:lnTo>
                    <a:pt x="36662" y="626308"/>
                  </a:lnTo>
                  <a:lnTo>
                    <a:pt x="43883" y="656158"/>
                  </a:lnTo>
                  <a:lnTo>
                    <a:pt x="70702" y="553346"/>
                  </a:lnTo>
                  <a:lnTo>
                    <a:pt x="84213" y="482220"/>
                  </a:lnTo>
                  <a:lnTo>
                    <a:pt x="88530" y="409610"/>
                  </a:lnTo>
                  <a:lnTo>
                    <a:pt x="87766" y="302346"/>
                  </a:lnTo>
                  <a:lnTo>
                    <a:pt x="79819" y="178803"/>
                  </a:lnTo>
                  <a:lnTo>
                    <a:pt x="64855" y="83349"/>
                  </a:lnTo>
                  <a:lnTo>
                    <a:pt x="50376" y="21807"/>
                  </a:lnTo>
                  <a:lnTo>
                    <a:pt x="43883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5819534" y="6028952"/>
              <a:ext cx="0" cy="700405"/>
            </a:xfrm>
            <a:custGeom>
              <a:avLst/>
              <a:gdLst/>
              <a:ahLst/>
              <a:cxnLst/>
              <a:rect l="l" t="t" r="r" b="b"/>
              <a:pathLst>
                <a:path w="0" h="700404">
                  <a:moveTo>
                    <a:pt x="0" y="699884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862929" y="5984637"/>
              <a:ext cx="656590" cy="88900"/>
            </a:xfrm>
            <a:custGeom>
              <a:avLst/>
              <a:gdLst/>
              <a:ahLst/>
              <a:cxnLst/>
              <a:rect l="l" t="t" r="r" b="b"/>
              <a:pathLst>
                <a:path w="656590" h="88900">
                  <a:moveTo>
                    <a:pt x="409610" y="0"/>
                  </a:moveTo>
                  <a:lnTo>
                    <a:pt x="302346" y="763"/>
                  </a:lnTo>
                  <a:lnTo>
                    <a:pt x="178803" y="8711"/>
                  </a:lnTo>
                  <a:lnTo>
                    <a:pt x="83349" y="23674"/>
                  </a:lnTo>
                  <a:lnTo>
                    <a:pt x="21807" y="38153"/>
                  </a:lnTo>
                  <a:lnTo>
                    <a:pt x="0" y="44646"/>
                  </a:lnTo>
                  <a:lnTo>
                    <a:pt x="73058" y="68562"/>
                  </a:lnTo>
                  <a:lnTo>
                    <a:pt x="128905" y="81105"/>
                  </a:lnTo>
                  <a:lnTo>
                    <a:pt x="195886" y="86389"/>
                  </a:lnTo>
                  <a:lnTo>
                    <a:pt x="302346" y="88530"/>
                  </a:lnTo>
                  <a:lnTo>
                    <a:pt x="433931" y="82764"/>
                  </a:lnTo>
                  <a:lnTo>
                    <a:pt x="547076" y="67558"/>
                  </a:lnTo>
                  <a:lnTo>
                    <a:pt x="626308" y="51867"/>
                  </a:lnTo>
                  <a:lnTo>
                    <a:pt x="656158" y="44646"/>
                  </a:lnTo>
                  <a:lnTo>
                    <a:pt x="553346" y="17827"/>
                  </a:lnTo>
                  <a:lnTo>
                    <a:pt x="482220" y="4316"/>
                  </a:lnTo>
                  <a:lnTo>
                    <a:pt x="409610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5819202" y="6029284"/>
              <a:ext cx="700405" cy="0"/>
            </a:xfrm>
            <a:custGeom>
              <a:avLst/>
              <a:gdLst/>
              <a:ahLst/>
              <a:cxnLst/>
              <a:rect l="l" t="t" r="r" b="b"/>
              <a:pathLst>
                <a:path w="700404" h="0">
                  <a:moveTo>
                    <a:pt x="699884" y="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5119983" y="5985401"/>
              <a:ext cx="656590" cy="88900"/>
            </a:xfrm>
            <a:custGeom>
              <a:avLst/>
              <a:gdLst/>
              <a:ahLst/>
              <a:cxnLst/>
              <a:rect l="l" t="t" r="r" b="b"/>
              <a:pathLst>
                <a:path w="656589" h="88900">
                  <a:moveTo>
                    <a:pt x="353811" y="0"/>
                  </a:moveTo>
                  <a:lnTo>
                    <a:pt x="222226" y="5770"/>
                  </a:lnTo>
                  <a:lnTo>
                    <a:pt x="109081" y="20975"/>
                  </a:lnTo>
                  <a:lnTo>
                    <a:pt x="29849" y="36664"/>
                  </a:lnTo>
                  <a:lnTo>
                    <a:pt x="0" y="43883"/>
                  </a:lnTo>
                  <a:lnTo>
                    <a:pt x="102811" y="70708"/>
                  </a:lnTo>
                  <a:lnTo>
                    <a:pt x="173937" y="84221"/>
                  </a:lnTo>
                  <a:lnTo>
                    <a:pt x="246547" y="88536"/>
                  </a:lnTo>
                  <a:lnTo>
                    <a:pt x="353811" y="87766"/>
                  </a:lnTo>
                  <a:lnTo>
                    <a:pt x="477354" y="79819"/>
                  </a:lnTo>
                  <a:lnTo>
                    <a:pt x="572808" y="64855"/>
                  </a:lnTo>
                  <a:lnTo>
                    <a:pt x="634350" y="50376"/>
                  </a:lnTo>
                  <a:lnTo>
                    <a:pt x="656158" y="43883"/>
                  </a:lnTo>
                  <a:lnTo>
                    <a:pt x="583099" y="19968"/>
                  </a:lnTo>
                  <a:lnTo>
                    <a:pt x="527252" y="7425"/>
                  </a:lnTo>
                  <a:lnTo>
                    <a:pt x="460271" y="2140"/>
                  </a:lnTo>
                  <a:lnTo>
                    <a:pt x="353811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5119983" y="6029284"/>
              <a:ext cx="700405" cy="0"/>
            </a:xfrm>
            <a:custGeom>
              <a:avLst/>
              <a:gdLst/>
              <a:ahLst/>
              <a:cxnLst/>
              <a:rect l="l" t="t" r="r" b="b"/>
              <a:pathLst>
                <a:path w="700404" h="0">
                  <a:moveTo>
                    <a:pt x="0" y="0"/>
                  </a:moveTo>
                  <a:lnTo>
                    <a:pt x="699884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5850218" y="5534627"/>
              <a:ext cx="464184" cy="464184"/>
            </a:xfrm>
            <a:custGeom>
              <a:avLst/>
              <a:gdLst/>
              <a:ahLst/>
              <a:cxnLst/>
              <a:rect l="l" t="t" r="r" b="b"/>
              <a:pathLst>
                <a:path w="464185" h="464185">
                  <a:moveTo>
                    <a:pt x="463975" y="0"/>
                  </a:moveTo>
                  <a:lnTo>
                    <a:pt x="372311" y="53729"/>
                  </a:lnTo>
                  <a:lnTo>
                    <a:pt x="312462" y="94468"/>
                  </a:lnTo>
                  <a:lnTo>
                    <a:pt x="258066" y="142761"/>
                  </a:lnTo>
                  <a:lnTo>
                    <a:pt x="182758" y="219155"/>
                  </a:lnTo>
                  <a:lnTo>
                    <a:pt x="101021" y="312131"/>
                  </a:lnTo>
                  <a:lnTo>
                    <a:pt x="44107" y="390208"/>
                  </a:lnTo>
                  <a:lnTo>
                    <a:pt x="10829" y="443963"/>
                  </a:lnTo>
                  <a:lnTo>
                    <a:pt x="0" y="463975"/>
                  </a:lnTo>
                  <a:lnTo>
                    <a:pt x="68572" y="429225"/>
                  </a:lnTo>
                  <a:lnTo>
                    <a:pt x="116932" y="398604"/>
                  </a:lnTo>
                  <a:lnTo>
                    <a:pt x="168030" y="354975"/>
                  </a:lnTo>
                  <a:lnTo>
                    <a:pt x="244819" y="281206"/>
                  </a:lnTo>
                  <a:lnTo>
                    <a:pt x="333790" y="184086"/>
                  </a:lnTo>
                  <a:lnTo>
                    <a:pt x="403044" y="93330"/>
                  </a:lnTo>
                  <a:lnTo>
                    <a:pt x="447974" y="26211"/>
                  </a:lnTo>
                  <a:lnTo>
                    <a:pt x="463975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5819295" y="5534627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494895" y="0"/>
                  </a:moveTo>
                  <a:lnTo>
                    <a:pt x="0" y="49489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5324876" y="6059967"/>
              <a:ext cx="464184" cy="464184"/>
            </a:xfrm>
            <a:custGeom>
              <a:avLst/>
              <a:gdLst/>
              <a:ahLst/>
              <a:cxnLst/>
              <a:rect l="l" t="t" r="r" b="b"/>
              <a:pathLst>
                <a:path w="464185" h="464184">
                  <a:moveTo>
                    <a:pt x="463975" y="0"/>
                  </a:moveTo>
                  <a:lnTo>
                    <a:pt x="395402" y="34749"/>
                  </a:lnTo>
                  <a:lnTo>
                    <a:pt x="347043" y="65371"/>
                  </a:lnTo>
                  <a:lnTo>
                    <a:pt x="295944" y="108999"/>
                  </a:lnTo>
                  <a:lnTo>
                    <a:pt x="219155" y="182769"/>
                  </a:lnTo>
                  <a:lnTo>
                    <a:pt x="130185" y="279888"/>
                  </a:lnTo>
                  <a:lnTo>
                    <a:pt x="60931" y="370644"/>
                  </a:lnTo>
                  <a:lnTo>
                    <a:pt x="16000" y="437763"/>
                  </a:lnTo>
                  <a:lnTo>
                    <a:pt x="0" y="463975"/>
                  </a:lnTo>
                  <a:lnTo>
                    <a:pt x="91664" y="410245"/>
                  </a:lnTo>
                  <a:lnTo>
                    <a:pt x="151511" y="369507"/>
                  </a:lnTo>
                  <a:lnTo>
                    <a:pt x="205904" y="321213"/>
                  </a:lnTo>
                  <a:lnTo>
                    <a:pt x="281206" y="244819"/>
                  </a:lnTo>
                  <a:lnTo>
                    <a:pt x="362949" y="151843"/>
                  </a:lnTo>
                  <a:lnTo>
                    <a:pt x="419866" y="73767"/>
                  </a:lnTo>
                  <a:lnTo>
                    <a:pt x="453146" y="20012"/>
                  </a:lnTo>
                  <a:lnTo>
                    <a:pt x="463975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5324876" y="6029046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494895"/>
                  </a:moveTo>
                  <a:lnTo>
                    <a:pt x="494895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5850216" y="6059967"/>
              <a:ext cx="464184" cy="464184"/>
            </a:xfrm>
            <a:custGeom>
              <a:avLst/>
              <a:gdLst/>
              <a:ahLst/>
              <a:cxnLst/>
              <a:rect l="l" t="t" r="r" b="b"/>
              <a:pathLst>
                <a:path w="464185" h="464184">
                  <a:moveTo>
                    <a:pt x="0" y="0"/>
                  </a:moveTo>
                  <a:lnTo>
                    <a:pt x="34749" y="68572"/>
                  </a:lnTo>
                  <a:lnTo>
                    <a:pt x="65371" y="116932"/>
                  </a:lnTo>
                  <a:lnTo>
                    <a:pt x="108999" y="168030"/>
                  </a:lnTo>
                  <a:lnTo>
                    <a:pt x="182769" y="244819"/>
                  </a:lnTo>
                  <a:lnTo>
                    <a:pt x="279888" y="333790"/>
                  </a:lnTo>
                  <a:lnTo>
                    <a:pt x="370644" y="403044"/>
                  </a:lnTo>
                  <a:lnTo>
                    <a:pt x="437763" y="447974"/>
                  </a:lnTo>
                  <a:lnTo>
                    <a:pt x="463975" y="463975"/>
                  </a:lnTo>
                  <a:lnTo>
                    <a:pt x="410245" y="372311"/>
                  </a:lnTo>
                  <a:lnTo>
                    <a:pt x="369507" y="312464"/>
                  </a:lnTo>
                  <a:lnTo>
                    <a:pt x="321213" y="258071"/>
                  </a:lnTo>
                  <a:lnTo>
                    <a:pt x="244819" y="182769"/>
                  </a:lnTo>
                  <a:lnTo>
                    <a:pt x="151843" y="101026"/>
                  </a:lnTo>
                  <a:lnTo>
                    <a:pt x="73767" y="44108"/>
                  </a:lnTo>
                  <a:lnTo>
                    <a:pt x="20012" y="10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5819295" y="6029046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494895" y="494895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5324876" y="5534627"/>
              <a:ext cx="464184" cy="464184"/>
            </a:xfrm>
            <a:custGeom>
              <a:avLst/>
              <a:gdLst/>
              <a:ahLst/>
              <a:cxnLst/>
              <a:rect l="l" t="t" r="r" b="b"/>
              <a:pathLst>
                <a:path w="464185" h="464185">
                  <a:moveTo>
                    <a:pt x="0" y="0"/>
                  </a:moveTo>
                  <a:lnTo>
                    <a:pt x="53729" y="91664"/>
                  </a:lnTo>
                  <a:lnTo>
                    <a:pt x="94468" y="151511"/>
                  </a:lnTo>
                  <a:lnTo>
                    <a:pt x="142761" y="205904"/>
                  </a:lnTo>
                  <a:lnTo>
                    <a:pt x="219155" y="281206"/>
                  </a:lnTo>
                  <a:lnTo>
                    <a:pt x="312131" y="362949"/>
                  </a:lnTo>
                  <a:lnTo>
                    <a:pt x="390208" y="419866"/>
                  </a:lnTo>
                  <a:lnTo>
                    <a:pt x="443963" y="453146"/>
                  </a:lnTo>
                  <a:lnTo>
                    <a:pt x="463975" y="463975"/>
                  </a:lnTo>
                  <a:lnTo>
                    <a:pt x="429225" y="395402"/>
                  </a:lnTo>
                  <a:lnTo>
                    <a:pt x="398604" y="347043"/>
                  </a:lnTo>
                  <a:lnTo>
                    <a:pt x="354975" y="295944"/>
                  </a:lnTo>
                  <a:lnTo>
                    <a:pt x="281206" y="219155"/>
                  </a:lnTo>
                  <a:lnTo>
                    <a:pt x="184086" y="130185"/>
                  </a:lnTo>
                  <a:lnTo>
                    <a:pt x="93330" y="60931"/>
                  </a:lnTo>
                  <a:lnTo>
                    <a:pt x="26211" y="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5324876" y="5534627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0"/>
                  </a:moveTo>
                  <a:lnTo>
                    <a:pt x="494895" y="49489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5835697" y="5380073"/>
              <a:ext cx="244475" cy="608965"/>
            </a:xfrm>
            <a:custGeom>
              <a:avLst/>
              <a:gdLst/>
              <a:ahLst/>
              <a:cxnLst/>
              <a:rect l="l" t="t" r="r" b="b"/>
              <a:pathLst>
                <a:path w="244475" h="608964">
                  <a:moveTo>
                    <a:pt x="244411" y="0"/>
                  </a:moveTo>
                  <a:lnTo>
                    <a:pt x="181226" y="85419"/>
                  </a:lnTo>
                  <a:lnTo>
                    <a:pt x="142194" y="146392"/>
                  </a:lnTo>
                  <a:lnTo>
                    <a:pt x="111141" y="212169"/>
                  </a:lnTo>
                  <a:lnTo>
                    <a:pt x="71893" y="312000"/>
                  </a:lnTo>
                  <a:lnTo>
                    <a:pt x="33249" y="429615"/>
                  </a:lnTo>
                  <a:lnTo>
                    <a:pt x="11582" y="523777"/>
                  </a:lnTo>
                  <a:lnTo>
                    <a:pt x="2096" y="586286"/>
                  </a:lnTo>
                  <a:lnTo>
                    <a:pt x="0" y="608944"/>
                  </a:lnTo>
                  <a:lnTo>
                    <a:pt x="49408" y="550045"/>
                  </a:lnTo>
                  <a:lnTo>
                    <a:pt x="81852" y="502886"/>
                  </a:lnTo>
                  <a:lnTo>
                    <a:pt x="111705" y="442692"/>
                  </a:lnTo>
                  <a:lnTo>
                    <a:pt x="153346" y="344691"/>
                  </a:lnTo>
                  <a:lnTo>
                    <a:pt x="197008" y="220428"/>
                  </a:lnTo>
                  <a:lnTo>
                    <a:pt x="225041" y="109763"/>
                  </a:lnTo>
                  <a:lnTo>
                    <a:pt x="239993" y="30389"/>
                  </a:lnTo>
                  <a:lnTo>
                    <a:pt x="24441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5819415" y="5380073"/>
              <a:ext cx="260985" cy="649605"/>
            </a:xfrm>
            <a:custGeom>
              <a:avLst/>
              <a:gdLst/>
              <a:ahLst/>
              <a:cxnLst/>
              <a:rect l="l" t="t" r="r" b="b"/>
              <a:pathLst>
                <a:path w="260985" h="649604">
                  <a:moveTo>
                    <a:pt x="260693" y="0"/>
                  </a:moveTo>
                  <a:lnTo>
                    <a:pt x="0" y="64951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5558960" y="6069550"/>
              <a:ext cx="244475" cy="608965"/>
            </a:xfrm>
            <a:custGeom>
              <a:avLst/>
              <a:gdLst/>
              <a:ahLst/>
              <a:cxnLst/>
              <a:rect l="l" t="t" r="r" b="b"/>
              <a:pathLst>
                <a:path w="244475" h="608965">
                  <a:moveTo>
                    <a:pt x="244411" y="0"/>
                  </a:moveTo>
                  <a:lnTo>
                    <a:pt x="195002" y="58898"/>
                  </a:lnTo>
                  <a:lnTo>
                    <a:pt x="162559" y="106058"/>
                  </a:lnTo>
                  <a:lnTo>
                    <a:pt x="132705" y="166251"/>
                  </a:lnTo>
                  <a:lnTo>
                    <a:pt x="91065" y="264253"/>
                  </a:lnTo>
                  <a:lnTo>
                    <a:pt x="47403" y="388516"/>
                  </a:lnTo>
                  <a:lnTo>
                    <a:pt x="19369" y="499181"/>
                  </a:lnTo>
                  <a:lnTo>
                    <a:pt x="4417" y="578555"/>
                  </a:lnTo>
                  <a:lnTo>
                    <a:pt x="0" y="608944"/>
                  </a:lnTo>
                  <a:lnTo>
                    <a:pt x="63190" y="523525"/>
                  </a:lnTo>
                  <a:lnTo>
                    <a:pt x="102224" y="462552"/>
                  </a:lnTo>
                  <a:lnTo>
                    <a:pt x="133276" y="396775"/>
                  </a:lnTo>
                  <a:lnTo>
                    <a:pt x="172518" y="296943"/>
                  </a:lnTo>
                  <a:lnTo>
                    <a:pt x="211161" y="179328"/>
                  </a:lnTo>
                  <a:lnTo>
                    <a:pt x="232829" y="85167"/>
                  </a:lnTo>
                  <a:lnTo>
                    <a:pt x="242314" y="22658"/>
                  </a:lnTo>
                  <a:lnTo>
                    <a:pt x="24441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5558960" y="6028975"/>
              <a:ext cx="260985" cy="649605"/>
            </a:xfrm>
            <a:custGeom>
              <a:avLst/>
              <a:gdLst/>
              <a:ahLst/>
              <a:cxnLst/>
              <a:rect l="l" t="t" r="r" b="b"/>
              <a:pathLst>
                <a:path w="260985" h="649604">
                  <a:moveTo>
                    <a:pt x="0" y="649519"/>
                  </a:moveTo>
                  <a:lnTo>
                    <a:pt x="260704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5859801" y="6045448"/>
              <a:ext cx="608965" cy="244475"/>
            </a:xfrm>
            <a:custGeom>
              <a:avLst/>
              <a:gdLst/>
              <a:ahLst/>
              <a:cxnLst/>
              <a:rect l="l" t="t" r="r" b="b"/>
              <a:pathLst>
                <a:path w="608964" h="244475">
                  <a:moveTo>
                    <a:pt x="0" y="0"/>
                  </a:moveTo>
                  <a:lnTo>
                    <a:pt x="58898" y="49408"/>
                  </a:lnTo>
                  <a:lnTo>
                    <a:pt x="106058" y="81852"/>
                  </a:lnTo>
                  <a:lnTo>
                    <a:pt x="166251" y="111705"/>
                  </a:lnTo>
                  <a:lnTo>
                    <a:pt x="264253" y="153346"/>
                  </a:lnTo>
                  <a:lnTo>
                    <a:pt x="388516" y="197008"/>
                  </a:lnTo>
                  <a:lnTo>
                    <a:pt x="499181" y="225041"/>
                  </a:lnTo>
                  <a:lnTo>
                    <a:pt x="578555" y="239993"/>
                  </a:lnTo>
                  <a:lnTo>
                    <a:pt x="608944" y="244411"/>
                  </a:lnTo>
                  <a:lnTo>
                    <a:pt x="523525" y="181220"/>
                  </a:lnTo>
                  <a:lnTo>
                    <a:pt x="462552" y="142186"/>
                  </a:lnTo>
                  <a:lnTo>
                    <a:pt x="396775" y="111135"/>
                  </a:lnTo>
                  <a:lnTo>
                    <a:pt x="296943" y="71893"/>
                  </a:lnTo>
                  <a:lnTo>
                    <a:pt x="179328" y="33249"/>
                  </a:lnTo>
                  <a:lnTo>
                    <a:pt x="85167" y="11582"/>
                  </a:lnTo>
                  <a:lnTo>
                    <a:pt x="22658" y="20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5819226" y="6029155"/>
              <a:ext cx="649605" cy="260985"/>
            </a:xfrm>
            <a:custGeom>
              <a:avLst/>
              <a:gdLst/>
              <a:ahLst/>
              <a:cxnLst/>
              <a:rect l="l" t="t" r="r" b="b"/>
              <a:pathLst>
                <a:path w="649604" h="260985">
                  <a:moveTo>
                    <a:pt x="649519" y="260704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5170325" y="5768710"/>
              <a:ext cx="608965" cy="244475"/>
            </a:xfrm>
            <a:custGeom>
              <a:avLst/>
              <a:gdLst/>
              <a:ahLst/>
              <a:cxnLst/>
              <a:rect l="l" t="t" r="r" b="b"/>
              <a:pathLst>
                <a:path w="608964" h="244475">
                  <a:moveTo>
                    <a:pt x="0" y="0"/>
                  </a:moveTo>
                  <a:lnTo>
                    <a:pt x="85419" y="63184"/>
                  </a:lnTo>
                  <a:lnTo>
                    <a:pt x="146392" y="102216"/>
                  </a:lnTo>
                  <a:lnTo>
                    <a:pt x="212169" y="133270"/>
                  </a:lnTo>
                  <a:lnTo>
                    <a:pt x="312000" y="172518"/>
                  </a:lnTo>
                  <a:lnTo>
                    <a:pt x="429615" y="211161"/>
                  </a:lnTo>
                  <a:lnTo>
                    <a:pt x="523777" y="232829"/>
                  </a:lnTo>
                  <a:lnTo>
                    <a:pt x="586286" y="242314"/>
                  </a:lnTo>
                  <a:lnTo>
                    <a:pt x="608944" y="244411"/>
                  </a:lnTo>
                  <a:lnTo>
                    <a:pt x="550045" y="195002"/>
                  </a:lnTo>
                  <a:lnTo>
                    <a:pt x="502886" y="162559"/>
                  </a:lnTo>
                  <a:lnTo>
                    <a:pt x="442692" y="132705"/>
                  </a:lnTo>
                  <a:lnTo>
                    <a:pt x="344691" y="91065"/>
                  </a:lnTo>
                  <a:lnTo>
                    <a:pt x="220428" y="47403"/>
                  </a:lnTo>
                  <a:lnTo>
                    <a:pt x="109763" y="19369"/>
                  </a:lnTo>
                  <a:lnTo>
                    <a:pt x="30389" y="4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5170325" y="5768710"/>
              <a:ext cx="649605" cy="260985"/>
            </a:xfrm>
            <a:custGeom>
              <a:avLst/>
              <a:gdLst/>
              <a:ahLst/>
              <a:cxnLst/>
              <a:rect l="l" t="t" r="r" b="b"/>
              <a:pathLst>
                <a:path w="649604" h="260985">
                  <a:moveTo>
                    <a:pt x="0" y="0"/>
                  </a:moveTo>
                  <a:lnTo>
                    <a:pt x="649519" y="260693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5859434" y="5754478"/>
              <a:ext cx="603885" cy="257810"/>
            </a:xfrm>
            <a:custGeom>
              <a:avLst/>
              <a:gdLst/>
              <a:ahLst/>
              <a:cxnLst/>
              <a:rect l="l" t="t" r="r" b="b"/>
              <a:pathLst>
                <a:path w="603885" h="257810">
                  <a:moveTo>
                    <a:pt x="603416" y="0"/>
                  </a:moveTo>
                  <a:lnTo>
                    <a:pt x="498335" y="15718"/>
                  </a:lnTo>
                  <a:lnTo>
                    <a:pt x="427620" y="31232"/>
                  </a:lnTo>
                  <a:lnTo>
                    <a:pt x="359151" y="55788"/>
                  </a:lnTo>
                  <a:lnTo>
                    <a:pt x="260808" y="98635"/>
                  </a:lnTo>
                  <a:lnTo>
                    <a:pt x="150319" y="154474"/>
                  </a:lnTo>
                  <a:lnTo>
                    <a:pt x="68415" y="205731"/>
                  </a:lnTo>
                  <a:lnTo>
                    <a:pt x="17505" y="243223"/>
                  </a:lnTo>
                  <a:lnTo>
                    <a:pt x="0" y="257761"/>
                  </a:lnTo>
                  <a:lnTo>
                    <a:pt x="76582" y="251053"/>
                  </a:lnTo>
                  <a:lnTo>
                    <a:pt x="132868" y="240648"/>
                  </a:lnTo>
                  <a:lnTo>
                    <a:pt x="196543" y="219196"/>
                  </a:lnTo>
                  <a:lnTo>
                    <a:pt x="295289" y="179345"/>
                  </a:lnTo>
                  <a:lnTo>
                    <a:pt x="414028" y="122348"/>
                  </a:lnTo>
                  <a:lnTo>
                    <a:pt x="512103" y="63918"/>
                  </a:lnTo>
                  <a:lnTo>
                    <a:pt x="578802" y="18364"/>
                  </a:lnTo>
                  <a:lnTo>
                    <a:pt x="60341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5819225" y="5754478"/>
              <a:ext cx="643890" cy="274955"/>
            </a:xfrm>
            <a:custGeom>
              <a:avLst/>
              <a:gdLst/>
              <a:ahLst/>
              <a:cxnLst/>
              <a:rect l="l" t="t" r="r" b="b"/>
              <a:pathLst>
                <a:path w="643889" h="274954">
                  <a:moveTo>
                    <a:pt x="643624" y="0"/>
                  </a:moveTo>
                  <a:lnTo>
                    <a:pt x="0" y="27493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5176220" y="6046330"/>
              <a:ext cx="603885" cy="257810"/>
            </a:xfrm>
            <a:custGeom>
              <a:avLst/>
              <a:gdLst/>
              <a:ahLst/>
              <a:cxnLst/>
              <a:rect l="l" t="t" r="r" b="b"/>
              <a:pathLst>
                <a:path w="603885" h="257810">
                  <a:moveTo>
                    <a:pt x="603416" y="0"/>
                  </a:moveTo>
                  <a:lnTo>
                    <a:pt x="526833" y="6708"/>
                  </a:lnTo>
                  <a:lnTo>
                    <a:pt x="470547" y="17113"/>
                  </a:lnTo>
                  <a:lnTo>
                    <a:pt x="406872" y="38565"/>
                  </a:lnTo>
                  <a:lnTo>
                    <a:pt x="308126" y="78416"/>
                  </a:lnTo>
                  <a:lnTo>
                    <a:pt x="189387" y="135412"/>
                  </a:lnTo>
                  <a:lnTo>
                    <a:pt x="91312" y="193843"/>
                  </a:lnTo>
                  <a:lnTo>
                    <a:pt x="24613" y="239396"/>
                  </a:lnTo>
                  <a:lnTo>
                    <a:pt x="0" y="257761"/>
                  </a:lnTo>
                  <a:lnTo>
                    <a:pt x="105080" y="242043"/>
                  </a:lnTo>
                  <a:lnTo>
                    <a:pt x="175795" y="226529"/>
                  </a:lnTo>
                  <a:lnTo>
                    <a:pt x="244264" y="201972"/>
                  </a:lnTo>
                  <a:lnTo>
                    <a:pt x="342607" y="159126"/>
                  </a:lnTo>
                  <a:lnTo>
                    <a:pt x="453096" y="103287"/>
                  </a:lnTo>
                  <a:lnTo>
                    <a:pt x="535000" y="52029"/>
                  </a:lnTo>
                  <a:lnTo>
                    <a:pt x="585910" y="14538"/>
                  </a:lnTo>
                  <a:lnTo>
                    <a:pt x="60341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5176220" y="6029158"/>
              <a:ext cx="643890" cy="274955"/>
            </a:xfrm>
            <a:custGeom>
              <a:avLst/>
              <a:gdLst/>
              <a:ahLst/>
              <a:cxnLst/>
              <a:rect l="l" t="t" r="r" b="b"/>
              <a:pathLst>
                <a:path w="643889" h="274954">
                  <a:moveTo>
                    <a:pt x="0" y="274934"/>
                  </a:moveTo>
                  <a:lnTo>
                    <a:pt x="643624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5836580" y="6069183"/>
              <a:ext cx="257810" cy="603885"/>
            </a:xfrm>
            <a:custGeom>
              <a:avLst/>
              <a:gdLst/>
              <a:ahLst/>
              <a:cxnLst/>
              <a:rect l="l" t="t" r="r" b="b"/>
              <a:pathLst>
                <a:path w="257810" h="603884">
                  <a:moveTo>
                    <a:pt x="0" y="0"/>
                  </a:moveTo>
                  <a:lnTo>
                    <a:pt x="6708" y="76582"/>
                  </a:lnTo>
                  <a:lnTo>
                    <a:pt x="17113" y="132868"/>
                  </a:lnTo>
                  <a:lnTo>
                    <a:pt x="38565" y="196543"/>
                  </a:lnTo>
                  <a:lnTo>
                    <a:pt x="78416" y="295289"/>
                  </a:lnTo>
                  <a:lnTo>
                    <a:pt x="135412" y="414028"/>
                  </a:lnTo>
                  <a:lnTo>
                    <a:pt x="193843" y="512103"/>
                  </a:lnTo>
                  <a:lnTo>
                    <a:pt x="239396" y="578802"/>
                  </a:lnTo>
                  <a:lnTo>
                    <a:pt x="257761" y="603416"/>
                  </a:lnTo>
                  <a:lnTo>
                    <a:pt x="242043" y="498335"/>
                  </a:lnTo>
                  <a:lnTo>
                    <a:pt x="226529" y="427620"/>
                  </a:lnTo>
                  <a:lnTo>
                    <a:pt x="201972" y="359151"/>
                  </a:lnTo>
                  <a:lnTo>
                    <a:pt x="159126" y="260808"/>
                  </a:lnTo>
                  <a:lnTo>
                    <a:pt x="103287" y="150319"/>
                  </a:lnTo>
                  <a:lnTo>
                    <a:pt x="52029" y="68415"/>
                  </a:lnTo>
                  <a:lnTo>
                    <a:pt x="14538" y="17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5819407" y="6028975"/>
              <a:ext cx="274955" cy="643890"/>
            </a:xfrm>
            <a:custGeom>
              <a:avLst/>
              <a:gdLst/>
              <a:ahLst/>
              <a:cxnLst/>
              <a:rect l="l" t="t" r="r" b="b"/>
              <a:pathLst>
                <a:path w="274954" h="643890">
                  <a:moveTo>
                    <a:pt x="274934" y="643624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5544728" y="5385970"/>
              <a:ext cx="257810" cy="603885"/>
            </a:xfrm>
            <a:custGeom>
              <a:avLst/>
              <a:gdLst/>
              <a:ahLst/>
              <a:cxnLst/>
              <a:rect l="l" t="t" r="r" b="b"/>
              <a:pathLst>
                <a:path w="257810" h="603885">
                  <a:moveTo>
                    <a:pt x="0" y="0"/>
                  </a:moveTo>
                  <a:lnTo>
                    <a:pt x="15718" y="105080"/>
                  </a:lnTo>
                  <a:lnTo>
                    <a:pt x="31232" y="175795"/>
                  </a:lnTo>
                  <a:lnTo>
                    <a:pt x="55788" y="244264"/>
                  </a:lnTo>
                  <a:lnTo>
                    <a:pt x="98635" y="342607"/>
                  </a:lnTo>
                  <a:lnTo>
                    <a:pt x="154474" y="453096"/>
                  </a:lnTo>
                  <a:lnTo>
                    <a:pt x="205731" y="535000"/>
                  </a:lnTo>
                  <a:lnTo>
                    <a:pt x="243223" y="585910"/>
                  </a:lnTo>
                  <a:lnTo>
                    <a:pt x="257761" y="603416"/>
                  </a:lnTo>
                  <a:lnTo>
                    <a:pt x="251053" y="526833"/>
                  </a:lnTo>
                  <a:lnTo>
                    <a:pt x="240648" y="470547"/>
                  </a:lnTo>
                  <a:lnTo>
                    <a:pt x="219196" y="406872"/>
                  </a:lnTo>
                  <a:lnTo>
                    <a:pt x="179345" y="308126"/>
                  </a:lnTo>
                  <a:lnTo>
                    <a:pt x="122348" y="189387"/>
                  </a:lnTo>
                  <a:lnTo>
                    <a:pt x="63918" y="91312"/>
                  </a:lnTo>
                  <a:lnTo>
                    <a:pt x="18364" y="246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5544727" y="5385970"/>
              <a:ext cx="274955" cy="643890"/>
            </a:xfrm>
            <a:custGeom>
              <a:avLst/>
              <a:gdLst/>
              <a:ahLst/>
              <a:cxnLst/>
              <a:rect l="l" t="t" r="r" b="b"/>
              <a:pathLst>
                <a:path w="274954" h="643889">
                  <a:moveTo>
                    <a:pt x="0" y="0"/>
                  </a:moveTo>
                  <a:lnTo>
                    <a:pt x="274934" y="64362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5002706" y="6247014"/>
              <a:ext cx="81915" cy="1717675"/>
            </a:xfrm>
            <a:custGeom>
              <a:avLst/>
              <a:gdLst/>
              <a:ahLst/>
              <a:cxnLst/>
              <a:rect l="l" t="t" r="r" b="b"/>
              <a:pathLst>
                <a:path w="81914" h="1717675">
                  <a:moveTo>
                    <a:pt x="81463" y="0"/>
                  </a:moveTo>
                  <a:lnTo>
                    <a:pt x="0" y="0"/>
                  </a:lnTo>
                  <a:lnTo>
                    <a:pt x="0" y="1717560"/>
                  </a:lnTo>
                  <a:lnTo>
                    <a:pt x="81463" y="1717560"/>
                  </a:lnTo>
                  <a:lnTo>
                    <a:pt x="81463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5002697" y="6420784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5002697" y="6539241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5002697" y="6657697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5002697" y="6776156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5002697" y="6894612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5002697" y="7013069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5002697" y="7131526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5002697" y="7249983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5002697" y="7368440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5002697" y="7486896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5002697" y="7605353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5002697" y="7723812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5002697" y="7842268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5039386" y="6292841"/>
              <a:ext cx="90170" cy="664210"/>
            </a:xfrm>
            <a:custGeom>
              <a:avLst/>
              <a:gdLst/>
              <a:ahLst/>
              <a:cxnLst/>
              <a:rect l="l" t="t" r="r" b="b"/>
              <a:pathLst>
                <a:path w="90170" h="664209">
                  <a:moveTo>
                    <a:pt x="44407" y="0"/>
                  </a:moveTo>
                  <a:lnTo>
                    <a:pt x="20206" y="73933"/>
                  </a:lnTo>
                  <a:lnTo>
                    <a:pt x="7514" y="130450"/>
                  </a:lnTo>
                  <a:lnTo>
                    <a:pt x="2166" y="198233"/>
                  </a:lnTo>
                  <a:lnTo>
                    <a:pt x="0" y="305969"/>
                  </a:lnTo>
                  <a:lnTo>
                    <a:pt x="5834" y="439129"/>
                  </a:lnTo>
                  <a:lnTo>
                    <a:pt x="21221" y="553627"/>
                  </a:lnTo>
                  <a:lnTo>
                    <a:pt x="37100" y="633805"/>
                  </a:lnTo>
                  <a:lnTo>
                    <a:pt x="44407" y="664011"/>
                  </a:lnTo>
                  <a:lnTo>
                    <a:pt x="71552" y="559973"/>
                  </a:lnTo>
                  <a:lnTo>
                    <a:pt x="85226" y="487998"/>
                  </a:lnTo>
                  <a:lnTo>
                    <a:pt x="89592" y="414519"/>
                  </a:lnTo>
                  <a:lnTo>
                    <a:pt x="88814" y="305969"/>
                  </a:lnTo>
                  <a:lnTo>
                    <a:pt x="80771" y="180945"/>
                  </a:lnTo>
                  <a:lnTo>
                    <a:pt x="65628" y="84348"/>
                  </a:lnTo>
                  <a:lnTo>
                    <a:pt x="50977" y="22069"/>
                  </a:lnTo>
                  <a:lnTo>
                    <a:pt x="4440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5083793" y="6248602"/>
              <a:ext cx="0" cy="708660"/>
            </a:xfrm>
            <a:custGeom>
              <a:avLst/>
              <a:gdLst/>
              <a:ahLst/>
              <a:cxnLst/>
              <a:rect l="l" t="t" r="r" b="b"/>
              <a:pathLst>
                <a:path w="0" h="708659">
                  <a:moveTo>
                    <a:pt x="0" y="70825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5038608" y="5541021"/>
              <a:ext cx="90170" cy="664210"/>
            </a:xfrm>
            <a:custGeom>
              <a:avLst/>
              <a:gdLst/>
              <a:ahLst/>
              <a:cxnLst/>
              <a:rect l="l" t="t" r="r" b="b"/>
              <a:pathLst>
                <a:path w="90170" h="664210">
                  <a:moveTo>
                    <a:pt x="45185" y="0"/>
                  </a:moveTo>
                  <a:lnTo>
                    <a:pt x="18040" y="104037"/>
                  </a:lnTo>
                  <a:lnTo>
                    <a:pt x="4366" y="176012"/>
                  </a:lnTo>
                  <a:lnTo>
                    <a:pt x="0" y="249492"/>
                  </a:lnTo>
                  <a:lnTo>
                    <a:pt x="778" y="358041"/>
                  </a:lnTo>
                  <a:lnTo>
                    <a:pt x="8821" y="483059"/>
                  </a:lnTo>
                  <a:lnTo>
                    <a:pt x="23963" y="579653"/>
                  </a:lnTo>
                  <a:lnTo>
                    <a:pt x="38615" y="641931"/>
                  </a:lnTo>
                  <a:lnTo>
                    <a:pt x="45185" y="664000"/>
                  </a:lnTo>
                  <a:lnTo>
                    <a:pt x="69385" y="590067"/>
                  </a:lnTo>
                  <a:lnTo>
                    <a:pt x="82078" y="533551"/>
                  </a:lnTo>
                  <a:lnTo>
                    <a:pt x="87426" y="465771"/>
                  </a:lnTo>
                  <a:lnTo>
                    <a:pt x="89592" y="358041"/>
                  </a:lnTo>
                  <a:lnTo>
                    <a:pt x="83758" y="224881"/>
                  </a:lnTo>
                  <a:lnTo>
                    <a:pt x="68370" y="110384"/>
                  </a:lnTo>
                  <a:lnTo>
                    <a:pt x="52492" y="30205"/>
                  </a:lnTo>
                  <a:lnTo>
                    <a:pt x="45185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5083793" y="5541021"/>
              <a:ext cx="0" cy="708660"/>
            </a:xfrm>
            <a:custGeom>
              <a:avLst/>
              <a:gdLst/>
              <a:ahLst/>
              <a:cxnLst/>
              <a:rect l="l" t="t" r="r" b="b"/>
              <a:pathLst>
                <a:path w="0" h="708660">
                  <a:moveTo>
                    <a:pt x="0" y="0"/>
                  </a:moveTo>
                  <a:lnTo>
                    <a:pt x="0" y="70825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5127698" y="6203751"/>
              <a:ext cx="664210" cy="90170"/>
            </a:xfrm>
            <a:custGeom>
              <a:avLst/>
              <a:gdLst/>
              <a:ahLst/>
              <a:cxnLst/>
              <a:rect l="l" t="t" r="r" b="b"/>
              <a:pathLst>
                <a:path w="664210" h="90170">
                  <a:moveTo>
                    <a:pt x="414519" y="0"/>
                  </a:moveTo>
                  <a:lnTo>
                    <a:pt x="305969" y="778"/>
                  </a:lnTo>
                  <a:lnTo>
                    <a:pt x="180950" y="8821"/>
                  </a:lnTo>
                  <a:lnTo>
                    <a:pt x="84352" y="23963"/>
                  </a:lnTo>
                  <a:lnTo>
                    <a:pt x="22070" y="38615"/>
                  </a:lnTo>
                  <a:lnTo>
                    <a:pt x="0" y="45185"/>
                  </a:lnTo>
                  <a:lnTo>
                    <a:pt x="73939" y="69385"/>
                  </a:lnTo>
                  <a:lnTo>
                    <a:pt x="130458" y="82078"/>
                  </a:lnTo>
                  <a:lnTo>
                    <a:pt x="198239" y="87426"/>
                  </a:lnTo>
                  <a:lnTo>
                    <a:pt x="305969" y="89592"/>
                  </a:lnTo>
                  <a:lnTo>
                    <a:pt x="439129" y="83758"/>
                  </a:lnTo>
                  <a:lnTo>
                    <a:pt x="553627" y="68370"/>
                  </a:lnTo>
                  <a:lnTo>
                    <a:pt x="633805" y="52492"/>
                  </a:lnTo>
                  <a:lnTo>
                    <a:pt x="664011" y="45185"/>
                  </a:lnTo>
                  <a:lnTo>
                    <a:pt x="559973" y="18040"/>
                  </a:lnTo>
                  <a:lnTo>
                    <a:pt x="487998" y="4366"/>
                  </a:lnTo>
                  <a:lnTo>
                    <a:pt x="41451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5083458" y="6248937"/>
              <a:ext cx="708660" cy="0"/>
            </a:xfrm>
            <a:custGeom>
              <a:avLst/>
              <a:gdLst/>
              <a:ahLst/>
              <a:cxnLst/>
              <a:rect l="l" t="t" r="r" b="b"/>
              <a:pathLst>
                <a:path w="708660" h="0">
                  <a:moveTo>
                    <a:pt x="708250" y="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5114840" y="5748366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469524" y="0"/>
                  </a:moveTo>
                  <a:lnTo>
                    <a:pt x="376765" y="54371"/>
                  </a:lnTo>
                  <a:lnTo>
                    <a:pt x="316202" y="95596"/>
                  </a:lnTo>
                  <a:lnTo>
                    <a:pt x="261155" y="144466"/>
                  </a:lnTo>
                  <a:lnTo>
                    <a:pt x="184947" y="221773"/>
                  </a:lnTo>
                  <a:lnTo>
                    <a:pt x="102231" y="315861"/>
                  </a:lnTo>
                  <a:lnTo>
                    <a:pt x="44636" y="394872"/>
                  </a:lnTo>
                  <a:lnTo>
                    <a:pt x="10958" y="449272"/>
                  </a:lnTo>
                  <a:lnTo>
                    <a:pt x="0" y="469524"/>
                  </a:lnTo>
                  <a:lnTo>
                    <a:pt x="69395" y="434358"/>
                  </a:lnTo>
                  <a:lnTo>
                    <a:pt x="118335" y="403369"/>
                  </a:lnTo>
                  <a:lnTo>
                    <a:pt x="170045" y="359219"/>
                  </a:lnTo>
                  <a:lnTo>
                    <a:pt x="247751" y="284567"/>
                  </a:lnTo>
                  <a:lnTo>
                    <a:pt x="337784" y="186286"/>
                  </a:lnTo>
                  <a:lnTo>
                    <a:pt x="407865" y="94446"/>
                  </a:lnTo>
                  <a:lnTo>
                    <a:pt x="453333" y="26524"/>
                  </a:lnTo>
                  <a:lnTo>
                    <a:pt x="469524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5083553" y="5748366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4" h="501014">
                  <a:moveTo>
                    <a:pt x="500811" y="0"/>
                  </a:moveTo>
                  <a:lnTo>
                    <a:pt x="0" y="500811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5114840" y="6279984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0" y="0"/>
                  </a:moveTo>
                  <a:lnTo>
                    <a:pt x="35166" y="69395"/>
                  </a:lnTo>
                  <a:lnTo>
                    <a:pt x="66153" y="118335"/>
                  </a:lnTo>
                  <a:lnTo>
                    <a:pt x="110301" y="170045"/>
                  </a:lnTo>
                  <a:lnTo>
                    <a:pt x="184947" y="247751"/>
                  </a:lnTo>
                  <a:lnTo>
                    <a:pt x="283234" y="337784"/>
                  </a:lnTo>
                  <a:lnTo>
                    <a:pt x="375077" y="407865"/>
                  </a:lnTo>
                  <a:lnTo>
                    <a:pt x="443000" y="453333"/>
                  </a:lnTo>
                  <a:lnTo>
                    <a:pt x="469524" y="469524"/>
                  </a:lnTo>
                  <a:lnTo>
                    <a:pt x="415153" y="376765"/>
                  </a:lnTo>
                  <a:lnTo>
                    <a:pt x="373928" y="316202"/>
                  </a:lnTo>
                  <a:lnTo>
                    <a:pt x="325058" y="261155"/>
                  </a:lnTo>
                  <a:lnTo>
                    <a:pt x="247751" y="184947"/>
                  </a:lnTo>
                  <a:lnTo>
                    <a:pt x="153663" y="102231"/>
                  </a:lnTo>
                  <a:lnTo>
                    <a:pt x="74652" y="44636"/>
                  </a:lnTo>
                  <a:lnTo>
                    <a:pt x="20252" y="10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5083553" y="6248697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4" h="501015">
                  <a:moveTo>
                    <a:pt x="500811" y="500811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5100151" y="5591965"/>
              <a:ext cx="247650" cy="616585"/>
            </a:xfrm>
            <a:custGeom>
              <a:avLst/>
              <a:gdLst/>
              <a:ahLst/>
              <a:cxnLst/>
              <a:rect l="l" t="t" r="r" b="b"/>
              <a:pathLst>
                <a:path w="247650" h="616585">
                  <a:moveTo>
                    <a:pt x="247332" y="0"/>
                  </a:moveTo>
                  <a:lnTo>
                    <a:pt x="183391" y="86443"/>
                  </a:lnTo>
                  <a:lnTo>
                    <a:pt x="143892" y="148146"/>
                  </a:lnTo>
                  <a:lnTo>
                    <a:pt x="112467" y="214707"/>
                  </a:lnTo>
                  <a:lnTo>
                    <a:pt x="72751" y="315728"/>
                  </a:lnTo>
                  <a:lnTo>
                    <a:pt x="33647" y="434750"/>
                  </a:lnTo>
                  <a:lnTo>
                    <a:pt x="11720" y="530037"/>
                  </a:lnTo>
                  <a:lnTo>
                    <a:pt x="2121" y="593293"/>
                  </a:lnTo>
                  <a:lnTo>
                    <a:pt x="0" y="616222"/>
                  </a:lnTo>
                  <a:lnTo>
                    <a:pt x="49997" y="556626"/>
                  </a:lnTo>
                  <a:lnTo>
                    <a:pt x="82827" y="508905"/>
                  </a:lnTo>
                  <a:lnTo>
                    <a:pt x="113038" y="447992"/>
                  </a:lnTo>
                  <a:lnTo>
                    <a:pt x="155178" y="348816"/>
                  </a:lnTo>
                  <a:lnTo>
                    <a:pt x="199364" y="223065"/>
                  </a:lnTo>
                  <a:lnTo>
                    <a:pt x="227732" y="111076"/>
                  </a:lnTo>
                  <a:lnTo>
                    <a:pt x="242862" y="30753"/>
                  </a:lnTo>
                  <a:lnTo>
                    <a:pt x="247332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5083668" y="5591965"/>
              <a:ext cx="264160" cy="657860"/>
            </a:xfrm>
            <a:custGeom>
              <a:avLst/>
              <a:gdLst/>
              <a:ahLst/>
              <a:cxnLst/>
              <a:rect l="l" t="t" r="r" b="b"/>
              <a:pathLst>
                <a:path w="264160" h="657860">
                  <a:moveTo>
                    <a:pt x="263813" y="0"/>
                  </a:moveTo>
                  <a:lnTo>
                    <a:pt x="0" y="65728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5124543" y="6265295"/>
              <a:ext cx="616585" cy="247650"/>
            </a:xfrm>
            <a:custGeom>
              <a:avLst/>
              <a:gdLst/>
              <a:ahLst/>
              <a:cxnLst/>
              <a:rect l="l" t="t" r="r" b="b"/>
              <a:pathLst>
                <a:path w="616585" h="247650">
                  <a:moveTo>
                    <a:pt x="0" y="0"/>
                  </a:moveTo>
                  <a:lnTo>
                    <a:pt x="59596" y="49997"/>
                  </a:lnTo>
                  <a:lnTo>
                    <a:pt x="107316" y="82827"/>
                  </a:lnTo>
                  <a:lnTo>
                    <a:pt x="168229" y="113038"/>
                  </a:lnTo>
                  <a:lnTo>
                    <a:pt x="267405" y="155178"/>
                  </a:lnTo>
                  <a:lnTo>
                    <a:pt x="393156" y="199364"/>
                  </a:lnTo>
                  <a:lnTo>
                    <a:pt x="505145" y="227732"/>
                  </a:lnTo>
                  <a:lnTo>
                    <a:pt x="585468" y="242862"/>
                  </a:lnTo>
                  <a:lnTo>
                    <a:pt x="616222" y="247332"/>
                  </a:lnTo>
                  <a:lnTo>
                    <a:pt x="529778" y="183391"/>
                  </a:lnTo>
                  <a:lnTo>
                    <a:pt x="468076" y="143892"/>
                  </a:lnTo>
                  <a:lnTo>
                    <a:pt x="401514" y="112467"/>
                  </a:lnTo>
                  <a:lnTo>
                    <a:pt x="300493" y="72751"/>
                  </a:lnTo>
                  <a:lnTo>
                    <a:pt x="181471" y="33647"/>
                  </a:lnTo>
                  <a:lnTo>
                    <a:pt x="86184" y="11720"/>
                  </a:lnTo>
                  <a:lnTo>
                    <a:pt x="22928" y="2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5083476" y="6248812"/>
              <a:ext cx="657860" cy="264160"/>
            </a:xfrm>
            <a:custGeom>
              <a:avLst/>
              <a:gdLst/>
              <a:ahLst/>
              <a:cxnLst/>
              <a:rect l="l" t="t" r="r" b="b"/>
              <a:pathLst>
                <a:path w="657860" h="264159">
                  <a:moveTo>
                    <a:pt x="657288" y="263813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5124169" y="5970845"/>
              <a:ext cx="610870" cy="260985"/>
            </a:xfrm>
            <a:custGeom>
              <a:avLst/>
              <a:gdLst/>
              <a:ahLst/>
              <a:cxnLst/>
              <a:rect l="l" t="t" r="r" b="b"/>
              <a:pathLst>
                <a:path w="610870" h="260985">
                  <a:moveTo>
                    <a:pt x="610630" y="0"/>
                  </a:moveTo>
                  <a:lnTo>
                    <a:pt x="504290" y="15907"/>
                  </a:lnTo>
                  <a:lnTo>
                    <a:pt x="432728" y="31606"/>
                  </a:lnTo>
                  <a:lnTo>
                    <a:pt x="363442" y="56454"/>
                  </a:lnTo>
                  <a:lnTo>
                    <a:pt x="263929" y="99808"/>
                  </a:lnTo>
                  <a:lnTo>
                    <a:pt x="152117" y="156320"/>
                  </a:lnTo>
                  <a:lnTo>
                    <a:pt x="69233" y="208191"/>
                  </a:lnTo>
                  <a:lnTo>
                    <a:pt x="17714" y="246129"/>
                  </a:lnTo>
                  <a:lnTo>
                    <a:pt x="0" y="260840"/>
                  </a:lnTo>
                  <a:lnTo>
                    <a:pt x="77497" y="254057"/>
                  </a:lnTo>
                  <a:lnTo>
                    <a:pt x="134456" y="243530"/>
                  </a:lnTo>
                  <a:lnTo>
                    <a:pt x="198892" y="221818"/>
                  </a:lnTo>
                  <a:lnTo>
                    <a:pt x="298818" y="181481"/>
                  </a:lnTo>
                  <a:lnTo>
                    <a:pt x="418977" y="123806"/>
                  </a:lnTo>
                  <a:lnTo>
                    <a:pt x="518225" y="64679"/>
                  </a:lnTo>
                  <a:lnTo>
                    <a:pt x="585722" y="18583"/>
                  </a:lnTo>
                  <a:lnTo>
                    <a:pt x="610630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5083478" y="5970845"/>
              <a:ext cx="651510" cy="278765"/>
            </a:xfrm>
            <a:custGeom>
              <a:avLst/>
              <a:gdLst/>
              <a:ahLst/>
              <a:cxnLst/>
              <a:rect l="l" t="t" r="r" b="b"/>
              <a:pathLst>
                <a:path w="651510" h="278764">
                  <a:moveTo>
                    <a:pt x="651320" y="0"/>
                  </a:moveTo>
                  <a:lnTo>
                    <a:pt x="0" y="278221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5101045" y="6289312"/>
              <a:ext cx="260985" cy="610870"/>
            </a:xfrm>
            <a:custGeom>
              <a:avLst/>
              <a:gdLst/>
              <a:ahLst/>
              <a:cxnLst/>
              <a:rect l="l" t="t" r="r" b="b"/>
              <a:pathLst>
                <a:path w="260985" h="610870">
                  <a:moveTo>
                    <a:pt x="0" y="0"/>
                  </a:moveTo>
                  <a:lnTo>
                    <a:pt x="6782" y="77503"/>
                  </a:lnTo>
                  <a:lnTo>
                    <a:pt x="17309" y="134464"/>
                  </a:lnTo>
                  <a:lnTo>
                    <a:pt x="39021" y="198898"/>
                  </a:lnTo>
                  <a:lnTo>
                    <a:pt x="79358" y="298818"/>
                  </a:lnTo>
                  <a:lnTo>
                    <a:pt x="137033" y="418981"/>
                  </a:lnTo>
                  <a:lnTo>
                    <a:pt x="196160" y="518228"/>
                  </a:lnTo>
                  <a:lnTo>
                    <a:pt x="242256" y="585724"/>
                  </a:lnTo>
                  <a:lnTo>
                    <a:pt x="260840" y="610630"/>
                  </a:lnTo>
                  <a:lnTo>
                    <a:pt x="244932" y="504296"/>
                  </a:lnTo>
                  <a:lnTo>
                    <a:pt x="229233" y="432736"/>
                  </a:lnTo>
                  <a:lnTo>
                    <a:pt x="204385" y="363448"/>
                  </a:lnTo>
                  <a:lnTo>
                    <a:pt x="161031" y="263929"/>
                  </a:lnTo>
                  <a:lnTo>
                    <a:pt x="104520" y="152117"/>
                  </a:lnTo>
                  <a:lnTo>
                    <a:pt x="52648" y="69233"/>
                  </a:lnTo>
                  <a:lnTo>
                    <a:pt x="14711" y="177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5083663" y="6248622"/>
              <a:ext cx="278765" cy="651510"/>
            </a:xfrm>
            <a:custGeom>
              <a:avLst/>
              <a:gdLst/>
              <a:ahLst/>
              <a:cxnLst/>
              <a:rect l="l" t="t" r="r" b="b"/>
              <a:pathLst>
                <a:path w="278764" h="651509">
                  <a:moveTo>
                    <a:pt x="278221" y="65132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5413625" y="6797552"/>
              <a:ext cx="81915" cy="1167130"/>
            </a:xfrm>
            <a:custGeom>
              <a:avLst/>
              <a:gdLst/>
              <a:ahLst/>
              <a:cxnLst/>
              <a:rect l="l" t="t" r="r" b="b"/>
              <a:pathLst>
                <a:path w="81914" h="1167129">
                  <a:moveTo>
                    <a:pt x="81463" y="0"/>
                  </a:moveTo>
                  <a:lnTo>
                    <a:pt x="0" y="0"/>
                  </a:lnTo>
                  <a:lnTo>
                    <a:pt x="0" y="1167022"/>
                  </a:lnTo>
                  <a:lnTo>
                    <a:pt x="81463" y="1167022"/>
                  </a:lnTo>
                  <a:lnTo>
                    <a:pt x="81463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5413616" y="6882105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5413616" y="6899626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5413616" y="7016767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5413616" y="7034289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5413616" y="7151431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5413616" y="7168953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5413616" y="7286094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5413616" y="7303615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5413616" y="7420757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5413616" y="7438279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5413616" y="7555420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5413616" y="7572941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5413616" y="7690084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5413616" y="7707605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5413616" y="7824746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5413616" y="7842268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 h="0">
                  <a:moveTo>
                    <a:pt x="0" y="0"/>
                  </a:moveTo>
                  <a:lnTo>
                    <a:pt x="81463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5471923" y="6269161"/>
              <a:ext cx="67310" cy="497205"/>
            </a:xfrm>
            <a:custGeom>
              <a:avLst/>
              <a:gdLst/>
              <a:ahLst/>
              <a:cxnLst/>
              <a:rect l="l" t="t" r="r" b="b"/>
              <a:pathLst>
                <a:path w="67310" h="497204">
                  <a:moveTo>
                    <a:pt x="33827" y="0"/>
                  </a:moveTo>
                  <a:lnTo>
                    <a:pt x="13505" y="77881"/>
                  </a:lnTo>
                  <a:lnTo>
                    <a:pt x="3269" y="131761"/>
                  </a:lnTo>
                  <a:lnTo>
                    <a:pt x="0" y="186766"/>
                  </a:lnTo>
                  <a:lnTo>
                    <a:pt x="581" y="268023"/>
                  </a:lnTo>
                  <a:lnTo>
                    <a:pt x="6602" y="361606"/>
                  </a:lnTo>
                  <a:lnTo>
                    <a:pt x="17938" y="433913"/>
                  </a:lnTo>
                  <a:lnTo>
                    <a:pt x="28907" y="480532"/>
                  </a:lnTo>
                  <a:lnTo>
                    <a:pt x="33827" y="497052"/>
                  </a:lnTo>
                  <a:lnTo>
                    <a:pt x="51945" y="441708"/>
                  </a:lnTo>
                  <a:lnTo>
                    <a:pt x="61447" y="399402"/>
                  </a:lnTo>
                  <a:lnTo>
                    <a:pt x="65451" y="348664"/>
                  </a:lnTo>
                  <a:lnTo>
                    <a:pt x="67072" y="268023"/>
                  </a:lnTo>
                  <a:lnTo>
                    <a:pt x="62703" y="168342"/>
                  </a:lnTo>
                  <a:lnTo>
                    <a:pt x="51183" y="82632"/>
                  </a:lnTo>
                  <a:lnTo>
                    <a:pt x="39296" y="22611"/>
                  </a:lnTo>
                  <a:lnTo>
                    <a:pt x="33827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5505750" y="6269161"/>
              <a:ext cx="0" cy="530225"/>
            </a:xfrm>
            <a:custGeom>
              <a:avLst/>
              <a:gdLst/>
              <a:ahLst/>
              <a:cxnLst/>
              <a:rect l="l" t="t" r="r" b="b"/>
              <a:pathLst>
                <a:path w="0" h="530225">
                  <a:moveTo>
                    <a:pt x="0" y="0"/>
                  </a:moveTo>
                  <a:lnTo>
                    <a:pt x="0" y="530182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5472505" y="6831961"/>
              <a:ext cx="67310" cy="497205"/>
            </a:xfrm>
            <a:custGeom>
              <a:avLst/>
              <a:gdLst/>
              <a:ahLst/>
              <a:cxnLst/>
              <a:rect l="l" t="t" r="r" b="b"/>
              <a:pathLst>
                <a:path w="67310" h="497204">
                  <a:moveTo>
                    <a:pt x="33245" y="0"/>
                  </a:moveTo>
                  <a:lnTo>
                    <a:pt x="15126" y="55344"/>
                  </a:lnTo>
                  <a:lnTo>
                    <a:pt x="5624" y="97651"/>
                  </a:lnTo>
                  <a:lnTo>
                    <a:pt x="1620" y="148392"/>
                  </a:lnTo>
                  <a:lnTo>
                    <a:pt x="0" y="229040"/>
                  </a:lnTo>
                  <a:lnTo>
                    <a:pt x="4368" y="328714"/>
                  </a:lnTo>
                  <a:lnTo>
                    <a:pt x="15888" y="414421"/>
                  </a:lnTo>
                  <a:lnTo>
                    <a:pt x="27775" y="474441"/>
                  </a:lnTo>
                  <a:lnTo>
                    <a:pt x="33245" y="497052"/>
                  </a:lnTo>
                  <a:lnTo>
                    <a:pt x="53566" y="419171"/>
                  </a:lnTo>
                  <a:lnTo>
                    <a:pt x="63803" y="365292"/>
                  </a:lnTo>
                  <a:lnTo>
                    <a:pt x="67072" y="310290"/>
                  </a:lnTo>
                  <a:lnTo>
                    <a:pt x="66490" y="229040"/>
                  </a:lnTo>
                  <a:lnTo>
                    <a:pt x="60469" y="135450"/>
                  </a:lnTo>
                  <a:lnTo>
                    <a:pt x="49133" y="63140"/>
                  </a:lnTo>
                  <a:lnTo>
                    <a:pt x="38164" y="16520"/>
                  </a:lnTo>
                  <a:lnTo>
                    <a:pt x="33245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5505750" y="6798831"/>
              <a:ext cx="0" cy="530225"/>
            </a:xfrm>
            <a:custGeom>
              <a:avLst/>
              <a:gdLst/>
              <a:ahLst/>
              <a:cxnLst/>
              <a:rect l="l" t="t" r="r" b="b"/>
              <a:pathLst>
                <a:path w="0" h="530225">
                  <a:moveTo>
                    <a:pt x="0" y="530182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4975824" y="6765843"/>
              <a:ext cx="497205" cy="67310"/>
            </a:xfrm>
            <a:custGeom>
              <a:avLst/>
              <a:gdLst/>
              <a:ahLst/>
              <a:cxnLst/>
              <a:rect l="l" t="t" r="r" b="b"/>
              <a:pathLst>
                <a:path w="497204" h="67309">
                  <a:moveTo>
                    <a:pt x="268012" y="0"/>
                  </a:moveTo>
                  <a:lnTo>
                    <a:pt x="168338" y="4368"/>
                  </a:lnTo>
                  <a:lnTo>
                    <a:pt x="82630" y="15888"/>
                  </a:lnTo>
                  <a:lnTo>
                    <a:pt x="22611" y="27775"/>
                  </a:lnTo>
                  <a:lnTo>
                    <a:pt x="0" y="33245"/>
                  </a:lnTo>
                  <a:lnTo>
                    <a:pt x="77881" y="53566"/>
                  </a:lnTo>
                  <a:lnTo>
                    <a:pt x="131760" y="63803"/>
                  </a:lnTo>
                  <a:lnTo>
                    <a:pt x="186761" y="67072"/>
                  </a:lnTo>
                  <a:lnTo>
                    <a:pt x="268012" y="66490"/>
                  </a:lnTo>
                  <a:lnTo>
                    <a:pt x="361602" y="60469"/>
                  </a:lnTo>
                  <a:lnTo>
                    <a:pt x="433912" y="49133"/>
                  </a:lnTo>
                  <a:lnTo>
                    <a:pt x="480532" y="38164"/>
                  </a:lnTo>
                  <a:lnTo>
                    <a:pt x="497052" y="33245"/>
                  </a:lnTo>
                  <a:lnTo>
                    <a:pt x="441708" y="15126"/>
                  </a:lnTo>
                  <a:lnTo>
                    <a:pt x="399401" y="5624"/>
                  </a:lnTo>
                  <a:lnTo>
                    <a:pt x="348660" y="1620"/>
                  </a:lnTo>
                  <a:lnTo>
                    <a:pt x="268012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4975824" y="6799088"/>
              <a:ext cx="530225" cy="0"/>
            </a:xfrm>
            <a:custGeom>
              <a:avLst/>
              <a:gdLst/>
              <a:ahLst/>
              <a:cxnLst/>
              <a:rect l="l" t="t" r="r" b="b"/>
              <a:pathLst>
                <a:path w="530225" h="0">
                  <a:moveTo>
                    <a:pt x="0" y="0"/>
                  </a:moveTo>
                  <a:lnTo>
                    <a:pt x="530182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5131035" y="6822326"/>
              <a:ext cx="351790" cy="351790"/>
            </a:xfrm>
            <a:custGeom>
              <a:avLst/>
              <a:gdLst/>
              <a:ahLst/>
              <a:cxnLst/>
              <a:rect l="l" t="t" r="r" b="b"/>
              <a:pathLst>
                <a:path w="351789" h="351790">
                  <a:moveTo>
                    <a:pt x="351476" y="0"/>
                  </a:moveTo>
                  <a:lnTo>
                    <a:pt x="299527" y="26323"/>
                  </a:lnTo>
                  <a:lnTo>
                    <a:pt x="262892" y="49520"/>
                  </a:lnTo>
                  <a:lnTo>
                    <a:pt x="224184" y="82571"/>
                  </a:lnTo>
                  <a:lnTo>
                    <a:pt x="166015" y="138456"/>
                  </a:lnTo>
                  <a:lnTo>
                    <a:pt x="98618" y="212027"/>
                  </a:lnTo>
                  <a:lnTo>
                    <a:pt x="46156" y="280776"/>
                  </a:lnTo>
                  <a:lnTo>
                    <a:pt x="12120" y="331620"/>
                  </a:lnTo>
                  <a:lnTo>
                    <a:pt x="0" y="351476"/>
                  </a:lnTo>
                  <a:lnTo>
                    <a:pt x="69436" y="310774"/>
                  </a:lnTo>
                  <a:lnTo>
                    <a:pt x="114771" y="279914"/>
                  </a:lnTo>
                  <a:lnTo>
                    <a:pt x="155975" y="243330"/>
                  </a:lnTo>
                  <a:lnTo>
                    <a:pt x="213019" y="185460"/>
                  </a:lnTo>
                  <a:lnTo>
                    <a:pt x="274944" y="115029"/>
                  </a:lnTo>
                  <a:lnTo>
                    <a:pt x="318062" y="55883"/>
                  </a:lnTo>
                  <a:lnTo>
                    <a:pt x="343272" y="15160"/>
                  </a:lnTo>
                  <a:lnTo>
                    <a:pt x="351476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5131035" y="6798913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4">
                  <a:moveTo>
                    <a:pt x="0" y="374889"/>
                  </a:moveTo>
                  <a:lnTo>
                    <a:pt x="374889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5131035" y="6424374"/>
              <a:ext cx="351790" cy="351790"/>
            </a:xfrm>
            <a:custGeom>
              <a:avLst/>
              <a:gdLst/>
              <a:ahLst/>
              <a:cxnLst/>
              <a:rect l="l" t="t" r="r" b="b"/>
              <a:pathLst>
                <a:path w="351789" h="351790">
                  <a:moveTo>
                    <a:pt x="0" y="0"/>
                  </a:moveTo>
                  <a:lnTo>
                    <a:pt x="40701" y="69436"/>
                  </a:lnTo>
                  <a:lnTo>
                    <a:pt x="71561" y="114771"/>
                  </a:lnTo>
                  <a:lnTo>
                    <a:pt x="108145" y="155975"/>
                  </a:lnTo>
                  <a:lnTo>
                    <a:pt x="166015" y="213019"/>
                  </a:lnTo>
                  <a:lnTo>
                    <a:pt x="236446" y="274940"/>
                  </a:lnTo>
                  <a:lnTo>
                    <a:pt x="295593" y="318058"/>
                  </a:lnTo>
                  <a:lnTo>
                    <a:pt x="336315" y="343271"/>
                  </a:lnTo>
                  <a:lnTo>
                    <a:pt x="351476" y="351476"/>
                  </a:lnTo>
                  <a:lnTo>
                    <a:pt x="325152" y="299527"/>
                  </a:lnTo>
                  <a:lnTo>
                    <a:pt x="301955" y="262892"/>
                  </a:lnTo>
                  <a:lnTo>
                    <a:pt x="268904" y="224184"/>
                  </a:lnTo>
                  <a:lnTo>
                    <a:pt x="213019" y="166015"/>
                  </a:lnTo>
                  <a:lnTo>
                    <a:pt x="139448" y="98618"/>
                  </a:lnTo>
                  <a:lnTo>
                    <a:pt x="70699" y="46156"/>
                  </a:lnTo>
                  <a:lnTo>
                    <a:pt x="19855" y="121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5131035" y="6424374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4">
                  <a:moveTo>
                    <a:pt x="0" y="0"/>
                  </a:moveTo>
                  <a:lnTo>
                    <a:pt x="374889" y="37488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5308358" y="6829595"/>
              <a:ext cx="185420" cy="461645"/>
            </a:xfrm>
            <a:custGeom>
              <a:avLst/>
              <a:gdLst/>
              <a:ahLst/>
              <a:cxnLst/>
              <a:rect l="l" t="t" r="r" b="b"/>
              <a:pathLst>
                <a:path w="185420" h="461645">
                  <a:moveTo>
                    <a:pt x="185146" y="0"/>
                  </a:moveTo>
                  <a:lnTo>
                    <a:pt x="147720" y="44610"/>
                  </a:lnTo>
                  <a:lnTo>
                    <a:pt x="123145" y="80331"/>
                  </a:lnTo>
                  <a:lnTo>
                    <a:pt x="100529" y="125929"/>
                  </a:lnTo>
                  <a:lnTo>
                    <a:pt x="68982" y="200171"/>
                  </a:lnTo>
                  <a:lnTo>
                    <a:pt x="35909" y="294306"/>
                  </a:lnTo>
                  <a:lnTo>
                    <a:pt x="14673" y="378137"/>
                  </a:lnTo>
                  <a:lnTo>
                    <a:pt x="3346" y="438264"/>
                  </a:lnTo>
                  <a:lnTo>
                    <a:pt x="0" y="461284"/>
                  </a:lnTo>
                  <a:lnTo>
                    <a:pt x="47865" y="396578"/>
                  </a:lnTo>
                  <a:lnTo>
                    <a:pt x="77433" y="350389"/>
                  </a:lnTo>
                  <a:lnTo>
                    <a:pt x="100956" y="300561"/>
                  </a:lnTo>
                  <a:lnTo>
                    <a:pt x="130687" y="224935"/>
                  </a:lnTo>
                  <a:lnTo>
                    <a:pt x="159958" y="135839"/>
                  </a:lnTo>
                  <a:lnTo>
                    <a:pt x="176371" y="64512"/>
                  </a:lnTo>
                  <a:lnTo>
                    <a:pt x="183557" y="17162"/>
                  </a:lnTo>
                  <a:lnTo>
                    <a:pt x="185146" y="0"/>
                  </a:lnTo>
                  <a:close/>
                </a:path>
              </a:pathLst>
            </a:custGeom>
            <a:solidFill>
              <a:srgbClr val="C7D6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5308358" y="6798852"/>
              <a:ext cx="197485" cy="492125"/>
            </a:xfrm>
            <a:custGeom>
              <a:avLst/>
              <a:gdLst/>
              <a:ahLst/>
              <a:cxnLst/>
              <a:rect l="l" t="t" r="r" b="b"/>
              <a:pathLst>
                <a:path w="197485" h="492125">
                  <a:moveTo>
                    <a:pt x="0" y="492026"/>
                  </a:moveTo>
                  <a:lnTo>
                    <a:pt x="19748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5013959" y="6601697"/>
              <a:ext cx="461645" cy="185420"/>
            </a:xfrm>
            <a:custGeom>
              <a:avLst/>
              <a:gdLst/>
              <a:ahLst/>
              <a:cxnLst/>
              <a:rect l="l" t="t" r="r" b="b"/>
              <a:pathLst>
                <a:path w="461645" h="185420">
                  <a:moveTo>
                    <a:pt x="0" y="0"/>
                  </a:moveTo>
                  <a:lnTo>
                    <a:pt x="64706" y="47865"/>
                  </a:lnTo>
                  <a:lnTo>
                    <a:pt x="110894" y="77433"/>
                  </a:lnTo>
                  <a:lnTo>
                    <a:pt x="160722" y="100956"/>
                  </a:lnTo>
                  <a:lnTo>
                    <a:pt x="236348" y="130687"/>
                  </a:lnTo>
                  <a:lnTo>
                    <a:pt x="325444" y="159958"/>
                  </a:lnTo>
                  <a:lnTo>
                    <a:pt x="396771" y="176371"/>
                  </a:lnTo>
                  <a:lnTo>
                    <a:pt x="444121" y="183557"/>
                  </a:lnTo>
                  <a:lnTo>
                    <a:pt x="461284" y="185146"/>
                  </a:lnTo>
                  <a:lnTo>
                    <a:pt x="416674" y="147715"/>
                  </a:lnTo>
                  <a:lnTo>
                    <a:pt x="380953" y="123137"/>
                  </a:lnTo>
                  <a:lnTo>
                    <a:pt x="335354" y="100523"/>
                  </a:lnTo>
                  <a:lnTo>
                    <a:pt x="261112" y="68982"/>
                  </a:lnTo>
                  <a:lnTo>
                    <a:pt x="166977" y="35909"/>
                  </a:lnTo>
                  <a:lnTo>
                    <a:pt x="83146" y="14673"/>
                  </a:lnTo>
                  <a:lnTo>
                    <a:pt x="23020" y="3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D6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5013959" y="6601697"/>
              <a:ext cx="492125" cy="197485"/>
            </a:xfrm>
            <a:custGeom>
              <a:avLst/>
              <a:gdLst/>
              <a:ahLst/>
              <a:cxnLst/>
              <a:rect l="l" t="t" r="r" b="b"/>
              <a:pathLst>
                <a:path w="492125" h="197484">
                  <a:moveTo>
                    <a:pt x="0" y="0"/>
                  </a:moveTo>
                  <a:lnTo>
                    <a:pt x="492026" y="19748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5018424" y="6811999"/>
              <a:ext cx="457200" cy="195580"/>
            </a:xfrm>
            <a:custGeom>
              <a:avLst/>
              <a:gdLst/>
              <a:ahLst/>
              <a:cxnLst/>
              <a:rect l="l" t="t" r="r" b="b"/>
              <a:pathLst>
                <a:path w="457200" h="195579">
                  <a:moveTo>
                    <a:pt x="457096" y="0"/>
                  </a:moveTo>
                  <a:lnTo>
                    <a:pt x="399084" y="5080"/>
                  </a:lnTo>
                  <a:lnTo>
                    <a:pt x="356447" y="12961"/>
                  </a:lnTo>
                  <a:lnTo>
                    <a:pt x="308214" y="29212"/>
                  </a:lnTo>
                  <a:lnTo>
                    <a:pt x="233416" y="59401"/>
                  </a:lnTo>
                  <a:lnTo>
                    <a:pt x="143464" y="102579"/>
                  </a:lnTo>
                  <a:lnTo>
                    <a:pt x="69169" y="146842"/>
                  </a:lnTo>
                  <a:lnTo>
                    <a:pt x="18644" y="181349"/>
                  </a:lnTo>
                  <a:lnTo>
                    <a:pt x="0" y="195261"/>
                  </a:lnTo>
                  <a:lnTo>
                    <a:pt x="79598" y="183350"/>
                  </a:lnTo>
                  <a:lnTo>
                    <a:pt x="133166" y="171596"/>
                  </a:lnTo>
                  <a:lnTo>
                    <a:pt x="185033" y="152995"/>
                  </a:lnTo>
                  <a:lnTo>
                    <a:pt x="259531" y="120540"/>
                  </a:lnTo>
                  <a:lnTo>
                    <a:pt x="343228" y="78241"/>
                  </a:lnTo>
                  <a:lnTo>
                    <a:pt x="405271" y="39412"/>
                  </a:lnTo>
                  <a:lnTo>
                    <a:pt x="443835" y="11012"/>
                  </a:lnTo>
                  <a:lnTo>
                    <a:pt x="457096" y="0"/>
                  </a:lnTo>
                  <a:close/>
                </a:path>
              </a:pathLst>
            </a:custGeom>
            <a:solidFill>
              <a:srgbClr val="C7D6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5018424" y="6798984"/>
              <a:ext cx="487680" cy="208279"/>
            </a:xfrm>
            <a:custGeom>
              <a:avLst/>
              <a:gdLst/>
              <a:ahLst/>
              <a:cxnLst/>
              <a:rect l="l" t="t" r="r" b="b"/>
              <a:pathLst>
                <a:path w="487679" h="208279">
                  <a:moveTo>
                    <a:pt x="0" y="208276"/>
                  </a:moveTo>
                  <a:lnTo>
                    <a:pt x="487555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5297577" y="6311762"/>
              <a:ext cx="195580" cy="457200"/>
            </a:xfrm>
            <a:custGeom>
              <a:avLst/>
              <a:gdLst/>
              <a:ahLst/>
              <a:cxnLst/>
              <a:rect l="l" t="t" r="r" b="b"/>
              <a:pathLst>
                <a:path w="195579" h="457200">
                  <a:moveTo>
                    <a:pt x="0" y="0"/>
                  </a:moveTo>
                  <a:lnTo>
                    <a:pt x="11910" y="79598"/>
                  </a:lnTo>
                  <a:lnTo>
                    <a:pt x="23664" y="133166"/>
                  </a:lnTo>
                  <a:lnTo>
                    <a:pt x="42265" y="185033"/>
                  </a:lnTo>
                  <a:lnTo>
                    <a:pt x="74720" y="259531"/>
                  </a:lnTo>
                  <a:lnTo>
                    <a:pt x="117019" y="343228"/>
                  </a:lnTo>
                  <a:lnTo>
                    <a:pt x="155848" y="405271"/>
                  </a:lnTo>
                  <a:lnTo>
                    <a:pt x="184248" y="443835"/>
                  </a:lnTo>
                  <a:lnTo>
                    <a:pt x="195261" y="457096"/>
                  </a:lnTo>
                  <a:lnTo>
                    <a:pt x="190180" y="399084"/>
                  </a:lnTo>
                  <a:lnTo>
                    <a:pt x="182299" y="356447"/>
                  </a:lnTo>
                  <a:lnTo>
                    <a:pt x="166048" y="308214"/>
                  </a:lnTo>
                  <a:lnTo>
                    <a:pt x="135859" y="233416"/>
                  </a:lnTo>
                  <a:lnTo>
                    <a:pt x="92681" y="143464"/>
                  </a:lnTo>
                  <a:lnTo>
                    <a:pt x="48418" y="69169"/>
                  </a:lnTo>
                  <a:lnTo>
                    <a:pt x="13911" y="18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D6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5297577" y="6311762"/>
              <a:ext cx="208279" cy="487680"/>
            </a:xfrm>
            <a:custGeom>
              <a:avLst/>
              <a:gdLst/>
              <a:ahLst/>
              <a:cxnLst/>
              <a:rect l="l" t="t" r="r" b="b"/>
              <a:pathLst>
                <a:path w="208279" h="487679">
                  <a:moveTo>
                    <a:pt x="0" y="0"/>
                  </a:moveTo>
                  <a:lnTo>
                    <a:pt x="208276" y="48755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90" name="object 190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437265" y="2036122"/>
            <a:ext cx="1558735" cy="2324710"/>
          </a:xfrm>
          <a:prstGeom prst="rect">
            <a:avLst/>
          </a:prstGeom>
        </p:spPr>
      </p:pic>
      <p:grpSp>
        <p:nvGrpSpPr>
          <p:cNvPr id="191" name="object 191" descr=""/>
          <p:cNvGrpSpPr/>
          <p:nvPr/>
        </p:nvGrpSpPr>
        <p:grpSpPr>
          <a:xfrm>
            <a:off x="9080021" y="1177412"/>
            <a:ext cx="1701164" cy="3125470"/>
            <a:chOff x="9080021" y="1177412"/>
            <a:chExt cx="1701164" cy="3125470"/>
          </a:xfrm>
        </p:grpSpPr>
        <p:sp>
          <p:nvSpPr>
            <p:cNvPr id="192" name="object 192" descr=""/>
            <p:cNvSpPr/>
            <p:nvPr/>
          </p:nvSpPr>
          <p:spPr>
            <a:xfrm>
              <a:off x="9384540" y="4072888"/>
              <a:ext cx="1107440" cy="229870"/>
            </a:xfrm>
            <a:custGeom>
              <a:avLst/>
              <a:gdLst/>
              <a:ahLst/>
              <a:cxnLst/>
              <a:rect l="l" t="t" r="r" b="b"/>
              <a:pathLst>
                <a:path w="1107440" h="229870">
                  <a:moveTo>
                    <a:pt x="553501" y="0"/>
                  </a:moveTo>
                  <a:lnTo>
                    <a:pt x="478393" y="1047"/>
                  </a:lnTo>
                  <a:lnTo>
                    <a:pt x="406356" y="4097"/>
                  </a:lnTo>
                  <a:lnTo>
                    <a:pt x="338050" y="9014"/>
                  </a:lnTo>
                  <a:lnTo>
                    <a:pt x="274135" y="15661"/>
                  </a:lnTo>
                  <a:lnTo>
                    <a:pt x="215270" y="23901"/>
                  </a:lnTo>
                  <a:lnTo>
                    <a:pt x="162114" y="33598"/>
                  </a:lnTo>
                  <a:lnTo>
                    <a:pt x="115326" y="44614"/>
                  </a:lnTo>
                  <a:lnTo>
                    <a:pt x="75567" y="56814"/>
                  </a:lnTo>
                  <a:lnTo>
                    <a:pt x="19771" y="84215"/>
                  </a:lnTo>
                  <a:lnTo>
                    <a:pt x="0" y="114708"/>
                  </a:lnTo>
                  <a:lnTo>
                    <a:pt x="5052" y="130273"/>
                  </a:lnTo>
                  <a:lnTo>
                    <a:pt x="43495" y="159357"/>
                  </a:lnTo>
                  <a:lnTo>
                    <a:pt x="115326" y="184802"/>
                  </a:lnTo>
                  <a:lnTo>
                    <a:pt x="162114" y="195818"/>
                  </a:lnTo>
                  <a:lnTo>
                    <a:pt x="215270" y="205515"/>
                  </a:lnTo>
                  <a:lnTo>
                    <a:pt x="274135" y="213755"/>
                  </a:lnTo>
                  <a:lnTo>
                    <a:pt x="338050" y="220402"/>
                  </a:lnTo>
                  <a:lnTo>
                    <a:pt x="406356" y="225319"/>
                  </a:lnTo>
                  <a:lnTo>
                    <a:pt x="478393" y="228369"/>
                  </a:lnTo>
                  <a:lnTo>
                    <a:pt x="553501" y="229417"/>
                  </a:lnTo>
                  <a:lnTo>
                    <a:pt x="628607" y="228369"/>
                  </a:lnTo>
                  <a:lnTo>
                    <a:pt x="700642" y="225319"/>
                  </a:lnTo>
                  <a:lnTo>
                    <a:pt x="768946" y="220402"/>
                  </a:lnTo>
                  <a:lnTo>
                    <a:pt x="832860" y="213755"/>
                  </a:lnTo>
                  <a:lnTo>
                    <a:pt x="891724" y="205515"/>
                  </a:lnTo>
                  <a:lnTo>
                    <a:pt x="944879" y="195818"/>
                  </a:lnTo>
                  <a:lnTo>
                    <a:pt x="991666" y="184802"/>
                  </a:lnTo>
                  <a:lnTo>
                    <a:pt x="1031425" y="172602"/>
                  </a:lnTo>
                  <a:lnTo>
                    <a:pt x="1087221" y="145201"/>
                  </a:lnTo>
                  <a:lnTo>
                    <a:pt x="1106992" y="114708"/>
                  </a:lnTo>
                  <a:lnTo>
                    <a:pt x="1101939" y="99143"/>
                  </a:lnTo>
                  <a:lnTo>
                    <a:pt x="1063496" y="70060"/>
                  </a:lnTo>
                  <a:lnTo>
                    <a:pt x="991666" y="44614"/>
                  </a:lnTo>
                  <a:lnTo>
                    <a:pt x="944879" y="33598"/>
                  </a:lnTo>
                  <a:lnTo>
                    <a:pt x="891724" y="23901"/>
                  </a:lnTo>
                  <a:lnTo>
                    <a:pt x="832860" y="15661"/>
                  </a:lnTo>
                  <a:lnTo>
                    <a:pt x="768946" y="9014"/>
                  </a:lnTo>
                  <a:lnTo>
                    <a:pt x="700642" y="4097"/>
                  </a:lnTo>
                  <a:lnTo>
                    <a:pt x="628607" y="1047"/>
                  </a:lnTo>
                  <a:lnTo>
                    <a:pt x="553501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9080017" y="1177422"/>
              <a:ext cx="1701164" cy="2630805"/>
            </a:xfrm>
            <a:custGeom>
              <a:avLst/>
              <a:gdLst/>
              <a:ahLst/>
              <a:cxnLst/>
              <a:rect l="l" t="t" r="r" b="b"/>
              <a:pathLst>
                <a:path w="1701165" h="2630804">
                  <a:moveTo>
                    <a:pt x="371500" y="1631086"/>
                  </a:moveTo>
                  <a:lnTo>
                    <a:pt x="360667" y="1581111"/>
                  </a:lnTo>
                  <a:lnTo>
                    <a:pt x="344258" y="1533613"/>
                  </a:lnTo>
                  <a:lnTo>
                    <a:pt x="322770" y="1488554"/>
                  </a:lnTo>
                  <a:lnTo>
                    <a:pt x="296684" y="1445945"/>
                  </a:lnTo>
                  <a:lnTo>
                    <a:pt x="266484" y="1405737"/>
                  </a:lnTo>
                  <a:lnTo>
                    <a:pt x="232638" y="1367942"/>
                  </a:lnTo>
                  <a:lnTo>
                    <a:pt x="195643" y="1332509"/>
                  </a:lnTo>
                  <a:lnTo>
                    <a:pt x="155981" y="1299438"/>
                  </a:lnTo>
                  <a:lnTo>
                    <a:pt x="149517" y="1311224"/>
                  </a:lnTo>
                  <a:lnTo>
                    <a:pt x="146875" y="1324546"/>
                  </a:lnTo>
                  <a:lnTo>
                    <a:pt x="147091" y="1338567"/>
                  </a:lnTo>
                  <a:lnTo>
                    <a:pt x="162001" y="1395958"/>
                  </a:lnTo>
                  <a:lnTo>
                    <a:pt x="181368" y="1437030"/>
                  </a:lnTo>
                  <a:lnTo>
                    <a:pt x="206082" y="1475409"/>
                  </a:lnTo>
                  <a:lnTo>
                    <a:pt x="234873" y="1510868"/>
                  </a:lnTo>
                  <a:lnTo>
                    <a:pt x="266598" y="1543469"/>
                  </a:lnTo>
                  <a:lnTo>
                    <a:pt x="300443" y="1573911"/>
                  </a:lnTo>
                  <a:lnTo>
                    <a:pt x="335661" y="1602892"/>
                  </a:lnTo>
                  <a:lnTo>
                    <a:pt x="371500" y="1631086"/>
                  </a:lnTo>
                  <a:close/>
                </a:path>
                <a:path w="1701165" h="2630804">
                  <a:moveTo>
                    <a:pt x="482561" y="1827555"/>
                  </a:moveTo>
                  <a:lnTo>
                    <a:pt x="435521" y="1838121"/>
                  </a:lnTo>
                  <a:lnTo>
                    <a:pt x="391591" y="1857006"/>
                  </a:lnTo>
                  <a:lnTo>
                    <a:pt x="350723" y="1882622"/>
                  </a:lnTo>
                  <a:lnTo>
                    <a:pt x="312915" y="1913407"/>
                  </a:lnTo>
                  <a:lnTo>
                    <a:pt x="279349" y="1948967"/>
                  </a:lnTo>
                  <a:lnTo>
                    <a:pt x="251599" y="1989239"/>
                  </a:lnTo>
                  <a:lnTo>
                    <a:pt x="230251" y="2033244"/>
                  </a:lnTo>
                  <a:lnTo>
                    <a:pt x="215874" y="2079993"/>
                  </a:lnTo>
                  <a:lnTo>
                    <a:pt x="261670" y="2069934"/>
                  </a:lnTo>
                  <a:lnTo>
                    <a:pt x="303364" y="2047862"/>
                  </a:lnTo>
                  <a:lnTo>
                    <a:pt x="340461" y="2017090"/>
                  </a:lnTo>
                  <a:lnTo>
                    <a:pt x="372491" y="1980971"/>
                  </a:lnTo>
                  <a:lnTo>
                    <a:pt x="400011" y="1942553"/>
                  </a:lnTo>
                  <a:lnTo>
                    <a:pt x="425640" y="1903526"/>
                  </a:lnTo>
                  <a:lnTo>
                    <a:pt x="451993" y="1865122"/>
                  </a:lnTo>
                  <a:lnTo>
                    <a:pt x="482561" y="1827555"/>
                  </a:lnTo>
                  <a:close/>
                </a:path>
                <a:path w="1701165" h="2630804">
                  <a:moveTo>
                    <a:pt x="484644" y="1378419"/>
                  </a:moveTo>
                  <a:lnTo>
                    <a:pt x="483298" y="1342910"/>
                  </a:lnTo>
                  <a:lnTo>
                    <a:pt x="473875" y="1308849"/>
                  </a:lnTo>
                  <a:lnTo>
                    <a:pt x="439775" y="1337830"/>
                  </a:lnTo>
                  <a:lnTo>
                    <a:pt x="412483" y="1373416"/>
                  </a:lnTo>
                  <a:lnTo>
                    <a:pt x="391998" y="1413725"/>
                  </a:lnTo>
                  <a:lnTo>
                    <a:pt x="378333" y="1456855"/>
                  </a:lnTo>
                  <a:lnTo>
                    <a:pt x="371017" y="1501216"/>
                  </a:lnTo>
                  <a:lnTo>
                    <a:pt x="368858" y="1546174"/>
                  </a:lnTo>
                  <a:lnTo>
                    <a:pt x="370814" y="1591322"/>
                  </a:lnTo>
                  <a:lnTo>
                    <a:pt x="375805" y="1636242"/>
                  </a:lnTo>
                  <a:lnTo>
                    <a:pt x="375818" y="1636471"/>
                  </a:lnTo>
                  <a:lnTo>
                    <a:pt x="327520" y="1609890"/>
                  </a:lnTo>
                  <a:lnTo>
                    <a:pt x="275336" y="1588541"/>
                  </a:lnTo>
                  <a:lnTo>
                    <a:pt x="221056" y="1573250"/>
                  </a:lnTo>
                  <a:lnTo>
                    <a:pt x="165379" y="1564246"/>
                  </a:lnTo>
                  <a:lnTo>
                    <a:pt x="139065" y="1562684"/>
                  </a:lnTo>
                  <a:lnTo>
                    <a:pt x="112788" y="1564271"/>
                  </a:lnTo>
                  <a:lnTo>
                    <a:pt x="87795" y="1570443"/>
                  </a:lnTo>
                  <a:lnTo>
                    <a:pt x="65328" y="1582648"/>
                  </a:lnTo>
                  <a:lnTo>
                    <a:pt x="59436" y="1587093"/>
                  </a:lnTo>
                  <a:lnTo>
                    <a:pt x="53695" y="1593672"/>
                  </a:lnTo>
                  <a:lnTo>
                    <a:pt x="55994" y="1606257"/>
                  </a:lnTo>
                  <a:lnTo>
                    <a:pt x="104165" y="1638046"/>
                  </a:lnTo>
                  <a:lnTo>
                    <a:pt x="147561" y="1655622"/>
                  </a:lnTo>
                  <a:lnTo>
                    <a:pt x="193611" y="1666138"/>
                  </a:lnTo>
                  <a:lnTo>
                    <a:pt x="240944" y="1669554"/>
                  </a:lnTo>
                  <a:lnTo>
                    <a:pt x="288188" y="1665871"/>
                  </a:lnTo>
                  <a:lnTo>
                    <a:pt x="333971" y="1655038"/>
                  </a:lnTo>
                  <a:lnTo>
                    <a:pt x="375881" y="1637512"/>
                  </a:lnTo>
                  <a:lnTo>
                    <a:pt x="376605" y="1648955"/>
                  </a:lnTo>
                  <a:lnTo>
                    <a:pt x="406298" y="1602143"/>
                  </a:lnTo>
                  <a:lnTo>
                    <a:pt x="432092" y="1553070"/>
                  </a:lnTo>
                  <a:lnTo>
                    <a:pt x="453834" y="1502067"/>
                  </a:lnTo>
                  <a:lnTo>
                    <a:pt x="471360" y="1449476"/>
                  </a:lnTo>
                  <a:lnTo>
                    <a:pt x="479996" y="1414297"/>
                  </a:lnTo>
                  <a:lnTo>
                    <a:pt x="484644" y="1378419"/>
                  </a:lnTo>
                  <a:close/>
                </a:path>
                <a:path w="1701165" h="2630804">
                  <a:moveTo>
                    <a:pt x="573900" y="1614703"/>
                  </a:moveTo>
                  <a:lnTo>
                    <a:pt x="572173" y="1563293"/>
                  </a:lnTo>
                  <a:lnTo>
                    <a:pt x="565531" y="1512316"/>
                  </a:lnTo>
                  <a:lnTo>
                    <a:pt x="554062" y="1462366"/>
                  </a:lnTo>
                  <a:lnTo>
                    <a:pt x="529196" y="1501267"/>
                  </a:lnTo>
                  <a:lnTo>
                    <a:pt x="509041" y="1542770"/>
                  </a:lnTo>
                  <a:lnTo>
                    <a:pt x="493674" y="1586293"/>
                  </a:lnTo>
                  <a:lnTo>
                    <a:pt x="483158" y="1631276"/>
                  </a:lnTo>
                  <a:lnTo>
                    <a:pt x="477558" y="1677149"/>
                  </a:lnTo>
                  <a:lnTo>
                    <a:pt x="476948" y="1723339"/>
                  </a:lnTo>
                  <a:lnTo>
                    <a:pt x="481393" y="1769275"/>
                  </a:lnTo>
                  <a:lnTo>
                    <a:pt x="490969" y="1814410"/>
                  </a:lnTo>
                  <a:lnTo>
                    <a:pt x="505752" y="1858149"/>
                  </a:lnTo>
                  <a:lnTo>
                    <a:pt x="529920" y="1813204"/>
                  </a:lnTo>
                  <a:lnTo>
                    <a:pt x="548728" y="1765795"/>
                  </a:lnTo>
                  <a:lnTo>
                    <a:pt x="562279" y="1716532"/>
                  </a:lnTo>
                  <a:lnTo>
                    <a:pt x="570636" y="1665973"/>
                  </a:lnTo>
                  <a:lnTo>
                    <a:pt x="573900" y="1614703"/>
                  </a:lnTo>
                  <a:close/>
                </a:path>
                <a:path w="1701165" h="2630804">
                  <a:moveTo>
                    <a:pt x="648093" y="2025954"/>
                  </a:moveTo>
                  <a:lnTo>
                    <a:pt x="646823" y="2026119"/>
                  </a:lnTo>
                  <a:lnTo>
                    <a:pt x="602678" y="2026653"/>
                  </a:lnTo>
                  <a:lnTo>
                    <a:pt x="559066" y="2033600"/>
                  </a:lnTo>
                  <a:lnTo>
                    <a:pt x="516915" y="2046744"/>
                  </a:lnTo>
                  <a:lnTo>
                    <a:pt x="477126" y="2065870"/>
                  </a:lnTo>
                  <a:lnTo>
                    <a:pt x="440601" y="2090674"/>
                  </a:lnTo>
                  <a:lnTo>
                    <a:pt x="408076" y="2120531"/>
                  </a:lnTo>
                  <a:lnTo>
                    <a:pt x="380161" y="2154745"/>
                  </a:lnTo>
                  <a:lnTo>
                    <a:pt x="357530" y="2192642"/>
                  </a:lnTo>
                  <a:lnTo>
                    <a:pt x="353352" y="2210079"/>
                  </a:lnTo>
                  <a:lnTo>
                    <a:pt x="355574" y="2215324"/>
                  </a:lnTo>
                  <a:lnTo>
                    <a:pt x="359752" y="2220912"/>
                  </a:lnTo>
                  <a:lnTo>
                    <a:pt x="367817" y="2221420"/>
                  </a:lnTo>
                  <a:lnTo>
                    <a:pt x="374751" y="2220976"/>
                  </a:lnTo>
                  <a:lnTo>
                    <a:pt x="416267" y="2212860"/>
                  </a:lnTo>
                  <a:lnTo>
                    <a:pt x="455117" y="2195703"/>
                  </a:lnTo>
                  <a:lnTo>
                    <a:pt x="491109" y="2171916"/>
                  </a:lnTo>
                  <a:lnTo>
                    <a:pt x="524002" y="2143912"/>
                  </a:lnTo>
                  <a:lnTo>
                    <a:pt x="554494" y="2113762"/>
                  </a:lnTo>
                  <a:lnTo>
                    <a:pt x="584403" y="2082952"/>
                  </a:lnTo>
                  <a:lnTo>
                    <a:pt x="615124" y="2053145"/>
                  </a:lnTo>
                  <a:lnTo>
                    <a:pt x="648093" y="2025954"/>
                  </a:lnTo>
                  <a:close/>
                </a:path>
                <a:path w="1701165" h="2630804">
                  <a:moveTo>
                    <a:pt x="732345" y="1710118"/>
                  </a:moveTo>
                  <a:lnTo>
                    <a:pt x="730046" y="1665871"/>
                  </a:lnTo>
                  <a:lnTo>
                    <a:pt x="717207" y="1623783"/>
                  </a:lnTo>
                  <a:lnTo>
                    <a:pt x="707796" y="1615376"/>
                  </a:lnTo>
                  <a:lnTo>
                    <a:pt x="704215" y="1616748"/>
                  </a:lnTo>
                  <a:lnTo>
                    <a:pt x="659599" y="1659432"/>
                  </a:lnTo>
                  <a:lnTo>
                    <a:pt x="636930" y="1715998"/>
                  </a:lnTo>
                  <a:lnTo>
                    <a:pt x="625906" y="1765617"/>
                  </a:lnTo>
                  <a:lnTo>
                    <a:pt x="619658" y="1816049"/>
                  </a:lnTo>
                  <a:lnTo>
                    <a:pt x="618172" y="1866861"/>
                  </a:lnTo>
                  <a:lnTo>
                    <a:pt x="621461" y="1917598"/>
                  </a:lnTo>
                  <a:lnTo>
                    <a:pt x="629513" y="1967776"/>
                  </a:lnTo>
                  <a:lnTo>
                    <a:pt x="642315" y="2016975"/>
                  </a:lnTo>
                  <a:lnTo>
                    <a:pt x="642937" y="2014054"/>
                  </a:lnTo>
                  <a:lnTo>
                    <a:pt x="645960" y="2007844"/>
                  </a:lnTo>
                  <a:lnTo>
                    <a:pt x="662393" y="1971382"/>
                  </a:lnTo>
                  <a:lnTo>
                    <a:pt x="672236" y="1954441"/>
                  </a:lnTo>
                  <a:lnTo>
                    <a:pt x="690283" y="1918004"/>
                  </a:lnTo>
                  <a:lnTo>
                    <a:pt x="702284" y="1878749"/>
                  </a:lnTo>
                  <a:lnTo>
                    <a:pt x="710895" y="1838109"/>
                  </a:lnTo>
                  <a:lnTo>
                    <a:pt x="718820" y="1797532"/>
                  </a:lnTo>
                  <a:lnTo>
                    <a:pt x="723315" y="1775828"/>
                  </a:lnTo>
                  <a:lnTo>
                    <a:pt x="727379" y="1754047"/>
                  </a:lnTo>
                  <a:lnTo>
                    <a:pt x="730542" y="1732153"/>
                  </a:lnTo>
                  <a:lnTo>
                    <a:pt x="732345" y="1710118"/>
                  </a:lnTo>
                  <a:close/>
                </a:path>
                <a:path w="1701165" h="2630804">
                  <a:moveTo>
                    <a:pt x="781672" y="816305"/>
                  </a:moveTo>
                  <a:lnTo>
                    <a:pt x="757034" y="781431"/>
                  </a:lnTo>
                  <a:lnTo>
                    <a:pt x="730427" y="744677"/>
                  </a:lnTo>
                  <a:lnTo>
                    <a:pt x="701700" y="710006"/>
                  </a:lnTo>
                  <a:lnTo>
                    <a:pt x="670737" y="681342"/>
                  </a:lnTo>
                  <a:lnTo>
                    <a:pt x="636447" y="659701"/>
                  </a:lnTo>
                  <a:lnTo>
                    <a:pt x="598830" y="644677"/>
                  </a:lnTo>
                  <a:lnTo>
                    <a:pt x="559447" y="638073"/>
                  </a:lnTo>
                  <a:lnTo>
                    <a:pt x="519836" y="641705"/>
                  </a:lnTo>
                  <a:lnTo>
                    <a:pt x="545401" y="680656"/>
                  </a:lnTo>
                  <a:lnTo>
                    <a:pt x="576072" y="715695"/>
                  </a:lnTo>
                  <a:lnTo>
                    <a:pt x="611149" y="746379"/>
                  </a:lnTo>
                  <a:lnTo>
                    <a:pt x="649935" y="772248"/>
                  </a:lnTo>
                  <a:lnTo>
                    <a:pt x="691756" y="792835"/>
                  </a:lnTo>
                  <a:lnTo>
                    <a:pt x="735888" y="807669"/>
                  </a:lnTo>
                  <a:lnTo>
                    <a:pt x="781672" y="816305"/>
                  </a:lnTo>
                  <a:close/>
                </a:path>
                <a:path w="1701165" h="2630804">
                  <a:moveTo>
                    <a:pt x="820572" y="620674"/>
                  </a:moveTo>
                  <a:lnTo>
                    <a:pt x="815746" y="573532"/>
                  </a:lnTo>
                  <a:lnTo>
                    <a:pt x="804913" y="526770"/>
                  </a:lnTo>
                  <a:lnTo>
                    <a:pt x="788555" y="480555"/>
                  </a:lnTo>
                  <a:lnTo>
                    <a:pt x="767130" y="435102"/>
                  </a:lnTo>
                  <a:lnTo>
                    <a:pt x="749935" y="473506"/>
                  </a:lnTo>
                  <a:lnTo>
                    <a:pt x="740600" y="514642"/>
                  </a:lnTo>
                  <a:lnTo>
                    <a:pt x="738212" y="557110"/>
                  </a:lnTo>
                  <a:lnTo>
                    <a:pt x="741807" y="599541"/>
                  </a:lnTo>
                  <a:lnTo>
                    <a:pt x="750227" y="640994"/>
                  </a:lnTo>
                  <a:lnTo>
                    <a:pt x="762152" y="681621"/>
                  </a:lnTo>
                  <a:lnTo>
                    <a:pt x="776389" y="721639"/>
                  </a:lnTo>
                  <a:lnTo>
                    <a:pt x="791743" y="761238"/>
                  </a:lnTo>
                  <a:lnTo>
                    <a:pt x="794575" y="762431"/>
                  </a:lnTo>
                  <a:lnTo>
                    <a:pt x="810450" y="715314"/>
                  </a:lnTo>
                  <a:lnTo>
                    <a:pt x="818972" y="668007"/>
                  </a:lnTo>
                  <a:lnTo>
                    <a:pt x="820572" y="620674"/>
                  </a:lnTo>
                  <a:close/>
                </a:path>
                <a:path w="1701165" h="2630804">
                  <a:moveTo>
                    <a:pt x="1068019" y="1431061"/>
                  </a:moveTo>
                  <a:lnTo>
                    <a:pt x="1062304" y="1379334"/>
                  </a:lnTo>
                  <a:lnTo>
                    <a:pt x="1048880" y="1329448"/>
                  </a:lnTo>
                  <a:lnTo>
                    <a:pt x="1026718" y="1282890"/>
                  </a:lnTo>
                  <a:lnTo>
                    <a:pt x="1006678" y="1326769"/>
                  </a:lnTo>
                  <a:lnTo>
                    <a:pt x="991196" y="1371917"/>
                  </a:lnTo>
                  <a:lnTo>
                    <a:pt x="980414" y="1417942"/>
                  </a:lnTo>
                  <a:lnTo>
                    <a:pt x="974432" y="1464500"/>
                  </a:lnTo>
                  <a:lnTo>
                    <a:pt x="973378" y="1511223"/>
                  </a:lnTo>
                  <a:lnTo>
                    <a:pt x="977379" y="1557743"/>
                  </a:lnTo>
                  <a:lnTo>
                    <a:pt x="986536" y="1603705"/>
                  </a:lnTo>
                  <a:lnTo>
                    <a:pt x="1000975" y="1648739"/>
                  </a:lnTo>
                  <a:lnTo>
                    <a:pt x="1020826" y="1692503"/>
                  </a:lnTo>
                  <a:lnTo>
                    <a:pt x="1022832" y="1685556"/>
                  </a:lnTo>
                  <a:lnTo>
                    <a:pt x="1037170" y="1635607"/>
                  </a:lnTo>
                  <a:lnTo>
                    <a:pt x="1050213" y="1585302"/>
                  </a:lnTo>
                  <a:lnTo>
                    <a:pt x="1060615" y="1534515"/>
                  </a:lnTo>
                  <a:lnTo>
                    <a:pt x="1067041" y="1483118"/>
                  </a:lnTo>
                  <a:lnTo>
                    <a:pt x="1068019" y="1431061"/>
                  </a:lnTo>
                  <a:close/>
                </a:path>
                <a:path w="1701165" h="2630804">
                  <a:moveTo>
                    <a:pt x="1117892" y="1770761"/>
                  </a:moveTo>
                  <a:lnTo>
                    <a:pt x="1095095" y="1740369"/>
                  </a:lnTo>
                  <a:lnTo>
                    <a:pt x="1088618" y="1747177"/>
                  </a:lnTo>
                  <a:lnTo>
                    <a:pt x="1057630" y="1792846"/>
                  </a:lnTo>
                  <a:lnTo>
                    <a:pt x="1036408" y="1836102"/>
                  </a:lnTo>
                  <a:lnTo>
                    <a:pt x="1020406" y="1882190"/>
                  </a:lnTo>
                  <a:lnTo>
                    <a:pt x="1009992" y="1930006"/>
                  </a:lnTo>
                  <a:lnTo>
                    <a:pt x="1005509" y="1978418"/>
                  </a:lnTo>
                  <a:lnTo>
                    <a:pt x="1007300" y="2026323"/>
                  </a:lnTo>
                  <a:lnTo>
                    <a:pt x="1015720" y="2072601"/>
                  </a:lnTo>
                  <a:lnTo>
                    <a:pt x="1044308" y="2027047"/>
                  </a:lnTo>
                  <a:lnTo>
                    <a:pt x="1068476" y="1978990"/>
                  </a:lnTo>
                  <a:lnTo>
                    <a:pt x="1088072" y="1928888"/>
                  </a:lnTo>
                  <a:lnTo>
                    <a:pt x="1102944" y="1877187"/>
                  </a:lnTo>
                  <a:lnTo>
                    <a:pt x="1112939" y="1824329"/>
                  </a:lnTo>
                  <a:lnTo>
                    <a:pt x="1117892" y="1770761"/>
                  </a:lnTo>
                  <a:close/>
                </a:path>
                <a:path w="1701165" h="2630804">
                  <a:moveTo>
                    <a:pt x="1430248" y="2018157"/>
                  </a:moveTo>
                  <a:lnTo>
                    <a:pt x="1381125" y="1998510"/>
                  </a:lnTo>
                  <a:lnTo>
                    <a:pt x="1329347" y="1987626"/>
                  </a:lnTo>
                  <a:lnTo>
                    <a:pt x="1276477" y="1985670"/>
                  </a:lnTo>
                  <a:lnTo>
                    <a:pt x="1224076" y="1992858"/>
                  </a:lnTo>
                  <a:lnTo>
                    <a:pt x="1173746" y="2007666"/>
                  </a:lnTo>
                  <a:lnTo>
                    <a:pt x="1126972" y="2029079"/>
                  </a:lnTo>
                  <a:lnTo>
                    <a:pt x="1085075" y="2058085"/>
                  </a:lnTo>
                  <a:lnTo>
                    <a:pt x="1049388" y="2095614"/>
                  </a:lnTo>
                  <a:lnTo>
                    <a:pt x="1098092" y="2105050"/>
                  </a:lnTo>
                  <a:lnTo>
                    <a:pt x="1147876" y="2108568"/>
                  </a:lnTo>
                  <a:lnTo>
                    <a:pt x="1198041" y="2106396"/>
                  </a:lnTo>
                  <a:lnTo>
                    <a:pt x="1247889" y="2098763"/>
                  </a:lnTo>
                  <a:lnTo>
                    <a:pt x="1296720" y="2085886"/>
                  </a:lnTo>
                  <a:lnTo>
                    <a:pt x="1343850" y="2068004"/>
                  </a:lnTo>
                  <a:lnTo>
                    <a:pt x="1388592" y="2045360"/>
                  </a:lnTo>
                  <a:lnTo>
                    <a:pt x="1430248" y="2018157"/>
                  </a:lnTo>
                  <a:close/>
                </a:path>
                <a:path w="1701165" h="2630804">
                  <a:moveTo>
                    <a:pt x="1462036" y="1836039"/>
                  </a:moveTo>
                  <a:lnTo>
                    <a:pt x="1422958" y="1785988"/>
                  </a:lnTo>
                  <a:lnTo>
                    <a:pt x="1386903" y="1758442"/>
                  </a:lnTo>
                  <a:lnTo>
                    <a:pt x="1347292" y="1735823"/>
                  </a:lnTo>
                  <a:lnTo>
                    <a:pt x="1305369" y="1717763"/>
                  </a:lnTo>
                  <a:lnTo>
                    <a:pt x="1263726" y="1701609"/>
                  </a:lnTo>
                  <a:lnTo>
                    <a:pt x="1222476" y="1687144"/>
                  </a:lnTo>
                  <a:lnTo>
                    <a:pt x="1179156" y="1677682"/>
                  </a:lnTo>
                  <a:lnTo>
                    <a:pt x="1131316" y="1676527"/>
                  </a:lnTo>
                  <a:lnTo>
                    <a:pt x="1131316" y="1681416"/>
                  </a:lnTo>
                  <a:lnTo>
                    <a:pt x="1148321" y="1688198"/>
                  </a:lnTo>
                  <a:lnTo>
                    <a:pt x="1161542" y="1697088"/>
                  </a:lnTo>
                  <a:lnTo>
                    <a:pt x="1224267" y="1749259"/>
                  </a:lnTo>
                  <a:lnTo>
                    <a:pt x="1262989" y="1775142"/>
                  </a:lnTo>
                  <a:lnTo>
                    <a:pt x="1303591" y="1798002"/>
                  </a:lnTo>
                  <a:lnTo>
                    <a:pt x="1345806" y="1817687"/>
                  </a:lnTo>
                  <a:lnTo>
                    <a:pt x="1380058" y="1830590"/>
                  </a:lnTo>
                  <a:lnTo>
                    <a:pt x="1372247" y="1831467"/>
                  </a:lnTo>
                  <a:lnTo>
                    <a:pt x="1321790" y="1843417"/>
                  </a:lnTo>
                  <a:lnTo>
                    <a:pt x="1272844" y="1861185"/>
                  </a:lnTo>
                  <a:lnTo>
                    <a:pt x="1226172" y="1884438"/>
                  </a:lnTo>
                  <a:lnTo>
                    <a:pt x="1182547" y="1912835"/>
                  </a:lnTo>
                  <a:lnTo>
                    <a:pt x="1142758" y="1946046"/>
                  </a:lnTo>
                  <a:lnTo>
                    <a:pt x="1107579" y="1983727"/>
                  </a:lnTo>
                  <a:lnTo>
                    <a:pt x="1077772" y="2025548"/>
                  </a:lnTo>
                  <a:lnTo>
                    <a:pt x="1091133" y="2014715"/>
                  </a:lnTo>
                  <a:lnTo>
                    <a:pt x="1108202" y="2007476"/>
                  </a:lnTo>
                  <a:lnTo>
                    <a:pt x="1126731" y="2002688"/>
                  </a:lnTo>
                  <a:lnTo>
                    <a:pt x="1187069" y="1990636"/>
                  </a:lnTo>
                  <a:lnTo>
                    <a:pt x="1229360" y="1980603"/>
                  </a:lnTo>
                  <a:lnTo>
                    <a:pt x="1270673" y="1967725"/>
                  </a:lnTo>
                  <a:lnTo>
                    <a:pt x="1310373" y="1950669"/>
                  </a:lnTo>
                  <a:lnTo>
                    <a:pt x="1347584" y="1927948"/>
                  </a:lnTo>
                  <a:lnTo>
                    <a:pt x="1380337" y="1899246"/>
                  </a:lnTo>
                  <a:lnTo>
                    <a:pt x="1406372" y="1865007"/>
                  </a:lnTo>
                  <a:lnTo>
                    <a:pt x="1416367" y="1841931"/>
                  </a:lnTo>
                  <a:lnTo>
                    <a:pt x="1434134" y="1847088"/>
                  </a:lnTo>
                  <a:lnTo>
                    <a:pt x="1441589" y="1848446"/>
                  </a:lnTo>
                  <a:lnTo>
                    <a:pt x="1449133" y="1848523"/>
                  </a:lnTo>
                  <a:lnTo>
                    <a:pt x="1455801" y="1846580"/>
                  </a:lnTo>
                  <a:lnTo>
                    <a:pt x="1460563" y="1841842"/>
                  </a:lnTo>
                  <a:lnTo>
                    <a:pt x="1462036" y="1836039"/>
                  </a:lnTo>
                  <a:close/>
                </a:path>
                <a:path w="1701165" h="2630804">
                  <a:moveTo>
                    <a:pt x="1647291" y="1300111"/>
                  </a:moveTo>
                  <a:lnTo>
                    <a:pt x="1598980" y="1307757"/>
                  </a:lnTo>
                  <a:lnTo>
                    <a:pt x="1551266" y="1320825"/>
                  </a:lnTo>
                  <a:lnTo>
                    <a:pt x="1504619" y="1338935"/>
                  </a:lnTo>
                  <a:lnTo>
                    <a:pt x="1459509" y="1361668"/>
                  </a:lnTo>
                  <a:lnTo>
                    <a:pt x="1416431" y="1388592"/>
                  </a:lnTo>
                  <a:lnTo>
                    <a:pt x="1375841" y="1419301"/>
                  </a:lnTo>
                  <a:lnTo>
                    <a:pt x="1338237" y="1453388"/>
                  </a:lnTo>
                  <a:lnTo>
                    <a:pt x="1304074" y="1490433"/>
                  </a:lnTo>
                  <a:lnTo>
                    <a:pt x="1273848" y="1530019"/>
                  </a:lnTo>
                  <a:lnTo>
                    <a:pt x="1248016" y="1571739"/>
                  </a:lnTo>
                  <a:lnTo>
                    <a:pt x="1293583" y="1569656"/>
                  </a:lnTo>
                  <a:lnTo>
                    <a:pt x="1338783" y="1561871"/>
                  </a:lnTo>
                  <a:lnTo>
                    <a:pt x="1383118" y="1548765"/>
                  </a:lnTo>
                  <a:lnTo>
                    <a:pt x="1426108" y="1530731"/>
                  </a:lnTo>
                  <a:lnTo>
                    <a:pt x="1467243" y="1508188"/>
                  </a:lnTo>
                  <a:lnTo>
                    <a:pt x="1506029" y="1481505"/>
                  </a:lnTo>
                  <a:lnTo>
                    <a:pt x="1541957" y="1451102"/>
                  </a:lnTo>
                  <a:lnTo>
                    <a:pt x="1574558" y="1417370"/>
                  </a:lnTo>
                  <a:lnTo>
                    <a:pt x="1603298" y="1380693"/>
                  </a:lnTo>
                  <a:lnTo>
                    <a:pt x="1627708" y="1341475"/>
                  </a:lnTo>
                  <a:lnTo>
                    <a:pt x="1647291" y="1300111"/>
                  </a:lnTo>
                  <a:close/>
                </a:path>
                <a:path w="1701165" h="2630804">
                  <a:moveTo>
                    <a:pt x="1653667" y="1691005"/>
                  </a:moveTo>
                  <a:lnTo>
                    <a:pt x="1633347" y="1649349"/>
                  </a:lnTo>
                  <a:lnTo>
                    <a:pt x="1594421" y="1623314"/>
                  </a:lnTo>
                  <a:lnTo>
                    <a:pt x="1535074" y="1600657"/>
                  </a:lnTo>
                  <a:lnTo>
                    <a:pt x="1489481" y="1588668"/>
                  </a:lnTo>
                  <a:lnTo>
                    <a:pt x="1443355" y="1580794"/>
                  </a:lnTo>
                  <a:lnTo>
                    <a:pt x="1396784" y="1576844"/>
                  </a:lnTo>
                  <a:lnTo>
                    <a:pt x="1349933" y="1576616"/>
                  </a:lnTo>
                  <a:lnTo>
                    <a:pt x="1302905" y="1579918"/>
                  </a:lnTo>
                  <a:lnTo>
                    <a:pt x="1255839" y="1586534"/>
                  </a:lnTo>
                  <a:lnTo>
                    <a:pt x="1208849" y="1596275"/>
                  </a:lnTo>
                  <a:lnTo>
                    <a:pt x="1198816" y="1599603"/>
                  </a:lnTo>
                  <a:lnTo>
                    <a:pt x="1247825" y="1610436"/>
                  </a:lnTo>
                  <a:lnTo>
                    <a:pt x="1295196" y="1626717"/>
                  </a:lnTo>
                  <a:lnTo>
                    <a:pt x="1341386" y="1646923"/>
                  </a:lnTo>
                  <a:lnTo>
                    <a:pt x="1386890" y="1669567"/>
                  </a:lnTo>
                  <a:lnTo>
                    <a:pt x="1432153" y="1693138"/>
                  </a:lnTo>
                  <a:lnTo>
                    <a:pt x="1477645" y="1716125"/>
                  </a:lnTo>
                  <a:lnTo>
                    <a:pt x="1523860" y="1737029"/>
                  </a:lnTo>
                  <a:lnTo>
                    <a:pt x="1541653" y="1743760"/>
                  </a:lnTo>
                  <a:lnTo>
                    <a:pt x="1559953" y="1748917"/>
                  </a:lnTo>
                  <a:lnTo>
                    <a:pt x="1578584" y="1751647"/>
                  </a:lnTo>
                  <a:lnTo>
                    <a:pt x="1597342" y="1751101"/>
                  </a:lnTo>
                  <a:lnTo>
                    <a:pt x="1615744" y="1746199"/>
                  </a:lnTo>
                  <a:lnTo>
                    <a:pt x="1632280" y="1736763"/>
                  </a:lnTo>
                  <a:lnTo>
                    <a:pt x="1645170" y="1723326"/>
                  </a:lnTo>
                  <a:lnTo>
                    <a:pt x="1652663" y="1706435"/>
                  </a:lnTo>
                  <a:lnTo>
                    <a:pt x="1653667" y="1691005"/>
                  </a:lnTo>
                  <a:close/>
                </a:path>
                <a:path w="1701165" h="2630804">
                  <a:moveTo>
                    <a:pt x="1700631" y="639025"/>
                  </a:moveTo>
                  <a:lnTo>
                    <a:pt x="1661147" y="629373"/>
                  </a:lnTo>
                  <a:lnTo>
                    <a:pt x="1620278" y="629754"/>
                  </a:lnTo>
                  <a:lnTo>
                    <a:pt x="1579410" y="637857"/>
                  </a:lnTo>
                  <a:lnTo>
                    <a:pt x="1539925" y="651395"/>
                  </a:lnTo>
                  <a:lnTo>
                    <a:pt x="1491259" y="673569"/>
                  </a:lnTo>
                  <a:lnTo>
                    <a:pt x="1445488" y="699719"/>
                  </a:lnTo>
                  <a:lnTo>
                    <a:pt x="1402930" y="729843"/>
                  </a:lnTo>
                  <a:lnTo>
                    <a:pt x="1363865" y="763955"/>
                  </a:lnTo>
                  <a:lnTo>
                    <a:pt x="1328585" y="802030"/>
                  </a:lnTo>
                  <a:lnTo>
                    <a:pt x="1297393" y="844105"/>
                  </a:lnTo>
                  <a:lnTo>
                    <a:pt x="1275448" y="881786"/>
                  </a:lnTo>
                  <a:lnTo>
                    <a:pt x="1221625" y="928738"/>
                  </a:lnTo>
                  <a:lnTo>
                    <a:pt x="1130973" y="1008608"/>
                  </a:lnTo>
                  <a:lnTo>
                    <a:pt x="1085037" y="1050366"/>
                  </a:lnTo>
                  <a:lnTo>
                    <a:pt x="1055636" y="1078217"/>
                  </a:lnTo>
                  <a:lnTo>
                    <a:pt x="1059053" y="1071753"/>
                  </a:lnTo>
                  <a:lnTo>
                    <a:pt x="1075855" y="1034580"/>
                  </a:lnTo>
                  <a:lnTo>
                    <a:pt x="1098905" y="966076"/>
                  </a:lnTo>
                  <a:lnTo>
                    <a:pt x="1105382" y="936434"/>
                  </a:lnTo>
                  <a:lnTo>
                    <a:pt x="1142657" y="910767"/>
                  </a:lnTo>
                  <a:lnTo>
                    <a:pt x="1179715" y="879716"/>
                  </a:lnTo>
                  <a:lnTo>
                    <a:pt x="1213827" y="845769"/>
                  </a:lnTo>
                  <a:lnTo>
                    <a:pt x="1245654" y="809066"/>
                  </a:lnTo>
                  <a:lnTo>
                    <a:pt x="1275854" y="769785"/>
                  </a:lnTo>
                  <a:lnTo>
                    <a:pt x="1300099" y="732929"/>
                  </a:lnTo>
                  <a:lnTo>
                    <a:pt x="1319390" y="693331"/>
                  </a:lnTo>
                  <a:lnTo>
                    <a:pt x="1330782" y="651725"/>
                  </a:lnTo>
                  <a:lnTo>
                    <a:pt x="1331341" y="608863"/>
                  </a:lnTo>
                  <a:lnTo>
                    <a:pt x="1295806" y="613029"/>
                  </a:lnTo>
                  <a:lnTo>
                    <a:pt x="1231963" y="645807"/>
                  </a:lnTo>
                  <a:lnTo>
                    <a:pt x="1184668" y="700189"/>
                  </a:lnTo>
                  <a:lnTo>
                    <a:pt x="1153452" y="765314"/>
                  </a:lnTo>
                  <a:lnTo>
                    <a:pt x="1132179" y="834567"/>
                  </a:lnTo>
                  <a:lnTo>
                    <a:pt x="1122908" y="869543"/>
                  </a:lnTo>
                  <a:lnTo>
                    <a:pt x="1113180" y="904379"/>
                  </a:lnTo>
                  <a:lnTo>
                    <a:pt x="1108824" y="917765"/>
                  </a:lnTo>
                  <a:lnTo>
                    <a:pt x="1107541" y="900963"/>
                  </a:lnTo>
                  <a:lnTo>
                    <a:pt x="1107541" y="921727"/>
                  </a:lnTo>
                  <a:lnTo>
                    <a:pt x="1107541" y="900963"/>
                  </a:lnTo>
                  <a:lnTo>
                    <a:pt x="1105662" y="876312"/>
                  </a:lnTo>
                  <a:lnTo>
                    <a:pt x="1103757" y="827925"/>
                  </a:lnTo>
                  <a:lnTo>
                    <a:pt x="1102956" y="780719"/>
                  </a:lnTo>
                  <a:lnTo>
                    <a:pt x="1102410" y="733171"/>
                  </a:lnTo>
                  <a:lnTo>
                    <a:pt x="1101267" y="684961"/>
                  </a:lnTo>
                  <a:lnTo>
                    <a:pt x="1098638" y="633920"/>
                  </a:lnTo>
                  <a:lnTo>
                    <a:pt x="1080541" y="612165"/>
                  </a:lnTo>
                  <a:lnTo>
                    <a:pt x="1073746" y="616775"/>
                  </a:lnTo>
                  <a:lnTo>
                    <a:pt x="1068336" y="624281"/>
                  </a:lnTo>
                  <a:lnTo>
                    <a:pt x="1064653" y="632790"/>
                  </a:lnTo>
                  <a:lnTo>
                    <a:pt x="1053033" y="682383"/>
                  </a:lnTo>
                  <a:lnTo>
                    <a:pt x="1049274" y="733171"/>
                  </a:lnTo>
                  <a:lnTo>
                    <a:pt x="1053211" y="783996"/>
                  </a:lnTo>
                  <a:lnTo>
                    <a:pt x="1064666" y="833666"/>
                  </a:lnTo>
                  <a:lnTo>
                    <a:pt x="1083462" y="881011"/>
                  </a:lnTo>
                  <a:lnTo>
                    <a:pt x="1105141" y="917689"/>
                  </a:lnTo>
                  <a:lnTo>
                    <a:pt x="1100226" y="936117"/>
                  </a:lnTo>
                  <a:lnTo>
                    <a:pt x="1092403" y="964285"/>
                  </a:lnTo>
                  <a:lnTo>
                    <a:pt x="1081582" y="998397"/>
                  </a:lnTo>
                  <a:lnTo>
                    <a:pt x="1069568" y="1032129"/>
                  </a:lnTo>
                  <a:lnTo>
                    <a:pt x="1052436" y="1078153"/>
                  </a:lnTo>
                  <a:lnTo>
                    <a:pt x="1051534" y="1082090"/>
                  </a:lnTo>
                  <a:lnTo>
                    <a:pt x="1003198" y="1129436"/>
                  </a:lnTo>
                  <a:lnTo>
                    <a:pt x="968273" y="1165415"/>
                  </a:lnTo>
                  <a:lnTo>
                    <a:pt x="937983" y="1198143"/>
                  </a:lnTo>
                  <a:lnTo>
                    <a:pt x="907148" y="1233271"/>
                  </a:lnTo>
                  <a:lnTo>
                    <a:pt x="878586" y="1267993"/>
                  </a:lnTo>
                  <a:lnTo>
                    <a:pt x="872413" y="1276413"/>
                  </a:lnTo>
                  <a:lnTo>
                    <a:pt x="867676" y="1280261"/>
                  </a:lnTo>
                  <a:lnTo>
                    <a:pt x="840232" y="1315897"/>
                  </a:lnTo>
                  <a:lnTo>
                    <a:pt x="835685" y="1326845"/>
                  </a:lnTo>
                  <a:lnTo>
                    <a:pt x="835723" y="1173734"/>
                  </a:lnTo>
                  <a:lnTo>
                    <a:pt x="834605" y="758278"/>
                  </a:lnTo>
                  <a:lnTo>
                    <a:pt x="874064" y="733615"/>
                  </a:lnTo>
                  <a:lnTo>
                    <a:pt x="911047" y="705218"/>
                  </a:lnTo>
                  <a:lnTo>
                    <a:pt x="945210" y="673493"/>
                  </a:lnTo>
                  <a:lnTo>
                    <a:pt x="976337" y="638746"/>
                  </a:lnTo>
                  <a:lnTo>
                    <a:pt x="1004176" y="601294"/>
                  </a:lnTo>
                  <a:lnTo>
                    <a:pt x="1028471" y="561479"/>
                  </a:lnTo>
                  <a:lnTo>
                    <a:pt x="1049007" y="519607"/>
                  </a:lnTo>
                  <a:lnTo>
                    <a:pt x="1065530" y="476021"/>
                  </a:lnTo>
                  <a:lnTo>
                    <a:pt x="1077810" y="431025"/>
                  </a:lnTo>
                  <a:lnTo>
                    <a:pt x="1042416" y="437146"/>
                  </a:lnTo>
                  <a:lnTo>
                    <a:pt x="978903" y="471055"/>
                  </a:lnTo>
                  <a:lnTo>
                    <a:pt x="930148" y="524383"/>
                  </a:lnTo>
                  <a:lnTo>
                    <a:pt x="895413" y="587870"/>
                  </a:lnTo>
                  <a:lnTo>
                    <a:pt x="869378" y="655574"/>
                  </a:lnTo>
                  <a:lnTo>
                    <a:pt x="857592" y="689851"/>
                  </a:lnTo>
                  <a:lnTo>
                    <a:pt x="845439" y="723976"/>
                  </a:lnTo>
                  <a:lnTo>
                    <a:pt x="834580" y="751217"/>
                  </a:lnTo>
                  <a:lnTo>
                    <a:pt x="834059" y="551840"/>
                  </a:lnTo>
                  <a:lnTo>
                    <a:pt x="833132" y="434898"/>
                  </a:lnTo>
                  <a:lnTo>
                    <a:pt x="882319" y="417741"/>
                  </a:lnTo>
                  <a:lnTo>
                    <a:pt x="930808" y="397040"/>
                  </a:lnTo>
                  <a:lnTo>
                    <a:pt x="977785" y="373126"/>
                  </a:lnTo>
                  <a:lnTo>
                    <a:pt x="1023048" y="346100"/>
                  </a:lnTo>
                  <a:lnTo>
                    <a:pt x="1066406" y="316103"/>
                  </a:lnTo>
                  <a:lnTo>
                    <a:pt x="1107617" y="283235"/>
                  </a:lnTo>
                  <a:lnTo>
                    <a:pt x="1131925" y="250786"/>
                  </a:lnTo>
                  <a:lnTo>
                    <a:pt x="1132255" y="237883"/>
                  </a:lnTo>
                  <a:lnTo>
                    <a:pt x="1128318" y="228650"/>
                  </a:lnTo>
                  <a:lnTo>
                    <a:pt x="1121422" y="221246"/>
                  </a:lnTo>
                  <a:lnTo>
                    <a:pt x="1112520" y="215976"/>
                  </a:lnTo>
                  <a:lnTo>
                    <a:pt x="1102563" y="213106"/>
                  </a:lnTo>
                  <a:lnTo>
                    <a:pt x="1092377" y="212547"/>
                  </a:lnTo>
                  <a:lnTo>
                    <a:pt x="1082205" y="213677"/>
                  </a:lnTo>
                  <a:lnTo>
                    <a:pt x="1018794" y="236715"/>
                  </a:lnTo>
                  <a:lnTo>
                    <a:pt x="977226" y="259130"/>
                  </a:lnTo>
                  <a:lnTo>
                    <a:pt x="938555" y="286131"/>
                  </a:lnTo>
                  <a:lnTo>
                    <a:pt x="903770" y="317474"/>
                  </a:lnTo>
                  <a:lnTo>
                    <a:pt x="873848" y="352907"/>
                  </a:lnTo>
                  <a:lnTo>
                    <a:pt x="849782" y="392201"/>
                  </a:lnTo>
                  <a:lnTo>
                    <a:pt x="833120" y="433666"/>
                  </a:lnTo>
                  <a:lnTo>
                    <a:pt x="832840" y="396976"/>
                  </a:lnTo>
                  <a:lnTo>
                    <a:pt x="832307" y="372821"/>
                  </a:lnTo>
                  <a:lnTo>
                    <a:pt x="832205" y="371716"/>
                  </a:lnTo>
                  <a:lnTo>
                    <a:pt x="851928" y="324954"/>
                  </a:lnTo>
                  <a:lnTo>
                    <a:pt x="877252" y="280327"/>
                  </a:lnTo>
                  <a:lnTo>
                    <a:pt x="933272" y="193598"/>
                  </a:lnTo>
                  <a:lnTo>
                    <a:pt x="958634" y="148272"/>
                  </a:lnTo>
                  <a:lnTo>
                    <a:pt x="978484" y="100342"/>
                  </a:lnTo>
                  <a:lnTo>
                    <a:pt x="989622" y="50647"/>
                  </a:lnTo>
                  <a:lnTo>
                    <a:pt x="988834" y="0"/>
                  </a:lnTo>
                  <a:lnTo>
                    <a:pt x="946531" y="26403"/>
                  </a:lnTo>
                  <a:lnTo>
                    <a:pt x="911504" y="62141"/>
                  </a:lnTo>
                  <a:lnTo>
                    <a:pt x="883856" y="104584"/>
                  </a:lnTo>
                  <a:lnTo>
                    <a:pt x="863701" y="151117"/>
                  </a:lnTo>
                  <a:lnTo>
                    <a:pt x="850366" y="199580"/>
                  </a:lnTo>
                  <a:lnTo>
                    <a:pt x="842010" y="249212"/>
                  </a:lnTo>
                  <a:lnTo>
                    <a:pt x="836993" y="299504"/>
                  </a:lnTo>
                  <a:lnTo>
                    <a:pt x="833678" y="349948"/>
                  </a:lnTo>
                  <a:lnTo>
                    <a:pt x="832129" y="370878"/>
                  </a:lnTo>
                  <a:lnTo>
                    <a:pt x="832027" y="369722"/>
                  </a:lnTo>
                  <a:lnTo>
                    <a:pt x="831761" y="372821"/>
                  </a:lnTo>
                  <a:lnTo>
                    <a:pt x="831494" y="381977"/>
                  </a:lnTo>
                  <a:lnTo>
                    <a:pt x="831367" y="393776"/>
                  </a:lnTo>
                  <a:lnTo>
                    <a:pt x="818705" y="348576"/>
                  </a:lnTo>
                  <a:lnTo>
                    <a:pt x="807783" y="298513"/>
                  </a:lnTo>
                  <a:lnTo>
                    <a:pt x="796137" y="248412"/>
                  </a:lnTo>
                  <a:lnTo>
                    <a:pt x="780567" y="200685"/>
                  </a:lnTo>
                  <a:lnTo>
                    <a:pt x="757897" y="157797"/>
                  </a:lnTo>
                  <a:lnTo>
                    <a:pt x="731164" y="125399"/>
                  </a:lnTo>
                  <a:lnTo>
                    <a:pt x="701255" y="95504"/>
                  </a:lnTo>
                  <a:lnTo>
                    <a:pt x="672172" y="65100"/>
                  </a:lnTo>
                  <a:lnTo>
                    <a:pt x="647903" y="31165"/>
                  </a:lnTo>
                  <a:lnTo>
                    <a:pt x="638556" y="66535"/>
                  </a:lnTo>
                  <a:lnTo>
                    <a:pt x="637159" y="103174"/>
                  </a:lnTo>
                  <a:lnTo>
                    <a:pt x="642721" y="139750"/>
                  </a:lnTo>
                  <a:lnTo>
                    <a:pt x="670725" y="207822"/>
                  </a:lnTo>
                  <a:lnTo>
                    <a:pt x="713714" y="267677"/>
                  </a:lnTo>
                  <a:lnTo>
                    <a:pt x="786091" y="344932"/>
                  </a:lnTo>
                  <a:lnTo>
                    <a:pt x="808939" y="369417"/>
                  </a:lnTo>
                  <a:lnTo>
                    <a:pt x="831342" y="395376"/>
                  </a:lnTo>
                  <a:lnTo>
                    <a:pt x="830516" y="474789"/>
                  </a:lnTo>
                  <a:lnTo>
                    <a:pt x="829081" y="884643"/>
                  </a:lnTo>
                  <a:lnTo>
                    <a:pt x="828954" y="1384515"/>
                  </a:lnTo>
                  <a:lnTo>
                    <a:pt x="823150" y="1375981"/>
                  </a:lnTo>
                  <a:lnTo>
                    <a:pt x="802830" y="1347038"/>
                  </a:lnTo>
                  <a:lnTo>
                    <a:pt x="773214" y="1306512"/>
                  </a:lnTo>
                  <a:lnTo>
                    <a:pt x="749134" y="1274445"/>
                  </a:lnTo>
                  <a:lnTo>
                    <a:pt x="722642" y="1239951"/>
                  </a:lnTo>
                  <a:lnTo>
                    <a:pt x="713447" y="1220203"/>
                  </a:lnTo>
                  <a:lnTo>
                    <a:pt x="702398" y="1189088"/>
                  </a:lnTo>
                  <a:lnTo>
                    <a:pt x="701573" y="1185900"/>
                  </a:lnTo>
                  <a:lnTo>
                    <a:pt x="704342" y="1151267"/>
                  </a:lnTo>
                  <a:lnTo>
                    <a:pt x="711568" y="1106017"/>
                  </a:lnTo>
                  <a:lnTo>
                    <a:pt x="719696" y="1060831"/>
                  </a:lnTo>
                  <a:lnTo>
                    <a:pt x="725995" y="1016000"/>
                  </a:lnTo>
                  <a:lnTo>
                    <a:pt x="728319" y="970927"/>
                  </a:lnTo>
                  <a:lnTo>
                    <a:pt x="725144" y="925969"/>
                  </a:lnTo>
                  <a:lnTo>
                    <a:pt x="714692" y="882802"/>
                  </a:lnTo>
                  <a:lnTo>
                    <a:pt x="695223" y="843076"/>
                  </a:lnTo>
                  <a:lnTo>
                    <a:pt x="677951" y="891921"/>
                  </a:lnTo>
                  <a:lnTo>
                    <a:pt x="666203" y="942022"/>
                  </a:lnTo>
                  <a:lnTo>
                    <a:pt x="660222" y="992771"/>
                  </a:lnTo>
                  <a:lnTo>
                    <a:pt x="660273" y="1043609"/>
                  </a:lnTo>
                  <a:lnTo>
                    <a:pt x="666584" y="1093965"/>
                  </a:lnTo>
                  <a:lnTo>
                    <a:pt x="679437" y="1143228"/>
                  </a:lnTo>
                  <a:lnTo>
                    <a:pt x="689851" y="1168527"/>
                  </a:lnTo>
                  <a:lnTo>
                    <a:pt x="695375" y="1191171"/>
                  </a:lnTo>
                  <a:lnTo>
                    <a:pt x="705408" y="1217955"/>
                  </a:lnTo>
                  <a:lnTo>
                    <a:pt x="692772" y="1201839"/>
                  </a:lnTo>
                  <a:lnTo>
                    <a:pt x="662965" y="1164729"/>
                  </a:lnTo>
                  <a:lnTo>
                    <a:pt x="634847" y="1130465"/>
                  </a:lnTo>
                  <a:lnTo>
                    <a:pt x="609079" y="1099718"/>
                  </a:lnTo>
                  <a:lnTo>
                    <a:pt x="586346" y="1073188"/>
                  </a:lnTo>
                  <a:lnTo>
                    <a:pt x="575144" y="1060411"/>
                  </a:lnTo>
                  <a:lnTo>
                    <a:pt x="575144" y="1067511"/>
                  </a:lnTo>
                  <a:lnTo>
                    <a:pt x="564540" y="1061834"/>
                  </a:lnTo>
                  <a:lnTo>
                    <a:pt x="517194" y="1043000"/>
                  </a:lnTo>
                  <a:lnTo>
                    <a:pt x="461721" y="1029931"/>
                  </a:lnTo>
                  <a:lnTo>
                    <a:pt x="443014" y="1027709"/>
                  </a:lnTo>
                  <a:lnTo>
                    <a:pt x="459625" y="1028357"/>
                  </a:lnTo>
                  <a:lnTo>
                    <a:pt x="512076" y="1034503"/>
                  </a:lnTo>
                  <a:lnTo>
                    <a:pt x="557860" y="1046149"/>
                  </a:lnTo>
                  <a:lnTo>
                    <a:pt x="575144" y="1067511"/>
                  </a:lnTo>
                  <a:lnTo>
                    <a:pt x="575144" y="1060411"/>
                  </a:lnTo>
                  <a:lnTo>
                    <a:pt x="567347" y="1051496"/>
                  </a:lnTo>
                  <a:lnTo>
                    <a:pt x="553885" y="1036688"/>
                  </a:lnTo>
                  <a:lnTo>
                    <a:pt x="557237" y="991158"/>
                  </a:lnTo>
                  <a:lnTo>
                    <a:pt x="556983" y="942949"/>
                  </a:lnTo>
                  <a:lnTo>
                    <a:pt x="553008" y="894905"/>
                  </a:lnTo>
                  <a:lnTo>
                    <a:pt x="545388" y="847293"/>
                  </a:lnTo>
                  <a:lnTo>
                    <a:pt x="534187" y="800379"/>
                  </a:lnTo>
                  <a:lnTo>
                    <a:pt x="519455" y="754468"/>
                  </a:lnTo>
                  <a:lnTo>
                    <a:pt x="501281" y="709815"/>
                  </a:lnTo>
                  <a:lnTo>
                    <a:pt x="479717" y="666699"/>
                  </a:lnTo>
                  <a:lnTo>
                    <a:pt x="454837" y="625411"/>
                  </a:lnTo>
                  <a:lnTo>
                    <a:pt x="444169" y="672122"/>
                  </a:lnTo>
                  <a:lnTo>
                    <a:pt x="439229" y="720979"/>
                  </a:lnTo>
                  <a:lnTo>
                    <a:pt x="439877" y="771004"/>
                  </a:lnTo>
                  <a:lnTo>
                    <a:pt x="445985" y="821182"/>
                  </a:lnTo>
                  <a:lnTo>
                    <a:pt x="457415" y="870508"/>
                  </a:lnTo>
                  <a:lnTo>
                    <a:pt x="474040" y="917968"/>
                  </a:lnTo>
                  <a:lnTo>
                    <a:pt x="495719" y="962583"/>
                  </a:lnTo>
                  <a:lnTo>
                    <a:pt x="522312" y="1003338"/>
                  </a:lnTo>
                  <a:lnTo>
                    <a:pt x="540296" y="1023937"/>
                  </a:lnTo>
                  <a:lnTo>
                    <a:pt x="543166" y="1027811"/>
                  </a:lnTo>
                  <a:lnTo>
                    <a:pt x="546011" y="1031405"/>
                  </a:lnTo>
                  <a:lnTo>
                    <a:pt x="508546" y="1007262"/>
                  </a:lnTo>
                  <a:lnTo>
                    <a:pt x="462534" y="980401"/>
                  </a:lnTo>
                  <a:lnTo>
                    <a:pt x="414693" y="957808"/>
                  </a:lnTo>
                  <a:lnTo>
                    <a:pt x="364413" y="941743"/>
                  </a:lnTo>
                  <a:lnTo>
                    <a:pt x="311327" y="935126"/>
                  </a:lnTo>
                  <a:lnTo>
                    <a:pt x="258140" y="940117"/>
                  </a:lnTo>
                  <a:lnTo>
                    <a:pt x="208864" y="957859"/>
                  </a:lnTo>
                  <a:lnTo>
                    <a:pt x="167513" y="989507"/>
                  </a:lnTo>
                  <a:lnTo>
                    <a:pt x="211366" y="1009040"/>
                  </a:lnTo>
                  <a:lnTo>
                    <a:pt x="258279" y="1020089"/>
                  </a:lnTo>
                  <a:lnTo>
                    <a:pt x="306870" y="1024978"/>
                  </a:lnTo>
                  <a:lnTo>
                    <a:pt x="355727" y="1026071"/>
                  </a:lnTo>
                  <a:lnTo>
                    <a:pt x="373278" y="1026147"/>
                  </a:lnTo>
                  <a:lnTo>
                    <a:pt x="367690" y="1026388"/>
                  </a:lnTo>
                  <a:lnTo>
                    <a:pt x="340779" y="1029550"/>
                  </a:lnTo>
                  <a:lnTo>
                    <a:pt x="324345" y="1032675"/>
                  </a:lnTo>
                  <a:lnTo>
                    <a:pt x="290144" y="1029843"/>
                  </a:lnTo>
                  <a:lnTo>
                    <a:pt x="241922" y="1027569"/>
                  </a:lnTo>
                  <a:lnTo>
                    <a:pt x="194170" y="1029944"/>
                  </a:lnTo>
                  <a:lnTo>
                    <a:pt x="146659" y="1039799"/>
                  </a:lnTo>
                  <a:lnTo>
                    <a:pt x="100672" y="1058849"/>
                  </a:lnTo>
                  <a:lnTo>
                    <a:pt x="59270" y="1086396"/>
                  </a:lnTo>
                  <a:lnTo>
                    <a:pt x="24892" y="1121740"/>
                  </a:lnTo>
                  <a:lnTo>
                    <a:pt x="0" y="1164158"/>
                  </a:lnTo>
                  <a:lnTo>
                    <a:pt x="46215" y="1165352"/>
                  </a:lnTo>
                  <a:lnTo>
                    <a:pt x="92113" y="1159319"/>
                  </a:lnTo>
                  <a:lnTo>
                    <a:pt x="137058" y="1147178"/>
                  </a:lnTo>
                  <a:lnTo>
                    <a:pt x="180390" y="1130096"/>
                  </a:lnTo>
                  <a:lnTo>
                    <a:pt x="221818" y="1109230"/>
                  </a:lnTo>
                  <a:lnTo>
                    <a:pt x="261785" y="1085608"/>
                  </a:lnTo>
                  <a:lnTo>
                    <a:pt x="300723" y="1060183"/>
                  </a:lnTo>
                  <a:lnTo>
                    <a:pt x="335216" y="1036535"/>
                  </a:lnTo>
                  <a:lnTo>
                    <a:pt x="341617" y="1035570"/>
                  </a:lnTo>
                  <a:lnTo>
                    <a:pt x="368185" y="1033106"/>
                  </a:lnTo>
                  <a:lnTo>
                    <a:pt x="397611" y="1032217"/>
                  </a:lnTo>
                  <a:lnTo>
                    <a:pt x="429221" y="1033411"/>
                  </a:lnTo>
                  <a:lnTo>
                    <a:pt x="489572" y="1042365"/>
                  </a:lnTo>
                  <a:lnTo>
                    <a:pt x="537654" y="1055725"/>
                  </a:lnTo>
                  <a:lnTo>
                    <a:pt x="577875" y="1070864"/>
                  </a:lnTo>
                  <a:lnTo>
                    <a:pt x="599528" y="1097584"/>
                  </a:lnTo>
                  <a:lnTo>
                    <a:pt x="548259" y="1079652"/>
                  </a:lnTo>
                  <a:lnTo>
                    <a:pt x="526402" y="1078636"/>
                  </a:lnTo>
                  <a:lnTo>
                    <a:pt x="503110" y="1079690"/>
                  </a:lnTo>
                  <a:lnTo>
                    <a:pt x="479933" y="1082154"/>
                  </a:lnTo>
                  <a:lnTo>
                    <a:pt x="477824" y="1082509"/>
                  </a:lnTo>
                  <a:lnTo>
                    <a:pt x="433438" y="1084110"/>
                  </a:lnTo>
                  <a:lnTo>
                    <a:pt x="383565" y="1091311"/>
                  </a:lnTo>
                  <a:lnTo>
                    <a:pt x="334708" y="1103706"/>
                  </a:lnTo>
                  <a:lnTo>
                    <a:pt x="287375" y="1121067"/>
                  </a:lnTo>
                  <a:lnTo>
                    <a:pt x="242062" y="1143165"/>
                  </a:lnTo>
                  <a:lnTo>
                    <a:pt x="199275" y="1169822"/>
                  </a:lnTo>
                  <a:lnTo>
                    <a:pt x="159537" y="1200785"/>
                  </a:lnTo>
                  <a:lnTo>
                    <a:pt x="123342" y="1235849"/>
                  </a:lnTo>
                  <a:lnTo>
                    <a:pt x="173913" y="1238770"/>
                  </a:lnTo>
                  <a:lnTo>
                    <a:pt x="224307" y="1232687"/>
                  </a:lnTo>
                  <a:lnTo>
                    <a:pt x="273558" y="1219034"/>
                  </a:lnTo>
                  <a:lnTo>
                    <a:pt x="320713" y="1199261"/>
                  </a:lnTo>
                  <a:lnTo>
                    <a:pt x="365353" y="1174826"/>
                  </a:lnTo>
                  <a:lnTo>
                    <a:pt x="408025" y="1147051"/>
                  </a:lnTo>
                  <a:lnTo>
                    <a:pt x="449326" y="1117066"/>
                  </a:lnTo>
                  <a:lnTo>
                    <a:pt x="486359" y="1088720"/>
                  </a:lnTo>
                  <a:lnTo>
                    <a:pt x="503656" y="1086993"/>
                  </a:lnTo>
                  <a:lnTo>
                    <a:pt x="526503" y="1085799"/>
                  </a:lnTo>
                  <a:lnTo>
                    <a:pt x="547674" y="1086370"/>
                  </a:lnTo>
                  <a:lnTo>
                    <a:pt x="566534" y="1088796"/>
                  </a:lnTo>
                  <a:lnTo>
                    <a:pt x="603427" y="1104493"/>
                  </a:lnTo>
                  <a:lnTo>
                    <a:pt x="629627" y="1134732"/>
                  </a:lnTo>
                  <a:lnTo>
                    <a:pt x="687044" y="1206398"/>
                  </a:lnTo>
                  <a:lnTo>
                    <a:pt x="730643" y="1261859"/>
                  </a:lnTo>
                  <a:lnTo>
                    <a:pt x="731075" y="1262456"/>
                  </a:lnTo>
                  <a:lnTo>
                    <a:pt x="731278" y="1262659"/>
                  </a:lnTo>
                  <a:lnTo>
                    <a:pt x="743788" y="1278559"/>
                  </a:lnTo>
                  <a:lnTo>
                    <a:pt x="789762" y="1337779"/>
                  </a:lnTo>
                  <a:lnTo>
                    <a:pt x="828294" y="1387030"/>
                  </a:lnTo>
                  <a:lnTo>
                    <a:pt x="828954" y="1387817"/>
                  </a:lnTo>
                  <a:lnTo>
                    <a:pt x="828865" y="1826768"/>
                  </a:lnTo>
                  <a:lnTo>
                    <a:pt x="830516" y="2448623"/>
                  </a:lnTo>
                  <a:lnTo>
                    <a:pt x="831735" y="2603512"/>
                  </a:lnTo>
                  <a:lnTo>
                    <a:pt x="832269" y="2627668"/>
                  </a:lnTo>
                  <a:lnTo>
                    <a:pt x="832548" y="2630767"/>
                  </a:lnTo>
                  <a:lnTo>
                    <a:pt x="832815" y="2627668"/>
                  </a:lnTo>
                  <a:lnTo>
                    <a:pt x="833081" y="2618511"/>
                  </a:lnTo>
                  <a:lnTo>
                    <a:pt x="834059" y="2525687"/>
                  </a:lnTo>
                  <a:lnTo>
                    <a:pt x="835494" y="2115820"/>
                  </a:lnTo>
                  <a:lnTo>
                    <a:pt x="835672" y="1334084"/>
                  </a:lnTo>
                  <a:lnTo>
                    <a:pt x="838631" y="1327111"/>
                  </a:lnTo>
                  <a:lnTo>
                    <a:pt x="871118" y="1284135"/>
                  </a:lnTo>
                  <a:lnTo>
                    <a:pt x="940638" y="1242733"/>
                  </a:lnTo>
                  <a:lnTo>
                    <a:pt x="984961" y="1223302"/>
                  </a:lnTo>
                  <a:lnTo>
                    <a:pt x="1032814" y="1203121"/>
                  </a:lnTo>
                  <a:lnTo>
                    <a:pt x="1060742" y="1191971"/>
                  </a:lnTo>
                  <a:lnTo>
                    <a:pt x="1092441" y="1218438"/>
                  </a:lnTo>
                  <a:lnTo>
                    <a:pt x="1132865" y="1245374"/>
                  </a:lnTo>
                  <a:lnTo>
                    <a:pt x="1175918" y="1267929"/>
                  </a:lnTo>
                  <a:lnTo>
                    <a:pt x="1221079" y="1285938"/>
                  </a:lnTo>
                  <a:lnTo>
                    <a:pt x="1267853" y="1299210"/>
                  </a:lnTo>
                  <a:lnTo>
                    <a:pt x="1315732" y="1307592"/>
                  </a:lnTo>
                  <a:lnTo>
                    <a:pt x="1364208" y="1310894"/>
                  </a:lnTo>
                  <a:lnTo>
                    <a:pt x="1412760" y="1308950"/>
                  </a:lnTo>
                  <a:lnTo>
                    <a:pt x="1418640" y="1308392"/>
                  </a:lnTo>
                  <a:lnTo>
                    <a:pt x="1425054" y="1307452"/>
                  </a:lnTo>
                  <a:lnTo>
                    <a:pt x="1429054" y="1303108"/>
                  </a:lnTo>
                  <a:lnTo>
                    <a:pt x="1432394" y="1294955"/>
                  </a:lnTo>
                  <a:lnTo>
                    <a:pt x="1430210" y="1285963"/>
                  </a:lnTo>
                  <a:lnTo>
                    <a:pt x="1376324" y="1241577"/>
                  </a:lnTo>
                  <a:lnTo>
                    <a:pt x="1334058" y="1217841"/>
                  </a:lnTo>
                  <a:lnTo>
                    <a:pt x="1290180" y="1199057"/>
                  </a:lnTo>
                  <a:lnTo>
                    <a:pt x="1244942" y="1185456"/>
                  </a:lnTo>
                  <a:lnTo>
                    <a:pt x="1198575" y="1177251"/>
                  </a:lnTo>
                  <a:lnTo>
                    <a:pt x="1151318" y="1174661"/>
                  </a:lnTo>
                  <a:lnTo>
                    <a:pt x="1103426" y="1177937"/>
                  </a:lnTo>
                  <a:lnTo>
                    <a:pt x="1089685" y="1180604"/>
                  </a:lnTo>
                  <a:lnTo>
                    <a:pt x="1126274" y="1166723"/>
                  </a:lnTo>
                  <a:lnTo>
                    <a:pt x="1154976" y="1156335"/>
                  </a:lnTo>
                  <a:lnTo>
                    <a:pt x="1191602" y="1164424"/>
                  </a:lnTo>
                  <a:lnTo>
                    <a:pt x="1238148" y="1171816"/>
                  </a:lnTo>
                  <a:lnTo>
                    <a:pt x="1284960" y="1176058"/>
                  </a:lnTo>
                  <a:lnTo>
                    <a:pt x="1331976" y="1176883"/>
                  </a:lnTo>
                  <a:lnTo>
                    <a:pt x="1379054" y="1173949"/>
                  </a:lnTo>
                  <a:lnTo>
                    <a:pt x="1425917" y="1166418"/>
                  </a:lnTo>
                  <a:lnTo>
                    <a:pt x="1471625" y="1153502"/>
                  </a:lnTo>
                  <a:lnTo>
                    <a:pt x="1515173" y="1135024"/>
                  </a:lnTo>
                  <a:lnTo>
                    <a:pt x="1555546" y="1110780"/>
                  </a:lnTo>
                  <a:lnTo>
                    <a:pt x="1591703" y="1080592"/>
                  </a:lnTo>
                  <a:lnTo>
                    <a:pt x="1546402" y="1068273"/>
                  </a:lnTo>
                  <a:lnTo>
                    <a:pt x="1500136" y="1060513"/>
                  </a:lnTo>
                  <a:lnTo>
                    <a:pt x="1453337" y="1057236"/>
                  </a:lnTo>
                  <a:lnTo>
                    <a:pt x="1406398" y="1058379"/>
                  </a:lnTo>
                  <a:lnTo>
                    <a:pt x="1359750" y="1063879"/>
                  </a:lnTo>
                  <a:lnTo>
                    <a:pt x="1313802" y="1073658"/>
                  </a:lnTo>
                  <a:lnTo>
                    <a:pt x="1268984" y="1087653"/>
                  </a:lnTo>
                  <a:lnTo>
                    <a:pt x="1225715" y="1105789"/>
                  </a:lnTo>
                  <a:lnTo>
                    <a:pt x="1184389" y="1128001"/>
                  </a:lnTo>
                  <a:lnTo>
                    <a:pt x="1149210" y="1151699"/>
                  </a:lnTo>
                  <a:lnTo>
                    <a:pt x="1123975" y="1160386"/>
                  </a:lnTo>
                  <a:lnTo>
                    <a:pt x="1078471" y="1177188"/>
                  </a:lnTo>
                  <a:lnTo>
                    <a:pt x="1030033" y="1196340"/>
                  </a:lnTo>
                  <a:lnTo>
                    <a:pt x="982078" y="1216685"/>
                  </a:lnTo>
                  <a:lnTo>
                    <a:pt x="937831" y="1236675"/>
                  </a:lnTo>
                  <a:lnTo>
                    <a:pt x="898829" y="1257376"/>
                  </a:lnTo>
                  <a:lnTo>
                    <a:pt x="879551" y="1270609"/>
                  </a:lnTo>
                  <a:lnTo>
                    <a:pt x="897483" y="1250213"/>
                  </a:lnTo>
                  <a:lnTo>
                    <a:pt x="925029" y="1219720"/>
                  </a:lnTo>
                  <a:lnTo>
                    <a:pt x="972540" y="1169504"/>
                  </a:lnTo>
                  <a:lnTo>
                    <a:pt x="1007795" y="1134033"/>
                  </a:lnTo>
                  <a:lnTo>
                    <a:pt x="1047089" y="1095870"/>
                  </a:lnTo>
                  <a:lnTo>
                    <a:pt x="1089939" y="1055662"/>
                  </a:lnTo>
                  <a:lnTo>
                    <a:pt x="1135849" y="1014069"/>
                  </a:lnTo>
                  <a:lnTo>
                    <a:pt x="1155357" y="996696"/>
                  </a:lnTo>
                  <a:lnTo>
                    <a:pt x="1197546" y="1000861"/>
                  </a:lnTo>
                  <a:lnTo>
                    <a:pt x="1245209" y="1004074"/>
                  </a:lnTo>
                  <a:lnTo>
                    <a:pt x="1292860" y="1005065"/>
                  </a:lnTo>
                  <a:lnTo>
                    <a:pt x="1340383" y="1003058"/>
                  </a:lnTo>
                  <a:lnTo>
                    <a:pt x="1387589" y="997331"/>
                  </a:lnTo>
                  <a:lnTo>
                    <a:pt x="1433322" y="987628"/>
                  </a:lnTo>
                  <a:lnTo>
                    <a:pt x="1478203" y="974547"/>
                  </a:lnTo>
                  <a:lnTo>
                    <a:pt x="1522399" y="958951"/>
                  </a:lnTo>
                  <a:lnTo>
                    <a:pt x="1566062" y="941692"/>
                  </a:lnTo>
                  <a:lnTo>
                    <a:pt x="1615338" y="921118"/>
                  </a:lnTo>
                  <a:lnTo>
                    <a:pt x="1627276" y="905764"/>
                  </a:lnTo>
                  <a:lnTo>
                    <a:pt x="1624253" y="897940"/>
                  </a:lnTo>
                  <a:lnTo>
                    <a:pt x="1552549" y="874941"/>
                  </a:lnTo>
                  <a:lnTo>
                    <a:pt x="1504137" y="872464"/>
                  </a:lnTo>
                  <a:lnTo>
                    <a:pt x="1455547" y="876109"/>
                  </a:lnTo>
                  <a:lnTo>
                    <a:pt x="1407426" y="885113"/>
                  </a:lnTo>
                  <a:lnTo>
                    <a:pt x="1360449" y="898677"/>
                  </a:lnTo>
                  <a:lnTo>
                    <a:pt x="1315758" y="914882"/>
                  </a:lnTo>
                  <a:lnTo>
                    <a:pt x="1273378" y="932497"/>
                  </a:lnTo>
                  <a:lnTo>
                    <a:pt x="1232306" y="951750"/>
                  </a:lnTo>
                  <a:lnTo>
                    <a:pt x="1191526" y="972896"/>
                  </a:lnTo>
                  <a:lnTo>
                    <a:pt x="1166037" y="987183"/>
                  </a:lnTo>
                  <a:lnTo>
                    <a:pt x="1274432" y="890663"/>
                  </a:lnTo>
                  <a:lnTo>
                    <a:pt x="1319314" y="873137"/>
                  </a:lnTo>
                  <a:lnTo>
                    <a:pt x="1365148" y="853325"/>
                  </a:lnTo>
                  <a:lnTo>
                    <a:pt x="1410233" y="831888"/>
                  </a:lnTo>
                  <a:lnTo>
                    <a:pt x="1454531" y="808863"/>
                  </a:lnTo>
                  <a:lnTo>
                    <a:pt x="1497990" y="784263"/>
                  </a:lnTo>
                  <a:lnTo>
                    <a:pt x="1540535" y="758139"/>
                  </a:lnTo>
                  <a:lnTo>
                    <a:pt x="1582127" y="730529"/>
                  </a:lnTo>
                  <a:lnTo>
                    <a:pt x="1622717" y="701446"/>
                  </a:lnTo>
                  <a:lnTo>
                    <a:pt x="1662239" y="670941"/>
                  </a:lnTo>
                  <a:lnTo>
                    <a:pt x="1700631" y="63902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4" name="object 19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27240" y="1865535"/>
              <a:ext cx="86835" cy="222014"/>
            </a:xfrm>
            <a:prstGeom prst="rect">
              <a:avLst/>
            </a:prstGeom>
          </p:spPr>
        </p:pic>
        <p:sp>
          <p:nvSpPr>
            <p:cNvPr id="195" name="object 195" descr=""/>
            <p:cNvSpPr/>
            <p:nvPr/>
          </p:nvSpPr>
          <p:spPr>
            <a:xfrm>
              <a:off x="9448635" y="2693409"/>
              <a:ext cx="993775" cy="1506855"/>
            </a:xfrm>
            <a:custGeom>
              <a:avLst/>
              <a:gdLst/>
              <a:ahLst/>
              <a:cxnLst/>
              <a:rect l="l" t="t" r="r" b="b"/>
              <a:pathLst>
                <a:path w="993775" h="1506854">
                  <a:moveTo>
                    <a:pt x="812520" y="917460"/>
                  </a:moveTo>
                  <a:lnTo>
                    <a:pt x="114312" y="917460"/>
                  </a:lnTo>
                  <a:lnTo>
                    <a:pt x="118021" y="965898"/>
                  </a:lnTo>
                  <a:lnTo>
                    <a:pt x="123647" y="1014463"/>
                  </a:lnTo>
                  <a:lnTo>
                    <a:pt x="131140" y="1063155"/>
                  </a:lnTo>
                  <a:lnTo>
                    <a:pt x="140423" y="1111973"/>
                  </a:lnTo>
                  <a:lnTo>
                    <a:pt x="151472" y="1160907"/>
                  </a:lnTo>
                  <a:lnTo>
                    <a:pt x="164223" y="1209967"/>
                  </a:lnTo>
                  <a:lnTo>
                    <a:pt x="178600" y="1259141"/>
                  </a:lnTo>
                  <a:lnTo>
                    <a:pt x="194576" y="1308417"/>
                  </a:lnTo>
                  <a:lnTo>
                    <a:pt x="212064" y="1357807"/>
                  </a:lnTo>
                  <a:lnTo>
                    <a:pt x="231038" y="1407287"/>
                  </a:lnTo>
                  <a:lnTo>
                    <a:pt x="251434" y="1456880"/>
                  </a:lnTo>
                  <a:lnTo>
                    <a:pt x="273177" y="1506562"/>
                  </a:lnTo>
                  <a:lnTo>
                    <a:pt x="663092" y="1506562"/>
                  </a:lnTo>
                  <a:lnTo>
                    <a:pt x="683806" y="1457337"/>
                  </a:lnTo>
                  <a:lnTo>
                    <a:pt x="703173" y="1408137"/>
                  </a:lnTo>
                  <a:lnTo>
                    <a:pt x="721156" y="1358950"/>
                  </a:lnTo>
                  <a:lnTo>
                    <a:pt x="737692" y="1309801"/>
                  </a:lnTo>
                  <a:lnTo>
                    <a:pt x="752741" y="1260665"/>
                  </a:lnTo>
                  <a:lnTo>
                    <a:pt x="766254" y="1211554"/>
                  </a:lnTo>
                  <a:lnTo>
                    <a:pt x="778179" y="1162469"/>
                  </a:lnTo>
                  <a:lnTo>
                    <a:pt x="788492" y="1113421"/>
                  </a:lnTo>
                  <a:lnTo>
                    <a:pt x="797128" y="1064387"/>
                  </a:lnTo>
                  <a:lnTo>
                    <a:pt x="804037" y="1015390"/>
                  </a:lnTo>
                  <a:lnTo>
                    <a:pt x="809180" y="966406"/>
                  </a:lnTo>
                  <a:lnTo>
                    <a:pt x="812520" y="917460"/>
                  </a:lnTo>
                  <a:close/>
                </a:path>
                <a:path w="993775" h="1506854">
                  <a:moveTo>
                    <a:pt x="871474" y="539915"/>
                  </a:moveTo>
                  <a:lnTo>
                    <a:pt x="868324" y="539432"/>
                  </a:lnTo>
                  <a:lnTo>
                    <a:pt x="859396" y="539457"/>
                  </a:lnTo>
                  <a:lnTo>
                    <a:pt x="845312" y="540029"/>
                  </a:lnTo>
                  <a:lnTo>
                    <a:pt x="804125" y="543280"/>
                  </a:lnTo>
                  <a:lnTo>
                    <a:pt x="749935" y="551992"/>
                  </a:lnTo>
                  <a:lnTo>
                    <a:pt x="690892" y="571271"/>
                  </a:lnTo>
                  <a:lnTo>
                    <a:pt x="642924" y="598385"/>
                  </a:lnTo>
                  <a:lnTo>
                    <a:pt x="630555" y="607974"/>
                  </a:lnTo>
                  <a:lnTo>
                    <a:pt x="659472" y="572084"/>
                  </a:lnTo>
                  <a:lnTo>
                    <a:pt x="698080" y="526834"/>
                  </a:lnTo>
                  <a:lnTo>
                    <a:pt x="735672" y="487260"/>
                  </a:lnTo>
                  <a:lnTo>
                    <a:pt x="771525" y="454647"/>
                  </a:lnTo>
                  <a:lnTo>
                    <a:pt x="804176" y="429514"/>
                  </a:lnTo>
                  <a:lnTo>
                    <a:pt x="842695" y="405206"/>
                  </a:lnTo>
                  <a:lnTo>
                    <a:pt x="863892" y="393992"/>
                  </a:lnTo>
                  <a:lnTo>
                    <a:pt x="863650" y="393446"/>
                  </a:lnTo>
                  <a:lnTo>
                    <a:pt x="863549" y="393217"/>
                  </a:lnTo>
                  <a:lnTo>
                    <a:pt x="861517" y="393903"/>
                  </a:lnTo>
                  <a:lnTo>
                    <a:pt x="853986" y="397065"/>
                  </a:lnTo>
                  <a:lnTo>
                    <a:pt x="848321" y="399211"/>
                  </a:lnTo>
                  <a:lnTo>
                    <a:pt x="801560" y="425665"/>
                  </a:lnTo>
                  <a:lnTo>
                    <a:pt x="767943" y="450278"/>
                  </a:lnTo>
                  <a:lnTo>
                    <a:pt x="731177" y="482638"/>
                  </a:lnTo>
                  <a:lnTo>
                    <a:pt x="692886" y="522147"/>
                  </a:lnTo>
                  <a:lnTo>
                    <a:pt x="653846" y="567448"/>
                  </a:lnTo>
                  <a:lnTo>
                    <a:pt x="632853" y="593331"/>
                  </a:lnTo>
                  <a:lnTo>
                    <a:pt x="635355" y="588784"/>
                  </a:lnTo>
                  <a:lnTo>
                    <a:pt x="653199" y="544118"/>
                  </a:lnTo>
                  <a:lnTo>
                    <a:pt x="661098" y="503821"/>
                  </a:lnTo>
                  <a:lnTo>
                    <a:pt x="662774" y="480187"/>
                  </a:lnTo>
                  <a:lnTo>
                    <a:pt x="661822" y="480072"/>
                  </a:lnTo>
                  <a:lnTo>
                    <a:pt x="659561" y="486143"/>
                  </a:lnTo>
                  <a:lnTo>
                    <a:pt x="656031" y="503008"/>
                  </a:lnTo>
                  <a:lnTo>
                    <a:pt x="650265" y="527723"/>
                  </a:lnTo>
                  <a:lnTo>
                    <a:pt x="629259" y="585787"/>
                  </a:lnTo>
                  <a:lnTo>
                    <a:pt x="595655" y="639876"/>
                  </a:lnTo>
                  <a:lnTo>
                    <a:pt x="560120" y="685063"/>
                  </a:lnTo>
                  <a:lnTo>
                    <a:pt x="529082" y="726821"/>
                  </a:lnTo>
                  <a:lnTo>
                    <a:pt x="504075" y="764730"/>
                  </a:lnTo>
                  <a:lnTo>
                    <a:pt x="478421" y="810907"/>
                  </a:lnTo>
                  <a:lnTo>
                    <a:pt x="464058" y="843876"/>
                  </a:lnTo>
                  <a:lnTo>
                    <a:pt x="462584" y="831075"/>
                  </a:lnTo>
                  <a:lnTo>
                    <a:pt x="454088" y="792518"/>
                  </a:lnTo>
                  <a:lnTo>
                    <a:pt x="438315" y="747547"/>
                  </a:lnTo>
                  <a:lnTo>
                    <a:pt x="407352" y="683564"/>
                  </a:lnTo>
                  <a:lnTo>
                    <a:pt x="383349" y="643102"/>
                  </a:lnTo>
                  <a:lnTo>
                    <a:pt x="355092" y="600570"/>
                  </a:lnTo>
                  <a:lnTo>
                    <a:pt x="322922" y="556501"/>
                  </a:lnTo>
                  <a:lnTo>
                    <a:pt x="287172" y="511454"/>
                  </a:lnTo>
                  <a:lnTo>
                    <a:pt x="248158" y="465975"/>
                  </a:lnTo>
                  <a:lnTo>
                    <a:pt x="189433" y="399262"/>
                  </a:lnTo>
                  <a:lnTo>
                    <a:pt x="161823" y="367334"/>
                  </a:lnTo>
                  <a:lnTo>
                    <a:pt x="135953" y="336257"/>
                  </a:lnTo>
                  <a:lnTo>
                    <a:pt x="112179" y="306031"/>
                  </a:lnTo>
                  <a:lnTo>
                    <a:pt x="71640" y="248894"/>
                  </a:lnTo>
                  <a:lnTo>
                    <a:pt x="41135" y="197764"/>
                  </a:lnTo>
                  <a:lnTo>
                    <a:pt x="20167" y="155371"/>
                  </a:lnTo>
                  <a:lnTo>
                    <a:pt x="1333" y="108165"/>
                  </a:lnTo>
                  <a:lnTo>
                    <a:pt x="241" y="106108"/>
                  </a:lnTo>
                  <a:lnTo>
                    <a:pt x="16967" y="156743"/>
                  </a:lnTo>
                  <a:lnTo>
                    <a:pt x="37020" y="199936"/>
                  </a:lnTo>
                  <a:lnTo>
                    <a:pt x="66890" y="251942"/>
                  </a:lnTo>
                  <a:lnTo>
                    <a:pt x="107048" y="309918"/>
                  </a:lnTo>
                  <a:lnTo>
                    <a:pt x="130708" y="340474"/>
                  </a:lnTo>
                  <a:lnTo>
                    <a:pt x="156489" y="371843"/>
                  </a:lnTo>
                  <a:lnTo>
                    <a:pt x="184023" y="403974"/>
                  </a:lnTo>
                  <a:lnTo>
                    <a:pt x="242646" y="470789"/>
                  </a:lnTo>
                  <a:lnTo>
                    <a:pt x="281597" y="516077"/>
                  </a:lnTo>
                  <a:lnTo>
                    <a:pt x="317347" y="560806"/>
                  </a:lnTo>
                  <a:lnTo>
                    <a:pt x="349592" y="604456"/>
                  </a:lnTo>
                  <a:lnTo>
                    <a:pt x="378015" y="646493"/>
                  </a:lnTo>
                  <a:lnTo>
                    <a:pt x="402297" y="686396"/>
                  </a:lnTo>
                  <a:lnTo>
                    <a:pt x="422122" y="723633"/>
                  </a:lnTo>
                  <a:lnTo>
                    <a:pt x="443509" y="772769"/>
                  </a:lnTo>
                  <a:lnTo>
                    <a:pt x="455942" y="811276"/>
                  </a:lnTo>
                  <a:lnTo>
                    <a:pt x="463156" y="842746"/>
                  </a:lnTo>
                  <a:lnTo>
                    <a:pt x="463791" y="844575"/>
                  </a:lnTo>
                  <a:lnTo>
                    <a:pt x="463689" y="844842"/>
                  </a:lnTo>
                  <a:lnTo>
                    <a:pt x="464451" y="845185"/>
                  </a:lnTo>
                  <a:lnTo>
                    <a:pt x="468274" y="837514"/>
                  </a:lnTo>
                  <a:lnTo>
                    <a:pt x="481520" y="812520"/>
                  </a:lnTo>
                  <a:lnTo>
                    <a:pt x="508444" y="767499"/>
                  </a:lnTo>
                  <a:lnTo>
                    <a:pt x="534009" y="730364"/>
                  </a:lnTo>
                  <a:lnTo>
                    <a:pt x="565442" y="689190"/>
                  </a:lnTo>
                  <a:lnTo>
                    <a:pt x="601230" y="644385"/>
                  </a:lnTo>
                  <a:lnTo>
                    <a:pt x="628154" y="616381"/>
                  </a:lnTo>
                  <a:lnTo>
                    <a:pt x="668350" y="590257"/>
                  </a:lnTo>
                  <a:lnTo>
                    <a:pt x="722185" y="567042"/>
                  </a:lnTo>
                  <a:lnTo>
                    <a:pt x="779373" y="553288"/>
                  </a:lnTo>
                  <a:lnTo>
                    <a:pt x="859637" y="542290"/>
                  </a:lnTo>
                  <a:lnTo>
                    <a:pt x="868438" y="540905"/>
                  </a:lnTo>
                  <a:lnTo>
                    <a:pt x="871474" y="539915"/>
                  </a:lnTo>
                  <a:close/>
                </a:path>
                <a:path w="993775" h="1506854">
                  <a:moveTo>
                    <a:pt x="993190" y="469"/>
                  </a:moveTo>
                  <a:lnTo>
                    <a:pt x="993101" y="228"/>
                  </a:lnTo>
                  <a:lnTo>
                    <a:pt x="993013" y="0"/>
                  </a:lnTo>
                  <a:lnTo>
                    <a:pt x="990396" y="825"/>
                  </a:lnTo>
                  <a:lnTo>
                    <a:pt x="948715" y="16992"/>
                  </a:lnTo>
                  <a:lnTo>
                    <a:pt x="910310" y="34861"/>
                  </a:lnTo>
                  <a:lnTo>
                    <a:pt x="856881" y="63677"/>
                  </a:lnTo>
                  <a:lnTo>
                    <a:pt x="823798" y="84226"/>
                  </a:lnTo>
                  <a:lnTo>
                    <a:pt x="781926" y="113182"/>
                  </a:lnTo>
                  <a:lnTo>
                    <a:pt x="724319" y="159512"/>
                  </a:lnTo>
                  <a:lnTo>
                    <a:pt x="697420" y="183769"/>
                  </a:lnTo>
                  <a:lnTo>
                    <a:pt x="694143" y="186283"/>
                  </a:lnTo>
                  <a:lnTo>
                    <a:pt x="689343" y="191516"/>
                  </a:lnTo>
                  <a:lnTo>
                    <a:pt x="666521" y="213918"/>
                  </a:lnTo>
                  <a:lnTo>
                    <a:pt x="645617" y="236728"/>
                  </a:lnTo>
                  <a:lnTo>
                    <a:pt x="656628" y="197065"/>
                  </a:lnTo>
                  <a:lnTo>
                    <a:pt x="657517" y="182829"/>
                  </a:lnTo>
                  <a:lnTo>
                    <a:pt x="657021" y="169570"/>
                  </a:lnTo>
                  <a:lnTo>
                    <a:pt x="655447" y="157670"/>
                  </a:lnTo>
                  <a:lnTo>
                    <a:pt x="653135" y="147485"/>
                  </a:lnTo>
                  <a:lnTo>
                    <a:pt x="649693" y="135178"/>
                  </a:lnTo>
                  <a:lnTo>
                    <a:pt x="645706" y="128295"/>
                  </a:lnTo>
                  <a:lnTo>
                    <a:pt x="644906" y="128625"/>
                  </a:lnTo>
                  <a:lnTo>
                    <a:pt x="645325" y="134200"/>
                  </a:lnTo>
                  <a:lnTo>
                    <a:pt x="648055" y="148628"/>
                  </a:lnTo>
                  <a:lnTo>
                    <a:pt x="650328" y="169964"/>
                  </a:lnTo>
                  <a:lnTo>
                    <a:pt x="644258" y="221996"/>
                  </a:lnTo>
                  <a:lnTo>
                    <a:pt x="614095" y="273558"/>
                  </a:lnTo>
                  <a:lnTo>
                    <a:pt x="590918" y="303364"/>
                  </a:lnTo>
                  <a:lnTo>
                    <a:pt x="550951" y="361569"/>
                  </a:lnTo>
                  <a:lnTo>
                    <a:pt x="526567" y="402805"/>
                  </a:lnTo>
                  <a:lnTo>
                    <a:pt x="500976" y="452462"/>
                  </a:lnTo>
                  <a:lnTo>
                    <a:pt x="482841" y="493928"/>
                  </a:lnTo>
                  <a:lnTo>
                    <a:pt x="466229" y="539940"/>
                  </a:lnTo>
                  <a:lnTo>
                    <a:pt x="463854" y="547560"/>
                  </a:lnTo>
                  <a:lnTo>
                    <a:pt x="464324" y="547725"/>
                  </a:lnTo>
                  <a:lnTo>
                    <a:pt x="465531" y="545236"/>
                  </a:lnTo>
                  <a:lnTo>
                    <a:pt x="479247" y="512025"/>
                  </a:lnTo>
                  <a:lnTo>
                    <a:pt x="486346" y="495401"/>
                  </a:lnTo>
                  <a:lnTo>
                    <a:pt x="505409" y="454609"/>
                  </a:lnTo>
                  <a:lnTo>
                    <a:pt x="527888" y="412115"/>
                  </a:lnTo>
                  <a:lnTo>
                    <a:pt x="547585" y="378841"/>
                  </a:lnTo>
                  <a:lnTo>
                    <a:pt x="575310" y="336550"/>
                  </a:lnTo>
                  <a:lnTo>
                    <a:pt x="619658" y="278079"/>
                  </a:lnTo>
                  <a:lnTo>
                    <a:pt x="644740" y="248462"/>
                  </a:lnTo>
                  <a:lnTo>
                    <a:pt x="671779" y="218998"/>
                  </a:lnTo>
                  <a:lnTo>
                    <a:pt x="700290" y="190982"/>
                  </a:lnTo>
                  <a:lnTo>
                    <a:pt x="744054" y="169100"/>
                  </a:lnTo>
                  <a:lnTo>
                    <a:pt x="764463" y="166700"/>
                  </a:lnTo>
                  <a:lnTo>
                    <a:pt x="785152" y="167474"/>
                  </a:lnTo>
                  <a:lnTo>
                    <a:pt x="804291" y="170332"/>
                  </a:lnTo>
                  <a:lnTo>
                    <a:pt x="821486" y="174383"/>
                  </a:lnTo>
                  <a:lnTo>
                    <a:pt x="836295" y="178689"/>
                  </a:lnTo>
                  <a:lnTo>
                    <a:pt x="857694" y="185521"/>
                  </a:lnTo>
                  <a:lnTo>
                    <a:pt x="863625" y="187223"/>
                  </a:lnTo>
                  <a:lnTo>
                    <a:pt x="865873" y="187350"/>
                  </a:lnTo>
                  <a:lnTo>
                    <a:pt x="864184" y="185864"/>
                  </a:lnTo>
                  <a:lnTo>
                    <a:pt x="858761" y="182892"/>
                  </a:lnTo>
                  <a:lnTo>
                    <a:pt x="823188" y="168567"/>
                  </a:lnTo>
                  <a:lnTo>
                    <a:pt x="785914" y="160350"/>
                  </a:lnTo>
                  <a:lnTo>
                    <a:pt x="764235" y="159397"/>
                  </a:lnTo>
                  <a:lnTo>
                    <a:pt x="742581" y="162077"/>
                  </a:lnTo>
                  <a:lnTo>
                    <a:pt x="726668" y="167055"/>
                  </a:lnTo>
                  <a:lnTo>
                    <a:pt x="729030" y="164909"/>
                  </a:lnTo>
                  <a:lnTo>
                    <a:pt x="785939" y="118605"/>
                  </a:lnTo>
                  <a:lnTo>
                    <a:pt x="827239" y="89446"/>
                  </a:lnTo>
                  <a:lnTo>
                    <a:pt x="866101" y="64858"/>
                  </a:lnTo>
                  <a:lnTo>
                    <a:pt x="901522" y="44704"/>
                  </a:lnTo>
                  <a:lnTo>
                    <a:pt x="941641" y="24257"/>
                  </a:lnTo>
                  <a:lnTo>
                    <a:pt x="986015" y="4000"/>
                  </a:lnTo>
                  <a:lnTo>
                    <a:pt x="993190" y="46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9631210" y="3920089"/>
              <a:ext cx="560070" cy="78105"/>
            </a:xfrm>
            <a:custGeom>
              <a:avLst/>
              <a:gdLst/>
              <a:ahLst/>
              <a:cxnLst/>
              <a:rect l="l" t="t" r="r" b="b"/>
              <a:pathLst>
                <a:path w="560070" h="78104">
                  <a:moveTo>
                    <a:pt x="550506" y="72631"/>
                  </a:moveTo>
                  <a:lnTo>
                    <a:pt x="515848" y="72631"/>
                  </a:lnTo>
                  <a:lnTo>
                    <a:pt x="515848" y="71361"/>
                  </a:lnTo>
                  <a:lnTo>
                    <a:pt x="415963" y="71361"/>
                  </a:lnTo>
                  <a:lnTo>
                    <a:pt x="415963" y="70091"/>
                  </a:lnTo>
                  <a:lnTo>
                    <a:pt x="162534" y="70091"/>
                  </a:lnTo>
                  <a:lnTo>
                    <a:pt x="162534" y="71361"/>
                  </a:lnTo>
                  <a:lnTo>
                    <a:pt x="62636" y="71361"/>
                  </a:lnTo>
                  <a:lnTo>
                    <a:pt x="62636" y="72631"/>
                  </a:lnTo>
                  <a:lnTo>
                    <a:pt x="27978" y="72631"/>
                  </a:lnTo>
                  <a:lnTo>
                    <a:pt x="27978" y="73901"/>
                  </a:lnTo>
                  <a:lnTo>
                    <a:pt x="27978" y="75171"/>
                  </a:lnTo>
                  <a:lnTo>
                    <a:pt x="62636" y="75171"/>
                  </a:lnTo>
                  <a:lnTo>
                    <a:pt x="62636" y="76441"/>
                  </a:lnTo>
                  <a:lnTo>
                    <a:pt x="162534" y="76441"/>
                  </a:lnTo>
                  <a:lnTo>
                    <a:pt x="162534" y="77711"/>
                  </a:lnTo>
                  <a:lnTo>
                    <a:pt x="415963" y="77711"/>
                  </a:lnTo>
                  <a:lnTo>
                    <a:pt x="415963" y="76441"/>
                  </a:lnTo>
                  <a:lnTo>
                    <a:pt x="515848" y="76441"/>
                  </a:lnTo>
                  <a:lnTo>
                    <a:pt x="515848" y="75171"/>
                  </a:lnTo>
                  <a:lnTo>
                    <a:pt x="550506" y="75171"/>
                  </a:lnTo>
                  <a:lnTo>
                    <a:pt x="550506" y="73901"/>
                  </a:lnTo>
                  <a:lnTo>
                    <a:pt x="550506" y="72631"/>
                  </a:lnTo>
                  <a:close/>
                </a:path>
                <a:path w="560070" h="78104">
                  <a:moveTo>
                    <a:pt x="560057" y="2540"/>
                  </a:moveTo>
                  <a:lnTo>
                    <a:pt x="524002" y="2540"/>
                  </a:lnTo>
                  <a:lnTo>
                    <a:pt x="524002" y="1270"/>
                  </a:lnTo>
                  <a:lnTo>
                    <a:pt x="421208" y="1270"/>
                  </a:lnTo>
                  <a:lnTo>
                    <a:pt x="421208" y="0"/>
                  </a:lnTo>
                  <a:lnTo>
                    <a:pt x="138849" y="0"/>
                  </a:lnTo>
                  <a:lnTo>
                    <a:pt x="138849" y="1270"/>
                  </a:lnTo>
                  <a:lnTo>
                    <a:pt x="36055" y="1270"/>
                  </a:lnTo>
                  <a:lnTo>
                    <a:pt x="36055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36055" y="5080"/>
                  </a:lnTo>
                  <a:lnTo>
                    <a:pt x="36055" y="6350"/>
                  </a:lnTo>
                  <a:lnTo>
                    <a:pt x="138849" y="6350"/>
                  </a:lnTo>
                  <a:lnTo>
                    <a:pt x="138849" y="7620"/>
                  </a:lnTo>
                  <a:lnTo>
                    <a:pt x="421208" y="7620"/>
                  </a:lnTo>
                  <a:lnTo>
                    <a:pt x="421208" y="6350"/>
                  </a:lnTo>
                  <a:lnTo>
                    <a:pt x="524002" y="6350"/>
                  </a:lnTo>
                  <a:lnTo>
                    <a:pt x="524002" y="5080"/>
                  </a:lnTo>
                  <a:lnTo>
                    <a:pt x="560057" y="5080"/>
                  </a:lnTo>
                  <a:lnTo>
                    <a:pt x="560057" y="3810"/>
                  </a:lnTo>
                  <a:lnTo>
                    <a:pt x="560057" y="254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9728119" y="3737884"/>
              <a:ext cx="0" cy="179705"/>
            </a:xfrm>
            <a:custGeom>
              <a:avLst/>
              <a:gdLst/>
              <a:ahLst/>
              <a:cxnLst/>
              <a:rect l="l" t="t" r="r" b="b"/>
              <a:pathLst>
                <a:path w="0" h="179704">
                  <a:moveTo>
                    <a:pt x="0" y="0"/>
                  </a:moveTo>
                  <a:lnTo>
                    <a:pt x="0" y="179617"/>
                  </a:lnTo>
                </a:path>
              </a:pathLst>
            </a:custGeom>
            <a:ln w="7319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9937024" y="3736307"/>
              <a:ext cx="196215" cy="189865"/>
            </a:xfrm>
            <a:custGeom>
              <a:avLst/>
              <a:gdLst/>
              <a:ahLst/>
              <a:cxnLst/>
              <a:rect l="l" t="t" r="r" b="b"/>
              <a:pathLst>
                <a:path w="196215" h="189864">
                  <a:moveTo>
                    <a:pt x="0" y="1576"/>
                  </a:moveTo>
                  <a:lnTo>
                    <a:pt x="0" y="187592"/>
                  </a:lnTo>
                </a:path>
                <a:path w="196215" h="189864">
                  <a:moveTo>
                    <a:pt x="196119" y="0"/>
                  </a:moveTo>
                  <a:lnTo>
                    <a:pt x="196119" y="189721"/>
                  </a:lnTo>
                </a:path>
              </a:pathLst>
            </a:custGeom>
            <a:ln w="7308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9582912" y="3734085"/>
              <a:ext cx="659130" cy="7620"/>
            </a:xfrm>
            <a:custGeom>
              <a:avLst/>
              <a:gdLst/>
              <a:ahLst/>
              <a:cxnLst/>
              <a:rect l="l" t="t" r="r" b="b"/>
              <a:pathLst>
                <a:path w="659129" h="7620">
                  <a:moveTo>
                    <a:pt x="659130" y="2540"/>
                  </a:moveTo>
                  <a:lnTo>
                    <a:pt x="614311" y="2540"/>
                  </a:lnTo>
                  <a:lnTo>
                    <a:pt x="614311" y="1270"/>
                  </a:lnTo>
                  <a:lnTo>
                    <a:pt x="478980" y="1270"/>
                  </a:lnTo>
                  <a:lnTo>
                    <a:pt x="478980" y="0"/>
                  </a:lnTo>
                  <a:lnTo>
                    <a:pt x="180149" y="0"/>
                  </a:lnTo>
                  <a:lnTo>
                    <a:pt x="180149" y="1270"/>
                  </a:lnTo>
                  <a:lnTo>
                    <a:pt x="44818" y="1270"/>
                  </a:lnTo>
                  <a:lnTo>
                    <a:pt x="44818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44818" y="5080"/>
                  </a:lnTo>
                  <a:lnTo>
                    <a:pt x="44818" y="6350"/>
                  </a:lnTo>
                  <a:lnTo>
                    <a:pt x="180149" y="6350"/>
                  </a:lnTo>
                  <a:lnTo>
                    <a:pt x="180149" y="7620"/>
                  </a:lnTo>
                  <a:lnTo>
                    <a:pt x="478980" y="7620"/>
                  </a:lnTo>
                  <a:lnTo>
                    <a:pt x="478980" y="6350"/>
                  </a:lnTo>
                  <a:lnTo>
                    <a:pt x="614311" y="6350"/>
                  </a:lnTo>
                  <a:lnTo>
                    <a:pt x="614311" y="5080"/>
                  </a:lnTo>
                  <a:lnTo>
                    <a:pt x="659130" y="5080"/>
                  </a:lnTo>
                  <a:lnTo>
                    <a:pt x="659130" y="3810"/>
                  </a:lnTo>
                  <a:lnTo>
                    <a:pt x="659130" y="254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0" name="object 20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570297" y="1347387"/>
            <a:ext cx="1756780" cy="2966468"/>
          </a:xfrm>
          <a:prstGeom prst="rect">
            <a:avLst/>
          </a:prstGeom>
        </p:spPr>
      </p:pic>
      <p:pic>
        <p:nvPicPr>
          <p:cNvPr id="201" name="object 20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062267" y="1214407"/>
            <a:ext cx="1839509" cy="3135717"/>
          </a:xfrm>
          <a:prstGeom prst="rect">
            <a:avLst/>
          </a:prstGeom>
        </p:spPr>
      </p:pic>
      <p:pic>
        <p:nvPicPr>
          <p:cNvPr id="202" name="object 202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193090" y="1358188"/>
            <a:ext cx="1774792" cy="2886556"/>
          </a:xfrm>
          <a:prstGeom prst="rect">
            <a:avLst/>
          </a:prstGeom>
        </p:spPr>
      </p:pic>
      <p:pic>
        <p:nvPicPr>
          <p:cNvPr id="203" name="object 20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2416882" y="6498049"/>
            <a:ext cx="2305540" cy="3690456"/>
          </a:xfrm>
          <a:prstGeom prst="rect">
            <a:avLst/>
          </a:prstGeom>
        </p:spPr>
      </p:pic>
      <p:grpSp>
        <p:nvGrpSpPr>
          <p:cNvPr id="204" name="object 204" descr=""/>
          <p:cNvGrpSpPr/>
          <p:nvPr/>
        </p:nvGrpSpPr>
        <p:grpSpPr>
          <a:xfrm>
            <a:off x="10178747" y="5421514"/>
            <a:ext cx="1800860" cy="4751070"/>
            <a:chOff x="10178747" y="5421514"/>
            <a:chExt cx="1800860" cy="4751070"/>
          </a:xfrm>
        </p:grpSpPr>
        <p:sp>
          <p:nvSpPr>
            <p:cNvPr id="205" name="object 205" descr=""/>
            <p:cNvSpPr/>
            <p:nvPr/>
          </p:nvSpPr>
          <p:spPr>
            <a:xfrm>
              <a:off x="10825167" y="7083312"/>
              <a:ext cx="520065" cy="63500"/>
            </a:xfrm>
            <a:custGeom>
              <a:avLst/>
              <a:gdLst/>
              <a:ahLst/>
              <a:cxnLst/>
              <a:rect l="l" t="t" r="r" b="b"/>
              <a:pathLst>
                <a:path w="520065" h="63500">
                  <a:moveTo>
                    <a:pt x="519628" y="0"/>
                  </a:moveTo>
                  <a:lnTo>
                    <a:pt x="0" y="0"/>
                  </a:lnTo>
                  <a:lnTo>
                    <a:pt x="0" y="63202"/>
                  </a:lnTo>
                  <a:lnTo>
                    <a:pt x="519628" y="63202"/>
                  </a:lnTo>
                  <a:lnTo>
                    <a:pt x="51962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6" name="object 20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573460" y="6595589"/>
              <a:ext cx="1041549" cy="503429"/>
            </a:xfrm>
            <a:prstGeom prst="rect">
              <a:avLst/>
            </a:prstGeom>
          </p:spPr>
        </p:pic>
        <p:sp>
          <p:nvSpPr>
            <p:cNvPr id="207" name="object 207" descr=""/>
            <p:cNvSpPr/>
            <p:nvPr/>
          </p:nvSpPr>
          <p:spPr>
            <a:xfrm>
              <a:off x="10415702" y="5708109"/>
              <a:ext cx="984250" cy="1003300"/>
            </a:xfrm>
            <a:custGeom>
              <a:avLst/>
              <a:gdLst/>
              <a:ahLst/>
              <a:cxnLst/>
              <a:rect l="l" t="t" r="r" b="b"/>
              <a:pathLst>
                <a:path w="984250" h="1003300">
                  <a:moveTo>
                    <a:pt x="525221" y="492988"/>
                  </a:moveTo>
                  <a:lnTo>
                    <a:pt x="510857" y="444601"/>
                  </a:lnTo>
                  <a:lnTo>
                    <a:pt x="490435" y="426643"/>
                  </a:lnTo>
                  <a:lnTo>
                    <a:pt x="475195" y="420662"/>
                  </a:lnTo>
                  <a:lnTo>
                    <a:pt x="457568" y="426643"/>
                  </a:lnTo>
                  <a:lnTo>
                    <a:pt x="429971" y="444601"/>
                  </a:lnTo>
                  <a:lnTo>
                    <a:pt x="426681" y="402399"/>
                  </a:lnTo>
                  <a:lnTo>
                    <a:pt x="408419" y="301726"/>
                  </a:lnTo>
                  <a:lnTo>
                    <a:pt x="362623" y="181483"/>
                  </a:lnTo>
                  <a:lnTo>
                    <a:pt x="276720" y="80619"/>
                  </a:lnTo>
                  <a:lnTo>
                    <a:pt x="189776" y="21640"/>
                  </a:lnTo>
                  <a:lnTo>
                    <a:pt x="131978" y="0"/>
                  </a:lnTo>
                  <a:lnTo>
                    <a:pt x="77355" y="13868"/>
                  </a:lnTo>
                  <a:lnTo>
                    <a:pt x="0" y="61468"/>
                  </a:lnTo>
                  <a:lnTo>
                    <a:pt x="510857" y="668108"/>
                  </a:lnTo>
                  <a:lnTo>
                    <a:pt x="515645" y="637667"/>
                  </a:lnTo>
                  <a:lnTo>
                    <a:pt x="523633" y="568325"/>
                  </a:lnTo>
                  <a:lnTo>
                    <a:pt x="525221" y="492988"/>
                  </a:lnTo>
                  <a:close/>
                </a:path>
                <a:path w="984250" h="1003300">
                  <a:moveTo>
                    <a:pt x="984110" y="965009"/>
                  </a:moveTo>
                  <a:lnTo>
                    <a:pt x="915606" y="941095"/>
                  </a:lnTo>
                  <a:lnTo>
                    <a:pt x="867308" y="935177"/>
                  </a:lnTo>
                  <a:lnTo>
                    <a:pt x="809396" y="930668"/>
                  </a:lnTo>
                  <a:lnTo>
                    <a:pt x="743750" y="927785"/>
                  </a:lnTo>
                  <a:lnTo>
                    <a:pt x="672236" y="926782"/>
                  </a:lnTo>
                  <a:lnTo>
                    <a:pt x="600735" y="927785"/>
                  </a:lnTo>
                  <a:lnTo>
                    <a:pt x="535089" y="930668"/>
                  </a:lnTo>
                  <a:lnTo>
                    <a:pt x="477189" y="935177"/>
                  </a:lnTo>
                  <a:lnTo>
                    <a:pt x="428891" y="941095"/>
                  </a:lnTo>
                  <a:lnTo>
                    <a:pt x="368617" y="956246"/>
                  </a:lnTo>
                  <a:lnTo>
                    <a:pt x="360375" y="965009"/>
                  </a:lnTo>
                  <a:lnTo>
                    <a:pt x="368617" y="973772"/>
                  </a:lnTo>
                  <a:lnTo>
                    <a:pt x="428891" y="988923"/>
                  </a:lnTo>
                  <a:lnTo>
                    <a:pt x="477189" y="994841"/>
                  </a:lnTo>
                  <a:lnTo>
                    <a:pt x="535089" y="999350"/>
                  </a:lnTo>
                  <a:lnTo>
                    <a:pt x="600735" y="1002233"/>
                  </a:lnTo>
                  <a:lnTo>
                    <a:pt x="672236" y="1003236"/>
                  </a:lnTo>
                  <a:lnTo>
                    <a:pt x="743750" y="1002233"/>
                  </a:lnTo>
                  <a:lnTo>
                    <a:pt x="809396" y="999350"/>
                  </a:lnTo>
                  <a:lnTo>
                    <a:pt x="867308" y="994841"/>
                  </a:lnTo>
                  <a:lnTo>
                    <a:pt x="915606" y="988923"/>
                  </a:lnTo>
                  <a:lnTo>
                    <a:pt x="975880" y="973772"/>
                  </a:lnTo>
                  <a:lnTo>
                    <a:pt x="984110" y="965009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0415706" y="5769563"/>
              <a:ext cx="672465" cy="798195"/>
            </a:xfrm>
            <a:custGeom>
              <a:avLst/>
              <a:gdLst/>
              <a:ahLst/>
              <a:cxnLst/>
              <a:rect l="l" t="t" r="r" b="b"/>
              <a:pathLst>
                <a:path w="672465" h="798195">
                  <a:moveTo>
                    <a:pt x="0" y="0"/>
                  </a:moveTo>
                  <a:lnTo>
                    <a:pt x="672251" y="79796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0582084" y="5740801"/>
              <a:ext cx="8890" cy="236220"/>
            </a:xfrm>
            <a:custGeom>
              <a:avLst/>
              <a:gdLst/>
              <a:ahLst/>
              <a:cxnLst/>
              <a:rect l="l" t="t" r="r" b="b"/>
              <a:pathLst>
                <a:path w="8890" h="236220">
                  <a:moveTo>
                    <a:pt x="0" y="0"/>
                  </a:moveTo>
                  <a:lnTo>
                    <a:pt x="8303" y="23610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0688538" y="5788721"/>
              <a:ext cx="4445" cy="304800"/>
            </a:xfrm>
            <a:custGeom>
              <a:avLst/>
              <a:gdLst/>
              <a:ahLst/>
              <a:cxnLst/>
              <a:rect l="l" t="t" r="r" b="b"/>
              <a:pathLst>
                <a:path w="4445" h="304800">
                  <a:moveTo>
                    <a:pt x="3884" y="0"/>
                  </a:moveTo>
                  <a:lnTo>
                    <a:pt x="0" y="304702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0776086" y="5885570"/>
              <a:ext cx="0" cy="311785"/>
            </a:xfrm>
            <a:custGeom>
              <a:avLst/>
              <a:gdLst/>
              <a:ahLst/>
              <a:cxnLst/>
              <a:rect l="l" t="t" r="r" b="b"/>
              <a:pathLst>
                <a:path w="0" h="311785">
                  <a:moveTo>
                    <a:pt x="0" y="0"/>
                  </a:moveTo>
                  <a:lnTo>
                    <a:pt x="0" y="31177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10878230" y="6142799"/>
              <a:ext cx="11430" cy="175895"/>
            </a:xfrm>
            <a:custGeom>
              <a:avLst/>
              <a:gdLst/>
              <a:ahLst/>
              <a:cxnLst/>
              <a:rect l="l" t="t" r="r" b="b"/>
              <a:pathLst>
                <a:path w="11429" h="175895">
                  <a:moveTo>
                    <a:pt x="11120" y="0"/>
                  </a:moveTo>
                  <a:lnTo>
                    <a:pt x="0" y="17578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10260321" y="6092842"/>
              <a:ext cx="681990" cy="466725"/>
            </a:xfrm>
            <a:custGeom>
              <a:avLst/>
              <a:gdLst/>
              <a:ahLst/>
              <a:cxnLst/>
              <a:rect l="l" t="t" r="r" b="b"/>
              <a:pathLst>
                <a:path w="681990" h="466725">
                  <a:moveTo>
                    <a:pt x="165233" y="0"/>
                  </a:moveTo>
                  <a:lnTo>
                    <a:pt x="101108" y="1864"/>
                  </a:lnTo>
                  <a:lnTo>
                    <a:pt x="54544" y="38050"/>
                  </a:lnTo>
                  <a:lnTo>
                    <a:pt x="0" y="117336"/>
                  </a:lnTo>
                  <a:lnTo>
                    <a:pt x="681382" y="466425"/>
                  </a:lnTo>
                  <a:lnTo>
                    <a:pt x="664503" y="380218"/>
                  </a:lnTo>
                  <a:lnTo>
                    <a:pt x="642571" y="315562"/>
                  </a:lnTo>
                  <a:lnTo>
                    <a:pt x="610902" y="274850"/>
                  </a:lnTo>
                  <a:lnTo>
                    <a:pt x="565142" y="259953"/>
                  </a:lnTo>
                  <a:lnTo>
                    <a:pt x="538528" y="308911"/>
                  </a:lnTo>
                  <a:lnTo>
                    <a:pt x="522697" y="270630"/>
                  </a:lnTo>
                  <a:lnTo>
                    <a:pt x="474140" y="183059"/>
                  </a:lnTo>
                  <a:lnTo>
                    <a:pt x="391260" y="87105"/>
                  </a:lnTo>
                  <a:lnTo>
                    <a:pt x="272462" y="23674"/>
                  </a:lnTo>
                  <a:lnTo>
                    <a:pt x="16523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10260320" y="6210179"/>
              <a:ext cx="828040" cy="424815"/>
            </a:xfrm>
            <a:custGeom>
              <a:avLst/>
              <a:gdLst/>
              <a:ahLst/>
              <a:cxnLst/>
              <a:rect l="l" t="t" r="r" b="b"/>
              <a:pathLst>
                <a:path w="828040" h="424815">
                  <a:moveTo>
                    <a:pt x="0" y="0"/>
                  </a:moveTo>
                  <a:lnTo>
                    <a:pt x="827629" y="42470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0402083" y="6114709"/>
              <a:ext cx="21590" cy="179705"/>
            </a:xfrm>
            <a:custGeom>
              <a:avLst/>
              <a:gdLst/>
              <a:ahLst/>
              <a:cxnLst/>
              <a:rect l="l" t="t" r="r" b="b"/>
              <a:pathLst>
                <a:path w="21590" h="179704">
                  <a:moveTo>
                    <a:pt x="0" y="0"/>
                  </a:moveTo>
                  <a:lnTo>
                    <a:pt x="21580" y="17915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10505169" y="6111024"/>
              <a:ext cx="29209" cy="239395"/>
            </a:xfrm>
            <a:custGeom>
              <a:avLst/>
              <a:gdLst/>
              <a:ahLst/>
              <a:cxnLst/>
              <a:rect l="l" t="t" r="r" b="b"/>
              <a:pathLst>
                <a:path w="29209" h="239395">
                  <a:moveTo>
                    <a:pt x="0" y="0"/>
                  </a:moveTo>
                  <a:lnTo>
                    <a:pt x="28889" y="23939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10615405" y="6152795"/>
              <a:ext cx="32384" cy="255904"/>
            </a:xfrm>
            <a:custGeom>
              <a:avLst/>
              <a:gdLst/>
              <a:ahLst/>
              <a:cxnLst/>
              <a:rect l="l" t="t" r="r" b="b"/>
              <a:pathLst>
                <a:path w="32384" h="255904">
                  <a:moveTo>
                    <a:pt x="0" y="0"/>
                  </a:moveTo>
                  <a:lnTo>
                    <a:pt x="31789" y="255583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10708943" y="6240564"/>
              <a:ext cx="46990" cy="223520"/>
            </a:xfrm>
            <a:custGeom>
              <a:avLst/>
              <a:gdLst/>
              <a:ahLst/>
              <a:cxnLst/>
              <a:rect l="l" t="t" r="r" b="b"/>
              <a:pathLst>
                <a:path w="46990" h="223520">
                  <a:moveTo>
                    <a:pt x="0" y="0"/>
                  </a:moveTo>
                  <a:lnTo>
                    <a:pt x="46522" y="22336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10843312" y="6361594"/>
              <a:ext cx="34290" cy="162560"/>
            </a:xfrm>
            <a:custGeom>
              <a:avLst/>
              <a:gdLst/>
              <a:ahLst/>
              <a:cxnLst/>
              <a:rect l="l" t="t" r="r" b="b"/>
              <a:pathLst>
                <a:path w="34290" h="162559">
                  <a:moveTo>
                    <a:pt x="0" y="0"/>
                  </a:moveTo>
                  <a:lnTo>
                    <a:pt x="34019" y="16248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11234974" y="5708098"/>
              <a:ext cx="525780" cy="668655"/>
            </a:xfrm>
            <a:custGeom>
              <a:avLst/>
              <a:gdLst/>
              <a:ahLst/>
              <a:cxnLst/>
              <a:rect l="l" t="t" r="r" b="b"/>
              <a:pathLst>
                <a:path w="525779" h="668654">
                  <a:moveTo>
                    <a:pt x="393256" y="0"/>
                  </a:moveTo>
                  <a:lnTo>
                    <a:pt x="335450" y="21651"/>
                  </a:lnTo>
                  <a:lnTo>
                    <a:pt x="248509" y="80619"/>
                  </a:lnTo>
                  <a:lnTo>
                    <a:pt x="162605" y="181494"/>
                  </a:lnTo>
                  <a:lnTo>
                    <a:pt x="116809" y="301726"/>
                  </a:lnTo>
                  <a:lnTo>
                    <a:pt x="98550" y="402402"/>
                  </a:lnTo>
                  <a:lnTo>
                    <a:pt x="95257" y="444608"/>
                  </a:lnTo>
                  <a:lnTo>
                    <a:pt x="67648" y="426649"/>
                  </a:lnTo>
                  <a:lnTo>
                    <a:pt x="50019" y="420663"/>
                  </a:lnTo>
                  <a:lnTo>
                    <a:pt x="34787" y="426649"/>
                  </a:lnTo>
                  <a:lnTo>
                    <a:pt x="14369" y="444608"/>
                  </a:lnTo>
                  <a:lnTo>
                    <a:pt x="0" y="492998"/>
                  </a:lnTo>
                  <a:lnTo>
                    <a:pt x="1596" y="568330"/>
                  </a:lnTo>
                  <a:lnTo>
                    <a:pt x="9579" y="637676"/>
                  </a:lnTo>
                  <a:lnTo>
                    <a:pt x="14369" y="668109"/>
                  </a:lnTo>
                  <a:lnTo>
                    <a:pt x="525233" y="61468"/>
                  </a:lnTo>
                  <a:lnTo>
                    <a:pt x="447869" y="13870"/>
                  </a:lnTo>
                  <a:lnTo>
                    <a:pt x="39325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1087952" y="5769563"/>
              <a:ext cx="672465" cy="798195"/>
            </a:xfrm>
            <a:custGeom>
              <a:avLst/>
              <a:gdLst/>
              <a:ahLst/>
              <a:cxnLst/>
              <a:rect l="l" t="t" r="r" b="b"/>
              <a:pathLst>
                <a:path w="672465" h="798195">
                  <a:moveTo>
                    <a:pt x="672251" y="0"/>
                  </a:moveTo>
                  <a:lnTo>
                    <a:pt x="0" y="79796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1585522" y="5740801"/>
              <a:ext cx="8890" cy="236220"/>
            </a:xfrm>
            <a:custGeom>
              <a:avLst/>
              <a:gdLst/>
              <a:ahLst/>
              <a:cxnLst/>
              <a:rect l="l" t="t" r="r" b="b"/>
              <a:pathLst>
                <a:path w="8890" h="236220">
                  <a:moveTo>
                    <a:pt x="8303" y="0"/>
                  </a:moveTo>
                  <a:lnTo>
                    <a:pt x="0" y="23610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11483488" y="5788721"/>
              <a:ext cx="4445" cy="304800"/>
            </a:xfrm>
            <a:custGeom>
              <a:avLst/>
              <a:gdLst/>
              <a:ahLst/>
              <a:cxnLst/>
              <a:rect l="l" t="t" r="r" b="b"/>
              <a:pathLst>
                <a:path w="4445" h="304800">
                  <a:moveTo>
                    <a:pt x="0" y="0"/>
                  </a:moveTo>
                  <a:lnTo>
                    <a:pt x="3874" y="304702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1399824" y="5885570"/>
              <a:ext cx="0" cy="311785"/>
            </a:xfrm>
            <a:custGeom>
              <a:avLst/>
              <a:gdLst/>
              <a:ahLst/>
              <a:cxnLst/>
              <a:rect l="l" t="t" r="r" b="b"/>
              <a:pathLst>
                <a:path w="0" h="311785">
                  <a:moveTo>
                    <a:pt x="0" y="0"/>
                  </a:moveTo>
                  <a:lnTo>
                    <a:pt x="0" y="31177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1286560" y="6142799"/>
              <a:ext cx="11430" cy="175895"/>
            </a:xfrm>
            <a:custGeom>
              <a:avLst/>
              <a:gdLst/>
              <a:ahLst/>
              <a:cxnLst/>
              <a:rect l="l" t="t" r="r" b="b"/>
              <a:pathLst>
                <a:path w="11429" h="175895">
                  <a:moveTo>
                    <a:pt x="0" y="0"/>
                  </a:moveTo>
                  <a:lnTo>
                    <a:pt x="11120" y="17578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1234207" y="6092842"/>
              <a:ext cx="681990" cy="466725"/>
            </a:xfrm>
            <a:custGeom>
              <a:avLst/>
              <a:gdLst/>
              <a:ahLst/>
              <a:cxnLst/>
              <a:rect l="l" t="t" r="r" b="b"/>
              <a:pathLst>
                <a:path w="681990" h="466725">
                  <a:moveTo>
                    <a:pt x="516149" y="0"/>
                  </a:moveTo>
                  <a:lnTo>
                    <a:pt x="408919" y="23674"/>
                  </a:lnTo>
                  <a:lnTo>
                    <a:pt x="290121" y="87105"/>
                  </a:lnTo>
                  <a:lnTo>
                    <a:pt x="207242" y="183059"/>
                  </a:lnTo>
                  <a:lnTo>
                    <a:pt x="158685" y="270630"/>
                  </a:lnTo>
                  <a:lnTo>
                    <a:pt x="142854" y="308911"/>
                  </a:lnTo>
                  <a:lnTo>
                    <a:pt x="128547" y="274854"/>
                  </a:lnTo>
                  <a:lnTo>
                    <a:pt x="70479" y="274850"/>
                  </a:lnTo>
                  <a:lnTo>
                    <a:pt x="38811" y="315562"/>
                  </a:lnTo>
                  <a:lnTo>
                    <a:pt x="16879" y="380218"/>
                  </a:lnTo>
                  <a:lnTo>
                    <a:pt x="4127" y="440084"/>
                  </a:lnTo>
                  <a:lnTo>
                    <a:pt x="0" y="466425"/>
                  </a:lnTo>
                  <a:lnTo>
                    <a:pt x="681382" y="117336"/>
                  </a:lnTo>
                  <a:lnTo>
                    <a:pt x="626837" y="38050"/>
                  </a:lnTo>
                  <a:lnTo>
                    <a:pt x="580274" y="1864"/>
                  </a:lnTo>
                  <a:lnTo>
                    <a:pt x="516149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1087950" y="6210179"/>
              <a:ext cx="828040" cy="424815"/>
            </a:xfrm>
            <a:custGeom>
              <a:avLst/>
              <a:gdLst/>
              <a:ahLst/>
              <a:cxnLst/>
              <a:rect l="l" t="t" r="r" b="b"/>
              <a:pathLst>
                <a:path w="828040" h="424815">
                  <a:moveTo>
                    <a:pt x="827639" y="0"/>
                  </a:moveTo>
                  <a:lnTo>
                    <a:pt x="0" y="42470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1752255" y="6114709"/>
              <a:ext cx="21590" cy="179705"/>
            </a:xfrm>
            <a:custGeom>
              <a:avLst/>
              <a:gdLst/>
              <a:ahLst/>
              <a:cxnLst/>
              <a:rect l="l" t="t" r="r" b="b"/>
              <a:pathLst>
                <a:path w="21590" h="179704">
                  <a:moveTo>
                    <a:pt x="21570" y="0"/>
                  </a:moveTo>
                  <a:lnTo>
                    <a:pt x="0" y="17915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1641851" y="6111024"/>
              <a:ext cx="29209" cy="239395"/>
            </a:xfrm>
            <a:custGeom>
              <a:avLst/>
              <a:gdLst/>
              <a:ahLst/>
              <a:cxnLst/>
              <a:rect l="l" t="t" r="r" b="b"/>
              <a:pathLst>
                <a:path w="29209" h="239395">
                  <a:moveTo>
                    <a:pt x="28889" y="0"/>
                  </a:moveTo>
                  <a:lnTo>
                    <a:pt x="0" y="239395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1528715" y="6152795"/>
              <a:ext cx="32384" cy="255904"/>
            </a:xfrm>
            <a:custGeom>
              <a:avLst/>
              <a:gdLst/>
              <a:ahLst/>
              <a:cxnLst/>
              <a:rect l="l" t="t" r="r" b="b"/>
              <a:pathLst>
                <a:path w="32384" h="255904">
                  <a:moveTo>
                    <a:pt x="31789" y="0"/>
                  </a:moveTo>
                  <a:lnTo>
                    <a:pt x="0" y="255583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1420446" y="6240564"/>
              <a:ext cx="46990" cy="223520"/>
            </a:xfrm>
            <a:custGeom>
              <a:avLst/>
              <a:gdLst/>
              <a:ahLst/>
              <a:cxnLst/>
              <a:rect l="l" t="t" r="r" b="b"/>
              <a:pathLst>
                <a:path w="46990" h="223520">
                  <a:moveTo>
                    <a:pt x="46522" y="0"/>
                  </a:moveTo>
                  <a:lnTo>
                    <a:pt x="0" y="22336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1298577" y="6361594"/>
              <a:ext cx="34290" cy="162560"/>
            </a:xfrm>
            <a:custGeom>
              <a:avLst/>
              <a:gdLst/>
              <a:ahLst/>
              <a:cxnLst/>
              <a:rect l="l" t="t" r="r" b="b"/>
              <a:pathLst>
                <a:path w="34290" h="162559">
                  <a:moveTo>
                    <a:pt x="34019" y="0"/>
                  </a:moveTo>
                  <a:lnTo>
                    <a:pt x="0" y="16248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10889345" y="5421514"/>
              <a:ext cx="397510" cy="1021080"/>
            </a:xfrm>
            <a:custGeom>
              <a:avLst/>
              <a:gdLst/>
              <a:ahLst/>
              <a:cxnLst/>
              <a:rect l="l" t="t" r="r" b="b"/>
              <a:pathLst>
                <a:path w="397509" h="1021079">
                  <a:moveTo>
                    <a:pt x="198611" y="0"/>
                  </a:moveTo>
                  <a:lnTo>
                    <a:pt x="146406" y="11410"/>
                  </a:lnTo>
                  <a:lnTo>
                    <a:pt x="88094" y="51406"/>
                  </a:lnTo>
                  <a:lnTo>
                    <a:pt x="60667" y="84826"/>
                  </a:lnTo>
                  <a:lnTo>
                    <a:pt x="36537" y="128633"/>
                  </a:lnTo>
                  <a:lnTo>
                    <a:pt x="17310" y="183910"/>
                  </a:lnTo>
                  <a:lnTo>
                    <a:pt x="4595" y="251736"/>
                  </a:lnTo>
                  <a:lnTo>
                    <a:pt x="0" y="333194"/>
                  </a:lnTo>
                  <a:lnTo>
                    <a:pt x="21800" y="515383"/>
                  </a:lnTo>
                  <a:lnTo>
                    <a:pt x="69762" y="656951"/>
                  </a:lnTo>
                  <a:lnTo>
                    <a:pt x="117723" y="748662"/>
                  </a:lnTo>
                  <a:lnTo>
                    <a:pt x="139524" y="781285"/>
                  </a:lnTo>
                  <a:lnTo>
                    <a:pt x="95898" y="764719"/>
                  </a:lnTo>
                  <a:lnTo>
                    <a:pt x="73662" y="765695"/>
                  </a:lnTo>
                  <a:lnTo>
                    <a:pt x="65892" y="790059"/>
                  </a:lnTo>
                  <a:lnTo>
                    <a:pt x="65662" y="843660"/>
                  </a:lnTo>
                  <a:lnTo>
                    <a:pt x="87125" y="910826"/>
                  </a:lnTo>
                  <a:lnTo>
                    <a:pt x="132749" y="967374"/>
                  </a:lnTo>
                  <a:lnTo>
                    <a:pt x="178068" y="1006381"/>
                  </a:lnTo>
                  <a:lnTo>
                    <a:pt x="198611" y="1020921"/>
                  </a:lnTo>
                  <a:lnTo>
                    <a:pt x="274548" y="971068"/>
                  </a:lnTo>
                  <a:lnTo>
                    <a:pt x="313709" y="935985"/>
                  </a:lnTo>
                  <a:lnTo>
                    <a:pt x="328558" y="899055"/>
                  </a:lnTo>
                  <a:lnTo>
                    <a:pt x="331560" y="843660"/>
                  </a:lnTo>
                  <a:lnTo>
                    <a:pt x="320713" y="794444"/>
                  </a:lnTo>
                  <a:lnTo>
                    <a:pt x="295246" y="777388"/>
                  </a:lnTo>
                  <a:lnTo>
                    <a:pt x="269471" y="777874"/>
                  </a:lnTo>
                  <a:lnTo>
                    <a:pt x="257698" y="781285"/>
                  </a:lnTo>
                  <a:lnTo>
                    <a:pt x="338355" y="671799"/>
                  </a:lnTo>
                  <a:lnTo>
                    <a:pt x="379773" y="588628"/>
                  </a:lnTo>
                  <a:lnTo>
                    <a:pt x="395033" y="489762"/>
                  </a:lnTo>
                  <a:lnTo>
                    <a:pt x="397213" y="333194"/>
                  </a:lnTo>
                  <a:lnTo>
                    <a:pt x="392617" y="251736"/>
                  </a:lnTo>
                  <a:lnTo>
                    <a:pt x="379903" y="183910"/>
                  </a:lnTo>
                  <a:lnTo>
                    <a:pt x="360678" y="128633"/>
                  </a:lnTo>
                  <a:lnTo>
                    <a:pt x="336549" y="84826"/>
                  </a:lnTo>
                  <a:lnTo>
                    <a:pt x="309124" y="51406"/>
                  </a:lnTo>
                  <a:lnTo>
                    <a:pt x="250815" y="11410"/>
                  </a:lnTo>
                  <a:lnTo>
                    <a:pt x="223146" y="2672"/>
                  </a:lnTo>
                  <a:lnTo>
                    <a:pt x="198611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1087954" y="5574257"/>
              <a:ext cx="0" cy="1137285"/>
            </a:xfrm>
            <a:custGeom>
              <a:avLst/>
              <a:gdLst/>
              <a:ahLst/>
              <a:cxnLst/>
              <a:rect l="l" t="t" r="r" b="b"/>
              <a:pathLst>
                <a:path w="0" h="1137284">
                  <a:moveTo>
                    <a:pt x="0" y="1137085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0946557" y="5511651"/>
              <a:ext cx="141605" cy="207645"/>
            </a:xfrm>
            <a:custGeom>
              <a:avLst/>
              <a:gdLst/>
              <a:ahLst/>
              <a:cxnLst/>
              <a:rect l="l" t="t" r="r" b="b"/>
              <a:pathLst>
                <a:path w="141604" h="207645">
                  <a:moveTo>
                    <a:pt x="0" y="0"/>
                  </a:moveTo>
                  <a:lnTo>
                    <a:pt x="141398" y="20716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0900810" y="5644729"/>
              <a:ext cx="187325" cy="296545"/>
            </a:xfrm>
            <a:custGeom>
              <a:avLst/>
              <a:gdLst/>
              <a:ahLst/>
              <a:cxnLst/>
              <a:rect l="l" t="t" r="r" b="b"/>
              <a:pathLst>
                <a:path w="187325" h="296545">
                  <a:moveTo>
                    <a:pt x="0" y="0"/>
                  </a:moveTo>
                  <a:lnTo>
                    <a:pt x="187146" y="29634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0899263" y="5877515"/>
              <a:ext cx="189230" cy="256540"/>
            </a:xfrm>
            <a:custGeom>
              <a:avLst/>
              <a:gdLst/>
              <a:ahLst/>
              <a:cxnLst/>
              <a:rect l="l" t="t" r="r" b="b"/>
              <a:pathLst>
                <a:path w="189229" h="256539">
                  <a:moveTo>
                    <a:pt x="0" y="0"/>
                  </a:moveTo>
                  <a:lnTo>
                    <a:pt x="188695" y="256222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10967972" y="6213112"/>
              <a:ext cx="120014" cy="139700"/>
            </a:xfrm>
            <a:custGeom>
              <a:avLst/>
              <a:gdLst/>
              <a:ahLst/>
              <a:cxnLst/>
              <a:rect l="l" t="t" r="r" b="b"/>
              <a:pathLst>
                <a:path w="120015" h="139700">
                  <a:moveTo>
                    <a:pt x="0" y="0"/>
                  </a:moveTo>
                  <a:lnTo>
                    <a:pt x="119985" y="13913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11087953" y="5511651"/>
              <a:ext cx="141605" cy="207645"/>
            </a:xfrm>
            <a:custGeom>
              <a:avLst/>
              <a:gdLst/>
              <a:ahLst/>
              <a:cxnLst/>
              <a:rect l="l" t="t" r="r" b="b"/>
              <a:pathLst>
                <a:path w="141604" h="207645">
                  <a:moveTo>
                    <a:pt x="141398" y="0"/>
                  </a:moveTo>
                  <a:lnTo>
                    <a:pt x="0" y="20716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1087954" y="5644729"/>
              <a:ext cx="187325" cy="296545"/>
            </a:xfrm>
            <a:custGeom>
              <a:avLst/>
              <a:gdLst/>
              <a:ahLst/>
              <a:cxnLst/>
              <a:rect l="l" t="t" r="r" b="b"/>
              <a:pathLst>
                <a:path w="187325" h="296545">
                  <a:moveTo>
                    <a:pt x="187146" y="0"/>
                  </a:moveTo>
                  <a:lnTo>
                    <a:pt x="0" y="29634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1087950" y="5877515"/>
              <a:ext cx="189230" cy="256540"/>
            </a:xfrm>
            <a:custGeom>
              <a:avLst/>
              <a:gdLst/>
              <a:ahLst/>
              <a:cxnLst/>
              <a:rect l="l" t="t" r="r" b="b"/>
              <a:pathLst>
                <a:path w="189229" h="256539">
                  <a:moveTo>
                    <a:pt x="188695" y="0"/>
                  </a:moveTo>
                  <a:lnTo>
                    <a:pt x="0" y="256222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1087951" y="6213112"/>
              <a:ext cx="120014" cy="139700"/>
            </a:xfrm>
            <a:custGeom>
              <a:avLst/>
              <a:gdLst/>
              <a:ahLst/>
              <a:cxnLst/>
              <a:rect l="l" t="t" r="r" b="b"/>
              <a:pathLst>
                <a:path w="120015" h="139700">
                  <a:moveTo>
                    <a:pt x="119985" y="0"/>
                  </a:moveTo>
                  <a:lnTo>
                    <a:pt x="0" y="13913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0512716" y="7151154"/>
              <a:ext cx="1130300" cy="205740"/>
            </a:xfrm>
            <a:custGeom>
              <a:avLst/>
              <a:gdLst/>
              <a:ahLst/>
              <a:cxnLst/>
              <a:rect l="l" t="t" r="r" b="b"/>
              <a:pathLst>
                <a:path w="1130300" h="205740">
                  <a:moveTo>
                    <a:pt x="1129944" y="0"/>
                  </a:moveTo>
                  <a:lnTo>
                    <a:pt x="0" y="0"/>
                  </a:lnTo>
                  <a:lnTo>
                    <a:pt x="0" y="205669"/>
                  </a:lnTo>
                  <a:lnTo>
                    <a:pt x="1129944" y="205669"/>
                  </a:lnTo>
                  <a:lnTo>
                    <a:pt x="1129944" y="0"/>
                  </a:lnTo>
                  <a:close/>
                </a:path>
              </a:pathLst>
            </a:custGeom>
            <a:solidFill>
              <a:srgbClr val="3439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0178747" y="9868142"/>
              <a:ext cx="1800860" cy="304800"/>
            </a:xfrm>
            <a:custGeom>
              <a:avLst/>
              <a:gdLst/>
              <a:ahLst/>
              <a:cxnLst/>
              <a:rect l="l" t="t" r="r" b="b"/>
              <a:pathLst>
                <a:path w="1800859" h="304800">
                  <a:moveTo>
                    <a:pt x="900328" y="0"/>
                  </a:moveTo>
                  <a:lnTo>
                    <a:pt x="822644" y="558"/>
                  </a:lnTo>
                  <a:lnTo>
                    <a:pt x="746795" y="2204"/>
                  </a:lnTo>
                  <a:lnTo>
                    <a:pt x="673051" y="4891"/>
                  </a:lnTo>
                  <a:lnTo>
                    <a:pt x="601683" y="8573"/>
                  </a:lnTo>
                  <a:lnTo>
                    <a:pt x="532960" y="13205"/>
                  </a:lnTo>
                  <a:lnTo>
                    <a:pt x="467154" y="18741"/>
                  </a:lnTo>
                  <a:lnTo>
                    <a:pt x="404534" y="25135"/>
                  </a:lnTo>
                  <a:lnTo>
                    <a:pt x="345371" y="32342"/>
                  </a:lnTo>
                  <a:lnTo>
                    <a:pt x="289934" y="40316"/>
                  </a:lnTo>
                  <a:lnTo>
                    <a:pt x="238495" y="49012"/>
                  </a:lnTo>
                  <a:lnTo>
                    <a:pt x="191323" y="58382"/>
                  </a:lnTo>
                  <a:lnTo>
                    <a:pt x="148689" y="68383"/>
                  </a:lnTo>
                  <a:lnTo>
                    <a:pt x="110862" y="78968"/>
                  </a:lnTo>
                  <a:lnTo>
                    <a:pt x="50713" y="101707"/>
                  </a:lnTo>
                  <a:lnTo>
                    <a:pt x="13038" y="126234"/>
                  </a:lnTo>
                  <a:lnTo>
                    <a:pt x="0" y="152183"/>
                  </a:lnTo>
                  <a:lnTo>
                    <a:pt x="3304" y="165314"/>
                  </a:lnTo>
                  <a:lnTo>
                    <a:pt x="50713" y="202664"/>
                  </a:lnTo>
                  <a:lnTo>
                    <a:pt x="110862" y="225404"/>
                  </a:lnTo>
                  <a:lnTo>
                    <a:pt x="148689" y="235988"/>
                  </a:lnTo>
                  <a:lnTo>
                    <a:pt x="191323" y="245989"/>
                  </a:lnTo>
                  <a:lnTo>
                    <a:pt x="238495" y="255359"/>
                  </a:lnTo>
                  <a:lnTo>
                    <a:pt x="289934" y="264054"/>
                  </a:lnTo>
                  <a:lnTo>
                    <a:pt x="345371" y="272028"/>
                  </a:lnTo>
                  <a:lnTo>
                    <a:pt x="404534" y="279234"/>
                  </a:lnTo>
                  <a:lnTo>
                    <a:pt x="467154" y="285628"/>
                  </a:lnTo>
                  <a:lnTo>
                    <a:pt x="532960" y="291164"/>
                  </a:lnTo>
                  <a:lnTo>
                    <a:pt x="601683" y="295795"/>
                  </a:lnTo>
                  <a:lnTo>
                    <a:pt x="673051" y="299477"/>
                  </a:lnTo>
                  <a:lnTo>
                    <a:pt x="746795" y="302163"/>
                  </a:lnTo>
                  <a:lnTo>
                    <a:pt x="822644" y="303809"/>
                  </a:lnTo>
                  <a:lnTo>
                    <a:pt x="900328" y="304367"/>
                  </a:lnTo>
                  <a:lnTo>
                    <a:pt x="978012" y="303809"/>
                  </a:lnTo>
                  <a:lnTo>
                    <a:pt x="1053862" y="302163"/>
                  </a:lnTo>
                  <a:lnTo>
                    <a:pt x="1127605" y="299477"/>
                  </a:lnTo>
                  <a:lnTo>
                    <a:pt x="1198974" y="295795"/>
                  </a:lnTo>
                  <a:lnTo>
                    <a:pt x="1267696" y="291164"/>
                  </a:lnTo>
                  <a:lnTo>
                    <a:pt x="1333502" y="285628"/>
                  </a:lnTo>
                  <a:lnTo>
                    <a:pt x="1396122" y="279234"/>
                  </a:lnTo>
                  <a:lnTo>
                    <a:pt x="1455285" y="272028"/>
                  </a:lnTo>
                  <a:lnTo>
                    <a:pt x="1510722" y="264054"/>
                  </a:lnTo>
                  <a:lnTo>
                    <a:pt x="1562161" y="255359"/>
                  </a:lnTo>
                  <a:lnTo>
                    <a:pt x="1609333" y="245989"/>
                  </a:lnTo>
                  <a:lnTo>
                    <a:pt x="1651968" y="235988"/>
                  </a:lnTo>
                  <a:lnTo>
                    <a:pt x="1689794" y="225404"/>
                  </a:lnTo>
                  <a:lnTo>
                    <a:pt x="1749943" y="202664"/>
                  </a:lnTo>
                  <a:lnTo>
                    <a:pt x="1787618" y="178135"/>
                  </a:lnTo>
                  <a:lnTo>
                    <a:pt x="1800657" y="152183"/>
                  </a:lnTo>
                  <a:lnTo>
                    <a:pt x="1797352" y="139054"/>
                  </a:lnTo>
                  <a:lnTo>
                    <a:pt x="1749943" y="101707"/>
                  </a:lnTo>
                  <a:lnTo>
                    <a:pt x="1689794" y="78968"/>
                  </a:lnTo>
                  <a:lnTo>
                    <a:pt x="1651968" y="68383"/>
                  </a:lnTo>
                  <a:lnTo>
                    <a:pt x="1609333" y="58382"/>
                  </a:lnTo>
                  <a:lnTo>
                    <a:pt x="1562161" y="49012"/>
                  </a:lnTo>
                  <a:lnTo>
                    <a:pt x="1510722" y="40316"/>
                  </a:lnTo>
                  <a:lnTo>
                    <a:pt x="1455285" y="32342"/>
                  </a:lnTo>
                  <a:lnTo>
                    <a:pt x="1396122" y="25135"/>
                  </a:lnTo>
                  <a:lnTo>
                    <a:pt x="1333502" y="18741"/>
                  </a:lnTo>
                  <a:lnTo>
                    <a:pt x="1267696" y="13205"/>
                  </a:lnTo>
                  <a:lnTo>
                    <a:pt x="1198974" y="8573"/>
                  </a:lnTo>
                  <a:lnTo>
                    <a:pt x="1127605" y="4891"/>
                  </a:lnTo>
                  <a:lnTo>
                    <a:pt x="1053862" y="2204"/>
                  </a:lnTo>
                  <a:lnTo>
                    <a:pt x="978012" y="558"/>
                  </a:lnTo>
                  <a:lnTo>
                    <a:pt x="900328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0516159" y="7303433"/>
              <a:ext cx="1123315" cy="2733675"/>
            </a:xfrm>
            <a:custGeom>
              <a:avLst/>
              <a:gdLst/>
              <a:ahLst/>
              <a:cxnLst/>
              <a:rect l="l" t="t" r="r" b="b"/>
              <a:pathLst>
                <a:path w="1123315" h="2733675">
                  <a:moveTo>
                    <a:pt x="1123035" y="2732735"/>
                  </a:moveTo>
                  <a:lnTo>
                    <a:pt x="1082827" y="1817878"/>
                  </a:lnTo>
                  <a:lnTo>
                    <a:pt x="1082827" y="2173084"/>
                  </a:lnTo>
                  <a:lnTo>
                    <a:pt x="40182" y="2173084"/>
                  </a:lnTo>
                  <a:lnTo>
                    <a:pt x="56819" y="1794548"/>
                  </a:lnTo>
                  <a:lnTo>
                    <a:pt x="1066190" y="1794548"/>
                  </a:lnTo>
                  <a:lnTo>
                    <a:pt x="1082827" y="2173084"/>
                  </a:lnTo>
                  <a:lnTo>
                    <a:pt x="1082827" y="1817878"/>
                  </a:lnTo>
                  <a:lnTo>
                    <a:pt x="1002931" y="0"/>
                  </a:lnTo>
                  <a:lnTo>
                    <a:pt x="987361" y="889"/>
                  </a:lnTo>
                  <a:lnTo>
                    <a:pt x="1065403" y="1776691"/>
                  </a:lnTo>
                  <a:lnTo>
                    <a:pt x="57594" y="1776691"/>
                  </a:lnTo>
                  <a:lnTo>
                    <a:pt x="135661" y="889"/>
                  </a:lnTo>
                  <a:lnTo>
                    <a:pt x="120116" y="0"/>
                  </a:lnTo>
                  <a:lnTo>
                    <a:pt x="0" y="2732735"/>
                  </a:lnTo>
                  <a:lnTo>
                    <a:pt x="15557" y="2733624"/>
                  </a:lnTo>
                  <a:lnTo>
                    <a:pt x="39408" y="2190940"/>
                  </a:lnTo>
                  <a:lnTo>
                    <a:pt x="1083602" y="2190940"/>
                  </a:lnTo>
                  <a:lnTo>
                    <a:pt x="1107465" y="2733624"/>
                  </a:lnTo>
                  <a:lnTo>
                    <a:pt x="1123035" y="2732735"/>
                  </a:lnTo>
                  <a:close/>
                </a:path>
              </a:pathLst>
            </a:custGeom>
            <a:solidFill>
              <a:srgbClr val="2C34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6" name="object 246" descr=""/>
          <p:cNvGrpSpPr/>
          <p:nvPr/>
        </p:nvGrpSpPr>
        <p:grpSpPr>
          <a:xfrm>
            <a:off x="1326129" y="1819193"/>
            <a:ext cx="2063114" cy="2385060"/>
            <a:chOff x="1326129" y="1819193"/>
            <a:chExt cx="2063114" cy="2385060"/>
          </a:xfrm>
        </p:grpSpPr>
        <p:sp>
          <p:nvSpPr>
            <p:cNvPr id="247" name="object 247" descr=""/>
            <p:cNvSpPr/>
            <p:nvPr/>
          </p:nvSpPr>
          <p:spPr>
            <a:xfrm>
              <a:off x="1968674" y="3986277"/>
              <a:ext cx="1049020" cy="217804"/>
            </a:xfrm>
            <a:custGeom>
              <a:avLst/>
              <a:gdLst/>
              <a:ahLst/>
              <a:cxnLst/>
              <a:rect l="l" t="t" r="r" b="b"/>
              <a:pathLst>
                <a:path w="1049020" h="217804">
                  <a:moveTo>
                    <a:pt x="524455" y="0"/>
                  </a:moveTo>
                  <a:lnTo>
                    <a:pt x="453290" y="992"/>
                  </a:lnTo>
                  <a:lnTo>
                    <a:pt x="385035" y="3882"/>
                  </a:lnTo>
                  <a:lnTo>
                    <a:pt x="320314" y="8540"/>
                  </a:lnTo>
                  <a:lnTo>
                    <a:pt x="259753" y="14838"/>
                  </a:lnTo>
                  <a:lnTo>
                    <a:pt x="203977" y="22645"/>
                  </a:lnTo>
                  <a:lnTo>
                    <a:pt x="153610" y="31832"/>
                  </a:lnTo>
                  <a:lnTo>
                    <a:pt x="109277" y="42270"/>
                  </a:lnTo>
                  <a:lnTo>
                    <a:pt x="71604" y="53829"/>
                  </a:lnTo>
                  <a:lnTo>
                    <a:pt x="18734" y="79793"/>
                  </a:lnTo>
                  <a:lnTo>
                    <a:pt x="0" y="108687"/>
                  </a:lnTo>
                  <a:lnTo>
                    <a:pt x="4787" y="123436"/>
                  </a:lnTo>
                  <a:lnTo>
                    <a:pt x="41214" y="150995"/>
                  </a:lnTo>
                  <a:lnTo>
                    <a:pt x="109277" y="175104"/>
                  </a:lnTo>
                  <a:lnTo>
                    <a:pt x="153610" y="185542"/>
                  </a:lnTo>
                  <a:lnTo>
                    <a:pt x="203977" y="194730"/>
                  </a:lnTo>
                  <a:lnTo>
                    <a:pt x="259753" y="202537"/>
                  </a:lnTo>
                  <a:lnTo>
                    <a:pt x="320314" y="208834"/>
                  </a:lnTo>
                  <a:lnTo>
                    <a:pt x="385035" y="213493"/>
                  </a:lnTo>
                  <a:lnTo>
                    <a:pt x="453290" y="216383"/>
                  </a:lnTo>
                  <a:lnTo>
                    <a:pt x="524455" y="217375"/>
                  </a:lnTo>
                  <a:lnTo>
                    <a:pt x="595622" y="216383"/>
                  </a:lnTo>
                  <a:lnTo>
                    <a:pt x="663879" y="213493"/>
                  </a:lnTo>
                  <a:lnTo>
                    <a:pt x="728601" y="208834"/>
                  </a:lnTo>
                  <a:lnTo>
                    <a:pt x="789163" y="202537"/>
                  </a:lnTo>
                  <a:lnTo>
                    <a:pt x="844941" y="194730"/>
                  </a:lnTo>
                  <a:lnTo>
                    <a:pt x="895309" y="185542"/>
                  </a:lnTo>
                  <a:lnTo>
                    <a:pt x="939642" y="175104"/>
                  </a:lnTo>
                  <a:lnTo>
                    <a:pt x="977316" y="163545"/>
                  </a:lnTo>
                  <a:lnTo>
                    <a:pt x="1030186" y="137582"/>
                  </a:lnTo>
                  <a:lnTo>
                    <a:pt x="1048920" y="108687"/>
                  </a:lnTo>
                  <a:lnTo>
                    <a:pt x="1044133" y="93938"/>
                  </a:lnTo>
                  <a:lnTo>
                    <a:pt x="1007706" y="66380"/>
                  </a:lnTo>
                  <a:lnTo>
                    <a:pt x="939642" y="42270"/>
                  </a:lnTo>
                  <a:lnTo>
                    <a:pt x="895309" y="31832"/>
                  </a:lnTo>
                  <a:lnTo>
                    <a:pt x="844941" y="22645"/>
                  </a:lnTo>
                  <a:lnTo>
                    <a:pt x="789163" y="14838"/>
                  </a:lnTo>
                  <a:lnTo>
                    <a:pt x="728601" y="8540"/>
                  </a:lnTo>
                  <a:lnTo>
                    <a:pt x="663879" y="3882"/>
                  </a:lnTo>
                  <a:lnTo>
                    <a:pt x="595622" y="992"/>
                  </a:lnTo>
                  <a:lnTo>
                    <a:pt x="524455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1855598" y="1819193"/>
              <a:ext cx="573405" cy="360045"/>
            </a:xfrm>
            <a:custGeom>
              <a:avLst/>
              <a:gdLst/>
              <a:ahLst/>
              <a:cxnLst/>
              <a:rect l="l" t="t" r="r" b="b"/>
              <a:pathLst>
                <a:path w="573405" h="360044">
                  <a:moveTo>
                    <a:pt x="258158" y="0"/>
                  </a:moveTo>
                  <a:lnTo>
                    <a:pt x="220878" y="7456"/>
                  </a:lnTo>
                  <a:lnTo>
                    <a:pt x="181105" y="25891"/>
                  </a:lnTo>
                  <a:lnTo>
                    <a:pt x="140766" y="55527"/>
                  </a:lnTo>
                  <a:lnTo>
                    <a:pt x="101787" y="96588"/>
                  </a:lnTo>
                  <a:lnTo>
                    <a:pt x="137644" y="91945"/>
                  </a:lnTo>
                  <a:lnTo>
                    <a:pt x="156723" y="98149"/>
                  </a:lnTo>
                  <a:lnTo>
                    <a:pt x="155558" y="109875"/>
                  </a:lnTo>
                  <a:lnTo>
                    <a:pt x="130684" y="121796"/>
                  </a:lnTo>
                  <a:lnTo>
                    <a:pt x="78636" y="128587"/>
                  </a:lnTo>
                  <a:lnTo>
                    <a:pt x="57352" y="165109"/>
                  </a:lnTo>
                  <a:lnTo>
                    <a:pt x="38357" y="206469"/>
                  </a:lnTo>
                  <a:lnTo>
                    <a:pt x="22140" y="252682"/>
                  </a:lnTo>
                  <a:lnTo>
                    <a:pt x="9191" y="303765"/>
                  </a:lnTo>
                  <a:lnTo>
                    <a:pt x="0" y="359732"/>
                  </a:lnTo>
                  <a:lnTo>
                    <a:pt x="50318" y="337040"/>
                  </a:lnTo>
                  <a:lnTo>
                    <a:pt x="99653" y="319025"/>
                  </a:lnTo>
                  <a:lnTo>
                    <a:pt x="148255" y="304683"/>
                  </a:lnTo>
                  <a:lnTo>
                    <a:pt x="196375" y="293008"/>
                  </a:lnTo>
                  <a:lnTo>
                    <a:pt x="244263" y="282995"/>
                  </a:lnTo>
                  <a:lnTo>
                    <a:pt x="292169" y="273640"/>
                  </a:lnTo>
                  <a:lnTo>
                    <a:pt x="282526" y="270336"/>
                  </a:lnTo>
                  <a:lnTo>
                    <a:pt x="274403" y="264541"/>
                  </a:lnTo>
                  <a:lnTo>
                    <a:pt x="268407" y="257340"/>
                  </a:lnTo>
                  <a:lnTo>
                    <a:pt x="265143" y="249819"/>
                  </a:lnTo>
                  <a:lnTo>
                    <a:pt x="270877" y="237702"/>
                  </a:lnTo>
                  <a:lnTo>
                    <a:pt x="288330" y="234342"/>
                  </a:lnTo>
                  <a:lnTo>
                    <a:pt x="307304" y="243474"/>
                  </a:lnTo>
                  <a:lnTo>
                    <a:pt x="317602" y="268834"/>
                  </a:lnTo>
                  <a:lnTo>
                    <a:pt x="371898" y="257367"/>
                  </a:lnTo>
                  <a:lnTo>
                    <a:pt x="422222" y="244494"/>
                  </a:lnTo>
                  <a:lnTo>
                    <a:pt x="467627" y="228811"/>
                  </a:lnTo>
                  <a:lnTo>
                    <a:pt x="507165" y="208912"/>
                  </a:lnTo>
                  <a:lnTo>
                    <a:pt x="539889" y="183392"/>
                  </a:lnTo>
                  <a:lnTo>
                    <a:pt x="572928" y="122499"/>
                  </a:lnTo>
                  <a:lnTo>
                    <a:pt x="571419" y="93283"/>
                  </a:lnTo>
                  <a:lnTo>
                    <a:pt x="559596" y="67226"/>
                  </a:lnTo>
                  <a:lnTo>
                    <a:pt x="538742" y="46083"/>
                  </a:lnTo>
                  <a:lnTo>
                    <a:pt x="510137" y="31609"/>
                  </a:lnTo>
                  <a:lnTo>
                    <a:pt x="475060" y="25558"/>
                  </a:lnTo>
                  <a:lnTo>
                    <a:pt x="434794" y="29685"/>
                  </a:lnTo>
                  <a:lnTo>
                    <a:pt x="390617" y="45744"/>
                  </a:lnTo>
                  <a:lnTo>
                    <a:pt x="343811" y="75489"/>
                  </a:lnTo>
                  <a:lnTo>
                    <a:pt x="335771" y="41266"/>
                  </a:lnTo>
                  <a:lnTo>
                    <a:pt x="317532" y="17128"/>
                  </a:lnTo>
                  <a:lnTo>
                    <a:pt x="291018" y="3298"/>
                  </a:lnTo>
                  <a:lnTo>
                    <a:pt x="258158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2206458" y="1902610"/>
              <a:ext cx="266700" cy="1664970"/>
            </a:xfrm>
            <a:custGeom>
              <a:avLst/>
              <a:gdLst/>
              <a:ahLst/>
              <a:cxnLst/>
              <a:rect l="l" t="t" r="r" b="b"/>
              <a:pathLst>
                <a:path w="266700" h="1664970">
                  <a:moveTo>
                    <a:pt x="266379" y="1664462"/>
                  </a:moveTo>
                  <a:lnTo>
                    <a:pt x="263206" y="776615"/>
                  </a:lnTo>
                  <a:lnTo>
                    <a:pt x="167366" y="274208"/>
                  </a:lnTo>
                  <a:lnTo>
                    <a:pt x="54438" y="50813"/>
                  </a:lnTo>
                  <a:lnTo>
                    <a:pt x="0" y="0"/>
                  </a:lnTo>
                </a:path>
              </a:pathLst>
            </a:custGeom>
            <a:ln w="3863">
              <a:solidFill>
                <a:srgbClr val="C2470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1669640" y="2350635"/>
              <a:ext cx="782955" cy="912494"/>
            </a:xfrm>
            <a:custGeom>
              <a:avLst/>
              <a:gdLst/>
              <a:ahLst/>
              <a:cxnLst/>
              <a:rect l="l" t="t" r="r" b="b"/>
              <a:pathLst>
                <a:path w="782955" h="912495">
                  <a:moveTo>
                    <a:pt x="782353" y="911993"/>
                  </a:moveTo>
                  <a:lnTo>
                    <a:pt x="660110" y="464370"/>
                  </a:lnTo>
                  <a:lnTo>
                    <a:pt x="391176" y="184775"/>
                  </a:lnTo>
                  <a:lnTo>
                    <a:pt x="122242" y="40791"/>
                  </a:lnTo>
                  <a:lnTo>
                    <a:pt x="0" y="0"/>
                  </a:lnTo>
                </a:path>
              </a:pathLst>
            </a:custGeom>
            <a:ln w="3863">
              <a:solidFill>
                <a:srgbClr val="C2470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2283091" y="3009054"/>
              <a:ext cx="410209" cy="1075055"/>
            </a:xfrm>
            <a:custGeom>
              <a:avLst/>
              <a:gdLst/>
              <a:ahLst/>
              <a:cxnLst/>
              <a:rect l="l" t="t" r="r" b="b"/>
              <a:pathLst>
                <a:path w="410210" h="1075054">
                  <a:moveTo>
                    <a:pt x="25019" y="558025"/>
                  </a:moveTo>
                  <a:lnTo>
                    <a:pt x="0" y="558025"/>
                  </a:lnTo>
                  <a:lnTo>
                    <a:pt x="0" y="1074572"/>
                  </a:lnTo>
                  <a:lnTo>
                    <a:pt x="25019" y="1074572"/>
                  </a:lnTo>
                  <a:lnTo>
                    <a:pt x="25019" y="558025"/>
                  </a:lnTo>
                  <a:close/>
                </a:path>
                <a:path w="410210" h="1075054">
                  <a:moveTo>
                    <a:pt x="25019" y="0"/>
                  </a:moveTo>
                  <a:lnTo>
                    <a:pt x="0" y="0"/>
                  </a:lnTo>
                  <a:lnTo>
                    <a:pt x="0" y="511378"/>
                  </a:lnTo>
                  <a:lnTo>
                    <a:pt x="25019" y="511378"/>
                  </a:lnTo>
                  <a:lnTo>
                    <a:pt x="25019" y="0"/>
                  </a:lnTo>
                  <a:close/>
                </a:path>
                <a:path w="410210" h="1075054">
                  <a:moveTo>
                    <a:pt x="128778" y="558025"/>
                  </a:moveTo>
                  <a:lnTo>
                    <a:pt x="86893" y="558025"/>
                  </a:lnTo>
                  <a:lnTo>
                    <a:pt x="86893" y="1074572"/>
                  </a:lnTo>
                  <a:lnTo>
                    <a:pt x="128778" y="1074572"/>
                  </a:lnTo>
                  <a:lnTo>
                    <a:pt x="128778" y="558025"/>
                  </a:lnTo>
                  <a:close/>
                </a:path>
                <a:path w="410210" h="1075054">
                  <a:moveTo>
                    <a:pt x="128778" y="0"/>
                  </a:moveTo>
                  <a:lnTo>
                    <a:pt x="86893" y="0"/>
                  </a:lnTo>
                  <a:lnTo>
                    <a:pt x="86893" y="511378"/>
                  </a:lnTo>
                  <a:lnTo>
                    <a:pt x="128778" y="511378"/>
                  </a:lnTo>
                  <a:lnTo>
                    <a:pt x="128778" y="0"/>
                  </a:lnTo>
                  <a:close/>
                </a:path>
                <a:path w="410210" h="1075054">
                  <a:moveTo>
                    <a:pt x="409663" y="558025"/>
                  </a:moveTo>
                  <a:lnTo>
                    <a:pt x="280873" y="558025"/>
                  </a:lnTo>
                  <a:lnTo>
                    <a:pt x="280873" y="1074572"/>
                  </a:lnTo>
                  <a:lnTo>
                    <a:pt x="409663" y="1074572"/>
                  </a:lnTo>
                  <a:lnTo>
                    <a:pt x="409663" y="558025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2539400" y="2079013"/>
              <a:ext cx="489584" cy="1087120"/>
            </a:xfrm>
            <a:custGeom>
              <a:avLst/>
              <a:gdLst/>
              <a:ahLst/>
              <a:cxnLst/>
              <a:rect l="l" t="t" r="r" b="b"/>
              <a:pathLst>
                <a:path w="489585" h="1087120">
                  <a:moveTo>
                    <a:pt x="0" y="1086804"/>
                  </a:moveTo>
                  <a:lnTo>
                    <a:pt x="54461" y="573087"/>
                  </a:lnTo>
                  <a:lnTo>
                    <a:pt x="225148" y="237710"/>
                  </a:lnTo>
                  <a:lnTo>
                    <a:pt x="405619" y="55178"/>
                  </a:lnTo>
                  <a:lnTo>
                    <a:pt x="489430" y="0"/>
                  </a:lnTo>
                </a:path>
              </a:pathLst>
            </a:custGeom>
            <a:ln w="3863">
              <a:solidFill>
                <a:srgbClr val="C2470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2679081" y="2028370"/>
              <a:ext cx="677545" cy="556895"/>
            </a:xfrm>
            <a:custGeom>
              <a:avLst/>
              <a:gdLst/>
              <a:ahLst/>
              <a:cxnLst/>
              <a:rect l="l" t="t" r="r" b="b"/>
              <a:pathLst>
                <a:path w="677545" h="556894">
                  <a:moveTo>
                    <a:pt x="236863" y="0"/>
                  </a:moveTo>
                  <a:lnTo>
                    <a:pt x="180043" y="3909"/>
                  </a:lnTo>
                  <a:lnTo>
                    <a:pt x="131101" y="14388"/>
                  </a:lnTo>
                  <a:lnTo>
                    <a:pt x="89995" y="30696"/>
                  </a:lnTo>
                  <a:lnTo>
                    <a:pt x="56683" y="52096"/>
                  </a:lnTo>
                  <a:lnTo>
                    <a:pt x="13277" y="107215"/>
                  </a:lnTo>
                  <a:lnTo>
                    <a:pt x="51024" y="108686"/>
                  </a:lnTo>
                  <a:lnTo>
                    <a:pt x="84242" y="114325"/>
                  </a:lnTo>
                  <a:lnTo>
                    <a:pt x="110669" y="122900"/>
                  </a:lnTo>
                  <a:lnTo>
                    <a:pt x="128044" y="133182"/>
                  </a:lnTo>
                  <a:lnTo>
                    <a:pt x="134106" y="143940"/>
                  </a:lnTo>
                  <a:lnTo>
                    <a:pt x="126593" y="153944"/>
                  </a:lnTo>
                  <a:lnTo>
                    <a:pt x="103246" y="161964"/>
                  </a:lnTo>
                  <a:lnTo>
                    <a:pt x="61801" y="166769"/>
                  </a:lnTo>
                  <a:lnTo>
                    <a:pt x="0" y="167130"/>
                  </a:lnTo>
                  <a:lnTo>
                    <a:pt x="2455" y="198218"/>
                  </a:lnTo>
                  <a:lnTo>
                    <a:pt x="24566" y="262163"/>
                  </a:lnTo>
                  <a:lnTo>
                    <a:pt x="69415" y="325243"/>
                  </a:lnTo>
                  <a:lnTo>
                    <a:pt x="100292" y="355250"/>
                  </a:lnTo>
                  <a:lnTo>
                    <a:pt x="136765" y="383590"/>
                  </a:lnTo>
                  <a:lnTo>
                    <a:pt x="178803" y="409781"/>
                  </a:lnTo>
                  <a:lnTo>
                    <a:pt x="226377" y="433337"/>
                  </a:lnTo>
                  <a:lnTo>
                    <a:pt x="279457" y="453777"/>
                  </a:lnTo>
                  <a:lnTo>
                    <a:pt x="338014" y="470616"/>
                  </a:lnTo>
                  <a:lnTo>
                    <a:pt x="402019" y="483371"/>
                  </a:lnTo>
                  <a:lnTo>
                    <a:pt x="466009" y="495553"/>
                  </a:lnTo>
                  <a:lnTo>
                    <a:pt x="528023" y="510591"/>
                  </a:lnTo>
                  <a:lnTo>
                    <a:pt x="584100" y="526347"/>
                  </a:lnTo>
                  <a:lnTo>
                    <a:pt x="630275" y="540684"/>
                  </a:lnTo>
                  <a:lnTo>
                    <a:pt x="662589" y="551465"/>
                  </a:lnTo>
                  <a:lnTo>
                    <a:pt x="677078" y="556552"/>
                  </a:lnTo>
                  <a:lnTo>
                    <a:pt x="536839" y="300379"/>
                  </a:lnTo>
                  <a:lnTo>
                    <a:pt x="416832" y="129092"/>
                  </a:lnTo>
                  <a:lnTo>
                    <a:pt x="333080" y="33246"/>
                  </a:lnTo>
                  <a:lnTo>
                    <a:pt x="301603" y="3397"/>
                  </a:lnTo>
                  <a:lnTo>
                    <a:pt x="236863" y="0"/>
                  </a:lnTo>
                  <a:close/>
                </a:path>
              </a:pathLst>
            </a:custGeom>
            <a:solidFill>
              <a:srgbClr val="19A4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2980686" y="1933677"/>
              <a:ext cx="408305" cy="652145"/>
            </a:xfrm>
            <a:custGeom>
              <a:avLst/>
              <a:gdLst/>
              <a:ahLst/>
              <a:cxnLst/>
              <a:rect l="l" t="t" r="r" b="b"/>
              <a:pathLst>
                <a:path w="408304" h="652144">
                  <a:moveTo>
                    <a:pt x="116177" y="0"/>
                  </a:moveTo>
                  <a:lnTo>
                    <a:pt x="45145" y="22558"/>
                  </a:lnTo>
                  <a:lnTo>
                    <a:pt x="9663" y="71221"/>
                  </a:lnTo>
                  <a:lnTo>
                    <a:pt x="0" y="98088"/>
                  </a:lnTo>
                  <a:lnTo>
                    <a:pt x="108309" y="191557"/>
                  </a:lnTo>
                  <a:lnTo>
                    <a:pt x="183524" y="280335"/>
                  </a:lnTo>
                  <a:lnTo>
                    <a:pt x="260846" y="416281"/>
                  </a:lnTo>
                  <a:lnTo>
                    <a:pt x="375475" y="651254"/>
                  </a:lnTo>
                  <a:lnTo>
                    <a:pt x="375810" y="651589"/>
                  </a:lnTo>
                  <a:lnTo>
                    <a:pt x="388677" y="601164"/>
                  </a:lnTo>
                  <a:lnTo>
                    <a:pt x="398516" y="550194"/>
                  </a:lnTo>
                  <a:lnTo>
                    <a:pt x="405076" y="499032"/>
                  </a:lnTo>
                  <a:lnTo>
                    <a:pt x="408106" y="448029"/>
                  </a:lnTo>
                  <a:lnTo>
                    <a:pt x="407354" y="397535"/>
                  </a:lnTo>
                  <a:lnTo>
                    <a:pt x="402569" y="347903"/>
                  </a:lnTo>
                  <a:lnTo>
                    <a:pt x="393499" y="299484"/>
                  </a:lnTo>
                  <a:lnTo>
                    <a:pt x="379894" y="252628"/>
                  </a:lnTo>
                  <a:lnTo>
                    <a:pt x="317477" y="238551"/>
                  </a:lnTo>
                  <a:lnTo>
                    <a:pt x="272507" y="223874"/>
                  </a:lnTo>
                  <a:lnTo>
                    <a:pt x="243946" y="209763"/>
                  </a:lnTo>
                  <a:lnTo>
                    <a:pt x="230758" y="197383"/>
                  </a:lnTo>
                  <a:lnTo>
                    <a:pt x="231907" y="187901"/>
                  </a:lnTo>
                  <a:lnTo>
                    <a:pt x="246356" y="182481"/>
                  </a:lnTo>
                  <a:lnTo>
                    <a:pt x="273069" y="182289"/>
                  </a:lnTo>
                  <a:lnTo>
                    <a:pt x="311009" y="188491"/>
                  </a:lnTo>
                  <a:lnTo>
                    <a:pt x="359140" y="202252"/>
                  </a:lnTo>
                  <a:lnTo>
                    <a:pt x="335472" y="160307"/>
                  </a:lnTo>
                  <a:lnTo>
                    <a:pt x="306667" y="120977"/>
                  </a:lnTo>
                  <a:lnTo>
                    <a:pt x="272437" y="84584"/>
                  </a:lnTo>
                  <a:lnTo>
                    <a:pt x="232495" y="51451"/>
                  </a:lnTo>
                  <a:lnTo>
                    <a:pt x="116177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2563974" y="3009049"/>
              <a:ext cx="128905" cy="511809"/>
            </a:xfrm>
            <a:custGeom>
              <a:avLst/>
              <a:gdLst/>
              <a:ahLst/>
              <a:cxnLst/>
              <a:rect l="l" t="t" r="r" b="b"/>
              <a:pathLst>
                <a:path w="128905" h="511810">
                  <a:moveTo>
                    <a:pt x="0" y="511377"/>
                  </a:moveTo>
                  <a:lnTo>
                    <a:pt x="128781" y="511377"/>
                  </a:lnTo>
                  <a:lnTo>
                    <a:pt x="128781" y="0"/>
                  </a:lnTo>
                  <a:lnTo>
                    <a:pt x="0" y="0"/>
                  </a:lnTo>
                  <a:lnTo>
                    <a:pt x="0" y="511377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2308110" y="3009054"/>
              <a:ext cx="255904" cy="1075055"/>
            </a:xfrm>
            <a:custGeom>
              <a:avLst/>
              <a:gdLst/>
              <a:ahLst/>
              <a:cxnLst/>
              <a:rect l="l" t="t" r="r" b="b"/>
              <a:pathLst>
                <a:path w="255905" h="1075054">
                  <a:moveTo>
                    <a:pt x="61874" y="558025"/>
                  </a:moveTo>
                  <a:lnTo>
                    <a:pt x="0" y="558025"/>
                  </a:lnTo>
                  <a:lnTo>
                    <a:pt x="0" y="1074572"/>
                  </a:lnTo>
                  <a:lnTo>
                    <a:pt x="61874" y="1074572"/>
                  </a:lnTo>
                  <a:lnTo>
                    <a:pt x="61874" y="558025"/>
                  </a:lnTo>
                  <a:close/>
                </a:path>
                <a:path w="255905" h="1075054">
                  <a:moveTo>
                    <a:pt x="61874" y="0"/>
                  </a:moveTo>
                  <a:lnTo>
                    <a:pt x="0" y="0"/>
                  </a:lnTo>
                  <a:lnTo>
                    <a:pt x="0" y="511378"/>
                  </a:lnTo>
                  <a:lnTo>
                    <a:pt x="61874" y="511378"/>
                  </a:lnTo>
                  <a:lnTo>
                    <a:pt x="61874" y="0"/>
                  </a:lnTo>
                  <a:close/>
                </a:path>
                <a:path w="255905" h="1075054">
                  <a:moveTo>
                    <a:pt x="255854" y="558025"/>
                  </a:moveTo>
                  <a:lnTo>
                    <a:pt x="103759" y="558025"/>
                  </a:lnTo>
                  <a:lnTo>
                    <a:pt x="103759" y="1074572"/>
                  </a:lnTo>
                  <a:lnTo>
                    <a:pt x="255854" y="1074572"/>
                  </a:lnTo>
                  <a:lnTo>
                    <a:pt x="255854" y="558025"/>
                  </a:lnTo>
                  <a:close/>
                </a:path>
                <a:path w="255905" h="1075054">
                  <a:moveTo>
                    <a:pt x="255854" y="0"/>
                  </a:moveTo>
                  <a:lnTo>
                    <a:pt x="103759" y="0"/>
                  </a:lnTo>
                  <a:lnTo>
                    <a:pt x="103759" y="511378"/>
                  </a:lnTo>
                  <a:lnTo>
                    <a:pt x="255854" y="511378"/>
                  </a:lnTo>
                  <a:lnTo>
                    <a:pt x="255854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2283103" y="3520426"/>
              <a:ext cx="410209" cy="46990"/>
            </a:xfrm>
            <a:custGeom>
              <a:avLst/>
              <a:gdLst/>
              <a:ahLst/>
              <a:cxnLst/>
              <a:rect l="l" t="t" r="r" b="b"/>
              <a:pathLst>
                <a:path w="410210" h="46989">
                  <a:moveTo>
                    <a:pt x="409652" y="0"/>
                  </a:moveTo>
                  <a:lnTo>
                    <a:pt x="0" y="0"/>
                  </a:lnTo>
                  <a:lnTo>
                    <a:pt x="0" y="46647"/>
                  </a:lnTo>
                  <a:lnTo>
                    <a:pt x="409652" y="46647"/>
                  </a:lnTo>
                  <a:lnTo>
                    <a:pt x="4096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1509273" y="2212986"/>
              <a:ext cx="546735" cy="838835"/>
            </a:xfrm>
            <a:custGeom>
              <a:avLst/>
              <a:gdLst/>
              <a:ahLst/>
              <a:cxnLst/>
              <a:rect l="l" t="t" r="r" b="b"/>
              <a:pathLst>
                <a:path w="546735" h="838835">
                  <a:moveTo>
                    <a:pt x="339032" y="0"/>
                  </a:moveTo>
                  <a:lnTo>
                    <a:pt x="283806" y="8457"/>
                  </a:lnTo>
                  <a:lnTo>
                    <a:pt x="225260" y="39282"/>
                  </a:lnTo>
                  <a:lnTo>
                    <a:pt x="195064" y="63946"/>
                  </a:lnTo>
                  <a:lnTo>
                    <a:pt x="164424" y="95239"/>
                  </a:lnTo>
                  <a:lnTo>
                    <a:pt x="123651" y="386986"/>
                  </a:lnTo>
                  <a:lnTo>
                    <a:pt x="68806" y="622914"/>
                  </a:lnTo>
                  <a:lnTo>
                    <a:pt x="20664" y="780782"/>
                  </a:lnTo>
                  <a:lnTo>
                    <a:pt x="0" y="838347"/>
                  </a:lnTo>
                  <a:lnTo>
                    <a:pt x="36534" y="799615"/>
                  </a:lnTo>
                  <a:lnTo>
                    <a:pt x="73360" y="770002"/>
                  </a:lnTo>
                  <a:lnTo>
                    <a:pt x="110920" y="747306"/>
                  </a:lnTo>
                  <a:lnTo>
                    <a:pt x="149657" y="729326"/>
                  </a:lnTo>
                  <a:lnTo>
                    <a:pt x="190014" y="713860"/>
                  </a:lnTo>
                  <a:lnTo>
                    <a:pt x="232433" y="698705"/>
                  </a:lnTo>
                  <a:lnTo>
                    <a:pt x="277357" y="681659"/>
                  </a:lnTo>
                  <a:lnTo>
                    <a:pt x="325229" y="660520"/>
                  </a:lnTo>
                  <a:lnTo>
                    <a:pt x="376491" y="633087"/>
                  </a:lnTo>
                  <a:lnTo>
                    <a:pt x="344089" y="594567"/>
                  </a:lnTo>
                  <a:lnTo>
                    <a:pt x="308603" y="549646"/>
                  </a:lnTo>
                  <a:lnTo>
                    <a:pt x="274201" y="502302"/>
                  </a:lnTo>
                  <a:lnTo>
                    <a:pt x="245051" y="456512"/>
                  </a:lnTo>
                  <a:lnTo>
                    <a:pt x="225322" y="416255"/>
                  </a:lnTo>
                  <a:lnTo>
                    <a:pt x="219181" y="385507"/>
                  </a:lnTo>
                  <a:lnTo>
                    <a:pt x="230799" y="368247"/>
                  </a:lnTo>
                  <a:lnTo>
                    <a:pt x="254943" y="366141"/>
                  </a:lnTo>
                  <a:lnTo>
                    <a:pt x="285705" y="375482"/>
                  </a:lnTo>
                  <a:lnTo>
                    <a:pt x="319938" y="394852"/>
                  </a:lnTo>
                  <a:lnTo>
                    <a:pt x="354494" y="422835"/>
                  </a:lnTo>
                  <a:lnTo>
                    <a:pt x="386226" y="458016"/>
                  </a:lnTo>
                  <a:lnTo>
                    <a:pt x="411986" y="498977"/>
                  </a:lnTo>
                  <a:lnTo>
                    <a:pt x="428627" y="544302"/>
                  </a:lnTo>
                  <a:lnTo>
                    <a:pt x="433002" y="592575"/>
                  </a:lnTo>
                  <a:lnTo>
                    <a:pt x="459513" y="566189"/>
                  </a:lnTo>
                  <a:lnTo>
                    <a:pt x="501295" y="506694"/>
                  </a:lnTo>
                  <a:lnTo>
                    <a:pt x="528949" y="440539"/>
                  </a:lnTo>
                  <a:lnTo>
                    <a:pt x="543503" y="370489"/>
                  </a:lnTo>
                  <a:lnTo>
                    <a:pt x="546190" y="334868"/>
                  </a:lnTo>
                  <a:lnTo>
                    <a:pt x="545988" y="299309"/>
                  </a:lnTo>
                  <a:lnTo>
                    <a:pt x="537433" y="229762"/>
                  </a:lnTo>
                  <a:lnTo>
                    <a:pt x="518866" y="164614"/>
                  </a:lnTo>
                  <a:lnTo>
                    <a:pt x="491318" y="106629"/>
                  </a:lnTo>
                  <a:lnTo>
                    <a:pt x="455818" y="58571"/>
                  </a:lnTo>
                  <a:lnTo>
                    <a:pt x="413395" y="23205"/>
                  </a:lnTo>
                  <a:lnTo>
                    <a:pt x="365079" y="3295"/>
                  </a:lnTo>
                  <a:lnTo>
                    <a:pt x="339032" y="0"/>
                  </a:lnTo>
                  <a:close/>
                </a:path>
              </a:pathLst>
            </a:custGeom>
            <a:solidFill>
              <a:srgbClr val="19A4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1326129" y="2179263"/>
              <a:ext cx="347980" cy="872490"/>
            </a:xfrm>
            <a:custGeom>
              <a:avLst/>
              <a:gdLst/>
              <a:ahLst/>
              <a:cxnLst/>
              <a:rect l="l" t="t" r="r" b="b"/>
              <a:pathLst>
                <a:path w="347980" h="872489">
                  <a:moveTo>
                    <a:pt x="228189" y="0"/>
                  </a:moveTo>
                  <a:lnTo>
                    <a:pt x="174505" y="8822"/>
                  </a:lnTo>
                  <a:lnTo>
                    <a:pt x="121229" y="40467"/>
                  </a:lnTo>
                  <a:lnTo>
                    <a:pt x="72777" y="93086"/>
                  </a:lnTo>
                  <a:lnTo>
                    <a:pt x="51738" y="126684"/>
                  </a:lnTo>
                  <a:lnTo>
                    <a:pt x="33559" y="164832"/>
                  </a:lnTo>
                  <a:lnTo>
                    <a:pt x="18793" y="207298"/>
                  </a:lnTo>
                  <a:lnTo>
                    <a:pt x="7991" y="253853"/>
                  </a:lnTo>
                  <a:lnTo>
                    <a:pt x="1704" y="304265"/>
                  </a:lnTo>
                  <a:lnTo>
                    <a:pt x="0" y="363706"/>
                  </a:lnTo>
                  <a:lnTo>
                    <a:pt x="3823" y="415839"/>
                  </a:lnTo>
                  <a:lnTo>
                    <a:pt x="12357" y="461764"/>
                  </a:lnTo>
                  <a:lnTo>
                    <a:pt x="24782" y="502581"/>
                  </a:lnTo>
                  <a:lnTo>
                    <a:pt x="40282" y="539393"/>
                  </a:lnTo>
                  <a:lnTo>
                    <a:pt x="58038" y="573299"/>
                  </a:lnTo>
                  <a:lnTo>
                    <a:pt x="97046" y="636800"/>
                  </a:lnTo>
                  <a:lnTo>
                    <a:pt x="116662" y="668596"/>
                  </a:lnTo>
                  <a:lnTo>
                    <a:pt x="135262" y="701891"/>
                  </a:lnTo>
                  <a:lnTo>
                    <a:pt x="152028" y="737784"/>
                  </a:lnTo>
                  <a:lnTo>
                    <a:pt x="166142" y="777378"/>
                  </a:lnTo>
                  <a:lnTo>
                    <a:pt x="176787" y="821773"/>
                  </a:lnTo>
                  <a:lnTo>
                    <a:pt x="183143" y="872070"/>
                  </a:lnTo>
                  <a:lnTo>
                    <a:pt x="258093" y="676642"/>
                  </a:lnTo>
                  <a:lnTo>
                    <a:pt x="300204" y="534092"/>
                  </a:lnTo>
                  <a:lnTo>
                    <a:pt x="324891" y="374754"/>
                  </a:lnTo>
                  <a:lnTo>
                    <a:pt x="347568" y="128962"/>
                  </a:lnTo>
                  <a:lnTo>
                    <a:pt x="335230" y="89929"/>
                  </a:lnTo>
                  <a:lnTo>
                    <a:pt x="319134" y="58221"/>
                  </a:lnTo>
                  <a:lnTo>
                    <a:pt x="299830" y="33604"/>
                  </a:lnTo>
                  <a:lnTo>
                    <a:pt x="277870" y="15850"/>
                  </a:lnTo>
                  <a:lnTo>
                    <a:pt x="253806" y="4725"/>
                  </a:lnTo>
                  <a:lnTo>
                    <a:pt x="228189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0" name="object 26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5772744" y="5224514"/>
            <a:ext cx="3041982" cy="4998111"/>
          </a:xfrm>
          <a:prstGeom prst="rect">
            <a:avLst/>
          </a:prstGeom>
        </p:spPr>
      </p:pic>
      <p:pic>
        <p:nvPicPr>
          <p:cNvPr id="261" name="object 261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753528" y="1464351"/>
            <a:ext cx="2007608" cy="2709535"/>
          </a:xfrm>
          <a:prstGeom prst="rect">
            <a:avLst/>
          </a:prstGeom>
        </p:spPr>
      </p:pic>
      <p:grpSp>
        <p:nvGrpSpPr>
          <p:cNvPr id="262" name="object 262" descr=""/>
          <p:cNvGrpSpPr/>
          <p:nvPr/>
        </p:nvGrpSpPr>
        <p:grpSpPr>
          <a:xfrm>
            <a:off x="18073078" y="1740739"/>
            <a:ext cx="1394460" cy="2306955"/>
            <a:chOff x="18073078" y="1740739"/>
            <a:chExt cx="1394460" cy="2306955"/>
          </a:xfrm>
        </p:grpSpPr>
        <p:sp>
          <p:nvSpPr>
            <p:cNvPr id="263" name="object 263" descr=""/>
            <p:cNvSpPr/>
            <p:nvPr/>
          </p:nvSpPr>
          <p:spPr>
            <a:xfrm>
              <a:off x="18370131" y="3889590"/>
              <a:ext cx="862330" cy="158115"/>
            </a:xfrm>
            <a:custGeom>
              <a:avLst/>
              <a:gdLst/>
              <a:ahLst/>
              <a:cxnLst/>
              <a:rect l="l" t="t" r="r" b="b"/>
              <a:pathLst>
                <a:path w="862330" h="158114">
                  <a:moveTo>
                    <a:pt x="431023" y="0"/>
                  </a:moveTo>
                  <a:lnTo>
                    <a:pt x="353547" y="1270"/>
                  </a:lnTo>
                  <a:lnTo>
                    <a:pt x="280626" y="4935"/>
                  </a:lnTo>
                  <a:lnTo>
                    <a:pt x="213478" y="10769"/>
                  </a:lnTo>
                  <a:lnTo>
                    <a:pt x="153321" y="18552"/>
                  </a:lnTo>
                  <a:lnTo>
                    <a:pt x="101372" y="28059"/>
                  </a:lnTo>
                  <a:lnTo>
                    <a:pt x="58847" y="39068"/>
                  </a:lnTo>
                  <a:lnTo>
                    <a:pt x="6944" y="64699"/>
                  </a:lnTo>
                  <a:lnTo>
                    <a:pt x="0" y="78877"/>
                  </a:lnTo>
                  <a:lnTo>
                    <a:pt x="6944" y="93054"/>
                  </a:lnTo>
                  <a:lnTo>
                    <a:pt x="58847" y="118686"/>
                  </a:lnTo>
                  <a:lnTo>
                    <a:pt x="101372" y="129695"/>
                  </a:lnTo>
                  <a:lnTo>
                    <a:pt x="153321" y="139202"/>
                  </a:lnTo>
                  <a:lnTo>
                    <a:pt x="213478" y="146984"/>
                  </a:lnTo>
                  <a:lnTo>
                    <a:pt x="280626" y="152819"/>
                  </a:lnTo>
                  <a:lnTo>
                    <a:pt x="353547" y="156483"/>
                  </a:lnTo>
                  <a:lnTo>
                    <a:pt x="431023" y="157754"/>
                  </a:lnTo>
                  <a:lnTo>
                    <a:pt x="508499" y="156483"/>
                  </a:lnTo>
                  <a:lnTo>
                    <a:pt x="581419" y="152819"/>
                  </a:lnTo>
                  <a:lnTo>
                    <a:pt x="648565" y="146984"/>
                  </a:lnTo>
                  <a:lnTo>
                    <a:pt x="708721" y="139202"/>
                  </a:lnTo>
                  <a:lnTo>
                    <a:pt x="760668" y="129695"/>
                  </a:lnTo>
                  <a:lnTo>
                    <a:pt x="803191" y="118686"/>
                  </a:lnTo>
                  <a:lnTo>
                    <a:pt x="855092" y="93054"/>
                  </a:lnTo>
                  <a:lnTo>
                    <a:pt x="862036" y="78877"/>
                  </a:lnTo>
                  <a:lnTo>
                    <a:pt x="855092" y="64699"/>
                  </a:lnTo>
                  <a:lnTo>
                    <a:pt x="803191" y="39068"/>
                  </a:lnTo>
                  <a:lnTo>
                    <a:pt x="760668" y="28059"/>
                  </a:lnTo>
                  <a:lnTo>
                    <a:pt x="708721" y="18552"/>
                  </a:lnTo>
                  <a:lnTo>
                    <a:pt x="648565" y="10769"/>
                  </a:lnTo>
                  <a:lnTo>
                    <a:pt x="581419" y="4935"/>
                  </a:lnTo>
                  <a:lnTo>
                    <a:pt x="508499" y="1270"/>
                  </a:lnTo>
                  <a:lnTo>
                    <a:pt x="431023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4" name="object 26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073078" y="1740739"/>
              <a:ext cx="1394059" cy="1857637"/>
            </a:xfrm>
            <a:prstGeom prst="rect">
              <a:avLst/>
            </a:prstGeom>
          </p:spPr>
        </p:pic>
        <p:pic>
          <p:nvPicPr>
            <p:cNvPr id="265" name="object 26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8395503" y="3152312"/>
              <a:ext cx="345971" cy="207062"/>
            </a:xfrm>
            <a:prstGeom prst="rect">
              <a:avLst/>
            </a:prstGeom>
          </p:spPr>
        </p:pic>
        <p:pic>
          <p:nvPicPr>
            <p:cNvPr id="266" name="object 26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8817570" y="2695101"/>
              <a:ext cx="477885" cy="477320"/>
            </a:xfrm>
            <a:prstGeom prst="rect">
              <a:avLst/>
            </a:prstGeom>
          </p:spPr>
        </p:pic>
        <p:pic>
          <p:nvPicPr>
            <p:cNvPr id="267" name="object 26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8088012" y="1756281"/>
              <a:ext cx="1363903" cy="1341859"/>
            </a:xfrm>
            <a:prstGeom prst="rect">
              <a:avLst/>
            </a:prstGeom>
          </p:spPr>
        </p:pic>
        <p:sp>
          <p:nvSpPr>
            <p:cNvPr id="268" name="object 268" descr=""/>
            <p:cNvSpPr/>
            <p:nvPr/>
          </p:nvSpPr>
          <p:spPr>
            <a:xfrm>
              <a:off x="18490544" y="3453419"/>
              <a:ext cx="615950" cy="535305"/>
            </a:xfrm>
            <a:custGeom>
              <a:avLst/>
              <a:gdLst/>
              <a:ahLst/>
              <a:cxnLst/>
              <a:rect l="l" t="t" r="r" b="b"/>
              <a:pathLst>
                <a:path w="615950" h="535304">
                  <a:moveTo>
                    <a:pt x="539187" y="0"/>
                  </a:moveTo>
                  <a:lnTo>
                    <a:pt x="76175" y="0"/>
                  </a:lnTo>
                  <a:lnTo>
                    <a:pt x="65484" y="1313"/>
                  </a:lnTo>
                  <a:lnTo>
                    <a:pt x="20225" y="37692"/>
                  </a:lnTo>
                  <a:lnTo>
                    <a:pt x="2382" y="78143"/>
                  </a:lnTo>
                  <a:lnTo>
                    <a:pt x="0" y="97955"/>
                  </a:lnTo>
                  <a:lnTo>
                    <a:pt x="548" y="134079"/>
                  </a:lnTo>
                  <a:lnTo>
                    <a:pt x="10320" y="236137"/>
                  </a:lnTo>
                  <a:lnTo>
                    <a:pt x="28178" y="305862"/>
                  </a:lnTo>
                  <a:lnTo>
                    <a:pt x="51921" y="367097"/>
                  </a:lnTo>
                  <a:lnTo>
                    <a:pt x="78523" y="419149"/>
                  </a:lnTo>
                  <a:lnTo>
                    <a:pt x="104962" y="461328"/>
                  </a:lnTo>
                  <a:lnTo>
                    <a:pt x="128213" y="492942"/>
                  </a:lnTo>
                  <a:lnTo>
                    <a:pt x="159786" y="527284"/>
                  </a:lnTo>
                  <a:lnTo>
                    <a:pt x="184423" y="534842"/>
                  </a:lnTo>
                  <a:lnTo>
                    <a:pt x="433054" y="534842"/>
                  </a:lnTo>
                  <a:lnTo>
                    <a:pt x="484454" y="499200"/>
                  </a:lnTo>
                  <a:lnTo>
                    <a:pt x="531060" y="431405"/>
                  </a:lnTo>
                  <a:lnTo>
                    <a:pt x="554561" y="387387"/>
                  </a:lnTo>
                  <a:lnTo>
                    <a:pt x="576143" y="337466"/>
                  </a:lnTo>
                  <a:lnTo>
                    <a:pt x="594267" y="282275"/>
                  </a:lnTo>
                  <a:lnTo>
                    <a:pt x="607396" y="222446"/>
                  </a:lnTo>
                  <a:lnTo>
                    <a:pt x="613991" y="158612"/>
                  </a:lnTo>
                  <a:lnTo>
                    <a:pt x="615363" y="97944"/>
                  </a:lnTo>
                  <a:lnTo>
                    <a:pt x="612981" y="78139"/>
                  </a:lnTo>
                  <a:lnTo>
                    <a:pt x="595137" y="37688"/>
                  </a:lnTo>
                  <a:lnTo>
                    <a:pt x="560539" y="5205"/>
                  </a:lnTo>
                  <a:lnTo>
                    <a:pt x="5391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8482902" y="3445783"/>
              <a:ext cx="631190" cy="550545"/>
            </a:xfrm>
            <a:custGeom>
              <a:avLst/>
              <a:gdLst/>
              <a:ahLst/>
              <a:cxnLst/>
              <a:rect l="l" t="t" r="r" b="b"/>
              <a:pathLst>
                <a:path w="631190" h="550545">
                  <a:moveTo>
                    <a:pt x="546831" y="0"/>
                  </a:moveTo>
                  <a:lnTo>
                    <a:pt x="83819" y="0"/>
                  </a:lnTo>
                  <a:lnTo>
                    <a:pt x="71608" y="1459"/>
                  </a:lnTo>
                  <a:lnTo>
                    <a:pt x="36407" y="22700"/>
                  </a:lnTo>
                  <a:lnTo>
                    <a:pt x="9985" y="62271"/>
                  </a:lnTo>
                  <a:lnTo>
                    <a:pt x="0" y="105651"/>
                  </a:lnTo>
                  <a:lnTo>
                    <a:pt x="243" y="125863"/>
                  </a:lnTo>
                  <a:lnTo>
                    <a:pt x="1382" y="166581"/>
                  </a:lnTo>
                  <a:lnTo>
                    <a:pt x="10458" y="245151"/>
                  </a:lnTo>
                  <a:lnTo>
                    <a:pt x="28574" y="315828"/>
                  </a:lnTo>
                  <a:lnTo>
                    <a:pt x="52660" y="377908"/>
                  </a:lnTo>
                  <a:lnTo>
                    <a:pt x="79649" y="430688"/>
                  </a:lnTo>
                  <a:lnTo>
                    <a:pt x="106472" y="473463"/>
                  </a:lnTo>
                  <a:lnTo>
                    <a:pt x="130061" y="505528"/>
                  </a:lnTo>
                  <a:lnTo>
                    <a:pt x="155262" y="534716"/>
                  </a:lnTo>
                  <a:lnTo>
                    <a:pt x="192067" y="550119"/>
                  </a:lnTo>
                  <a:lnTo>
                    <a:pt x="440698" y="550119"/>
                  </a:lnTo>
                  <a:lnTo>
                    <a:pt x="477329" y="534842"/>
                  </a:lnTo>
                  <a:lnTo>
                    <a:pt x="192067" y="534842"/>
                  </a:lnTo>
                  <a:lnTo>
                    <a:pt x="184860" y="534121"/>
                  </a:lnTo>
                  <a:lnTo>
                    <a:pt x="149181" y="505135"/>
                  </a:lnTo>
                  <a:lnTo>
                    <a:pt x="104302" y="442263"/>
                  </a:lnTo>
                  <a:lnTo>
                    <a:pt x="80170" y="399427"/>
                  </a:lnTo>
                  <a:lnTo>
                    <a:pt x="57439" y="349782"/>
                  </a:lnTo>
                  <a:lnTo>
                    <a:pt x="38008" y="293922"/>
                  </a:lnTo>
                  <a:lnTo>
                    <a:pt x="23775" y="232441"/>
                  </a:lnTo>
                  <a:lnTo>
                    <a:pt x="16638" y="165932"/>
                  </a:lnTo>
                  <a:lnTo>
                    <a:pt x="15500" y="124756"/>
                  </a:lnTo>
                  <a:lnTo>
                    <a:pt x="15277" y="105515"/>
                  </a:lnTo>
                  <a:lnTo>
                    <a:pt x="20821" y="76332"/>
                  </a:lnTo>
                  <a:lnTo>
                    <a:pt x="36017" y="46985"/>
                  </a:lnTo>
                  <a:lnTo>
                    <a:pt x="57978" y="24340"/>
                  </a:lnTo>
                  <a:lnTo>
                    <a:pt x="83819" y="15266"/>
                  </a:lnTo>
                  <a:lnTo>
                    <a:pt x="585653" y="15266"/>
                  </a:lnTo>
                  <a:lnTo>
                    <a:pt x="582911" y="12889"/>
                  </a:lnTo>
                  <a:lnTo>
                    <a:pt x="571125" y="5782"/>
                  </a:lnTo>
                  <a:lnTo>
                    <a:pt x="559042" y="1459"/>
                  </a:lnTo>
                  <a:lnTo>
                    <a:pt x="546831" y="0"/>
                  </a:lnTo>
                  <a:close/>
                </a:path>
                <a:path w="631190" h="550545">
                  <a:moveTo>
                    <a:pt x="585653" y="15266"/>
                  </a:moveTo>
                  <a:lnTo>
                    <a:pt x="546831" y="15266"/>
                  </a:lnTo>
                  <a:lnTo>
                    <a:pt x="572667" y="24340"/>
                  </a:lnTo>
                  <a:lnTo>
                    <a:pt x="594629" y="46985"/>
                  </a:lnTo>
                  <a:lnTo>
                    <a:pt x="609828" y="76332"/>
                  </a:lnTo>
                  <a:lnTo>
                    <a:pt x="615373" y="105515"/>
                  </a:lnTo>
                  <a:lnTo>
                    <a:pt x="615125" y="125863"/>
                  </a:lnTo>
                  <a:lnTo>
                    <a:pt x="614012" y="165932"/>
                  </a:lnTo>
                  <a:lnTo>
                    <a:pt x="606966" y="232441"/>
                  </a:lnTo>
                  <a:lnTo>
                    <a:pt x="592972" y="293922"/>
                  </a:lnTo>
                  <a:lnTo>
                    <a:pt x="573880" y="349782"/>
                  </a:lnTo>
                  <a:lnTo>
                    <a:pt x="551536" y="399427"/>
                  </a:lnTo>
                  <a:lnTo>
                    <a:pt x="527791" y="442263"/>
                  </a:lnTo>
                  <a:lnTo>
                    <a:pt x="504492" y="477697"/>
                  </a:lnTo>
                  <a:lnTo>
                    <a:pt x="466624" y="523984"/>
                  </a:lnTo>
                  <a:lnTo>
                    <a:pt x="440698" y="534842"/>
                  </a:lnTo>
                  <a:lnTo>
                    <a:pt x="477329" y="534842"/>
                  </a:lnTo>
                  <a:lnTo>
                    <a:pt x="520875" y="481118"/>
                  </a:lnTo>
                  <a:lnTo>
                    <a:pt x="545109" y="443104"/>
                  </a:lnTo>
                  <a:lnTo>
                    <a:pt x="568957" y="398469"/>
                  </a:lnTo>
                  <a:lnTo>
                    <a:pt x="590858" y="347856"/>
                  </a:lnTo>
                  <a:lnTo>
                    <a:pt x="609251" y="291907"/>
                  </a:lnTo>
                  <a:lnTo>
                    <a:pt x="622574" y="231268"/>
                  </a:lnTo>
                  <a:lnTo>
                    <a:pt x="629268" y="166581"/>
                  </a:lnTo>
                  <a:lnTo>
                    <a:pt x="630414" y="124756"/>
                  </a:lnTo>
                  <a:lnTo>
                    <a:pt x="630640" y="105651"/>
                  </a:lnTo>
                  <a:lnTo>
                    <a:pt x="628102" y="84391"/>
                  </a:lnTo>
                  <a:lnTo>
                    <a:pt x="620659" y="62267"/>
                  </a:lnTo>
                  <a:lnTo>
                    <a:pt x="609104" y="41098"/>
                  </a:lnTo>
                  <a:lnTo>
                    <a:pt x="594233" y="22700"/>
                  </a:lnTo>
                  <a:lnTo>
                    <a:pt x="585653" y="152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18555671" y="3900599"/>
              <a:ext cx="485140" cy="88265"/>
            </a:xfrm>
            <a:custGeom>
              <a:avLst/>
              <a:gdLst/>
              <a:ahLst/>
              <a:cxnLst/>
              <a:rect l="l" t="t" r="r" b="b"/>
              <a:pathLst>
                <a:path w="485140" h="88264">
                  <a:moveTo>
                    <a:pt x="467828" y="0"/>
                  </a:moveTo>
                  <a:lnTo>
                    <a:pt x="17276" y="0"/>
                  </a:lnTo>
                  <a:lnTo>
                    <a:pt x="10491" y="1618"/>
                  </a:lnTo>
                  <a:lnTo>
                    <a:pt x="5006" y="6057"/>
                  </a:lnTo>
                  <a:lnTo>
                    <a:pt x="1337" y="12695"/>
                  </a:lnTo>
                  <a:lnTo>
                    <a:pt x="0" y="20910"/>
                  </a:lnTo>
                  <a:lnTo>
                    <a:pt x="0" y="31349"/>
                  </a:lnTo>
                  <a:lnTo>
                    <a:pt x="3386" y="53246"/>
                  </a:lnTo>
                  <a:lnTo>
                    <a:pt x="12614" y="71148"/>
                  </a:lnTo>
                  <a:lnTo>
                    <a:pt x="26292" y="83229"/>
                  </a:lnTo>
                  <a:lnTo>
                    <a:pt x="43024" y="87662"/>
                  </a:lnTo>
                  <a:lnTo>
                    <a:pt x="442080" y="87662"/>
                  </a:lnTo>
                  <a:lnTo>
                    <a:pt x="458813" y="83229"/>
                  </a:lnTo>
                  <a:lnTo>
                    <a:pt x="472490" y="71148"/>
                  </a:lnTo>
                  <a:lnTo>
                    <a:pt x="481719" y="53246"/>
                  </a:lnTo>
                  <a:lnTo>
                    <a:pt x="485105" y="31349"/>
                  </a:lnTo>
                  <a:lnTo>
                    <a:pt x="485105" y="20910"/>
                  </a:lnTo>
                  <a:lnTo>
                    <a:pt x="483769" y="12695"/>
                  </a:lnTo>
                  <a:lnTo>
                    <a:pt x="480103" y="6057"/>
                  </a:lnTo>
                  <a:lnTo>
                    <a:pt x="474618" y="1618"/>
                  </a:lnTo>
                  <a:lnTo>
                    <a:pt x="467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8548031" y="3892968"/>
              <a:ext cx="500380" cy="103505"/>
            </a:xfrm>
            <a:custGeom>
              <a:avLst/>
              <a:gdLst/>
              <a:ahLst/>
              <a:cxnLst/>
              <a:rect l="l" t="t" r="r" b="b"/>
              <a:pathLst>
                <a:path w="500380" h="103504">
                  <a:moveTo>
                    <a:pt x="475472" y="0"/>
                  </a:moveTo>
                  <a:lnTo>
                    <a:pt x="24920" y="0"/>
                  </a:lnTo>
                  <a:lnTo>
                    <a:pt x="15134" y="2208"/>
                  </a:lnTo>
                  <a:lnTo>
                    <a:pt x="7222" y="8266"/>
                  </a:lnTo>
                  <a:lnTo>
                    <a:pt x="1929" y="17325"/>
                  </a:lnTo>
                  <a:lnTo>
                    <a:pt x="0" y="28533"/>
                  </a:lnTo>
                  <a:lnTo>
                    <a:pt x="0" y="38972"/>
                  </a:lnTo>
                  <a:lnTo>
                    <a:pt x="3922" y="64095"/>
                  </a:lnTo>
                  <a:lnTo>
                    <a:pt x="14681" y="84399"/>
                  </a:lnTo>
                  <a:lnTo>
                    <a:pt x="30767" y="97978"/>
                  </a:lnTo>
                  <a:lnTo>
                    <a:pt x="50668" y="102928"/>
                  </a:lnTo>
                  <a:lnTo>
                    <a:pt x="449724" y="102928"/>
                  </a:lnTo>
                  <a:lnTo>
                    <a:pt x="469624" y="97978"/>
                  </a:lnTo>
                  <a:lnTo>
                    <a:pt x="481842" y="87662"/>
                  </a:lnTo>
                  <a:lnTo>
                    <a:pt x="50668" y="87662"/>
                  </a:lnTo>
                  <a:lnTo>
                    <a:pt x="36891" y="83835"/>
                  </a:lnTo>
                  <a:lnTo>
                    <a:pt x="25641" y="73400"/>
                  </a:lnTo>
                  <a:lnTo>
                    <a:pt x="18057" y="57924"/>
                  </a:lnTo>
                  <a:lnTo>
                    <a:pt x="15277" y="38972"/>
                  </a:lnTo>
                  <a:lnTo>
                    <a:pt x="15277" y="21214"/>
                  </a:lnTo>
                  <a:lnTo>
                    <a:pt x="19591" y="15266"/>
                  </a:lnTo>
                  <a:lnTo>
                    <a:pt x="497252" y="15266"/>
                  </a:lnTo>
                  <a:lnTo>
                    <a:pt x="493165" y="8266"/>
                  </a:lnTo>
                  <a:lnTo>
                    <a:pt x="485257" y="2208"/>
                  </a:lnTo>
                  <a:lnTo>
                    <a:pt x="475472" y="0"/>
                  </a:lnTo>
                  <a:close/>
                </a:path>
                <a:path w="500380" h="103504">
                  <a:moveTo>
                    <a:pt x="497252" y="15266"/>
                  </a:moveTo>
                  <a:lnTo>
                    <a:pt x="480802" y="15266"/>
                  </a:lnTo>
                  <a:lnTo>
                    <a:pt x="485116" y="21214"/>
                  </a:lnTo>
                  <a:lnTo>
                    <a:pt x="485116" y="38972"/>
                  </a:lnTo>
                  <a:lnTo>
                    <a:pt x="482333" y="57924"/>
                  </a:lnTo>
                  <a:lnTo>
                    <a:pt x="474747" y="73400"/>
                  </a:lnTo>
                  <a:lnTo>
                    <a:pt x="463497" y="83835"/>
                  </a:lnTo>
                  <a:lnTo>
                    <a:pt x="449724" y="87662"/>
                  </a:lnTo>
                  <a:lnTo>
                    <a:pt x="481842" y="87662"/>
                  </a:lnTo>
                  <a:lnTo>
                    <a:pt x="485706" y="84399"/>
                  </a:lnTo>
                  <a:lnTo>
                    <a:pt x="496462" y="64095"/>
                  </a:lnTo>
                  <a:lnTo>
                    <a:pt x="500382" y="38972"/>
                  </a:lnTo>
                  <a:lnTo>
                    <a:pt x="500382" y="28533"/>
                  </a:lnTo>
                  <a:lnTo>
                    <a:pt x="498454" y="17325"/>
                  </a:lnTo>
                  <a:lnTo>
                    <a:pt x="497252" y="152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4158" y="728636"/>
            <a:ext cx="63436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latin typeface="Open Sans"/>
                <a:cs typeface="Open Sans"/>
              </a:rPr>
              <a:t>Desks</a:t>
            </a:r>
            <a:endParaRPr sz="1700">
              <a:latin typeface="Open Sans"/>
              <a:cs typeface="Open San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96798" y="5915547"/>
            <a:ext cx="863600" cy="1325880"/>
            <a:chOff x="1296798" y="5915547"/>
            <a:chExt cx="863600" cy="1325880"/>
          </a:xfrm>
        </p:grpSpPr>
        <p:sp>
          <p:nvSpPr>
            <p:cNvPr id="4" name="object 4" descr=""/>
            <p:cNvSpPr/>
            <p:nvPr/>
          </p:nvSpPr>
          <p:spPr>
            <a:xfrm>
              <a:off x="1296798" y="5969525"/>
              <a:ext cx="863600" cy="1271905"/>
            </a:xfrm>
            <a:custGeom>
              <a:avLst/>
              <a:gdLst/>
              <a:ahLst/>
              <a:cxnLst/>
              <a:rect l="l" t="t" r="r" b="b"/>
              <a:pathLst>
                <a:path w="863600" h="1271904">
                  <a:moveTo>
                    <a:pt x="863523" y="0"/>
                  </a:moveTo>
                  <a:lnTo>
                    <a:pt x="0" y="0"/>
                  </a:lnTo>
                  <a:lnTo>
                    <a:pt x="0" y="1271448"/>
                  </a:lnTo>
                  <a:lnTo>
                    <a:pt x="863523" y="1271448"/>
                  </a:lnTo>
                  <a:lnTo>
                    <a:pt x="863523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96798" y="5969514"/>
              <a:ext cx="829310" cy="1227455"/>
            </a:xfrm>
            <a:custGeom>
              <a:avLst/>
              <a:gdLst/>
              <a:ahLst/>
              <a:cxnLst/>
              <a:rect l="l" t="t" r="r" b="b"/>
              <a:pathLst>
                <a:path w="829310" h="1227454">
                  <a:moveTo>
                    <a:pt x="828812" y="0"/>
                  </a:moveTo>
                  <a:lnTo>
                    <a:pt x="0" y="0"/>
                  </a:lnTo>
                  <a:lnTo>
                    <a:pt x="0" y="1227302"/>
                  </a:lnTo>
                  <a:lnTo>
                    <a:pt x="828812" y="1227302"/>
                  </a:lnTo>
                  <a:lnTo>
                    <a:pt x="828812" y="0"/>
                  </a:lnTo>
                  <a:close/>
                </a:path>
              </a:pathLst>
            </a:custGeom>
            <a:solidFill>
              <a:srgbClr val="F6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334058" y="5915551"/>
              <a:ext cx="749935" cy="118110"/>
            </a:xfrm>
            <a:custGeom>
              <a:avLst/>
              <a:gdLst/>
              <a:ahLst/>
              <a:cxnLst/>
              <a:rect l="l" t="t" r="r" b="b"/>
              <a:pathLst>
                <a:path w="749935" h="118110">
                  <a:moveTo>
                    <a:pt x="49085" y="0"/>
                  </a:moveTo>
                  <a:lnTo>
                    <a:pt x="0" y="0"/>
                  </a:lnTo>
                  <a:lnTo>
                    <a:pt x="0" y="117703"/>
                  </a:lnTo>
                  <a:lnTo>
                    <a:pt x="49085" y="117703"/>
                  </a:lnTo>
                  <a:lnTo>
                    <a:pt x="49085" y="0"/>
                  </a:lnTo>
                  <a:close/>
                </a:path>
                <a:path w="749935" h="118110">
                  <a:moveTo>
                    <a:pt x="149148" y="0"/>
                  </a:moveTo>
                  <a:lnTo>
                    <a:pt x="100114" y="0"/>
                  </a:lnTo>
                  <a:lnTo>
                    <a:pt x="100114" y="117703"/>
                  </a:lnTo>
                  <a:lnTo>
                    <a:pt x="149148" y="117703"/>
                  </a:lnTo>
                  <a:lnTo>
                    <a:pt x="149148" y="0"/>
                  </a:lnTo>
                  <a:close/>
                </a:path>
                <a:path w="749935" h="118110">
                  <a:moveTo>
                    <a:pt x="249199" y="0"/>
                  </a:moveTo>
                  <a:lnTo>
                    <a:pt x="200164" y="0"/>
                  </a:lnTo>
                  <a:lnTo>
                    <a:pt x="200164" y="117703"/>
                  </a:lnTo>
                  <a:lnTo>
                    <a:pt x="249199" y="117703"/>
                  </a:lnTo>
                  <a:lnTo>
                    <a:pt x="249199" y="0"/>
                  </a:lnTo>
                  <a:close/>
                </a:path>
                <a:path w="749935" h="118110">
                  <a:moveTo>
                    <a:pt x="349300" y="0"/>
                  </a:moveTo>
                  <a:lnTo>
                    <a:pt x="300215" y="0"/>
                  </a:lnTo>
                  <a:lnTo>
                    <a:pt x="300215" y="117703"/>
                  </a:lnTo>
                  <a:lnTo>
                    <a:pt x="349300" y="117703"/>
                  </a:lnTo>
                  <a:lnTo>
                    <a:pt x="349300" y="0"/>
                  </a:lnTo>
                  <a:close/>
                </a:path>
                <a:path w="749935" h="118110">
                  <a:moveTo>
                    <a:pt x="449351" y="0"/>
                  </a:moveTo>
                  <a:lnTo>
                    <a:pt x="400304" y="0"/>
                  </a:lnTo>
                  <a:lnTo>
                    <a:pt x="400304" y="117703"/>
                  </a:lnTo>
                  <a:lnTo>
                    <a:pt x="449351" y="117703"/>
                  </a:lnTo>
                  <a:lnTo>
                    <a:pt x="449351" y="0"/>
                  </a:lnTo>
                  <a:close/>
                </a:path>
                <a:path w="749935" h="118110">
                  <a:moveTo>
                    <a:pt x="549452" y="0"/>
                  </a:moveTo>
                  <a:lnTo>
                    <a:pt x="500367" y="0"/>
                  </a:lnTo>
                  <a:lnTo>
                    <a:pt x="500367" y="117703"/>
                  </a:lnTo>
                  <a:lnTo>
                    <a:pt x="549452" y="117703"/>
                  </a:lnTo>
                  <a:lnTo>
                    <a:pt x="549452" y="0"/>
                  </a:lnTo>
                  <a:close/>
                </a:path>
                <a:path w="749935" h="118110">
                  <a:moveTo>
                    <a:pt x="649503" y="0"/>
                  </a:moveTo>
                  <a:lnTo>
                    <a:pt x="600417" y="0"/>
                  </a:lnTo>
                  <a:lnTo>
                    <a:pt x="600417" y="117703"/>
                  </a:lnTo>
                  <a:lnTo>
                    <a:pt x="649503" y="117703"/>
                  </a:lnTo>
                  <a:lnTo>
                    <a:pt x="649503" y="0"/>
                  </a:lnTo>
                  <a:close/>
                </a:path>
                <a:path w="749935" h="118110">
                  <a:moveTo>
                    <a:pt x="749566" y="0"/>
                  </a:moveTo>
                  <a:lnTo>
                    <a:pt x="700506" y="0"/>
                  </a:lnTo>
                  <a:lnTo>
                    <a:pt x="700506" y="117703"/>
                  </a:lnTo>
                  <a:lnTo>
                    <a:pt x="749566" y="117703"/>
                  </a:lnTo>
                  <a:lnTo>
                    <a:pt x="749566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2358839" y="5841479"/>
            <a:ext cx="166370" cy="1419225"/>
            <a:chOff x="2358839" y="5841479"/>
            <a:chExt cx="166370" cy="1419225"/>
          </a:xfrm>
        </p:grpSpPr>
        <p:sp>
          <p:nvSpPr>
            <p:cNvPr id="8" name="object 8" descr=""/>
            <p:cNvSpPr/>
            <p:nvPr/>
          </p:nvSpPr>
          <p:spPr>
            <a:xfrm>
              <a:off x="2372093" y="5841485"/>
              <a:ext cx="96520" cy="1317625"/>
            </a:xfrm>
            <a:custGeom>
              <a:avLst/>
              <a:gdLst/>
              <a:ahLst/>
              <a:cxnLst/>
              <a:rect l="l" t="t" r="r" b="b"/>
              <a:pathLst>
                <a:path w="96519" h="1317625">
                  <a:moveTo>
                    <a:pt x="96126" y="51498"/>
                  </a:moveTo>
                  <a:lnTo>
                    <a:pt x="75031" y="51498"/>
                  </a:lnTo>
                  <a:lnTo>
                    <a:pt x="75031" y="4356"/>
                  </a:lnTo>
                  <a:lnTo>
                    <a:pt x="70675" y="0"/>
                  </a:lnTo>
                  <a:lnTo>
                    <a:pt x="65354" y="0"/>
                  </a:lnTo>
                  <a:lnTo>
                    <a:pt x="24942" y="0"/>
                  </a:lnTo>
                  <a:lnTo>
                    <a:pt x="20574" y="4368"/>
                  </a:lnTo>
                  <a:lnTo>
                    <a:pt x="20574" y="51498"/>
                  </a:lnTo>
                  <a:lnTo>
                    <a:pt x="0" y="51498"/>
                  </a:lnTo>
                  <a:lnTo>
                    <a:pt x="0" y="1317078"/>
                  </a:lnTo>
                  <a:lnTo>
                    <a:pt x="96126" y="1317078"/>
                  </a:lnTo>
                  <a:lnTo>
                    <a:pt x="96126" y="51498"/>
                  </a:lnTo>
                  <a:close/>
                </a:path>
              </a:pathLst>
            </a:custGeom>
            <a:solidFill>
              <a:srgbClr val="4925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2095" y="7137600"/>
              <a:ext cx="96133" cy="12277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2358839" y="5923872"/>
              <a:ext cx="135890" cy="31115"/>
            </a:xfrm>
            <a:custGeom>
              <a:avLst/>
              <a:gdLst/>
              <a:ahLst/>
              <a:cxnLst/>
              <a:rect l="l" t="t" r="r" b="b"/>
              <a:pathLst>
                <a:path w="135889" h="31114">
                  <a:moveTo>
                    <a:pt x="135388" y="0"/>
                  </a:moveTo>
                  <a:lnTo>
                    <a:pt x="0" y="0"/>
                  </a:lnTo>
                  <a:lnTo>
                    <a:pt x="0" y="30920"/>
                  </a:lnTo>
                  <a:lnTo>
                    <a:pt x="135388" y="30920"/>
                  </a:lnTo>
                  <a:lnTo>
                    <a:pt x="135388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494227" y="5923872"/>
              <a:ext cx="31115" cy="461009"/>
            </a:xfrm>
            <a:custGeom>
              <a:avLst/>
              <a:gdLst/>
              <a:ahLst/>
              <a:cxnLst/>
              <a:rect l="l" t="t" r="r" b="b"/>
              <a:pathLst>
                <a:path w="31114" h="461010">
                  <a:moveTo>
                    <a:pt x="30889" y="0"/>
                  </a:moveTo>
                  <a:lnTo>
                    <a:pt x="0" y="0"/>
                  </a:lnTo>
                  <a:lnTo>
                    <a:pt x="0" y="460624"/>
                  </a:lnTo>
                  <a:lnTo>
                    <a:pt x="30889" y="460624"/>
                  </a:lnTo>
                  <a:lnTo>
                    <a:pt x="30889" y="0"/>
                  </a:lnTo>
                  <a:close/>
                </a:path>
              </a:pathLst>
            </a:custGeom>
            <a:solidFill>
              <a:srgbClr val="49253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3180363" y="5696611"/>
            <a:ext cx="2178050" cy="1657350"/>
            <a:chOff x="3180363" y="5696611"/>
            <a:chExt cx="2178050" cy="1657350"/>
          </a:xfrm>
        </p:grpSpPr>
        <p:sp>
          <p:nvSpPr>
            <p:cNvPr id="13" name="object 13" descr=""/>
            <p:cNvSpPr/>
            <p:nvPr/>
          </p:nvSpPr>
          <p:spPr>
            <a:xfrm>
              <a:off x="3180363" y="5696611"/>
              <a:ext cx="2178050" cy="1553210"/>
            </a:xfrm>
            <a:custGeom>
              <a:avLst/>
              <a:gdLst/>
              <a:ahLst/>
              <a:cxnLst/>
              <a:rect l="l" t="t" r="r" b="b"/>
              <a:pathLst>
                <a:path w="2178050" h="1553209">
                  <a:moveTo>
                    <a:pt x="2177986" y="0"/>
                  </a:moveTo>
                  <a:lnTo>
                    <a:pt x="0" y="0"/>
                  </a:lnTo>
                  <a:lnTo>
                    <a:pt x="0" y="1552978"/>
                  </a:lnTo>
                  <a:lnTo>
                    <a:pt x="2177986" y="1552978"/>
                  </a:lnTo>
                  <a:lnTo>
                    <a:pt x="2177986" y="0"/>
                  </a:lnTo>
                  <a:close/>
                </a:path>
              </a:pathLst>
            </a:custGeom>
            <a:solidFill>
              <a:srgbClr val="8B6C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235409" y="5749615"/>
              <a:ext cx="2076450" cy="1456055"/>
            </a:xfrm>
            <a:custGeom>
              <a:avLst/>
              <a:gdLst/>
              <a:ahLst/>
              <a:cxnLst/>
              <a:rect l="l" t="t" r="r" b="b"/>
              <a:pathLst>
                <a:path w="2076450" h="1456054">
                  <a:moveTo>
                    <a:pt x="2075853" y="0"/>
                  </a:moveTo>
                  <a:lnTo>
                    <a:pt x="0" y="0"/>
                  </a:lnTo>
                  <a:lnTo>
                    <a:pt x="0" y="1456039"/>
                  </a:lnTo>
                  <a:lnTo>
                    <a:pt x="2075853" y="1456039"/>
                  </a:lnTo>
                  <a:lnTo>
                    <a:pt x="2075853" y="0"/>
                  </a:lnTo>
                  <a:close/>
                </a:path>
              </a:pathLst>
            </a:custGeom>
            <a:solidFill>
              <a:srgbClr val="F6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235401" y="5934563"/>
              <a:ext cx="2076450" cy="1174115"/>
            </a:xfrm>
            <a:custGeom>
              <a:avLst/>
              <a:gdLst/>
              <a:ahLst/>
              <a:cxnLst/>
              <a:rect l="l" t="t" r="r" b="b"/>
              <a:pathLst>
                <a:path w="2076450" h="1174115">
                  <a:moveTo>
                    <a:pt x="2075853" y="1153820"/>
                  </a:moveTo>
                  <a:lnTo>
                    <a:pt x="0" y="1153706"/>
                  </a:lnTo>
                  <a:lnTo>
                    <a:pt x="0" y="1173568"/>
                  </a:lnTo>
                  <a:lnTo>
                    <a:pt x="2075853" y="1173708"/>
                  </a:lnTo>
                  <a:lnTo>
                    <a:pt x="2075853" y="1153820"/>
                  </a:lnTo>
                  <a:close/>
                </a:path>
                <a:path w="2076450" h="1174115">
                  <a:moveTo>
                    <a:pt x="2075853" y="1057694"/>
                  </a:moveTo>
                  <a:lnTo>
                    <a:pt x="0" y="1057554"/>
                  </a:lnTo>
                  <a:lnTo>
                    <a:pt x="0" y="1077404"/>
                  </a:lnTo>
                  <a:lnTo>
                    <a:pt x="2075853" y="1077531"/>
                  </a:lnTo>
                  <a:lnTo>
                    <a:pt x="2075853" y="1057694"/>
                  </a:lnTo>
                  <a:close/>
                </a:path>
                <a:path w="2076450" h="1174115">
                  <a:moveTo>
                    <a:pt x="2075853" y="961567"/>
                  </a:moveTo>
                  <a:lnTo>
                    <a:pt x="0" y="961428"/>
                  </a:lnTo>
                  <a:lnTo>
                    <a:pt x="0" y="981265"/>
                  </a:lnTo>
                  <a:lnTo>
                    <a:pt x="2075853" y="981405"/>
                  </a:lnTo>
                  <a:lnTo>
                    <a:pt x="2075853" y="961567"/>
                  </a:lnTo>
                  <a:close/>
                </a:path>
                <a:path w="2076450" h="1174115">
                  <a:moveTo>
                    <a:pt x="2075853" y="865416"/>
                  </a:moveTo>
                  <a:lnTo>
                    <a:pt x="0" y="865301"/>
                  </a:lnTo>
                  <a:lnTo>
                    <a:pt x="0" y="885139"/>
                  </a:lnTo>
                  <a:lnTo>
                    <a:pt x="2075853" y="885278"/>
                  </a:lnTo>
                  <a:lnTo>
                    <a:pt x="2075853" y="865416"/>
                  </a:lnTo>
                  <a:close/>
                </a:path>
                <a:path w="2076450" h="1174115">
                  <a:moveTo>
                    <a:pt x="2075853" y="769289"/>
                  </a:moveTo>
                  <a:lnTo>
                    <a:pt x="0" y="769137"/>
                  </a:lnTo>
                  <a:lnTo>
                    <a:pt x="0" y="788987"/>
                  </a:lnTo>
                  <a:lnTo>
                    <a:pt x="2075853" y="789101"/>
                  </a:lnTo>
                  <a:lnTo>
                    <a:pt x="2075853" y="769289"/>
                  </a:lnTo>
                  <a:close/>
                </a:path>
                <a:path w="2076450" h="1174115">
                  <a:moveTo>
                    <a:pt x="2075853" y="673125"/>
                  </a:moveTo>
                  <a:lnTo>
                    <a:pt x="0" y="672998"/>
                  </a:lnTo>
                  <a:lnTo>
                    <a:pt x="0" y="692861"/>
                  </a:lnTo>
                  <a:lnTo>
                    <a:pt x="2075853" y="692988"/>
                  </a:lnTo>
                  <a:lnTo>
                    <a:pt x="2075853" y="673125"/>
                  </a:lnTo>
                  <a:close/>
                </a:path>
                <a:path w="2076450" h="1174115">
                  <a:moveTo>
                    <a:pt x="2075853" y="577011"/>
                  </a:moveTo>
                  <a:lnTo>
                    <a:pt x="0" y="576859"/>
                  </a:lnTo>
                  <a:lnTo>
                    <a:pt x="0" y="596696"/>
                  </a:lnTo>
                  <a:lnTo>
                    <a:pt x="2075853" y="596836"/>
                  </a:lnTo>
                  <a:lnTo>
                    <a:pt x="2075853" y="577011"/>
                  </a:lnTo>
                  <a:close/>
                </a:path>
                <a:path w="2076450" h="1174115">
                  <a:moveTo>
                    <a:pt x="2075853" y="480822"/>
                  </a:moveTo>
                  <a:lnTo>
                    <a:pt x="0" y="480682"/>
                  </a:lnTo>
                  <a:lnTo>
                    <a:pt x="0" y="500532"/>
                  </a:lnTo>
                  <a:lnTo>
                    <a:pt x="2075853" y="500659"/>
                  </a:lnTo>
                  <a:lnTo>
                    <a:pt x="2075853" y="480822"/>
                  </a:lnTo>
                  <a:close/>
                </a:path>
                <a:path w="2076450" h="1174115">
                  <a:moveTo>
                    <a:pt x="2075853" y="384695"/>
                  </a:moveTo>
                  <a:lnTo>
                    <a:pt x="0" y="384556"/>
                  </a:lnTo>
                  <a:lnTo>
                    <a:pt x="0" y="404393"/>
                  </a:lnTo>
                  <a:lnTo>
                    <a:pt x="2075853" y="404533"/>
                  </a:lnTo>
                  <a:lnTo>
                    <a:pt x="2075853" y="384695"/>
                  </a:lnTo>
                  <a:close/>
                </a:path>
                <a:path w="2076450" h="1174115">
                  <a:moveTo>
                    <a:pt x="2075853" y="288544"/>
                  </a:moveTo>
                  <a:lnTo>
                    <a:pt x="0" y="288429"/>
                  </a:lnTo>
                  <a:lnTo>
                    <a:pt x="0" y="308267"/>
                  </a:lnTo>
                  <a:lnTo>
                    <a:pt x="2075853" y="308406"/>
                  </a:lnTo>
                  <a:lnTo>
                    <a:pt x="2075853" y="288544"/>
                  </a:lnTo>
                  <a:close/>
                </a:path>
                <a:path w="2076450" h="1174115">
                  <a:moveTo>
                    <a:pt x="2075853" y="192417"/>
                  </a:moveTo>
                  <a:lnTo>
                    <a:pt x="0" y="192265"/>
                  </a:lnTo>
                  <a:lnTo>
                    <a:pt x="0" y="212090"/>
                  </a:lnTo>
                  <a:lnTo>
                    <a:pt x="2075853" y="212229"/>
                  </a:lnTo>
                  <a:lnTo>
                    <a:pt x="2075853" y="192417"/>
                  </a:lnTo>
                  <a:close/>
                </a:path>
                <a:path w="2076450" h="1174115">
                  <a:moveTo>
                    <a:pt x="2075853" y="96253"/>
                  </a:moveTo>
                  <a:lnTo>
                    <a:pt x="0" y="96126"/>
                  </a:lnTo>
                  <a:lnTo>
                    <a:pt x="0" y="115989"/>
                  </a:lnTo>
                  <a:lnTo>
                    <a:pt x="2075853" y="116103"/>
                  </a:lnTo>
                  <a:lnTo>
                    <a:pt x="2075853" y="96253"/>
                  </a:lnTo>
                  <a:close/>
                </a:path>
                <a:path w="2076450" h="1174115">
                  <a:moveTo>
                    <a:pt x="2075853" y="88"/>
                  </a:moveTo>
                  <a:lnTo>
                    <a:pt x="0" y="0"/>
                  </a:lnTo>
                  <a:lnTo>
                    <a:pt x="0" y="19837"/>
                  </a:lnTo>
                  <a:lnTo>
                    <a:pt x="2075853" y="19977"/>
                  </a:lnTo>
                  <a:lnTo>
                    <a:pt x="2075853" y="88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251357" y="5748034"/>
              <a:ext cx="49530" cy="1457960"/>
            </a:xfrm>
            <a:custGeom>
              <a:avLst/>
              <a:gdLst/>
              <a:ahLst/>
              <a:cxnLst/>
              <a:rect l="l" t="t" r="r" b="b"/>
              <a:pathLst>
                <a:path w="49529" h="1457959">
                  <a:moveTo>
                    <a:pt x="49014" y="0"/>
                  </a:moveTo>
                  <a:lnTo>
                    <a:pt x="0" y="0"/>
                  </a:lnTo>
                  <a:lnTo>
                    <a:pt x="0" y="1457473"/>
                  </a:lnTo>
                  <a:lnTo>
                    <a:pt x="49014" y="1457473"/>
                  </a:lnTo>
                  <a:lnTo>
                    <a:pt x="49014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473500" y="5748038"/>
              <a:ext cx="1572895" cy="1457960"/>
            </a:xfrm>
            <a:custGeom>
              <a:avLst/>
              <a:gdLst/>
              <a:ahLst/>
              <a:cxnLst/>
              <a:rect l="l" t="t" r="r" b="b"/>
              <a:pathLst>
                <a:path w="1572895" h="1457959">
                  <a:moveTo>
                    <a:pt x="28130" y="0"/>
                  </a:moveTo>
                  <a:lnTo>
                    <a:pt x="0" y="0"/>
                  </a:lnTo>
                  <a:lnTo>
                    <a:pt x="0" y="1457477"/>
                  </a:lnTo>
                  <a:lnTo>
                    <a:pt x="28130" y="1457477"/>
                  </a:lnTo>
                  <a:lnTo>
                    <a:pt x="28130" y="0"/>
                  </a:lnTo>
                  <a:close/>
                </a:path>
                <a:path w="1572895" h="1457959">
                  <a:moveTo>
                    <a:pt x="359079" y="0"/>
                  </a:moveTo>
                  <a:lnTo>
                    <a:pt x="330936" y="0"/>
                  </a:lnTo>
                  <a:lnTo>
                    <a:pt x="330936" y="1457477"/>
                  </a:lnTo>
                  <a:lnTo>
                    <a:pt x="359079" y="1457477"/>
                  </a:lnTo>
                  <a:lnTo>
                    <a:pt x="359079" y="0"/>
                  </a:lnTo>
                  <a:close/>
                </a:path>
                <a:path w="1572895" h="1457959">
                  <a:moveTo>
                    <a:pt x="1182649" y="0"/>
                  </a:moveTo>
                  <a:lnTo>
                    <a:pt x="1154531" y="0"/>
                  </a:lnTo>
                  <a:lnTo>
                    <a:pt x="1154531" y="1457477"/>
                  </a:lnTo>
                  <a:lnTo>
                    <a:pt x="1182649" y="1457477"/>
                  </a:lnTo>
                  <a:lnTo>
                    <a:pt x="1182649" y="0"/>
                  </a:lnTo>
                  <a:close/>
                </a:path>
                <a:path w="1572895" h="1457959">
                  <a:moveTo>
                    <a:pt x="1572742" y="0"/>
                  </a:moveTo>
                  <a:lnTo>
                    <a:pt x="1544637" y="0"/>
                  </a:lnTo>
                  <a:lnTo>
                    <a:pt x="1544637" y="1457477"/>
                  </a:lnTo>
                  <a:lnTo>
                    <a:pt x="1572742" y="1457477"/>
                  </a:lnTo>
                  <a:lnTo>
                    <a:pt x="1572742" y="0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292436" y="5812173"/>
              <a:ext cx="1567815" cy="29209"/>
            </a:xfrm>
            <a:custGeom>
              <a:avLst/>
              <a:gdLst/>
              <a:ahLst/>
              <a:cxnLst/>
              <a:rect l="l" t="t" r="r" b="b"/>
              <a:pathLst>
                <a:path w="1567814" h="29210">
                  <a:moveTo>
                    <a:pt x="463778" y="0"/>
                  </a:moveTo>
                  <a:lnTo>
                    <a:pt x="0" y="0"/>
                  </a:lnTo>
                  <a:lnTo>
                    <a:pt x="0" y="28663"/>
                  </a:lnTo>
                  <a:lnTo>
                    <a:pt x="463778" y="28689"/>
                  </a:lnTo>
                  <a:lnTo>
                    <a:pt x="463778" y="0"/>
                  </a:lnTo>
                  <a:close/>
                </a:path>
                <a:path w="1567814" h="29210">
                  <a:moveTo>
                    <a:pt x="1567484" y="0"/>
                  </a:moveTo>
                  <a:lnTo>
                    <a:pt x="1103731" y="0"/>
                  </a:lnTo>
                  <a:lnTo>
                    <a:pt x="1103731" y="28663"/>
                  </a:lnTo>
                  <a:lnTo>
                    <a:pt x="1567484" y="28689"/>
                  </a:lnTo>
                  <a:lnTo>
                    <a:pt x="1567484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357636" y="5696611"/>
              <a:ext cx="49530" cy="1657350"/>
            </a:xfrm>
            <a:custGeom>
              <a:avLst/>
              <a:gdLst/>
              <a:ahLst/>
              <a:cxnLst/>
              <a:rect l="l" t="t" r="r" b="b"/>
              <a:pathLst>
                <a:path w="49529" h="1657350">
                  <a:moveTo>
                    <a:pt x="49035" y="0"/>
                  </a:moveTo>
                  <a:lnTo>
                    <a:pt x="0" y="0"/>
                  </a:lnTo>
                  <a:lnTo>
                    <a:pt x="0" y="1657216"/>
                  </a:lnTo>
                  <a:lnTo>
                    <a:pt x="49035" y="1657216"/>
                  </a:lnTo>
                  <a:lnTo>
                    <a:pt x="49035" y="0"/>
                  </a:lnTo>
                  <a:close/>
                </a:path>
              </a:pathLst>
            </a:custGeom>
            <a:solidFill>
              <a:srgbClr val="AE3C5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2656683" y="5857518"/>
            <a:ext cx="113030" cy="1414780"/>
            <a:chOff x="2656683" y="5857518"/>
            <a:chExt cx="113030" cy="1414780"/>
          </a:xfrm>
        </p:grpSpPr>
        <p:sp>
          <p:nvSpPr>
            <p:cNvPr id="21" name="object 21" descr=""/>
            <p:cNvSpPr/>
            <p:nvPr/>
          </p:nvSpPr>
          <p:spPr>
            <a:xfrm>
              <a:off x="2666390" y="6009031"/>
              <a:ext cx="96520" cy="1149985"/>
            </a:xfrm>
            <a:custGeom>
              <a:avLst/>
              <a:gdLst/>
              <a:ahLst/>
              <a:cxnLst/>
              <a:rect l="l" t="t" r="r" b="b"/>
              <a:pathLst>
                <a:path w="96519" h="1149984">
                  <a:moveTo>
                    <a:pt x="0" y="1149525"/>
                  </a:moveTo>
                  <a:lnTo>
                    <a:pt x="96133" y="1149525"/>
                  </a:lnTo>
                  <a:lnTo>
                    <a:pt x="96133" y="0"/>
                  </a:lnTo>
                  <a:lnTo>
                    <a:pt x="0" y="0"/>
                  </a:lnTo>
                  <a:lnTo>
                    <a:pt x="0" y="1149525"/>
                  </a:lnTo>
                  <a:close/>
                </a:path>
              </a:pathLst>
            </a:custGeom>
            <a:solidFill>
              <a:srgbClr val="E699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666395" y="7137599"/>
              <a:ext cx="96520" cy="123189"/>
            </a:xfrm>
            <a:custGeom>
              <a:avLst/>
              <a:gdLst/>
              <a:ahLst/>
              <a:cxnLst/>
              <a:rect l="l" t="t" r="r" b="b"/>
              <a:pathLst>
                <a:path w="96519" h="123190">
                  <a:moveTo>
                    <a:pt x="52860" y="0"/>
                  </a:moveTo>
                  <a:lnTo>
                    <a:pt x="32135" y="5240"/>
                  </a:lnTo>
                  <a:lnTo>
                    <a:pt x="0" y="20960"/>
                  </a:lnTo>
                  <a:lnTo>
                    <a:pt x="23116" y="82123"/>
                  </a:lnTo>
                  <a:lnTo>
                    <a:pt x="35879" y="112935"/>
                  </a:lnTo>
                  <a:lnTo>
                    <a:pt x="42841" y="122776"/>
                  </a:lnTo>
                  <a:lnTo>
                    <a:pt x="48553" y="121030"/>
                  </a:lnTo>
                  <a:lnTo>
                    <a:pt x="59720" y="102911"/>
                  </a:lnTo>
                  <a:lnTo>
                    <a:pt x="75661" y="68788"/>
                  </a:lnTo>
                  <a:lnTo>
                    <a:pt x="89943" y="35768"/>
                  </a:lnTo>
                  <a:lnTo>
                    <a:pt x="96133" y="20960"/>
                  </a:lnTo>
                  <a:lnTo>
                    <a:pt x="71189" y="5240"/>
                  </a:lnTo>
                  <a:lnTo>
                    <a:pt x="52860" y="0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703780" y="7227111"/>
              <a:ext cx="21590" cy="45720"/>
            </a:xfrm>
            <a:custGeom>
              <a:avLst/>
              <a:gdLst/>
              <a:ahLst/>
              <a:cxnLst/>
              <a:rect l="l" t="t" r="r" b="b"/>
              <a:pathLst>
                <a:path w="21589" h="45720">
                  <a:moveTo>
                    <a:pt x="16732" y="0"/>
                  </a:moveTo>
                  <a:lnTo>
                    <a:pt x="10795" y="0"/>
                  </a:lnTo>
                  <a:lnTo>
                    <a:pt x="4858" y="0"/>
                  </a:lnTo>
                  <a:lnTo>
                    <a:pt x="0" y="4848"/>
                  </a:lnTo>
                  <a:lnTo>
                    <a:pt x="0" y="40229"/>
                  </a:lnTo>
                  <a:lnTo>
                    <a:pt x="4858" y="45119"/>
                  </a:lnTo>
                  <a:lnTo>
                    <a:pt x="16732" y="45119"/>
                  </a:lnTo>
                  <a:lnTo>
                    <a:pt x="21590" y="40229"/>
                  </a:lnTo>
                  <a:lnTo>
                    <a:pt x="21590" y="4848"/>
                  </a:lnTo>
                  <a:lnTo>
                    <a:pt x="16732" y="0"/>
                  </a:lnTo>
                  <a:close/>
                </a:path>
              </a:pathLst>
            </a:custGeom>
            <a:solidFill>
              <a:srgbClr val="4925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672167" y="5857518"/>
              <a:ext cx="83185" cy="58419"/>
            </a:xfrm>
            <a:custGeom>
              <a:avLst/>
              <a:gdLst/>
              <a:ahLst/>
              <a:cxnLst/>
              <a:rect l="l" t="t" r="r" b="b"/>
              <a:pathLst>
                <a:path w="83185" h="58420">
                  <a:moveTo>
                    <a:pt x="0" y="58029"/>
                  </a:moveTo>
                  <a:lnTo>
                    <a:pt x="82636" y="58029"/>
                  </a:lnTo>
                  <a:lnTo>
                    <a:pt x="82636" y="0"/>
                  </a:lnTo>
                  <a:lnTo>
                    <a:pt x="0" y="0"/>
                  </a:lnTo>
                  <a:lnTo>
                    <a:pt x="0" y="58029"/>
                  </a:lnTo>
                  <a:close/>
                </a:path>
              </a:pathLst>
            </a:custGeom>
            <a:solidFill>
              <a:srgbClr val="EC8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656683" y="5915547"/>
              <a:ext cx="113030" cy="93980"/>
            </a:xfrm>
            <a:custGeom>
              <a:avLst/>
              <a:gdLst/>
              <a:ahLst/>
              <a:cxnLst/>
              <a:rect l="l" t="t" r="r" b="b"/>
              <a:pathLst>
                <a:path w="113030" h="93979">
                  <a:moveTo>
                    <a:pt x="112865" y="0"/>
                  </a:moveTo>
                  <a:lnTo>
                    <a:pt x="0" y="0"/>
                  </a:lnTo>
                  <a:lnTo>
                    <a:pt x="0" y="93484"/>
                  </a:lnTo>
                  <a:lnTo>
                    <a:pt x="112865" y="93484"/>
                  </a:lnTo>
                  <a:lnTo>
                    <a:pt x="112865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 descr=""/>
          <p:cNvGrpSpPr/>
          <p:nvPr/>
        </p:nvGrpSpPr>
        <p:grpSpPr>
          <a:xfrm>
            <a:off x="988807" y="4138711"/>
            <a:ext cx="870585" cy="1211580"/>
            <a:chOff x="988807" y="4138711"/>
            <a:chExt cx="870585" cy="1211580"/>
          </a:xfrm>
        </p:grpSpPr>
        <p:sp>
          <p:nvSpPr>
            <p:cNvPr id="27" name="object 27" descr=""/>
            <p:cNvSpPr/>
            <p:nvPr/>
          </p:nvSpPr>
          <p:spPr>
            <a:xfrm>
              <a:off x="988807" y="4138711"/>
              <a:ext cx="276225" cy="1211580"/>
            </a:xfrm>
            <a:custGeom>
              <a:avLst/>
              <a:gdLst/>
              <a:ahLst/>
              <a:cxnLst/>
              <a:rect l="l" t="t" r="r" b="b"/>
              <a:pathLst>
                <a:path w="276225" h="1211579">
                  <a:moveTo>
                    <a:pt x="275677" y="0"/>
                  </a:moveTo>
                  <a:lnTo>
                    <a:pt x="0" y="0"/>
                  </a:lnTo>
                  <a:lnTo>
                    <a:pt x="0" y="1211355"/>
                  </a:lnTo>
                  <a:lnTo>
                    <a:pt x="275677" y="1211355"/>
                  </a:lnTo>
                  <a:lnTo>
                    <a:pt x="275677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50932" y="4286922"/>
              <a:ext cx="151765" cy="318135"/>
            </a:xfrm>
            <a:custGeom>
              <a:avLst/>
              <a:gdLst/>
              <a:ahLst/>
              <a:cxnLst/>
              <a:rect l="l" t="t" r="r" b="b"/>
              <a:pathLst>
                <a:path w="151765" h="318135">
                  <a:moveTo>
                    <a:pt x="144068" y="0"/>
                  </a:moveTo>
                  <a:lnTo>
                    <a:pt x="7340" y="0"/>
                  </a:lnTo>
                  <a:lnTo>
                    <a:pt x="0" y="7340"/>
                  </a:lnTo>
                  <a:lnTo>
                    <a:pt x="0" y="310754"/>
                  </a:lnTo>
                  <a:lnTo>
                    <a:pt x="7350" y="318105"/>
                  </a:lnTo>
                  <a:lnTo>
                    <a:pt x="144058" y="318105"/>
                  </a:lnTo>
                  <a:lnTo>
                    <a:pt x="151409" y="310754"/>
                  </a:lnTo>
                  <a:lnTo>
                    <a:pt x="151409" y="301770"/>
                  </a:lnTo>
                  <a:lnTo>
                    <a:pt x="151409" y="7340"/>
                  </a:lnTo>
                  <a:lnTo>
                    <a:pt x="144068" y="0"/>
                  </a:lnTo>
                  <a:close/>
                </a:path>
              </a:pathLst>
            </a:custGeom>
            <a:solidFill>
              <a:srgbClr val="F5EB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286065" y="4138711"/>
              <a:ext cx="276225" cy="1211580"/>
            </a:xfrm>
            <a:custGeom>
              <a:avLst/>
              <a:gdLst/>
              <a:ahLst/>
              <a:cxnLst/>
              <a:rect l="l" t="t" r="r" b="b"/>
              <a:pathLst>
                <a:path w="276225" h="1211579">
                  <a:moveTo>
                    <a:pt x="275687" y="0"/>
                  </a:moveTo>
                  <a:lnTo>
                    <a:pt x="0" y="0"/>
                  </a:lnTo>
                  <a:lnTo>
                    <a:pt x="0" y="1211355"/>
                  </a:lnTo>
                  <a:lnTo>
                    <a:pt x="275687" y="1211355"/>
                  </a:lnTo>
                  <a:lnTo>
                    <a:pt x="275687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48217" y="4286922"/>
              <a:ext cx="151765" cy="318135"/>
            </a:xfrm>
            <a:custGeom>
              <a:avLst/>
              <a:gdLst/>
              <a:ahLst/>
              <a:cxnLst/>
              <a:rect l="l" t="t" r="r" b="b"/>
              <a:pathLst>
                <a:path w="151765" h="318135">
                  <a:moveTo>
                    <a:pt x="144047" y="0"/>
                  </a:moveTo>
                  <a:lnTo>
                    <a:pt x="7340" y="0"/>
                  </a:lnTo>
                  <a:lnTo>
                    <a:pt x="0" y="7340"/>
                  </a:lnTo>
                  <a:lnTo>
                    <a:pt x="0" y="310754"/>
                  </a:lnTo>
                  <a:lnTo>
                    <a:pt x="7340" y="318105"/>
                  </a:lnTo>
                  <a:lnTo>
                    <a:pt x="144037" y="318105"/>
                  </a:lnTo>
                  <a:lnTo>
                    <a:pt x="151388" y="310754"/>
                  </a:lnTo>
                  <a:lnTo>
                    <a:pt x="151388" y="301770"/>
                  </a:lnTo>
                  <a:lnTo>
                    <a:pt x="151388" y="7340"/>
                  </a:lnTo>
                  <a:lnTo>
                    <a:pt x="144047" y="0"/>
                  </a:lnTo>
                  <a:close/>
                </a:path>
              </a:pathLst>
            </a:custGeom>
            <a:solidFill>
              <a:srgbClr val="F5EB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583323" y="4138711"/>
              <a:ext cx="276225" cy="1211580"/>
            </a:xfrm>
            <a:custGeom>
              <a:avLst/>
              <a:gdLst/>
              <a:ahLst/>
              <a:cxnLst/>
              <a:rect l="l" t="t" r="r" b="b"/>
              <a:pathLst>
                <a:path w="276225" h="1211579">
                  <a:moveTo>
                    <a:pt x="275687" y="0"/>
                  </a:moveTo>
                  <a:lnTo>
                    <a:pt x="0" y="0"/>
                  </a:lnTo>
                  <a:lnTo>
                    <a:pt x="0" y="1211355"/>
                  </a:lnTo>
                  <a:lnTo>
                    <a:pt x="275687" y="1211355"/>
                  </a:lnTo>
                  <a:lnTo>
                    <a:pt x="275687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645457" y="4286922"/>
              <a:ext cx="151765" cy="318135"/>
            </a:xfrm>
            <a:custGeom>
              <a:avLst/>
              <a:gdLst/>
              <a:ahLst/>
              <a:cxnLst/>
              <a:rect l="l" t="t" r="r" b="b"/>
              <a:pathLst>
                <a:path w="151764" h="318135">
                  <a:moveTo>
                    <a:pt x="144068" y="0"/>
                  </a:moveTo>
                  <a:lnTo>
                    <a:pt x="7340" y="0"/>
                  </a:lnTo>
                  <a:lnTo>
                    <a:pt x="0" y="7340"/>
                  </a:lnTo>
                  <a:lnTo>
                    <a:pt x="0" y="310754"/>
                  </a:lnTo>
                  <a:lnTo>
                    <a:pt x="7350" y="318105"/>
                  </a:lnTo>
                  <a:lnTo>
                    <a:pt x="144068" y="318105"/>
                  </a:lnTo>
                  <a:lnTo>
                    <a:pt x="151409" y="310754"/>
                  </a:lnTo>
                  <a:lnTo>
                    <a:pt x="151409" y="301781"/>
                  </a:lnTo>
                  <a:lnTo>
                    <a:pt x="151409" y="7340"/>
                  </a:lnTo>
                  <a:lnTo>
                    <a:pt x="144068" y="0"/>
                  </a:lnTo>
                  <a:close/>
                </a:path>
              </a:pathLst>
            </a:custGeom>
            <a:solidFill>
              <a:srgbClr val="F5EBE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2158159" y="1603762"/>
            <a:ext cx="3465195" cy="2305050"/>
            <a:chOff x="2158159" y="1603762"/>
            <a:chExt cx="3465195" cy="2305050"/>
          </a:xfrm>
        </p:grpSpPr>
        <p:sp>
          <p:nvSpPr>
            <p:cNvPr id="34" name="object 34" descr=""/>
            <p:cNvSpPr/>
            <p:nvPr/>
          </p:nvSpPr>
          <p:spPr>
            <a:xfrm>
              <a:off x="3828468" y="2847844"/>
              <a:ext cx="633730" cy="125095"/>
            </a:xfrm>
            <a:custGeom>
              <a:avLst/>
              <a:gdLst/>
              <a:ahLst/>
              <a:cxnLst/>
              <a:rect l="l" t="t" r="r" b="b"/>
              <a:pathLst>
                <a:path w="633729" h="125094">
                  <a:moveTo>
                    <a:pt x="8214" y="0"/>
                  </a:moveTo>
                  <a:lnTo>
                    <a:pt x="2387" y="53088"/>
                  </a:lnTo>
                  <a:lnTo>
                    <a:pt x="0" y="80227"/>
                  </a:lnTo>
                  <a:lnTo>
                    <a:pt x="651" y="89917"/>
                  </a:lnTo>
                  <a:lnTo>
                    <a:pt x="3942" y="90656"/>
                  </a:lnTo>
                  <a:lnTo>
                    <a:pt x="102861" y="95470"/>
                  </a:lnTo>
                  <a:lnTo>
                    <a:pt x="314644" y="107224"/>
                  </a:lnTo>
                  <a:lnTo>
                    <a:pt x="620855" y="124687"/>
                  </a:lnTo>
                  <a:lnTo>
                    <a:pt x="633169" y="52857"/>
                  </a:lnTo>
                  <a:lnTo>
                    <a:pt x="8214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804591" y="2870090"/>
              <a:ext cx="968375" cy="207010"/>
            </a:xfrm>
            <a:custGeom>
              <a:avLst/>
              <a:gdLst/>
              <a:ahLst/>
              <a:cxnLst/>
              <a:rect l="l" t="t" r="r" b="b"/>
              <a:pathLst>
                <a:path w="968375" h="207010">
                  <a:moveTo>
                    <a:pt x="858517" y="0"/>
                  </a:moveTo>
                  <a:lnTo>
                    <a:pt x="770083" y="3648"/>
                  </a:lnTo>
                  <a:lnTo>
                    <a:pt x="691180" y="21892"/>
                  </a:lnTo>
                  <a:lnTo>
                    <a:pt x="657048" y="32838"/>
                  </a:lnTo>
                  <a:lnTo>
                    <a:pt x="637823" y="149631"/>
                  </a:lnTo>
                  <a:lnTo>
                    <a:pt x="20407" y="149631"/>
                  </a:lnTo>
                  <a:lnTo>
                    <a:pt x="0" y="206634"/>
                  </a:lnTo>
                  <a:lnTo>
                    <a:pt x="965080" y="206634"/>
                  </a:lnTo>
                  <a:lnTo>
                    <a:pt x="968329" y="149932"/>
                  </a:lnTo>
                  <a:lnTo>
                    <a:pt x="964846" y="112928"/>
                  </a:lnTo>
                  <a:lnTo>
                    <a:pt x="950519" y="79328"/>
                  </a:lnTo>
                  <a:lnTo>
                    <a:pt x="921238" y="32838"/>
                  </a:lnTo>
                  <a:lnTo>
                    <a:pt x="858517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787155" y="2717480"/>
              <a:ext cx="939165" cy="186055"/>
            </a:xfrm>
            <a:custGeom>
              <a:avLst/>
              <a:gdLst/>
              <a:ahLst/>
              <a:cxnLst/>
              <a:rect l="l" t="t" r="r" b="b"/>
              <a:pathLst>
                <a:path w="939164" h="186055">
                  <a:moveTo>
                    <a:pt x="98231" y="0"/>
                  </a:moveTo>
                  <a:lnTo>
                    <a:pt x="55233" y="5852"/>
                  </a:lnTo>
                  <a:lnTo>
                    <a:pt x="28371" y="37898"/>
                  </a:lnTo>
                  <a:lnTo>
                    <a:pt x="13198" y="80384"/>
                  </a:lnTo>
                  <a:lnTo>
                    <a:pt x="5234" y="116988"/>
                  </a:lnTo>
                  <a:lnTo>
                    <a:pt x="0" y="131388"/>
                  </a:lnTo>
                  <a:lnTo>
                    <a:pt x="674482" y="185449"/>
                  </a:lnTo>
                  <a:lnTo>
                    <a:pt x="938672" y="185449"/>
                  </a:lnTo>
                  <a:lnTo>
                    <a:pt x="915506" y="138884"/>
                  </a:lnTo>
                  <a:lnTo>
                    <a:pt x="882112" y="102875"/>
                  </a:lnTo>
                  <a:lnTo>
                    <a:pt x="830236" y="78112"/>
                  </a:lnTo>
                  <a:lnTo>
                    <a:pt x="775035" y="68394"/>
                  </a:lnTo>
                  <a:lnTo>
                    <a:pt x="731878" y="61960"/>
                  </a:lnTo>
                  <a:lnTo>
                    <a:pt x="680626" y="54815"/>
                  </a:lnTo>
                  <a:lnTo>
                    <a:pt x="622985" y="47211"/>
                  </a:lnTo>
                  <a:lnTo>
                    <a:pt x="560660" y="39403"/>
                  </a:lnTo>
                  <a:lnTo>
                    <a:pt x="495359" y="31644"/>
                  </a:lnTo>
                  <a:lnTo>
                    <a:pt x="428787" y="24187"/>
                  </a:lnTo>
                  <a:lnTo>
                    <a:pt x="362652" y="17286"/>
                  </a:lnTo>
                  <a:lnTo>
                    <a:pt x="298658" y="11195"/>
                  </a:lnTo>
                  <a:lnTo>
                    <a:pt x="238513" y="6168"/>
                  </a:lnTo>
                  <a:lnTo>
                    <a:pt x="183923" y="2457"/>
                  </a:lnTo>
                  <a:lnTo>
                    <a:pt x="136593" y="316"/>
                  </a:lnTo>
                  <a:lnTo>
                    <a:pt x="98231" y="0"/>
                  </a:lnTo>
                  <a:close/>
                </a:path>
              </a:pathLst>
            </a:custGeom>
            <a:solidFill>
              <a:srgbClr val="4058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824993" y="3003332"/>
              <a:ext cx="617855" cy="16510"/>
            </a:xfrm>
            <a:custGeom>
              <a:avLst/>
              <a:gdLst/>
              <a:ahLst/>
              <a:cxnLst/>
              <a:rect l="l" t="t" r="r" b="b"/>
              <a:pathLst>
                <a:path w="617854" h="16510">
                  <a:moveTo>
                    <a:pt x="617415" y="0"/>
                  </a:moveTo>
                  <a:lnTo>
                    <a:pt x="0" y="0"/>
                  </a:lnTo>
                  <a:lnTo>
                    <a:pt x="0" y="16386"/>
                  </a:lnTo>
                  <a:lnTo>
                    <a:pt x="617415" y="16386"/>
                  </a:lnTo>
                  <a:lnTo>
                    <a:pt x="617415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654475" y="1761454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98290" y="0"/>
                  </a:moveTo>
                  <a:lnTo>
                    <a:pt x="0" y="0"/>
                  </a:lnTo>
                  <a:lnTo>
                    <a:pt x="0" y="98290"/>
                  </a:lnTo>
                  <a:lnTo>
                    <a:pt x="98290" y="98290"/>
                  </a:lnTo>
                  <a:lnTo>
                    <a:pt x="98290" y="0"/>
                  </a:lnTo>
                  <a:close/>
                </a:path>
              </a:pathLst>
            </a:custGeom>
            <a:solidFill>
              <a:srgbClr val="414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599124" y="1650133"/>
              <a:ext cx="997585" cy="111760"/>
            </a:xfrm>
            <a:custGeom>
              <a:avLst/>
              <a:gdLst/>
              <a:ahLst/>
              <a:cxnLst/>
              <a:rect l="l" t="t" r="r" b="b"/>
              <a:pathLst>
                <a:path w="997585" h="111760">
                  <a:moveTo>
                    <a:pt x="941343" y="0"/>
                  </a:moveTo>
                  <a:lnTo>
                    <a:pt x="55673" y="0"/>
                  </a:lnTo>
                  <a:lnTo>
                    <a:pt x="34053" y="4392"/>
                  </a:lnTo>
                  <a:lnTo>
                    <a:pt x="16351" y="16351"/>
                  </a:lnTo>
                  <a:lnTo>
                    <a:pt x="4392" y="34053"/>
                  </a:lnTo>
                  <a:lnTo>
                    <a:pt x="0" y="55673"/>
                  </a:lnTo>
                  <a:lnTo>
                    <a:pt x="4392" y="77281"/>
                  </a:lnTo>
                  <a:lnTo>
                    <a:pt x="16351" y="94977"/>
                  </a:lnTo>
                  <a:lnTo>
                    <a:pt x="34053" y="106934"/>
                  </a:lnTo>
                  <a:lnTo>
                    <a:pt x="55673" y="111326"/>
                  </a:lnTo>
                  <a:lnTo>
                    <a:pt x="941343" y="111326"/>
                  </a:lnTo>
                  <a:lnTo>
                    <a:pt x="962959" y="106934"/>
                  </a:lnTo>
                  <a:lnTo>
                    <a:pt x="980654" y="94977"/>
                  </a:lnTo>
                  <a:lnTo>
                    <a:pt x="992607" y="77281"/>
                  </a:lnTo>
                  <a:lnTo>
                    <a:pt x="996995" y="55673"/>
                  </a:lnTo>
                  <a:lnTo>
                    <a:pt x="992607" y="34053"/>
                  </a:lnTo>
                  <a:lnTo>
                    <a:pt x="980654" y="16351"/>
                  </a:lnTo>
                  <a:lnTo>
                    <a:pt x="962959" y="4392"/>
                  </a:lnTo>
                  <a:lnTo>
                    <a:pt x="941343" y="0"/>
                  </a:lnTo>
                  <a:close/>
                </a:path>
              </a:pathLst>
            </a:custGeom>
            <a:solidFill>
              <a:srgbClr val="E9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555336" y="1603762"/>
              <a:ext cx="1238250" cy="93345"/>
            </a:xfrm>
            <a:custGeom>
              <a:avLst/>
              <a:gdLst/>
              <a:ahLst/>
              <a:cxnLst/>
              <a:rect l="l" t="t" r="r" b="b"/>
              <a:pathLst>
                <a:path w="1238250" h="93344">
                  <a:moveTo>
                    <a:pt x="1237836" y="0"/>
                  </a:moveTo>
                  <a:lnTo>
                    <a:pt x="0" y="0"/>
                  </a:lnTo>
                  <a:lnTo>
                    <a:pt x="0" y="92730"/>
                  </a:lnTo>
                  <a:lnTo>
                    <a:pt x="1237836" y="92730"/>
                  </a:lnTo>
                  <a:lnTo>
                    <a:pt x="1237836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596121" y="1696492"/>
              <a:ext cx="156845" cy="78105"/>
            </a:xfrm>
            <a:custGeom>
              <a:avLst/>
              <a:gdLst/>
              <a:ahLst/>
              <a:cxnLst/>
              <a:rect l="l" t="t" r="r" b="b"/>
              <a:pathLst>
                <a:path w="156845" h="78105">
                  <a:moveTo>
                    <a:pt x="156644" y="0"/>
                  </a:moveTo>
                  <a:lnTo>
                    <a:pt x="0" y="0"/>
                  </a:lnTo>
                  <a:lnTo>
                    <a:pt x="0" y="77515"/>
                  </a:lnTo>
                  <a:lnTo>
                    <a:pt x="156644" y="77515"/>
                  </a:lnTo>
                  <a:lnTo>
                    <a:pt x="156644" y="0"/>
                  </a:lnTo>
                  <a:close/>
                </a:path>
              </a:pathLst>
            </a:custGeom>
            <a:solidFill>
              <a:srgbClr val="414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720434" y="1799363"/>
              <a:ext cx="873760" cy="909319"/>
            </a:xfrm>
            <a:custGeom>
              <a:avLst/>
              <a:gdLst/>
              <a:ahLst/>
              <a:cxnLst/>
              <a:rect l="l" t="t" r="r" b="b"/>
              <a:pathLst>
                <a:path w="873760" h="909319">
                  <a:moveTo>
                    <a:pt x="67422" y="0"/>
                  </a:moveTo>
                  <a:lnTo>
                    <a:pt x="0" y="75118"/>
                  </a:lnTo>
                  <a:lnTo>
                    <a:pt x="804048" y="909312"/>
                  </a:lnTo>
                  <a:lnTo>
                    <a:pt x="873544" y="853754"/>
                  </a:lnTo>
                  <a:lnTo>
                    <a:pt x="67422" y="0"/>
                  </a:lnTo>
                  <a:close/>
                </a:path>
              </a:pathLst>
            </a:custGeom>
            <a:solidFill>
              <a:srgbClr val="B9BAC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1971" y="1774011"/>
              <a:ext cx="116205" cy="116184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6831" y="2638470"/>
              <a:ext cx="116205" cy="116205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4818164" y="2638469"/>
              <a:ext cx="805180" cy="1245870"/>
            </a:xfrm>
            <a:custGeom>
              <a:avLst/>
              <a:gdLst/>
              <a:ahLst/>
              <a:cxnLst/>
              <a:rect l="l" t="t" r="r" b="b"/>
              <a:pathLst>
                <a:path w="805179" h="1245870">
                  <a:moveTo>
                    <a:pt x="238353" y="819264"/>
                  </a:moveTo>
                  <a:lnTo>
                    <a:pt x="185305" y="819264"/>
                  </a:lnTo>
                  <a:lnTo>
                    <a:pt x="185305" y="1245552"/>
                  </a:lnTo>
                  <a:lnTo>
                    <a:pt x="238353" y="1245552"/>
                  </a:lnTo>
                  <a:lnTo>
                    <a:pt x="238353" y="819264"/>
                  </a:lnTo>
                  <a:close/>
                </a:path>
                <a:path w="805179" h="1245870">
                  <a:moveTo>
                    <a:pt x="706323" y="39916"/>
                  </a:moveTo>
                  <a:lnTo>
                    <a:pt x="638657" y="0"/>
                  </a:lnTo>
                  <a:lnTo>
                    <a:pt x="0" y="750290"/>
                  </a:lnTo>
                  <a:lnTo>
                    <a:pt x="98793" y="750290"/>
                  </a:lnTo>
                  <a:lnTo>
                    <a:pt x="706323" y="39916"/>
                  </a:lnTo>
                  <a:close/>
                </a:path>
                <a:path w="805179" h="1245870">
                  <a:moveTo>
                    <a:pt x="804862" y="70218"/>
                  </a:moveTo>
                  <a:lnTo>
                    <a:pt x="751814" y="19710"/>
                  </a:lnTo>
                  <a:lnTo>
                    <a:pt x="128473" y="750277"/>
                  </a:lnTo>
                  <a:lnTo>
                    <a:pt x="236474" y="750277"/>
                  </a:lnTo>
                  <a:lnTo>
                    <a:pt x="804862" y="70218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818177" y="3295211"/>
              <a:ext cx="348615" cy="614045"/>
            </a:xfrm>
            <a:custGeom>
              <a:avLst/>
              <a:gdLst/>
              <a:ahLst/>
              <a:cxnLst/>
              <a:rect l="l" t="t" r="r" b="b"/>
              <a:pathLst>
                <a:path w="348614" h="614045">
                  <a:moveTo>
                    <a:pt x="348462" y="357809"/>
                  </a:moveTo>
                  <a:lnTo>
                    <a:pt x="347014" y="288759"/>
                  </a:lnTo>
                  <a:lnTo>
                    <a:pt x="344728" y="226669"/>
                  </a:lnTo>
                  <a:lnTo>
                    <a:pt x="341604" y="163398"/>
                  </a:lnTo>
                  <a:lnTo>
                    <a:pt x="322757" y="118897"/>
                  </a:lnTo>
                  <a:lnTo>
                    <a:pt x="284467" y="101320"/>
                  </a:lnTo>
                  <a:lnTo>
                    <a:pt x="261073" y="101320"/>
                  </a:lnTo>
                  <a:lnTo>
                    <a:pt x="261073" y="35902"/>
                  </a:lnTo>
                  <a:lnTo>
                    <a:pt x="258241" y="21971"/>
                  </a:lnTo>
                  <a:lnTo>
                    <a:pt x="250532" y="10553"/>
                  </a:lnTo>
                  <a:lnTo>
                    <a:pt x="239115" y="2832"/>
                  </a:lnTo>
                  <a:lnTo>
                    <a:pt x="225171" y="0"/>
                  </a:lnTo>
                  <a:lnTo>
                    <a:pt x="35902" y="0"/>
                  </a:lnTo>
                  <a:lnTo>
                    <a:pt x="21958" y="2832"/>
                  </a:lnTo>
                  <a:lnTo>
                    <a:pt x="10541" y="10553"/>
                  </a:lnTo>
                  <a:lnTo>
                    <a:pt x="2832" y="21971"/>
                  </a:lnTo>
                  <a:lnTo>
                    <a:pt x="0" y="35902"/>
                  </a:lnTo>
                  <a:lnTo>
                    <a:pt x="0" y="163639"/>
                  </a:lnTo>
                  <a:lnTo>
                    <a:pt x="2832" y="177584"/>
                  </a:lnTo>
                  <a:lnTo>
                    <a:pt x="10541" y="189001"/>
                  </a:lnTo>
                  <a:lnTo>
                    <a:pt x="21958" y="196710"/>
                  </a:lnTo>
                  <a:lnTo>
                    <a:pt x="35902" y="199542"/>
                  </a:lnTo>
                  <a:lnTo>
                    <a:pt x="225171" y="199542"/>
                  </a:lnTo>
                  <a:lnTo>
                    <a:pt x="239115" y="196710"/>
                  </a:lnTo>
                  <a:lnTo>
                    <a:pt x="250532" y="189001"/>
                  </a:lnTo>
                  <a:lnTo>
                    <a:pt x="258241" y="177584"/>
                  </a:lnTo>
                  <a:lnTo>
                    <a:pt x="261073" y="163639"/>
                  </a:lnTo>
                  <a:lnTo>
                    <a:pt x="261073" y="152234"/>
                  </a:lnTo>
                  <a:lnTo>
                    <a:pt x="293039" y="218274"/>
                  </a:lnTo>
                  <a:lnTo>
                    <a:pt x="295262" y="279120"/>
                  </a:lnTo>
                  <a:lnTo>
                    <a:pt x="296786" y="342252"/>
                  </a:lnTo>
                  <a:lnTo>
                    <a:pt x="297281" y="400964"/>
                  </a:lnTo>
                  <a:lnTo>
                    <a:pt x="296430" y="448564"/>
                  </a:lnTo>
                  <a:lnTo>
                    <a:pt x="293878" y="478320"/>
                  </a:lnTo>
                  <a:lnTo>
                    <a:pt x="282409" y="481088"/>
                  </a:lnTo>
                  <a:lnTo>
                    <a:pt x="265684" y="482790"/>
                  </a:lnTo>
                  <a:lnTo>
                    <a:pt x="249720" y="483196"/>
                  </a:lnTo>
                  <a:lnTo>
                    <a:pt x="249720" y="459968"/>
                  </a:lnTo>
                  <a:lnTo>
                    <a:pt x="37490" y="459968"/>
                  </a:lnTo>
                  <a:lnTo>
                    <a:pt x="37490" y="528180"/>
                  </a:lnTo>
                  <a:lnTo>
                    <a:pt x="249720" y="613435"/>
                  </a:lnTo>
                  <a:lnTo>
                    <a:pt x="249720" y="534771"/>
                  </a:lnTo>
                  <a:lnTo>
                    <a:pt x="251726" y="534809"/>
                  </a:lnTo>
                  <a:lnTo>
                    <a:pt x="303034" y="528993"/>
                  </a:lnTo>
                  <a:lnTo>
                    <a:pt x="337756" y="506603"/>
                  </a:lnTo>
                  <a:lnTo>
                    <a:pt x="348068" y="423799"/>
                  </a:lnTo>
                  <a:lnTo>
                    <a:pt x="348462" y="357809"/>
                  </a:lnTo>
                  <a:close/>
                </a:path>
              </a:pathLst>
            </a:custGeom>
            <a:solidFill>
              <a:srgbClr val="B9BA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160631" y="2506398"/>
              <a:ext cx="290830" cy="259079"/>
            </a:xfrm>
            <a:custGeom>
              <a:avLst/>
              <a:gdLst/>
              <a:ahLst/>
              <a:cxnLst/>
              <a:rect l="l" t="t" r="r" b="b"/>
              <a:pathLst>
                <a:path w="290830" h="259080">
                  <a:moveTo>
                    <a:pt x="44354" y="0"/>
                  </a:moveTo>
                  <a:lnTo>
                    <a:pt x="0" y="5758"/>
                  </a:lnTo>
                  <a:lnTo>
                    <a:pt x="60835" y="105242"/>
                  </a:lnTo>
                  <a:lnTo>
                    <a:pt x="213679" y="258986"/>
                  </a:lnTo>
                  <a:lnTo>
                    <a:pt x="290588" y="231019"/>
                  </a:lnTo>
                  <a:lnTo>
                    <a:pt x="273726" y="179060"/>
                  </a:lnTo>
                  <a:lnTo>
                    <a:pt x="245263" y="118312"/>
                  </a:lnTo>
                  <a:lnTo>
                    <a:pt x="220527" y="81484"/>
                  </a:lnTo>
                  <a:lnTo>
                    <a:pt x="171620" y="37556"/>
                  </a:lnTo>
                  <a:lnTo>
                    <a:pt x="113436" y="13012"/>
                  </a:lnTo>
                  <a:lnTo>
                    <a:pt x="64754" y="2333"/>
                  </a:lnTo>
                  <a:lnTo>
                    <a:pt x="44354" y="0"/>
                  </a:lnTo>
                  <a:close/>
                </a:path>
              </a:pathLst>
            </a:custGeom>
            <a:solidFill>
              <a:srgbClr val="E2D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158159" y="2501231"/>
              <a:ext cx="446405" cy="1301750"/>
            </a:xfrm>
            <a:custGeom>
              <a:avLst/>
              <a:gdLst/>
              <a:ahLst/>
              <a:cxnLst/>
              <a:rect l="l" t="t" r="r" b="b"/>
              <a:pathLst>
                <a:path w="446405" h="1301750">
                  <a:moveTo>
                    <a:pt x="0" y="0"/>
                  </a:moveTo>
                  <a:lnTo>
                    <a:pt x="256201" y="1138530"/>
                  </a:lnTo>
                  <a:lnTo>
                    <a:pt x="445975" y="1301185"/>
                  </a:lnTo>
                  <a:lnTo>
                    <a:pt x="228694" y="231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529216" y="2545966"/>
              <a:ext cx="821055" cy="220345"/>
            </a:xfrm>
            <a:custGeom>
              <a:avLst/>
              <a:gdLst/>
              <a:ahLst/>
              <a:cxnLst/>
              <a:rect l="l" t="t" r="r" b="b"/>
              <a:pathLst>
                <a:path w="821054" h="220344">
                  <a:moveTo>
                    <a:pt x="767020" y="0"/>
                  </a:moveTo>
                  <a:lnTo>
                    <a:pt x="462009" y="59793"/>
                  </a:lnTo>
                  <a:lnTo>
                    <a:pt x="241618" y="103817"/>
                  </a:lnTo>
                  <a:lnTo>
                    <a:pt x="118966" y="129954"/>
                  </a:lnTo>
                  <a:lnTo>
                    <a:pt x="39670" y="152579"/>
                  </a:lnTo>
                  <a:lnTo>
                    <a:pt x="3066" y="169439"/>
                  </a:lnTo>
                  <a:lnTo>
                    <a:pt x="0" y="188923"/>
                  </a:lnTo>
                  <a:lnTo>
                    <a:pt x="21315" y="219417"/>
                  </a:lnTo>
                  <a:lnTo>
                    <a:pt x="80961" y="220260"/>
                  </a:lnTo>
                  <a:lnTo>
                    <a:pt x="184086" y="200012"/>
                  </a:lnTo>
                  <a:lnTo>
                    <a:pt x="405607" y="140195"/>
                  </a:lnTo>
                  <a:lnTo>
                    <a:pt x="820442" y="22334"/>
                  </a:lnTo>
                  <a:lnTo>
                    <a:pt x="767020" y="0"/>
                  </a:lnTo>
                  <a:close/>
                </a:path>
              </a:pathLst>
            </a:custGeom>
            <a:solidFill>
              <a:srgbClr val="E2D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604135" y="2558363"/>
              <a:ext cx="915669" cy="1290955"/>
            </a:xfrm>
            <a:custGeom>
              <a:avLst/>
              <a:gdLst/>
              <a:ahLst/>
              <a:cxnLst/>
              <a:rect l="l" t="t" r="r" b="b"/>
              <a:pathLst>
                <a:path w="915670" h="1290954">
                  <a:moveTo>
                    <a:pt x="763421" y="0"/>
                  </a:moveTo>
                  <a:lnTo>
                    <a:pt x="0" y="177659"/>
                  </a:lnTo>
                  <a:lnTo>
                    <a:pt x="265594" y="1290662"/>
                  </a:lnTo>
                  <a:lnTo>
                    <a:pt x="915333" y="1053758"/>
                  </a:lnTo>
                  <a:lnTo>
                    <a:pt x="763421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362893" y="2708404"/>
              <a:ext cx="507365" cy="1141095"/>
            </a:xfrm>
            <a:custGeom>
              <a:avLst/>
              <a:gdLst/>
              <a:ahLst/>
              <a:cxnLst/>
              <a:rect l="l" t="t" r="r" b="b"/>
              <a:pathLst>
                <a:path w="507364" h="1141095">
                  <a:moveTo>
                    <a:pt x="0" y="0"/>
                  </a:moveTo>
                  <a:lnTo>
                    <a:pt x="241238" y="1094008"/>
                  </a:lnTo>
                  <a:lnTo>
                    <a:pt x="506832" y="1140614"/>
                  </a:lnTo>
                  <a:lnTo>
                    <a:pt x="286033" y="193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546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51634" y="2853380"/>
              <a:ext cx="137681" cy="242840"/>
            </a:xfrm>
            <a:prstGeom prst="rect">
              <a:avLst/>
            </a:prstGeom>
          </p:spPr>
        </p:pic>
      </p:grpSp>
      <p:grpSp>
        <p:nvGrpSpPr>
          <p:cNvPr id="53" name="object 53" descr=""/>
          <p:cNvGrpSpPr/>
          <p:nvPr/>
        </p:nvGrpSpPr>
        <p:grpSpPr>
          <a:xfrm>
            <a:off x="2175106" y="4273032"/>
            <a:ext cx="1948180" cy="1108075"/>
            <a:chOff x="2175106" y="4273032"/>
            <a:chExt cx="1948180" cy="1108075"/>
          </a:xfrm>
        </p:grpSpPr>
        <p:sp>
          <p:nvSpPr>
            <p:cNvPr id="54" name="object 54" descr=""/>
            <p:cNvSpPr/>
            <p:nvPr/>
          </p:nvSpPr>
          <p:spPr>
            <a:xfrm>
              <a:off x="2820531" y="4273032"/>
              <a:ext cx="591820" cy="1066165"/>
            </a:xfrm>
            <a:custGeom>
              <a:avLst/>
              <a:gdLst/>
              <a:ahLst/>
              <a:cxnLst/>
              <a:rect l="l" t="t" r="r" b="b"/>
              <a:pathLst>
                <a:path w="591820" h="1066164">
                  <a:moveTo>
                    <a:pt x="591803" y="0"/>
                  </a:moveTo>
                  <a:lnTo>
                    <a:pt x="0" y="0"/>
                  </a:lnTo>
                  <a:lnTo>
                    <a:pt x="0" y="1065716"/>
                  </a:lnTo>
                  <a:lnTo>
                    <a:pt x="591803" y="1065716"/>
                  </a:lnTo>
                  <a:lnTo>
                    <a:pt x="591803" y="0"/>
                  </a:lnTo>
                  <a:close/>
                </a:path>
              </a:pathLst>
            </a:custGeom>
            <a:solidFill>
              <a:srgbClr val="2C33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857399" y="4332741"/>
              <a:ext cx="510540" cy="270510"/>
            </a:xfrm>
            <a:custGeom>
              <a:avLst/>
              <a:gdLst/>
              <a:ahLst/>
              <a:cxnLst/>
              <a:rect l="l" t="t" r="r" b="b"/>
              <a:pathLst>
                <a:path w="510539" h="270510">
                  <a:moveTo>
                    <a:pt x="510518" y="0"/>
                  </a:moveTo>
                  <a:lnTo>
                    <a:pt x="0" y="0"/>
                  </a:lnTo>
                  <a:lnTo>
                    <a:pt x="0" y="14648"/>
                  </a:lnTo>
                  <a:lnTo>
                    <a:pt x="4112" y="60536"/>
                  </a:lnTo>
                  <a:lnTo>
                    <a:pt x="15970" y="103725"/>
                  </a:lnTo>
                  <a:lnTo>
                    <a:pt x="34852" y="143494"/>
                  </a:lnTo>
                  <a:lnTo>
                    <a:pt x="60037" y="179123"/>
                  </a:lnTo>
                  <a:lnTo>
                    <a:pt x="90805" y="209891"/>
                  </a:lnTo>
                  <a:lnTo>
                    <a:pt x="126434" y="235076"/>
                  </a:lnTo>
                  <a:lnTo>
                    <a:pt x="166203" y="253958"/>
                  </a:lnTo>
                  <a:lnTo>
                    <a:pt x="209392" y="265816"/>
                  </a:lnTo>
                  <a:lnTo>
                    <a:pt x="255280" y="269928"/>
                  </a:lnTo>
                  <a:lnTo>
                    <a:pt x="301160" y="265816"/>
                  </a:lnTo>
                  <a:lnTo>
                    <a:pt x="344343" y="253958"/>
                  </a:lnTo>
                  <a:lnTo>
                    <a:pt x="384106" y="235076"/>
                  </a:lnTo>
                  <a:lnTo>
                    <a:pt x="419729" y="209891"/>
                  </a:lnTo>
                  <a:lnTo>
                    <a:pt x="450491" y="179123"/>
                  </a:lnTo>
                  <a:lnTo>
                    <a:pt x="475672" y="143494"/>
                  </a:lnTo>
                  <a:lnTo>
                    <a:pt x="494550" y="103725"/>
                  </a:lnTo>
                  <a:lnTo>
                    <a:pt x="506406" y="60536"/>
                  </a:lnTo>
                  <a:lnTo>
                    <a:pt x="510518" y="14648"/>
                  </a:lnTo>
                  <a:lnTo>
                    <a:pt x="510518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175103" y="4805901"/>
              <a:ext cx="1948180" cy="575310"/>
            </a:xfrm>
            <a:custGeom>
              <a:avLst/>
              <a:gdLst/>
              <a:ahLst/>
              <a:cxnLst/>
              <a:rect l="l" t="t" r="r" b="b"/>
              <a:pathLst>
                <a:path w="1948179" h="575310">
                  <a:moveTo>
                    <a:pt x="1947786" y="453212"/>
                  </a:moveTo>
                  <a:lnTo>
                    <a:pt x="1911845" y="453212"/>
                  </a:lnTo>
                  <a:lnTo>
                    <a:pt x="1911845" y="120700"/>
                  </a:lnTo>
                  <a:lnTo>
                    <a:pt x="1271371" y="120700"/>
                  </a:lnTo>
                  <a:lnTo>
                    <a:pt x="1271371" y="453212"/>
                  </a:lnTo>
                  <a:lnTo>
                    <a:pt x="609828" y="453212"/>
                  </a:lnTo>
                  <a:lnTo>
                    <a:pt x="609828" y="0"/>
                  </a:lnTo>
                  <a:lnTo>
                    <a:pt x="116928" y="0"/>
                  </a:lnTo>
                  <a:lnTo>
                    <a:pt x="116928" y="453212"/>
                  </a:lnTo>
                  <a:lnTo>
                    <a:pt x="0" y="453212"/>
                  </a:lnTo>
                  <a:lnTo>
                    <a:pt x="0" y="575043"/>
                  </a:lnTo>
                  <a:lnTo>
                    <a:pt x="1947786" y="575043"/>
                  </a:lnTo>
                  <a:lnTo>
                    <a:pt x="1947786" y="453212"/>
                  </a:lnTo>
                  <a:close/>
                </a:path>
              </a:pathLst>
            </a:custGeom>
            <a:solidFill>
              <a:srgbClr val="2C33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305659" y="4815769"/>
              <a:ext cx="1748155" cy="171450"/>
            </a:xfrm>
            <a:custGeom>
              <a:avLst/>
              <a:gdLst/>
              <a:ahLst/>
              <a:cxnLst/>
              <a:rect l="l" t="t" r="r" b="b"/>
              <a:pathLst>
                <a:path w="1748154" h="171450">
                  <a:moveTo>
                    <a:pt x="465632" y="0"/>
                  </a:moveTo>
                  <a:lnTo>
                    <a:pt x="0" y="0"/>
                  </a:lnTo>
                  <a:lnTo>
                    <a:pt x="0" y="40792"/>
                  </a:lnTo>
                  <a:lnTo>
                    <a:pt x="465632" y="40792"/>
                  </a:lnTo>
                  <a:lnTo>
                    <a:pt x="465632" y="0"/>
                  </a:lnTo>
                  <a:close/>
                </a:path>
                <a:path w="1748154" h="171450">
                  <a:moveTo>
                    <a:pt x="1748116" y="130149"/>
                  </a:moveTo>
                  <a:lnTo>
                    <a:pt x="1172578" y="130149"/>
                  </a:lnTo>
                  <a:lnTo>
                    <a:pt x="1172578" y="170916"/>
                  </a:lnTo>
                  <a:lnTo>
                    <a:pt x="1748116" y="170916"/>
                  </a:lnTo>
                  <a:lnTo>
                    <a:pt x="1748116" y="130149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322652" y="4555026"/>
              <a:ext cx="1265555" cy="704215"/>
            </a:xfrm>
            <a:custGeom>
              <a:avLst/>
              <a:gdLst/>
              <a:ahLst/>
              <a:cxnLst/>
              <a:rect l="l" t="t" r="r" b="b"/>
              <a:pathLst>
                <a:path w="1265554" h="704214">
                  <a:moveTo>
                    <a:pt x="86106" y="310451"/>
                  </a:moveTo>
                  <a:lnTo>
                    <a:pt x="0" y="310451"/>
                  </a:lnTo>
                  <a:lnTo>
                    <a:pt x="0" y="704088"/>
                  </a:lnTo>
                  <a:lnTo>
                    <a:pt x="86106" y="704088"/>
                  </a:lnTo>
                  <a:lnTo>
                    <a:pt x="86106" y="310451"/>
                  </a:lnTo>
                  <a:close/>
                </a:path>
                <a:path w="1265554" h="704214">
                  <a:moveTo>
                    <a:pt x="702703" y="47650"/>
                  </a:moveTo>
                  <a:lnTo>
                    <a:pt x="677138" y="38735"/>
                  </a:lnTo>
                  <a:lnTo>
                    <a:pt x="659650" y="30810"/>
                  </a:lnTo>
                  <a:lnTo>
                    <a:pt x="642162" y="19380"/>
                  </a:lnTo>
                  <a:lnTo>
                    <a:pt x="616610" y="0"/>
                  </a:lnTo>
                  <a:lnTo>
                    <a:pt x="616610" y="704088"/>
                  </a:lnTo>
                  <a:lnTo>
                    <a:pt x="702703" y="704088"/>
                  </a:lnTo>
                  <a:lnTo>
                    <a:pt x="702703" y="47650"/>
                  </a:lnTo>
                  <a:close/>
                </a:path>
                <a:path w="1265554" h="704214">
                  <a:moveTo>
                    <a:pt x="1265478" y="448665"/>
                  </a:moveTo>
                  <a:lnTo>
                    <a:pt x="1179398" y="448665"/>
                  </a:lnTo>
                  <a:lnTo>
                    <a:pt x="1179398" y="704088"/>
                  </a:lnTo>
                  <a:lnTo>
                    <a:pt x="1265478" y="704088"/>
                  </a:lnTo>
                  <a:lnTo>
                    <a:pt x="1265478" y="448665"/>
                  </a:lnTo>
                  <a:close/>
                </a:path>
              </a:pathLst>
            </a:custGeom>
            <a:solidFill>
              <a:srgbClr val="5766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 descr=""/>
          <p:cNvGrpSpPr/>
          <p:nvPr/>
        </p:nvGrpSpPr>
        <p:grpSpPr>
          <a:xfrm>
            <a:off x="4431498" y="4366595"/>
            <a:ext cx="858519" cy="1007110"/>
            <a:chOff x="4431498" y="4366595"/>
            <a:chExt cx="858519" cy="1007110"/>
          </a:xfrm>
        </p:grpSpPr>
        <p:sp>
          <p:nvSpPr>
            <p:cNvPr id="60" name="object 60" descr=""/>
            <p:cNvSpPr/>
            <p:nvPr/>
          </p:nvSpPr>
          <p:spPr>
            <a:xfrm>
              <a:off x="4431498" y="4366595"/>
              <a:ext cx="858519" cy="1007110"/>
            </a:xfrm>
            <a:custGeom>
              <a:avLst/>
              <a:gdLst/>
              <a:ahLst/>
              <a:cxnLst/>
              <a:rect l="l" t="t" r="r" b="b"/>
              <a:pathLst>
                <a:path w="858520" h="1007110">
                  <a:moveTo>
                    <a:pt x="817011" y="0"/>
                  </a:moveTo>
                  <a:lnTo>
                    <a:pt x="41339" y="0"/>
                  </a:lnTo>
                  <a:lnTo>
                    <a:pt x="25249" y="3249"/>
                  </a:lnTo>
                  <a:lnTo>
                    <a:pt x="12109" y="12109"/>
                  </a:lnTo>
                  <a:lnTo>
                    <a:pt x="3249" y="25249"/>
                  </a:lnTo>
                  <a:lnTo>
                    <a:pt x="0" y="41339"/>
                  </a:lnTo>
                  <a:lnTo>
                    <a:pt x="0" y="1002032"/>
                  </a:lnTo>
                  <a:lnTo>
                    <a:pt x="5067" y="1007100"/>
                  </a:lnTo>
                  <a:lnTo>
                    <a:pt x="853282" y="1007100"/>
                  </a:lnTo>
                  <a:lnTo>
                    <a:pt x="858350" y="1002032"/>
                  </a:lnTo>
                  <a:lnTo>
                    <a:pt x="858350" y="41339"/>
                  </a:lnTo>
                  <a:lnTo>
                    <a:pt x="855103" y="25249"/>
                  </a:lnTo>
                  <a:lnTo>
                    <a:pt x="846245" y="12109"/>
                  </a:lnTo>
                  <a:lnTo>
                    <a:pt x="833105" y="3249"/>
                  </a:lnTo>
                  <a:lnTo>
                    <a:pt x="817011" y="0"/>
                  </a:lnTo>
                  <a:close/>
                </a:path>
              </a:pathLst>
            </a:custGeom>
            <a:solidFill>
              <a:srgbClr val="2C33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462625" y="4487662"/>
              <a:ext cx="800735" cy="170815"/>
            </a:xfrm>
            <a:custGeom>
              <a:avLst/>
              <a:gdLst/>
              <a:ahLst/>
              <a:cxnLst/>
              <a:rect l="l" t="t" r="r" b="b"/>
              <a:pathLst>
                <a:path w="800735" h="170814">
                  <a:moveTo>
                    <a:pt x="778332" y="0"/>
                  </a:moveTo>
                  <a:lnTo>
                    <a:pt x="21978" y="0"/>
                  </a:lnTo>
                  <a:lnTo>
                    <a:pt x="12769" y="2390"/>
                  </a:lnTo>
                  <a:lnTo>
                    <a:pt x="5484" y="8826"/>
                  </a:lnTo>
                  <a:lnTo>
                    <a:pt x="951" y="18208"/>
                  </a:lnTo>
                  <a:lnTo>
                    <a:pt x="0" y="29433"/>
                  </a:lnTo>
                  <a:lnTo>
                    <a:pt x="11099" y="147178"/>
                  </a:lnTo>
                  <a:lnTo>
                    <a:pt x="13496" y="156501"/>
                  </a:lnTo>
                  <a:lnTo>
                    <a:pt x="18356" y="163954"/>
                  </a:lnTo>
                  <a:lnTo>
                    <a:pt x="25080" y="168896"/>
                  </a:lnTo>
                  <a:lnTo>
                    <a:pt x="33067" y="170685"/>
                  </a:lnTo>
                  <a:lnTo>
                    <a:pt x="766207" y="170685"/>
                  </a:lnTo>
                  <a:lnTo>
                    <a:pt x="800279" y="29684"/>
                  </a:lnTo>
                  <a:lnTo>
                    <a:pt x="799397" y="18389"/>
                  </a:lnTo>
                  <a:lnTo>
                    <a:pt x="794889" y="8925"/>
                  </a:lnTo>
                  <a:lnTo>
                    <a:pt x="787589" y="2419"/>
                  </a:lnTo>
                  <a:lnTo>
                    <a:pt x="778332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496539" y="4514453"/>
              <a:ext cx="739140" cy="117475"/>
            </a:xfrm>
            <a:custGeom>
              <a:avLst/>
              <a:gdLst/>
              <a:ahLst/>
              <a:cxnLst/>
              <a:rect l="l" t="t" r="r" b="b"/>
              <a:pathLst>
                <a:path w="739139" h="117475">
                  <a:moveTo>
                    <a:pt x="718281" y="0"/>
                  </a:moveTo>
                  <a:lnTo>
                    <a:pt x="20282" y="0"/>
                  </a:lnTo>
                  <a:lnTo>
                    <a:pt x="11790" y="1642"/>
                  </a:lnTo>
                  <a:lnTo>
                    <a:pt x="5071" y="6061"/>
                  </a:lnTo>
                  <a:lnTo>
                    <a:pt x="888" y="12496"/>
                  </a:lnTo>
                  <a:lnTo>
                    <a:pt x="0" y="20187"/>
                  </a:lnTo>
                  <a:lnTo>
                    <a:pt x="10250" y="100970"/>
                  </a:lnTo>
                  <a:lnTo>
                    <a:pt x="12457" y="107356"/>
                  </a:lnTo>
                  <a:lnTo>
                    <a:pt x="16945" y="112462"/>
                  </a:lnTo>
                  <a:lnTo>
                    <a:pt x="23160" y="115848"/>
                  </a:lnTo>
                  <a:lnTo>
                    <a:pt x="30543" y="117074"/>
                  </a:lnTo>
                  <a:lnTo>
                    <a:pt x="707098" y="117074"/>
                  </a:lnTo>
                  <a:lnTo>
                    <a:pt x="738532" y="20355"/>
                  </a:lnTo>
                  <a:lnTo>
                    <a:pt x="737730" y="12616"/>
                  </a:lnTo>
                  <a:lnTo>
                    <a:pt x="733574" y="6125"/>
                  </a:lnTo>
                  <a:lnTo>
                    <a:pt x="726835" y="1660"/>
                  </a:lnTo>
                  <a:lnTo>
                    <a:pt x="718281" y="0"/>
                  </a:lnTo>
                  <a:close/>
                </a:path>
              </a:pathLst>
            </a:custGeom>
            <a:solidFill>
              <a:srgbClr val="5D67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453989" y="4699260"/>
              <a:ext cx="813435" cy="654050"/>
            </a:xfrm>
            <a:custGeom>
              <a:avLst/>
              <a:gdLst/>
              <a:ahLst/>
              <a:cxnLst/>
              <a:rect l="l" t="t" r="r" b="b"/>
              <a:pathLst>
                <a:path w="813435" h="654050">
                  <a:moveTo>
                    <a:pt x="813430" y="0"/>
                  </a:moveTo>
                  <a:lnTo>
                    <a:pt x="0" y="0"/>
                  </a:lnTo>
                  <a:lnTo>
                    <a:pt x="0" y="653948"/>
                  </a:lnTo>
                  <a:lnTo>
                    <a:pt x="813430" y="653948"/>
                  </a:lnTo>
                  <a:lnTo>
                    <a:pt x="813430" y="0"/>
                  </a:lnTo>
                  <a:close/>
                </a:path>
              </a:pathLst>
            </a:custGeom>
            <a:solidFill>
              <a:srgbClr val="DFE1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5949" y="4719229"/>
              <a:ext cx="125839" cy="94143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36494" y="4719229"/>
              <a:ext cx="125839" cy="94143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97060" y="4719229"/>
              <a:ext cx="125839" cy="94143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57625" y="4719229"/>
              <a:ext cx="125839" cy="94143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18170" y="4719229"/>
              <a:ext cx="125839" cy="94143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75948" y="4845027"/>
              <a:ext cx="125839" cy="94122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36494" y="4845027"/>
              <a:ext cx="125839" cy="94122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97059" y="4845027"/>
              <a:ext cx="125839" cy="94122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57625" y="4845027"/>
              <a:ext cx="125839" cy="94122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18170" y="4845027"/>
              <a:ext cx="125839" cy="94122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75950" y="4970824"/>
              <a:ext cx="125839" cy="94122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36494" y="4970824"/>
              <a:ext cx="125839" cy="94122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97060" y="4970824"/>
              <a:ext cx="125839" cy="94122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57626" y="4970824"/>
              <a:ext cx="125839" cy="94122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18171" y="4970824"/>
              <a:ext cx="125839" cy="94122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475950" y="5096600"/>
              <a:ext cx="125839" cy="94143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36495" y="5096600"/>
              <a:ext cx="125839" cy="94143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97060" y="5096600"/>
              <a:ext cx="125839" cy="94143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18171" y="5096600"/>
              <a:ext cx="125839" cy="94143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475949" y="5222377"/>
              <a:ext cx="125839" cy="94143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636495" y="5222377"/>
              <a:ext cx="125839" cy="94143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797060" y="5222377"/>
              <a:ext cx="125839" cy="94143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957623" y="5096599"/>
              <a:ext cx="125839" cy="219920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118171" y="5222377"/>
              <a:ext cx="125839" cy="94143"/>
            </a:xfrm>
            <a:prstGeom prst="rect">
              <a:avLst/>
            </a:prstGeom>
          </p:spPr>
        </p:pic>
      </p:grpSp>
      <p:grpSp>
        <p:nvGrpSpPr>
          <p:cNvPr id="88" name="object 88" descr=""/>
          <p:cNvGrpSpPr/>
          <p:nvPr/>
        </p:nvGrpSpPr>
        <p:grpSpPr>
          <a:xfrm>
            <a:off x="4519833" y="8095669"/>
            <a:ext cx="868680" cy="1713230"/>
            <a:chOff x="4519833" y="8095669"/>
            <a:chExt cx="868680" cy="1713230"/>
          </a:xfrm>
        </p:grpSpPr>
        <p:sp>
          <p:nvSpPr>
            <p:cNvPr id="89" name="object 89" descr=""/>
            <p:cNvSpPr/>
            <p:nvPr/>
          </p:nvSpPr>
          <p:spPr>
            <a:xfrm>
              <a:off x="4519833" y="8095669"/>
              <a:ext cx="868680" cy="1713230"/>
            </a:xfrm>
            <a:custGeom>
              <a:avLst/>
              <a:gdLst/>
              <a:ahLst/>
              <a:cxnLst/>
              <a:rect l="l" t="t" r="r" b="b"/>
              <a:pathLst>
                <a:path w="868679" h="1713229">
                  <a:moveTo>
                    <a:pt x="841084" y="0"/>
                  </a:moveTo>
                  <a:lnTo>
                    <a:pt x="27329" y="0"/>
                  </a:lnTo>
                  <a:lnTo>
                    <a:pt x="16719" y="2155"/>
                  </a:lnTo>
                  <a:lnTo>
                    <a:pt x="8029" y="8025"/>
                  </a:lnTo>
                  <a:lnTo>
                    <a:pt x="2157" y="16715"/>
                  </a:lnTo>
                  <a:lnTo>
                    <a:pt x="0" y="27329"/>
                  </a:lnTo>
                  <a:lnTo>
                    <a:pt x="0" y="1685561"/>
                  </a:lnTo>
                  <a:lnTo>
                    <a:pt x="2155" y="1696168"/>
                  </a:lnTo>
                  <a:lnTo>
                    <a:pt x="8024" y="1704855"/>
                  </a:lnTo>
                  <a:lnTo>
                    <a:pt x="16711" y="1710724"/>
                  </a:lnTo>
                  <a:lnTo>
                    <a:pt x="27318" y="1712879"/>
                  </a:lnTo>
                  <a:lnTo>
                    <a:pt x="841084" y="1712879"/>
                  </a:lnTo>
                  <a:lnTo>
                    <a:pt x="851697" y="1710722"/>
                  </a:lnTo>
                  <a:lnTo>
                    <a:pt x="860387" y="1704849"/>
                  </a:lnTo>
                  <a:lnTo>
                    <a:pt x="866257" y="1696159"/>
                  </a:lnTo>
                  <a:lnTo>
                    <a:pt x="868413" y="1685550"/>
                  </a:lnTo>
                  <a:lnTo>
                    <a:pt x="868413" y="27329"/>
                  </a:lnTo>
                  <a:lnTo>
                    <a:pt x="866257" y="16715"/>
                  </a:lnTo>
                  <a:lnTo>
                    <a:pt x="860387" y="8025"/>
                  </a:lnTo>
                  <a:lnTo>
                    <a:pt x="851697" y="2155"/>
                  </a:lnTo>
                  <a:lnTo>
                    <a:pt x="841084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4635178" y="8199676"/>
              <a:ext cx="626110" cy="53340"/>
            </a:xfrm>
            <a:custGeom>
              <a:avLst/>
              <a:gdLst/>
              <a:ahLst/>
              <a:cxnLst/>
              <a:rect l="l" t="t" r="r" b="b"/>
              <a:pathLst>
                <a:path w="626110" h="53340">
                  <a:moveTo>
                    <a:pt x="625750" y="0"/>
                  </a:moveTo>
                  <a:lnTo>
                    <a:pt x="0" y="0"/>
                  </a:lnTo>
                  <a:lnTo>
                    <a:pt x="0" y="53066"/>
                  </a:lnTo>
                  <a:lnTo>
                    <a:pt x="625750" y="53066"/>
                  </a:lnTo>
                  <a:lnTo>
                    <a:pt x="625750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134070" y="8986978"/>
              <a:ext cx="143817" cy="143817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896867" y="9027850"/>
              <a:ext cx="102991" cy="102939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4575452" y="9221457"/>
              <a:ext cx="756920" cy="540385"/>
            </a:xfrm>
            <a:custGeom>
              <a:avLst/>
              <a:gdLst/>
              <a:ahLst/>
              <a:cxnLst/>
              <a:rect l="l" t="t" r="r" b="b"/>
              <a:pathLst>
                <a:path w="756920" h="540384">
                  <a:moveTo>
                    <a:pt x="756385" y="0"/>
                  </a:moveTo>
                  <a:lnTo>
                    <a:pt x="0" y="0"/>
                  </a:lnTo>
                  <a:lnTo>
                    <a:pt x="0" y="540329"/>
                  </a:lnTo>
                  <a:lnTo>
                    <a:pt x="756385" y="540329"/>
                  </a:lnTo>
                  <a:lnTo>
                    <a:pt x="756385" y="0"/>
                  </a:lnTo>
                  <a:close/>
                </a:path>
              </a:pathLst>
            </a:custGeom>
            <a:solidFill>
              <a:srgbClr val="515D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575441" y="9257937"/>
              <a:ext cx="756920" cy="474980"/>
            </a:xfrm>
            <a:custGeom>
              <a:avLst/>
              <a:gdLst/>
              <a:ahLst/>
              <a:cxnLst/>
              <a:rect l="l" t="t" r="r" b="b"/>
              <a:pathLst>
                <a:path w="756920" h="474979">
                  <a:moveTo>
                    <a:pt x="756386" y="447865"/>
                  </a:moveTo>
                  <a:lnTo>
                    <a:pt x="0" y="447865"/>
                  </a:lnTo>
                  <a:lnTo>
                    <a:pt x="0" y="474421"/>
                  </a:lnTo>
                  <a:lnTo>
                    <a:pt x="756386" y="474421"/>
                  </a:lnTo>
                  <a:lnTo>
                    <a:pt x="756386" y="447865"/>
                  </a:lnTo>
                  <a:close/>
                </a:path>
                <a:path w="756920" h="474979">
                  <a:moveTo>
                    <a:pt x="756386" y="398106"/>
                  </a:moveTo>
                  <a:lnTo>
                    <a:pt x="0" y="398106"/>
                  </a:lnTo>
                  <a:lnTo>
                    <a:pt x="0" y="424637"/>
                  </a:lnTo>
                  <a:lnTo>
                    <a:pt x="756386" y="424637"/>
                  </a:lnTo>
                  <a:lnTo>
                    <a:pt x="756386" y="398106"/>
                  </a:lnTo>
                  <a:close/>
                </a:path>
                <a:path w="756920" h="474979">
                  <a:moveTo>
                    <a:pt x="756386" y="348335"/>
                  </a:moveTo>
                  <a:lnTo>
                    <a:pt x="0" y="348335"/>
                  </a:lnTo>
                  <a:lnTo>
                    <a:pt x="0" y="374878"/>
                  </a:lnTo>
                  <a:lnTo>
                    <a:pt x="756386" y="374878"/>
                  </a:lnTo>
                  <a:lnTo>
                    <a:pt x="756386" y="348335"/>
                  </a:lnTo>
                  <a:close/>
                </a:path>
                <a:path w="756920" h="474979">
                  <a:moveTo>
                    <a:pt x="756386" y="298577"/>
                  </a:moveTo>
                  <a:lnTo>
                    <a:pt x="0" y="298577"/>
                  </a:lnTo>
                  <a:lnTo>
                    <a:pt x="0" y="325132"/>
                  </a:lnTo>
                  <a:lnTo>
                    <a:pt x="756386" y="325132"/>
                  </a:lnTo>
                  <a:lnTo>
                    <a:pt x="756386" y="298577"/>
                  </a:lnTo>
                  <a:close/>
                </a:path>
                <a:path w="756920" h="474979">
                  <a:moveTo>
                    <a:pt x="756386" y="248805"/>
                  </a:moveTo>
                  <a:lnTo>
                    <a:pt x="0" y="248805"/>
                  </a:lnTo>
                  <a:lnTo>
                    <a:pt x="0" y="275374"/>
                  </a:lnTo>
                  <a:lnTo>
                    <a:pt x="756386" y="275374"/>
                  </a:lnTo>
                  <a:lnTo>
                    <a:pt x="756386" y="248805"/>
                  </a:lnTo>
                  <a:close/>
                </a:path>
                <a:path w="756920" h="474979">
                  <a:moveTo>
                    <a:pt x="756386" y="199059"/>
                  </a:moveTo>
                  <a:lnTo>
                    <a:pt x="0" y="199059"/>
                  </a:lnTo>
                  <a:lnTo>
                    <a:pt x="0" y="225590"/>
                  </a:lnTo>
                  <a:lnTo>
                    <a:pt x="756386" y="225590"/>
                  </a:lnTo>
                  <a:lnTo>
                    <a:pt x="756386" y="199059"/>
                  </a:lnTo>
                  <a:close/>
                </a:path>
                <a:path w="756920" h="474979">
                  <a:moveTo>
                    <a:pt x="756386" y="149301"/>
                  </a:moveTo>
                  <a:lnTo>
                    <a:pt x="0" y="149301"/>
                  </a:lnTo>
                  <a:lnTo>
                    <a:pt x="0" y="175831"/>
                  </a:lnTo>
                  <a:lnTo>
                    <a:pt x="756386" y="175831"/>
                  </a:lnTo>
                  <a:lnTo>
                    <a:pt x="756386" y="149301"/>
                  </a:lnTo>
                  <a:close/>
                </a:path>
                <a:path w="756920" h="474979">
                  <a:moveTo>
                    <a:pt x="756386" y="99517"/>
                  </a:moveTo>
                  <a:lnTo>
                    <a:pt x="0" y="99517"/>
                  </a:lnTo>
                  <a:lnTo>
                    <a:pt x="0" y="126072"/>
                  </a:lnTo>
                  <a:lnTo>
                    <a:pt x="756386" y="126072"/>
                  </a:lnTo>
                  <a:lnTo>
                    <a:pt x="756386" y="99517"/>
                  </a:lnTo>
                  <a:close/>
                </a:path>
                <a:path w="756920" h="474979">
                  <a:moveTo>
                    <a:pt x="756386" y="49758"/>
                  </a:moveTo>
                  <a:lnTo>
                    <a:pt x="0" y="49758"/>
                  </a:lnTo>
                  <a:lnTo>
                    <a:pt x="0" y="76314"/>
                  </a:lnTo>
                  <a:lnTo>
                    <a:pt x="756386" y="76314"/>
                  </a:lnTo>
                  <a:lnTo>
                    <a:pt x="756386" y="49758"/>
                  </a:lnTo>
                  <a:close/>
                </a:path>
                <a:path w="756920" h="474979">
                  <a:moveTo>
                    <a:pt x="756386" y="0"/>
                  </a:moveTo>
                  <a:lnTo>
                    <a:pt x="0" y="0"/>
                  </a:lnTo>
                  <a:lnTo>
                    <a:pt x="0" y="26555"/>
                  </a:lnTo>
                  <a:lnTo>
                    <a:pt x="756386" y="26555"/>
                  </a:lnTo>
                  <a:lnTo>
                    <a:pt x="756386" y="0"/>
                  </a:lnTo>
                  <a:close/>
                </a:path>
              </a:pathLst>
            </a:custGeom>
            <a:solidFill>
              <a:srgbClr val="606E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4635176" y="8325745"/>
              <a:ext cx="631190" cy="626745"/>
            </a:xfrm>
            <a:custGeom>
              <a:avLst/>
              <a:gdLst/>
              <a:ahLst/>
              <a:cxnLst/>
              <a:rect l="l" t="t" r="r" b="b"/>
              <a:pathLst>
                <a:path w="631189" h="626745">
                  <a:moveTo>
                    <a:pt x="631101" y="0"/>
                  </a:moveTo>
                  <a:lnTo>
                    <a:pt x="0" y="311843"/>
                  </a:lnTo>
                  <a:lnTo>
                    <a:pt x="0" y="626368"/>
                  </a:lnTo>
                  <a:lnTo>
                    <a:pt x="631101" y="626368"/>
                  </a:lnTo>
                  <a:lnTo>
                    <a:pt x="631101" y="0"/>
                  </a:lnTo>
                  <a:close/>
                </a:path>
              </a:pathLst>
            </a:custGeom>
            <a:solidFill>
              <a:srgbClr val="465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4635169" y="8335688"/>
              <a:ext cx="220345" cy="233045"/>
            </a:xfrm>
            <a:custGeom>
              <a:avLst/>
              <a:gdLst/>
              <a:ahLst/>
              <a:cxnLst/>
              <a:rect l="l" t="t" r="r" b="b"/>
              <a:pathLst>
                <a:path w="220345" h="233045">
                  <a:moveTo>
                    <a:pt x="72148" y="204431"/>
                  </a:moveTo>
                  <a:lnTo>
                    <a:pt x="69900" y="193294"/>
                  </a:lnTo>
                  <a:lnTo>
                    <a:pt x="63766" y="184213"/>
                  </a:lnTo>
                  <a:lnTo>
                    <a:pt x="54660" y="178079"/>
                  </a:lnTo>
                  <a:lnTo>
                    <a:pt x="43522" y="175831"/>
                  </a:lnTo>
                  <a:lnTo>
                    <a:pt x="32385" y="178079"/>
                  </a:lnTo>
                  <a:lnTo>
                    <a:pt x="23291" y="184213"/>
                  </a:lnTo>
                  <a:lnTo>
                    <a:pt x="17170" y="193294"/>
                  </a:lnTo>
                  <a:lnTo>
                    <a:pt x="14922" y="204431"/>
                  </a:lnTo>
                  <a:lnTo>
                    <a:pt x="17170" y="215569"/>
                  </a:lnTo>
                  <a:lnTo>
                    <a:pt x="23291" y="224663"/>
                  </a:lnTo>
                  <a:lnTo>
                    <a:pt x="32385" y="230797"/>
                  </a:lnTo>
                  <a:lnTo>
                    <a:pt x="43522" y="233045"/>
                  </a:lnTo>
                  <a:lnTo>
                    <a:pt x="54660" y="230797"/>
                  </a:lnTo>
                  <a:lnTo>
                    <a:pt x="63766" y="224663"/>
                  </a:lnTo>
                  <a:lnTo>
                    <a:pt x="69900" y="215569"/>
                  </a:lnTo>
                  <a:lnTo>
                    <a:pt x="72148" y="204431"/>
                  </a:lnTo>
                  <a:close/>
                </a:path>
                <a:path w="220345" h="233045">
                  <a:moveTo>
                    <a:pt x="72148" y="103251"/>
                  </a:moveTo>
                  <a:lnTo>
                    <a:pt x="69900" y="92125"/>
                  </a:lnTo>
                  <a:lnTo>
                    <a:pt x="63766" y="83032"/>
                  </a:lnTo>
                  <a:lnTo>
                    <a:pt x="54660" y="76898"/>
                  </a:lnTo>
                  <a:lnTo>
                    <a:pt x="43522" y="74650"/>
                  </a:lnTo>
                  <a:lnTo>
                    <a:pt x="32385" y="76898"/>
                  </a:lnTo>
                  <a:lnTo>
                    <a:pt x="23291" y="83032"/>
                  </a:lnTo>
                  <a:lnTo>
                    <a:pt x="17170" y="92125"/>
                  </a:lnTo>
                  <a:lnTo>
                    <a:pt x="14922" y="103251"/>
                  </a:lnTo>
                  <a:lnTo>
                    <a:pt x="17170" y="114388"/>
                  </a:lnTo>
                  <a:lnTo>
                    <a:pt x="23291" y="123482"/>
                  </a:lnTo>
                  <a:lnTo>
                    <a:pt x="32385" y="129628"/>
                  </a:lnTo>
                  <a:lnTo>
                    <a:pt x="43522" y="131876"/>
                  </a:lnTo>
                  <a:lnTo>
                    <a:pt x="54660" y="129628"/>
                  </a:lnTo>
                  <a:lnTo>
                    <a:pt x="63766" y="123482"/>
                  </a:lnTo>
                  <a:lnTo>
                    <a:pt x="69900" y="114388"/>
                  </a:lnTo>
                  <a:lnTo>
                    <a:pt x="72148" y="103251"/>
                  </a:lnTo>
                  <a:close/>
                </a:path>
                <a:path w="220345" h="233045">
                  <a:moveTo>
                    <a:pt x="84582" y="0"/>
                  </a:moveTo>
                  <a:lnTo>
                    <a:pt x="0" y="0"/>
                  </a:lnTo>
                  <a:lnTo>
                    <a:pt x="0" y="38163"/>
                  </a:lnTo>
                  <a:lnTo>
                    <a:pt x="84582" y="38163"/>
                  </a:lnTo>
                  <a:lnTo>
                    <a:pt x="84582" y="0"/>
                  </a:lnTo>
                  <a:close/>
                </a:path>
                <a:path w="220345" h="233045">
                  <a:moveTo>
                    <a:pt x="219760" y="0"/>
                  </a:moveTo>
                  <a:lnTo>
                    <a:pt x="135178" y="0"/>
                  </a:lnTo>
                  <a:lnTo>
                    <a:pt x="135178" y="38163"/>
                  </a:lnTo>
                  <a:lnTo>
                    <a:pt x="219760" y="38163"/>
                  </a:lnTo>
                  <a:lnTo>
                    <a:pt x="219760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7" name="object 97" descr=""/>
          <p:cNvGrpSpPr/>
          <p:nvPr/>
        </p:nvGrpSpPr>
        <p:grpSpPr>
          <a:xfrm>
            <a:off x="1145002" y="9985119"/>
            <a:ext cx="2847975" cy="142240"/>
            <a:chOff x="1145002" y="9985119"/>
            <a:chExt cx="2847975" cy="142240"/>
          </a:xfrm>
        </p:grpSpPr>
        <p:sp>
          <p:nvSpPr>
            <p:cNvPr id="98" name="object 98" descr=""/>
            <p:cNvSpPr/>
            <p:nvPr/>
          </p:nvSpPr>
          <p:spPr>
            <a:xfrm>
              <a:off x="1145002" y="9985119"/>
              <a:ext cx="2847975" cy="142240"/>
            </a:xfrm>
            <a:custGeom>
              <a:avLst/>
              <a:gdLst/>
              <a:ahLst/>
              <a:cxnLst/>
              <a:rect l="l" t="t" r="r" b="b"/>
              <a:pathLst>
                <a:path w="2847975" h="142240">
                  <a:moveTo>
                    <a:pt x="2792909" y="0"/>
                  </a:moveTo>
                  <a:lnTo>
                    <a:pt x="54668" y="0"/>
                  </a:lnTo>
                  <a:lnTo>
                    <a:pt x="33391" y="4296"/>
                  </a:lnTo>
                  <a:lnTo>
                    <a:pt x="16013" y="16013"/>
                  </a:lnTo>
                  <a:lnTo>
                    <a:pt x="4296" y="33391"/>
                  </a:lnTo>
                  <a:lnTo>
                    <a:pt x="0" y="54668"/>
                  </a:lnTo>
                  <a:lnTo>
                    <a:pt x="0" y="141754"/>
                  </a:lnTo>
                  <a:lnTo>
                    <a:pt x="2847578" y="141754"/>
                  </a:lnTo>
                  <a:lnTo>
                    <a:pt x="2847578" y="54668"/>
                  </a:lnTo>
                  <a:lnTo>
                    <a:pt x="2843282" y="33391"/>
                  </a:lnTo>
                  <a:lnTo>
                    <a:pt x="2831568" y="16013"/>
                  </a:lnTo>
                  <a:lnTo>
                    <a:pt x="2814191" y="4296"/>
                  </a:lnTo>
                  <a:lnTo>
                    <a:pt x="2792909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251254" y="9985127"/>
              <a:ext cx="2550160" cy="47625"/>
            </a:xfrm>
            <a:custGeom>
              <a:avLst/>
              <a:gdLst/>
              <a:ahLst/>
              <a:cxnLst/>
              <a:rect l="l" t="t" r="r" b="b"/>
              <a:pathLst>
                <a:path w="2550160" h="47625">
                  <a:moveTo>
                    <a:pt x="161734" y="23583"/>
                  </a:moveTo>
                  <a:lnTo>
                    <a:pt x="159867" y="14427"/>
                  </a:lnTo>
                  <a:lnTo>
                    <a:pt x="154787" y="6934"/>
                  </a:lnTo>
                  <a:lnTo>
                    <a:pt x="147281" y="1854"/>
                  </a:lnTo>
                  <a:lnTo>
                    <a:pt x="138125" y="0"/>
                  </a:lnTo>
                  <a:lnTo>
                    <a:pt x="23596" y="0"/>
                  </a:lnTo>
                  <a:lnTo>
                    <a:pt x="14427" y="1854"/>
                  </a:lnTo>
                  <a:lnTo>
                    <a:pt x="6934" y="6934"/>
                  </a:lnTo>
                  <a:lnTo>
                    <a:pt x="1866" y="14427"/>
                  </a:lnTo>
                  <a:lnTo>
                    <a:pt x="0" y="23583"/>
                  </a:lnTo>
                  <a:lnTo>
                    <a:pt x="1866" y="32753"/>
                  </a:lnTo>
                  <a:lnTo>
                    <a:pt x="6934" y="40246"/>
                  </a:lnTo>
                  <a:lnTo>
                    <a:pt x="14427" y="45313"/>
                  </a:lnTo>
                  <a:lnTo>
                    <a:pt x="23596" y="47180"/>
                  </a:lnTo>
                  <a:lnTo>
                    <a:pt x="138125" y="47180"/>
                  </a:lnTo>
                  <a:lnTo>
                    <a:pt x="147281" y="45313"/>
                  </a:lnTo>
                  <a:lnTo>
                    <a:pt x="154787" y="40246"/>
                  </a:lnTo>
                  <a:lnTo>
                    <a:pt x="159867" y="32753"/>
                  </a:lnTo>
                  <a:lnTo>
                    <a:pt x="161734" y="23583"/>
                  </a:lnTo>
                  <a:close/>
                </a:path>
                <a:path w="2550160" h="47625">
                  <a:moveTo>
                    <a:pt x="375704" y="23583"/>
                  </a:moveTo>
                  <a:lnTo>
                    <a:pt x="373849" y="14427"/>
                  </a:lnTo>
                  <a:lnTo>
                    <a:pt x="368769" y="6934"/>
                  </a:lnTo>
                  <a:lnTo>
                    <a:pt x="361264" y="1854"/>
                  </a:lnTo>
                  <a:lnTo>
                    <a:pt x="352120" y="0"/>
                  </a:lnTo>
                  <a:lnTo>
                    <a:pt x="237591" y="0"/>
                  </a:lnTo>
                  <a:lnTo>
                    <a:pt x="228409" y="1854"/>
                  </a:lnTo>
                  <a:lnTo>
                    <a:pt x="220903" y="6934"/>
                  </a:lnTo>
                  <a:lnTo>
                    <a:pt x="215836" y="14427"/>
                  </a:lnTo>
                  <a:lnTo>
                    <a:pt x="213982" y="23583"/>
                  </a:lnTo>
                  <a:lnTo>
                    <a:pt x="215836" y="32753"/>
                  </a:lnTo>
                  <a:lnTo>
                    <a:pt x="220903" y="40246"/>
                  </a:lnTo>
                  <a:lnTo>
                    <a:pt x="228409" y="45313"/>
                  </a:lnTo>
                  <a:lnTo>
                    <a:pt x="237591" y="47180"/>
                  </a:lnTo>
                  <a:lnTo>
                    <a:pt x="352120" y="47180"/>
                  </a:lnTo>
                  <a:lnTo>
                    <a:pt x="361264" y="45313"/>
                  </a:lnTo>
                  <a:lnTo>
                    <a:pt x="368769" y="40246"/>
                  </a:lnTo>
                  <a:lnTo>
                    <a:pt x="373849" y="32753"/>
                  </a:lnTo>
                  <a:lnTo>
                    <a:pt x="375704" y="23583"/>
                  </a:lnTo>
                  <a:close/>
                </a:path>
                <a:path w="2550160" h="47625">
                  <a:moveTo>
                    <a:pt x="589686" y="23583"/>
                  </a:moveTo>
                  <a:lnTo>
                    <a:pt x="587819" y="14427"/>
                  </a:lnTo>
                  <a:lnTo>
                    <a:pt x="582739" y="6934"/>
                  </a:lnTo>
                  <a:lnTo>
                    <a:pt x="575233" y="1854"/>
                  </a:lnTo>
                  <a:lnTo>
                    <a:pt x="566077" y="0"/>
                  </a:lnTo>
                  <a:lnTo>
                    <a:pt x="451561" y="0"/>
                  </a:lnTo>
                  <a:lnTo>
                    <a:pt x="442391" y="1854"/>
                  </a:lnTo>
                  <a:lnTo>
                    <a:pt x="434886" y="6934"/>
                  </a:lnTo>
                  <a:lnTo>
                    <a:pt x="429806" y="14427"/>
                  </a:lnTo>
                  <a:lnTo>
                    <a:pt x="427951" y="23583"/>
                  </a:lnTo>
                  <a:lnTo>
                    <a:pt x="429806" y="32753"/>
                  </a:lnTo>
                  <a:lnTo>
                    <a:pt x="434886" y="40246"/>
                  </a:lnTo>
                  <a:lnTo>
                    <a:pt x="442391" y="45313"/>
                  </a:lnTo>
                  <a:lnTo>
                    <a:pt x="451561" y="47180"/>
                  </a:lnTo>
                  <a:lnTo>
                    <a:pt x="566077" y="47180"/>
                  </a:lnTo>
                  <a:lnTo>
                    <a:pt x="575233" y="45313"/>
                  </a:lnTo>
                  <a:lnTo>
                    <a:pt x="582739" y="40246"/>
                  </a:lnTo>
                  <a:lnTo>
                    <a:pt x="587819" y="32753"/>
                  </a:lnTo>
                  <a:lnTo>
                    <a:pt x="589686" y="23583"/>
                  </a:lnTo>
                  <a:close/>
                </a:path>
                <a:path w="2550160" h="47625">
                  <a:moveTo>
                    <a:pt x="1159446" y="23583"/>
                  </a:moveTo>
                  <a:lnTo>
                    <a:pt x="1157579" y="14427"/>
                  </a:lnTo>
                  <a:lnTo>
                    <a:pt x="1152512" y="6934"/>
                  </a:lnTo>
                  <a:lnTo>
                    <a:pt x="1145019" y="1854"/>
                  </a:lnTo>
                  <a:lnTo>
                    <a:pt x="1135849" y="0"/>
                  </a:lnTo>
                  <a:lnTo>
                    <a:pt x="665543" y="0"/>
                  </a:lnTo>
                  <a:lnTo>
                    <a:pt x="656361" y="1854"/>
                  </a:lnTo>
                  <a:lnTo>
                    <a:pt x="648855" y="6934"/>
                  </a:lnTo>
                  <a:lnTo>
                    <a:pt x="643788" y="14427"/>
                  </a:lnTo>
                  <a:lnTo>
                    <a:pt x="641934" y="23583"/>
                  </a:lnTo>
                  <a:lnTo>
                    <a:pt x="643788" y="32753"/>
                  </a:lnTo>
                  <a:lnTo>
                    <a:pt x="648855" y="40246"/>
                  </a:lnTo>
                  <a:lnTo>
                    <a:pt x="656361" y="45313"/>
                  </a:lnTo>
                  <a:lnTo>
                    <a:pt x="665543" y="47180"/>
                  </a:lnTo>
                  <a:lnTo>
                    <a:pt x="1135849" y="47180"/>
                  </a:lnTo>
                  <a:lnTo>
                    <a:pt x="1145019" y="45313"/>
                  </a:lnTo>
                  <a:lnTo>
                    <a:pt x="1152512" y="40246"/>
                  </a:lnTo>
                  <a:lnTo>
                    <a:pt x="1157579" y="32753"/>
                  </a:lnTo>
                  <a:lnTo>
                    <a:pt x="1159446" y="23583"/>
                  </a:lnTo>
                  <a:close/>
                </a:path>
                <a:path w="2550160" h="47625">
                  <a:moveTo>
                    <a:pt x="1397965" y="23583"/>
                  </a:moveTo>
                  <a:lnTo>
                    <a:pt x="1396098" y="14427"/>
                  </a:lnTo>
                  <a:lnTo>
                    <a:pt x="1391031" y="6934"/>
                  </a:lnTo>
                  <a:lnTo>
                    <a:pt x="1383525" y="1854"/>
                  </a:lnTo>
                  <a:lnTo>
                    <a:pt x="1374368" y="0"/>
                  </a:lnTo>
                  <a:lnTo>
                    <a:pt x="1259840" y="0"/>
                  </a:lnTo>
                  <a:lnTo>
                    <a:pt x="1250683" y="1854"/>
                  </a:lnTo>
                  <a:lnTo>
                    <a:pt x="1243177" y="6934"/>
                  </a:lnTo>
                  <a:lnTo>
                    <a:pt x="1238110" y="14427"/>
                  </a:lnTo>
                  <a:lnTo>
                    <a:pt x="1236243" y="23583"/>
                  </a:lnTo>
                  <a:lnTo>
                    <a:pt x="1238110" y="32753"/>
                  </a:lnTo>
                  <a:lnTo>
                    <a:pt x="1243177" y="40246"/>
                  </a:lnTo>
                  <a:lnTo>
                    <a:pt x="1250683" y="45313"/>
                  </a:lnTo>
                  <a:lnTo>
                    <a:pt x="1259840" y="47180"/>
                  </a:lnTo>
                  <a:lnTo>
                    <a:pt x="1374368" y="47180"/>
                  </a:lnTo>
                  <a:lnTo>
                    <a:pt x="1383525" y="45313"/>
                  </a:lnTo>
                  <a:lnTo>
                    <a:pt x="1391031" y="40246"/>
                  </a:lnTo>
                  <a:lnTo>
                    <a:pt x="1396098" y="32753"/>
                  </a:lnTo>
                  <a:lnTo>
                    <a:pt x="1397965" y="23583"/>
                  </a:lnTo>
                  <a:close/>
                </a:path>
                <a:path w="2550160" h="47625">
                  <a:moveTo>
                    <a:pt x="1628381" y="23583"/>
                  </a:moveTo>
                  <a:lnTo>
                    <a:pt x="1626527" y="14427"/>
                  </a:lnTo>
                  <a:lnTo>
                    <a:pt x="1621447" y="6934"/>
                  </a:lnTo>
                  <a:lnTo>
                    <a:pt x="1613941" y="1854"/>
                  </a:lnTo>
                  <a:lnTo>
                    <a:pt x="1604772" y="0"/>
                  </a:lnTo>
                  <a:lnTo>
                    <a:pt x="1490243" y="0"/>
                  </a:lnTo>
                  <a:lnTo>
                    <a:pt x="1481086" y="1854"/>
                  </a:lnTo>
                  <a:lnTo>
                    <a:pt x="1473581" y="6934"/>
                  </a:lnTo>
                  <a:lnTo>
                    <a:pt x="1468513" y="14427"/>
                  </a:lnTo>
                  <a:lnTo>
                    <a:pt x="1466659" y="23583"/>
                  </a:lnTo>
                  <a:lnTo>
                    <a:pt x="1468513" y="32753"/>
                  </a:lnTo>
                  <a:lnTo>
                    <a:pt x="1473581" y="40246"/>
                  </a:lnTo>
                  <a:lnTo>
                    <a:pt x="1481086" y="45313"/>
                  </a:lnTo>
                  <a:lnTo>
                    <a:pt x="1490243" y="47180"/>
                  </a:lnTo>
                  <a:lnTo>
                    <a:pt x="1604772" y="47180"/>
                  </a:lnTo>
                  <a:lnTo>
                    <a:pt x="1613941" y="45313"/>
                  </a:lnTo>
                  <a:lnTo>
                    <a:pt x="1621447" y="40246"/>
                  </a:lnTo>
                  <a:lnTo>
                    <a:pt x="1626527" y="32753"/>
                  </a:lnTo>
                  <a:lnTo>
                    <a:pt x="1628381" y="23583"/>
                  </a:lnTo>
                  <a:close/>
                </a:path>
                <a:path w="2550160" h="47625">
                  <a:moveTo>
                    <a:pt x="1858772" y="23583"/>
                  </a:moveTo>
                  <a:lnTo>
                    <a:pt x="1856905" y="14427"/>
                  </a:lnTo>
                  <a:lnTo>
                    <a:pt x="1851837" y="6934"/>
                  </a:lnTo>
                  <a:lnTo>
                    <a:pt x="1844344" y="1854"/>
                  </a:lnTo>
                  <a:lnTo>
                    <a:pt x="1835175" y="0"/>
                  </a:lnTo>
                  <a:lnTo>
                    <a:pt x="1720646" y="0"/>
                  </a:lnTo>
                  <a:lnTo>
                    <a:pt x="1711490" y="1854"/>
                  </a:lnTo>
                  <a:lnTo>
                    <a:pt x="1703984" y="6934"/>
                  </a:lnTo>
                  <a:lnTo>
                    <a:pt x="1698917" y="14427"/>
                  </a:lnTo>
                  <a:lnTo>
                    <a:pt x="1697062" y="23583"/>
                  </a:lnTo>
                  <a:lnTo>
                    <a:pt x="1698917" y="32753"/>
                  </a:lnTo>
                  <a:lnTo>
                    <a:pt x="1703984" y="40246"/>
                  </a:lnTo>
                  <a:lnTo>
                    <a:pt x="1711490" y="45313"/>
                  </a:lnTo>
                  <a:lnTo>
                    <a:pt x="1720646" y="47180"/>
                  </a:lnTo>
                  <a:lnTo>
                    <a:pt x="1835175" y="47180"/>
                  </a:lnTo>
                  <a:lnTo>
                    <a:pt x="1844344" y="45313"/>
                  </a:lnTo>
                  <a:lnTo>
                    <a:pt x="1851837" y="40246"/>
                  </a:lnTo>
                  <a:lnTo>
                    <a:pt x="1856905" y="32753"/>
                  </a:lnTo>
                  <a:lnTo>
                    <a:pt x="1858772" y="23583"/>
                  </a:lnTo>
                  <a:close/>
                </a:path>
                <a:path w="2550160" h="47625">
                  <a:moveTo>
                    <a:pt x="2089200" y="23583"/>
                  </a:moveTo>
                  <a:lnTo>
                    <a:pt x="2087333" y="14427"/>
                  </a:lnTo>
                  <a:lnTo>
                    <a:pt x="2082266" y="6934"/>
                  </a:lnTo>
                  <a:lnTo>
                    <a:pt x="2074773" y="1854"/>
                  </a:lnTo>
                  <a:lnTo>
                    <a:pt x="2065604" y="0"/>
                  </a:lnTo>
                  <a:lnTo>
                    <a:pt x="1951075" y="0"/>
                  </a:lnTo>
                  <a:lnTo>
                    <a:pt x="1941918" y="1854"/>
                  </a:lnTo>
                  <a:lnTo>
                    <a:pt x="1934413" y="6934"/>
                  </a:lnTo>
                  <a:lnTo>
                    <a:pt x="1929345" y="14427"/>
                  </a:lnTo>
                  <a:lnTo>
                    <a:pt x="1927479" y="23583"/>
                  </a:lnTo>
                  <a:lnTo>
                    <a:pt x="1929345" y="32753"/>
                  </a:lnTo>
                  <a:lnTo>
                    <a:pt x="1934413" y="40246"/>
                  </a:lnTo>
                  <a:lnTo>
                    <a:pt x="1941918" y="45313"/>
                  </a:lnTo>
                  <a:lnTo>
                    <a:pt x="1951075" y="47180"/>
                  </a:lnTo>
                  <a:lnTo>
                    <a:pt x="2065604" y="47180"/>
                  </a:lnTo>
                  <a:lnTo>
                    <a:pt x="2074773" y="45313"/>
                  </a:lnTo>
                  <a:lnTo>
                    <a:pt x="2082266" y="40246"/>
                  </a:lnTo>
                  <a:lnTo>
                    <a:pt x="2087333" y="32753"/>
                  </a:lnTo>
                  <a:lnTo>
                    <a:pt x="2089200" y="23583"/>
                  </a:lnTo>
                  <a:close/>
                </a:path>
                <a:path w="2550160" h="47625">
                  <a:moveTo>
                    <a:pt x="2319604" y="23583"/>
                  </a:moveTo>
                  <a:lnTo>
                    <a:pt x="2317737" y="14427"/>
                  </a:lnTo>
                  <a:lnTo>
                    <a:pt x="2312670" y="6934"/>
                  </a:lnTo>
                  <a:lnTo>
                    <a:pt x="2305177" y="1854"/>
                  </a:lnTo>
                  <a:lnTo>
                    <a:pt x="2296007" y="0"/>
                  </a:lnTo>
                  <a:lnTo>
                    <a:pt x="2181479" y="0"/>
                  </a:lnTo>
                  <a:lnTo>
                    <a:pt x="2172322" y="1854"/>
                  </a:lnTo>
                  <a:lnTo>
                    <a:pt x="2164816" y="6934"/>
                  </a:lnTo>
                  <a:lnTo>
                    <a:pt x="2159736" y="14427"/>
                  </a:lnTo>
                  <a:lnTo>
                    <a:pt x="2157869" y="23583"/>
                  </a:lnTo>
                  <a:lnTo>
                    <a:pt x="2159736" y="32753"/>
                  </a:lnTo>
                  <a:lnTo>
                    <a:pt x="2164816" y="40246"/>
                  </a:lnTo>
                  <a:lnTo>
                    <a:pt x="2172322" y="45313"/>
                  </a:lnTo>
                  <a:lnTo>
                    <a:pt x="2181479" y="47180"/>
                  </a:lnTo>
                  <a:lnTo>
                    <a:pt x="2296007" y="47180"/>
                  </a:lnTo>
                  <a:lnTo>
                    <a:pt x="2305177" y="45313"/>
                  </a:lnTo>
                  <a:lnTo>
                    <a:pt x="2312670" y="40246"/>
                  </a:lnTo>
                  <a:lnTo>
                    <a:pt x="2317737" y="32753"/>
                  </a:lnTo>
                  <a:lnTo>
                    <a:pt x="2319604" y="23583"/>
                  </a:lnTo>
                  <a:close/>
                </a:path>
                <a:path w="2550160" h="47625">
                  <a:moveTo>
                    <a:pt x="2550033" y="23583"/>
                  </a:moveTo>
                  <a:lnTo>
                    <a:pt x="2548166" y="14427"/>
                  </a:lnTo>
                  <a:lnTo>
                    <a:pt x="2543086" y="6934"/>
                  </a:lnTo>
                  <a:lnTo>
                    <a:pt x="2535580" y="1854"/>
                  </a:lnTo>
                  <a:lnTo>
                    <a:pt x="2526423" y="0"/>
                  </a:lnTo>
                  <a:lnTo>
                    <a:pt x="2411895" y="0"/>
                  </a:lnTo>
                  <a:lnTo>
                    <a:pt x="2402725" y="1854"/>
                  </a:lnTo>
                  <a:lnTo>
                    <a:pt x="2395232" y="6934"/>
                  </a:lnTo>
                  <a:lnTo>
                    <a:pt x="2390165" y="14427"/>
                  </a:lnTo>
                  <a:lnTo>
                    <a:pt x="2388298" y="23583"/>
                  </a:lnTo>
                  <a:lnTo>
                    <a:pt x="2390165" y="32753"/>
                  </a:lnTo>
                  <a:lnTo>
                    <a:pt x="2395232" y="40246"/>
                  </a:lnTo>
                  <a:lnTo>
                    <a:pt x="2402725" y="45313"/>
                  </a:lnTo>
                  <a:lnTo>
                    <a:pt x="2411895" y="47180"/>
                  </a:lnTo>
                  <a:lnTo>
                    <a:pt x="2526423" y="47180"/>
                  </a:lnTo>
                  <a:lnTo>
                    <a:pt x="2535580" y="45313"/>
                  </a:lnTo>
                  <a:lnTo>
                    <a:pt x="2543086" y="40246"/>
                  </a:lnTo>
                  <a:lnTo>
                    <a:pt x="2548166" y="32753"/>
                  </a:lnTo>
                  <a:lnTo>
                    <a:pt x="2550033" y="23583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" name="object 100" descr=""/>
          <p:cNvGrpSpPr/>
          <p:nvPr/>
        </p:nvGrpSpPr>
        <p:grpSpPr>
          <a:xfrm>
            <a:off x="4204680" y="9917864"/>
            <a:ext cx="411480" cy="209550"/>
            <a:chOff x="4204680" y="9917864"/>
            <a:chExt cx="411480" cy="209550"/>
          </a:xfrm>
        </p:grpSpPr>
        <p:sp>
          <p:nvSpPr>
            <p:cNvPr id="101" name="object 101" descr=""/>
            <p:cNvSpPr/>
            <p:nvPr/>
          </p:nvSpPr>
          <p:spPr>
            <a:xfrm>
              <a:off x="4204680" y="9917864"/>
              <a:ext cx="411480" cy="209550"/>
            </a:xfrm>
            <a:custGeom>
              <a:avLst/>
              <a:gdLst/>
              <a:ahLst/>
              <a:cxnLst/>
              <a:rect l="l" t="t" r="r" b="b"/>
              <a:pathLst>
                <a:path w="411479" h="209550">
                  <a:moveTo>
                    <a:pt x="238191" y="0"/>
                  </a:moveTo>
                  <a:lnTo>
                    <a:pt x="172905" y="0"/>
                  </a:lnTo>
                  <a:lnTo>
                    <a:pt x="126936" y="6177"/>
                  </a:lnTo>
                  <a:lnTo>
                    <a:pt x="85631" y="23611"/>
                  </a:lnTo>
                  <a:lnTo>
                    <a:pt x="50638" y="50652"/>
                  </a:lnTo>
                  <a:lnTo>
                    <a:pt x="23604" y="85651"/>
                  </a:lnTo>
                  <a:lnTo>
                    <a:pt x="6175" y="126959"/>
                  </a:lnTo>
                  <a:lnTo>
                    <a:pt x="0" y="172926"/>
                  </a:lnTo>
                  <a:lnTo>
                    <a:pt x="2832" y="186975"/>
                  </a:lnTo>
                  <a:lnTo>
                    <a:pt x="10558" y="198444"/>
                  </a:lnTo>
                  <a:lnTo>
                    <a:pt x="22020" y="206175"/>
                  </a:lnTo>
                  <a:lnTo>
                    <a:pt x="36061" y="209009"/>
                  </a:lnTo>
                  <a:lnTo>
                    <a:pt x="375035" y="209009"/>
                  </a:lnTo>
                  <a:lnTo>
                    <a:pt x="389075" y="206175"/>
                  </a:lnTo>
                  <a:lnTo>
                    <a:pt x="400545" y="198444"/>
                  </a:lnTo>
                  <a:lnTo>
                    <a:pt x="408281" y="186975"/>
                  </a:lnTo>
                  <a:lnTo>
                    <a:pt x="411118" y="172926"/>
                  </a:lnTo>
                  <a:lnTo>
                    <a:pt x="404941" y="126959"/>
                  </a:lnTo>
                  <a:lnTo>
                    <a:pt x="387508" y="85651"/>
                  </a:lnTo>
                  <a:lnTo>
                    <a:pt x="360469" y="50652"/>
                  </a:lnTo>
                  <a:lnTo>
                    <a:pt x="325471" y="23611"/>
                  </a:lnTo>
                  <a:lnTo>
                    <a:pt x="284162" y="6177"/>
                  </a:lnTo>
                  <a:lnTo>
                    <a:pt x="238191" y="0"/>
                  </a:lnTo>
                  <a:close/>
                </a:path>
              </a:pathLst>
            </a:custGeom>
            <a:solidFill>
              <a:srgbClr val="7687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4394369" y="9917865"/>
              <a:ext cx="27940" cy="91440"/>
            </a:xfrm>
            <a:custGeom>
              <a:avLst/>
              <a:gdLst/>
              <a:ahLst/>
              <a:cxnLst/>
              <a:rect l="l" t="t" r="r" b="b"/>
              <a:pathLst>
                <a:path w="27939" h="91440">
                  <a:moveTo>
                    <a:pt x="27370" y="0"/>
                  </a:moveTo>
                  <a:lnTo>
                    <a:pt x="0" y="0"/>
                  </a:lnTo>
                  <a:lnTo>
                    <a:pt x="0" y="90845"/>
                  </a:lnTo>
                  <a:lnTo>
                    <a:pt x="27370" y="90845"/>
                  </a:lnTo>
                  <a:lnTo>
                    <a:pt x="27370" y="0"/>
                  </a:lnTo>
                  <a:close/>
                </a:path>
              </a:pathLst>
            </a:custGeom>
            <a:solidFill>
              <a:srgbClr val="49546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3" name="object 103" descr=""/>
          <p:cNvGrpSpPr/>
          <p:nvPr/>
        </p:nvGrpSpPr>
        <p:grpSpPr>
          <a:xfrm>
            <a:off x="1081412" y="8093903"/>
            <a:ext cx="3020695" cy="1730375"/>
            <a:chOff x="1081412" y="8093903"/>
            <a:chExt cx="3020695" cy="1730375"/>
          </a:xfrm>
        </p:grpSpPr>
        <p:sp>
          <p:nvSpPr>
            <p:cNvPr id="104" name="object 104" descr=""/>
            <p:cNvSpPr/>
            <p:nvPr/>
          </p:nvSpPr>
          <p:spPr>
            <a:xfrm>
              <a:off x="3741647" y="8093903"/>
              <a:ext cx="208279" cy="1313815"/>
            </a:xfrm>
            <a:custGeom>
              <a:avLst/>
              <a:gdLst/>
              <a:ahLst/>
              <a:cxnLst/>
              <a:rect l="l" t="t" r="r" b="b"/>
              <a:pathLst>
                <a:path w="208279" h="1313815">
                  <a:moveTo>
                    <a:pt x="54249" y="0"/>
                  </a:moveTo>
                  <a:lnTo>
                    <a:pt x="45801" y="141255"/>
                  </a:lnTo>
                  <a:lnTo>
                    <a:pt x="27199" y="463087"/>
                  </a:lnTo>
                  <a:lnTo>
                    <a:pt x="8560" y="812599"/>
                  </a:lnTo>
                  <a:lnTo>
                    <a:pt x="0" y="1036889"/>
                  </a:lnTo>
                  <a:lnTo>
                    <a:pt x="729" y="1124262"/>
                  </a:lnTo>
                  <a:lnTo>
                    <a:pt x="6624" y="1182181"/>
                  </a:lnTo>
                  <a:lnTo>
                    <a:pt x="22768" y="1236562"/>
                  </a:lnTo>
                  <a:lnTo>
                    <a:pt x="54249" y="1313321"/>
                  </a:lnTo>
                  <a:lnTo>
                    <a:pt x="207899" y="893627"/>
                  </a:lnTo>
                  <a:lnTo>
                    <a:pt x="207899" y="474833"/>
                  </a:lnTo>
                  <a:lnTo>
                    <a:pt x="199172" y="450763"/>
                  </a:lnTo>
                  <a:lnTo>
                    <a:pt x="180258" y="393278"/>
                  </a:lnTo>
                  <a:lnTo>
                    <a:pt x="136752" y="257862"/>
                  </a:lnTo>
                  <a:lnTo>
                    <a:pt x="54249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2684767" y="8093919"/>
              <a:ext cx="1417320" cy="1720850"/>
            </a:xfrm>
            <a:custGeom>
              <a:avLst/>
              <a:gdLst/>
              <a:ahLst/>
              <a:cxnLst/>
              <a:rect l="l" t="t" r="r" b="b"/>
              <a:pathLst>
                <a:path w="1417320" h="1720850">
                  <a:moveTo>
                    <a:pt x="850544" y="1488414"/>
                  </a:moveTo>
                  <a:lnTo>
                    <a:pt x="847953" y="1475574"/>
                  </a:lnTo>
                  <a:lnTo>
                    <a:pt x="840892" y="1465097"/>
                  </a:lnTo>
                  <a:lnTo>
                    <a:pt x="830414" y="1458036"/>
                  </a:lnTo>
                  <a:lnTo>
                    <a:pt x="817587" y="1455445"/>
                  </a:lnTo>
                  <a:lnTo>
                    <a:pt x="32956" y="1455445"/>
                  </a:lnTo>
                  <a:lnTo>
                    <a:pt x="20129" y="1458036"/>
                  </a:lnTo>
                  <a:lnTo>
                    <a:pt x="9652" y="1465097"/>
                  </a:lnTo>
                  <a:lnTo>
                    <a:pt x="2590" y="1475574"/>
                  </a:lnTo>
                  <a:lnTo>
                    <a:pt x="0" y="1488401"/>
                  </a:lnTo>
                  <a:lnTo>
                    <a:pt x="0" y="1569250"/>
                  </a:lnTo>
                  <a:lnTo>
                    <a:pt x="850544" y="1569250"/>
                  </a:lnTo>
                  <a:lnTo>
                    <a:pt x="850544" y="1488414"/>
                  </a:lnTo>
                  <a:close/>
                </a:path>
                <a:path w="1417320" h="1720850">
                  <a:moveTo>
                    <a:pt x="1111123" y="0"/>
                  </a:moveTo>
                  <a:lnTo>
                    <a:pt x="1002588" y="0"/>
                  </a:lnTo>
                  <a:lnTo>
                    <a:pt x="1002588" y="1313319"/>
                  </a:lnTo>
                  <a:lnTo>
                    <a:pt x="1111123" y="1313319"/>
                  </a:lnTo>
                  <a:lnTo>
                    <a:pt x="1111123" y="0"/>
                  </a:lnTo>
                  <a:close/>
                </a:path>
                <a:path w="1417320" h="1720850">
                  <a:moveTo>
                    <a:pt x="1416824" y="1711756"/>
                  </a:moveTo>
                  <a:lnTo>
                    <a:pt x="1412240" y="1689087"/>
                  </a:lnTo>
                  <a:lnTo>
                    <a:pt x="1399755" y="1670583"/>
                  </a:lnTo>
                  <a:lnTo>
                    <a:pt x="1381239" y="1658099"/>
                  </a:lnTo>
                  <a:lnTo>
                    <a:pt x="1358557" y="1653527"/>
                  </a:lnTo>
                  <a:lnTo>
                    <a:pt x="1312392" y="1653527"/>
                  </a:lnTo>
                  <a:lnTo>
                    <a:pt x="1312392" y="726643"/>
                  </a:lnTo>
                  <a:lnTo>
                    <a:pt x="1217155" y="726643"/>
                  </a:lnTo>
                  <a:lnTo>
                    <a:pt x="1217155" y="1653527"/>
                  </a:lnTo>
                  <a:lnTo>
                    <a:pt x="866952" y="1653527"/>
                  </a:lnTo>
                  <a:lnTo>
                    <a:pt x="840803" y="1658797"/>
                  </a:lnTo>
                  <a:lnTo>
                    <a:pt x="819442" y="1673186"/>
                  </a:lnTo>
                  <a:lnTo>
                    <a:pt x="805053" y="1694535"/>
                  </a:lnTo>
                  <a:lnTo>
                    <a:pt x="799769" y="1720684"/>
                  </a:lnTo>
                  <a:lnTo>
                    <a:pt x="1416824" y="1720684"/>
                  </a:lnTo>
                  <a:lnTo>
                    <a:pt x="1416824" y="1711756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081405" y="8100485"/>
              <a:ext cx="2405380" cy="1481455"/>
            </a:xfrm>
            <a:custGeom>
              <a:avLst/>
              <a:gdLst/>
              <a:ahLst/>
              <a:cxnLst/>
              <a:rect l="l" t="t" r="r" b="b"/>
              <a:pathLst>
                <a:path w="2405379" h="1481454">
                  <a:moveTo>
                    <a:pt x="1744472" y="1456194"/>
                  </a:moveTo>
                  <a:lnTo>
                    <a:pt x="1737182" y="1448879"/>
                  </a:lnTo>
                  <a:lnTo>
                    <a:pt x="1728203" y="1448879"/>
                  </a:lnTo>
                  <a:lnTo>
                    <a:pt x="1640205" y="1448879"/>
                  </a:lnTo>
                  <a:lnTo>
                    <a:pt x="1632889" y="1456194"/>
                  </a:lnTo>
                  <a:lnTo>
                    <a:pt x="1632889" y="1474114"/>
                  </a:lnTo>
                  <a:lnTo>
                    <a:pt x="1640205" y="1481442"/>
                  </a:lnTo>
                  <a:lnTo>
                    <a:pt x="1737182" y="1481442"/>
                  </a:lnTo>
                  <a:lnTo>
                    <a:pt x="1744472" y="1474114"/>
                  </a:lnTo>
                  <a:lnTo>
                    <a:pt x="1744472" y="1456194"/>
                  </a:lnTo>
                  <a:close/>
                </a:path>
                <a:path w="2405379" h="1481454">
                  <a:moveTo>
                    <a:pt x="1909572" y="1456194"/>
                  </a:moveTo>
                  <a:lnTo>
                    <a:pt x="1902256" y="1448879"/>
                  </a:lnTo>
                  <a:lnTo>
                    <a:pt x="1893277" y="1448879"/>
                  </a:lnTo>
                  <a:lnTo>
                    <a:pt x="1805305" y="1448879"/>
                  </a:lnTo>
                  <a:lnTo>
                    <a:pt x="1797989" y="1456194"/>
                  </a:lnTo>
                  <a:lnTo>
                    <a:pt x="1797989" y="1474114"/>
                  </a:lnTo>
                  <a:lnTo>
                    <a:pt x="1805305" y="1481442"/>
                  </a:lnTo>
                  <a:lnTo>
                    <a:pt x="1902256" y="1481442"/>
                  </a:lnTo>
                  <a:lnTo>
                    <a:pt x="1909572" y="1474114"/>
                  </a:lnTo>
                  <a:lnTo>
                    <a:pt x="1909572" y="1456194"/>
                  </a:lnTo>
                  <a:close/>
                </a:path>
                <a:path w="2405379" h="1481454">
                  <a:moveTo>
                    <a:pt x="1985721" y="46151"/>
                  </a:moveTo>
                  <a:lnTo>
                    <a:pt x="1982089" y="28194"/>
                  </a:lnTo>
                  <a:lnTo>
                    <a:pt x="1972208" y="13525"/>
                  </a:lnTo>
                  <a:lnTo>
                    <a:pt x="1957539" y="3632"/>
                  </a:lnTo>
                  <a:lnTo>
                    <a:pt x="1939569" y="0"/>
                  </a:lnTo>
                  <a:lnTo>
                    <a:pt x="46151" y="0"/>
                  </a:lnTo>
                  <a:lnTo>
                    <a:pt x="28181" y="3632"/>
                  </a:lnTo>
                  <a:lnTo>
                    <a:pt x="13512" y="13525"/>
                  </a:lnTo>
                  <a:lnTo>
                    <a:pt x="3632" y="28194"/>
                  </a:lnTo>
                  <a:lnTo>
                    <a:pt x="0" y="46151"/>
                  </a:lnTo>
                  <a:lnTo>
                    <a:pt x="0" y="1268818"/>
                  </a:lnTo>
                  <a:lnTo>
                    <a:pt x="3632" y="1286776"/>
                  </a:lnTo>
                  <a:lnTo>
                    <a:pt x="13512" y="1301445"/>
                  </a:lnTo>
                  <a:lnTo>
                    <a:pt x="28181" y="1311325"/>
                  </a:lnTo>
                  <a:lnTo>
                    <a:pt x="46139" y="1314945"/>
                  </a:lnTo>
                  <a:lnTo>
                    <a:pt x="1939582" y="1314945"/>
                  </a:lnTo>
                  <a:lnTo>
                    <a:pt x="1957539" y="1311325"/>
                  </a:lnTo>
                  <a:lnTo>
                    <a:pt x="1972208" y="1301445"/>
                  </a:lnTo>
                  <a:lnTo>
                    <a:pt x="1982101" y="1286776"/>
                  </a:lnTo>
                  <a:lnTo>
                    <a:pt x="1985721" y="1268818"/>
                  </a:lnTo>
                  <a:lnTo>
                    <a:pt x="1985721" y="46151"/>
                  </a:lnTo>
                  <a:close/>
                </a:path>
                <a:path w="2405379" h="1481454">
                  <a:moveTo>
                    <a:pt x="2074646" y="1456194"/>
                  </a:moveTo>
                  <a:lnTo>
                    <a:pt x="2067318" y="1448879"/>
                  </a:lnTo>
                  <a:lnTo>
                    <a:pt x="2058377" y="1448879"/>
                  </a:lnTo>
                  <a:lnTo>
                    <a:pt x="1970379" y="1448879"/>
                  </a:lnTo>
                  <a:lnTo>
                    <a:pt x="1963064" y="1456194"/>
                  </a:lnTo>
                  <a:lnTo>
                    <a:pt x="1963064" y="1474114"/>
                  </a:lnTo>
                  <a:lnTo>
                    <a:pt x="1970379" y="1481442"/>
                  </a:lnTo>
                  <a:lnTo>
                    <a:pt x="2067318" y="1481442"/>
                  </a:lnTo>
                  <a:lnTo>
                    <a:pt x="2074646" y="1474114"/>
                  </a:lnTo>
                  <a:lnTo>
                    <a:pt x="2074646" y="1456194"/>
                  </a:lnTo>
                  <a:close/>
                </a:path>
                <a:path w="2405379" h="1481454">
                  <a:moveTo>
                    <a:pt x="2239746" y="1456194"/>
                  </a:moveTo>
                  <a:lnTo>
                    <a:pt x="2232418" y="1448879"/>
                  </a:lnTo>
                  <a:lnTo>
                    <a:pt x="2223478" y="1448879"/>
                  </a:lnTo>
                  <a:lnTo>
                    <a:pt x="2135479" y="1448879"/>
                  </a:lnTo>
                  <a:lnTo>
                    <a:pt x="2128164" y="1456194"/>
                  </a:lnTo>
                  <a:lnTo>
                    <a:pt x="2128164" y="1474114"/>
                  </a:lnTo>
                  <a:lnTo>
                    <a:pt x="2135479" y="1481442"/>
                  </a:lnTo>
                  <a:lnTo>
                    <a:pt x="2232418" y="1481442"/>
                  </a:lnTo>
                  <a:lnTo>
                    <a:pt x="2239746" y="1474114"/>
                  </a:lnTo>
                  <a:lnTo>
                    <a:pt x="2239746" y="1456194"/>
                  </a:lnTo>
                  <a:close/>
                </a:path>
                <a:path w="2405379" h="1481454">
                  <a:moveTo>
                    <a:pt x="2404846" y="1456194"/>
                  </a:moveTo>
                  <a:lnTo>
                    <a:pt x="2397518" y="1448879"/>
                  </a:lnTo>
                  <a:lnTo>
                    <a:pt x="2388578" y="1448879"/>
                  </a:lnTo>
                  <a:lnTo>
                    <a:pt x="2300579" y="1448879"/>
                  </a:lnTo>
                  <a:lnTo>
                    <a:pt x="2293264" y="1456194"/>
                  </a:lnTo>
                  <a:lnTo>
                    <a:pt x="2293264" y="1474114"/>
                  </a:lnTo>
                  <a:lnTo>
                    <a:pt x="2300579" y="1481442"/>
                  </a:lnTo>
                  <a:lnTo>
                    <a:pt x="2397518" y="1481442"/>
                  </a:lnTo>
                  <a:lnTo>
                    <a:pt x="2404846" y="1474114"/>
                  </a:lnTo>
                  <a:lnTo>
                    <a:pt x="2404846" y="1456194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081413" y="8100484"/>
              <a:ext cx="1986280" cy="1259840"/>
            </a:xfrm>
            <a:custGeom>
              <a:avLst/>
              <a:gdLst/>
              <a:ahLst/>
              <a:cxnLst/>
              <a:rect l="l" t="t" r="r" b="b"/>
              <a:pathLst>
                <a:path w="1986280" h="1259840">
                  <a:moveTo>
                    <a:pt x="1936464" y="0"/>
                  </a:moveTo>
                  <a:lnTo>
                    <a:pt x="49265" y="0"/>
                  </a:lnTo>
                  <a:lnTo>
                    <a:pt x="30086" y="3872"/>
                  </a:lnTo>
                  <a:lnTo>
                    <a:pt x="14427" y="14431"/>
                  </a:lnTo>
                  <a:lnTo>
                    <a:pt x="3870" y="30091"/>
                  </a:lnTo>
                  <a:lnTo>
                    <a:pt x="0" y="49265"/>
                  </a:lnTo>
                  <a:lnTo>
                    <a:pt x="0" y="1210518"/>
                  </a:lnTo>
                  <a:lnTo>
                    <a:pt x="3870" y="1229698"/>
                  </a:lnTo>
                  <a:lnTo>
                    <a:pt x="14427" y="1245361"/>
                  </a:lnTo>
                  <a:lnTo>
                    <a:pt x="30086" y="1255921"/>
                  </a:lnTo>
                  <a:lnTo>
                    <a:pt x="49265" y="1259794"/>
                  </a:lnTo>
                  <a:lnTo>
                    <a:pt x="1936454" y="1259794"/>
                  </a:lnTo>
                  <a:lnTo>
                    <a:pt x="1955632" y="1255921"/>
                  </a:lnTo>
                  <a:lnTo>
                    <a:pt x="1971292" y="1245361"/>
                  </a:lnTo>
                  <a:lnTo>
                    <a:pt x="1981848" y="1229698"/>
                  </a:lnTo>
                  <a:lnTo>
                    <a:pt x="1985719" y="1210518"/>
                  </a:lnTo>
                  <a:lnTo>
                    <a:pt x="1985719" y="49255"/>
                  </a:lnTo>
                  <a:lnTo>
                    <a:pt x="1981849" y="30082"/>
                  </a:lnTo>
                  <a:lnTo>
                    <a:pt x="1971293" y="14426"/>
                  </a:lnTo>
                  <a:lnTo>
                    <a:pt x="1955637" y="3870"/>
                  </a:lnTo>
                  <a:lnTo>
                    <a:pt x="1936464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557782" y="8675465"/>
              <a:ext cx="1088390" cy="1148715"/>
            </a:xfrm>
            <a:custGeom>
              <a:avLst/>
              <a:gdLst/>
              <a:ahLst/>
              <a:cxnLst/>
              <a:rect l="l" t="t" r="r" b="b"/>
              <a:pathLst>
                <a:path w="1088389" h="1148715">
                  <a:moveTo>
                    <a:pt x="1088136" y="1148664"/>
                  </a:moveTo>
                  <a:lnTo>
                    <a:pt x="1081112" y="1113840"/>
                  </a:lnTo>
                  <a:lnTo>
                    <a:pt x="1061935" y="1085418"/>
                  </a:lnTo>
                  <a:lnTo>
                    <a:pt x="1033513" y="1066253"/>
                  </a:lnTo>
                  <a:lnTo>
                    <a:pt x="998689" y="1059230"/>
                  </a:lnTo>
                  <a:lnTo>
                    <a:pt x="722007" y="1059230"/>
                  </a:lnTo>
                  <a:lnTo>
                    <a:pt x="722007" y="893089"/>
                  </a:lnTo>
                  <a:lnTo>
                    <a:pt x="722007" y="322643"/>
                  </a:lnTo>
                  <a:lnTo>
                    <a:pt x="722007" y="84404"/>
                  </a:lnTo>
                  <a:lnTo>
                    <a:pt x="715340" y="51625"/>
                  </a:lnTo>
                  <a:lnTo>
                    <a:pt x="697204" y="24790"/>
                  </a:lnTo>
                  <a:lnTo>
                    <a:pt x="670369" y="6654"/>
                  </a:lnTo>
                  <a:lnTo>
                    <a:pt x="637603" y="0"/>
                  </a:lnTo>
                  <a:lnTo>
                    <a:pt x="622338" y="0"/>
                  </a:lnTo>
                  <a:lnTo>
                    <a:pt x="622338" y="322643"/>
                  </a:lnTo>
                  <a:lnTo>
                    <a:pt x="622338" y="837476"/>
                  </a:lnTo>
                  <a:lnTo>
                    <a:pt x="609993" y="868375"/>
                  </a:lnTo>
                  <a:lnTo>
                    <a:pt x="579120" y="886904"/>
                  </a:lnTo>
                  <a:lnTo>
                    <a:pt x="538975" y="893089"/>
                  </a:lnTo>
                  <a:lnTo>
                    <a:pt x="498830" y="886904"/>
                  </a:lnTo>
                  <a:lnTo>
                    <a:pt x="467956" y="868375"/>
                  </a:lnTo>
                  <a:lnTo>
                    <a:pt x="455599" y="837476"/>
                  </a:lnTo>
                  <a:lnTo>
                    <a:pt x="455599" y="322643"/>
                  </a:lnTo>
                  <a:lnTo>
                    <a:pt x="622338" y="322643"/>
                  </a:lnTo>
                  <a:lnTo>
                    <a:pt x="622338" y="0"/>
                  </a:lnTo>
                  <a:lnTo>
                    <a:pt x="438785" y="0"/>
                  </a:lnTo>
                  <a:lnTo>
                    <a:pt x="406006" y="6654"/>
                  </a:lnTo>
                  <a:lnTo>
                    <a:pt x="379171" y="24790"/>
                  </a:lnTo>
                  <a:lnTo>
                    <a:pt x="361035" y="51625"/>
                  </a:lnTo>
                  <a:lnTo>
                    <a:pt x="354368" y="84404"/>
                  </a:lnTo>
                  <a:lnTo>
                    <a:pt x="354368" y="1059230"/>
                  </a:lnTo>
                  <a:lnTo>
                    <a:pt x="89408" y="1059230"/>
                  </a:lnTo>
                  <a:lnTo>
                    <a:pt x="54610" y="1066253"/>
                  </a:lnTo>
                  <a:lnTo>
                    <a:pt x="26187" y="1085418"/>
                  </a:lnTo>
                  <a:lnTo>
                    <a:pt x="7023" y="1113840"/>
                  </a:lnTo>
                  <a:lnTo>
                    <a:pt x="0" y="1148664"/>
                  </a:lnTo>
                  <a:lnTo>
                    <a:pt x="1088136" y="1148664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9" name="object 109" descr=""/>
          <p:cNvGrpSpPr/>
          <p:nvPr/>
        </p:nvGrpSpPr>
        <p:grpSpPr>
          <a:xfrm>
            <a:off x="4818075" y="9911868"/>
            <a:ext cx="509905" cy="230504"/>
            <a:chOff x="4818075" y="9911868"/>
            <a:chExt cx="509905" cy="230504"/>
          </a:xfrm>
        </p:grpSpPr>
        <p:sp>
          <p:nvSpPr>
            <p:cNvPr id="110" name="object 110" descr=""/>
            <p:cNvSpPr/>
            <p:nvPr/>
          </p:nvSpPr>
          <p:spPr>
            <a:xfrm>
              <a:off x="4818075" y="9911868"/>
              <a:ext cx="509905" cy="230504"/>
            </a:xfrm>
            <a:custGeom>
              <a:avLst/>
              <a:gdLst/>
              <a:ahLst/>
              <a:cxnLst/>
              <a:rect l="l" t="t" r="r" b="b"/>
              <a:pathLst>
                <a:path w="509904" h="230504">
                  <a:moveTo>
                    <a:pt x="301125" y="0"/>
                  </a:moveTo>
                  <a:lnTo>
                    <a:pt x="254500" y="1205"/>
                  </a:lnTo>
                  <a:lnTo>
                    <a:pt x="207600" y="9284"/>
                  </a:lnTo>
                  <a:lnTo>
                    <a:pt x="161549" y="24245"/>
                  </a:lnTo>
                  <a:lnTo>
                    <a:pt x="117475" y="46093"/>
                  </a:lnTo>
                  <a:lnTo>
                    <a:pt x="73359" y="76642"/>
                  </a:lnTo>
                  <a:lnTo>
                    <a:pt x="40878" y="107465"/>
                  </a:lnTo>
                  <a:lnTo>
                    <a:pt x="3688" y="163953"/>
                  </a:lnTo>
                  <a:lnTo>
                    <a:pt x="0" y="184695"/>
                  </a:lnTo>
                  <a:lnTo>
                    <a:pt x="6020" y="203786"/>
                  </a:lnTo>
                  <a:lnTo>
                    <a:pt x="39906" y="224998"/>
                  </a:lnTo>
                  <a:lnTo>
                    <a:pt x="85857" y="227834"/>
                  </a:lnTo>
                  <a:lnTo>
                    <a:pt x="140895" y="229476"/>
                  </a:lnTo>
                  <a:lnTo>
                    <a:pt x="201204" y="230115"/>
                  </a:lnTo>
                  <a:lnTo>
                    <a:pt x="262966" y="229939"/>
                  </a:lnTo>
                  <a:lnTo>
                    <a:pt x="322364" y="229139"/>
                  </a:lnTo>
                  <a:lnTo>
                    <a:pt x="375581" y="227904"/>
                  </a:lnTo>
                  <a:lnTo>
                    <a:pt x="418797" y="226422"/>
                  </a:lnTo>
                  <a:lnTo>
                    <a:pt x="487920" y="210833"/>
                  </a:lnTo>
                  <a:lnTo>
                    <a:pt x="509535" y="139926"/>
                  </a:lnTo>
                  <a:lnTo>
                    <a:pt x="490688" y="96845"/>
                  </a:lnTo>
                  <a:lnTo>
                    <a:pt x="462338" y="63782"/>
                  </a:lnTo>
                  <a:lnTo>
                    <a:pt x="428080" y="37560"/>
                  </a:lnTo>
                  <a:lnTo>
                    <a:pt x="389041" y="18184"/>
                  </a:lnTo>
                  <a:lnTo>
                    <a:pt x="346347" y="5661"/>
                  </a:lnTo>
                  <a:lnTo>
                    <a:pt x="301125" y="0"/>
                  </a:lnTo>
                  <a:close/>
                </a:path>
              </a:pathLst>
            </a:custGeom>
            <a:solidFill>
              <a:srgbClr val="7687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832406" y="9945862"/>
              <a:ext cx="122728" cy="113347"/>
            </a:xfrm>
            <a:prstGeom prst="rect">
              <a:avLst/>
            </a:prstGeom>
          </p:spPr>
        </p:pic>
      </p:grpSp>
      <p:grpSp>
        <p:nvGrpSpPr>
          <p:cNvPr id="112" name="object 112" descr=""/>
          <p:cNvGrpSpPr/>
          <p:nvPr/>
        </p:nvGrpSpPr>
        <p:grpSpPr>
          <a:xfrm>
            <a:off x="6302080" y="5313031"/>
            <a:ext cx="385445" cy="742950"/>
            <a:chOff x="6302080" y="5313031"/>
            <a:chExt cx="385445" cy="742950"/>
          </a:xfrm>
        </p:grpSpPr>
        <p:sp>
          <p:nvSpPr>
            <p:cNvPr id="113" name="object 113" descr=""/>
            <p:cNvSpPr/>
            <p:nvPr/>
          </p:nvSpPr>
          <p:spPr>
            <a:xfrm>
              <a:off x="6302070" y="5390089"/>
              <a:ext cx="385445" cy="116839"/>
            </a:xfrm>
            <a:custGeom>
              <a:avLst/>
              <a:gdLst/>
              <a:ahLst/>
              <a:cxnLst/>
              <a:rect l="l" t="t" r="r" b="b"/>
              <a:pathLst>
                <a:path w="385445" h="116839">
                  <a:moveTo>
                    <a:pt x="384886" y="0"/>
                  </a:moveTo>
                  <a:lnTo>
                    <a:pt x="0" y="0"/>
                  </a:lnTo>
                  <a:lnTo>
                    <a:pt x="0" y="38214"/>
                  </a:lnTo>
                  <a:lnTo>
                    <a:pt x="0" y="116446"/>
                  </a:lnTo>
                  <a:lnTo>
                    <a:pt x="307898" y="116446"/>
                  </a:lnTo>
                  <a:lnTo>
                    <a:pt x="307898" y="38214"/>
                  </a:lnTo>
                  <a:lnTo>
                    <a:pt x="372249" y="38214"/>
                  </a:lnTo>
                  <a:lnTo>
                    <a:pt x="372249" y="116446"/>
                  </a:lnTo>
                  <a:lnTo>
                    <a:pt x="384886" y="116446"/>
                  </a:lnTo>
                  <a:lnTo>
                    <a:pt x="384886" y="38214"/>
                  </a:lnTo>
                  <a:lnTo>
                    <a:pt x="384886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6302070" y="5506535"/>
              <a:ext cx="385445" cy="549275"/>
            </a:xfrm>
            <a:custGeom>
              <a:avLst/>
              <a:gdLst/>
              <a:ahLst/>
              <a:cxnLst/>
              <a:rect l="l" t="t" r="r" b="b"/>
              <a:pathLst>
                <a:path w="385445" h="549275">
                  <a:moveTo>
                    <a:pt x="384886" y="193522"/>
                  </a:moveTo>
                  <a:lnTo>
                    <a:pt x="0" y="193522"/>
                  </a:lnTo>
                  <a:lnTo>
                    <a:pt x="0" y="548957"/>
                  </a:lnTo>
                  <a:lnTo>
                    <a:pt x="384886" y="548957"/>
                  </a:lnTo>
                  <a:lnTo>
                    <a:pt x="384886" y="193522"/>
                  </a:lnTo>
                  <a:close/>
                </a:path>
                <a:path w="385445" h="549275">
                  <a:moveTo>
                    <a:pt x="384886" y="0"/>
                  </a:moveTo>
                  <a:lnTo>
                    <a:pt x="0" y="0"/>
                  </a:lnTo>
                  <a:lnTo>
                    <a:pt x="0" y="81178"/>
                  </a:lnTo>
                  <a:lnTo>
                    <a:pt x="384886" y="81178"/>
                  </a:lnTo>
                  <a:lnTo>
                    <a:pt x="384886" y="0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6302080" y="5587704"/>
              <a:ext cx="385445" cy="112395"/>
            </a:xfrm>
            <a:custGeom>
              <a:avLst/>
              <a:gdLst/>
              <a:ahLst/>
              <a:cxnLst/>
              <a:rect l="l" t="t" r="r" b="b"/>
              <a:pathLst>
                <a:path w="385445" h="112395">
                  <a:moveTo>
                    <a:pt x="384878" y="0"/>
                  </a:moveTo>
                  <a:lnTo>
                    <a:pt x="0" y="0"/>
                  </a:lnTo>
                  <a:lnTo>
                    <a:pt x="0" y="112352"/>
                  </a:lnTo>
                  <a:lnTo>
                    <a:pt x="384878" y="112352"/>
                  </a:lnTo>
                  <a:lnTo>
                    <a:pt x="384878" y="0"/>
                  </a:lnTo>
                  <a:close/>
                </a:path>
              </a:pathLst>
            </a:custGeom>
            <a:solidFill>
              <a:srgbClr val="CF45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6312027" y="5313038"/>
              <a:ext cx="362585" cy="193675"/>
            </a:xfrm>
            <a:custGeom>
              <a:avLst/>
              <a:gdLst/>
              <a:ahLst/>
              <a:cxnLst/>
              <a:rect l="l" t="t" r="r" b="b"/>
              <a:pathLst>
                <a:path w="362584" h="193675">
                  <a:moveTo>
                    <a:pt x="64300" y="129171"/>
                  </a:moveTo>
                  <a:lnTo>
                    <a:pt x="0" y="129171"/>
                  </a:lnTo>
                  <a:lnTo>
                    <a:pt x="0" y="193497"/>
                  </a:lnTo>
                  <a:lnTo>
                    <a:pt x="64300" y="193497"/>
                  </a:lnTo>
                  <a:lnTo>
                    <a:pt x="64300" y="129171"/>
                  </a:lnTo>
                  <a:close/>
                </a:path>
                <a:path w="362584" h="193675">
                  <a:moveTo>
                    <a:pt x="138823" y="129171"/>
                  </a:moveTo>
                  <a:lnTo>
                    <a:pt x="74472" y="129171"/>
                  </a:lnTo>
                  <a:lnTo>
                    <a:pt x="74472" y="193497"/>
                  </a:lnTo>
                  <a:lnTo>
                    <a:pt x="138823" y="193497"/>
                  </a:lnTo>
                  <a:lnTo>
                    <a:pt x="138823" y="129171"/>
                  </a:lnTo>
                  <a:close/>
                </a:path>
                <a:path w="362584" h="193675">
                  <a:moveTo>
                    <a:pt x="213283" y="129171"/>
                  </a:moveTo>
                  <a:lnTo>
                    <a:pt x="148958" y="129171"/>
                  </a:lnTo>
                  <a:lnTo>
                    <a:pt x="148958" y="193497"/>
                  </a:lnTo>
                  <a:lnTo>
                    <a:pt x="213283" y="193497"/>
                  </a:lnTo>
                  <a:lnTo>
                    <a:pt x="213283" y="129171"/>
                  </a:lnTo>
                  <a:close/>
                </a:path>
                <a:path w="362584" h="193675">
                  <a:moveTo>
                    <a:pt x="287782" y="129171"/>
                  </a:moveTo>
                  <a:lnTo>
                    <a:pt x="223469" y="129171"/>
                  </a:lnTo>
                  <a:lnTo>
                    <a:pt x="223469" y="193497"/>
                  </a:lnTo>
                  <a:lnTo>
                    <a:pt x="287782" y="193497"/>
                  </a:lnTo>
                  <a:lnTo>
                    <a:pt x="287782" y="129171"/>
                  </a:lnTo>
                  <a:close/>
                </a:path>
                <a:path w="362584" h="193675">
                  <a:moveTo>
                    <a:pt x="362292" y="0"/>
                  </a:moveTo>
                  <a:lnTo>
                    <a:pt x="297942" y="0"/>
                  </a:lnTo>
                  <a:lnTo>
                    <a:pt x="297942" y="115265"/>
                  </a:lnTo>
                  <a:lnTo>
                    <a:pt x="362292" y="115265"/>
                  </a:lnTo>
                  <a:lnTo>
                    <a:pt x="362292" y="0"/>
                  </a:lnTo>
                  <a:close/>
                </a:path>
              </a:pathLst>
            </a:custGeom>
            <a:solidFill>
              <a:srgbClr val="DE8E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6351942" y="5825361"/>
              <a:ext cx="280670" cy="169545"/>
            </a:xfrm>
            <a:custGeom>
              <a:avLst/>
              <a:gdLst/>
              <a:ahLst/>
              <a:cxnLst/>
              <a:rect l="l" t="t" r="r" b="b"/>
              <a:pathLst>
                <a:path w="280670" h="169545">
                  <a:moveTo>
                    <a:pt x="280284" y="0"/>
                  </a:moveTo>
                  <a:lnTo>
                    <a:pt x="0" y="0"/>
                  </a:lnTo>
                  <a:lnTo>
                    <a:pt x="0" y="169000"/>
                  </a:lnTo>
                  <a:lnTo>
                    <a:pt x="280284" y="169000"/>
                  </a:lnTo>
                  <a:lnTo>
                    <a:pt x="280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8" name="object 118" descr=""/>
          <p:cNvGrpSpPr/>
          <p:nvPr/>
        </p:nvGrpSpPr>
        <p:grpSpPr>
          <a:xfrm>
            <a:off x="6979797" y="5288087"/>
            <a:ext cx="567690" cy="529590"/>
            <a:chOff x="6979797" y="5288087"/>
            <a:chExt cx="567690" cy="529590"/>
          </a:xfrm>
        </p:grpSpPr>
        <p:sp>
          <p:nvSpPr>
            <p:cNvPr id="119" name="object 119" descr=""/>
            <p:cNvSpPr/>
            <p:nvPr/>
          </p:nvSpPr>
          <p:spPr>
            <a:xfrm>
              <a:off x="7061822" y="5288095"/>
              <a:ext cx="485775" cy="528955"/>
            </a:xfrm>
            <a:custGeom>
              <a:avLst/>
              <a:gdLst/>
              <a:ahLst/>
              <a:cxnLst/>
              <a:rect l="l" t="t" r="r" b="b"/>
              <a:pathLst>
                <a:path w="485775" h="528954">
                  <a:moveTo>
                    <a:pt x="345186" y="479780"/>
                  </a:moveTo>
                  <a:lnTo>
                    <a:pt x="0" y="479780"/>
                  </a:lnTo>
                  <a:lnTo>
                    <a:pt x="0" y="528421"/>
                  </a:lnTo>
                  <a:lnTo>
                    <a:pt x="345186" y="528421"/>
                  </a:lnTo>
                  <a:lnTo>
                    <a:pt x="345186" y="479780"/>
                  </a:lnTo>
                  <a:close/>
                </a:path>
                <a:path w="485775" h="528954">
                  <a:moveTo>
                    <a:pt x="485279" y="273342"/>
                  </a:moveTo>
                  <a:lnTo>
                    <a:pt x="475449" y="245198"/>
                  </a:lnTo>
                  <a:lnTo>
                    <a:pt x="446303" y="200977"/>
                  </a:lnTo>
                  <a:lnTo>
                    <a:pt x="411111" y="153885"/>
                  </a:lnTo>
                  <a:lnTo>
                    <a:pt x="383133" y="117132"/>
                  </a:lnTo>
                  <a:lnTo>
                    <a:pt x="371589" y="84709"/>
                  </a:lnTo>
                  <a:lnTo>
                    <a:pt x="373291" y="48107"/>
                  </a:lnTo>
                  <a:lnTo>
                    <a:pt x="383006" y="16725"/>
                  </a:lnTo>
                  <a:lnTo>
                    <a:pt x="395478" y="0"/>
                  </a:lnTo>
                  <a:lnTo>
                    <a:pt x="389458" y="2527"/>
                  </a:lnTo>
                  <a:lnTo>
                    <a:pt x="358813" y="18059"/>
                  </a:lnTo>
                  <a:lnTo>
                    <a:pt x="321056" y="39700"/>
                  </a:lnTo>
                  <a:lnTo>
                    <a:pt x="293674" y="60566"/>
                  </a:lnTo>
                  <a:lnTo>
                    <a:pt x="289001" y="94005"/>
                  </a:lnTo>
                  <a:lnTo>
                    <a:pt x="299935" y="150164"/>
                  </a:lnTo>
                  <a:lnTo>
                    <a:pt x="318554" y="213093"/>
                  </a:lnTo>
                  <a:lnTo>
                    <a:pt x="336905" y="266877"/>
                  </a:lnTo>
                  <a:lnTo>
                    <a:pt x="347065" y="295605"/>
                  </a:lnTo>
                  <a:lnTo>
                    <a:pt x="346506" y="316496"/>
                  </a:lnTo>
                  <a:lnTo>
                    <a:pt x="333629" y="377113"/>
                  </a:lnTo>
                  <a:lnTo>
                    <a:pt x="332816" y="400177"/>
                  </a:lnTo>
                  <a:lnTo>
                    <a:pt x="340766" y="418147"/>
                  </a:lnTo>
                  <a:lnTo>
                    <a:pt x="356870" y="450456"/>
                  </a:lnTo>
                  <a:lnTo>
                    <a:pt x="373532" y="481926"/>
                  </a:lnTo>
                  <a:lnTo>
                    <a:pt x="383133" y="497370"/>
                  </a:lnTo>
                  <a:lnTo>
                    <a:pt x="385432" y="485597"/>
                  </a:lnTo>
                  <a:lnTo>
                    <a:pt x="387604" y="454444"/>
                  </a:lnTo>
                  <a:lnTo>
                    <a:pt x="393230" y="417322"/>
                  </a:lnTo>
                  <a:lnTo>
                    <a:pt x="405955" y="387629"/>
                  </a:lnTo>
                  <a:lnTo>
                    <a:pt x="448602" y="333324"/>
                  </a:lnTo>
                  <a:lnTo>
                    <a:pt x="471081" y="303314"/>
                  </a:lnTo>
                  <a:lnTo>
                    <a:pt x="480822" y="286893"/>
                  </a:lnTo>
                  <a:lnTo>
                    <a:pt x="485279" y="273342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6979797" y="5767866"/>
              <a:ext cx="100330" cy="49530"/>
            </a:xfrm>
            <a:custGeom>
              <a:avLst/>
              <a:gdLst/>
              <a:ahLst/>
              <a:cxnLst/>
              <a:rect l="l" t="t" r="r" b="b"/>
              <a:pathLst>
                <a:path w="100329" h="49529">
                  <a:moveTo>
                    <a:pt x="99860" y="0"/>
                  </a:moveTo>
                  <a:lnTo>
                    <a:pt x="0" y="0"/>
                  </a:lnTo>
                  <a:lnTo>
                    <a:pt x="0" y="49202"/>
                  </a:lnTo>
                  <a:lnTo>
                    <a:pt x="99860" y="49202"/>
                  </a:lnTo>
                  <a:lnTo>
                    <a:pt x="99860" y="0"/>
                  </a:lnTo>
                  <a:close/>
                </a:path>
              </a:pathLst>
            </a:custGeom>
            <a:solidFill>
              <a:srgbClr val="DE8E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7407020" y="5767866"/>
              <a:ext cx="48895" cy="48895"/>
            </a:xfrm>
            <a:custGeom>
              <a:avLst/>
              <a:gdLst/>
              <a:ahLst/>
              <a:cxnLst/>
              <a:rect l="l" t="t" r="r" b="b"/>
              <a:pathLst>
                <a:path w="48895" h="48895">
                  <a:moveTo>
                    <a:pt x="48647" y="0"/>
                  </a:moveTo>
                  <a:lnTo>
                    <a:pt x="0" y="0"/>
                  </a:lnTo>
                  <a:lnTo>
                    <a:pt x="0" y="48647"/>
                  </a:lnTo>
                  <a:lnTo>
                    <a:pt x="48647" y="48647"/>
                  </a:lnTo>
                  <a:lnTo>
                    <a:pt x="48647" y="0"/>
                  </a:lnTo>
                  <a:close/>
                </a:path>
              </a:pathLst>
            </a:custGeom>
            <a:solidFill>
              <a:srgbClr val="B33A4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2" name="object 122" descr=""/>
          <p:cNvGrpSpPr/>
          <p:nvPr/>
        </p:nvGrpSpPr>
        <p:grpSpPr>
          <a:xfrm>
            <a:off x="6979797" y="5936279"/>
            <a:ext cx="476250" cy="36830"/>
            <a:chOff x="6979797" y="5936279"/>
            <a:chExt cx="476250" cy="36830"/>
          </a:xfrm>
        </p:grpSpPr>
        <p:sp>
          <p:nvSpPr>
            <p:cNvPr id="123" name="object 123" descr=""/>
            <p:cNvSpPr/>
            <p:nvPr/>
          </p:nvSpPr>
          <p:spPr>
            <a:xfrm>
              <a:off x="6979797" y="5936279"/>
              <a:ext cx="476250" cy="36830"/>
            </a:xfrm>
            <a:custGeom>
              <a:avLst/>
              <a:gdLst/>
              <a:ahLst/>
              <a:cxnLst/>
              <a:rect l="l" t="t" r="r" b="b"/>
              <a:pathLst>
                <a:path w="476250" h="36829">
                  <a:moveTo>
                    <a:pt x="475870" y="0"/>
                  </a:moveTo>
                  <a:lnTo>
                    <a:pt x="0" y="0"/>
                  </a:lnTo>
                  <a:lnTo>
                    <a:pt x="0" y="36658"/>
                  </a:lnTo>
                  <a:lnTo>
                    <a:pt x="475870" y="36658"/>
                  </a:lnTo>
                  <a:lnTo>
                    <a:pt x="475870" y="0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7079669" y="5936279"/>
              <a:ext cx="10795" cy="36830"/>
            </a:xfrm>
            <a:custGeom>
              <a:avLst/>
              <a:gdLst/>
              <a:ahLst/>
              <a:cxnLst/>
              <a:rect l="l" t="t" r="r" b="b"/>
              <a:pathLst>
                <a:path w="10795" h="36829">
                  <a:moveTo>
                    <a:pt x="10387" y="0"/>
                  </a:moveTo>
                  <a:lnTo>
                    <a:pt x="0" y="0"/>
                  </a:lnTo>
                  <a:lnTo>
                    <a:pt x="0" y="36658"/>
                  </a:lnTo>
                  <a:lnTo>
                    <a:pt x="10387" y="36658"/>
                  </a:lnTo>
                  <a:lnTo>
                    <a:pt x="10387" y="0"/>
                  </a:lnTo>
                  <a:close/>
                </a:path>
              </a:pathLst>
            </a:custGeom>
            <a:solidFill>
              <a:srgbClr val="EFCA5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5" name="object 125" descr=""/>
          <p:cNvGrpSpPr/>
          <p:nvPr/>
        </p:nvGrpSpPr>
        <p:grpSpPr>
          <a:xfrm>
            <a:off x="6393572" y="4283114"/>
            <a:ext cx="328295" cy="522605"/>
            <a:chOff x="6393572" y="4283114"/>
            <a:chExt cx="328295" cy="522605"/>
          </a:xfrm>
        </p:grpSpPr>
        <p:sp>
          <p:nvSpPr>
            <p:cNvPr id="126" name="object 126" descr=""/>
            <p:cNvSpPr/>
            <p:nvPr/>
          </p:nvSpPr>
          <p:spPr>
            <a:xfrm>
              <a:off x="6393572" y="4283114"/>
              <a:ext cx="328295" cy="522605"/>
            </a:xfrm>
            <a:custGeom>
              <a:avLst/>
              <a:gdLst/>
              <a:ahLst/>
              <a:cxnLst/>
              <a:rect l="l" t="t" r="r" b="b"/>
              <a:pathLst>
                <a:path w="328295" h="522604">
                  <a:moveTo>
                    <a:pt x="308116" y="0"/>
                  </a:moveTo>
                  <a:lnTo>
                    <a:pt x="19863" y="0"/>
                  </a:lnTo>
                  <a:lnTo>
                    <a:pt x="12130" y="1562"/>
                  </a:lnTo>
                  <a:lnTo>
                    <a:pt x="5816" y="5821"/>
                  </a:lnTo>
                  <a:lnTo>
                    <a:pt x="1560" y="12139"/>
                  </a:lnTo>
                  <a:lnTo>
                    <a:pt x="0" y="19873"/>
                  </a:lnTo>
                  <a:lnTo>
                    <a:pt x="0" y="502183"/>
                  </a:lnTo>
                  <a:lnTo>
                    <a:pt x="1560" y="509924"/>
                  </a:lnTo>
                  <a:lnTo>
                    <a:pt x="5817" y="516244"/>
                  </a:lnTo>
                  <a:lnTo>
                    <a:pt x="12134" y="520505"/>
                  </a:lnTo>
                  <a:lnTo>
                    <a:pt x="19873" y="522067"/>
                  </a:lnTo>
                  <a:lnTo>
                    <a:pt x="308116" y="522067"/>
                  </a:lnTo>
                  <a:lnTo>
                    <a:pt x="315855" y="520505"/>
                  </a:lnTo>
                  <a:lnTo>
                    <a:pt x="322172" y="516244"/>
                  </a:lnTo>
                  <a:lnTo>
                    <a:pt x="326429" y="509924"/>
                  </a:lnTo>
                  <a:lnTo>
                    <a:pt x="327990" y="502183"/>
                  </a:lnTo>
                  <a:lnTo>
                    <a:pt x="327990" y="19873"/>
                  </a:lnTo>
                  <a:lnTo>
                    <a:pt x="326429" y="12139"/>
                  </a:lnTo>
                  <a:lnTo>
                    <a:pt x="322172" y="5821"/>
                  </a:lnTo>
                  <a:lnTo>
                    <a:pt x="315855" y="1562"/>
                  </a:lnTo>
                  <a:lnTo>
                    <a:pt x="308116" y="0"/>
                  </a:lnTo>
                  <a:close/>
                </a:path>
              </a:pathLst>
            </a:custGeom>
            <a:solidFill>
              <a:srgbClr val="C89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6613840" y="4283115"/>
              <a:ext cx="61594" cy="522605"/>
            </a:xfrm>
            <a:custGeom>
              <a:avLst/>
              <a:gdLst/>
              <a:ahLst/>
              <a:cxnLst/>
              <a:rect l="l" t="t" r="r" b="b"/>
              <a:pathLst>
                <a:path w="61595" h="522604">
                  <a:moveTo>
                    <a:pt x="60992" y="0"/>
                  </a:moveTo>
                  <a:lnTo>
                    <a:pt x="0" y="0"/>
                  </a:lnTo>
                  <a:lnTo>
                    <a:pt x="0" y="522067"/>
                  </a:lnTo>
                  <a:lnTo>
                    <a:pt x="60992" y="522067"/>
                  </a:lnTo>
                  <a:lnTo>
                    <a:pt x="60992" y="0"/>
                  </a:lnTo>
                  <a:close/>
                </a:path>
              </a:pathLst>
            </a:custGeom>
            <a:solidFill>
              <a:srgbClr val="4925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6429857" y="4283119"/>
              <a:ext cx="155575" cy="389890"/>
            </a:xfrm>
            <a:custGeom>
              <a:avLst/>
              <a:gdLst/>
              <a:ahLst/>
              <a:cxnLst/>
              <a:rect l="l" t="t" r="r" b="b"/>
              <a:pathLst>
                <a:path w="155575" h="389889">
                  <a:moveTo>
                    <a:pt x="62598" y="63550"/>
                  </a:moveTo>
                  <a:lnTo>
                    <a:pt x="60134" y="51358"/>
                  </a:lnTo>
                  <a:lnTo>
                    <a:pt x="53428" y="41414"/>
                  </a:lnTo>
                  <a:lnTo>
                    <a:pt x="43484" y="34696"/>
                  </a:lnTo>
                  <a:lnTo>
                    <a:pt x="31305" y="32232"/>
                  </a:lnTo>
                  <a:lnTo>
                    <a:pt x="19113" y="34696"/>
                  </a:lnTo>
                  <a:lnTo>
                    <a:pt x="9169" y="41389"/>
                  </a:lnTo>
                  <a:lnTo>
                    <a:pt x="2463" y="51333"/>
                  </a:lnTo>
                  <a:lnTo>
                    <a:pt x="0" y="63500"/>
                  </a:lnTo>
                  <a:lnTo>
                    <a:pt x="0" y="76733"/>
                  </a:lnTo>
                  <a:lnTo>
                    <a:pt x="2463" y="88912"/>
                  </a:lnTo>
                  <a:lnTo>
                    <a:pt x="9169" y="98869"/>
                  </a:lnTo>
                  <a:lnTo>
                    <a:pt x="19126" y="105562"/>
                  </a:lnTo>
                  <a:lnTo>
                    <a:pt x="31305" y="108026"/>
                  </a:lnTo>
                  <a:lnTo>
                    <a:pt x="43484" y="105562"/>
                  </a:lnTo>
                  <a:lnTo>
                    <a:pt x="53428" y="98869"/>
                  </a:lnTo>
                  <a:lnTo>
                    <a:pt x="60134" y="88912"/>
                  </a:lnTo>
                  <a:lnTo>
                    <a:pt x="62598" y="76733"/>
                  </a:lnTo>
                  <a:lnTo>
                    <a:pt x="62598" y="63550"/>
                  </a:lnTo>
                  <a:close/>
                </a:path>
                <a:path w="155575" h="389889">
                  <a:moveTo>
                    <a:pt x="152742" y="325869"/>
                  </a:moveTo>
                  <a:lnTo>
                    <a:pt x="97650" y="325869"/>
                  </a:lnTo>
                  <a:lnTo>
                    <a:pt x="97650" y="389712"/>
                  </a:lnTo>
                  <a:lnTo>
                    <a:pt x="152742" y="389712"/>
                  </a:lnTo>
                  <a:lnTo>
                    <a:pt x="152742" y="325869"/>
                  </a:lnTo>
                  <a:close/>
                </a:path>
                <a:path w="155575" h="389889">
                  <a:moveTo>
                    <a:pt x="155232" y="0"/>
                  </a:moveTo>
                  <a:lnTo>
                    <a:pt x="97650" y="0"/>
                  </a:lnTo>
                  <a:lnTo>
                    <a:pt x="97650" y="293547"/>
                  </a:lnTo>
                  <a:lnTo>
                    <a:pt x="155232" y="293547"/>
                  </a:lnTo>
                  <a:lnTo>
                    <a:pt x="155232" y="0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6429857" y="4413687"/>
              <a:ext cx="81915" cy="349885"/>
            </a:xfrm>
            <a:custGeom>
              <a:avLst/>
              <a:gdLst/>
              <a:ahLst/>
              <a:cxnLst/>
              <a:rect l="l" t="t" r="r" b="b"/>
              <a:pathLst>
                <a:path w="81915" h="349885">
                  <a:moveTo>
                    <a:pt x="17526" y="0"/>
                  </a:moveTo>
                  <a:lnTo>
                    <a:pt x="0" y="0"/>
                  </a:lnTo>
                  <a:lnTo>
                    <a:pt x="0" y="349288"/>
                  </a:lnTo>
                  <a:lnTo>
                    <a:pt x="17526" y="349288"/>
                  </a:lnTo>
                  <a:lnTo>
                    <a:pt x="17526" y="0"/>
                  </a:lnTo>
                  <a:close/>
                </a:path>
                <a:path w="81915" h="349885">
                  <a:moveTo>
                    <a:pt x="48831" y="0"/>
                  </a:moveTo>
                  <a:lnTo>
                    <a:pt x="31305" y="0"/>
                  </a:lnTo>
                  <a:lnTo>
                    <a:pt x="31305" y="349288"/>
                  </a:lnTo>
                  <a:lnTo>
                    <a:pt x="48831" y="349288"/>
                  </a:lnTo>
                  <a:lnTo>
                    <a:pt x="48831" y="0"/>
                  </a:lnTo>
                  <a:close/>
                </a:path>
                <a:path w="81915" h="349885">
                  <a:moveTo>
                    <a:pt x="81368" y="0"/>
                  </a:moveTo>
                  <a:lnTo>
                    <a:pt x="63842" y="0"/>
                  </a:lnTo>
                  <a:lnTo>
                    <a:pt x="63842" y="349288"/>
                  </a:lnTo>
                  <a:lnTo>
                    <a:pt x="81368" y="349288"/>
                  </a:lnTo>
                  <a:lnTo>
                    <a:pt x="81368" y="0"/>
                  </a:lnTo>
                  <a:close/>
                </a:path>
              </a:pathLst>
            </a:custGeom>
            <a:solidFill>
              <a:srgbClr val="F1C69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0" name="object 130" descr=""/>
          <p:cNvGrpSpPr/>
          <p:nvPr/>
        </p:nvGrpSpPr>
        <p:grpSpPr>
          <a:xfrm>
            <a:off x="6982093" y="4283114"/>
            <a:ext cx="328295" cy="522605"/>
            <a:chOff x="6982093" y="4283114"/>
            <a:chExt cx="328295" cy="522605"/>
          </a:xfrm>
        </p:grpSpPr>
        <p:sp>
          <p:nvSpPr>
            <p:cNvPr id="131" name="object 131" descr=""/>
            <p:cNvSpPr/>
            <p:nvPr/>
          </p:nvSpPr>
          <p:spPr>
            <a:xfrm>
              <a:off x="6982096" y="4283114"/>
              <a:ext cx="328295" cy="522605"/>
            </a:xfrm>
            <a:custGeom>
              <a:avLst/>
              <a:gdLst/>
              <a:ahLst/>
              <a:cxnLst/>
              <a:rect l="l" t="t" r="r" b="b"/>
              <a:pathLst>
                <a:path w="328295" h="522604">
                  <a:moveTo>
                    <a:pt x="308126" y="0"/>
                  </a:moveTo>
                  <a:lnTo>
                    <a:pt x="19863" y="0"/>
                  </a:lnTo>
                  <a:lnTo>
                    <a:pt x="12130" y="1562"/>
                  </a:lnTo>
                  <a:lnTo>
                    <a:pt x="5816" y="5821"/>
                  </a:lnTo>
                  <a:lnTo>
                    <a:pt x="1560" y="12139"/>
                  </a:lnTo>
                  <a:lnTo>
                    <a:pt x="0" y="19873"/>
                  </a:lnTo>
                  <a:lnTo>
                    <a:pt x="0" y="502183"/>
                  </a:lnTo>
                  <a:lnTo>
                    <a:pt x="1560" y="509924"/>
                  </a:lnTo>
                  <a:lnTo>
                    <a:pt x="5817" y="516244"/>
                  </a:lnTo>
                  <a:lnTo>
                    <a:pt x="12134" y="520505"/>
                  </a:lnTo>
                  <a:lnTo>
                    <a:pt x="19873" y="522067"/>
                  </a:lnTo>
                  <a:lnTo>
                    <a:pt x="308116" y="522067"/>
                  </a:lnTo>
                  <a:lnTo>
                    <a:pt x="315857" y="520505"/>
                  </a:lnTo>
                  <a:lnTo>
                    <a:pt x="322177" y="516244"/>
                  </a:lnTo>
                  <a:lnTo>
                    <a:pt x="326438" y="509924"/>
                  </a:lnTo>
                  <a:lnTo>
                    <a:pt x="328000" y="502183"/>
                  </a:lnTo>
                  <a:lnTo>
                    <a:pt x="328000" y="19873"/>
                  </a:lnTo>
                  <a:lnTo>
                    <a:pt x="326438" y="12139"/>
                  </a:lnTo>
                  <a:lnTo>
                    <a:pt x="322178" y="5821"/>
                  </a:lnTo>
                  <a:lnTo>
                    <a:pt x="315861" y="1562"/>
                  </a:lnTo>
                  <a:lnTo>
                    <a:pt x="308126" y="0"/>
                  </a:lnTo>
                  <a:close/>
                </a:path>
              </a:pathLst>
            </a:custGeom>
            <a:solidFill>
              <a:srgbClr val="C89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6982093" y="4283114"/>
              <a:ext cx="328295" cy="463550"/>
            </a:xfrm>
            <a:custGeom>
              <a:avLst/>
              <a:gdLst/>
              <a:ahLst/>
              <a:cxnLst/>
              <a:rect l="l" t="t" r="r" b="b"/>
              <a:pathLst>
                <a:path w="328295" h="463550">
                  <a:moveTo>
                    <a:pt x="126771" y="0"/>
                  </a:moveTo>
                  <a:lnTo>
                    <a:pt x="0" y="215270"/>
                  </a:lnTo>
                  <a:lnTo>
                    <a:pt x="328000" y="463169"/>
                  </a:lnTo>
                  <a:lnTo>
                    <a:pt x="328000" y="325864"/>
                  </a:lnTo>
                  <a:lnTo>
                    <a:pt x="126771" y="0"/>
                  </a:lnTo>
                  <a:close/>
                </a:path>
              </a:pathLst>
            </a:custGeom>
            <a:solidFill>
              <a:srgbClr val="F1C6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7137222" y="4283119"/>
              <a:ext cx="43180" cy="522605"/>
            </a:xfrm>
            <a:custGeom>
              <a:avLst/>
              <a:gdLst/>
              <a:ahLst/>
              <a:cxnLst/>
              <a:rect l="l" t="t" r="r" b="b"/>
              <a:pathLst>
                <a:path w="43179" h="522604">
                  <a:moveTo>
                    <a:pt x="42557" y="102044"/>
                  </a:moveTo>
                  <a:lnTo>
                    <a:pt x="0" y="102044"/>
                  </a:lnTo>
                  <a:lnTo>
                    <a:pt x="0" y="522071"/>
                  </a:lnTo>
                  <a:lnTo>
                    <a:pt x="42557" y="522071"/>
                  </a:lnTo>
                  <a:lnTo>
                    <a:pt x="42557" y="102044"/>
                  </a:lnTo>
                  <a:close/>
                </a:path>
                <a:path w="43179" h="522604">
                  <a:moveTo>
                    <a:pt x="42557" y="0"/>
                  </a:moveTo>
                  <a:lnTo>
                    <a:pt x="0" y="0"/>
                  </a:lnTo>
                  <a:lnTo>
                    <a:pt x="0" y="38201"/>
                  </a:lnTo>
                  <a:lnTo>
                    <a:pt x="42557" y="38201"/>
                  </a:lnTo>
                  <a:lnTo>
                    <a:pt x="42557" y="0"/>
                  </a:lnTo>
                  <a:close/>
                </a:path>
              </a:pathLst>
            </a:custGeom>
            <a:solidFill>
              <a:srgbClr val="D5A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7013282" y="4321320"/>
              <a:ext cx="173355" cy="445770"/>
            </a:xfrm>
            <a:custGeom>
              <a:avLst/>
              <a:gdLst/>
              <a:ahLst/>
              <a:cxnLst/>
              <a:rect l="l" t="t" r="r" b="b"/>
              <a:pathLst>
                <a:path w="173354" h="445770">
                  <a:moveTo>
                    <a:pt x="55079" y="343166"/>
                  </a:moveTo>
                  <a:lnTo>
                    <a:pt x="0" y="343166"/>
                  </a:lnTo>
                  <a:lnTo>
                    <a:pt x="0" y="445236"/>
                  </a:lnTo>
                  <a:lnTo>
                    <a:pt x="55079" y="445236"/>
                  </a:lnTo>
                  <a:lnTo>
                    <a:pt x="55079" y="343166"/>
                  </a:lnTo>
                  <a:close/>
                </a:path>
                <a:path w="173354" h="445770">
                  <a:moveTo>
                    <a:pt x="172758" y="2108"/>
                  </a:moveTo>
                  <a:lnTo>
                    <a:pt x="170649" y="0"/>
                  </a:lnTo>
                  <a:lnTo>
                    <a:pt x="119799" y="0"/>
                  </a:lnTo>
                  <a:lnTo>
                    <a:pt x="117678" y="2120"/>
                  </a:lnTo>
                  <a:lnTo>
                    <a:pt x="117678" y="61709"/>
                  </a:lnTo>
                  <a:lnTo>
                    <a:pt x="119799" y="63842"/>
                  </a:lnTo>
                  <a:lnTo>
                    <a:pt x="168033" y="63842"/>
                  </a:lnTo>
                  <a:lnTo>
                    <a:pt x="170649" y="63842"/>
                  </a:lnTo>
                  <a:lnTo>
                    <a:pt x="172758" y="61722"/>
                  </a:lnTo>
                  <a:lnTo>
                    <a:pt x="172758" y="2108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7245747" y="4321313"/>
              <a:ext cx="31750" cy="241935"/>
            </a:xfrm>
            <a:custGeom>
              <a:avLst/>
              <a:gdLst/>
              <a:ahLst/>
              <a:cxnLst/>
              <a:rect l="l" t="t" r="r" b="b"/>
              <a:pathLst>
                <a:path w="31750" h="241935">
                  <a:moveTo>
                    <a:pt x="31695" y="0"/>
                  </a:moveTo>
                  <a:lnTo>
                    <a:pt x="0" y="0"/>
                  </a:lnTo>
                  <a:lnTo>
                    <a:pt x="0" y="241353"/>
                  </a:lnTo>
                  <a:lnTo>
                    <a:pt x="31695" y="241353"/>
                  </a:lnTo>
                  <a:lnTo>
                    <a:pt x="31695" y="0"/>
                  </a:lnTo>
                  <a:close/>
                </a:path>
              </a:pathLst>
            </a:custGeom>
            <a:solidFill>
              <a:srgbClr val="D5AC6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6" name="object 136" descr=""/>
          <p:cNvGrpSpPr/>
          <p:nvPr/>
        </p:nvGrpSpPr>
        <p:grpSpPr>
          <a:xfrm>
            <a:off x="7011451" y="3062849"/>
            <a:ext cx="501650" cy="751205"/>
            <a:chOff x="7011451" y="3062849"/>
            <a:chExt cx="501650" cy="751205"/>
          </a:xfrm>
        </p:grpSpPr>
        <p:sp>
          <p:nvSpPr>
            <p:cNvPr id="137" name="object 137" descr=""/>
            <p:cNvSpPr/>
            <p:nvPr/>
          </p:nvSpPr>
          <p:spPr>
            <a:xfrm>
              <a:off x="7152504" y="3062849"/>
              <a:ext cx="360680" cy="751205"/>
            </a:xfrm>
            <a:custGeom>
              <a:avLst/>
              <a:gdLst/>
              <a:ahLst/>
              <a:cxnLst/>
              <a:rect l="l" t="t" r="r" b="b"/>
              <a:pathLst>
                <a:path w="360679" h="751204">
                  <a:moveTo>
                    <a:pt x="360564" y="0"/>
                  </a:moveTo>
                  <a:lnTo>
                    <a:pt x="0" y="0"/>
                  </a:lnTo>
                  <a:lnTo>
                    <a:pt x="0" y="750825"/>
                  </a:lnTo>
                  <a:lnTo>
                    <a:pt x="360564" y="750825"/>
                  </a:lnTo>
                  <a:lnTo>
                    <a:pt x="360564" y="0"/>
                  </a:lnTo>
                  <a:close/>
                </a:path>
              </a:pathLst>
            </a:custGeom>
            <a:solidFill>
              <a:srgbClr val="528F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7185063" y="3091697"/>
              <a:ext cx="299085" cy="683260"/>
            </a:xfrm>
            <a:custGeom>
              <a:avLst/>
              <a:gdLst/>
              <a:ahLst/>
              <a:cxnLst/>
              <a:rect l="l" t="t" r="r" b="b"/>
              <a:pathLst>
                <a:path w="299084" h="683260">
                  <a:moveTo>
                    <a:pt x="291101" y="0"/>
                  </a:moveTo>
                  <a:lnTo>
                    <a:pt x="281603" y="0"/>
                  </a:lnTo>
                  <a:lnTo>
                    <a:pt x="7706" y="0"/>
                  </a:lnTo>
                  <a:lnTo>
                    <a:pt x="0" y="7696"/>
                  </a:lnTo>
                  <a:lnTo>
                    <a:pt x="0" y="675047"/>
                  </a:lnTo>
                  <a:lnTo>
                    <a:pt x="7706" y="682743"/>
                  </a:lnTo>
                  <a:lnTo>
                    <a:pt x="291101" y="682743"/>
                  </a:lnTo>
                  <a:lnTo>
                    <a:pt x="298797" y="675037"/>
                  </a:lnTo>
                  <a:lnTo>
                    <a:pt x="298797" y="7696"/>
                  </a:lnTo>
                  <a:lnTo>
                    <a:pt x="291101" y="0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7105490" y="3062849"/>
              <a:ext cx="360680" cy="751205"/>
            </a:xfrm>
            <a:custGeom>
              <a:avLst/>
              <a:gdLst/>
              <a:ahLst/>
              <a:cxnLst/>
              <a:rect l="l" t="t" r="r" b="b"/>
              <a:pathLst>
                <a:path w="360679" h="751204">
                  <a:moveTo>
                    <a:pt x="360564" y="0"/>
                  </a:moveTo>
                  <a:lnTo>
                    <a:pt x="0" y="0"/>
                  </a:lnTo>
                  <a:lnTo>
                    <a:pt x="0" y="750825"/>
                  </a:lnTo>
                  <a:lnTo>
                    <a:pt x="360564" y="750825"/>
                  </a:lnTo>
                  <a:lnTo>
                    <a:pt x="360564" y="0"/>
                  </a:lnTo>
                  <a:close/>
                </a:path>
              </a:pathLst>
            </a:custGeom>
            <a:solidFill>
              <a:srgbClr val="528F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7138032" y="3091697"/>
              <a:ext cx="299085" cy="683260"/>
            </a:xfrm>
            <a:custGeom>
              <a:avLst/>
              <a:gdLst/>
              <a:ahLst/>
              <a:cxnLst/>
              <a:rect l="l" t="t" r="r" b="b"/>
              <a:pathLst>
                <a:path w="299084" h="683260">
                  <a:moveTo>
                    <a:pt x="291122" y="0"/>
                  </a:moveTo>
                  <a:lnTo>
                    <a:pt x="281624" y="0"/>
                  </a:lnTo>
                  <a:lnTo>
                    <a:pt x="7706" y="0"/>
                  </a:lnTo>
                  <a:lnTo>
                    <a:pt x="0" y="7706"/>
                  </a:lnTo>
                  <a:lnTo>
                    <a:pt x="0" y="675037"/>
                  </a:lnTo>
                  <a:lnTo>
                    <a:pt x="7706" y="682743"/>
                  </a:lnTo>
                  <a:lnTo>
                    <a:pt x="291111" y="682743"/>
                  </a:lnTo>
                  <a:lnTo>
                    <a:pt x="298818" y="675037"/>
                  </a:lnTo>
                  <a:lnTo>
                    <a:pt x="298818" y="7696"/>
                  </a:lnTo>
                  <a:lnTo>
                    <a:pt x="291122" y="0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7058465" y="3062849"/>
              <a:ext cx="360680" cy="751205"/>
            </a:xfrm>
            <a:custGeom>
              <a:avLst/>
              <a:gdLst/>
              <a:ahLst/>
              <a:cxnLst/>
              <a:rect l="l" t="t" r="r" b="b"/>
              <a:pathLst>
                <a:path w="360679" h="751204">
                  <a:moveTo>
                    <a:pt x="360554" y="0"/>
                  </a:moveTo>
                  <a:lnTo>
                    <a:pt x="0" y="0"/>
                  </a:lnTo>
                  <a:lnTo>
                    <a:pt x="0" y="750825"/>
                  </a:lnTo>
                  <a:lnTo>
                    <a:pt x="360554" y="750825"/>
                  </a:lnTo>
                  <a:lnTo>
                    <a:pt x="360554" y="0"/>
                  </a:lnTo>
                  <a:close/>
                </a:path>
              </a:pathLst>
            </a:custGeom>
            <a:solidFill>
              <a:srgbClr val="528F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7091000" y="3091697"/>
              <a:ext cx="299085" cy="683260"/>
            </a:xfrm>
            <a:custGeom>
              <a:avLst/>
              <a:gdLst/>
              <a:ahLst/>
              <a:cxnLst/>
              <a:rect l="l" t="t" r="r" b="b"/>
              <a:pathLst>
                <a:path w="299084" h="683260">
                  <a:moveTo>
                    <a:pt x="291122" y="0"/>
                  </a:moveTo>
                  <a:lnTo>
                    <a:pt x="281624" y="0"/>
                  </a:lnTo>
                  <a:lnTo>
                    <a:pt x="7717" y="0"/>
                  </a:lnTo>
                  <a:lnTo>
                    <a:pt x="0" y="7706"/>
                  </a:lnTo>
                  <a:lnTo>
                    <a:pt x="0" y="675037"/>
                  </a:lnTo>
                  <a:lnTo>
                    <a:pt x="7706" y="682743"/>
                  </a:lnTo>
                  <a:lnTo>
                    <a:pt x="291122" y="682743"/>
                  </a:lnTo>
                  <a:lnTo>
                    <a:pt x="298828" y="675037"/>
                  </a:lnTo>
                  <a:lnTo>
                    <a:pt x="298828" y="7696"/>
                  </a:lnTo>
                  <a:lnTo>
                    <a:pt x="291122" y="0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7011451" y="3062849"/>
              <a:ext cx="360680" cy="751205"/>
            </a:xfrm>
            <a:custGeom>
              <a:avLst/>
              <a:gdLst/>
              <a:ahLst/>
              <a:cxnLst/>
              <a:rect l="l" t="t" r="r" b="b"/>
              <a:pathLst>
                <a:path w="360679" h="751204">
                  <a:moveTo>
                    <a:pt x="360564" y="0"/>
                  </a:moveTo>
                  <a:lnTo>
                    <a:pt x="0" y="0"/>
                  </a:lnTo>
                  <a:lnTo>
                    <a:pt x="0" y="750825"/>
                  </a:lnTo>
                  <a:lnTo>
                    <a:pt x="360564" y="750825"/>
                  </a:lnTo>
                  <a:lnTo>
                    <a:pt x="360564" y="0"/>
                  </a:lnTo>
                  <a:close/>
                </a:path>
              </a:pathLst>
            </a:custGeom>
            <a:solidFill>
              <a:srgbClr val="528F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7043991" y="3091697"/>
              <a:ext cx="299085" cy="683260"/>
            </a:xfrm>
            <a:custGeom>
              <a:avLst/>
              <a:gdLst/>
              <a:ahLst/>
              <a:cxnLst/>
              <a:rect l="l" t="t" r="r" b="b"/>
              <a:pathLst>
                <a:path w="299084" h="683260">
                  <a:moveTo>
                    <a:pt x="291101" y="0"/>
                  </a:moveTo>
                  <a:lnTo>
                    <a:pt x="281603" y="0"/>
                  </a:lnTo>
                  <a:lnTo>
                    <a:pt x="7706" y="0"/>
                  </a:lnTo>
                  <a:lnTo>
                    <a:pt x="0" y="7706"/>
                  </a:lnTo>
                  <a:lnTo>
                    <a:pt x="0" y="675037"/>
                  </a:lnTo>
                  <a:lnTo>
                    <a:pt x="7706" y="682743"/>
                  </a:lnTo>
                  <a:lnTo>
                    <a:pt x="291101" y="682743"/>
                  </a:lnTo>
                  <a:lnTo>
                    <a:pt x="298807" y="675047"/>
                  </a:lnTo>
                  <a:lnTo>
                    <a:pt x="298807" y="7696"/>
                  </a:lnTo>
                  <a:lnTo>
                    <a:pt x="291101" y="0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082801" y="3329765"/>
              <a:ext cx="217030" cy="216998"/>
            </a:xfrm>
            <a:prstGeom prst="rect">
              <a:avLst/>
            </a:prstGeom>
          </p:spPr>
        </p:pic>
        <p:sp>
          <p:nvSpPr>
            <p:cNvPr id="146" name="object 146" descr=""/>
            <p:cNvSpPr/>
            <p:nvPr/>
          </p:nvSpPr>
          <p:spPr>
            <a:xfrm>
              <a:off x="7011441" y="3412178"/>
              <a:ext cx="501650" cy="38735"/>
            </a:xfrm>
            <a:custGeom>
              <a:avLst/>
              <a:gdLst/>
              <a:ahLst/>
              <a:cxnLst/>
              <a:rect l="l" t="t" r="r" b="b"/>
              <a:pathLst>
                <a:path w="501650" h="38735">
                  <a:moveTo>
                    <a:pt x="501624" y="26200"/>
                  </a:moveTo>
                  <a:lnTo>
                    <a:pt x="0" y="26200"/>
                  </a:lnTo>
                  <a:lnTo>
                    <a:pt x="0" y="38303"/>
                  </a:lnTo>
                  <a:lnTo>
                    <a:pt x="501624" y="38303"/>
                  </a:lnTo>
                  <a:lnTo>
                    <a:pt x="501624" y="26200"/>
                  </a:lnTo>
                  <a:close/>
                </a:path>
                <a:path w="501650" h="38735">
                  <a:moveTo>
                    <a:pt x="501624" y="0"/>
                  </a:moveTo>
                  <a:lnTo>
                    <a:pt x="0" y="0"/>
                  </a:lnTo>
                  <a:lnTo>
                    <a:pt x="0" y="12090"/>
                  </a:lnTo>
                  <a:lnTo>
                    <a:pt x="501624" y="12090"/>
                  </a:lnTo>
                  <a:lnTo>
                    <a:pt x="501624" y="0"/>
                  </a:lnTo>
                  <a:close/>
                </a:path>
              </a:pathLst>
            </a:custGeom>
            <a:solidFill>
              <a:srgbClr val="CF455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7" name="object 147" descr=""/>
          <p:cNvGrpSpPr/>
          <p:nvPr/>
        </p:nvGrpSpPr>
        <p:grpSpPr>
          <a:xfrm>
            <a:off x="6302530" y="3051771"/>
            <a:ext cx="360680" cy="751205"/>
            <a:chOff x="6302530" y="3051771"/>
            <a:chExt cx="360680" cy="751205"/>
          </a:xfrm>
        </p:grpSpPr>
        <p:sp>
          <p:nvSpPr>
            <p:cNvPr id="148" name="object 148" descr=""/>
            <p:cNvSpPr/>
            <p:nvPr/>
          </p:nvSpPr>
          <p:spPr>
            <a:xfrm>
              <a:off x="6302530" y="3051771"/>
              <a:ext cx="360680" cy="751205"/>
            </a:xfrm>
            <a:custGeom>
              <a:avLst/>
              <a:gdLst/>
              <a:ahLst/>
              <a:cxnLst/>
              <a:rect l="l" t="t" r="r" b="b"/>
              <a:pathLst>
                <a:path w="360679" h="751204">
                  <a:moveTo>
                    <a:pt x="360564" y="0"/>
                  </a:moveTo>
                  <a:lnTo>
                    <a:pt x="0" y="0"/>
                  </a:lnTo>
                  <a:lnTo>
                    <a:pt x="0" y="750825"/>
                  </a:lnTo>
                  <a:lnTo>
                    <a:pt x="360564" y="750825"/>
                  </a:lnTo>
                  <a:lnTo>
                    <a:pt x="360564" y="0"/>
                  </a:lnTo>
                  <a:close/>
                </a:path>
              </a:pathLst>
            </a:custGeom>
            <a:solidFill>
              <a:srgbClr val="528F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6335072" y="3091005"/>
              <a:ext cx="299085" cy="683260"/>
            </a:xfrm>
            <a:custGeom>
              <a:avLst/>
              <a:gdLst/>
              <a:ahLst/>
              <a:cxnLst/>
              <a:rect l="l" t="t" r="r" b="b"/>
              <a:pathLst>
                <a:path w="299084" h="683260">
                  <a:moveTo>
                    <a:pt x="291101" y="0"/>
                  </a:moveTo>
                  <a:lnTo>
                    <a:pt x="7706" y="0"/>
                  </a:lnTo>
                  <a:lnTo>
                    <a:pt x="0" y="7696"/>
                  </a:lnTo>
                  <a:lnTo>
                    <a:pt x="0" y="675016"/>
                  </a:lnTo>
                  <a:lnTo>
                    <a:pt x="7706" y="682722"/>
                  </a:lnTo>
                  <a:lnTo>
                    <a:pt x="281603" y="682722"/>
                  </a:lnTo>
                  <a:lnTo>
                    <a:pt x="291101" y="682722"/>
                  </a:lnTo>
                  <a:lnTo>
                    <a:pt x="298807" y="675026"/>
                  </a:lnTo>
                  <a:lnTo>
                    <a:pt x="298807" y="7696"/>
                  </a:lnTo>
                  <a:lnTo>
                    <a:pt x="291101" y="0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73884" y="3318680"/>
              <a:ext cx="217030" cy="216998"/>
            </a:xfrm>
            <a:prstGeom prst="rect">
              <a:avLst/>
            </a:prstGeom>
          </p:spPr>
        </p:pic>
      </p:grpSp>
      <p:pic>
        <p:nvPicPr>
          <p:cNvPr id="151" name="object 151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752083" y="1788175"/>
            <a:ext cx="1050020" cy="783609"/>
          </a:xfrm>
          <a:prstGeom prst="rect">
            <a:avLst/>
          </a:prstGeom>
        </p:spPr>
      </p:pic>
      <p:grpSp>
        <p:nvGrpSpPr>
          <p:cNvPr id="152" name="object 152" descr=""/>
          <p:cNvGrpSpPr/>
          <p:nvPr/>
        </p:nvGrpSpPr>
        <p:grpSpPr>
          <a:xfrm>
            <a:off x="981718" y="2612789"/>
            <a:ext cx="824865" cy="1211580"/>
            <a:chOff x="981718" y="2612789"/>
            <a:chExt cx="824865" cy="1211580"/>
          </a:xfrm>
        </p:grpSpPr>
        <p:sp>
          <p:nvSpPr>
            <p:cNvPr id="153" name="object 153" descr=""/>
            <p:cNvSpPr/>
            <p:nvPr/>
          </p:nvSpPr>
          <p:spPr>
            <a:xfrm>
              <a:off x="1257403" y="2612789"/>
              <a:ext cx="549275" cy="1211580"/>
            </a:xfrm>
            <a:custGeom>
              <a:avLst/>
              <a:gdLst/>
              <a:ahLst/>
              <a:cxnLst/>
              <a:rect l="l" t="t" r="r" b="b"/>
              <a:pathLst>
                <a:path w="549275" h="1211579">
                  <a:moveTo>
                    <a:pt x="0" y="0"/>
                  </a:moveTo>
                  <a:lnTo>
                    <a:pt x="0" y="1211376"/>
                  </a:lnTo>
                  <a:lnTo>
                    <a:pt x="548684" y="1175671"/>
                  </a:lnTo>
                  <a:lnTo>
                    <a:pt x="548684" y="499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981718" y="2612789"/>
              <a:ext cx="287655" cy="1211580"/>
            </a:xfrm>
            <a:custGeom>
              <a:avLst/>
              <a:gdLst/>
              <a:ahLst/>
              <a:cxnLst/>
              <a:rect l="l" t="t" r="r" b="b"/>
              <a:pathLst>
                <a:path w="287655" h="1211579">
                  <a:moveTo>
                    <a:pt x="287059" y="0"/>
                  </a:moveTo>
                  <a:lnTo>
                    <a:pt x="0" y="0"/>
                  </a:lnTo>
                  <a:lnTo>
                    <a:pt x="0" y="1211376"/>
                  </a:lnTo>
                  <a:lnTo>
                    <a:pt x="287059" y="1211376"/>
                  </a:lnTo>
                  <a:lnTo>
                    <a:pt x="287059" y="0"/>
                  </a:lnTo>
                  <a:close/>
                </a:path>
              </a:pathLst>
            </a:custGeom>
            <a:solidFill>
              <a:srgbClr val="3C54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043868" y="2760998"/>
              <a:ext cx="151765" cy="318135"/>
            </a:xfrm>
            <a:custGeom>
              <a:avLst/>
              <a:gdLst/>
              <a:ahLst/>
              <a:cxnLst/>
              <a:rect l="l" t="t" r="r" b="b"/>
              <a:pathLst>
                <a:path w="151765" h="318135">
                  <a:moveTo>
                    <a:pt x="144047" y="0"/>
                  </a:moveTo>
                  <a:lnTo>
                    <a:pt x="7340" y="0"/>
                  </a:lnTo>
                  <a:lnTo>
                    <a:pt x="0" y="7340"/>
                  </a:lnTo>
                  <a:lnTo>
                    <a:pt x="0" y="310754"/>
                  </a:lnTo>
                  <a:lnTo>
                    <a:pt x="7340" y="318105"/>
                  </a:lnTo>
                  <a:lnTo>
                    <a:pt x="144047" y="318105"/>
                  </a:lnTo>
                  <a:lnTo>
                    <a:pt x="151388" y="310754"/>
                  </a:lnTo>
                  <a:lnTo>
                    <a:pt x="151388" y="301781"/>
                  </a:lnTo>
                  <a:lnTo>
                    <a:pt x="151388" y="7340"/>
                  </a:lnTo>
                  <a:lnTo>
                    <a:pt x="144047" y="0"/>
                  </a:lnTo>
                  <a:close/>
                </a:path>
              </a:pathLst>
            </a:custGeom>
            <a:solidFill>
              <a:srgbClr val="F5EBE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6" name="object 156" descr=""/>
          <p:cNvGrpSpPr/>
          <p:nvPr/>
        </p:nvGrpSpPr>
        <p:grpSpPr>
          <a:xfrm>
            <a:off x="8855636" y="1014259"/>
            <a:ext cx="5070475" cy="4099560"/>
            <a:chOff x="8855636" y="1014259"/>
            <a:chExt cx="5070475" cy="4099560"/>
          </a:xfrm>
        </p:grpSpPr>
        <p:pic>
          <p:nvPicPr>
            <p:cNvPr id="157" name="object 15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768527" y="1808616"/>
              <a:ext cx="1775685" cy="3304773"/>
            </a:xfrm>
            <a:prstGeom prst="rect">
              <a:avLst/>
            </a:prstGeom>
          </p:spPr>
        </p:pic>
        <p:sp>
          <p:nvSpPr>
            <p:cNvPr id="158" name="object 158" descr=""/>
            <p:cNvSpPr/>
            <p:nvPr/>
          </p:nvSpPr>
          <p:spPr>
            <a:xfrm>
              <a:off x="12230989" y="2251491"/>
              <a:ext cx="999490" cy="208915"/>
            </a:xfrm>
            <a:custGeom>
              <a:avLst/>
              <a:gdLst/>
              <a:ahLst/>
              <a:cxnLst/>
              <a:rect l="l" t="t" r="r" b="b"/>
              <a:pathLst>
                <a:path w="999490" h="208914">
                  <a:moveTo>
                    <a:pt x="999152" y="0"/>
                  </a:moveTo>
                  <a:lnTo>
                    <a:pt x="0" y="722"/>
                  </a:lnTo>
                  <a:lnTo>
                    <a:pt x="157" y="208328"/>
                  </a:lnTo>
                  <a:lnTo>
                    <a:pt x="999309" y="207606"/>
                  </a:lnTo>
                  <a:lnTo>
                    <a:pt x="999152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2845563" y="2298393"/>
              <a:ext cx="262890" cy="114300"/>
            </a:xfrm>
            <a:custGeom>
              <a:avLst/>
              <a:gdLst/>
              <a:ahLst/>
              <a:cxnLst/>
              <a:rect l="l" t="t" r="r" b="b"/>
              <a:pathLst>
                <a:path w="262890" h="114300">
                  <a:moveTo>
                    <a:pt x="256044" y="0"/>
                  </a:moveTo>
                  <a:lnTo>
                    <a:pt x="6324" y="167"/>
                  </a:lnTo>
                  <a:lnTo>
                    <a:pt x="0" y="6491"/>
                  </a:lnTo>
                  <a:lnTo>
                    <a:pt x="73" y="107871"/>
                  </a:lnTo>
                  <a:lnTo>
                    <a:pt x="6397" y="114195"/>
                  </a:lnTo>
                  <a:lnTo>
                    <a:pt x="14135" y="114185"/>
                  </a:lnTo>
                  <a:lnTo>
                    <a:pt x="256149" y="114006"/>
                  </a:lnTo>
                  <a:lnTo>
                    <a:pt x="262473" y="107682"/>
                  </a:lnTo>
                  <a:lnTo>
                    <a:pt x="262379" y="6313"/>
                  </a:lnTo>
                  <a:lnTo>
                    <a:pt x="256044" y="0"/>
                  </a:lnTo>
                  <a:close/>
                </a:path>
              </a:pathLst>
            </a:custGeom>
            <a:solidFill>
              <a:srgbClr val="F5EB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2231147" y="2475357"/>
              <a:ext cx="999490" cy="208915"/>
            </a:xfrm>
            <a:custGeom>
              <a:avLst/>
              <a:gdLst/>
              <a:ahLst/>
              <a:cxnLst/>
              <a:rect l="l" t="t" r="r" b="b"/>
              <a:pathLst>
                <a:path w="999490" h="208914">
                  <a:moveTo>
                    <a:pt x="999173" y="0"/>
                  </a:moveTo>
                  <a:lnTo>
                    <a:pt x="0" y="722"/>
                  </a:lnTo>
                  <a:lnTo>
                    <a:pt x="157" y="208318"/>
                  </a:lnTo>
                  <a:lnTo>
                    <a:pt x="999309" y="207606"/>
                  </a:lnTo>
                  <a:lnTo>
                    <a:pt x="999173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2845723" y="2522240"/>
              <a:ext cx="262890" cy="114300"/>
            </a:xfrm>
            <a:custGeom>
              <a:avLst/>
              <a:gdLst/>
              <a:ahLst/>
              <a:cxnLst/>
              <a:rect l="l" t="t" r="r" b="b"/>
              <a:pathLst>
                <a:path w="262890" h="114300">
                  <a:moveTo>
                    <a:pt x="256055" y="0"/>
                  </a:moveTo>
                  <a:lnTo>
                    <a:pt x="6324" y="178"/>
                  </a:lnTo>
                  <a:lnTo>
                    <a:pt x="0" y="6512"/>
                  </a:lnTo>
                  <a:lnTo>
                    <a:pt x="73" y="107871"/>
                  </a:lnTo>
                  <a:lnTo>
                    <a:pt x="6408" y="114205"/>
                  </a:lnTo>
                  <a:lnTo>
                    <a:pt x="14146" y="114195"/>
                  </a:lnTo>
                  <a:lnTo>
                    <a:pt x="256128" y="114017"/>
                  </a:lnTo>
                  <a:lnTo>
                    <a:pt x="262452" y="107693"/>
                  </a:lnTo>
                  <a:lnTo>
                    <a:pt x="262379" y="6324"/>
                  </a:lnTo>
                  <a:lnTo>
                    <a:pt x="256055" y="0"/>
                  </a:lnTo>
                  <a:close/>
                </a:path>
              </a:pathLst>
            </a:custGeom>
            <a:solidFill>
              <a:srgbClr val="F5EB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2231307" y="2699212"/>
              <a:ext cx="999490" cy="205740"/>
            </a:xfrm>
            <a:custGeom>
              <a:avLst/>
              <a:gdLst/>
              <a:ahLst/>
              <a:cxnLst/>
              <a:rect l="l" t="t" r="r" b="b"/>
              <a:pathLst>
                <a:path w="999490" h="205739">
                  <a:moveTo>
                    <a:pt x="0" y="205694"/>
                  </a:moveTo>
                  <a:lnTo>
                    <a:pt x="999309" y="205694"/>
                  </a:lnTo>
                  <a:lnTo>
                    <a:pt x="999309" y="0"/>
                  </a:lnTo>
                  <a:lnTo>
                    <a:pt x="0" y="0"/>
                  </a:lnTo>
                  <a:lnTo>
                    <a:pt x="0" y="205694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2845882" y="2746115"/>
              <a:ext cx="262890" cy="114300"/>
            </a:xfrm>
            <a:custGeom>
              <a:avLst/>
              <a:gdLst/>
              <a:ahLst/>
              <a:cxnLst/>
              <a:rect l="l" t="t" r="r" b="b"/>
              <a:pathLst>
                <a:path w="262890" h="114300">
                  <a:moveTo>
                    <a:pt x="256055" y="0"/>
                  </a:moveTo>
                  <a:lnTo>
                    <a:pt x="6324" y="167"/>
                  </a:lnTo>
                  <a:lnTo>
                    <a:pt x="0" y="6491"/>
                  </a:lnTo>
                  <a:lnTo>
                    <a:pt x="73" y="107860"/>
                  </a:lnTo>
                  <a:lnTo>
                    <a:pt x="6397" y="114185"/>
                  </a:lnTo>
                  <a:lnTo>
                    <a:pt x="14135" y="114174"/>
                  </a:lnTo>
                  <a:lnTo>
                    <a:pt x="256128" y="113996"/>
                  </a:lnTo>
                  <a:lnTo>
                    <a:pt x="262452" y="107672"/>
                  </a:lnTo>
                  <a:lnTo>
                    <a:pt x="262379" y="6313"/>
                  </a:lnTo>
                  <a:lnTo>
                    <a:pt x="256055" y="0"/>
                  </a:lnTo>
                  <a:close/>
                </a:path>
              </a:pathLst>
            </a:custGeom>
            <a:solidFill>
              <a:srgbClr val="F5EB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3127045" y="1370272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80" h="81280">
                  <a:moveTo>
                    <a:pt x="81055" y="0"/>
                  </a:moveTo>
                  <a:lnTo>
                    <a:pt x="0" y="0"/>
                  </a:lnTo>
                  <a:lnTo>
                    <a:pt x="0" y="81076"/>
                  </a:lnTo>
                  <a:lnTo>
                    <a:pt x="81055" y="81076"/>
                  </a:lnTo>
                  <a:lnTo>
                    <a:pt x="81055" y="0"/>
                  </a:lnTo>
                  <a:close/>
                </a:path>
              </a:pathLst>
            </a:custGeom>
            <a:solidFill>
              <a:srgbClr val="414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2256557" y="1278454"/>
              <a:ext cx="822960" cy="92075"/>
            </a:xfrm>
            <a:custGeom>
              <a:avLst/>
              <a:gdLst/>
              <a:ahLst/>
              <a:cxnLst/>
              <a:rect l="l" t="t" r="r" b="b"/>
              <a:pathLst>
                <a:path w="822959" h="92075">
                  <a:moveTo>
                    <a:pt x="776447" y="0"/>
                  </a:moveTo>
                  <a:lnTo>
                    <a:pt x="45935" y="0"/>
                  </a:lnTo>
                  <a:lnTo>
                    <a:pt x="28094" y="3621"/>
                  </a:lnTo>
                  <a:lnTo>
                    <a:pt x="13489" y="13482"/>
                  </a:lnTo>
                  <a:lnTo>
                    <a:pt x="3622" y="28081"/>
                  </a:lnTo>
                  <a:lnTo>
                    <a:pt x="0" y="45914"/>
                  </a:lnTo>
                  <a:lnTo>
                    <a:pt x="3622" y="63737"/>
                  </a:lnTo>
                  <a:lnTo>
                    <a:pt x="13489" y="78334"/>
                  </a:lnTo>
                  <a:lnTo>
                    <a:pt x="28094" y="88196"/>
                  </a:lnTo>
                  <a:lnTo>
                    <a:pt x="45935" y="91819"/>
                  </a:lnTo>
                  <a:lnTo>
                    <a:pt x="776447" y="91819"/>
                  </a:lnTo>
                  <a:lnTo>
                    <a:pt x="794277" y="88196"/>
                  </a:lnTo>
                  <a:lnTo>
                    <a:pt x="808869" y="78334"/>
                  </a:lnTo>
                  <a:lnTo>
                    <a:pt x="818723" y="63737"/>
                  </a:lnTo>
                  <a:lnTo>
                    <a:pt x="822341" y="45914"/>
                  </a:lnTo>
                  <a:lnTo>
                    <a:pt x="818723" y="28081"/>
                  </a:lnTo>
                  <a:lnTo>
                    <a:pt x="808869" y="13482"/>
                  </a:lnTo>
                  <a:lnTo>
                    <a:pt x="794277" y="3621"/>
                  </a:lnTo>
                  <a:lnTo>
                    <a:pt x="776447" y="0"/>
                  </a:lnTo>
                  <a:close/>
                </a:path>
              </a:pathLst>
            </a:custGeom>
            <a:solidFill>
              <a:srgbClr val="E9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2220455" y="1240224"/>
              <a:ext cx="1021080" cy="76835"/>
            </a:xfrm>
            <a:custGeom>
              <a:avLst/>
              <a:gdLst/>
              <a:ahLst/>
              <a:cxnLst/>
              <a:rect l="l" t="t" r="r" b="b"/>
              <a:pathLst>
                <a:path w="1021080" h="76834">
                  <a:moveTo>
                    <a:pt x="1020995" y="0"/>
                  </a:moveTo>
                  <a:lnTo>
                    <a:pt x="0" y="0"/>
                  </a:lnTo>
                  <a:lnTo>
                    <a:pt x="0" y="76468"/>
                  </a:lnTo>
                  <a:lnTo>
                    <a:pt x="1020995" y="76468"/>
                  </a:lnTo>
                  <a:lnTo>
                    <a:pt x="1020995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3078889" y="1316703"/>
              <a:ext cx="129539" cy="64135"/>
            </a:xfrm>
            <a:custGeom>
              <a:avLst/>
              <a:gdLst/>
              <a:ahLst/>
              <a:cxnLst/>
              <a:rect l="l" t="t" r="r" b="b"/>
              <a:pathLst>
                <a:path w="129540" h="64134">
                  <a:moveTo>
                    <a:pt x="129210" y="0"/>
                  </a:moveTo>
                  <a:lnTo>
                    <a:pt x="0" y="0"/>
                  </a:lnTo>
                  <a:lnTo>
                    <a:pt x="0" y="63935"/>
                  </a:lnTo>
                  <a:lnTo>
                    <a:pt x="129210" y="63935"/>
                  </a:lnTo>
                  <a:lnTo>
                    <a:pt x="129210" y="0"/>
                  </a:lnTo>
                  <a:close/>
                </a:path>
              </a:pathLst>
            </a:custGeom>
            <a:solidFill>
              <a:srgbClr val="414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3181436" y="1401551"/>
              <a:ext cx="720725" cy="750570"/>
            </a:xfrm>
            <a:custGeom>
              <a:avLst/>
              <a:gdLst/>
              <a:ahLst/>
              <a:cxnLst/>
              <a:rect l="l" t="t" r="r" b="b"/>
              <a:pathLst>
                <a:path w="720725" h="750569">
                  <a:moveTo>
                    <a:pt x="55631" y="0"/>
                  </a:moveTo>
                  <a:lnTo>
                    <a:pt x="0" y="61956"/>
                  </a:lnTo>
                  <a:lnTo>
                    <a:pt x="663215" y="750039"/>
                  </a:lnTo>
                  <a:lnTo>
                    <a:pt x="720543" y="704187"/>
                  </a:lnTo>
                  <a:lnTo>
                    <a:pt x="55631" y="0"/>
                  </a:lnTo>
                  <a:close/>
                </a:path>
              </a:pathLst>
            </a:custGeom>
            <a:solidFill>
              <a:srgbClr val="B9BAC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9" name="object 16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3166214" y="1380636"/>
              <a:ext cx="95840" cy="95829"/>
            </a:xfrm>
            <a:prstGeom prst="rect">
              <a:avLst/>
            </a:prstGeom>
          </p:spPr>
        </p:pic>
        <p:pic>
          <p:nvPicPr>
            <p:cNvPr id="170" name="object 17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3830071" y="2093678"/>
              <a:ext cx="95860" cy="95840"/>
            </a:xfrm>
            <a:prstGeom prst="rect">
              <a:avLst/>
            </a:prstGeom>
          </p:spPr>
        </p:pic>
        <p:sp>
          <p:nvSpPr>
            <p:cNvPr id="171" name="object 171" descr=""/>
            <p:cNvSpPr/>
            <p:nvPr/>
          </p:nvSpPr>
          <p:spPr>
            <a:xfrm>
              <a:off x="13262051" y="2093677"/>
              <a:ext cx="664210" cy="1027430"/>
            </a:xfrm>
            <a:custGeom>
              <a:avLst/>
              <a:gdLst/>
              <a:ahLst/>
              <a:cxnLst/>
              <a:rect l="l" t="t" r="r" b="b"/>
              <a:pathLst>
                <a:path w="664209" h="1027430">
                  <a:moveTo>
                    <a:pt x="196596" y="675741"/>
                  </a:moveTo>
                  <a:lnTo>
                    <a:pt x="152844" y="675741"/>
                  </a:lnTo>
                  <a:lnTo>
                    <a:pt x="152844" y="1027353"/>
                  </a:lnTo>
                  <a:lnTo>
                    <a:pt x="196596" y="1027353"/>
                  </a:lnTo>
                  <a:lnTo>
                    <a:pt x="196596" y="675741"/>
                  </a:lnTo>
                  <a:close/>
                </a:path>
                <a:path w="664209" h="1027430">
                  <a:moveTo>
                    <a:pt x="582599" y="32918"/>
                  </a:moveTo>
                  <a:lnTo>
                    <a:pt x="526796" y="0"/>
                  </a:lnTo>
                  <a:lnTo>
                    <a:pt x="0" y="618845"/>
                  </a:lnTo>
                  <a:lnTo>
                    <a:pt x="81495" y="618845"/>
                  </a:lnTo>
                  <a:lnTo>
                    <a:pt x="582599" y="32918"/>
                  </a:lnTo>
                  <a:close/>
                </a:path>
                <a:path w="664209" h="1027430">
                  <a:moveTo>
                    <a:pt x="663867" y="57912"/>
                  </a:moveTo>
                  <a:lnTo>
                    <a:pt x="620115" y="16243"/>
                  </a:lnTo>
                  <a:lnTo>
                    <a:pt x="105968" y="618845"/>
                  </a:lnTo>
                  <a:lnTo>
                    <a:pt x="195033" y="618845"/>
                  </a:lnTo>
                  <a:lnTo>
                    <a:pt x="663867" y="57912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3262056" y="2635357"/>
              <a:ext cx="215344" cy="164602"/>
            </a:xfrm>
            <a:prstGeom prst="rect">
              <a:avLst/>
            </a:prstGeom>
          </p:spPr>
        </p:pic>
        <p:sp>
          <p:nvSpPr>
            <p:cNvPr id="173" name="object 173" descr=""/>
            <p:cNvSpPr/>
            <p:nvPr/>
          </p:nvSpPr>
          <p:spPr>
            <a:xfrm>
              <a:off x="13292976" y="2718923"/>
              <a:ext cx="256540" cy="422909"/>
            </a:xfrm>
            <a:custGeom>
              <a:avLst/>
              <a:gdLst/>
              <a:ahLst/>
              <a:cxnLst/>
              <a:rect l="l" t="t" r="r" b="b"/>
              <a:pathLst>
                <a:path w="256540" h="422910">
                  <a:moveTo>
                    <a:pt x="256527" y="248640"/>
                  </a:moveTo>
                  <a:lnTo>
                    <a:pt x="256057" y="182892"/>
                  </a:lnTo>
                  <a:lnTo>
                    <a:pt x="254088" y="119329"/>
                  </a:lnTo>
                  <a:lnTo>
                    <a:pt x="251917" y="71069"/>
                  </a:lnTo>
                  <a:lnTo>
                    <a:pt x="242443" y="23279"/>
                  </a:lnTo>
                  <a:lnTo>
                    <a:pt x="203733" y="12"/>
                  </a:lnTo>
                  <a:lnTo>
                    <a:pt x="178866" y="0"/>
                  </a:lnTo>
                  <a:lnTo>
                    <a:pt x="157924" y="4152"/>
                  </a:lnTo>
                  <a:lnTo>
                    <a:pt x="145630" y="8140"/>
                  </a:lnTo>
                  <a:lnTo>
                    <a:pt x="160743" y="47599"/>
                  </a:lnTo>
                  <a:lnTo>
                    <a:pt x="171843" y="44246"/>
                  </a:lnTo>
                  <a:lnTo>
                    <a:pt x="184467" y="42011"/>
                  </a:lnTo>
                  <a:lnTo>
                    <a:pt x="211213" y="106108"/>
                  </a:lnTo>
                  <a:lnTo>
                    <a:pt x="213233" y="167589"/>
                  </a:lnTo>
                  <a:lnTo>
                    <a:pt x="214261" y="228600"/>
                  </a:lnTo>
                  <a:lnTo>
                    <a:pt x="213842" y="279577"/>
                  </a:lnTo>
                  <a:lnTo>
                    <a:pt x="211493" y="310984"/>
                  </a:lnTo>
                  <a:lnTo>
                    <a:pt x="202018" y="313258"/>
                  </a:lnTo>
                  <a:lnTo>
                    <a:pt x="188226" y="314667"/>
                  </a:lnTo>
                  <a:lnTo>
                    <a:pt x="175069" y="314998"/>
                  </a:lnTo>
                  <a:lnTo>
                    <a:pt x="175069" y="295833"/>
                  </a:lnTo>
                  <a:lnTo>
                    <a:pt x="0" y="295833"/>
                  </a:lnTo>
                  <a:lnTo>
                    <a:pt x="0" y="352107"/>
                  </a:lnTo>
                  <a:lnTo>
                    <a:pt x="175069" y="422427"/>
                  </a:lnTo>
                  <a:lnTo>
                    <a:pt x="175069" y="357568"/>
                  </a:lnTo>
                  <a:lnTo>
                    <a:pt x="176720" y="357568"/>
                  </a:lnTo>
                  <a:lnTo>
                    <a:pt x="219049" y="352767"/>
                  </a:lnTo>
                  <a:lnTo>
                    <a:pt x="254165" y="303479"/>
                  </a:lnTo>
                  <a:lnTo>
                    <a:pt x="256527" y="248640"/>
                  </a:lnTo>
                  <a:close/>
                </a:path>
              </a:pathLst>
            </a:custGeom>
            <a:solidFill>
              <a:srgbClr val="B9BA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1774384" y="2600318"/>
              <a:ext cx="991869" cy="23495"/>
            </a:xfrm>
            <a:custGeom>
              <a:avLst/>
              <a:gdLst/>
              <a:ahLst/>
              <a:cxnLst/>
              <a:rect l="l" t="t" r="r" b="b"/>
              <a:pathLst>
                <a:path w="991870" h="23494">
                  <a:moveTo>
                    <a:pt x="991613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1613" y="23454"/>
                  </a:lnTo>
                  <a:lnTo>
                    <a:pt x="991613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1749904" y="2623773"/>
              <a:ext cx="999490" cy="23495"/>
            </a:xfrm>
            <a:custGeom>
              <a:avLst/>
              <a:gdLst/>
              <a:ahLst/>
              <a:cxnLst/>
              <a:rect l="l" t="t" r="r" b="b"/>
              <a:pathLst>
                <a:path w="999490" h="23494">
                  <a:moveTo>
                    <a:pt x="998901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8901" y="23454"/>
                  </a:lnTo>
                  <a:lnTo>
                    <a:pt x="998901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1774384" y="2647228"/>
              <a:ext cx="991869" cy="23495"/>
            </a:xfrm>
            <a:custGeom>
              <a:avLst/>
              <a:gdLst/>
              <a:ahLst/>
              <a:cxnLst/>
              <a:rect l="l" t="t" r="r" b="b"/>
              <a:pathLst>
                <a:path w="991870" h="23494">
                  <a:moveTo>
                    <a:pt x="991613" y="0"/>
                  </a:moveTo>
                  <a:lnTo>
                    <a:pt x="0" y="0"/>
                  </a:lnTo>
                  <a:lnTo>
                    <a:pt x="0" y="23465"/>
                  </a:lnTo>
                  <a:lnTo>
                    <a:pt x="991613" y="23465"/>
                  </a:lnTo>
                  <a:lnTo>
                    <a:pt x="991613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1749904" y="2670693"/>
              <a:ext cx="991235" cy="23495"/>
            </a:xfrm>
            <a:custGeom>
              <a:avLst/>
              <a:gdLst/>
              <a:ahLst/>
              <a:cxnLst/>
              <a:rect l="l" t="t" r="r" b="b"/>
              <a:pathLst>
                <a:path w="991234" h="23494">
                  <a:moveTo>
                    <a:pt x="990702" y="0"/>
                  </a:moveTo>
                  <a:lnTo>
                    <a:pt x="0" y="0"/>
                  </a:lnTo>
                  <a:lnTo>
                    <a:pt x="0" y="23475"/>
                  </a:lnTo>
                  <a:lnTo>
                    <a:pt x="990702" y="23475"/>
                  </a:lnTo>
                  <a:lnTo>
                    <a:pt x="990702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1749904" y="2694169"/>
              <a:ext cx="999490" cy="23495"/>
            </a:xfrm>
            <a:custGeom>
              <a:avLst/>
              <a:gdLst/>
              <a:ahLst/>
              <a:cxnLst/>
              <a:rect l="l" t="t" r="r" b="b"/>
              <a:pathLst>
                <a:path w="999490" h="23494">
                  <a:moveTo>
                    <a:pt x="998901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8901" y="23454"/>
                  </a:lnTo>
                  <a:lnTo>
                    <a:pt x="998901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1774384" y="2717624"/>
              <a:ext cx="991869" cy="23495"/>
            </a:xfrm>
            <a:custGeom>
              <a:avLst/>
              <a:gdLst/>
              <a:ahLst/>
              <a:cxnLst/>
              <a:rect l="l" t="t" r="r" b="b"/>
              <a:pathLst>
                <a:path w="991870" h="23494">
                  <a:moveTo>
                    <a:pt x="991613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1613" y="23454"/>
                  </a:lnTo>
                  <a:lnTo>
                    <a:pt x="991613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1749904" y="2741079"/>
              <a:ext cx="999490" cy="23495"/>
            </a:xfrm>
            <a:custGeom>
              <a:avLst/>
              <a:gdLst/>
              <a:ahLst/>
              <a:cxnLst/>
              <a:rect l="l" t="t" r="r" b="b"/>
              <a:pathLst>
                <a:path w="999490" h="23494">
                  <a:moveTo>
                    <a:pt x="998901" y="0"/>
                  </a:moveTo>
                  <a:lnTo>
                    <a:pt x="0" y="0"/>
                  </a:lnTo>
                  <a:lnTo>
                    <a:pt x="0" y="23465"/>
                  </a:lnTo>
                  <a:lnTo>
                    <a:pt x="998901" y="23465"/>
                  </a:lnTo>
                  <a:lnTo>
                    <a:pt x="998901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1774374" y="2764544"/>
              <a:ext cx="1013460" cy="23495"/>
            </a:xfrm>
            <a:custGeom>
              <a:avLst/>
              <a:gdLst/>
              <a:ahLst/>
              <a:cxnLst/>
              <a:rect l="l" t="t" r="r" b="b"/>
              <a:pathLst>
                <a:path w="1013459" h="23494">
                  <a:moveTo>
                    <a:pt x="1013319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1013319" y="23454"/>
                  </a:lnTo>
                  <a:lnTo>
                    <a:pt x="1013319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1749904" y="2787999"/>
              <a:ext cx="999490" cy="23495"/>
            </a:xfrm>
            <a:custGeom>
              <a:avLst/>
              <a:gdLst/>
              <a:ahLst/>
              <a:cxnLst/>
              <a:rect l="l" t="t" r="r" b="b"/>
              <a:pathLst>
                <a:path w="999490" h="23494">
                  <a:moveTo>
                    <a:pt x="998901" y="0"/>
                  </a:moveTo>
                  <a:lnTo>
                    <a:pt x="0" y="0"/>
                  </a:lnTo>
                  <a:lnTo>
                    <a:pt x="0" y="23465"/>
                  </a:lnTo>
                  <a:lnTo>
                    <a:pt x="998901" y="23465"/>
                  </a:lnTo>
                  <a:lnTo>
                    <a:pt x="998901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1749904" y="2811464"/>
              <a:ext cx="1016635" cy="23495"/>
            </a:xfrm>
            <a:custGeom>
              <a:avLst/>
              <a:gdLst/>
              <a:ahLst/>
              <a:cxnLst/>
              <a:rect l="l" t="t" r="r" b="b"/>
              <a:pathLst>
                <a:path w="1016634" h="23494">
                  <a:moveTo>
                    <a:pt x="1016094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1016094" y="23454"/>
                  </a:lnTo>
                  <a:lnTo>
                    <a:pt x="1016094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1769254" y="2834919"/>
              <a:ext cx="955040" cy="23495"/>
            </a:xfrm>
            <a:custGeom>
              <a:avLst/>
              <a:gdLst/>
              <a:ahLst/>
              <a:cxnLst/>
              <a:rect l="l" t="t" r="r" b="b"/>
              <a:pathLst>
                <a:path w="955040" h="23494">
                  <a:moveTo>
                    <a:pt x="954976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54976" y="23454"/>
                  </a:lnTo>
                  <a:lnTo>
                    <a:pt x="954976" y="0"/>
                  </a:lnTo>
                  <a:close/>
                </a:path>
              </a:pathLst>
            </a:custGeom>
            <a:solidFill>
              <a:srgbClr val="4F45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1749904" y="2858373"/>
              <a:ext cx="1016635" cy="23495"/>
            </a:xfrm>
            <a:custGeom>
              <a:avLst/>
              <a:gdLst/>
              <a:ahLst/>
              <a:cxnLst/>
              <a:rect l="l" t="t" r="r" b="b"/>
              <a:pathLst>
                <a:path w="1016634" h="23494">
                  <a:moveTo>
                    <a:pt x="1016094" y="0"/>
                  </a:moveTo>
                  <a:lnTo>
                    <a:pt x="0" y="0"/>
                  </a:lnTo>
                  <a:lnTo>
                    <a:pt x="0" y="23465"/>
                  </a:lnTo>
                  <a:lnTo>
                    <a:pt x="1016094" y="23465"/>
                  </a:lnTo>
                  <a:lnTo>
                    <a:pt x="1016094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1792887" y="2881839"/>
              <a:ext cx="973455" cy="23495"/>
            </a:xfrm>
            <a:custGeom>
              <a:avLst/>
              <a:gdLst/>
              <a:ahLst/>
              <a:cxnLst/>
              <a:rect l="l" t="t" r="r" b="b"/>
              <a:pathLst>
                <a:path w="973454" h="23494">
                  <a:moveTo>
                    <a:pt x="0" y="23067"/>
                  </a:moveTo>
                  <a:lnTo>
                    <a:pt x="973111" y="23067"/>
                  </a:lnTo>
                  <a:lnTo>
                    <a:pt x="973111" y="0"/>
                  </a:lnTo>
                  <a:lnTo>
                    <a:pt x="0" y="0"/>
                  </a:lnTo>
                  <a:lnTo>
                    <a:pt x="0" y="23067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8855636" y="2904906"/>
              <a:ext cx="4561840" cy="109855"/>
            </a:xfrm>
            <a:custGeom>
              <a:avLst/>
              <a:gdLst/>
              <a:ahLst/>
              <a:cxnLst/>
              <a:rect l="l" t="t" r="r" b="b"/>
              <a:pathLst>
                <a:path w="4561840" h="109855">
                  <a:moveTo>
                    <a:pt x="4561452" y="0"/>
                  </a:moveTo>
                  <a:lnTo>
                    <a:pt x="0" y="0"/>
                  </a:lnTo>
                  <a:lnTo>
                    <a:pt x="0" y="109535"/>
                  </a:lnTo>
                  <a:lnTo>
                    <a:pt x="4561452" y="109535"/>
                  </a:lnTo>
                  <a:lnTo>
                    <a:pt x="4561452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8905693" y="3858139"/>
              <a:ext cx="630555" cy="1242695"/>
            </a:xfrm>
            <a:custGeom>
              <a:avLst/>
              <a:gdLst/>
              <a:ahLst/>
              <a:cxnLst/>
              <a:rect l="l" t="t" r="r" b="b"/>
              <a:pathLst>
                <a:path w="630554" h="1242695">
                  <a:moveTo>
                    <a:pt x="608306" y="0"/>
                  </a:moveTo>
                  <a:lnTo>
                    <a:pt x="21674" y="0"/>
                  </a:lnTo>
                  <a:lnTo>
                    <a:pt x="13261" y="1709"/>
                  </a:lnTo>
                  <a:lnTo>
                    <a:pt x="6368" y="6363"/>
                  </a:lnTo>
                  <a:lnTo>
                    <a:pt x="1711" y="13252"/>
                  </a:lnTo>
                  <a:lnTo>
                    <a:pt x="0" y="21664"/>
                  </a:lnTo>
                  <a:lnTo>
                    <a:pt x="0" y="1220926"/>
                  </a:lnTo>
                  <a:lnTo>
                    <a:pt x="1709" y="1229332"/>
                  </a:lnTo>
                  <a:lnTo>
                    <a:pt x="6363" y="1236217"/>
                  </a:lnTo>
                  <a:lnTo>
                    <a:pt x="13252" y="1240870"/>
                  </a:lnTo>
                  <a:lnTo>
                    <a:pt x="21664" y="1242579"/>
                  </a:lnTo>
                  <a:lnTo>
                    <a:pt x="608316" y="1242579"/>
                  </a:lnTo>
                  <a:lnTo>
                    <a:pt x="616726" y="1240870"/>
                  </a:lnTo>
                  <a:lnTo>
                    <a:pt x="623611" y="1236217"/>
                  </a:lnTo>
                  <a:lnTo>
                    <a:pt x="628262" y="1229332"/>
                  </a:lnTo>
                  <a:lnTo>
                    <a:pt x="629970" y="1220926"/>
                  </a:lnTo>
                  <a:lnTo>
                    <a:pt x="629970" y="21664"/>
                  </a:lnTo>
                  <a:lnTo>
                    <a:pt x="628260" y="13252"/>
                  </a:lnTo>
                  <a:lnTo>
                    <a:pt x="623606" y="6363"/>
                  </a:lnTo>
                  <a:lnTo>
                    <a:pt x="616718" y="1709"/>
                  </a:lnTo>
                  <a:lnTo>
                    <a:pt x="608306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8989349" y="3933597"/>
              <a:ext cx="454025" cy="38735"/>
            </a:xfrm>
            <a:custGeom>
              <a:avLst/>
              <a:gdLst/>
              <a:ahLst/>
              <a:cxnLst/>
              <a:rect l="l" t="t" r="r" b="b"/>
              <a:pathLst>
                <a:path w="454025" h="38735">
                  <a:moveTo>
                    <a:pt x="453954" y="0"/>
                  </a:moveTo>
                  <a:lnTo>
                    <a:pt x="0" y="0"/>
                  </a:lnTo>
                  <a:lnTo>
                    <a:pt x="0" y="38501"/>
                  </a:lnTo>
                  <a:lnTo>
                    <a:pt x="453954" y="38501"/>
                  </a:lnTo>
                  <a:lnTo>
                    <a:pt x="453954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0" name="object 190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351273" y="4504736"/>
              <a:ext cx="104331" cy="104331"/>
            </a:xfrm>
            <a:prstGeom prst="rect">
              <a:avLst/>
            </a:prstGeom>
          </p:spPr>
        </p:pic>
        <p:pic>
          <p:nvPicPr>
            <p:cNvPr id="191" name="object 191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179202" y="4534370"/>
              <a:ext cx="74699" cy="74699"/>
            </a:xfrm>
            <a:prstGeom prst="rect">
              <a:avLst/>
            </a:prstGeom>
          </p:spPr>
        </p:pic>
        <p:sp>
          <p:nvSpPr>
            <p:cNvPr id="192" name="object 192" descr=""/>
            <p:cNvSpPr/>
            <p:nvPr/>
          </p:nvSpPr>
          <p:spPr>
            <a:xfrm>
              <a:off x="8946041" y="4674821"/>
              <a:ext cx="549275" cy="392430"/>
            </a:xfrm>
            <a:custGeom>
              <a:avLst/>
              <a:gdLst/>
              <a:ahLst/>
              <a:cxnLst/>
              <a:rect l="l" t="t" r="r" b="b"/>
              <a:pathLst>
                <a:path w="549275" h="392429">
                  <a:moveTo>
                    <a:pt x="548695" y="0"/>
                  </a:moveTo>
                  <a:lnTo>
                    <a:pt x="0" y="0"/>
                  </a:lnTo>
                  <a:lnTo>
                    <a:pt x="0" y="391967"/>
                  </a:lnTo>
                  <a:lnTo>
                    <a:pt x="548695" y="391967"/>
                  </a:lnTo>
                  <a:lnTo>
                    <a:pt x="548695" y="0"/>
                  </a:lnTo>
                  <a:close/>
                </a:path>
              </a:pathLst>
            </a:custGeom>
            <a:solidFill>
              <a:srgbClr val="515D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8946032" y="4701291"/>
              <a:ext cx="549275" cy="344170"/>
            </a:xfrm>
            <a:custGeom>
              <a:avLst/>
              <a:gdLst/>
              <a:ahLst/>
              <a:cxnLst/>
              <a:rect l="l" t="t" r="r" b="b"/>
              <a:pathLst>
                <a:path w="549275" h="344170">
                  <a:moveTo>
                    <a:pt x="548703" y="324891"/>
                  </a:moveTo>
                  <a:lnTo>
                    <a:pt x="0" y="324891"/>
                  </a:lnTo>
                  <a:lnTo>
                    <a:pt x="0" y="344157"/>
                  </a:lnTo>
                  <a:lnTo>
                    <a:pt x="548703" y="344157"/>
                  </a:lnTo>
                  <a:lnTo>
                    <a:pt x="548703" y="324891"/>
                  </a:lnTo>
                  <a:close/>
                </a:path>
                <a:path w="549275" h="344170">
                  <a:moveTo>
                    <a:pt x="548703" y="288798"/>
                  </a:moveTo>
                  <a:lnTo>
                    <a:pt x="0" y="288798"/>
                  </a:lnTo>
                  <a:lnTo>
                    <a:pt x="0" y="308063"/>
                  </a:lnTo>
                  <a:lnTo>
                    <a:pt x="548703" y="308063"/>
                  </a:lnTo>
                  <a:lnTo>
                    <a:pt x="548703" y="288798"/>
                  </a:lnTo>
                  <a:close/>
                </a:path>
                <a:path w="549275" h="344170">
                  <a:moveTo>
                    <a:pt x="548703" y="252704"/>
                  </a:moveTo>
                  <a:lnTo>
                    <a:pt x="0" y="252704"/>
                  </a:lnTo>
                  <a:lnTo>
                    <a:pt x="0" y="271970"/>
                  </a:lnTo>
                  <a:lnTo>
                    <a:pt x="548703" y="271970"/>
                  </a:lnTo>
                  <a:lnTo>
                    <a:pt x="548703" y="252704"/>
                  </a:lnTo>
                  <a:close/>
                </a:path>
                <a:path w="549275" h="344170">
                  <a:moveTo>
                    <a:pt x="548703" y="216611"/>
                  </a:moveTo>
                  <a:lnTo>
                    <a:pt x="0" y="216611"/>
                  </a:lnTo>
                  <a:lnTo>
                    <a:pt x="0" y="235864"/>
                  </a:lnTo>
                  <a:lnTo>
                    <a:pt x="548703" y="235864"/>
                  </a:lnTo>
                  <a:lnTo>
                    <a:pt x="548703" y="216611"/>
                  </a:lnTo>
                  <a:close/>
                </a:path>
                <a:path w="549275" h="344170">
                  <a:moveTo>
                    <a:pt x="548703" y="180505"/>
                  </a:moveTo>
                  <a:lnTo>
                    <a:pt x="0" y="180505"/>
                  </a:lnTo>
                  <a:lnTo>
                    <a:pt x="0" y="199758"/>
                  </a:lnTo>
                  <a:lnTo>
                    <a:pt x="548703" y="199758"/>
                  </a:lnTo>
                  <a:lnTo>
                    <a:pt x="548703" y="180505"/>
                  </a:lnTo>
                  <a:close/>
                </a:path>
                <a:path w="549275" h="344170">
                  <a:moveTo>
                    <a:pt x="548703" y="144399"/>
                  </a:moveTo>
                  <a:lnTo>
                    <a:pt x="0" y="144399"/>
                  </a:lnTo>
                  <a:lnTo>
                    <a:pt x="0" y="163652"/>
                  </a:lnTo>
                  <a:lnTo>
                    <a:pt x="548703" y="163652"/>
                  </a:lnTo>
                  <a:lnTo>
                    <a:pt x="548703" y="144399"/>
                  </a:lnTo>
                  <a:close/>
                </a:path>
                <a:path w="549275" h="344170">
                  <a:moveTo>
                    <a:pt x="548703" y="108305"/>
                  </a:moveTo>
                  <a:lnTo>
                    <a:pt x="0" y="108305"/>
                  </a:lnTo>
                  <a:lnTo>
                    <a:pt x="0" y="127571"/>
                  </a:lnTo>
                  <a:lnTo>
                    <a:pt x="548703" y="127571"/>
                  </a:lnTo>
                  <a:lnTo>
                    <a:pt x="548703" y="108305"/>
                  </a:lnTo>
                  <a:close/>
                </a:path>
                <a:path w="549275" h="344170">
                  <a:moveTo>
                    <a:pt x="548703" y="72199"/>
                  </a:moveTo>
                  <a:lnTo>
                    <a:pt x="0" y="72199"/>
                  </a:lnTo>
                  <a:lnTo>
                    <a:pt x="0" y="91465"/>
                  </a:lnTo>
                  <a:lnTo>
                    <a:pt x="548703" y="91465"/>
                  </a:lnTo>
                  <a:lnTo>
                    <a:pt x="548703" y="72199"/>
                  </a:lnTo>
                  <a:close/>
                </a:path>
                <a:path w="549275" h="344170">
                  <a:moveTo>
                    <a:pt x="548703" y="36106"/>
                  </a:moveTo>
                  <a:lnTo>
                    <a:pt x="0" y="36106"/>
                  </a:lnTo>
                  <a:lnTo>
                    <a:pt x="0" y="55359"/>
                  </a:lnTo>
                  <a:lnTo>
                    <a:pt x="548703" y="55359"/>
                  </a:lnTo>
                  <a:lnTo>
                    <a:pt x="548703" y="36106"/>
                  </a:lnTo>
                  <a:close/>
                </a:path>
                <a:path w="549275" h="344170">
                  <a:moveTo>
                    <a:pt x="548703" y="0"/>
                  </a:moveTo>
                  <a:lnTo>
                    <a:pt x="0" y="0"/>
                  </a:lnTo>
                  <a:lnTo>
                    <a:pt x="0" y="19265"/>
                  </a:lnTo>
                  <a:lnTo>
                    <a:pt x="548703" y="19265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606E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8989349" y="4025042"/>
              <a:ext cx="457834" cy="454659"/>
            </a:xfrm>
            <a:custGeom>
              <a:avLst/>
              <a:gdLst/>
              <a:ahLst/>
              <a:cxnLst/>
              <a:rect l="l" t="t" r="r" b="b"/>
              <a:pathLst>
                <a:path w="457834" h="454660">
                  <a:moveTo>
                    <a:pt x="457839" y="0"/>
                  </a:moveTo>
                  <a:lnTo>
                    <a:pt x="0" y="226233"/>
                  </a:lnTo>
                  <a:lnTo>
                    <a:pt x="0" y="454405"/>
                  </a:lnTo>
                  <a:lnTo>
                    <a:pt x="457839" y="454405"/>
                  </a:lnTo>
                  <a:lnTo>
                    <a:pt x="457839" y="0"/>
                  </a:lnTo>
                  <a:close/>
                </a:path>
              </a:pathLst>
            </a:custGeom>
            <a:solidFill>
              <a:srgbClr val="465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9111094" y="4032264"/>
              <a:ext cx="38100" cy="27940"/>
            </a:xfrm>
            <a:custGeom>
              <a:avLst/>
              <a:gdLst/>
              <a:ahLst/>
              <a:cxnLst/>
              <a:rect l="l" t="t" r="r" b="b"/>
              <a:pathLst>
                <a:path w="38100" h="27939">
                  <a:moveTo>
                    <a:pt x="0" y="27685"/>
                  </a:moveTo>
                  <a:lnTo>
                    <a:pt x="37695" y="27685"/>
                  </a:lnTo>
                  <a:lnTo>
                    <a:pt x="37695" y="0"/>
                  </a:lnTo>
                  <a:lnTo>
                    <a:pt x="0" y="0"/>
                  </a:lnTo>
                  <a:lnTo>
                    <a:pt x="0" y="27685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8960803" y="3014452"/>
              <a:ext cx="4358640" cy="2054860"/>
            </a:xfrm>
            <a:custGeom>
              <a:avLst/>
              <a:gdLst/>
              <a:ahLst/>
              <a:cxnLst/>
              <a:rect l="l" t="t" r="r" b="b"/>
              <a:pathLst>
                <a:path w="4358640" h="2054860">
                  <a:moveTo>
                    <a:pt x="150291" y="0"/>
                  </a:moveTo>
                  <a:lnTo>
                    <a:pt x="0" y="0"/>
                  </a:lnTo>
                  <a:lnTo>
                    <a:pt x="0" y="2054542"/>
                  </a:lnTo>
                  <a:lnTo>
                    <a:pt x="150291" y="2054542"/>
                  </a:lnTo>
                  <a:lnTo>
                    <a:pt x="150291" y="0"/>
                  </a:lnTo>
                  <a:close/>
                </a:path>
                <a:path w="4358640" h="2054860">
                  <a:moveTo>
                    <a:pt x="4358589" y="0"/>
                  </a:moveTo>
                  <a:lnTo>
                    <a:pt x="4208322" y="0"/>
                  </a:lnTo>
                  <a:lnTo>
                    <a:pt x="4208322" y="2054542"/>
                  </a:lnTo>
                  <a:lnTo>
                    <a:pt x="4358589" y="2054542"/>
                  </a:lnTo>
                  <a:lnTo>
                    <a:pt x="4358589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8960803" y="5068995"/>
              <a:ext cx="4358640" cy="43180"/>
            </a:xfrm>
            <a:custGeom>
              <a:avLst/>
              <a:gdLst/>
              <a:ahLst/>
              <a:cxnLst/>
              <a:rect l="l" t="t" r="r" b="b"/>
              <a:pathLst>
                <a:path w="4358640" h="43179">
                  <a:moveTo>
                    <a:pt x="150291" y="0"/>
                  </a:moveTo>
                  <a:lnTo>
                    <a:pt x="0" y="0"/>
                  </a:lnTo>
                  <a:lnTo>
                    <a:pt x="0" y="43027"/>
                  </a:lnTo>
                  <a:lnTo>
                    <a:pt x="150291" y="43027"/>
                  </a:lnTo>
                  <a:lnTo>
                    <a:pt x="150291" y="0"/>
                  </a:lnTo>
                  <a:close/>
                </a:path>
                <a:path w="4358640" h="43179">
                  <a:moveTo>
                    <a:pt x="4358589" y="0"/>
                  </a:moveTo>
                  <a:lnTo>
                    <a:pt x="4208322" y="0"/>
                  </a:lnTo>
                  <a:lnTo>
                    <a:pt x="4208322" y="43027"/>
                  </a:lnTo>
                  <a:lnTo>
                    <a:pt x="4358589" y="43027"/>
                  </a:lnTo>
                  <a:lnTo>
                    <a:pt x="4358589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9195321" y="1722554"/>
              <a:ext cx="183515" cy="906144"/>
            </a:xfrm>
            <a:custGeom>
              <a:avLst/>
              <a:gdLst/>
              <a:ahLst/>
              <a:cxnLst/>
              <a:rect l="l" t="t" r="r" b="b"/>
              <a:pathLst>
                <a:path w="183515" h="906144">
                  <a:moveTo>
                    <a:pt x="57145" y="0"/>
                  </a:moveTo>
                  <a:lnTo>
                    <a:pt x="58653" y="10156"/>
                  </a:lnTo>
                  <a:lnTo>
                    <a:pt x="61435" y="38289"/>
                  </a:lnTo>
                  <a:lnTo>
                    <a:pt x="62878" y="80891"/>
                  </a:lnTo>
                  <a:lnTo>
                    <a:pt x="60370" y="134456"/>
                  </a:lnTo>
                  <a:lnTo>
                    <a:pt x="56257" y="160826"/>
                  </a:lnTo>
                  <a:lnTo>
                    <a:pt x="48644" y="196660"/>
                  </a:lnTo>
                  <a:lnTo>
                    <a:pt x="38789" y="240165"/>
                  </a:lnTo>
                  <a:lnTo>
                    <a:pt x="27953" y="289546"/>
                  </a:lnTo>
                  <a:lnTo>
                    <a:pt x="17396" y="343013"/>
                  </a:lnTo>
                  <a:lnTo>
                    <a:pt x="8378" y="398770"/>
                  </a:lnTo>
                  <a:lnTo>
                    <a:pt x="2159" y="455027"/>
                  </a:lnTo>
                  <a:lnTo>
                    <a:pt x="0" y="509988"/>
                  </a:lnTo>
                  <a:lnTo>
                    <a:pt x="3159" y="561862"/>
                  </a:lnTo>
                  <a:lnTo>
                    <a:pt x="12897" y="608854"/>
                  </a:lnTo>
                  <a:lnTo>
                    <a:pt x="30475" y="649173"/>
                  </a:lnTo>
                  <a:lnTo>
                    <a:pt x="77498" y="728226"/>
                  </a:lnTo>
                  <a:lnTo>
                    <a:pt x="105328" y="781307"/>
                  </a:lnTo>
                  <a:lnTo>
                    <a:pt x="124906" y="832474"/>
                  </a:lnTo>
                  <a:lnTo>
                    <a:pt x="147173" y="905783"/>
                  </a:lnTo>
                  <a:lnTo>
                    <a:pt x="145221" y="862926"/>
                  </a:lnTo>
                  <a:lnTo>
                    <a:pt x="145741" y="816674"/>
                  </a:lnTo>
                  <a:lnTo>
                    <a:pt x="148255" y="767684"/>
                  </a:lnTo>
                  <a:lnTo>
                    <a:pt x="152287" y="716611"/>
                  </a:lnTo>
                  <a:lnTo>
                    <a:pt x="157361" y="664109"/>
                  </a:lnTo>
                  <a:lnTo>
                    <a:pt x="168729" y="557443"/>
                  </a:lnTo>
                  <a:lnTo>
                    <a:pt x="174069" y="504588"/>
                  </a:lnTo>
                  <a:lnTo>
                    <a:pt x="178545" y="452925"/>
                  </a:lnTo>
                  <a:lnTo>
                    <a:pt x="181679" y="403110"/>
                  </a:lnTo>
                  <a:lnTo>
                    <a:pt x="182996" y="355797"/>
                  </a:lnTo>
                  <a:lnTo>
                    <a:pt x="182020" y="311642"/>
                  </a:lnTo>
                  <a:lnTo>
                    <a:pt x="178272" y="271300"/>
                  </a:lnTo>
                  <a:lnTo>
                    <a:pt x="163486" y="173913"/>
                  </a:lnTo>
                  <a:lnTo>
                    <a:pt x="145940" y="113190"/>
                  </a:lnTo>
                  <a:lnTo>
                    <a:pt x="114278" y="63697"/>
                  </a:lnTo>
                  <a:lnTo>
                    <a:pt x="57145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9186492" y="1693303"/>
              <a:ext cx="201295" cy="1023619"/>
            </a:xfrm>
            <a:custGeom>
              <a:avLst/>
              <a:gdLst/>
              <a:ahLst/>
              <a:cxnLst/>
              <a:rect l="l" t="t" r="r" b="b"/>
              <a:pathLst>
                <a:path w="201295" h="1023619">
                  <a:moveTo>
                    <a:pt x="51376" y="0"/>
                  </a:moveTo>
                  <a:lnTo>
                    <a:pt x="56936" y="30889"/>
                  </a:lnTo>
                  <a:lnTo>
                    <a:pt x="58439" y="41214"/>
                  </a:lnTo>
                  <a:lnTo>
                    <a:pt x="61123" y="69005"/>
                  </a:lnTo>
                  <a:lnTo>
                    <a:pt x="62486" y="110732"/>
                  </a:lnTo>
                  <a:lnTo>
                    <a:pt x="60025" y="162864"/>
                  </a:lnTo>
                  <a:lnTo>
                    <a:pt x="57860" y="178441"/>
                  </a:lnTo>
                  <a:lnTo>
                    <a:pt x="54126" y="197949"/>
                  </a:lnTo>
                  <a:lnTo>
                    <a:pt x="49042" y="221468"/>
                  </a:lnTo>
                  <a:lnTo>
                    <a:pt x="42957" y="248411"/>
                  </a:lnTo>
                  <a:lnTo>
                    <a:pt x="33092" y="292311"/>
                  </a:lnTo>
                  <a:lnTo>
                    <a:pt x="22891" y="340846"/>
                  </a:lnTo>
                  <a:lnTo>
                    <a:pt x="13418" y="392502"/>
                  </a:lnTo>
                  <a:lnTo>
                    <a:pt x="5736" y="445765"/>
                  </a:lnTo>
                  <a:lnTo>
                    <a:pt x="909" y="499120"/>
                  </a:lnTo>
                  <a:lnTo>
                    <a:pt x="0" y="551053"/>
                  </a:lnTo>
                  <a:lnTo>
                    <a:pt x="4071" y="600049"/>
                  </a:lnTo>
                  <a:lnTo>
                    <a:pt x="14186" y="644593"/>
                  </a:lnTo>
                  <a:lnTo>
                    <a:pt x="31408" y="683172"/>
                  </a:lnTo>
                  <a:lnTo>
                    <a:pt x="67322" y="747343"/>
                  </a:lnTo>
                  <a:lnTo>
                    <a:pt x="96369" y="806992"/>
                  </a:lnTo>
                  <a:lnTo>
                    <a:pt x="118714" y="858983"/>
                  </a:lnTo>
                  <a:lnTo>
                    <a:pt x="134522" y="900176"/>
                  </a:lnTo>
                  <a:lnTo>
                    <a:pt x="147184" y="937625"/>
                  </a:lnTo>
                  <a:lnTo>
                    <a:pt x="172461" y="1023235"/>
                  </a:lnTo>
                  <a:lnTo>
                    <a:pt x="165184" y="934264"/>
                  </a:lnTo>
                  <a:lnTo>
                    <a:pt x="163256" y="890287"/>
                  </a:lnTo>
                  <a:lnTo>
                    <a:pt x="163474" y="875083"/>
                  </a:lnTo>
                  <a:lnTo>
                    <a:pt x="144818" y="875083"/>
                  </a:lnTo>
                  <a:lnTo>
                    <a:pt x="128235" y="833837"/>
                  </a:lnTo>
                  <a:lnTo>
                    <a:pt x="106513" y="785088"/>
                  </a:lnTo>
                  <a:lnTo>
                    <a:pt x="79541" y="730987"/>
                  </a:lnTo>
                  <a:lnTo>
                    <a:pt x="47208" y="673686"/>
                  </a:lnTo>
                  <a:lnTo>
                    <a:pt x="31078" y="637154"/>
                  </a:lnTo>
                  <a:lnTo>
                    <a:pt x="21741" y="594522"/>
                  </a:lnTo>
                  <a:lnTo>
                    <a:pt x="18176" y="547304"/>
                  </a:lnTo>
                  <a:lnTo>
                    <a:pt x="19365" y="497013"/>
                  </a:lnTo>
                  <a:lnTo>
                    <a:pt x="24286" y="445165"/>
                  </a:lnTo>
                  <a:lnTo>
                    <a:pt x="31921" y="393274"/>
                  </a:lnTo>
                  <a:lnTo>
                    <a:pt x="41249" y="342854"/>
                  </a:lnTo>
                  <a:lnTo>
                    <a:pt x="51250" y="295419"/>
                  </a:lnTo>
                  <a:lnTo>
                    <a:pt x="60904" y="252484"/>
                  </a:lnTo>
                  <a:lnTo>
                    <a:pt x="67101" y="225063"/>
                  </a:lnTo>
                  <a:lnTo>
                    <a:pt x="72289" y="201037"/>
                  </a:lnTo>
                  <a:lnTo>
                    <a:pt x="76153" y="180750"/>
                  </a:lnTo>
                  <a:lnTo>
                    <a:pt x="78380" y="164549"/>
                  </a:lnTo>
                  <a:lnTo>
                    <a:pt x="80436" y="133519"/>
                  </a:lnTo>
                  <a:lnTo>
                    <a:pt x="80936" y="105410"/>
                  </a:lnTo>
                  <a:lnTo>
                    <a:pt x="80308" y="80772"/>
                  </a:lnTo>
                  <a:lnTo>
                    <a:pt x="78977" y="60155"/>
                  </a:lnTo>
                  <a:lnTo>
                    <a:pt x="101830" y="60155"/>
                  </a:lnTo>
                  <a:lnTo>
                    <a:pt x="101453" y="59562"/>
                  </a:lnTo>
                  <a:lnTo>
                    <a:pt x="81708" y="33417"/>
                  </a:lnTo>
                  <a:lnTo>
                    <a:pt x="72736" y="22994"/>
                  </a:lnTo>
                  <a:lnTo>
                    <a:pt x="51376" y="0"/>
                  </a:lnTo>
                  <a:close/>
                </a:path>
                <a:path w="201295" h="1023619">
                  <a:moveTo>
                    <a:pt x="101830" y="60155"/>
                  </a:moveTo>
                  <a:lnTo>
                    <a:pt x="78977" y="60155"/>
                  </a:lnTo>
                  <a:lnTo>
                    <a:pt x="99041" y="89577"/>
                  </a:lnTo>
                  <a:lnTo>
                    <a:pt x="121944" y="129282"/>
                  </a:lnTo>
                  <a:lnTo>
                    <a:pt x="144715" y="178441"/>
                  </a:lnTo>
                  <a:lnTo>
                    <a:pt x="164384" y="236227"/>
                  </a:lnTo>
                  <a:lnTo>
                    <a:pt x="177979" y="301812"/>
                  </a:lnTo>
                  <a:lnTo>
                    <a:pt x="181932" y="347549"/>
                  </a:lnTo>
                  <a:lnTo>
                    <a:pt x="182411" y="398335"/>
                  </a:lnTo>
                  <a:lnTo>
                    <a:pt x="180125" y="453025"/>
                  </a:lnTo>
                  <a:lnTo>
                    <a:pt x="175781" y="510474"/>
                  </a:lnTo>
                  <a:lnTo>
                    <a:pt x="170090" y="569537"/>
                  </a:lnTo>
                  <a:lnTo>
                    <a:pt x="158326" y="679986"/>
                  </a:lnTo>
                  <a:lnTo>
                    <a:pt x="153254" y="730987"/>
                  </a:lnTo>
                  <a:lnTo>
                    <a:pt x="149046" y="780645"/>
                  </a:lnTo>
                  <a:lnTo>
                    <a:pt x="146080" y="828991"/>
                  </a:lnTo>
                  <a:lnTo>
                    <a:pt x="144818" y="875083"/>
                  </a:lnTo>
                  <a:lnTo>
                    <a:pt x="163474" y="875083"/>
                  </a:lnTo>
                  <a:lnTo>
                    <a:pt x="163941" y="842511"/>
                  </a:lnTo>
                  <a:lnTo>
                    <a:pt x="166702" y="791818"/>
                  </a:lnTo>
                  <a:lnTo>
                    <a:pt x="171003" y="739091"/>
                  </a:lnTo>
                  <a:lnTo>
                    <a:pt x="176305" y="685210"/>
                  </a:lnTo>
                  <a:lnTo>
                    <a:pt x="187571" y="579544"/>
                  </a:lnTo>
                  <a:lnTo>
                    <a:pt x="192668" y="528231"/>
                  </a:lnTo>
                  <a:lnTo>
                    <a:pt x="196909" y="477823"/>
                  </a:lnTo>
                  <a:lnTo>
                    <a:pt x="199839" y="429023"/>
                  </a:lnTo>
                  <a:lnTo>
                    <a:pt x="201005" y="382532"/>
                  </a:lnTo>
                  <a:lnTo>
                    <a:pt x="199950" y="339053"/>
                  </a:lnTo>
                  <a:lnTo>
                    <a:pt x="196220" y="299289"/>
                  </a:lnTo>
                  <a:lnTo>
                    <a:pt x="179356" y="221294"/>
                  </a:lnTo>
                  <a:lnTo>
                    <a:pt x="154875" y="154605"/>
                  </a:lnTo>
                  <a:lnTo>
                    <a:pt x="127375" y="100326"/>
                  </a:lnTo>
                  <a:lnTo>
                    <a:pt x="101830" y="60155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9160392" y="1925745"/>
              <a:ext cx="125095" cy="682625"/>
            </a:xfrm>
            <a:custGeom>
              <a:avLst/>
              <a:gdLst/>
              <a:ahLst/>
              <a:cxnLst/>
              <a:rect l="l" t="t" r="r" b="b"/>
              <a:pathLst>
                <a:path w="125095" h="682625">
                  <a:moveTo>
                    <a:pt x="25530" y="0"/>
                  </a:moveTo>
                  <a:lnTo>
                    <a:pt x="26879" y="7647"/>
                  </a:lnTo>
                  <a:lnTo>
                    <a:pt x="29636" y="28839"/>
                  </a:lnTo>
                  <a:lnTo>
                    <a:pt x="31860" y="60951"/>
                  </a:lnTo>
                  <a:lnTo>
                    <a:pt x="31613" y="101358"/>
                  </a:lnTo>
                  <a:lnTo>
                    <a:pt x="28060" y="130670"/>
                  </a:lnTo>
                  <a:lnTo>
                    <a:pt x="12457" y="223483"/>
                  </a:lnTo>
                  <a:lnTo>
                    <a:pt x="4750" y="279905"/>
                  </a:lnTo>
                  <a:lnTo>
                    <a:pt x="0" y="338283"/>
                  </a:lnTo>
                  <a:lnTo>
                    <a:pt x="376" y="395077"/>
                  </a:lnTo>
                  <a:lnTo>
                    <a:pt x="8051" y="446747"/>
                  </a:lnTo>
                  <a:lnTo>
                    <a:pt x="25195" y="489754"/>
                  </a:lnTo>
                  <a:lnTo>
                    <a:pt x="60498" y="549006"/>
                  </a:lnTo>
                  <a:lnTo>
                    <a:pt x="81570" y="588821"/>
                  </a:lnTo>
                  <a:lnTo>
                    <a:pt x="96783" y="627255"/>
                  </a:lnTo>
                  <a:lnTo>
                    <a:pt x="114511" y="682366"/>
                  </a:lnTo>
                  <a:lnTo>
                    <a:pt x="111479" y="639845"/>
                  </a:lnTo>
                  <a:lnTo>
                    <a:pt x="111060" y="593219"/>
                  </a:lnTo>
                  <a:lnTo>
                    <a:pt x="112559" y="543581"/>
                  </a:lnTo>
                  <a:lnTo>
                    <a:pt x="115281" y="492026"/>
                  </a:lnTo>
                  <a:lnTo>
                    <a:pt x="121613" y="387535"/>
                  </a:lnTo>
                  <a:lnTo>
                    <a:pt x="123833" y="336786"/>
                  </a:lnTo>
                  <a:lnTo>
                    <a:pt x="124495" y="288493"/>
                  </a:lnTo>
                  <a:lnTo>
                    <a:pt x="122904" y="243749"/>
                  </a:lnTo>
                  <a:lnTo>
                    <a:pt x="118364" y="203648"/>
                  </a:lnTo>
                  <a:lnTo>
                    <a:pt x="105211" y="130323"/>
                  </a:lnTo>
                  <a:lnTo>
                    <a:pt x="91156" y="84668"/>
                  </a:lnTo>
                  <a:lnTo>
                    <a:pt x="67497" y="47591"/>
                  </a:lnTo>
                  <a:lnTo>
                    <a:pt x="25530" y="0"/>
                  </a:lnTo>
                  <a:close/>
                </a:path>
              </a:pathLst>
            </a:custGeom>
            <a:solidFill>
              <a:srgbClr val="A1AB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9150741" y="1894767"/>
              <a:ext cx="143510" cy="716280"/>
            </a:xfrm>
            <a:custGeom>
              <a:avLst/>
              <a:gdLst/>
              <a:ahLst/>
              <a:cxnLst/>
              <a:rect l="l" t="t" r="r" b="b"/>
              <a:pathLst>
                <a:path w="143509" h="716280">
                  <a:moveTo>
                    <a:pt x="19407" y="0"/>
                  </a:moveTo>
                  <a:lnTo>
                    <a:pt x="26192" y="32847"/>
                  </a:lnTo>
                  <a:lnTo>
                    <a:pt x="27534" y="40563"/>
                  </a:lnTo>
                  <a:lnTo>
                    <a:pt x="30201" y="61363"/>
                  </a:lnTo>
                  <a:lnTo>
                    <a:pt x="32339" y="92669"/>
                  </a:lnTo>
                  <a:lnTo>
                    <a:pt x="32097" y="131901"/>
                  </a:lnTo>
                  <a:lnTo>
                    <a:pt x="31024" y="143465"/>
                  </a:lnTo>
                  <a:lnTo>
                    <a:pt x="28933" y="158273"/>
                  </a:lnTo>
                  <a:lnTo>
                    <a:pt x="26028" y="175997"/>
                  </a:lnTo>
                  <a:lnTo>
                    <a:pt x="22516" y="196308"/>
                  </a:lnTo>
                  <a:lnTo>
                    <a:pt x="15133" y="239781"/>
                  </a:lnTo>
                  <a:lnTo>
                    <a:pt x="7916" y="288514"/>
                  </a:lnTo>
                  <a:lnTo>
                    <a:pt x="2370" y="340060"/>
                  </a:lnTo>
                  <a:lnTo>
                    <a:pt x="0" y="391975"/>
                  </a:lnTo>
                  <a:lnTo>
                    <a:pt x="2309" y="441814"/>
                  </a:lnTo>
                  <a:lnTo>
                    <a:pt x="10803" y="487131"/>
                  </a:lnTo>
                  <a:lnTo>
                    <a:pt x="26988" y="525481"/>
                  </a:lnTo>
                  <a:lnTo>
                    <a:pt x="65623" y="596400"/>
                  </a:lnTo>
                  <a:lnTo>
                    <a:pt x="93175" y="657127"/>
                  </a:lnTo>
                  <a:lnTo>
                    <a:pt x="109727" y="699684"/>
                  </a:lnTo>
                  <a:lnTo>
                    <a:pt x="115362" y="716093"/>
                  </a:lnTo>
                  <a:lnTo>
                    <a:pt x="133319" y="712313"/>
                  </a:lnTo>
                  <a:lnTo>
                    <a:pt x="130407" y="672238"/>
                  </a:lnTo>
                  <a:lnTo>
                    <a:pt x="130182" y="653299"/>
                  </a:lnTo>
                  <a:lnTo>
                    <a:pt x="111498" y="653299"/>
                  </a:lnTo>
                  <a:lnTo>
                    <a:pt x="98778" y="623715"/>
                  </a:lnTo>
                  <a:lnTo>
                    <a:pt x="83084" y="590233"/>
                  </a:lnTo>
                  <a:lnTo>
                    <a:pt x="64404" y="553954"/>
                  </a:lnTo>
                  <a:lnTo>
                    <a:pt x="42725" y="515984"/>
                  </a:lnTo>
                  <a:lnTo>
                    <a:pt x="27822" y="480051"/>
                  </a:lnTo>
                  <a:lnTo>
                    <a:pt x="20163" y="436948"/>
                  </a:lnTo>
                  <a:lnTo>
                    <a:pt x="18323" y="389121"/>
                  </a:lnTo>
                  <a:lnTo>
                    <a:pt x="20879" y="339013"/>
                  </a:lnTo>
                  <a:lnTo>
                    <a:pt x="26406" y="289069"/>
                  </a:lnTo>
                  <a:lnTo>
                    <a:pt x="33478" y="241733"/>
                  </a:lnTo>
                  <a:lnTo>
                    <a:pt x="40673" y="199449"/>
                  </a:lnTo>
                  <a:lnTo>
                    <a:pt x="44249" y="178678"/>
                  </a:lnTo>
                  <a:lnTo>
                    <a:pt x="47217" y="160479"/>
                  </a:lnTo>
                  <a:lnTo>
                    <a:pt x="49361" y="145103"/>
                  </a:lnTo>
                  <a:lnTo>
                    <a:pt x="50453" y="132916"/>
                  </a:lnTo>
                  <a:lnTo>
                    <a:pt x="51022" y="113214"/>
                  </a:lnTo>
                  <a:lnTo>
                    <a:pt x="50840" y="95099"/>
                  </a:lnTo>
                  <a:lnTo>
                    <a:pt x="50101" y="78691"/>
                  </a:lnTo>
                  <a:lnTo>
                    <a:pt x="48987" y="64228"/>
                  </a:lnTo>
                  <a:lnTo>
                    <a:pt x="71271" y="64228"/>
                  </a:lnTo>
                  <a:lnTo>
                    <a:pt x="70722" y="63270"/>
                  </a:lnTo>
                  <a:lnTo>
                    <a:pt x="51023" y="35622"/>
                  </a:lnTo>
                  <a:lnTo>
                    <a:pt x="41982" y="24774"/>
                  </a:lnTo>
                  <a:lnTo>
                    <a:pt x="19407" y="0"/>
                  </a:lnTo>
                  <a:close/>
                </a:path>
                <a:path w="143509" h="716280">
                  <a:moveTo>
                    <a:pt x="71271" y="64228"/>
                  </a:moveTo>
                  <a:lnTo>
                    <a:pt x="48987" y="64228"/>
                  </a:lnTo>
                  <a:lnTo>
                    <a:pt x="67529" y="93799"/>
                  </a:lnTo>
                  <a:lnTo>
                    <a:pt x="87446" y="132916"/>
                  </a:lnTo>
                  <a:lnTo>
                    <a:pt x="105621" y="180669"/>
                  </a:lnTo>
                  <a:lnTo>
                    <a:pt x="118932" y="236149"/>
                  </a:lnTo>
                  <a:lnTo>
                    <a:pt x="123519" y="277882"/>
                  </a:lnTo>
                  <a:lnTo>
                    <a:pt x="124936" y="324902"/>
                  </a:lnTo>
                  <a:lnTo>
                    <a:pt x="123987" y="375702"/>
                  </a:lnTo>
                  <a:lnTo>
                    <a:pt x="121442" y="429298"/>
                  </a:lnTo>
                  <a:lnTo>
                    <a:pt x="118199" y="482624"/>
                  </a:lnTo>
                  <a:lnTo>
                    <a:pt x="115497" y="526456"/>
                  </a:lnTo>
                  <a:lnTo>
                    <a:pt x="113192" y="570031"/>
                  </a:lnTo>
                  <a:lnTo>
                    <a:pt x="111715" y="612570"/>
                  </a:lnTo>
                  <a:lnTo>
                    <a:pt x="111498" y="653299"/>
                  </a:lnTo>
                  <a:lnTo>
                    <a:pt x="130182" y="653299"/>
                  </a:lnTo>
                  <a:lnTo>
                    <a:pt x="129884" y="628188"/>
                  </a:lnTo>
                  <a:lnTo>
                    <a:pt x="131142" y="581323"/>
                  </a:lnTo>
                  <a:lnTo>
                    <a:pt x="133572" y="532802"/>
                  </a:lnTo>
                  <a:lnTo>
                    <a:pt x="139898" y="428778"/>
                  </a:lnTo>
                  <a:lnTo>
                    <a:pt x="142402" y="375530"/>
                  </a:lnTo>
                  <a:lnTo>
                    <a:pt x="143329" y="323941"/>
                  </a:lnTo>
                  <a:lnTo>
                    <a:pt x="141832" y="275986"/>
                  </a:lnTo>
                  <a:lnTo>
                    <a:pt x="137089" y="233123"/>
                  </a:lnTo>
                  <a:lnTo>
                    <a:pt x="119424" y="163410"/>
                  </a:lnTo>
                  <a:lnTo>
                    <a:pt x="95412" y="106329"/>
                  </a:lnTo>
                  <a:lnTo>
                    <a:pt x="71271" y="64228"/>
                  </a:lnTo>
                  <a:close/>
                </a:path>
              </a:pathLst>
            </a:custGeom>
            <a:solidFill>
              <a:srgbClr val="E9EA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9329108" y="1788900"/>
              <a:ext cx="119380" cy="821055"/>
            </a:xfrm>
            <a:custGeom>
              <a:avLst/>
              <a:gdLst/>
              <a:ahLst/>
              <a:cxnLst/>
              <a:rect l="l" t="t" r="r" b="b"/>
              <a:pathLst>
                <a:path w="119379" h="821055">
                  <a:moveTo>
                    <a:pt x="101165" y="0"/>
                  </a:moveTo>
                  <a:lnTo>
                    <a:pt x="59995" y="59868"/>
                  </a:lnTo>
                  <a:lnTo>
                    <a:pt x="36572" y="105842"/>
                  </a:lnTo>
                  <a:lnTo>
                    <a:pt x="22166" y="161338"/>
                  </a:lnTo>
                  <a:lnTo>
                    <a:pt x="8048" y="249772"/>
                  </a:lnTo>
                  <a:lnTo>
                    <a:pt x="3223" y="293322"/>
                  </a:lnTo>
                  <a:lnTo>
                    <a:pt x="702" y="341362"/>
                  </a:lnTo>
                  <a:lnTo>
                    <a:pt x="0" y="392952"/>
                  </a:lnTo>
                  <a:lnTo>
                    <a:pt x="633" y="447151"/>
                  </a:lnTo>
                  <a:lnTo>
                    <a:pt x="2120" y="503016"/>
                  </a:lnTo>
                  <a:lnTo>
                    <a:pt x="5718" y="615981"/>
                  </a:lnTo>
                  <a:lnTo>
                    <a:pt x="6863" y="671199"/>
                  </a:lnTo>
                  <a:lnTo>
                    <a:pt x="6927" y="724319"/>
                  </a:lnTo>
                  <a:lnTo>
                    <a:pt x="5427" y="774399"/>
                  </a:lnTo>
                  <a:lnTo>
                    <a:pt x="1880" y="820498"/>
                  </a:lnTo>
                  <a:lnTo>
                    <a:pt x="19994" y="753454"/>
                  </a:lnTo>
                  <a:lnTo>
                    <a:pt x="35357" y="706486"/>
                  </a:lnTo>
                  <a:lnTo>
                    <a:pt x="56360" y="657437"/>
                  </a:lnTo>
                  <a:lnTo>
                    <a:pt x="91396" y="584149"/>
                  </a:lnTo>
                  <a:lnTo>
                    <a:pt x="107256" y="537976"/>
                  </a:lnTo>
                  <a:lnTo>
                    <a:pt x="115917" y="483834"/>
                  </a:lnTo>
                  <a:lnTo>
                    <a:pt x="118787" y="424577"/>
                  </a:lnTo>
                  <a:lnTo>
                    <a:pt x="117273" y="363056"/>
                  </a:lnTo>
                  <a:lnTo>
                    <a:pt x="112785" y="302126"/>
                  </a:lnTo>
                  <a:lnTo>
                    <a:pt x="106730" y="244637"/>
                  </a:lnTo>
                  <a:lnTo>
                    <a:pt x="95554" y="151400"/>
                  </a:lnTo>
                  <a:lnTo>
                    <a:pt x="93249" y="121357"/>
                  </a:lnTo>
                  <a:lnTo>
                    <a:pt x="93854" y="73174"/>
                  </a:lnTo>
                  <a:lnTo>
                    <a:pt x="96646" y="34704"/>
                  </a:lnTo>
                  <a:lnTo>
                    <a:pt x="99718" y="9221"/>
                  </a:lnTo>
                  <a:lnTo>
                    <a:pt x="101165" y="0"/>
                  </a:lnTo>
                  <a:close/>
                </a:path>
              </a:pathLst>
            </a:custGeom>
            <a:solidFill>
              <a:srgbClr val="A1AB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9319926" y="1749894"/>
              <a:ext cx="137160" cy="862330"/>
            </a:xfrm>
            <a:custGeom>
              <a:avLst/>
              <a:gdLst/>
              <a:ahLst/>
              <a:cxnLst/>
              <a:rect l="l" t="t" r="r" b="b"/>
              <a:pathLst>
                <a:path w="137159" h="862330">
                  <a:moveTo>
                    <a:pt x="126747" y="0"/>
                  </a:moveTo>
                  <a:lnTo>
                    <a:pt x="102852" y="33684"/>
                  </a:lnTo>
                  <a:lnTo>
                    <a:pt x="74740" y="81380"/>
                  </a:lnTo>
                  <a:lnTo>
                    <a:pt x="50373" y="134187"/>
                  </a:lnTo>
                  <a:lnTo>
                    <a:pt x="26363" y="203552"/>
                  </a:lnTo>
                  <a:lnTo>
                    <a:pt x="8133" y="287415"/>
                  </a:lnTo>
                  <a:lnTo>
                    <a:pt x="3399" y="329677"/>
                  </a:lnTo>
                  <a:lnTo>
                    <a:pt x="834" y="376211"/>
                  </a:lnTo>
                  <a:lnTo>
                    <a:pt x="0" y="426043"/>
                  </a:lnTo>
                  <a:lnTo>
                    <a:pt x="464" y="478448"/>
                  </a:lnTo>
                  <a:lnTo>
                    <a:pt x="1772" y="531690"/>
                  </a:lnTo>
                  <a:lnTo>
                    <a:pt x="5361" y="643890"/>
                  </a:lnTo>
                  <a:lnTo>
                    <a:pt x="6689" y="701686"/>
                  </a:lnTo>
                  <a:lnTo>
                    <a:pt x="6813" y="761901"/>
                  </a:lnTo>
                  <a:lnTo>
                    <a:pt x="5519" y="810328"/>
                  </a:lnTo>
                  <a:lnTo>
                    <a:pt x="1903" y="858507"/>
                  </a:lnTo>
                  <a:lnTo>
                    <a:pt x="19954" y="861858"/>
                  </a:lnTo>
                  <a:lnTo>
                    <a:pt x="23675" y="848668"/>
                  </a:lnTo>
                  <a:lnTo>
                    <a:pt x="34470" y="813722"/>
                  </a:lnTo>
                  <a:lnTo>
                    <a:pt x="44609" y="784248"/>
                  </a:lnTo>
                  <a:lnTo>
                    <a:pt x="24907" y="784248"/>
                  </a:lnTo>
                  <a:lnTo>
                    <a:pt x="25430" y="736514"/>
                  </a:lnTo>
                  <a:lnTo>
                    <a:pt x="24856" y="686815"/>
                  </a:lnTo>
                  <a:lnTo>
                    <a:pt x="23554" y="636007"/>
                  </a:lnTo>
                  <a:lnTo>
                    <a:pt x="20177" y="531501"/>
                  </a:lnTo>
                  <a:lnTo>
                    <a:pt x="18868" y="478194"/>
                  </a:lnTo>
                  <a:lnTo>
                    <a:pt x="18490" y="436639"/>
                  </a:lnTo>
                  <a:lnTo>
                    <a:pt x="18413" y="426043"/>
                  </a:lnTo>
                  <a:lnTo>
                    <a:pt x="19199" y="377518"/>
                  </a:lnTo>
                  <a:lnTo>
                    <a:pt x="21696" y="331638"/>
                  </a:lnTo>
                  <a:lnTo>
                    <a:pt x="26321" y="290148"/>
                  </a:lnTo>
                  <a:lnTo>
                    <a:pt x="39944" y="223938"/>
                  </a:lnTo>
                  <a:lnTo>
                    <a:pt x="57961" y="166229"/>
                  </a:lnTo>
                  <a:lnTo>
                    <a:pt x="77545" y="118247"/>
                  </a:lnTo>
                  <a:lnTo>
                    <a:pt x="95868" y="81222"/>
                  </a:lnTo>
                  <a:lnTo>
                    <a:pt x="114516" y="81222"/>
                  </a:lnTo>
                  <a:lnTo>
                    <a:pt x="114942" y="75311"/>
                  </a:lnTo>
                  <a:lnTo>
                    <a:pt x="117960" y="50056"/>
                  </a:lnTo>
                  <a:lnTo>
                    <a:pt x="119428" y="40647"/>
                  </a:lnTo>
                  <a:lnTo>
                    <a:pt x="126747" y="0"/>
                  </a:lnTo>
                  <a:close/>
                </a:path>
                <a:path w="137159" h="862330">
                  <a:moveTo>
                    <a:pt x="114516" y="81222"/>
                  </a:moveTo>
                  <a:lnTo>
                    <a:pt x="95868" y="81222"/>
                  </a:lnTo>
                  <a:lnTo>
                    <a:pt x="94580" y="98152"/>
                  </a:lnTo>
                  <a:lnTo>
                    <a:pt x="93601" y="117196"/>
                  </a:lnTo>
                  <a:lnTo>
                    <a:pt x="93189" y="134187"/>
                  </a:lnTo>
                  <a:lnTo>
                    <a:pt x="93219" y="160560"/>
                  </a:lnTo>
                  <a:lnTo>
                    <a:pt x="94021" y="175022"/>
                  </a:lnTo>
                  <a:lnTo>
                    <a:pt x="95757" y="193106"/>
                  </a:lnTo>
                  <a:lnTo>
                    <a:pt x="98221" y="214508"/>
                  </a:lnTo>
                  <a:lnTo>
                    <a:pt x="101208" y="238924"/>
                  </a:lnTo>
                  <a:lnTo>
                    <a:pt x="106481" y="282401"/>
                  </a:lnTo>
                  <a:lnTo>
                    <a:pt x="111655" y="330310"/>
                  </a:lnTo>
                  <a:lnTo>
                    <a:pt x="115999" y="382238"/>
                  </a:lnTo>
                  <a:lnTo>
                    <a:pt x="118464" y="434833"/>
                  </a:lnTo>
                  <a:lnTo>
                    <a:pt x="118215" y="486703"/>
                  </a:lnTo>
                  <a:lnTo>
                    <a:pt x="114361" y="535967"/>
                  </a:lnTo>
                  <a:lnTo>
                    <a:pt x="106011" y="580741"/>
                  </a:lnTo>
                  <a:lnTo>
                    <a:pt x="92277" y="619143"/>
                  </a:lnTo>
                  <a:lnTo>
                    <a:pt x="71288" y="664798"/>
                  </a:lnTo>
                  <a:lnTo>
                    <a:pt x="53052" y="708347"/>
                  </a:lnTo>
                  <a:lnTo>
                    <a:pt x="37585" y="748570"/>
                  </a:lnTo>
                  <a:lnTo>
                    <a:pt x="24907" y="784248"/>
                  </a:lnTo>
                  <a:lnTo>
                    <a:pt x="44609" y="784248"/>
                  </a:lnTo>
                  <a:lnTo>
                    <a:pt x="52297" y="761901"/>
                  </a:lnTo>
                  <a:lnTo>
                    <a:pt x="77112" y="698088"/>
                  </a:lnTo>
                  <a:lnTo>
                    <a:pt x="108873" y="627164"/>
                  </a:lnTo>
                  <a:lnTo>
                    <a:pt x="123361" y="586999"/>
                  </a:lnTo>
                  <a:lnTo>
                    <a:pt x="132244" y="540603"/>
                  </a:lnTo>
                  <a:lnTo>
                    <a:pt x="136442" y="489857"/>
                  </a:lnTo>
                  <a:lnTo>
                    <a:pt x="136880" y="436639"/>
                  </a:lnTo>
                  <a:lnTo>
                    <a:pt x="134480" y="382830"/>
                  </a:lnTo>
                  <a:lnTo>
                    <a:pt x="130165" y="330310"/>
                  </a:lnTo>
                  <a:lnTo>
                    <a:pt x="124857" y="280957"/>
                  </a:lnTo>
                  <a:lnTo>
                    <a:pt x="119480" y="236652"/>
                  </a:lnTo>
                  <a:lnTo>
                    <a:pt x="116536" y="212619"/>
                  </a:lnTo>
                  <a:lnTo>
                    <a:pt x="114116" y="191619"/>
                  </a:lnTo>
                  <a:lnTo>
                    <a:pt x="112415" y="174016"/>
                  </a:lnTo>
                  <a:lnTo>
                    <a:pt x="111627" y="160173"/>
                  </a:lnTo>
                  <a:lnTo>
                    <a:pt x="112217" y="113116"/>
                  </a:lnTo>
                  <a:lnTo>
                    <a:pt x="114516" y="81222"/>
                  </a:lnTo>
                  <a:close/>
                </a:path>
              </a:pathLst>
            </a:custGeom>
            <a:solidFill>
              <a:srgbClr val="E9EA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9133731" y="2185338"/>
              <a:ext cx="162560" cy="424180"/>
            </a:xfrm>
            <a:custGeom>
              <a:avLst/>
              <a:gdLst/>
              <a:ahLst/>
              <a:cxnLst/>
              <a:rect l="l" t="t" r="r" b="b"/>
              <a:pathLst>
                <a:path w="162559" h="424180">
                  <a:moveTo>
                    <a:pt x="1078" y="0"/>
                  </a:moveTo>
                  <a:lnTo>
                    <a:pt x="0" y="29335"/>
                  </a:lnTo>
                  <a:lnTo>
                    <a:pt x="1078" y="99197"/>
                  </a:lnTo>
                  <a:lnTo>
                    <a:pt x="10788" y="182363"/>
                  </a:lnTo>
                  <a:lnTo>
                    <a:pt x="35601" y="251615"/>
                  </a:lnTo>
                  <a:lnTo>
                    <a:pt x="63465" y="294213"/>
                  </a:lnTo>
                  <a:lnTo>
                    <a:pt x="85937" y="326376"/>
                  </a:lnTo>
                  <a:lnTo>
                    <a:pt x="114884" y="364269"/>
                  </a:lnTo>
                  <a:lnTo>
                    <a:pt x="162173" y="424060"/>
                  </a:lnTo>
                  <a:lnTo>
                    <a:pt x="157345" y="381496"/>
                  </a:lnTo>
                  <a:lnTo>
                    <a:pt x="142532" y="284220"/>
                  </a:lnTo>
                  <a:lnTo>
                    <a:pt x="117239" y="177856"/>
                  </a:lnTo>
                  <a:lnTo>
                    <a:pt x="80971" y="108028"/>
                  </a:lnTo>
                  <a:lnTo>
                    <a:pt x="48300" y="79075"/>
                  </a:lnTo>
                  <a:lnTo>
                    <a:pt x="29088" y="58172"/>
                  </a:lnTo>
                  <a:lnTo>
                    <a:pt x="15844" y="35189"/>
                  </a:lnTo>
                  <a:lnTo>
                    <a:pt x="1078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9124567" y="2144528"/>
              <a:ext cx="183515" cy="495300"/>
            </a:xfrm>
            <a:custGeom>
              <a:avLst/>
              <a:gdLst/>
              <a:ahLst/>
              <a:cxnLst/>
              <a:rect l="l" t="t" r="r" b="b"/>
              <a:pathLst>
                <a:path w="183515" h="495300">
                  <a:moveTo>
                    <a:pt x="3617" y="0"/>
                  </a:moveTo>
                  <a:lnTo>
                    <a:pt x="1041" y="40218"/>
                  </a:lnTo>
                  <a:lnTo>
                    <a:pt x="77" y="62879"/>
                  </a:lnTo>
                  <a:lnTo>
                    <a:pt x="0" y="114275"/>
                  </a:lnTo>
                  <a:lnTo>
                    <a:pt x="3857" y="177665"/>
                  </a:lnTo>
                  <a:lnTo>
                    <a:pt x="15136" y="243503"/>
                  </a:lnTo>
                  <a:lnTo>
                    <a:pt x="37030" y="297446"/>
                  </a:lnTo>
                  <a:lnTo>
                    <a:pt x="76066" y="354095"/>
                  </a:lnTo>
                  <a:lnTo>
                    <a:pt x="117421" y="410071"/>
                  </a:lnTo>
                  <a:lnTo>
                    <a:pt x="150353" y="453018"/>
                  </a:lnTo>
                  <a:lnTo>
                    <a:pt x="183423" y="494906"/>
                  </a:lnTo>
                  <a:lnTo>
                    <a:pt x="180512" y="464006"/>
                  </a:lnTo>
                  <a:lnTo>
                    <a:pt x="178551" y="445314"/>
                  </a:lnTo>
                  <a:lnTo>
                    <a:pt x="177126" y="433745"/>
                  </a:lnTo>
                  <a:lnTo>
                    <a:pt x="158712" y="433745"/>
                  </a:lnTo>
                  <a:lnTo>
                    <a:pt x="135205" y="403049"/>
                  </a:lnTo>
                  <a:lnTo>
                    <a:pt x="107295" y="365703"/>
                  </a:lnTo>
                  <a:lnTo>
                    <a:pt x="78536" y="325793"/>
                  </a:lnTo>
                  <a:lnTo>
                    <a:pt x="52485" y="287404"/>
                  </a:lnTo>
                  <a:lnTo>
                    <a:pt x="33620" y="241548"/>
                  </a:lnTo>
                  <a:lnTo>
                    <a:pt x="23187" y="184317"/>
                  </a:lnTo>
                  <a:lnTo>
                    <a:pt x="18857" y="125891"/>
                  </a:lnTo>
                  <a:lnTo>
                    <a:pt x="18297" y="76447"/>
                  </a:lnTo>
                  <a:lnTo>
                    <a:pt x="40393" y="76447"/>
                  </a:lnTo>
                  <a:lnTo>
                    <a:pt x="37540" y="72459"/>
                  </a:lnTo>
                  <a:lnTo>
                    <a:pt x="23464" y="47414"/>
                  </a:lnTo>
                  <a:lnTo>
                    <a:pt x="18779" y="37349"/>
                  </a:lnTo>
                  <a:lnTo>
                    <a:pt x="3617" y="0"/>
                  </a:lnTo>
                  <a:close/>
                </a:path>
                <a:path w="183515" h="495300">
                  <a:moveTo>
                    <a:pt x="40393" y="76447"/>
                  </a:moveTo>
                  <a:lnTo>
                    <a:pt x="18297" y="76447"/>
                  </a:lnTo>
                  <a:lnTo>
                    <a:pt x="29760" y="94382"/>
                  </a:lnTo>
                  <a:lnTo>
                    <a:pt x="44462" y="114275"/>
                  </a:lnTo>
                  <a:lnTo>
                    <a:pt x="62536" y="135088"/>
                  </a:lnTo>
                  <a:lnTo>
                    <a:pt x="84117" y="155785"/>
                  </a:lnTo>
                  <a:lnTo>
                    <a:pt x="102186" y="181808"/>
                  </a:lnTo>
                  <a:lnTo>
                    <a:pt x="118116" y="223128"/>
                  </a:lnTo>
                  <a:lnTo>
                    <a:pt x="131820" y="274363"/>
                  </a:lnTo>
                  <a:lnTo>
                    <a:pt x="143212" y="330132"/>
                  </a:lnTo>
                  <a:lnTo>
                    <a:pt x="152205" y="385053"/>
                  </a:lnTo>
                  <a:lnTo>
                    <a:pt x="158712" y="433745"/>
                  </a:lnTo>
                  <a:lnTo>
                    <a:pt x="177126" y="433745"/>
                  </a:lnTo>
                  <a:lnTo>
                    <a:pt x="165135" y="348410"/>
                  </a:lnTo>
                  <a:lnTo>
                    <a:pt x="153384" y="286294"/>
                  </a:lnTo>
                  <a:lnTo>
                    <a:pt x="138073" y="225802"/>
                  </a:lnTo>
                  <a:lnTo>
                    <a:pt x="119054" y="174981"/>
                  </a:lnTo>
                  <a:lnTo>
                    <a:pt x="96180" y="141880"/>
                  </a:lnTo>
                  <a:lnTo>
                    <a:pt x="61587" y="106082"/>
                  </a:lnTo>
                  <a:lnTo>
                    <a:pt x="40393" y="76447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9344626" y="2185348"/>
              <a:ext cx="124460" cy="418465"/>
            </a:xfrm>
            <a:custGeom>
              <a:avLst/>
              <a:gdLst/>
              <a:ahLst/>
              <a:cxnLst/>
              <a:rect l="l" t="t" r="r" b="b"/>
              <a:pathLst>
                <a:path w="124459" h="418464">
                  <a:moveTo>
                    <a:pt x="123880" y="0"/>
                  </a:moveTo>
                  <a:lnTo>
                    <a:pt x="80100" y="32167"/>
                  </a:lnTo>
                  <a:lnTo>
                    <a:pt x="35691" y="93188"/>
                  </a:lnTo>
                  <a:lnTo>
                    <a:pt x="14564" y="150204"/>
                  </a:lnTo>
                  <a:lnTo>
                    <a:pt x="0" y="233084"/>
                  </a:lnTo>
                  <a:lnTo>
                    <a:pt x="1618" y="320657"/>
                  </a:lnTo>
                  <a:lnTo>
                    <a:pt x="9709" y="390008"/>
                  </a:lnTo>
                  <a:lnTo>
                    <a:pt x="14564" y="418217"/>
                  </a:lnTo>
                  <a:lnTo>
                    <a:pt x="51367" y="353213"/>
                  </a:lnTo>
                  <a:lnTo>
                    <a:pt x="71667" y="311690"/>
                  </a:lnTo>
                  <a:lnTo>
                    <a:pt x="91671" y="227616"/>
                  </a:lnTo>
                  <a:lnTo>
                    <a:pt x="102526" y="158160"/>
                  </a:lnTo>
                  <a:lnTo>
                    <a:pt x="112951" y="83683"/>
                  </a:lnTo>
                  <a:lnTo>
                    <a:pt x="123880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9334564" y="2165740"/>
              <a:ext cx="146050" cy="464184"/>
            </a:xfrm>
            <a:custGeom>
              <a:avLst/>
              <a:gdLst/>
              <a:ahLst/>
              <a:cxnLst/>
              <a:rect l="l" t="t" r="r" b="b"/>
              <a:pathLst>
                <a:path w="146050" h="464185">
                  <a:moveTo>
                    <a:pt x="145671" y="0"/>
                  </a:moveTo>
                  <a:lnTo>
                    <a:pt x="114623" y="23299"/>
                  </a:lnTo>
                  <a:lnTo>
                    <a:pt x="84264" y="53198"/>
                  </a:lnTo>
                  <a:lnTo>
                    <a:pt x="47921" y="101201"/>
                  </a:lnTo>
                  <a:lnTo>
                    <a:pt x="15968" y="166727"/>
                  </a:lnTo>
                  <a:lnTo>
                    <a:pt x="3688" y="220640"/>
                  </a:lnTo>
                  <a:lnTo>
                    <a:pt x="0" y="279674"/>
                  </a:lnTo>
                  <a:lnTo>
                    <a:pt x="2125" y="337460"/>
                  </a:lnTo>
                  <a:lnTo>
                    <a:pt x="7288" y="387631"/>
                  </a:lnTo>
                  <a:lnTo>
                    <a:pt x="12709" y="423818"/>
                  </a:lnTo>
                  <a:lnTo>
                    <a:pt x="15612" y="439651"/>
                  </a:lnTo>
                  <a:lnTo>
                    <a:pt x="20439" y="463619"/>
                  </a:lnTo>
                  <a:lnTo>
                    <a:pt x="32606" y="442415"/>
                  </a:lnTo>
                  <a:lnTo>
                    <a:pt x="43974" y="421626"/>
                  </a:lnTo>
                  <a:lnTo>
                    <a:pt x="49705" y="410071"/>
                  </a:lnTo>
                  <a:lnTo>
                    <a:pt x="29193" y="410071"/>
                  </a:lnTo>
                  <a:lnTo>
                    <a:pt x="24144" y="372664"/>
                  </a:lnTo>
                  <a:lnTo>
                    <a:pt x="19911" y="325116"/>
                  </a:lnTo>
                  <a:lnTo>
                    <a:pt x="18612" y="272552"/>
                  </a:lnTo>
                  <a:lnTo>
                    <a:pt x="22368" y="220096"/>
                  </a:lnTo>
                  <a:lnTo>
                    <a:pt x="33297" y="172874"/>
                  </a:lnTo>
                  <a:lnTo>
                    <a:pt x="53517" y="128085"/>
                  </a:lnTo>
                  <a:lnTo>
                    <a:pt x="77343" y="91057"/>
                  </a:lnTo>
                  <a:lnTo>
                    <a:pt x="121860" y="41642"/>
                  </a:lnTo>
                  <a:lnTo>
                    <a:pt x="140415" y="41642"/>
                  </a:lnTo>
                  <a:lnTo>
                    <a:pt x="143085" y="20753"/>
                  </a:lnTo>
                  <a:lnTo>
                    <a:pt x="145671" y="0"/>
                  </a:lnTo>
                  <a:close/>
                </a:path>
                <a:path w="146050" h="464185">
                  <a:moveTo>
                    <a:pt x="140415" y="41642"/>
                  </a:moveTo>
                  <a:lnTo>
                    <a:pt x="121860" y="41642"/>
                  </a:lnTo>
                  <a:lnTo>
                    <a:pt x="116319" y="83931"/>
                  </a:lnTo>
                  <a:lnTo>
                    <a:pt x="108976" y="137859"/>
                  </a:lnTo>
                  <a:lnTo>
                    <a:pt x="100768" y="194685"/>
                  </a:lnTo>
                  <a:lnTo>
                    <a:pt x="92636" y="245667"/>
                  </a:lnTo>
                  <a:lnTo>
                    <a:pt x="81337" y="289864"/>
                  </a:lnTo>
                  <a:lnTo>
                    <a:pt x="64429" y="335228"/>
                  </a:lnTo>
                  <a:lnTo>
                    <a:pt x="45763" y="376911"/>
                  </a:lnTo>
                  <a:lnTo>
                    <a:pt x="29193" y="410071"/>
                  </a:lnTo>
                  <a:lnTo>
                    <a:pt x="49705" y="410071"/>
                  </a:lnTo>
                  <a:lnTo>
                    <a:pt x="67465" y="374266"/>
                  </a:lnTo>
                  <a:lnTo>
                    <a:pt x="93079" y="312573"/>
                  </a:lnTo>
                  <a:lnTo>
                    <a:pt x="110813" y="248788"/>
                  </a:lnTo>
                  <a:lnTo>
                    <a:pt x="119403" y="194636"/>
                  </a:lnTo>
                  <a:lnTo>
                    <a:pt x="128026" y="134544"/>
                  </a:lnTo>
                  <a:lnTo>
                    <a:pt x="135582" y="78725"/>
                  </a:lnTo>
                  <a:lnTo>
                    <a:pt x="140415" y="41642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9107584" y="2518650"/>
              <a:ext cx="396875" cy="397510"/>
            </a:xfrm>
            <a:custGeom>
              <a:avLst/>
              <a:gdLst/>
              <a:ahLst/>
              <a:cxnLst/>
              <a:rect l="l" t="t" r="r" b="b"/>
              <a:pathLst>
                <a:path w="396875" h="397510">
                  <a:moveTo>
                    <a:pt x="396867" y="0"/>
                  </a:moveTo>
                  <a:lnTo>
                    <a:pt x="0" y="0"/>
                  </a:lnTo>
                  <a:lnTo>
                    <a:pt x="47569" y="396888"/>
                  </a:lnTo>
                  <a:lnTo>
                    <a:pt x="354408" y="396888"/>
                  </a:lnTo>
                  <a:lnTo>
                    <a:pt x="396867" y="0"/>
                  </a:lnTo>
                  <a:close/>
                </a:path>
              </a:pathLst>
            </a:custGeom>
            <a:solidFill>
              <a:srgbClr val="A085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9087629" y="2518645"/>
              <a:ext cx="431165" cy="73025"/>
            </a:xfrm>
            <a:custGeom>
              <a:avLst/>
              <a:gdLst/>
              <a:ahLst/>
              <a:cxnLst/>
              <a:rect l="l" t="t" r="r" b="b"/>
              <a:pathLst>
                <a:path w="431165" h="73025">
                  <a:moveTo>
                    <a:pt x="431138" y="0"/>
                  </a:moveTo>
                  <a:lnTo>
                    <a:pt x="0" y="0"/>
                  </a:lnTo>
                  <a:lnTo>
                    <a:pt x="0" y="72605"/>
                  </a:lnTo>
                  <a:lnTo>
                    <a:pt x="431138" y="72605"/>
                  </a:lnTo>
                  <a:lnTo>
                    <a:pt x="431138" y="0"/>
                  </a:lnTo>
                  <a:close/>
                </a:path>
              </a:pathLst>
            </a:custGeom>
            <a:solidFill>
              <a:srgbClr val="AC92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0377382" y="1536222"/>
              <a:ext cx="431800" cy="288925"/>
            </a:xfrm>
            <a:custGeom>
              <a:avLst/>
              <a:gdLst/>
              <a:ahLst/>
              <a:cxnLst/>
              <a:rect l="l" t="t" r="r" b="b"/>
              <a:pathLst>
                <a:path w="431800" h="288925">
                  <a:moveTo>
                    <a:pt x="187191" y="0"/>
                  </a:moveTo>
                  <a:lnTo>
                    <a:pt x="126170" y="2095"/>
                  </a:lnTo>
                  <a:lnTo>
                    <a:pt x="72335" y="16169"/>
                  </a:lnTo>
                  <a:lnTo>
                    <a:pt x="56320" y="10806"/>
                  </a:lnTo>
                  <a:lnTo>
                    <a:pt x="16724" y="37509"/>
                  </a:lnTo>
                  <a:lnTo>
                    <a:pt x="6568" y="82714"/>
                  </a:lnTo>
                  <a:lnTo>
                    <a:pt x="0" y="132117"/>
                  </a:lnTo>
                  <a:lnTo>
                    <a:pt x="1673" y="181079"/>
                  </a:lnTo>
                  <a:lnTo>
                    <a:pt x="16242" y="224959"/>
                  </a:lnTo>
                  <a:lnTo>
                    <a:pt x="46977" y="256836"/>
                  </a:lnTo>
                  <a:lnTo>
                    <a:pt x="89075" y="274999"/>
                  </a:lnTo>
                  <a:lnTo>
                    <a:pt x="135654" y="283589"/>
                  </a:lnTo>
                  <a:lnTo>
                    <a:pt x="179829" y="286747"/>
                  </a:lnTo>
                  <a:lnTo>
                    <a:pt x="217734" y="287827"/>
                  </a:lnTo>
                  <a:lnTo>
                    <a:pt x="237989" y="287585"/>
                  </a:lnTo>
                  <a:lnTo>
                    <a:pt x="258591" y="286465"/>
                  </a:lnTo>
                  <a:lnTo>
                    <a:pt x="308163" y="288711"/>
                  </a:lnTo>
                  <a:lnTo>
                    <a:pt x="355260" y="280198"/>
                  </a:lnTo>
                  <a:lnTo>
                    <a:pt x="395385" y="258240"/>
                  </a:lnTo>
                  <a:lnTo>
                    <a:pt x="424042" y="220152"/>
                  </a:lnTo>
                  <a:lnTo>
                    <a:pt x="431765" y="189665"/>
                  </a:lnTo>
                  <a:lnTo>
                    <a:pt x="430298" y="157440"/>
                  </a:lnTo>
                  <a:lnTo>
                    <a:pt x="409728" y="96596"/>
                  </a:lnTo>
                  <a:lnTo>
                    <a:pt x="358856" y="43499"/>
                  </a:lnTo>
                  <a:lnTo>
                    <a:pt x="289554" y="15038"/>
                  </a:lnTo>
                  <a:lnTo>
                    <a:pt x="245089" y="5706"/>
                  </a:lnTo>
                  <a:lnTo>
                    <a:pt x="187191" y="0"/>
                  </a:lnTo>
                  <a:close/>
                </a:path>
              </a:pathLst>
            </a:custGeom>
            <a:solidFill>
              <a:srgbClr val="452A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0461638" y="1634888"/>
              <a:ext cx="255904" cy="249554"/>
            </a:xfrm>
            <a:custGeom>
              <a:avLst/>
              <a:gdLst/>
              <a:ahLst/>
              <a:cxnLst/>
              <a:rect l="l" t="t" r="r" b="b"/>
              <a:pathLst>
                <a:path w="255904" h="249555">
                  <a:moveTo>
                    <a:pt x="255688" y="0"/>
                  </a:moveTo>
                  <a:lnTo>
                    <a:pt x="0" y="38899"/>
                  </a:lnTo>
                  <a:lnTo>
                    <a:pt x="8823" y="150367"/>
                  </a:lnTo>
                  <a:lnTo>
                    <a:pt x="9925" y="167666"/>
                  </a:lnTo>
                  <a:lnTo>
                    <a:pt x="31263" y="204120"/>
                  </a:lnTo>
                  <a:lnTo>
                    <a:pt x="86590" y="240778"/>
                  </a:lnTo>
                  <a:lnTo>
                    <a:pt x="123208" y="249347"/>
                  </a:lnTo>
                  <a:lnTo>
                    <a:pt x="163742" y="244389"/>
                  </a:lnTo>
                  <a:lnTo>
                    <a:pt x="206653" y="220636"/>
                  </a:lnTo>
                  <a:lnTo>
                    <a:pt x="250400" y="172821"/>
                  </a:lnTo>
                  <a:lnTo>
                    <a:pt x="255027" y="83603"/>
                  </a:lnTo>
                  <a:lnTo>
                    <a:pt x="255605" y="25950"/>
                  </a:lnTo>
                  <a:lnTo>
                    <a:pt x="255688" y="0"/>
                  </a:lnTo>
                  <a:close/>
                </a:path>
              </a:pathLst>
            </a:custGeom>
            <a:solidFill>
              <a:srgbClr val="8B4B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2" name="object 212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305319" y="1390321"/>
              <a:ext cx="87532" cy="180537"/>
            </a:xfrm>
            <a:prstGeom prst="rect">
              <a:avLst/>
            </a:prstGeom>
          </p:spPr>
        </p:pic>
        <p:sp>
          <p:nvSpPr>
            <p:cNvPr id="213" name="object 213" descr=""/>
            <p:cNvSpPr/>
            <p:nvPr/>
          </p:nvSpPr>
          <p:spPr>
            <a:xfrm>
              <a:off x="10369596" y="1148424"/>
              <a:ext cx="443865" cy="613410"/>
            </a:xfrm>
            <a:custGeom>
              <a:avLst/>
              <a:gdLst/>
              <a:ahLst/>
              <a:cxnLst/>
              <a:rect l="l" t="t" r="r" b="b"/>
              <a:pathLst>
                <a:path w="443865" h="613410">
                  <a:moveTo>
                    <a:pt x="419997" y="0"/>
                  </a:moveTo>
                  <a:lnTo>
                    <a:pt x="293522" y="3058"/>
                  </a:lnTo>
                  <a:lnTo>
                    <a:pt x="220624" y="5069"/>
                  </a:lnTo>
                  <a:lnTo>
                    <a:pt x="147566" y="7345"/>
                  </a:lnTo>
                  <a:lnTo>
                    <a:pt x="83473" y="9749"/>
                  </a:lnTo>
                  <a:lnTo>
                    <a:pt x="37473" y="12142"/>
                  </a:lnTo>
                  <a:lnTo>
                    <a:pt x="11089" y="83404"/>
                  </a:lnTo>
                  <a:lnTo>
                    <a:pt x="6812" y="146186"/>
                  </a:lnTo>
                  <a:lnTo>
                    <a:pt x="3098" y="210716"/>
                  </a:lnTo>
                  <a:lnTo>
                    <a:pt x="607" y="264165"/>
                  </a:lnTo>
                  <a:lnTo>
                    <a:pt x="0" y="293708"/>
                  </a:lnTo>
                  <a:lnTo>
                    <a:pt x="4143" y="331938"/>
                  </a:lnTo>
                  <a:lnTo>
                    <a:pt x="13250" y="391681"/>
                  </a:lnTo>
                  <a:lnTo>
                    <a:pt x="24902" y="450431"/>
                  </a:lnTo>
                  <a:lnTo>
                    <a:pt x="64601" y="512369"/>
                  </a:lnTo>
                  <a:lnTo>
                    <a:pt x="114352" y="553574"/>
                  </a:lnTo>
                  <a:lnTo>
                    <a:pt x="163232" y="591999"/>
                  </a:lnTo>
                  <a:lnTo>
                    <a:pt x="201720" y="612416"/>
                  </a:lnTo>
                  <a:lnTo>
                    <a:pt x="223748" y="613139"/>
                  </a:lnTo>
                  <a:lnTo>
                    <a:pt x="246202" y="611948"/>
                  </a:lnTo>
                  <a:lnTo>
                    <a:pt x="288374" y="588478"/>
                  </a:lnTo>
                  <a:lnTo>
                    <a:pt x="340163" y="549216"/>
                  </a:lnTo>
                  <a:lnTo>
                    <a:pt x="391954" y="505387"/>
                  </a:lnTo>
                  <a:lnTo>
                    <a:pt x="419673" y="471891"/>
                  </a:lnTo>
                  <a:lnTo>
                    <a:pt x="437303" y="375277"/>
                  </a:lnTo>
                  <a:lnTo>
                    <a:pt x="443512" y="306652"/>
                  </a:lnTo>
                  <a:lnTo>
                    <a:pt x="438395" y="257091"/>
                  </a:lnTo>
                  <a:lnTo>
                    <a:pt x="428112" y="198999"/>
                  </a:lnTo>
                  <a:lnTo>
                    <a:pt x="422611" y="112615"/>
                  </a:lnTo>
                  <a:lnTo>
                    <a:pt x="420402" y="34196"/>
                  </a:lnTo>
                  <a:lnTo>
                    <a:pt x="419997" y="0"/>
                  </a:lnTo>
                  <a:close/>
                </a:path>
              </a:pathLst>
            </a:custGeom>
            <a:solidFill>
              <a:srgbClr val="995A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10789595" y="1390321"/>
              <a:ext cx="87630" cy="180975"/>
            </a:xfrm>
            <a:custGeom>
              <a:avLst/>
              <a:gdLst/>
              <a:ahLst/>
              <a:cxnLst/>
              <a:rect l="l" t="t" r="r" b="b"/>
              <a:pathLst>
                <a:path w="87629" h="180975">
                  <a:moveTo>
                    <a:pt x="63627" y="0"/>
                  </a:moveTo>
                  <a:lnTo>
                    <a:pt x="46186" y="6166"/>
                  </a:lnTo>
                  <a:lnTo>
                    <a:pt x="14711" y="20060"/>
                  </a:lnTo>
                  <a:lnTo>
                    <a:pt x="17026" y="71236"/>
                  </a:lnTo>
                  <a:lnTo>
                    <a:pt x="16265" y="105011"/>
                  </a:lnTo>
                  <a:lnTo>
                    <a:pt x="11049" y="136430"/>
                  </a:lnTo>
                  <a:lnTo>
                    <a:pt x="0" y="180537"/>
                  </a:lnTo>
                  <a:lnTo>
                    <a:pt x="10329" y="179086"/>
                  </a:lnTo>
                  <a:lnTo>
                    <a:pt x="59480" y="166742"/>
                  </a:lnTo>
                  <a:lnTo>
                    <a:pt x="83216" y="125801"/>
                  </a:lnTo>
                  <a:lnTo>
                    <a:pt x="87530" y="77298"/>
                  </a:lnTo>
                  <a:lnTo>
                    <a:pt x="87428" y="30317"/>
                  </a:lnTo>
                  <a:lnTo>
                    <a:pt x="81421" y="5328"/>
                  </a:lnTo>
                  <a:lnTo>
                    <a:pt x="73287" y="181"/>
                  </a:lnTo>
                  <a:lnTo>
                    <a:pt x="63627" y="0"/>
                  </a:lnTo>
                  <a:close/>
                </a:path>
              </a:pathLst>
            </a:custGeom>
            <a:solidFill>
              <a:srgbClr val="8B4B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0330015" y="1525860"/>
              <a:ext cx="522605" cy="46355"/>
            </a:xfrm>
            <a:custGeom>
              <a:avLst/>
              <a:gdLst/>
              <a:ahLst/>
              <a:cxnLst/>
              <a:rect l="l" t="t" r="r" b="b"/>
              <a:pathLst>
                <a:path w="522604" h="46355">
                  <a:moveTo>
                    <a:pt x="46075" y="23025"/>
                  </a:moveTo>
                  <a:lnTo>
                    <a:pt x="44259" y="14071"/>
                  </a:lnTo>
                  <a:lnTo>
                    <a:pt x="39306" y="6756"/>
                  </a:lnTo>
                  <a:lnTo>
                    <a:pt x="31978" y="1816"/>
                  </a:lnTo>
                  <a:lnTo>
                    <a:pt x="23012" y="0"/>
                  </a:lnTo>
                  <a:lnTo>
                    <a:pt x="14058" y="1816"/>
                  </a:lnTo>
                  <a:lnTo>
                    <a:pt x="6743" y="6756"/>
                  </a:lnTo>
                  <a:lnTo>
                    <a:pt x="1803" y="14071"/>
                  </a:lnTo>
                  <a:lnTo>
                    <a:pt x="0" y="23025"/>
                  </a:lnTo>
                  <a:lnTo>
                    <a:pt x="1803" y="31991"/>
                  </a:lnTo>
                  <a:lnTo>
                    <a:pt x="6743" y="39319"/>
                  </a:lnTo>
                  <a:lnTo>
                    <a:pt x="14058" y="44246"/>
                  </a:lnTo>
                  <a:lnTo>
                    <a:pt x="23012" y="46050"/>
                  </a:lnTo>
                  <a:lnTo>
                    <a:pt x="31978" y="44246"/>
                  </a:lnTo>
                  <a:lnTo>
                    <a:pt x="39306" y="39319"/>
                  </a:lnTo>
                  <a:lnTo>
                    <a:pt x="44259" y="31991"/>
                  </a:lnTo>
                  <a:lnTo>
                    <a:pt x="46075" y="23025"/>
                  </a:lnTo>
                  <a:close/>
                </a:path>
                <a:path w="522604" h="46355">
                  <a:moveTo>
                    <a:pt x="522401" y="23025"/>
                  </a:moveTo>
                  <a:lnTo>
                    <a:pt x="520598" y="14071"/>
                  </a:lnTo>
                  <a:lnTo>
                    <a:pt x="515670" y="6756"/>
                  </a:lnTo>
                  <a:lnTo>
                    <a:pt x="508355" y="1816"/>
                  </a:lnTo>
                  <a:lnTo>
                    <a:pt x="499389" y="0"/>
                  </a:lnTo>
                  <a:lnTo>
                    <a:pt x="490423" y="1816"/>
                  </a:lnTo>
                  <a:lnTo>
                    <a:pt x="483095" y="6756"/>
                  </a:lnTo>
                  <a:lnTo>
                    <a:pt x="478142" y="14071"/>
                  </a:lnTo>
                  <a:lnTo>
                    <a:pt x="476338" y="23025"/>
                  </a:lnTo>
                  <a:lnTo>
                    <a:pt x="478142" y="31991"/>
                  </a:lnTo>
                  <a:lnTo>
                    <a:pt x="483095" y="39319"/>
                  </a:lnTo>
                  <a:lnTo>
                    <a:pt x="490423" y="44246"/>
                  </a:lnTo>
                  <a:lnTo>
                    <a:pt x="499389" y="46050"/>
                  </a:lnTo>
                  <a:lnTo>
                    <a:pt x="508355" y="44246"/>
                  </a:lnTo>
                  <a:lnTo>
                    <a:pt x="515670" y="39319"/>
                  </a:lnTo>
                  <a:lnTo>
                    <a:pt x="520598" y="31991"/>
                  </a:lnTo>
                  <a:lnTo>
                    <a:pt x="522401" y="23025"/>
                  </a:lnTo>
                  <a:close/>
                </a:path>
              </a:pathLst>
            </a:custGeom>
            <a:solidFill>
              <a:srgbClr val="E8D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10320018" y="1014259"/>
              <a:ext cx="590550" cy="440690"/>
            </a:xfrm>
            <a:custGeom>
              <a:avLst/>
              <a:gdLst/>
              <a:ahLst/>
              <a:cxnLst/>
              <a:rect l="l" t="t" r="r" b="b"/>
              <a:pathLst>
                <a:path w="590550" h="440690">
                  <a:moveTo>
                    <a:pt x="207585" y="0"/>
                  </a:moveTo>
                  <a:lnTo>
                    <a:pt x="157824" y="12331"/>
                  </a:lnTo>
                  <a:lnTo>
                    <a:pt x="126087" y="36845"/>
                  </a:lnTo>
                  <a:lnTo>
                    <a:pt x="88733" y="71994"/>
                  </a:lnTo>
                  <a:lnTo>
                    <a:pt x="51829" y="114517"/>
                  </a:lnTo>
                  <a:lnTo>
                    <a:pt x="21443" y="161153"/>
                  </a:lnTo>
                  <a:lnTo>
                    <a:pt x="3642" y="208640"/>
                  </a:lnTo>
                  <a:lnTo>
                    <a:pt x="0" y="303800"/>
                  </a:lnTo>
                  <a:lnTo>
                    <a:pt x="19888" y="375482"/>
                  </a:lnTo>
                  <a:lnTo>
                    <a:pt x="45143" y="420689"/>
                  </a:lnTo>
                  <a:lnTo>
                    <a:pt x="57598" y="436424"/>
                  </a:lnTo>
                  <a:lnTo>
                    <a:pt x="69888" y="319033"/>
                  </a:lnTo>
                  <a:lnTo>
                    <a:pt x="78329" y="256856"/>
                  </a:lnTo>
                  <a:lnTo>
                    <a:pt x="86831" y="229150"/>
                  </a:lnTo>
                  <a:lnTo>
                    <a:pt x="99304" y="215174"/>
                  </a:lnTo>
                  <a:lnTo>
                    <a:pt x="122467" y="215465"/>
                  </a:lnTo>
                  <a:lnTo>
                    <a:pt x="162977" y="234201"/>
                  </a:lnTo>
                  <a:lnTo>
                    <a:pt x="211686" y="267608"/>
                  </a:lnTo>
                  <a:lnTo>
                    <a:pt x="259446" y="311912"/>
                  </a:lnTo>
                  <a:lnTo>
                    <a:pt x="297109" y="363337"/>
                  </a:lnTo>
                  <a:lnTo>
                    <a:pt x="306380" y="383258"/>
                  </a:lnTo>
                  <a:lnTo>
                    <a:pt x="323331" y="402030"/>
                  </a:lnTo>
                  <a:lnTo>
                    <a:pt x="363665" y="416266"/>
                  </a:lnTo>
                  <a:lnTo>
                    <a:pt x="443084" y="422581"/>
                  </a:lnTo>
                  <a:lnTo>
                    <a:pt x="498679" y="437783"/>
                  </a:lnTo>
                  <a:lnTo>
                    <a:pt x="545241" y="428451"/>
                  </a:lnTo>
                  <a:lnTo>
                    <a:pt x="571784" y="351587"/>
                  </a:lnTo>
                  <a:lnTo>
                    <a:pt x="583640" y="293680"/>
                  </a:lnTo>
                  <a:lnTo>
                    <a:pt x="590351" y="241191"/>
                  </a:lnTo>
                  <a:lnTo>
                    <a:pt x="589006" y="209426"/>
                  </a:lnTo>
                  <a:lnTo>
                    <a:pt x="561361" y="159521"/>
                  </a:lnTo>
                  <a:lnTo>
                    <a:pt x="521300" y="109884"/>
                  </a:lnTo>
                  <a:lnTo>
                    <a:pt x="476774" y="65808"/>
                  </a:lnTo>
                  <a:lnTo>
                    <a:pt x="435737" y="32585"/>
                  </a:lnTo>
                  <a:lnTo>
                    <a:pt x="371158" y="8937"/>
                  </a:lnTo>
                  <a:lnTo>
                    <a:pt x="317532" y="3942"/>
                  </a:lnTo>
                  <a:lnTo>
                    <a:pt x="258572" y="853"/>
                  </a:lnTo>
                  <a:lnTo>
                    <a:pt x="207585" y="0"/>
                  </a:lnTo>
                  <a:close/>
                </a:path>
              </a:pathLst>
            </a:custGeom>
            <a:solidFill>
              <a:srgbClr val="452A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9663956" y="1382718"/>
              <a:ext cx="1755775" cy="1162685"/>
            </a:xfrm>
            <a:custGeom>
              <a:avLst/>
              <a:gdLst/>
              <a:ahLst/>
              <a:cxnLst/>
              <a:rect l="l" t="t" r="r" b="b"/>
              <a:pathLst>
                <a:path w="1755775" h="1162685">
                  <a:moveTo>
                    <a:pt x="1710701" y="0"/>
                  </a:moveTo>
                  <a:lnTo>
                    <a:pt x="44574" y="0"/>
                  </a:lnTo>
                  <a:lnTo>
                    <a:pt x="27224" y="3503"/>
                  </a:lnTo>
                  <a:lnTo>
                    <a:pt x="13055" y="13055"/>
                  </a:lnTo>
                  <a:lnTo>
                    <a:pt x="3503" y="27224"/>
                  </a:lnTo>
                  <a:lnTo>
                    <a:pt x="0" y="44574"/>
                  </a:lnTo>
                  <a:lnTo>
                    <a:pt x="0" y="1117777"/>
                  </a:lnTo>
                  <a:lnTo>
                    <a:pt x="3503" y="1135133"/>
                  </a:lnTo>
                  <a:lnTo>
                    <a:pt x="13055" y="1149305"/>
                  </a:lnTo>
                  <a:lnTo>
                    <a:pt x="27224" y="1158859"/>
                  </a:lnTo>
                  <a:lnTo>
                    <a:pt x="44574" y="1162362"/>
                  </a:lnTo>
                  <a:lnTo>
                    <a:pt x="1710701" y="1162362"/>
                  </a:lnTo>
                  <a:lnTo>
                    <a:pt x="1728051" y="1158857"/>
                  </a:lnTo>
                  <a:lnTo>
                    <a:pt x="1742220" y="1149301"/>
                  </a:lnTo>
                  <a:lnTo>
                    <a:pt x="1751773" y="1135129"/>
                  </a:lnTo>
                  <a:lnTo>
                    <a:pt x="1755276" y="1117777"/>
                  </a:lnTo>
                  <a:lnTo>
                    <a:pt x="1755276" y="44574"/>
                  </a:lnTo>
                  <a:lnTo>
                    <a:pt x="1751773" y="27224"/>
                  </a:lnTo>
                  <a:lnTo>
                    <a:pt x="1742220" y="13055"/>
                  </a:lnTo>
                  <a:lnTo>
                    <a:pt x="1728051" y="3503"/>
                  </a:lnTo>
                  <a:lnTo>
                    <a:pt x="1710701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9663955" y="1382718"/>
              <a:ext cx="1755775" cy="1113790"/>
            </a:xfrm>
            <a:custGeom>
              <a:avLst/>
              <a:gdLst/>
              <a:ahLst/>
              <a:cxnLst/>
              <a:rect l="l" t="t" r="r" b="b"/>
              <a:pathLst>
                <a:path w="1755775" h="1113789">
                  <a:moveTo>
                    <a:pt x="1707696" y="0"/>
                  </a:moveTo>
                  <a:lnTo>
                    <a:pt x="47590" y="0"/>
                  </a:lnTo>
                  <a:lnTo>
                    <a:pt x="29066" y="3740"/>
                  </a:lnTo>
                  <a:lnTo>
                    <a:pt x="13939" y="13939"/>
                  </a:lnTo>
                  <a:lnTo>
                    <a:pt x="3740" y="29066"/>
                  </a:lnTo>
                  <a:lnTo>
                    <a:pt x="0" y="47590"/>
                  </a:lnTo>
                  <a:lnTo>
                    <a:pt x="0" y="1066009"/>
                  </a:lnTo>
                  <a:lnTo>
                    <a:pt x="3740" y="1084533"/>
                  </a:lnTo>
                  <a:lnTo>
                    <a:pt x="13939" y="1099660"/>
                  </a:lnTo>
                  <a:lnTo>
                    <a:pt x="29066" y="1109859"/>
                  </a:lnTo>
                  <a:lnTo>
                    <a:pt x="47590" y="1113599"/>
                  </a:lnTo>
                  <a:lnTo>
                    <a:pt x="1707686" y="1113599"/>
                  </a:lnTo>
                  <a:lnTo>
                    <a:pt x="1726209" y="1109859"/>
                  </a:lnTo>
                  <a:lnTo>
                    <a:pt x="1741337" y="1099658"/>
                  </a:lnTo>
                  <a:lnTo>
                    <a:pt x="1751536" y="1084528"/>
                  </a:lnTo>
                  <a:lnTo>
                    <a:pt x="1755276" y="1065998"/>
                  </a:lnTo>
                  <a:lnTo>
                    <a:pt x="1755276" y="47579"/>
                  </a:lnTo>
                  <a:lnTo>
                    <a:pt x="1751537" y="29062"/>
                  </a:lnTo>
                  <a:lnTo>
                    <a:pt x="1741342" y="13938"/>
                  </a:lnTo>
                  <a:lnTo>
                    <a:pt x="1726218" y="3739"/>
                  </a:lnTo>
                  <a:lnTo>
                    <a:pt x="1707696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10085032" y="1890972"/>
              <a:ext cx="962025" cy="1015365"/>
            </a:xfrm>
            <a:custGeom>
              <a:avLst/>
              <a:gdLst/>
              <a:ahLst/>
              <a:cxnLst/>
              <a:rect l="l" t="t" r="r" b="b"/>
              <a:pathLst>
                <a:path w="962025" h="1015364">
                  <a:moveTo>
                    <a:pt x="961859" y="1015365"/>
                  </a:moveTo>
                  <a:lnTo>
                    <a:pt x="955649" y="984592"/>
                  </a:lnTo>
                  <a:lnTo>
                    <a:pt x="938707" y="959459"/>
                  </a:lnTo>
                  <a:lnTo>
                    <a:pt x="913574" y="942517"/>
                  </a:lnTo>
                  <a:lnTo>
                    <a:pt x="882802" y="936307"/>
                  </a:lnTo>
                  <a:lnTo>
                    <a:pt x="638213" y="936307"/>
                  </a:lnTo>
                  <a:lnTo>
                    <a:pt x="638213" y="787488"/>
                  </a:lnTo>
                  <a:lnTo>
                    <a:pt x="638213" y="285191"/>
                  </a:lnTo>
                  <a:lnTo>
                    <a:pt x="638213" y="74599"/>
                  </a:lnTo>
                  <a:lnTo>
                    <a:pt x="632333" y="45631"/>
                  </a:lnTo>
                  <a:lnTo>
                    <a:pt x="616292" y="21920"/>
                  </a:lnTo>
                  <a:lnTo>
                    <a:pt x="592582" y="5892"/>
                  </a:lnTo>
                  <a:lnTo>
                    <a:pt x="563613" y="0"/>
                  </a:lnTo>
                  <a:lnTo>
                    <a:pt x="550125" y="0"/>
                  </a:lnTo>
                  <a:lnTo>
                    <a:pt x="550125" y="285191"/>
                  </a:lnTo>
                  <a:lnTo>
                    <a:pt x="550125" y="740295"/>
                  </a:lnTo>
                  <a:lnTo>
                    <a:pt x="534797" y="771753"/>
                  </a:lnTo>
                  <a:lnTo>
                    <a:pt x="498246" y="787488"/>
                  </a:lnTo>
                  <a:lnTo>
                    <a:pt x="454621" y="787488"/>
                  </a:lnTo>
                  <a:lnTo>
                    <a:pt x="418058" y="771753"/>
                  </a:lnTo>
                  <a:lnTo>
                    <a:pt x="402729" y="740295"/>
                  </a:lnTo>
                  <a:lnTo>
                    <a:pt x="402729" y="285191"/>
                  </a:lnTo>
                  <a:lnTo>
                    <a:pt x="550125" y="285191"/>
                  </a:lnTo>
                  <a:lnTo>
                    <a:pt x="550125" y="0"/>
                  </a:lnTo>
                  <a:lnTo>
                    <a:pt x="387858" y="0"/>
                  </a:lnTo>
                  <a:lnTo>
                    <a:pt x="358889" y="5892"/>
                  </a:lnTo>
                  <a:lnTo>
                    <a:pt x="335178" y="21920"/>
                  </a:lnTo>
                  <a:lnTo>
                    <a:pt x="319151" y="45631"/>
                  </a:lnTo>
                  <a:lnTo>
                    <a:pt x="313258" y="74599"/>
                  </a:lnTo>
                  <a:lnTo>
                    <a:pt x="313258" y="936307"/>
                  </a:lnTo>
                  <a:lnTo>
                    <a:pt x="79044" y="936307"/>
                  </a:lnTo>
                  <a:lnTo>
                    <a:pt x="48272" y="942517"/>
                  </a:lnTo>
                  <a:lnTo>
                    <a:pt x="23152" y="959459"/>
                  </a:lnTo>
                  <a:lnTo>
                    <a:pt x="6210" y="984592"/>
                  </a:lnTo>
                  <a:lnTo>
                    <a:pt x="0" y="1015365"/>
                  </a:lnTo>
                  <a:lnTo>
                    <a:pt x="961859" y="1015365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0" name="object 220" descr=""/>
          <p:cNvGrpSpPr/>
          <p:nvPr/>
        </p:nvGrpSpPr>
        <p:grpSpPr>
          <a:xfrm>
            <a:off x="11782814" y="3372138"/>
            <a:ext cx="1266190" cy="1721485"/>
            <a:chOff x="11782814" y="3372138"/>
            <a:chExt cx="1266190" cy="1721485"/>
          </a:xfrm>
        </p:grpSpPr>
        <p:sp>
          <p:nvSpPr>
            <p:cNvPr id="221" name="object 221" descr=""/>
            <p:cNvSpPr/>
            <p:nvPr/>
          </p:nvSpPr>
          <p:spPr>
            <a:xfrm>
              <a:off x="11782814" y="3372138"/>
              <a:ext cx="1266190" cy="1565275"/>
            </a:xfrm>
            <a:custGeom>
              <a:avLst/>
              <a:gdLst/>
              <a:ahLst/>
              <a:cxnLst/>
              <a:rect l="l" t="t" r="r" b="b"/>
              <a:pathLst>
                <a:path w="1266190" h="1565275">
                  <a:moveTo>
                    <a:pt x="1265783" y="0"/>
                  </a:moveTo>
                  <a:lnTo>
                    <a:pt x="0" y="0"/>
                  </a:lnTo>
                  <a:lnTo>
                    <a:pt x="0" y="1564968"/>
                  </a:lnTo>
                  <a:lnTo>
                    <a:pt x="1265783" y="1564968"/>
                  </a:lnTo>
                  <a:lnTo>
                    <a:pt x="1265783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1847246" y="4937118"/>
              <a:ext cx="1151255" cy="47625"/>
            </a:xfrm>
            <a:custGeom>
              <a:avLst/>
              <a:gdLst/>
              <a:ahLst/>
              <a:cxnLst/>
              <a:rect l="l" t="t" r="r" b="b"/>
              <a:pathLst>
                <a:path w="1151254" h="47625">
                  <a:moveTo>
                    <a:pt x="179514" y="0"/>
                  </a:moveTo>
                  <a:lnTo>
                    <a:pt x="0" y="0"/>
                  </a:lnTo>
                  <a:lnTo>
                    <a:pt x="0" y="23774"/>
                  </a:lnTo>
                  <a:lnTo>
                    <a:pt x="0" y="47536"/>
                  </a:lnTo>
                  <a:lnTo>
                    <a:pt x="179514" y="47536"/>
                  </a:lnTo>
                  <a:lnTo>
                    <a:pt x="179514" y="23774"/>
                  </a:lnTo>
                  <a:lnTo>
                    <a:pt x="179514" y="0"/>
                  </a:lnTo>
                  <a:close/>
                </a:path>
                <a:path w="1151254" h="47625">
                  <a:moveTo>
                    <a:pt x="1150708" y="0"/>
                  </a:moveTo>
                  <a:lnTo>
                    <a:pt x="971207" y="0"/>
                  </a:lnTo>
                  <a:lnTo>
                    <a:pt x="971207" y="23774"/>
                  </a:lnTo>
                  <a:lnTo>
                    <a:pt x="971207" y="47536"/>
                  </a:lnTo>
                  <a:lnTo>
                    <a:pt x="1150708" y="47536"/>
                  </a:lnTo>
                  <a:lnTo>
                    <a:pt x="1150708" y="23774"/>
                  </a:lnTo>
                  <a:lnTo>
                    <a:pt x="1150708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11870652" y="4960892"/>
              <a:ext cx="1104265" cy="133350"/>
            </a:xfrm>
            <a:custGeom>
              <a:avLst/>
              <a:gdLst/>
              <a:ahLst/>
              <a:cxnLst/>
              <a:rect l="l" t="t" r="r" b="b"/>
              <a:pathLst>
                <a:path w="1104265" h="133350">
                  <a:moveTo>
                    <a:pt x="132715" y="0"/>
                  </a:moveTo>
                  <a:lnTo>
                    <a:pt x="0" y="0"/>
                  </a:lnTo>
                  <a:lnTo>
                    <a:pt x="0" y="132727"/>
                  </a:lnTo>
                  <a:lnTo>
                    <a:pt x="132715" y="132727"/>
                  </a:lnTo>
                  <a:lnTo>
                    <a:pt x="132715" y="0"/>
                  </a:lnTo>
                  <a:close/>
                </a:path>
                <a:path w="1104265" h="133350">
                  <a:moveTo>
                    <a:pt x="1103934" y="0"/>
                  </a:moveTo>
                  <a:lnTo>
                    <a:pt x="971194" y="0"/>
                  </a:lnTo>
                  <a:lnTo>
                    <a:pt x="971194" y="132727"/>
                  </a:lnTo>
                  <a:lnTo>
                    <a:pt x="1103934" y="132727"/>
                  </a:lnTo>
                  <a:lnTo>
                    <a:pt x="1103934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4" name="object 224" descr=""/>
          <p:cNvGrpSpPr/>
          <p:nvPr/>
        </p:nvGrpSpPr>
        <p:grpSpPr>
          <a:xfrm>
            <a:off x="14049122" y="6043965"/>
            <a:ext cx="5019675" cy="4199255"/>
            <a:chOff x="14049122" y="6043965"/>
            <a:chExt cx="5019675" cy="4199255"/>
          </a:xfrm>
        </p:grpSpPr>
        <p:pic>
          <p:nvPicPr>
            <p:cNvPr id="225" name="object 225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4400933" y="6043965"/>
              <a:ext cx="4667825" cy="4198857"/>
            </a:xfrm>
            <a:prstGeom prst="rect">
              <a:avLst/>
            </a:prstGeom>
          </p:spPr>
        </p:pic>
        <p:sp>
          <p:nvSpPr>
            <p:cNvPr id="226" name="object 226" descr=""/>
            <p:cNvSpPr/>
            <p:nvPr/>
          </p:nvSpPr>
          <p:spPr>
            <a:xfrm>
              <a:off x="14418566" y="7730801"/>
              <a:ext cx="991869" cy="23495"/>
            </a:xfrm>
            <a:custGeom>
              <a:avLst/>
              <a:gdLst/>
              <a:ahLst/>
              <a:cxnLst/>
              <a:rect l="l" t="t" r="r" b="b"/>
              <a:pathLst>
                <a:path w="991869" h="23495">
                  <a:moveTo>
                    <a:pt x="991613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1613" y="23454"/>
                  </a:lnTo>
                  <a:lnTo>
                    <a:pt x="991613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4394085" y="7754255"/>
              <a:ext cx="999490" cy="23495"/>
            </a:xfrm>
            <a:custGeom>
              <a:avLst/>
              <a:gdLst/>
              <a:ahLst/>
              <a:cxnLst/>
              <a:rect l="l" t="t" r="r" b="b"/>
              <a:pathLst>
                <a:path w="999490" h="23495">
                  <a:moveTo>
                    <a:pt x="998901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8901" y="23454"/>
                  </a:lnTo>
                  <a:lnTo>
                    <a:pt x="998901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4418566" y="7777710"/>
              <a:ext cx="991869" cy="23495"/>
            </a:xfrm>
            <a:custGeom>
              <a:avLst/>
              <a:gdLst/>
              <a:ahLst/>
              <a:cxnLst/>
              <a:rect l="l" t="t" r="r" b="b"/>
              <a:pathLst>
                <a:path w="991869" h="23495">
                  <a:moveTo>
                    <a:pt x="991613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1613" y="23454"/>
                  </a:lnTo>
                  <a:lnTo>
                    <a:pt x="991613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4394085" y="7801165"/>
              <a:ext cx="991235" cy="23495"/>
            </a:xfrm>
            <a:custGeom>
              <a:avLst/>
              <a:gdLst/>
              <a:ahLst/>
              <a:cxnLst/>
              <a:rect l="l" t="t" r="r" b="b"/>
              <a:pathLst>
                <a:path w="991234" h="23495">
                  <a:moveTo>
                    <a:pt x="990723" y="0"/>
                  </a:moveTo>
                  <a:lnTo>
                    <a:pt x="0" y="0"/>
                  </a:lnTo>
                  <a:lnTo>
                    <a:pt x="0" y="23475"/>
                  </a:lnTo>
                  <a:lnTo>
                    <a:pt x="990723" y="23475"/>
                  </a:lnTo>
                  <a:lnTo>
                    <a:pt x="990723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4394085" y="7824641"/>
              <a:ext cx="999490" cy="23495"/>
            </a:xfrm>
            <a:custGeom>
              <a:avLst/>
              <a:gdLst/>
              <a:ahLst/>
              <a:cxnLst/>
              <a:rect l="l" t="t" r="r" b="b"/>
              <a:pathLst>
                <a:path w="999490" h="23495">
                  <a:moveTo>
                    <a:pt x="998901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8901" y="23454"/>
                  </a:lnTo>
                  <a:lnTo>
                    <a:pt x="998901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4418566" y="7848095"/>
              <a:ext cx="991869" cy="23495"/>
            </a:xfrm>
            <a:custGeom>
              <a:avLst/>
              <a:gdLst/>
              <a:ahLst/>
              <a:cxnLst/>
              <a:rect l="l" t="t" r="r" b="b"/>
              <a:pathLst>
                <a:path w="991869" h="23495">
                  <a:moveTo>
                    <a:pt x="991613" y="0"/>
                  </a:moveTo>
                  <a:lnTo>
                    <a:pt x="0" y="0"/>
                  </a:lnTo>
                  <a:lnTo>
                    <a:pt x="0" y="23475"/>
                  </a:lnTo>
                  <a:lnTo>
                    <a:pt x="991613" y="23475"/>
                  </a:lnTo>
                  <a:lnTo>
                    <a:pt x="991613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4394085" y="7871571"/>
              <a:ext cx="999490" cy="23495"/>
            </a:xfrm>
            <a:custGeom>
              <a:avLst/>
              <a:gdLst/>
              <a:ahLst/>
              <a:cxnLst/>
              <a:rect l="l" t="t" r="r" b="b"/>
              <a:pathLst>
                <a:path w="999490" h="23495">
                  <a:moveTo>
                    <a:pt x="998901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8901" y="23454"/>
                  </a:lnTo>
                  <a:lnTo>
                    <a:pt x="998901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14418556" y="7895026"/>
              <a:ext cx="1013460" cy="23495"/>
            </a:xfrm>
            <a:custGeom>
              <a:avLst/>
              <a:gdLst/>
              <a:ahLst/>
              <a:cxnLst/>
              <a:rect l="l" t="t" r="r" b="b"/>
              <a:pathLst>
                <a:path w="1013459" h="23495">
                  <a:moveTo>
                    <a:pt x="1013319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1013319" y="23454"/>
                  </a:lnTo>
                  <a:lnTo>
                    <a:pt x="1013319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4394085" y="7918481"/>
              <a:ext cx="999490" cy="23495"/>
            </a:xfrm>
            <a:custGeom>
              <a:avLst/>
              <a:gdLst/>
              <a:ahLst/>
              <a:cxnLst/>
              <a:rect l="l" t="t" r="r" b="b"/>
              <a:pathLst>
                <a:path w="999490" h="23495">
                  <a:moveTo>
                    <a:pt x="998901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8901" y="23454"/>
                  </a:lnTo>
                  <a:lnTo>
                    <a:pt x="998901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4394085" y="7941936"/>
              <a:ext cx="1016635" cy="23495"/>
            </a:xfrm>
            <a:custGeom>
              <a:avLst/>
              <a:gdLst/>
              <a:ahLst/>
              <a:cxnLst/>
              <a:rect l="l" t="t" r="r" b="b"/>
              <a:pathLst>
                <a:path w="1016634" h="23495">
                  <a:moveTo>
                    <a:pt x="1016094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1016094" y="23454"/>
                  </a:lnTo>
                  <a:lnTo>
                    <a:pt x="1016094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4413456" y="7965390"/>
              <a:ext cx="955040" cy="23495"/>
            </a:xfrm>
            <a:custGeom>
              <a:avLst/>
              <a:gdLst/>
              <a:ahLst/>
              <a:cxnLst/>
              <a:rect l="l" t="t" r="r" b="b"/>
              <a:pathLst>
                <a:path w="955040" h="23495">
                  <a:moveTo>
                    <a:pt x="954976" y="0"/>
                  </a:moveTo>
                  <a:lnTo>
                    <a:pt x="0" y="0"/>
                  </a:lnTo>
                  <a:lnTo>
                    <a:pt x="0" y="23475"/>
                  </a:lnTo>
                  <a:lnTo>
                    <a:pt x="954976" y="23475"/>
                  </a:lnTo>
                  <a:lnTo>
                    <a:pt x="954976" y="0"/>
                  </a:lnTo>
                  <a:close/>
                </a:path>
              </a:pathLst>
            </a:custGeom>
            <a:solidFill>
              <a:srgbClr val="4F45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4394085" y="7988866"/>
              <a:ext cx="1016635" cy="23495"/>
            </a:xfrm>
            <a:custGeom>
              <a:avLst/>
              <a:gdLst/>
              <a:ahLst/>
              <a:cxnLst/>
              <a:rect l="l" t="t" r="r" b="b"/>
              <a:pathLst>
                <a:path w="1016634" h="23495">
                  <a:moveTo>
                    <a:pt x="1016094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1016094" y="23454"/>
                  </a:lnTo>
                  <a:lnTo>
                    <a:pt x="1016094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14437089" y="8012321"/>
              <a:ext cx="973455" cy="23495"/>
            </a:xfrm>
            <a:custGeom>
              <a:avLst/>
              <a:gdLst/>
              <a:ahLst/>
              <a:cxnLst/>
              <a:rect l="l" t="t" r="r" b="b"/>
              <a:pathLst>
                <a:path w="973455" h="23495">
                  <a:moveTo>
                    <a:pt x="0" y="23056"/>
                  </a:moveTo>
                  <a:lnTo>
                    <a:pt x="973090" y="23056"/>
                  </a:lnTo>
                  <a:lnTo>
                    <a:pt x="973090" y="0"/>
                  </a:lnTo>
                  <a:lnTo>
                    <a:pt x="0" y="0"/>
                  </a:lnTo>
                  <a:lnTo>
                    <a:pt x="0" y="23056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14141171" y="8144985"/>
              <a:ext cx="3338829" cy="2054860"/>
            </a:xfrm>
            <a:custGeom>
              <a:avLst/>
              <a:gdLst/>
              <a:ahLst/>
              <a:cxnLst/>
              <a:rect l="l" t="t" r="r" b="b"/>
              <a:pathLst>
                <a:path w="3338830" h="2054859">
                  <a:moveTo>
                    <a:pt x="3338588" y="0"/>
                  </a:moveTo>
                  <a:lnTo>
                    <a:pt x="0" y="0"/>
                  </a:lnTo>
                  <a:lnTo>
                    <a:pt x="0" y="96520"/>
                  </a:lnTo>
                  <a:lnTo>
                    <a:pt x="0" y="1887220"/>
                  </a:lnTo>
                  <a:lnTo>
                    <a:pt x="0" y="2054860"/>
                  </a:lnTo>
                  <a:lnTo>
                    <a:pt x="3338588" y="2054860"/>
                  </a:lnTo>
                  <a:lnTo>
                    <a:pt x="3338588" y="1887766"/>
                  </a:lnTo>
                  <a:lnTo>
                    <a:pt x="3338588" y="1887220"/>
                  </a:lnTo>
                  <a:lnTo>
                    <a:pt x="3338588" y="96761"/>
                  </a:lnTo>
                  <a:lnTo>
                    <a:pt x="3191306" y="96761"/>
                  </a:lnTo>
                  <a:lnTo>
                    <a:pt x="3191306" y="1887220"/>
                  </a:lnTo>
                  <a:lnTo>
                    <a:pt x="147294" y="1887220"/>
                  </a:lnTo>
                  <a:lnTo>
                    <a:pt x="147294" y="96520"/>
                  </a:lnTo>
                  <a:lnTo>
                    <a:pt x="3338588" y="96520"/>
                  </a:lnTo>
                  <a:lnTo>
                    <a:pt x="3338588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4049122" y="8035378"/>
              <a:ext cx="3492500" cy="109855"/>
            </a:xfrm>
            <a:custGeom>
              <a:avLst/>
              <a:gdLst/>
              <a:ahLst/>
              <a:cxnLst/>
              <a:rect l="l" t="t" r="r" b="b"/>
              <a:pathLst>
                <a:path w="3492500" h="109854">
                  <a:moveTo>
                    <a:pt x="3492029" y="0"/>
                  </a:moveTo>
                  <a:lnTo>
                    <a:pt x="0" y="0"/>
                  </a:lnTo>
                  <a:lnTo>
                    <a:pt x="0" y="109535"/>
                  </a:lnTo>
                  <a:lnTo>
                    <a:pt x="3492029" y="109535"/>
                  </a:lnTo>
                  <a:lnTo>
                    <a:pt x="3492029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4141171" y="10199465"/>
              <a:ext cx="3338829" cy="43180"/>
            </a:xfrm>
            <a:custGeom>
              <a:avLst/>
              <a:gdLst/>
              <a:ahLst/>
              <a:cxnLst/>
              <a:rect l="l" t="t" r="r" b="b"/>
              <a:pathLst>
                <a:path w="3338830" h="43179">
                  <a:moveTo>
                    <a:pt x="497103" y="0"/>
                  </a:moveTo>
                  <a:lnTo>
                    <a:pt x="0" y="0"/>
                  </a:lnTo>
                  <a:lnTo>
                    <a:pt x="0" y="43040"/>
                  </a:lnTo>
                  <a:lnTo>
                    <a:pt x="497103" y="43040"/>
                  </a:lnTo>
                  <a:lnTo>
                    <a:pt x="497103" y="0"/>
                  </a:lnTo>
                  <a:close/>
                </a:path>
                <a:path w="3338830" h="43179">
                  <a:moveTo>
                    <a:pt x="3338588" y="0"/>
                  </a:moveTo>
                  <a:lnTo>
                    <a:pt x="2841485" y="0"/>
                  </a:lnTo>
                  <a:lnTo>
                    <a:pt x="2841485" y="43040"/>
                  </a:lnTo>
                  <a:lnTo>
                    <a:pt x="3338588" y="43040"/>
                  </a:lnTo>
                  <a:lnTo>
                    <a:pt x="3338588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4676611" y="7216324"/>
              <a:ext cx="447040" cy="375920"/>
            </a:xfrm>
            <a:custGeom>
              <a:avLst/>
              <a:gdLst/>
              <a:ahLst/>
              <a:cxnLst/>
              <a:rect l="l" t="t" r="r" b="b"/>
              <a:pathLst>
                <a:path w="447040" h="375920">
                  <a:moveTo>
                    <a:pt x="236538" y="0"/>
                  </a:moveTo>
                  <a:lnTo>
                    <a:pt x="203077" y="3735"/>
                  </a:lnTo>
                  <a:lnTo>
                    <a:pt x="172031" y="16700"/>
                  </a:lnTo>
                  <a:lnTo>
                    <a:pt x="146437" y="37979"/>
                  </a:lnTo>
                  <a:lnTo>
                    <a:pt x="128097" y="32297"/>
                  </a:lnTo>
                  <a:lnTo>
                    <a:pt x="72377" y="42984"/>
                  </a:lnTo>
                  <a:lnTo>
                    <a:pt x="53975" y="73343"/>
                  </a:lnTo>
                  <a:lnTo>
                    <a:pt x="54890" y="85946"/>
                  </a:lnTo>
                  <a:lnTo>
                    <a:pt x="55550" y="89045"/>
                  </a:lnTo>
                  <a:lnTo>
                    <a:pt x="57780" y="95087"/>
                  </a:lnTo>
                  <a:lnTo>
                    <a:pt x="52419" y="99192"/>
                  </a:lnTo>
                  <a:lnTo>
                    <a:pt x="49980" y="101548"/>
                  </a:lnTo>
                  <a:lnTo>
                    <a:pt x="35305" y="119039"/>
                  </a:lnTo>
                  <a:lnTo>
                    <a:pt x="26804" y="136472"/>
                  </a:lnTo>
                  <a:lnTo>
                    <a:pt x="23833" y="153566"/>
                  </a:lnTo>
                  <a:lnTo>
                    <a:pt x="25750" y="170038"/>
                  </a:lnTo>
                  <a:lnTo>
                    <a:pt x="19814" y="178890"/>
                  </a:lnTo>
                  <a:lnTo>
                    <a:pt x="15203" y="188355"/>
                  </a:lnTo>
                  <a:lnTo>
                    <a:pt x="12065" y="198384"/>
                  </a:lnTo>
                  <a:lnTo>
                    <a:pt x="10546" y="208927"/>
                  </a:lnTo>
                  <a:lnTo>
                    <a:pt x="9216" y="214298"/>
                  </a:lnTo>
                  <a:lnTo>
                    <a:pt x="8557" y="219607"/>
                  </a:lnTo>
                  <a:lnTo>
                    <a:pt x="8295" y="224884"/>
                  </a:lnTo>
                  <a:lnTo>
                    <a:pt x="2592" y="239095"/>
                  </a:lnTo>
                  <a:lnTo>
                    <a:pt x="0" y="254917"/>
                  </a:lnTo>
                  <a:lnTo>
                    <a:pt x="968" y="272259"/>
                  </a:lnTo>
                  <a:lnTo>
                    <a:pt x="5950" y="291029"/>
                  </a:lnTo>
                  <a:lnTo>
                    <a:pt x="31253" y="328921"/>
                  </a:lnTo>
                  <a:lnTo>
                    <a:pt x="68524" y="349138"/>
                  </a:lnTo>
                  <a:lnTo>
                    <a:pt x="111652" y="353157"/>
                  </a:lnTo>
                  <a:lnTo>
                    <a:pt x="154531" y="342451"/>
                  </a:lnTo>
                  <a:lnTo>
                    <a:pt x="166345" y="348556"/>
                  </a:lnTo>
                  <a:lnTo>
                    <a:pt x="178969" y="352489"/>
                  </a:lnTo>
                  <a:lnTo>
                    <a:pt x="192196" y="354374"/>
                  </a:lnTo>
                  <a:lnTo>
                    <a:pt x="205818" y="354336"/>
                  </a:lnTo>
                  <a:lnTo>
                    <a:pt x="223989" y="365600"/>
                  </a:lnTo>
                  <a:lnTo>
                    <a:pt x="244407" y="372927"/>
                  </a:lnTo>
                  <a:lnTo>
                    <a:pt x="266512" y="375604"/>
                  </a:lnTo>
                  <a:lnTo>
                    <a:pt x="289742" y="372922"/>
                  </a:lnTo>
                  <a:lnTo>
                    <a:pt x="295920" y="371178"/>
                  </a:lnTo>
                  <a:lnTo>
                    <a:pt x="301948" y="368966"/>
                  </a:lnTo>
                  <a:lnTo>
                    <a:pt x="307824" y="366334"/>
                  </a:lnTo>
                  <a:lnTo>
                    <a:pt x="313542" y="363330"/>
                  </a:lnTo>
                  <a:lnTo>
                    <a:pt x="324730" y="360282"/>
                  </a:lnTo>
                  <a:lnTo>
                    <a:pt x="335801" y="356186"/>
                  </a:lnTo>
                  <a:lnTo>
                    <a:pt x="346655" y="351129"/>
                  </a:lnTo>
                  <a:lnTo>
                    <a:pt x="357195" y="345195"/>
                  </a:lnTo>
                  <a:lnTo>
                    <a:pt x="374615" y="344566"/>
                  </a:lnTo>
                  <a:lnTo>
                    <a:pt x="424576" y="313929"/>
                  </a:lnTo>
                  <a:lnTo>
                    <a:pt x="446475" y="259608"/>
                  </a:lnTo>
                  <a:lnTo>
                    <a:pt x="443149" y="233691"/>
                  </a:lnTo>
                  <a:lnTo>
                    <a:pt x="432314" y="210110"/>
                  </a:lnTo>
                  <a:lnTo>
                    <a:pt x="430846" y="196709"/>
                  </a:lnTo>
                  <a:lnTo>
                    <a:pt x="428017" y="183618"/>
                  </a:lnTo>
                  <a:lnTo>
                    <a:pt x="423901" y="170983"/>
                  </a:lnTo>
                  <a:lnTo>
                    <a:pt x="418576" y="158949"/>
                  </a:lnTo>
                  <a:lnTo>
                    <a:pt x="425630" y="148844"/>
                  </a:lnTo>
                  <a:lnTo>
                    <a:pt x="430753" y="137752"/>
                  </a:lnTo>
                  <a:lnTo>
                    <a:pt x="433616" y="125979"/>
                  </a:lnTo>
                  <a:lnTo>
                    <a:pt x="433884" y="113830"/>
                  </a:lnTo>
                  <a:lnTo>
                    <a:pt x="431602" y="102290"/>
                  </a:lnTo>
                  <a:lnTo>
                    <a:pt x="427259" y="92434"/>
                  </a:lnTo>
                  <a:lnTo>
                    <a:pt x="421168" y="84088"/>
                  </a:lnTo>
                  <a:lnTo>
                    <a:pt x="413644" y="77077"/>
                  </a:lnTo>
                  <a:lnTo>
                    <a:pt x="410526" y="67884"/>
                  </a:lnTo>
                  <a:lnTo>
                    <a:pt x="377495" y="30209"/>
                  </a:lnTo>
                  <a:lnTo>
                    <a:pt x="335409" y="17950"/>
                  </a:lnTo>
                  <a:lnTo>
                    <a:pt x="312799" y="17697"/>
                  </a:lnTo>
                  <a:lnTo>
                    <a:pt x="311124" y="17959"/>
                  </a:lnTo>
                  <a:lnTo>
                    <a:pt x="301021" y="13857"/>
                  </a:lnTo>
                  <a:lnTo>
                    <a:pt x="290639" y="10535"/>
                  </a:lnTo>
                  <a:lnTo>
                    <a:pt x="280062" y="8037"/>
                  </a:lnTo>
                  <a:lnTo>
                    <a:pt x="269376" y="6409"/>
                  </a:lnTo>
                  <a:lnTo>
                    <a:pt x="236538" y="0"/>
                  </a:lnTo>
                  <a:close/>
                </a:path>
              </a:pathLst>
            </a:custGeom>
            <a:solidFill>
              <a:srgbClr val="909B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4675617" y="7582405"/>
              <a:ext cx="464820" cy="455930"/>
            </a:xfrm>
            <a:custGeom>
              <a:avLst/>
              <a:gdLst/>
              <a:ahLst/>
              <a:cxnLst/>
              <a:rect l="l" t="t" r="r" b="b"/>
              <a:pathLst>
                <a:path w="464819" h="455929">
                  <a:moveTo>
                    <a:pt x="464781" y="0"/>
                  </a:moveTo>
                  <a:lnTo>
                    <a:pt x="0" y="0"/>
                  </a:lnTo>
                  <a:lnTo>
                    <a:pt x="51432" y="455410"/>
                  </a:lnTo>
                  <a:lnTo>
                    <a:pt x="422531" y="455410"/>
                  </a:lnTo>
                  <a:lnTo>
                    <a:pt x="464781" y="0"/>
                  </a:lnTo>
                  <a:close/>
                </a:path>
              </a:pathLst>
            </a:custGeom>
            <a:solidFill>
              <a:srgbClr val="7C70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4660423" y="7554858"/>
              <a:ext cx="493395" cy="101600"/>
            </a:xfrm>
            <a:custGeom>
              <a:avLst/>
              <a:gdLst/>
              <a:ahLst/>
              <a:cxnLst/>
              <a:rect l="l" t="t" r="r" b="b"/>
              <a:pathLst>
                <a:path w="493394" h="101600">
                  <a:moveTo>
                    <a:pt x="492843" y="0"/>
                  </a:moveTo>
                  <a:lnTo>
                    <a:pt x="0" y="0"/>
                  </a:lnTo>
                  <a:lnTo>
                    <a:pt x="0" y="101023"/>
                  </a:lnTo>
                  <a:lnTo>
                    <a:pt x="492843" y="101023"/>
                  </a:lnTo>
                  <a:lnTo>
                    <a:pt x="492843" y="0"/>
                  </a:lnTo>
                  <a:close/>
                </a:path>
              </a:pathLst>
            </a:custGeom>
            <a:solidFill>
              <a:srgbClr val="6D62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4671030" y="7561287"/>
              <a:ext cx="473075" cy="13970"/>
            </a:xfrm>
            <a:custGeom>
              <a:avLst/>
              <a:gdLst/>
              <a:ahLst/>
              <a:cxnLst/>
              <a:rect l="l" t="t" r="r" b="b"/>
              <a:pathLst>
                <a:path w="473075" h="13970">
                  <a:moveTo>
                    <a:pt x="473043" y="0"/>
                  </a:moveTo>
                  <a:lnTo>
                    <a:pt x="0" y="0"/>
                  </a:lnTo>
                  <a:lnTo>
                    <a:pt x="0" y="13779"/>
                  </a:lnTo>
                  <a:lnTo>
                    <a:pt x="473043" y="13779"/>
                  </a:lnTo>
                  <a:lnTo>
                    <a:pt x="473043" y="0"/>
                  </a:lnTo>
                  <a:close/>
                </a:path>
              </a:pathLst>
            </a:custGeom>
            <a:solidFill>
              <a:srgbClr val="7C70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4726934" y="7163912"/>
              <a:ext cx="128905" cy="123189"/>
            </a:xfrm>
            <a:custGeom>
              <a:avLst/>
              <a:gdLst/>
              <a:ahLst/>
              <a:cxnLst/>
              <a:rect l="l" t="t" r="r" b="b"/>
              <a:pathLst>
                <a:path w="128905" h="123190">
                  <a:moveTo>
                    <a:pt x="55165" y="0"/>
                  </a:moveTo>
                  <a:lnTo>
                    <a:pt x="32953" y="4287"/>
                  </a:lnTo>
                  <a:lnTo>
                    <a:pt x="14930" y="15365"/>
                  </a:lnTo>
                  <a:lnTo>
                    <a:pt x="3200" y="30217"/>
                  </a:lnTo>
                  <a:lnTo>
                    <a:pt x="0" y="46999"/>
                  </a:lnTo>
                  <a:lnTo>
                    <a:pt x="7561" y="63867"/>
                  </a:lnTo>
                  <a:lnTo>
                    <a:pt x="14701" y="70890"/>
                  </a:lnTo>
                  <a:lnTo>
                    <a:pt x="23154" y="77132"/>
                  </a:lnTo>
                  <a:lnTo>
                    <a:pt x="32362" y="82831"/>
                  </a:lnTo>
                  <a:lnTo>
                    <a:pt x="41770" y="88222"/>
                  </a:lnTo>
                  <a:lnTo>
                    <a:pt x="47571" y="93761"/>
                  </a:lnTo>
                  <a:lnTo>
                    <a:pt x="54408" y="97971"/>
                  </a:lnTo>
                  <a:lnTo>
                    <a:pt x="61769" y="100264"/>
                  </a:lnTo>
                  <a:lnTo>
                    <a:pt x="72872" y="106940"/>
                  </a:lnTo>
                  <a:lnTo>
                    <a:pt x="84397" y="113076"/>
                  </a:lnTo>
                  <a:lnTo>
                    <a:pt x="96511" y="118161"/>
                  </a:lnTo>
                  <a:lnTo>
                    <a:pt x="115087" y="123184"/>
                  </a:lnTo>
                  <a:lnTo>
                    <a:pt x="121746" y="122483"/>
                  </a:lnTo>
                  <a:lnTo>
                    <a:pt x="124239" y="117938"/>
                  </a:lnTo>
                  <a:lnTo>
                    <a:pt x="128292" y="97191"/>
                  </a:lnTo>
                  <a:lnTo>
                    <a:pt x="122727" y="74289"/>
                  </a:lnTo>
                  <a:lnTo>
                    <a:pt x="112098" y="51770"/>
                  </a:lnTo>
                  <a:lnTo>
                    <a:pt x="100962" y="32171"/>
                  </a:lnTo>
                  <a:lnTo>
                    <a:pt x="89552" y="16805"/>
                  </a:lnTo>
                  <a:lnTo>
                    <a:pt x="74159" y="5126"/>
                  </a:lnTo>
                  <a:lnTo>
                    <a:pt x="55165" y="0"/>
                  </a:lnTo>
                  <a:close/>
                </a:path>
              </a:pathLst>
            </a:custGeom>
            <a:solidFill>
              <a:srgbClr val="ACBE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4626641" y="7341533"/>
              <a:ext cx="226060" cy="225425"/>
            </a:xfrm>
            <a:custGeom>
              <a:avLst/>
              <a:gdLst/>
              <a:ahLst/>
              <a:cxnLst/>
              <a:rect l="l" t="t" r="r" b="b"/>
              <a:pathLst>
                <a:path w="226059" h="225425">
                  <a:moveTo>
                    <a:pt x="151028" y="46151"/>
                  </a:moveTo>
                  <a:lnTo>
                    <a:pt x="115658" y="13385"/>
                  </a:lnTo>
                  <a:lnTo>
                    <a:pt x="69723" y="1689"/>
                  </a:lnTo>
                  <a:lnTo>
                    <a:pt x="50647" y="0"/>
                  </a:lnTo>
                  <a:lnTo>
                    <a:pt x="31686" y="3759"/>
                  </a:lnTo>
                  <a:lnTo>
                    <a:pt x="15240" y="14554"/>
                  </a:lnTo>
                  <a:lnTo>
                    <a:pt x="3683" y="34010"/>
                  </a:lnTo>
                  <a:lnTo>
                    <a:pt x="0" y="54825"/>
                  </a:lnTo>
                  <a:lnTo>
                    <a:pt x="3314" y="73456"/>
                  </a:lnTo>
                  <a:lnTo>
                    <a:pt x="13728" y="86995"/>
                  </a:lnTo>
                  <a:lnTo>
                    <a:pt x="31356" y="92544"/>
                  </a:lnTo>
                  <a:lnTo>
                    <a:pt x="41351" y="91871"/>
                  </a:lnTo>
                  <a:lnTo>
                    <a:pt x="51625" y="89700"/>
                  </a:lnTo>
                  <a:lnTo>
                    <a:pt x="62001" y="86614"/>
                  </a:lnTo>
                  <a:lnTo>
                    <a:pt x="72288" y="83172"/>
                  </a:lnTo>
                  <a:lnTo>
                    <a:pt x="80289" y="82499"/>
                  </a:lnTo>
                  <a:lnTo>
                    <a:pt x="87960" y="80187"/>
                  </a:lnTo>
                  <a:lnTo>
                    <a:pt x="94589" y="76212"/>
                  </a:lnTo>
                  <a:lnTo>
                    <a:pt x="106959" y="72351"/>
                  </a:lnTo>
                  <a:lnTo>
                    <a:pt x="119202" y="67818"/>
                  </a:lnTo>
                  <a:lnTo>
                    <a:pt x="131038" y="62141"/>
                  </a:lnTo>
                  <a:lnTo>
                    <a:pt x="142354" y="54749"/>
                  </a:lnTo>
                  <a:lnTo>
                    <a:pt x="142494" y="54483"/>
                  </a:lnTo>
                  <a:lnTo>
                    <a:pt x="147142" y="51600"/>
                  </a:lnTo>
                  <a:lnTo>
                    <a:pt x="151028" y="46151"/>
                  </a:lnTo>
                  <a:close/>
                </a:path>
                <a:path w="226059" h="225425">
                  <a:moveTo>
                    <a:pt x="225882" y="178536"/>
                  </a:moveTo>
                  <a:lnTo>
                    <a:pt x="190512" y="145770"/>
                  </a:lnTo>
                  <a:lnTo>
                    <a:pt x="144564" y="134073"/>
                  </a:lnTo>
                  <a:lnTo>
                    <a:pt x="125501" y="132384"/>
                  </a:lnTo>
                  <a:lnTo>
                    <a:pt x="106553" y="136131"/>
                  </a:lnTo>
                  <a:lnTo>
                    <a:pt x="90106" y="146926"/>
                  </a:lnTo>
                  <a:lnTo>
                    <a:pt x="78549" y="166382"/>
                  </a:lnTo>
                  <a:lnTo>
                    <a:pt x="74853" y="187198"/>
                  </a:lnTo>
                  <a:lnTo>
                    <a:pt x="78168" y="205828"/>
                  </a:lnTo>
                  <a:lnTo>
                    <a:pt x="88582" y="219367"/>
                  </a:lnTo>
                  <a:lnTo>
                    <a:pt x="106210" y="224917"/>
                  </a:lnTo>
                  <a:lnTo>
                    <a:pt x="116205" y="224243"/>
                  </a:lnTo>
                  <a:lnTo>
                    <a:pt x="126479" y="222084"/>
                  </a:lnTo>
                  <a:lnTo>
                    <a:pt x="136842" y="218986"/>
                  </a:lnTo>
                  <a:lnTo>
                    <a:pt x="147116" y="215544"/>
                  </a:lnTo>
                  <a:lnTo>
                    <a:pt x="155143" y="214884"/>
                  </a:lnTo>
                  <a:lnTo>
                    <a:pt x="162814" y="212572"/>
                  </a:lnTo>
                  <a:lnTo>
                    <a:pt x="169430" y="208584"/>
                  </a:lnTo>
                  <a:lnTo>
                    <a:pt x="181800" y="204724"/>
                  </a:lnTo>
                  <a:lnTo>
                    <a:pt x="194043" y="200190"/>
                  </a:lnTo>
                  <a:lnTo>
                    <a:pt x="205892" y="194513"/>
                  </a:lnTo>
                  <a:lnTo>
                    <a:pt x="221983" y="183972"/>
                  </a:lnTo>
                  <a:lnTo>
                    <a:pt x="225882" y="178536"/>
                  </a:lnTo>
                  <a:close/>
                </a:path>
              </a:pathLst>
            </a:custGeom>
            <a:solidFill>
              <a:srgbClr val="99A8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14929257" y="7276039"/>
              <a:ext cx="254635" cy="141605"/>
            </a:xfrm>
            <a:custGeom>
              <a:avLst/>
              <a:gdLst/>
              <a:ahLst/>
              <a:cxnLst/>
              <a:rect l="l" t="t" r="r" b="b"/>
              <a:pathLst>
                <a:path w="254634" h="141604">
                  <a:moveTo>
                    <a:pt x="148932" y="57581"/>
                  </a:moveTo>
                  <a:lnTo>
                    <a:pt x="146342" y="38836"/>
                  </a:lnTo>
                  <a:lnTo>
                    <a:pt x="136423" y="20154"/>
                  </a:lnTo>
                  <a:lnTo>
                    <a:pt x="119443" y="5207"/>
                  </a:lnTo>
                  <a:lnTo>
                    <a:pt x="100469" y="0"/>
                  </a:lnTo>
                  <a:lnTo>
                    <a:pt x="81280" y="2273"/>
                  </a:lnTo>
                  <a:lnTo>
                    <a:pt x="44119" y="21005"/>
                  </a:lnTo>
                  <a:lnTo>
                    <a:pt x="7150" y="51968"/>
                  </a:lnTo>
                  <a:lnTo>
                    <a:pt x="0" y="77089"/>
                  </a:lnTo>
                  <a:lnTo>
                    <a:pt x="5384" y="81076"/>
                  </a:lnTo>
                  <a:lnTo>
                    <a:pt x="10693" y="82397"/>
                  </a:lnTo>
                  <a:lnTo>
                    <a:pt x="23926" y="86131"/>
                  </a:lnTo>
                  <a:lnTo>
                    <a:pt x="36957" y="87896"/>
                  </a:lnTo>
                  <a:lnTo>
                    <a:pt x="49999" y="88442"/>
                  </a:lnTo>
                  <a:lnTo>
                    <a:pt x="62953" y="88303"/>
                  </a:lnTo>
                  <a:lnTo>
                    <a:pt x="70472" y="90043"/>
                  </a:lnTo>
                  <a:lnTo>
                    <a:pt x="78473" y="89890"/>
                  </a:lnTo>
                  <a:lnTo>
                    <a:pt x="86321" y="88049"/>
                  </a:lnTo>
                  <a:lnTo>
                    <a:pt x="97155" y="88163"/>
                  </a:lnTo>
                  <a:lnTo>
                    <a:pt x="107975" y="87909"/>
                  </a:lnTo>
                  <a:lnTo>
                    <a:pt x="118414" y="86817"/>
                  </a:lnTo>
                  <a:lnTo>
                    <a:pt x="128117" y="84378"/>
                  </a:lnTo>
                  <a:lnTo>
                    <a:pt x="143192" y="73672"/>
                  </a:lnTo>
                  <a:lnTo>
                    <a:pt x="148932" y="57581"/>
                  </a:lnTo>
                  <a:close/>
                </a:path>
                <a:path w="254634" h="141604">
                  <a:moveTo>
                    <a:pt x="254558" y="108966"/>
                  </a:moveTo>
                  <a:lnTo>
                    <a:pt x="251968" y="90208"/>
                  </a:lnTo>
                  <a:lnTo>
                    <a:pt x="242049" y="71539"/>
                  </a:lnTo>
                  <a:lnTo>
                    <a:pt x="225069" y="56578"/>
                  </a:lnTo>
                  <a:lnTo>
                    <a:pt x="206095" y="51371"/>
                  </a:lnTo>
                  <a:lnTo>
                    <a:pt x="186905" y="53644"/>
                  </a:lnTo>
                  <a:lnTo>
                    <a:pt x="149745" y="72390"/>
                  </a:lnTo>
                  <a:lnTo>
                    <a:pt x="112776" y="103339"/>
                  </a:lnTo>
                  <a:lnTo>
                    <a:pt x="105625" y="128460"/>
                  </a:lnTo>
                  <a:lnTo>
                    <a:pt x="111010" y="132448"/>
                  </a:lnTo>
                  <a:lnTo>
                    <a:pt x="116319" y="133781"/>
                  </a:lnTo>
                  <a:lnTo>
                    <a:pt x="129552" y="137515"/>
                  </a:lnTo>
                  <a:lnTo>
                    <a:pt x="142582" y="139268"/>
                  </a:lnTo>
                  <a:lnTo>
                    <a:pt x="155625" y="139827"/>
                  </a:lnTo>
                  <a:lnTo>
                    <a:pt x="168592" y="139687"/>
                  </a:lnTo>
                  <a:lnTo>
                    <a:pt x="176110" y="141452"/>
                  </a:lnTo>
                  <a:lnTo>
                    <a:pt x="184124" y="141287"/>
                  </a:lnTo>
                  <a:lnTo>
                    <a:pt x="191947" y="139420"/>
                  </a:lnTo>
                  <a:lnTo>
                    <a:pt x="202780" y="139547"/>
                  </a:lnTo>
                  <a:lnTo>
                    <a:pt x="213601" y="139306"/>
                  </a:lnTo>
                  <a:lnTo>
                    <a:pt x="224053" y="138201"/>
                  </a:lnTo>
                  <a:lnTo>
                    <a:pt x="233756" y="135763"/>
                  </a:lnTo>
                  <a:lnTo>
                    <a:pt x="248818" y="125056"/>
                  </a:lnTo>
                  <a:lnTo>
                    <a:pt x="254558" y="108966"/>
                  </a:lnTo>
                  <a:close/>
                </a:path>
              </a:pathLst>
            </a:custGeom>
            <a:solidFill>
              <a:srgbClr val="A0AF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14777644" y="7369409"/>
              <a:ext cx="311150" cy="147955"/>
            </a:xfrm>
            <a:custGeom>
              <a:avLst/>
              <a:gdLst/>
              <a:ahLst/>
              <a:cxnLst/>
              <a:rect l="l" t="t" r="r" b="b"/>
              <a:pathLst>
                <a:path w="311150" h="147954">
                  <a:moveTo>
                    <a:pt x="169722" y="39662"/>
                  </a:moveTo>
                  <a:lnTo>
                    <a:pt x="164134" y="36271"/>
                  </a:lnTo>
                  <a:lnTo>
                    <a:pt x="137629" y="28257"/>
                  </a:lnTo>
                  <a:lnTo>
                    <a:pt x="106908" y="29502"/>
                  </a:lnTo>
                  <a:lnTo>
                    <a:pt x="48717" y="43383"/>
                  </a:lnTo>
                  <a:lnTo>
                    <a:pt x="9474" y="65189"/>
                  </a:lnTo>
                  <a:lnTo>
                    <a:pt x="0" y="83312"/>
                  </a:lnTo>
                  <a:lnTo>
                    <a:pt x="2362" y="106451"/>
                  </a:lnTo>
                  <a:lnTo>
                    <a:pt x="14198" y="126657"/>
                  </a:lnTo>
                  <a:lnTo>
                    <a:pt x="31889" y="141262"/>
                  </a:lnTo>
                  <a:lnTo>
                    <a:pt x="53340" y="147650"/>
                  </a:lnTo>
                  <a:lnTo>
                    <a:pt x="76466" y="143243"/>
                  </a:lnTo>
                  <a:lnTo>
                    <a:pt x="86690" y="137414"/>
                  </a:lnTo>
                  <a:lnTo>
                    <a:pt x="96075" y="130098"/>
                  </a:lnTo>
                  <a:lnTo>
                    <a:pt x="104863" y="121932"/>
                  </a:lnTo>
                  <a:lnTo>
                    <a:pt x="113271" y="113512"/>
                  </a:lnTo>
                  <a:lnTo>
                    <a:pt x="119024" y="109689"/>
                  </a:lnTo>
                  <a:lnTo>
                    <a:pt x="124104" y="105422"/>
                  </a:lnTo>
                  <a:lnTo>
                    <a:pt x="128435" y="100736"/>
                  </a:lnTo>
                  <a:lnTo>
                    <a:pt x="131940" y="95681"/>
                  </a:lnTo>
                  <a:lnTo>
                    <a:pt x="142278" y="85801"/>
                  </a:lnTo>
                  <a:lnTo>
                    <a:pt x="151980" y="75387"/>
                  </a:lnTo>
                  <a:lnTo>
                    <a:pt x="160388" y="64173"/>
                  </a:lnTo>
                  <a:lnTo>
                    <a:pt x="166928" y="51739"/>
                  </a:lnTo>
                  <a:lnTo>
                    <a:pt x="166903" y="51460"/>
                  </a:lnTo>
                  <a:lnTo>
                    <a:pt x="169659" y="46482"/>
                  </a:lnTo>
                  <a:lnTo>
                    <a:pt x="169722" y="39662"/>
                  </a:lnTo>
                  <a:close/>
                </a:path>
                <a:path w="311150" h="147954">
                  <a:moveTo>
                    <a:pt x="310959" y="76200"/>
                  </a:moveTo>
                  <a:lnTo>
                    <a:pt x="278599" y="40373"/>
                  </a:lnTo>
                  <a:lnTo>
                    <a:pt x="269201" y="34988"/>
                  </a:lnTo>
                  <a:lnTo>
                    <a:pt x="263372" y="29451"/>
                  </a:lnTo>
                  <a:lnTo>
                    <a:pt x="256565" y="25234"/>
                  </a:lnTo>
                  <a:lnTo>
                    <a:pt x="249174" y="22948"/>
                  </a:lnTo>
                  <a:lnTo>
                    <a:pt x="238074" y="16256"/>
                  </a:lnTo>
                  <a:lnTo>
                    <a:pt x="226542" y="10121"/>
                  </a:lnTo>
                  <a:lnTo>
                    <a:pt x="214439" y="5029"/>
                  </a:lnTo>
                  <a:lnTo>
                    <a:pt x="201409" y="1485"/>
                  </a:lnTo>
                  <a:lnTo>
                    <a:pt x="201129" y="1536"/>
                  </a:lnTo>
                  <a:lnTo>
                    <a:pt x="195859" y="0"/>
                  </a:lnTo>
                  <a:lnTo>
                    <a:pt x="189230" y="723"/>
                  </a:lnTo>
                  <a:lnTo>
                    <a:pt x="186715" y="5270"/>
                  </a:lnTo>
                  <a:lnTo>
                    <a:pt x="182651" y="26009"/>
                  </a:lnTo>
                  <a:lnTo>
                    <a:pt x="188226" y="48907"/>
                  </a:lnTo>
                  <a:lnTo>
                    <a:pt x="209981" y="91020"/>
                  </a:lnTo>
                  <a:lnTo>
                    <a:pt x="255790" y="123190"/>
                  </a:lnTo>
                  <a:lnTo>
                    <a:pt x="278015" y="118897"/>
                  </a:lnTo>
                  <a:lnTo>
                    <a:pt x="296037" y="107823"/>
                  </a:lnTo>
                  <a:lnTo>
                    <a:pt x="307759" y="92976"/>
                  </a:lnTo>
                  <a:lnTo>
                    <a:pt x="310959" y="76200"/>
                  </a:lnTo>
                  <a:close/>
                </a:path>
              </a:pathLst>
            </a:custGeom>
            <a:solidFill>
              <a:srgbClr val="99A8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14611490" y="7365866"/>
              <a:ext cx="608330" cy="240029"/>
            </a:xfrm>
            <a:custGeom>
              <a:avLst/>
              <a:gdLst/>
              <a:ahLst/>
              <a:cxnLst/>
              <a:rect l="l" t="t" r="r" b="b"/>
              <a:pathLst>
                <a:path w="608330" h="240029">
                  <a:moveTo>
                    <a:pt x="128295" y="65963"/>
                  </a:moveTo>
                  <a:lnTo>
                    <a:pt x="124231" y="45212"/>
                  </a:lnTo>
                  <a:lnTo>
                    <a:pt x="121716" y="40665"/>
                  </a:lnTo>
                  <a:lnTo>
                    <a:pt x="115087" y="39966"/>
                  </a:lnTo>
                  <a:lnTo>
                    <a:pt x="96507" y="44996"/>
                  </a:lnTo>
                  <a:lnTo>
                    <a:pt x="84391" y="50076"/>
                  </a:lnTo>
                  <a:lnTo>
                    <a:pt x="72872" y="56210"/>
                  </a:lnTo>
                  <a:lnTo>
                    <a:pt x="61760" y="62890"/>
                  </a:lnTo>
                  <a:lnTo>
                    <a:pt x="54406" y="65176"/>
                  </a:lnTo>
                  <a:lnTo>
                    <a:pt x="47561" y="69392"/>
                  </a:lnTo>
                  <a:lnTo>
                    <a:pt x="41757" y="74955"/>
                  </a:lnTo>
                  <a:lnTo>
                    <a:pt x="32359" y="80327"/>
                  </a:lnTo>
                  <a:lnTo>
                    <a:pt x="23139" y="86029"/>
                  </a:lnTo>
                  <a:lnTo>
                    <a:pt x="14693" y="92265"/>
                  </a:lnTo>
                  <a:lnTo>
                    <a:pt x="7556" y="99288"/>
                  </a:lnTo>
                  <a:lnTo>
                    <a:pt x="0" y="116154"/>
                  </a:lnTo>
                  <a:lnTo>
                    <a:pt x="3200" y="132943"/>
                  </a:lnTo>
                  <a:lnTo>
                    <a:pt x="14922" y="147789"/>
                  </a:lnTo>
                  <a:lnTo>
                    <a:pt x="32931" y="158864"/>
                  </a:lnTo>
                  <a:lnTo>
                    <a:pt x="55156" y="163156"/>
                  </a:lnTo>
                  <a:lnTo>
                    <a:pt x="74155" y="158026"/>
                  </a:lnTo>
                  <a:lnTo>
                    <a:pt x="89547" y="146354"/>
                  </a:lnTo>
                  <a:lnTo>
                    <a:pt x="100965" y="130975"/>
                  </a:lnTo>
                  <a:lnTo>
                    <a:pt x="112090" y="111379"/>
                  </a:lnTo>
                  <a:lnTo>
                    <a:pt x="122720" y="88861"/>
                  </a:lnTo>
                  <a:lnTo>
                    <a:pt x="128295" y="65963"/>
                  </a:lnTo>
                  <a:close/>
                </a:path>
                <a:path w="608330" h="240029">
                  <a:moveTo>
                    <a:pt x="233972" y="12801"/>
                  </a:moveTo>
                  <a:lnTo>
                    <a:pt x="231749" y="10071"/>
                  </a:lnTo>
                  <a:lnTo>
                    <a:pt x="219786" y="2286"/>
                  </a:lnTo>
                  <a:lnTo>
                    <a:pt x="204025" y="0"/>
                  </a:lnTo>
                  <a:lnTo>
                    <a:pt x="187223" y="965"/>
                  </a:lnTo>
                  <a:lnTo>
                    <a:pt x="148386" y="12966"/>
                  </a:lnTo>
                  <a:lnTo>
                    <a:pt x="137464" y="38595"/>
                  </a:lnTo>
                  <a:lnTo>
                    <a:pt x="139839" y="52679"/>
                  </a:lnTo>
                  <a:lnTo>
                    <a:pt x="146177" y="63792"/>
                  </a:lnTo>
                  <a:lnTo>
                    <a:pt x="155892" y="70027"/>
                  </a:lnTo>
                  <a:lnTo>
                    <a:pt x="168376" y="69545"/>
                  </a:lnTo>
                  <a:lnTo>
                    <a:pt x="174574" y="66852"/>
                  </a:lnTo>
                  <a:lnTo>
                    <a:pt x="180632" y="63131"/>
                  </a:lnTo>
                  <a:lnTo>
                    <a:pt x="186524" y="58801"/>
                  </a:lnTo>
                  <a:lnTo>
                    <a:pt x="192290" y="54267"/>
                  </a:lnTo>
                  <a:lnTo>
                    <a:pt x="197231" y="52031"/>
                  </a:lnTo>
                  <a:lnTo>
                    <a:pt x="201599" y="48806"/>
                  </a:lnTo>
                  <a:lnTo>
                    <a:pt x="204889" y="44780"/>
                  </a:lnTo>
                  <a:lnTo>
                    <a:pt x="211886" y="39509"/>
                  </a:lnTo>
                  <a:lnTo>
                    <a:pt x="218655" y="33832"/>
                  </a:lnTo>
                  <a:lnTo>
                    <a:pt x="224904" y="27520"/>
                  </a:lnTo>
                  <a:lnTo>
                    <a:pt x="232740" y="17157"/>
                  </a:lnTo>
                  <a:lnTo>
                    <a:pt x="233972" y="12801"/>
                  </a:lnTo>
                  <a:close/>
                </a:path>
                <a:path w="608330" h="240029">
                  <a:moveTo>
                    <a:pt x="476364" y="175082"/>
                  </a:moveTo>
                  <a:lnTo>
                    <a:pt x="449402" y="143700"/>
                  </a:lnTo>
                  <a:lnTo>
                    <a:pt x="400431" y="127673"/>
                  </a:lnTo>
                  <a:lnTo>
                    <a:pt x="338734" y="120015"/>
                  </a:lnTo>
                  <a:lnTo>
                    <a:pt x="312242" y="128028"/>
                  </a:lnTo>
                  <a:lnTo>
                    <a:pt x="306641" y="131394"/>
                  </a:lnTo>
                  <a:lnTo>
                    <a:pt x="306705" y="138214"/>
                  </a:lnTo>
                  <a:lnTo>
                    <a:pt x="309460" y="143205"/>
                  </a:lnTo>
                  <a:lnTo>
                    <a:pt x="309448" y="143510"/>
                  </a:lnTo>
                  <a:lnTo>
                    <a:pt x="315976" y="155930"/>
                  </a:lnTo>
                  <a:lnTo>
                    <a:pt x="324383" y="167132"/>
                  </a:lnTo>
                  <a:lnTo>
                    <a:pt x="334086" y="177558"/>
                  </a:lnTo>
                  <a:lnTo>
                    <a:pt x="344424" y="187452"/>
                  </a:lnTo>
                  <a:lnTo>
                    <a:pt x="347929" y="192506"/>
                  </a:lnTo>
                  <a:lnTo>
                    <a:pt x="352259" y="197180"/>
                  </a:lnTo>
                  <a:lnTo>
                    <a:pt x="357339" y="201447"/>
                  </a:lnTo>
                  <a:lnTo>
                    <a:pt x="363093" y="205270"/>
                  </a:lnTo>
                  <a:lnTo>
                    <a:pt x="371513" y="213690"/>
                  </a:lnTo>
                  <a:lnTo>
                    <a:pt x="380288" y="221869"/>
                  </a:lnTo>
                  <a:lnTo>
                    <a:pt x="389686" y="229171"/>
                  </a:lnTo>
                  <a:lnTo>
                    <a:pt x="399897" y="235013"/>
                  </a:lnTo>
                  <a:lnTo>
                    <a:pt x="423024" y="239420"/>
                  </a:lnTo>
                  <a:lnTo>
                    <a:pt x="444474" y="233019"/>
                  </a:lnTo>
                  <a:lnTo>
                    <a:pt x="462165" y="218414"/>
                  </a:lnTo>
                  <a:lnTo>
                    <a:pt x="474014" y="198208"/>
                  </a:lnTo>
                  <a:lnTo>
                    <a:pt x="476364" y="175082"/>
                  </a:lnTo>
                  <a:close/>
                </a:path>
                <a:path w="608330" h="240029">
                  <a:moveTo>
                    <a:pt x="607974" y="134747"/>
                  </a:moveTo>
                  <a:lnTo>
                    <a:pt x="581012" y="103365"/>
                  </a:lnTo>
                  <a:lnTo>
                    <a:pt x="532041" y="87337"/>
                  </a:lnTo>
                  <a:lnTo>
                    <a:pt x="470357" y="79692"/>
                  </a:lnTo>
                  <a:lnTo>
                    <a:pt x="443865" y="87693"/>
                  </a:lnTo>
                  <a:lnTo>
                    <a:pt x="438264" y="91071"/>
                  </a:lnTo>
                  <a:lnTo>
                    <a:pt x="438315" y="97891"/>
                  </a:lnTo>
                  <a:lnTo>
                    <a:pt x="441083" y="102882"/>
                  </a:lnTo>
                  <a:lnTo>
                    <a:pt x="441058" y="103174"/>
                  </a:lnTo>
                  <a:lnTo>
                    <a:pt x="447586" y="115595"/>
                  </a:lnTo>
                  <a:lnTo>
                    <a:pt x="455993" y="126809"/>
                  </a:lnTo>
                  <a:lnTo>
                    <a:pt x="465696" y="137223"/>
                  </a:lnTo>
                  <a:lnTo>
                    <a:pt x="476046" y="147116"/>
                  </a:lnTo>
                  <a:lnTo>
                    <a:pt x="479539" y="152171"/>
                  </a:lnTo>
                  <a:lnTo>
                    <a:pt x="483870" y="156857"/>
                  </a:lnTo>
                  <a:lnTo>
                    <a:pt x="488950" y="161124"/>
                  </a:lnTo>
                  <a:lnTo>
                    <a:pt x="494715" y="164947"/>
                  </a:lnTo>
                  <a:lnTo>
                    <a:pt x="503123" y="173367"/>
                  </a:lnTo>
                  <a:lnTo>
                    <a:pt x="511898" y="181533"/>
                  </a:lnTo>
                  <a:lnTo>
                    <a:pt x="521284" y="188849"/>
                  </a:lnTo>
                  <a:lnTo>
                    <a:pt x="531495" y="194691"/>
                  </a:lnTo>
                  <a:lnTo>
                    <a:pt x="554621" y="199085"/>
                  </a:lnTo>
                  <a:lnTo>
                    <a:pt x="576084" y="192684"/>
                  </a:lnTo>
                  <a:lnTo>
                    <a:pt x="593775" y="178092"/>
                  </a:lnTo>
                  <a:lnTo>
                    <a:pt x="605612" y="157886"/>
                  </a:lnTo>
                  <a:lnTo>
                    <a:pt x="607974" y="134747"/>
                  </a:lnTo>
                  <a:close/>
                </a:path>
              </a:pathLst>
            </a:custGeom>
            <a:solidFill>
              <a:srgbClr val="A0AF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14803050" y="7289719"/>
              <a:ext cx="83185" cy="87630"/>
            </a:xfrm>
            <a:custGeom>
              <a:avLst/>
              <a:gdLst/>
              <a:ahLst/>
              <a:cxnLst/>
              <a:rect l="l" t="t" r="r" b="b"/>
              <a:pathLst>
                <a:path w="83184" h="87629">
                  <a:moveTo>
                    <a:pt x="40403" y="0"/>
                  </a:moveTo>
                  <a:lnTo>
                    <a:pt x="25167" y="1322"/>
                  </a:lnTo>
                  <a:lnTo>
                    <a:pt x="12270" y="7499"/>
                  </a:lnTo>
                  <a:lnTo>
                    <a:pt x="3335" y="16655"/>
                  </a:lnTo>
                  <a:lnTo>
                    <a:pt x="0" y="27710"/>
                  </a:lnTo>
                  <a:lnTo>
                    <a:pt x="3901" y="39583"/>
                  </a:lnTo>
                  <a:lnTo>
                    <a:pt x="8201" y="44800"/>
                  </a:lnTo>
                  <a:lnTo>
                    <a:pt x="13442" y="49585"/>
                  </a:lnTo>
                  <a:lnTo>
                    <a:pt x="19229" y="54060"/>
                  </a:lnTo>
                  <a:lnTo>
                    <a:pt x="25167" y="58347"/>
                  </a:lnTo>
                  <a:lnTo>
                    <a:pt x="28696" y="62493"/>
                  </a:lnTo>
                  <a:lnTo>
                    <a:pt x="32978" y="65791"/>
                  </a:lnTo>
                  <a:lnTo>
                    <a:pt x="37774" y="67865"/>
                  </a:lnTo>
                  <a:lnTo>
                    <a:pt x="44768" y="73134"/>
                  </a:lnTo>
                  <a:lnTo>
                    <a:pt x="52088" y="78070"/>
                  </a:lnTo>
                  <a:lnTo>
                    <a:pt x="59879" y="82340"/>
                  </a:lnTo>
                  <a:lnTo>
                    <a:pt x="71993" y="87026"/>
                  </a:lnTo>
                  <a:lnTo>
                    <a:pt x="76527" y="87016"/>
                  </a:lnTo>
                  <a:lnTo>
                    <a:pt x="78516" y="84136"/>
                  </a:lnTo>
                  <a:lnTo>
                    <a:pt x="82701" y="70478"/>
                  </a:lnTo>
                  <a:lnTo>
                    <a:pt x="80576" y="54695"/>
                  </a:lnTo>
                  <a:lnTo>
                    <a:pt x="75023" y="38814"/>
                  </a:lnTo>
                  <a:lnTo>
                    <a:pt x="68925" y="24861"/>
                  </a:lnTo>
                  <a:lnTo>
                    <a:pt x="62335" y="13720"/>
                  </a:lnTo>
                  <a:lnTo>
                    <a:pt x="52810" y="4783"/>
                  </a:lnTo>
                  <a:lnTo>
                    <a:pt x="40403" y="0"/>
                  </a:lnTo>
                  <a:close/>
                </a:path>
              </a:pathLst>
            </a:custGeom>
            <a:solidFill>
              <a:srgbClr val="ACBE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14878295" y="7299450"/>
              <a:ext cx="80010" cy="89535"/>
            </a:xfrm>
            <a:custGeom>
              <a:avLst/>
              <a:gdLst/>
              <a:ahLst/>
              <a:cxnLst/>
              <a:rect l="l" t="t" r="r" b="b"/>
              <a:pathLst>
                <a:path w="80009" h="89534">
                  <a:moveTo>
                    <a:pt x="44459" y="0"/>
                  </a:moveTo>
                  <a:lnTo>
                    <a:pt x="19193" y="30562"/>
                  </a:lnTo>
                  <a:lnTo>
                    <a:pt x="15800" y="34813"/>
                  </a:lnTo>
                  <a:lnTo>
                    <a:pt x="13381" y="39661"/>
                  </a:lnTo>
                  <a:lnTo>
                    <a:pt x="12271" y="44750"/>
                  </a:lnTo>
                  <a:lnTo>
                    <a:pt x="8430" y="52626"/>
                  </a:lnTo>
                  <a:lnTo>
                    <a:pt x="4980" y="60757"/>
                  </a:lnTo>
                  <a:lnTo>
                    <a:pt x="2278" y="69222"/>
                  </a:lnTo>
                  <a:lnTo>
                    <a:pt x="659" y="78194"/>
                  </a:lnTo>
                  <a:lnTo>
                    <a:pt x="722" y="78393"/>
                  </a:lnTo>
                  <a:lnTo>
                    <a:pt x="0" y="82005"/>
                  </a:lnTo>
                  <a:lnTo>
                    <a:pt x="879" y="86455"/>
                  </a:lnTo>
                  <a:lnTo>
                    <a:pt x="4094" y="87869"/>
                  </a:lnTo>
                  <a:lnTo>
                    <a:pt x="18294" y="89363"/>
                  </a:lnTo>
                  <a:lnTo>
                    <a:pt x="33377" y="84257"/>
                  </a:lnTo>
                  <a:lnTo>
                    <a:pt x="70109" y="58508"/>
                  </a:lnTo>
                  <a:lnTo>
                    <a:pt x="79385" y="34352"/>
                  </a:lnTo>
                  <a:lnTo>
                    <a:pt x="75180" y="19641"/>
                  </a:lnTo>
                  <a:lnTo>
                    <a:pt x="66649" y="8175"/>
                  </a:lnTo>
                  <a:lnTo>
                    <a:pt x="55951" y="1161"/>
                  </a:lnTo>
                  <a:lnTo>
                    <a:pt x="44459" y="0"/>
                  </a:lnTo>
                  <a:close/>
                </a:path>
              </a:pathLst>
            </a:custGeom>
            <a:solidFill>
              <a:srgbClr val="A0AF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14648666" y="7225229"/>
              <a:ext cx="90805" cy="77470"/>
            </a:xfrm>
            <a:custGeom>
              <a:avLst/>
              <a:gdLst/>
              <a:ahLst/>
              <a:cxnLst/>
              <a:rect l="l" t="t" r="r" b="b"/>
              <a:pathLst>
                <a:path w="90805" h="77470">
                  <a:moveTo>
                    <a:pt x="32571" y="0"/>
                  </a:moveTo>
                  <a:lnTo>
                    <a:pt x="18096" y="4944"/>
                  </a:lnTo>
                  <a:lnTo>
                    <a:pt x="7056" y="14027"/>
                  </a:lnTo>
                  <a:lnTo>
                    <a:pt x="581" y="25056"/>
                  </a:lnTo>
                  <a:lnTo>
                    <a:pt x="0" y="36585"/>
                  </a:lnTo>
                  <a:lnTo>
                    <a:pt x="6641" y="47163"/>
                  </a:lnTo>
                  <a:lnTo>
                    <a:pt x="12070" y="51201"/>
                  </a:lnTo>
                  <a:lnTo>
                    <a:pt x="18306" y="54596"/>
                  </a:lnTo>
                  <a:lnTo>
                    <a:pt x="24997" y="57557"/>
                  </a:lnTo>
                  <a:lnTo>
                    <a:pt x="31792" y="60293"/>
                  </a:lnTo>
                  <a:lnTo>
                    <a:pt x="36200" y="63466"/>
                  </a:lnTo>
                  <a:lnTo>
                    <a:pt x="41163" y="65655"/>
                  </a:lnTo>
                  <a:lnTo>
                    <a:pt x="46315" y="66492"/>
                  </a:lnTo>
                  <a:lnTo>
                    <a:pt x="54366" y="69940"/>
                  </a:lnTo>
                  <a:lnTo>
                    <a:pt x="62650" y="72978"/>
                  </a:lnTo>
                  <a:lnTo>
                    <a:pt x="71232" y="75252"/>
                  </a:lnTo>
                  <a:lnTo>
                    <a:pt x="84126" y="76879"/>
                  </a:lnTo>
                  <a:lnTo>
                    <a:pt x="88523" y="75790"/>
                  </a:lnTo>
                  <a:lnTo>
                    <a:pt x="89780" y="72513"/>
                  </a:lnTo>
                  <a:lnTo>
                    <a:pt x="90571" y="58252"/>
                  </a:lnTo>
                  <a:lnTo>
                    <a:pt x="84718" y="43442"/>
                  </a:lnTo>
                  <a:lnTo>
                    <a:pt x="75507" y="29356"/>
                  </a:lnTo>
                  <a:lnTo>
                    <a:pt x="66220" y="17269"/>
                  </a:lnTo>
                  <a:lnTo>
                    <a:pt x="57152" y="8042"/>
                  </a:lnTo>
                  <a:lnTo>
                    <a:pt x="45763" y="1659"/>
                  </a:lnTo>
                  <a:lnTo>
                    <a:pt x="32571" y="0"/>
                  </a:lnTo>
                  <a:close/>
                </a:path>
              </a:pathLst>
            </a:custGeom>
            <a:solidFill>
              <a:srgbClr val="99A8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14885749" y="7175921"/>
              <a:ext cx="70485" cy="96520"/>
            </a:xfrm>
            <a:custGeom>
              <a:avLst/>
              <a:gdLst/>
              <a:ahLst/>
              <a:cxnLst/>
              <a:rect l="l" t="t" r="r" b="b"/>
              <a:pathLst>
                <a:path w="70484" h="96520">
                  <a:moveTo>
                    <a:pt x="38854" y="0"/>
                  </a:moveTo>
                  <a:lnTo>
                    <a:pt x="6448" y="22028"/>
                  </a:lnTo>
                  <a:lnTo>
                    <a:pt x="0" y="66427"/>
                  </a:lnTo>
                  <a:lnTo>
                    <a:pt x="2237" y="82192"/>
                  </a:lnTo>
                  <a:lnTo>
                    <a:pt x="9976" y="94196"/>
                  </a:lnTo>
                  <a:lnTo>
                    <a:pt x="12688" y="96436"/>
                  </a:lnTo>
                  <a:lnTo>
                    <a:pt x="17043" y="95211"/>
                  </a:lnTo>
                  <a:lnTo>
                    <a:pt x="27435" y="87414"/>
                  </a:lnTo>
                  <a:lnTo>
                    <a:pt x="33776" y="81188"/>
                  </a:lnTo>
                  <a:lnTo>
                    <a:pt x="39481" y="74448"/>
                  </a:lnTo>
                  <a:lnTo>
                    <a:pt x="44781" y="67474"/>
                  </a:lnTo>
                  <a:lnTo>
                    <a:pt x="48833" y="64186"/>
                  </a:lnTo>
                  <a:lnTo>
                    <a:pt x="52058" y="59830"/>
                  </a:lnTo>
                  <a:lnTo>
                    <a:pt x="54320" y="54888"/>
                  </a:lnTo>
                  <a:lnTo>
                    <a:pt x="58873" y="49162"/>
                  </a:lnTo>
                  <a:lnTo>
                    <a:pt x="63227" y="43286"/>
                  </a:lnTo>
                  <a:lnTo>
                    <a:pt x="66970" y="37254"/>
                  </a:lnTo>
                  <a:lnTo>
                    <a:pt x="69691" y="31056"/>
                  </a:lnTo>
                  <a:lnTo>
                    <a:pt x="70231" y="18575"/>
                  </a:lnTo>
                  <a:lnTo>
                    <a:pt x="64022" y="8841"/>
                  </a:lnTo>
                  <a:lnTo>
                    <a:pt x="52939" y="2451"/>
                  </a:lnTo>
                  <a:lnTo>
                    <a:pt x="38854" y="0"/>
                  </a:lnTo>
                  <a:close/>
                </a:path>
              </a:pathLst>
            </a:custGeom>
            <a:solidFill>
              <a:srgbClr val="A4B7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14871367" y="7457411"/>
              <a:ext cx="70485" cy="96520"/>
            </a:xfrm>
            <a:custGeom>
              <a:avLst/>
              <a:gdLst/>
              <a:ahLst/>
              <a:cxnLst/>
              <a:rect l="l" t="t" r="r" b="b"/>
              <a:pathLst>
                <a:path w="70484" h="96520">
                  <a:moveTo>
                    <a:pt x="38857" y="0"/>
                  </a:moveTo>
                  <a:lnTo>
                    <a:pt x="6439" y="22019"/>
                  </a:lnTo>
                  <a:lnTo>
                    <a:pt x="0" y="66416"/>
                  </a:lnTo>
                  <a:lnTo>
                    <a:pt x="2239" y="82189"/>
                  </a:lnTo>
                  <a:lnTo>
                    <a:pt x="9978" y="94196"/>
                  </a:lnTo>
                  <a:lnTo>
                    <a:pt x="12690" y="96415"/>
                  </a:lnTo>
                  <a:lnTo>
                    <a:pt x="17046" y="95190"/>
                  </a:lnTo>
                  <a:lnTo>
                    <a:pt x="27435" y="87393"/>
                  </a:lnTo>
                  <a:lnTo>
                    <a:pt x="33771" y="81170"/>
                  </a:lnTo>
                  <a:lnTo>
                    <a:pt x="39474" y="74436"/>
                  </a:lnTo>
                  <a:lnTo>
                    <a:pt x="44783" y="67474"/>
                  </a:lnTo>
                  <a:lnTo>
                    <a:pt x="48836" y="64176"/>
                  </a:lnTo>
                  <a:lnTo>
                    <a:pt x="52071" y="59830"/>
                  </a:lnTo>
                  <a:lnTo>
                    <a:pt x="54322" y="54888"/>
                  </a:lnTo>
                  <a:lnTo>
                    <a:pt x="58884" y="49150"/>
                  </a:lnTo>
                  <a:lnTo>
                    <a:pt x="63237" y="43270"/>
                  </a:lnTo>
                  <a:lnTo>
                    <a:pt x="66975" y="37242"/>
                  </a:lnTo>
                  <a:lnTo>
                    <a:pt x="69694" y="31056"/>
                  </a:lnTo>
                  <a:lnTo>
                    <a:pt x="70225" y="18572"/>
                  </a:lnTo>
                  <a:lnTo>
                    <a:pt x="64017" y="8833"/>
                  </a:lnTo>
                  <a:lnTo>
                    <a:pt x="52938" y="2442"/>
                  </a:lnTo>
                  <a:lnTo>
                    <a:pt x="38857" y="0"/>
                  </a:lnTo>
                  <a:close/>
                </a:path>
              </a:pathLst>
            </a:custGeom>
            <a:solidFill>
              <a:srgbClr val="99A8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4975309" y="7215735"/>
              <a:ext cx="95885" cy="68580"/>
            </a:xfrm>
            <a:custGeom>
              <a:avLst/>
              <a:gdLst/>
              <a:ahLst/>
              <a:cxnLst/>
              <a:rect l="l" t="t" r="r" b="b"/>
              <a:pathLst>
                <a:path w="95884" h="68579">
                  <a:moveTo>
                    <a:pt x="55080" y="0"/>
                  </a:moveTo>
                  <a:lnTo>
                    <a:pt x="21185" y="22444"/>
                  </a:lnTo>
                  <a:lnTo>
                    <a:pt x="0" y="62659"/>
                  </a:lnTo>
                  <a:lnTo>
                    <a:pt x="701" y="66093"/>
                  </a:lnTo>
                  <a:lnTo>
                    <a:pt x="4848" y="67915"/>
                  </a:lnTo>
                  <a:lnTo>
                    <a:pt x="8554" y="67967"/>
                  </a:lnTo>
                  <a:lnTo>
                    <a:pt x="8722" y="68072"/>
                  </a:lnTo>
                  <a:lnTo>
                    <a:pt x="17845" y="68399"/>
                  </a:lnTo>
                  <a:lnTo>
                    <a:pt x="26683" y="67566"/>
                  </a:lnTo>
                  <a:lnTo>
                    <a:pt x="35355" y="65933"/>
                  </a:lnTo>
                  <a:lnTo>
                    <a:pt x="43862" y="63863"/>
                  </a:lnTo>
                  <a:lnTo>
                    <a:pt x="49087" y="63884"/>
                  </a:lnTo>
                  <a:lnTo>
                    <a:pt x="54333" y="62543"/>
                  </a:lnTo>
                  <a:lnTo>
                    <a:pt x="59223" y="60135"/>
                  </a:lnTo>
                  <a:lnTo>
                    <a:pt x="66369" y="58554"/>
                  </a:lnTo>
                  <a:lnTo>
                    <a:pt x="95785" y="30502"/>
                  </a:lnTo>
                  <a:lnTo>
                    <a:pt x="91218" y="18553"/>
                  </a:lnTo>
                  <a:lnTo>
                    <a:pt x="81840" y="7770"/>
                  </a:lnTo>
                  <a:lnTo>
                    <a:pt x="68369" y="523"/>
                  </a:lnTo>
                  <a:lnTo>
                    <a:pt x="55080" y="0"/>
                  </a:lnTo>
                  <a:close/>
                </a:path>
              </a:pathLst>
            </a:custGeom>
            <a:solidFill>
              <a:srgbClr val="A0AF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4659467" y="7284961"/>
              <a:ext cx="148590" cy="95885"/>
            </a:xfrm>
            <a:custGeom>
              <a:avLst/>
              <a:gdLst/>
              <a:ahLst/>
              <a:cxnLst/>
              <a:rect l="l" t="t" r="r" b="b"/>
              <a:pathLst>
                <a:path w="148590" h="95884">
                  <a:moveTo>
                    <a:pt x="60984" y="0"/>
                  </a:moveTo>
                  <a:lnTo>
                    <a:pt x="9041" y="20860"/>
                  </a:lnTo>
                  <a:lnTo>
                    <a:pt x="0" y="62966"/>
                  </a:lnTo>
                  <a:lnTo>
                    <a:pt x="6061" y="80892"/>
                  </a:lnTo>
                  <a:lnTo>
                    <a:pt x="18386" y="92725"/>
                  </a:lnTo>
                  <a:lnTo>
                    <a:pt x="36649" y="95578"/>
                  </a:lnTo>
                  <a:lnTo>
                    <a:pt x="46424" y="93420"/>
                  </a:lnTo>
                  <a:lnTo>
                    <a:pt x="56264" y="89731"/>
                  </a:lnTo>
                  <a:lnTo>
                    <a:pt x="66060" y="85110"/>
                  </a:lnTo>
                  <a:lnTo>
                    <a:pt x="75706" y="80154"/>
                  </a:lnTo>
                  <a:lnTo>
                    <a:pt x="83517" y="78322"/>
                  </a:lnTo>
                  <a:lnTo>
                    <a:pt x="90763" y="74877"/>
                  </a:lnTo>
                  <a:lnTo>
                    <a:pt x="96700" y="69966"/>
                  </a:lnTo>
                  <a:lnTo>
                    <a:pt x="108355" y="64294"/>
                  </a:lnTo>
                  <a:lnTo>
                    <a:pt x="119785" y="57975"/>
                  </a:lnTo>
                  <a:lnTo>
                    <a:pt x="130655" y="50587"/>
                  </a:lnTo>
                  <a:lnTo>
                    <a:pt x="144991" y="37758"/>
                  </a:lnTo>
                  <a:lnTo>
                    <a:pt x="148028" y="31789"/>
                  </a:lnTo>
                  <a:lnTo>
                    <a:pt x="145567" y="27203"/>
                  </a:lnTo>
                  <a:lnTo>
                    <a:pt x="130393" y="12507"/>
                  </a:lnTo>
                  <a:lnTo>
                    <a:pt x="108160" y="4696"/>
                  </a:lnTo>
                  <a:lnTo>
                    <a:pt x="83485" y="1337"/>
                  </a:lnTo>
                  <a:lnTo>
                    <a:pt x="60984" y="0"/>
                  </a:lnTo>
                  <a:close/>
                </a:path>
              </a:pathLst>
            </a:custGeom>
            <a:solidFill>
              <a:srgbClr val="ACBE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16681912" y="7832096"/>
              <a:ext cx="312420" cy="176530"/>
            </a:xfrm>
            <a:custGeom>
              <a:avLst/>
              <a:gdLst/>
              <a:ahLst/>
              <a:cxnLst/>
              <a:rect l="l" t="t" r="r" b="b"/>
              <a:pathLst>
                <a:path w="312419" h="176529">
                  <a:moveTo>
                    <a:pt x="202564" y="0"/>
                  </a:moveTo>
                  <a:lnTo>
                    <a:pt x="129352" y="1697"/>
                  </a:lnTo>
                  <a:lnTo>
                    <a:pt x="59149" y="5348"/>
                  </a:lnTo>
                  <a:lnTo>
                    <a:pt x="5432" y="22577"/>
                  </a:lnTo>
                  <a:lnTo>
                    <a:pt x="0" y="44291"/>
                  </a:lnTo>
                  <a:lnTo>
                    <a:pt x="16503" y="65028"/>
                  </a:lnTo>
                  <a:lnTo>
                    <a:pt x="110634" y="86409"/>
                  </a:lnTo>
                  <a:lnTo>
                    <a:pt x="140593" y="107780"/>
                  </a:lnTo>
                  <a:lnTo>
                    <a:pt x="168067" y="132436"/>
                  </a:lnTo>
                  <a:lnTo>
                    <a:pt x="206871" y="152825"/>
                  </a:lnTo>
                  <a:lnTo>
                    <a:pt x="214414" y="165428"/>
                  </a:lnTo>
                  <a:lnTo>
                    <a:pt x="219971" y="176122"/>
                  </a:lnTo>
                  <a:lnTo>
                    <a:pt x="229118" y="174689"/>
                  </a:lnTo>
                  <a:lnTo>
                    <a:pt x="250847" y="169639"/>
                  </a:lnTo>
                  <a:lnTo>
                    <a:pt x="276584" y="159853"/>
                  </a:lnTo>
                  <a:lnTo>
                    <a:pt x="297759" y="144207"/>
                  </a:lnTo>
                  <a:lnTo>
                    <a:pt x="307969" y="125485"/>
                  </a:lnTo>
                  <a:lnTo>
                    <a:pt x="312006" y="104348"/>
                  </a:lnTo>
                  <a:lnTo>
                    <a:pt x="311702" y="84058"/>
                  </a:lnTo>
                  <a:lnTo>
                    <a:pt x="286220" y="30411"/>
                  </a:lnTo>
                  <a:lnTo>
                    <a:pt x="247373" y="2410"/>
                  </a:lnTo>
                  <a:lnTo>
                    <a:pt x="202564" y="0"/>
                  </a:lnTo>
                  <a:close/>
                </a:path>
              </a:pathLst>
            </a:custGeom>
            <a:solidFill>
              <a:srgbClr val="995A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9" name="object 259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6602739" y="7845651"/>
              <a:ext cx="128411" cy="154964"/>
            </a:xfrm>
            <a:prstGeom prst="rect">
              <a:avLst/>
            </a:prstGeom>
          </p:spPr>
        </p:pic>
        <p:sp>
          <p:nvSpPr>
            <p:cNvPr id="260" name="object 260" descr=""/>
            <p:cNvSpPr/>
            <p:nvPr/>
          </p:nvSpPr>
          <p:spPr>
            <a:xfrm>
              <a:off x="16891280" y="7155833"/>
              <a:ext cx="1326515" cy="823594"/>
            </a:xfrm>
            <a:custGeom>
              <a:avLst/>
              <a:gdLst/>
              <a:ahLst/>
              <a:cxnLst/>
              <a:rect l="l" t="t" r="r" b="b"/>
              <a:pathLst>
                <a:path w="1326515" h="823595">
                  <a:moveTo>
                    <a:pt x="1326121" y="172250"/>
                  </a:moveTo>
                  <a:lnTo>
                    <a:pt x="1323086" y="111607"/>
                  </a:lnTo>
                  <a:lnTo>
                    <a:pt x="1310449" y="66040"/>
                  </a:lnTo>
                  <a:lnTo>
                    <a:pt x="1290091" y="33820"/>
                  </a:lnTo>
                  <a:lnTo>
                    <a:pt x="1233728" y="2527"/>
                  </a:lnTo>
                  <a:lnTo>
                    <a:pt x="1201458" y="0"/>
                  </a:lnTo>
                  <a:lnTo>
                    <a:pt x="1168984" y="3937"/>
                  </a:lnTo>
                  <a:lnTo>
                    <a:pt x="1110894" y="24257"/>
                  </a:lnTo>
                  <a:lnTo>
                    <a:pt x="1074445" y="49720"/>
                  </a:lnTo>
                  <a:lnTo>
                    <a:pt x="1044524" y="93065"/>
                  </a:lnTo>
                  <a:lnTo>
                    <a:pt x="1020203" y="131457"/>
                  </a:lnTo>
                  <a:lnTo>
                    <a:pt x="991209" y="178409"/>
                  </a:lnTo>
                  <a:lnTo>
                    <a:pt x="958697" y="231952"/>
                  </a:lnTo>
                  <a:lnTo>
                    <a:pt x="923861" y="290169"/>
                  </a:lnTo>
                  <a:lnTo>
                    <a:pt x="887844" y="351104"/>
                  </a:lnTo>
                  <a:lnTo>
                    <a:pt x="851827" y="412800"/>
                  </a:lnTo>
                  <a:lnTo>
                    <a:pt x="816978" y="473341"/>
                  </a:lnTo>
                  <a:lnTo>
                    <a:pt x="784479" y="530758"/>
                  </a:lnTo>
                  <a:lnTo>
                    <a:pt x="755472" y="583120"/>
                  </a:lnTo>
                  <a:lnTo>
                    <a:pt x="732536" y="625881"/>
                  </a:lnTo>
                  <a:lnTo>
                    <a:pt x="713143" y="628256"/>
                  </a:lnTo>
                  <a:lnTo>
                    <a:pt x="662393" y="634174"/>
                  </a:lnTo>
                  <a:lnTo>
                    <a:pt x="390753" y="664972"/>
                  </a:lnTo>
                  <a:lnTo>
                    <a:pt x="250101" y="681405"/>
                  </a:lnTo>
                  <a:lnTo>
                    <a:pt x="187655" y="689076"/>
                  </a:lnTo>
                  <a:lnTo>
                    <a:pt x="133921" y="696074"/>
                  </a:lnTo>
                  <a:lnTo>
                    <a:pt x="91490" y="702183"/>
                  </a:lnTo>
                  <a:lnTo>
                    <a:pt x="50952" y="710768"/>
                  </a:lnTo>
                  <a:lnTo>
                    <a:pt x="10807" y="752119"/>
                  </a:lnTo>
                  <a:lnTo>
                    <a:pt x="0" y="776389"/>
                  </a:lnTo>
                  <a:lnTo>
                    <a:pt x="20840" y="793051"/>
                  </a:lnTo>
                  <a:lnTo>
                    <a:pt x="75666" y="811542"/>
                  </a:lnTo>
                  <a:lnTo>
                    <a:pt x="243319" y="817829"/>
                  </a:lnTo>
                  <a:lnTo>
                    <a:pt x="367626" y="821893"/>
                  </a:lnTo>
                  <a:lnTo>
                    <a:pt x="443128" y="823175"/>
                  </a:lnTo>
                  <a:lnTo>
                    <a:pt x="470992" y="822985"/>
                  </a:lnTo>
                  <a:lnTo>
                    <a:pt x="569531" y="823239"/>
                  </a:lnTo>
                  <a:lnTo>
                    <a:pt x="630745" y="822642"/>
                  </a:lnTo>
                  <a:lnTo>
                    <a:pt x="693610" y="820851"/>
                  </a:lnTo>
                  <a:lnTo>
                    <a:pt x="753414" y="817333"/>
                  </a:lnTo>
                  <a:lnTo>
                    <a:pt x="805421" y="811593"/>
                  </a:lnTo>
                  <a:lnTo>
                    <a:pt x="846188" y="798664"/>
                  </a:lnTo>
                  <a:lnTo>
                    <a:pt x="871816" y="773214"/>
                  </a:lnTo>
                  <a:lnTo>
                    <a:pt x="1326121" y="172250"/>
                  </a:lnTo>
                  <a:close/>
                </a:path>
              </a:pathLst>
            </a:custGeom>
            <a:solidFill>
              <a:srgbClr val="995A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17603064" y="7129879"/>
              <a:ext cx="644525" cy="775970"/>
            </a:xfrm>
            <a:custGeom>
              <a:avLst/>
              <a:gdLst/>
              <a:ahLst/>
              <a:cxnLst/>
              <a:rect l="l" t="t" r="r" b="b"/>
              <a:pathLst>
                <a:path w="644525" h="775970">
                  <a:moveTo>
                    <a:pt x="472446" y="0"/>
                  </a:moveTo>
                  <a:lnTo>
                    <a:pt x="342432" y="95725"/>
                  </a:lnTo>
                  <a:lnTo>
                    <a:pt x="186273" y="317958"/>
                  </a:lnTo>
                  <a:lnTo>
                    <a:pt x="55088" y="542430"/>
                  </a:lnTo>
                  <a:lnTo>
                    <a:pt x="0" y="644870"/>
                  </a:lnTo>
                  <a:lnTo>
                    <a:pt x="188716" y="775494"/>
                  </a:lnTo>
                  <a:lnTo>
                    <a:pt x="449273" y="464551"/>
                  </a:lnTo>
                  <a:lnTo>
                    <a:pt x="583566" y="295295"/>
                  </a:lnTo>
                  <a:lnTo>
                    <a:pt x="634288" y="208681"/>
                  </a:lnTo>
                  <a:lnTo>
                    <a:pt x="644137" y="145660"/>
                  </a:lnTo>
                  <a:lnTo>
                    <a:pt x="638192" y="113686"/>
                  </a:lnTo>
                  <a:lnTo>
                    <a:pt x="617715" y="77303"/>
                  </a:lnTo>
                  <a:lnTo>
                    <a:pt x="583041" y="42340"/>
                  </a:lnTo>
                  <a:lnTo>
                    <a:pt x="534507" y="14628"/>
                  </a:lnTo>
                  <a:lnTo>
                    <a:pt x="472446" y="0"/>
                  </a:lnTo>
                  <a:close/>
                </a:path>
              </a:pathLst>
            </a:custGeom>
            <a:solidFill>
              <a:srgbClr val="2B222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2" name="object 262" descr=""/>
          <p:cNvGrpSpPr/>
          <p:nvPr/>
        </p:nvGrpSpPr>
        <p:grpSpPr>
          <a:xfrm>
            <a:off x="14463360" y="1089162"/>
            <a:ext cx="4414520" cy="4059554"/>
            <a:chOff x="14463360" y="1089162"/>
            <a:chExt cx="4414520" cy="4059554"/>
          </a:xfrm>
        </p:grpSpPr>
        <p:pic>
          <p:nvPicPr>
            <p:cNvPr id="263" name="object 263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4988412" y="1431553"/>
              <a:ext cx="3788046" cy="3676829"/>
            </a:xfrm>
            <a:prstGeom prst="rect">
              <a:avLst/>
            </a:prstGeom>
          </p:spPr>
        </p:pic>
        <p:sp>
          <p:nvSpPr>
            <p:cNvPr id="264" name="object 264" descr=""/>
            <p:cNvSpPr/>
            <p:nvPr/>
          </p:nvSpPr>
          <p:spPr>
            <a:xfrm>
              <a:off x="14463360" y="2900937"/>
              <a:ext cx="4414520" cy="109855"/>
            </a:xfrm>
            <a:custGeom>
              <a:avLst/>
              <a:gdLst/>
              <a:ahLst/>
              <a:cxnLst/>
              <a:rect l="l" t="t" r="r" b="b"/>
              <a:pathLst>
                <a:path w="4414519" h="109855">
                  <a:moveTo>
                    <a:pt x="4414357" y="0"/>
                  </a:moveTo>
                  <a:lnTo>
                    <a:pt x="0" y="0"/>
                  </a:lnTo>
                  <a:lnTo>
                    <a:pt x="0" y="109535"/>
                  </a:lnTo>
                  <a:lnTo>
                    <a:pt x="4414357" y="109535"/>
                  </a:lnTo>
                  <a:lnTo>
                    <a:pt x="4414357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14507909" y="3010477"/>
              <a:ext cx="4315460" cy="2054860"/>
            </a:xfrm>
            <a:custGeom>
              <a:avLst/>
              <a:gdLst/>
              <a:ahLst/>
              <a:cxnLst/>
              <a:rect l="l" t="t" r="r" b="b"/>
              <a:pathLst>
                <a:path w="4315459" h="2054860">
                  <a:moveTo>
                    <a:pt x="150266" y="0"/>
                  </a:moveTo>
                  <a:lnTo>
                    <a:pt x="0" y="0"/>
                  </a:lnTo>
                  <a:lnTo>
                    <a:pt x="0" y="2054542"/>
                  </a:lnTo>
                  <a:lnTo>
                    <a:pt x="150266" y="2054542"/>
                  </a:lnTo>
                  <a:lnTo>
                    <a:pt x="150266" y="0"/>
                  </a:lnTo>
                  <a:close/>
                </a:path>
                <a:path w="4315459" h="2054860">
                  <a:moveTo>
                    <a:pt x="1045438" y="0"/>
                  </a:moveTo>
                  <a:lnTo>
                    <a:pt x="895172" y="0"/>
                  </a:lnTo>
                  <a:lnTo>
                    <a:pt x="895172" y="2054542"/>
                  </a:lnTo>
                  <a:lnTo>
                    <a:pt x="1045438" y="2054542"/>
                  </a:lnTo>
                  <a:lnTo>
                    <a:pt x="1045438" y="0"/>
                  </a:lnTo>
                  <a:close/>
                </a:path>
                <a:path w="4315459" h="2054860">
                  <a:moveTo>
                    <a:pt x="3540036" y="1968690"/>
                  </a:moveTo>
                  <a:lnTo>
                    <a:pt x="3389744" y="1968690"/>
                  </a:lnTo>
                  <a:lnTo>
                    <a:pt x="3389744" y="2054542"/>
                  </a:lnTo>
                  <a:lnTo>
                    <a:pt x="3540036" y="2054542"/>
                  </a:lnTo>
                  <a:lnTo>
                    <a:pt x="3540036" y="1968690"/>
                  </a:lnTo>
                  <a:close/>
                </a:path>
                <a:path w="4315459" h="2054860">
                  <a:moveTo>
                    <a:pt x="3540036" y="0"/>
                  </a:moveTo>
                  <a:lnTo>
                    <a:pt x="3389744" y="0"/>
                  </a:lnTo>
                  <a:lnTo>
                    <a:pt x="3389744" y="403720"/>
                  </a:lnTo>
                  <a:lnTo>
                    <a:pt x="3540036" y="403720"/>
                  </a:lnTo>
                  <a:lnTo>
                    <a:pt x="3540036" y="0"/>
                  </a:lnTo>
                  <a:close/>
                </a:path>
                <a:path w="4315459" h="2054860">
                  <a:moveTo>
                    <a:pt x="4315295" y="0"/>
                  </a:moveTo>
                  <a:lnTo>
                    <a:pt x="4165028" y="0"/>
                  </a:lnTo>
                  <a:lnTo>
                    <a:pt x="4165028" y="2054542"/>
                  </a:lnTo>
                  <a:lnTo>
                    <a:pt x="4315295" y="2054542"/>
                  </a:lnTo>
                  <a:lnTo>
                    <a:pt x="4315295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14507909" y="5065020"/>
              <a:ext cx="4315460" cy="43180"/>
            </a:xfrm>
            <a:custGeom>
              <a:avLst/>
              <a:gdLst/>
              <a:ahLst/>
              <a:cxnLst/>
              <a:rect l="l" t="t" r="r" b="b"/>
              <a:pathLst>
                <a:path w="4315459" h="43179">
                  <a:moveTo>
                    <a:pt x="206298" y="0"/>
                  </a:moveTo>
                  <a:lnTo>
                    <a:pt x="0" y="0"/>
                  </a:lnTo>
                  <a:lnTo>
                    <a:pt x="0" y="43027"/>
                  </a:lnTo>
                  <a:lnTo>
                    <a:pt x="206298" y="43027"/>
                  </a:lnTo>
                  <a:lnTo>
                    <a:pt x="206298" y="0"/>
                  </a:lnTo>
                  <a:close/>
                </a:path>
                <a:path w="4315459" h="43179">
                  <a:moveTo>
                    <a:pt x="1045438" y="0"/>
                  </a:moveTo>
                  <a:lnTo>
                    <a:pt x="827684" y="0"/>
                  </a:lnTo>
                  <a:lnTo>
                    <a:pt x="827684" y="43027"/>
                  </a:lnTo>
                  <a:lnTo>
                    <a:pt x="1045438" y="43027"/>
                  </a:lnTo>
                  <a:lnTo>
                    <a:pt x="1045438" y="0"/>
                  </a:lnTo>
                  <a:close/>
                </a:path>
                <a:path w="4315459" h="43179">
                  <a:moveTo>
                    <a:pt x="3619817" y="0"/>
                  </a:moveTo>
                  <a:lnTo>
                    <a:pt x="3389744" y="0"/>
                  </a:lnTo>
                  <a:lnTo>
                    <a:pt x="3389744" y="43027"/>
                  </a:lnTo>
                  <a:lnTo>
                    <a:pt x="3619817" y="43027"/>
                  </a:lnTo>
                  <a:lnTo>
                    <a:pt x="3619817" y="0"/>
                  </a:lnTo>
                  <a:close/>
                </a:path>
                <a:path w="4315459" h="43179">
                  <a:moveTo>
                    <a:pt x="4315295" y="0"/>
                  </a:moveTo>
                  <a:lnTo>
                    <a:pt x="4070896" y="0"/>
                  </a:lnTo>
                  <a:lnTo>
                    <a:pt x="4070896" y="43027"/>
                  </a:lnTo>
                  <a:lnTo>
                    <a:pt x="4315295" y="43027"/>
                  </a:lnTo>
                  <a:lnTo>
                    <a:pt x="4315295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8047953" y="4907944"/>
              <a:ext cx="625475" cy="36830"/>
            </a:xfrm>
            <a:custGeom>
              <a:avLst/>
              <a:gdLst/>
              <a:ahLst/>
              <a:cxnLst/>
              <a:rect l="l" t="t" r="r" b="b"/>
              <a:pathLst>
                <a:path w="625475" h="36829">
                  <a:moveTo>
                    <a:pt x="0" y="36302"/>
                  </a:moveTo>
                  <a:lnTo>
                    <a:pt x="624986" y="36302"/>
                  </a:lnTo>
                  <a:lnTo>
                    <a:pt x="624986" y="0"/>
                  </a:lnTo>
                  <a:lnTo>
                    <a:pt x="0" y="0"/>
                  </a:lnTo>
                  <a:lnTo>
                    <a:pt x="0" y="36302"/>
                  </a:lnTo>
                  <a:close/>
                </a:path>
              </a:pathLst>
            </a:custGeom>
            <a:solidFill>
              <a:srgbClr val="D9D6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7897653" y="4944255"/>
              <a:ext cx="925830" cy="121285"/>
            </a:xfrm>
            <a:custGeom>
              <a:avLst/>
              <a:gdLst/>
              <a:ahLst/>
              <a:cxnLst/>
              <a:rect l="l" t="t" r="r" b="b"/>
              <a:pathLst>
                <a:path w="925830" h="121285">
                  <a:moveTo>
                    <a:pt x="925550" y="0"/>
                  </a:moveTo>
                  <a:lnTo>
                    <a:pt x="0" y="0"/>
                  </a:lnTo>
                  <a:lnTo>
                    <a:pt x="0" y="34912"/>
                  </a:lnTo>
                  <a:lnTo>
                    <a:pt x="0" y="120764"/>
                  </a:lnTo>
                  <a:lnTo>
                    <a:pt x="925550" y="120764"/>
                  </a:lnTo>
                  <a:lnTo>
                    <a:pt x="925550" y="34912"/>
                  </a:lnTo>
                  <a:lnTo>
                    <a:pt x="925550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4658181" y="4907944"/>
              <a:ext cx="745490" cy="36830"/>
            </a:xfrm>
            <a:custGeom>
              <a:avLst/>
              <a:gdLst/>
              <a:ahLst/>
              <a:cxnLst/>
              <a:rect l="l" t="t" r="r" b="b"/>
              <a:pathLst>
                <a:path w="745490" h="36829">
                  <a:moveTo>
                    <a:pt x="0" y="36302"/>
                  </a:moveTo>
                  <a:lnTo>
                    <a:pt x="744919" y="36302"/>
                  </a:lnTo>
                  <a:lnTo>
                    <a:pt x="744919" y="0"/>
                  </a:lnTo>
                  <a:lnTo>
                    <a:pt x="0" y="0"/>
                  </a:lnTo>
                  <a:lnTo>
                    <a:pt x="0" y="36302"/>
                  </a:lnTo>
                  <a:close/>
                </a:path>
              </a:pathLst>
            </a:custGeom>
            <a:solidFill>
              <a:srgbClr val="D9D6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14583042" y="4944247"/>
              <a:ext cx="925830" cy="121285"/>
            </a:xfrm>
            <a:custGeom>
              <a:avLst/>
              <a:gdLst/>
              <a:ahLst/>
              <a:cxnLst/>
              <a:rect l="l" t="t" r="r" b="b"/>
              <a:pathLst>
                <a:path w="925830" h="121285">
                  <a:moveTo>
                    <a:pt x="925542" y="0"/>
                  </a:moveTo>
                  <a:lnTo>
                    <a:pt x="0" y="0"/>
                  </a:lnTo>
                  <a:lnTo>
                    <a:pt x="0" y="120760"/>
                  </a:lnTo>
                  <a:lnTo>
                    <a:pt x="925542" y="120760"/>
                  </a:lnTo>
                  <a:lnTo>
                    <a:pt x="925542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7118295" y="3414189"/>
              <a:ext cx="1332230" cy="1565275"/>
            </a:xfrm>
            <a:custGeom>
              <a:avLst/>
              <a:gdLst/>
              <a:ahLst/>
              <a:cxnLst/>
              <a:rect l="l" t="t" r="r" b="b"/>
              <a:pathLst>
                <a:path w="1332230" h="1565275">
                  <a:moveTo>
                    <a:pt x="1332137" y="0"/>
                  </a:moveTo>
                  <a:lnTo>
                    <a:pt x="0" y="0"/>
                  </a:lnTo>
                  <a:lnTo>
                    <a:pt x="0" y="1564968"/>
                  </a:lnTo>
                  <a:lnTo>
                    <a:pt x="1332137" y="1564968"/>
                  </a:lnTo>
                  <a:lnTo>
                    <a:pt x="1332137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17667671" y="5028244"/>
              <a:ext cx="90170" cy="120650"/>
            </a:xfrm>
            <a:custGeom>
              <a:avLst/>
              <a:gdLst/>
              <a:ahLst/>
              <a:cxnLst/>
              <a:rect l="l" t="t" r="r" b="b"/>
              <a:pathLst>
                <a:path w="90169" h="120650">
                  <a:moveTo>
                    <a:pt x="0" y="120195"/>
                  </a:moveTo>
                  <a:lnTo>
                    <a:pt x="89756" y="120195"/>
                  </a:lnTo>
                  <a:lnTo>
                    <a:pt x="89756" y="0"/>
                  </a:lnTo>
                  <a:lnTo>
                    <a:pt x="0" y="0"/>
                  </a:lnTo>
                  <a:lnTo>
                    <a:pt x="0" y="120195"/>
                  </a:lnTo>
                  <a:close/>
                </a:path>
              </a:pathLst>
            </a:custGeom>
            <a:solidFill>
              <a:srgbClr val="D5D3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17727774" y="3460219"/>
              <a:ext cx="723265" cy="1468755"/>
            </a:xfrm>
            <a:custGeom>
              <a:avLst/>
              <a:gdLst/>
              <a:ahLst/>
              <a:cxnLst/>
              <a:rect l="l" t="t" r="r" b="b"/>
              <a:pathLst>
                <a:path w="723265" h="1468754">
                  <a:moveTo>
                    <a:pt x="722658" y="0"/>
                  </a:moveTo>
                  <a:lnTo>
                    <a:pt x="0" y="0"/>
                  </a:lnTo>
                  <a:lnTo>
                    <a:pt x="0" y="1468311"/>
                  </a:lnTo>
                  <a:lnTo>
                    <a:pt x="722658" y="1468311"/>
                  </a:lnTo>
                  <a:lnTo>
                    <a:pt x="722658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17137075" y="4980692"/>
              <a:ext cx="1254125" cy="47625"/>
            </a:xfrm>
            <a:custGeom>
              <a:avLst/>
              <a:gdLst/>
              <a:ahLst/>
              <a:cxnLst/>
              <a:rect l="l" t="t" r="r" b="b"/>
              <a:pathLst>
                <a:path w="1254125" h="47625">
                  <a:moveTo>
                    <a:pt x="179501" y="0"/>
                  </a:moveTo>
                  <a:lnTo>
                    <a:pt x="0" y="0"/>
                  </a:lnTo>
                  <a:lnTo>
                    <a:pt x="0" y="47561"/>
                  </a:lnTo>
                  <a:lnTo>
                    <a:pt x="179501" y="47561"/>
                  </a:lnTo>
                  <a:lnTo>
                    <a:pt x="179501" y="0"/>
                  </a:lnTo>
                  <a:close/>
                </a:path>
                <a:path w="1254125" h="47625">
                  <a:moveTo>
                    <a:pt x="770191" y="0"/>
                  </a:moveTo>
                  <a:lnTo>
                    <a:pt x="590689" y="0"/>
                  </a:lnTo>
                  <a:lnTo>
                    <a:pt x="590689" y="47561"/>
                  </a:lnTo>
                  <a:lnTo>
                    <a:pt x="770191" y="47561"/>
                  </a:lnTo>
                  <a:lnTo>
                    <a:pt x="770191" y="0"/>
                  </a:lnTo>
                  <a:close/>
                </a:path>
                <a:path w="1254125" h="47625">
                  <a:moveTo>
                    <a:pt x="1253515" y="0"/>
                  </a:moveTo>
                  <a:lnTo>
                    <a:pt x="1073988" y="0"/>
                  </a:lnTo>
                  <a:lnTo>
                    <a:pt x="1073988" y="47561"/>
                  </a:lnTo>
                  <a:lnTo>
                    <a:pt x="1253515" y="47561"/>
                  </a:lnTo>
                  <a:lnTo>
                    <a:pt x="1253515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17162933" y="5028253"/>
              <a:ext cx="1198245" cy="120650"/>
            </a:xfrm>
            <a:custGeom>
              <a:avLst/>
              <a:gdLst/>
              <a:ahLst/>
              <a:cxnLst/>
              <a:rect l="l" t="t" r="r" b="b"/>
              <a:pathLst>
                <a:path w="1198244" h="120650">
                  <a:moveTo>
                    <a:pt x="120205" y="0"/>
                  </a:moveTo>
                  <a:lnTo>
                    <a:pt x="0" y="0"/>
                  </a:lnTo>
                  <a:lnTo>
                    <a:pt x="0" y="120192"/>
                  </a:lnTo>
                  <a:lnTo>
                    <a:pt x="120205" y="120192"/>
                  </a:lnTo>
                  <a:lnTo>
                    <a:pt x="120205" y="0"/>
                  </a:lnTo>
                  <a:close/>
                </a:path>
                <a:path w="1198244" h="120650">
                  <a:moveTo>
                    <a:pt x="714705" y="0"/>
                  </a:moveTo>
                  <a:lnTo>
                    <a:pt x="594487" y="0"/>
                  </a:lnTo>
                  <a:lnTo>
                    <a:pt x="594487" y="120192"/>
                  </a:lnTo>
                  <a:lnTo>
                    <a:pt x="714705" y="120192"/>
                  </a:lnTo>
                  <a:lnTo>
                    <a:pt x="714705" y="0"/>
                  </a:lnTo>
                  <a:close/>
                </a:path>
                <a:path w="1198244" h="120650">
                  <a:moveTo>
                    <a:pt x="1198003" y="0"/>
                  </a:moveTo>
                  <a:lnTo>
                    <a:pt x="1077798" y="0"/>
                  </a:lnTo>
                  <a:lnTo>
                    <a:pt x="1077798" y="120192"/>
                  </a:lnTo>
                  <a:lnTo>
                    <a:pt x="1198003" y="120192"/>
                  </a:lnTo>
                  <a:lnTo>
                    <a:pt x="1198003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6" name="object 276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4573517" y="2530621"/>
              <a:ext cx="329966" cy="286641"/>
            </a:xfrm>
            <a:prstGeom prst="rect">
              <a:avLst/>
            </a:prstGeom>
          </p:spPr>
        </p:pic>
        <p:sp>
          <p:nvSpPr>
            <p:cNvPr id="277" name="object 277" descr=""/>
            <p:cNvSpPr/>
            <p:nvPr/>
          </p:nvSpPr>
          <p:spPr>
            <a:xfrm>
              <a:off x="14602689" y="2745949"/>
              <a:ext cx="288290" cy="139700"/>
            </a:xfrm>
            <a:custGeom>
              <a:avLst/>
              <a:gdLst/>
              <a:ahLst/>
              <a:cxnLst/>
              <a:rect l="l" t="t" r="r" b="b"/>
              <a:pathLst>
                <a:path w="288290" h="139700">
                  <a:moveTo>
                    <a:pt x="288023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2590" y="133350"/>
                  </a:lnTo>
                  <a:lnTo>
                    <a:pt x="2590" y="139700"/>
                  </a:lnTo>
                  <a:lnTo>
                    <a:pt x="285432" y="139700"/>
                  </a:lnTo>
                  <a:lnTo>
                    <a:pt x="285432" y="133350"/>
                  </a:lnTo>
                  <a:lnTo>
                    <a:pt x="288023" y="133350"/>
                  </a:lnTo>
                  <a:lnTo>
                    <a:pt x="288023" y="0"/>
                  </a:lnTo>
                  <a:close/>
                </a:path>
              </a:pathLst>
            </a:custGeom>
            <a:solidFill>
              <a:srgbClr val="998B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14598523" y="2741351"/>
              <a:ext cx="299085" cy="160020"/>
            </a:xfrm>
            <a:custGeom>
              <a:avLst/>
              <a:gdLst/>
              <a:ahLst/>
              <a:cxnLst/>
              <a:rect l="l" t="t" r="r" b="b"/>
              <a:pathLst>
                <a:path w="299084" h="160019">
                  <a:moveTo>
                    <a:pt x="265557" y="144640"/>
                  </a:moveTo>
                  <a:lnTo>
                    <a:pt x="33388" y="144640"/>
                  </a:lnTo>
                  <a:lnTo>
                    <a:pt x="33388" y="159613"/>
                  </a:lnTo>
                  <a:lnTo>
                    <a:pt x="265557" y="159613"/>
                  </a:lnTo>
                  <a:lnTo>
                    <a:pt x="265557" y="144640"/>
                  </a:lnTo>
                  <a:close/>
                </a:path>
                <a:path w="299084" h="160019">
                  <a:moveTo>
                    <a:pt x="298488" y="8547"/>
                  </a:moveTo>
                  <a:lnTo>
                    <a:pt x="291947" y="723"/>
                  </a:lnTo>
                  <a:lnTo>
                    <a:pt x="286169" y="177"/>
                  </a:lnTo>
                  <a:lnTo>
                    <a:pt x="262750" y="19710"/>
                  </a:lnTo>
                  <a:lnTo>
                    <a:pt x="236042" y="0"/>
                  </a:lnTo>
                  <a:lnTo>
                    <a:pt x="231013" y="330"/>
                  </a:lnTo>
                  <a:lnTo>
                    <a:pt x="212255" y="18529"/>
                  </a:lnTo>
                  <a:lnTo>
                    <a:pt x="194513" y="952"/>
                  </a:lnTo>
                  <a:lnTo>
                    <a:pt x="189318" y="673"/>
                  </a:lnTo>
                  <a:lnTo>
                    <a:pt x="165328" y="19304"/>
                  </a:lnTo>
                  <a:lnTo>
                    <a:pt x="145376" y="469"/>
                  </a:lnTo>
                  <a:lnTo>
                    <a:pt x="140157" y="279"/>
                  </a:lnTo>
                  <a:lnTo>
                    <a:pt x="116598" y="19596"/>
                  </a:lnTo>
                  <a:lnTo>
                    <a:pt x="93154" y="939"/>
                  </a:lnTo>
                  <a:lnTo>
                    <a:pt x="88557" y="825"/>
                  </a:lnTo>
                  <a:lnTo>
                    <a:pt x="62915" y="19850"/>
                  </a:lnTo>
                  <a:lnTo>
                    <a:pt x="39827" y="1892"/>
                  </a:lnTo>
                  <a:lnTo>
                    <a:pt x="35318" y="1854"/>
                  </a:lnTo>
                  <a:lnTo>
                    <a:pt x="889" y="26974"/>
                  </a:lnTo>
                  <a:lnTo>
                    <a:pt x="0" y="32727"/>
                  </a:lnTo>
                  <a:lnTo>
                    <a:pt x="4787" y="39306"/>
                  </a:lnTo>
                  <a:lnTo>
                    <a:pt x="7581" y="40614"/>
                  </a:lnTo>
                  <a:lnTo>
                    <a:pt x="10426" y="40614"/>
                  </a:lnTo>
                  <a:lnTo>
                    <a:pt x="12306" y="40614"/>
                  </a:lnTo>
                  <a:lnTo>
                    <a:pt x="14224" y="40043"/>
                  </a:lnTo>
                  <a:lnTo>
                    <a:pt x="37261" y="23215"/>
                  </a:lnTo>
                  <a:lnTo>
                    <a:pt x="60401" y="41224"/>
                  </a:lnTo>
                  <a:lnTo>
                    <a:pt x="64935" y="41313"/>
                  </a:lnTo>
                  <a:lnTo>
                    <a:pt x="90487" y="22339"/>
                  </a:lnTo>
                  <a:lnTo>
                    <a:pt x="114338" y="41325"/>
                  </a:lnTo>
                  <a:lnTo>
                    <a:pt x="119151" y="41313"/>
                  </a:lnTo>
                  <a:lnTo>
                    <a:pt x="141986" y="22593"/>
                  </a:lnTo>
                  <a:lnTo>
                    <a:pt x="161734" y="41224"/>
                  </a:lnTo>
                  <a:lnTo>
                    <a:pt x="166839" y="41440"/>
                  </a:lnTo>
                  <a:lnTo>
                    <a:pt x="190576" y="22961"/>
                  </a:lnTo>
                  <a:lnTo>
                    <a:pt x="209245" y="41465"/>
                  </a:lnTo>
                  <a:lnTo>
                    <a:pt x="214985" y="41503"/>
                  </a:lnTo>
                  <a:lnTo>
                    <a:pt x="235013" y="22110"/>
                  </a:lnTo>
                  <a:lnTo>
                    <a:pt x="261023" y="41363"/>
                  </a:lnTo>
                  <a:lnTo>
                    <a:pt x="265734" y="41198"/>
                  </a:lnTo>
                  <a:lnTo>
                    <a:pt x="297980" y="14338"/>
                  </a:lnTo>
                  <a:lnTo>
                    <a:pt x="298488" y="8547"/>
                  </a:lnTo>
                  <a:close/>
                </a:path>
              </a:pathLst>
            </a:custGeom>
            <a:solidFill>
              <a:srgbClr val="806F6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9" name="object 279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6167935" y="2738335"/>
              <a:ext cx="266768" cy="112070"/>
            </a:xfrm>
            <a:prstGeom prst="rect">
              <a:avLst/>
            </a:prstGeom>
          </p:spPr>
        </p:pic>
        <p:sp>
          <p:nvSpPr>
            <p:cNvPr id="280" name="object 280" descr=""/>
            <p:cNvSpPr/>
            <p:nvPr/>
          </p:nvSpPr>
          <p:spPr>
            <a:xfrm>
              <a:off x="16037412" y="2727746"/>
              <a:ext cx="311785" cy="111760"/>
            </a:xfrm>
            <a:custGeom>
              <a:avLst/>
              <a:gdLst/>
              <a:ahLst/>
              <a:cxnLst/>
              <a:rect l="l" t="t" r="r" b="b"/>
              <a:pathLst>
                <a:path w="311784" h="111760">
                  <a:moveTo>
                    <a:pt x="193983" y="0"/>
                  </a:moveTo>
                  <a:lnTo>
                    <a:pt x="130854" y="1586"/>
                  </a:lnTo>
                  <a:lnTo>
                    <a:pt x="78398" y="5860"/>
                  </a:lnTo>
                  <a:lnTo>
                    <a:pt x="17071" y="21629"/>
                  </a:lnTo>
                  <a:lnTo>
                    <a:pt x="0" y="42800"/>
                  </a:lnTo>
                  <a:lnTo>
                    <a:pt x="2131" y="66596"/>
                  </a:lnTo>
                  <a:lnTo>
                    <a:pt x="25610" y="87017"/>
                  </a:lnTo>
                  <a:lnTo>
                    <a:pt x="79541" y="104783"/>
                  </a:lnTo>
                  <a:lnTo>
                    <a:pt x="136373" y="111328"/>
                  </a:lnTo>
                  <a:lnTo>
                    <a:pt x="189839" y="109086"/>
                  </a:lnTo>
                  <a:lnTo>
                    <a:pt x="233671" y="100492"/>
                  </a:lnTo>
                  <a:lnTo>
                    <a:pt x="285470" y="72730"/>
                  </a:lnTo>
                  <a:lnTo>
                    <a:pt x="311773" y="42288"/>
                  </a:lnTo>
                  <a:lnTo>
                    <a:pt x="293916" y="19847"/>
                  </a:lnTo>
                  <a:lnTo>
                    <a:pt x="253198" y="4840"/>
                  </a:lnTo>
                  <a:lnTo>
                    <a:pt x="193983" y="0"/>
                  </a:lnTo>
                  <a:close/>
                </a:path>
              </a:pathLst>
            </a:custGeom>
            <a:solidFill>
              <a:srgbClr val="8B4B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1" name="object 281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6055587" y="2725696"/>
              <a:ext cx="362303" cy="155221"/>
            </a:xfrm>
            <a:prstGeom prst="rect">
              <a:avLst/>
            </a:prstGeom>
          </p:spPr>
        </p:pic>
        <p:pic>
          <p:nvPicPr>
            <p:cNvPr id="282" name="object 282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6520034" y="2700297"/>
              <a:ext cx="330384" cy="169611"/>
            </a:xfrm>
            <a:prstGeom prst="rect">
              <a:avLst/>
            </a:prstGeom>
          </p:spPr>
        </p:pic>
        <p:sp>
          <p:nvSpPr>
            <p:cNvPr id="283" name="object 283" descr=""/>
            <p:cNvSpPr/>
            <p:nvPr/>
          </p:nvSpPr>
          <p:spPr>
            <a:xfrm>
              <a:off x="15514060" y="2614395"/>
              <a:ext cx="617220" cy="201930"/>
            </a:xfrm>
            <a:custGeom>
              <a:avLst/>
              <a:gdLst/>
              <a:ahLst/>
              <a:cxnLst/>
              <a:rect l="l" t="t" r="r" b="b"/>
              <a:pathLst>
                <a:path w="617219" h="201930">
                  <a:moveTo>
                    <a:pt x="82933" y="0"/>
                  </a:moveTo>
                  <a:lnTo>
                    <a:pt x="55437" y="3041"/>
                  </a:lnTo>
                  <a:lnTo>
                    <a:pt x="28265" y="22947"/>
                  </a:lnTo>
                  <a:lnTo>
                    <a:pt x="7693" y="53144"/>
                  </a:lnTo>
                  <a:lnTo>
                    <a:pt x="0" y="87063"/>
                  </a:lnTo>
                  <a:lnTo>
                    <a:pt x="11462" y="118130"/>
                  </a:lnTo>
                  <a:lnTo>
                    <a:pt x="48358" y="139775"/>
                  </a:lnTo>
                  <a:lnTo>
                    <a:pt x="100741" y="151643"/>
                  </a:lnTo>
                  <a:lnTo>
                    <a:pt x="161548" y="161534"/>
                  </a:lnTo>
                  <a:lnTo>
                    <a:pt x="221554" y="169419"/>
                  </a:lnTo>
                  <a:lnTo>
                    <a:pt x="271536" y="175271"/>
                  </a:lnTo>
                  <a:lnTo>
                    <a:pt x="302266" y="179062"/>
                  </a:lnTo>
                  <a:lnTo>
                    <a:pt x="355447" y="184505"/>
                  </a:lnTo>
                  <a:lnTo>
                    <a:pt x="443144" y="192019"/>
                  </a:lnTo>
                  <a:lnTo>
                    <a:pt x="561484" y="201543"/>
                  </a:lnTo>
                  <a:lnTo>
                    <a:pt x="601360" y="192448"/>
                  </a:lnTo>
                  <a:lnTo>
                    <a:pt x="617219" y="181833"/>
                  </a:lnTo>
                  <a:lnTo>
                    <a:pt x="611369" y="162872"/>
                  </a:lnTo>
                  <a:lnTo>
                    <a:pt x="586122" y="128739"/>
                  </a:lnTo>
                  <a:lnTo>
                    <a:pt x="535406" y="112565"/>
                  </a:lnTo>
                  <a:lnTo>
                    <a:pt x="483316" y="98927"/>
                  </a:lnTo>
                  <a:lnTo>
                    <a:pt x="420023" y="83020"/>
                  </a:lnTo>
                  <a:lnTo>
                    <a:pt x="154079" y="18154"/>
                  </a:lnTo>
                  <a:lnTo>
                    <a:pt x="109218" y="6993"/>
                  </a:lnTo>
                  <a:lnTo>
                    <a:pt x="82933" y="0"/>
                  </a:lnTo>
                  <a:close/>
                </a:path>
              </a:pathLst>
            </a:custGeom>
            <a:solidFill>
              <a:srgbClr val="995A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15513396" y="1918525"/>
              <a:ext cx="318770" cy="732790"/>
            </a:xfrm>
            <a:custGeom>
              <a:avLst/>
              <a:gdLst/>
              <a:ahLst/>
              <a:cxnLst/>
              <a:rect l="l" t="t" r="r" b="b"/>
              <a:pathLst>
                <a:path w="318769" h="732789">
                  <a:moveTo>
                    <a:pt x="295216" y="0"/>
                  </a:moveTo>
                  <a:lnTo>
                    <a:pt x="217494" y="28048"/>
                  </a:lnTo>
                  <a:lnTo>
                    <a:pt x="167124" y="57552"/>
                  </a:lnTo>
                  <a:lnTo>
                    <a:pt x="120316" y="103575"/>
                  </a:lnTo>
                  <a:lnTo>
                    <a:pt x="99014" y="176111"/>
                  </a:lnTo>
                  <a:lnTo>
                    <a:pt x="63294" y="350410"/>
                  </a:lnTo>
                  <a:lnTo>
                    <a:pt x="0" y="683434"/>
                  </a:lnTo>
                  <a:lnTo>
                    <a:pt x="200391" y="732564"/>
                  </a:lnTo>
                  <a:lnTo>
                    <a:pt x="275604" y="455075"/>
                  </a:lnTo>
                  <a:lnTo>
                    <a:pt x="287450" y="398127"/>
                  </a:lnTo>
                  <a:lnTo>
                    <a:pt x="308828" y="265291"/>
                  </a:lnTo>
                  <a:lnTo>
                    <a:pt x="318497" y="113578"/>
                  </a:lnTo>
                  <a:lnTo>
                    <a:pt x="295216" y="0"/>
                  </a:lnTo>
                  <a:close/>
                </a:path>
              </a:pathLst>
            </a:custGeom>
            <a:solidFill>
              <a:srgbClr val="3A2F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15817186" y="1573685"/>
              <a:ext cx="405765" cy="285750"/>
            </a:xfrm>
            <a:custGeom>
              <a:avLst/>
              <a:gdLst/>
              <a:ahLst/>
              <a:cxnLst/>
              <a:rect l="l" t="t" r="r" b="b"/>
              <a:pathLst>
                <a:path w="405765" h="285750">
                  <a:moveTo>
                    <a:pt x="106766" y="0"/>
                  </a:moveTo>
                  <a:lnTo>
                    <a:pt x="47167" y="19611"/>
                  </a:lnTo>
                  <a:lnTo>
                    <a:pt x="9408" y="73715"/>
                  </a:lnTo>
                  <a:lnTo>
                    <a:pt x="0" y="118938"/>
                  </a:lnTo>
                  <a:lnTo>
                    <a:pt x="2372" y="139663"/>
                  </a:lnTo>
                  <a:lnTo>
                    <a:pt x="8811" y="159105"/>
                  </a:lnTo>
                  <a:lnTo>
                    <a:pt x="11188" y="167125"/>
                  </a:lnTo>
                  <a:lnTo>
                    <a:pt x="36459" y="201866"/>
                  </a:lnTo>
                  <a:lnTo>
                    <a:pt x="42715" y="207606"/>
                  </a:lnTo>
                  <a:lnTo>
                    <a:pt x="70105" y="242181"/>
                  </a:lnTo>
                  <a:lnTo>
                    <a:pt x="105105" y="266076"/>
                  </a:lnTo>
                  <a:lnTo>
                    <a:pt x="145478" y="280129"/>
                  </a:lnTo>
                  <a:lnTo>
                    <a:pt x="188983" y="285179"/>
                  </a:lnTo>
                  <a:lnTo>
                    <a:pt x="233380" y="282064"/>
                  </a:lnTo>
                  <a:lnTo>
                    <a:pt x="241229" y="279663"/>
                  </a:lnTo>
                  <a:lnTo>
                    <a:pt x="247652" y="275399"/>
                  </a:lnTo>
                  <a:lnTo>
                    <a:pt x="252660" y="269651"/>
                  </a:lnTo>
                  <a:lnTo>
                    <a:pt x="256269" y="262798"/>
                  </a:lnTo>
                  <a:lnTo>
                    <a:pt x="290472" y="258085"/>
                  </a:lnTo>
                  <a:lnTo>
                    <a:pt x="355565" y="235946"/>
                  </a:lnTo>
                  <a:lnTo>
                    <a:pt x="398192" y="190375"/>
                  </a:lnTo>
                  <a:lnTo>
                    <a:pt x="405530" y="162294"/>
                  </a:lnTo>
                  <a:lnTo>
                    <a:pt x="403208" y="133619"/>
                  </a:lnTo>
                  <a:lnTo>
                    <a:pt x="390569" y="107043"/>
                  </a:lnTo>
                  <a:lnTo>
                    <a:pt x="382033" y="98412"/>
                  </a:lnTo>
                  <a:lnTo>
                    <a:pt x="372238" y="93323"/>
                  </a:lnTo>
                  <a:lnTo>
                    <a:pt x="361813" y="91416"/>
                  </a:lnTo>
                  <a:lnTo>
                    <a:pt x="351387" y="92332"/>
                  </a:lnTo>
                  <a:lnTo>
                    <a:pt x="346555" y="84741"/>
                  </a:lnTo>
                  <a:lnTo>
                    <a:pt x="287238" y="43515"/>
                  </a:lnTo>
                  <a:lnTo>
                    <a:pt x="240444" y="27257"/>
                  </a:lnTo>
                  <a:lnTo>
                    <a:pt x="191240" y="20157"/>
                  </a:lnTo>
                  <a:lnTo>
                    <a:pt x="145173" y="25967"/>
                  </a:lnTo>
                  <a:lnTo>
                    <a:pt x="141425" y="23046"/>
                  </a:lnTo>
                  <a:lnTo>
                    <a:pt x="137079" y="20868"/>
                  </a:lnTo>
                  <a:lnTo>
                    <a:pt x="132105" y="19936"/>
                  </a:lnTo>
                  <a:lnTo>
                    <a:pt x="128285" y="13573"/>
                  </a:lnTo>
                  <a:lnTo>
                    <a:pt x="122907" y="8052"/>
                  </a:lnTo>
                  <a:lnTo>
                    <a:pt x="115793" y="3489"/>
                  </a:lnTo>
                  <a:lnTo>
                    <a:pt x="106766" y="0"/>
                  </a:lnTo>
                  <a:close/>
                </a:path>
              </a:pathLst>
            </a:custGeom>
            <a:solidFill>
              <a:srgbClr val="452A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6" name="object 286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6247425" y="1465714"/>
              <a:ext cx="82555" cy="171261"/>
            </a:xfrm>
            <a:prstGeom prst="rect">
              <a:avLst/>
            </a:prstGeom>
          </p:spPr>
        </p:pic>
        <p:pic>
          <p:nvPicPr>
            <p:cNvPr id="287" name="object 287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5939552" y="1690938"/>
              <a:ext cx="243039" cy="237000"/>
            </a:xfrm>
            <a:prstGeom prst="rect">
              <a:avLst/>
            </a:prstGeom>
          </p:spPr>
        </p:pic>
        <p:sp>
          <p:nvSpPr>
            <p:cNvPr id="288" name="object 288" descr=""/>
            <p:cNvSpPr/>
            <p:nvPr/>
          </p:nvSpPr>
          <p:spPr>
            <a:xfrm>
              <a:off x="15869646" y="1249338"/>
              <a:ext cx="419734" cy="568325"/>
            </a:xfrm>
            <a:custGeom>
              <a:avLst/>
              <a:gdLst/>
              <a:ahLst/>
              <a:cxnLst/>
              <a:rect l="l" t="t" r="r" b="b"/>
              <a:pathLst>
                <a:path w="419734" h="568325">
                  <a:moveTo>
                    <a:pt x="381703" y="0"/>
                  </a:moveTo>
                  <a:lnTo>
                    <a:pt x="333922" y="294"/>
                  </a:lnTo>
                  <a:lnTo>
                    <a:pt x="269517" y="1684"/>
                  </a:lnTo>
                  <a:lnTo>
                    <a:pt x="199700" y="3657"/>
                  </a:lnTo>
                  <a:lnTo>
                    <a:pt x="69909" y="7952"/>
                  </a:lnTo>
                  <a:lnTo>
                    <a:pt x="62342" y="37173"/>
                  </a:lnTo>
                  <a:lnTo>
                    <a:pt x="44453" y="104465"/>
                  </a:lnTo>
                  <a:lnTo>
                    <a:pt x="23460" y="179268"/>
                  </a:lnTo>
                  <a:lnTo>
                    <a:pt x="6581" y="231023"/>
                  </a:lnTo>
                  <a:lnTo>
                    <a:pt x="0" y="276353"/>
                  </a:lnTo>
                  <a:lnTo>
                    <a:pt x="2000" y="337968"/>
                  </a:lnTo>
                  <a:lnTo>
                    <a:pt x="7903" y="394494"/>
                  </a:lnTo>
                  <a:lnTo>
                    <a:pt x="41142" y="457922"/>
                  </a:lnTo>
                  <a:lnTo>
                    <a:pt x="94327" y="503147"/>
                  </a:lnTo>
                  <a:lnTo>
                    <a:pt x="147511" y="544064"/>
                  </a:lnTo>
                  <a:lnTo>
                    <a:pt x="193492" y="567654"/>
                  </a:lnTo>
                  <a:lnTo>
                    <a:pt x="223983" y="568105"/>
                  </a:lnTo>
                  <a:lnTo>
                    <a:pt x="254073" y="566753"/>
                  </a:lnTo>
                  <a:lnTo>
                    <a:pt x="292639" y="543872"/>
                  </a:lnTo>
                  <a:lnTo>
                    <a:pt x="334446" y="499960"/>
                  </a:lnTo>
                  <a:lnTo>
                    <a:pt x="377128" y="452519"/>
                  </a:lnTo>
                  <a:lnTo>
                    <a:pt x="401647" y="421300"/>
                  </a:lnTo>
                  <a:lnTo>
                    <a:pt x="412682" y="347693"/>
                  </a:lnTo>
                  <a:lnTo>
                    <a:pt x="417057" y="298019"/>
                  </a:lnTo>
                  <a:lnTo>
                    <a:pt x="419280" y="264740"/>
                  </a:lnTo>
                  <a:lnTo>
                    <a:pt x="418369" y="228215"/>
                  </a:lnTo>
                  <a:lnTo>
                    <a:pt x="415073" y="162707"/>
                  </a:lnTo>
                  <a:lnTo>
                    <a:pt x="410469" y="89119"/>
                  </a:lnTo>
                  <a:lnTo>
                    <a:pt x="405634" y="28354"/>
                  </a:lnTo>
                  <a:lnTo>
                    <a:pt x="401647" y="1313"/>
                  </a:lnTo>
                  <a:lnTo>
                    <a:pt x="381703" y="0"/>
                  </a:lnTo>
                  <a:close/>
                </a:path>
              </a:pathLst>
            </a:custGeom>
            <a:solidFill>
              <a:srgbClr val="995A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9" name="object 289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5806271" y="1465714"/>
              <a:ext cx="82556" cy="171261"/>
            </a:xfrm>
            <a:prstGeom prst="rect">
              <a:avLst/>
            </a:prstGeom>
          </p:spPr>
        </p:pic>
        <p:sp>
          <p:nvSpPr>
            <p:cNvPr id="290" name="object 290" descr=""/>
            <p:cNvSpPr/>
            <p:nvPr/>
          </p:nvSpPr>
          <p:spPr>
            <a:xfrm>
              <a:off x="15779661" y="1089162"/>
              <a:ext cx="539750" cy="417195"/>
            </a:xfrm>
            <a:custGeom>
              <a:avLst/>
              <a:gdLst/>
              <a:ahLst/>
              <a:cxnLst/>
              <a:rect l="l" t="t" r="r" b="b"/>
              <a:pathLst>
                <a:path w="539750" h="417194">
                  <a:moveTo>
                    <a:pt x="353104" y="0"/>
                  </a:moveTo>
                  <a:lnTo>
                    <a:pt x="287495" y="2047"/>
                  </a:lnTo>
                  <a:lnTo>
                    <a:pt x="219927" y="7169"/>
                  </a:lnTo>
                  <a:lnTo>
                    <a:pt x="175103" y="14751"/>
                  </a:lnTo>
                  <a:lnTo>
                    <a:pt x="107960" y="62563"/>
                  </a:lnTo>
                  <a:lnTo>
                    <a:pt x="65637" y="104455"/>
                  </a:lnTo>
                  <a:lnTo>
                    <a:pt x="27557" y="151634"/>
                  </a:lnTo>
                  <a:lnTo>
                    <a:pt x="1276" y="199070"/>
                  </a:lnTo>
                  <a:lnTo>
                    <a:pt x="0" y="229266"/>
                  </a:lnTo>
                  <a:lnTo>
                    <a:pt x="6383" y="279155"/>
                  </a:lnTo>
                  <a:lnTo>
                    <a:pt x="17656" y="334194"/>
                  </a:lnTo>
                  <a:lnTo>
                    <a:pt x="31045" y="379839"/>
                  </a:lnTo>
                  <a:lnTo>
                    <a:pt x="85621" y="416160"/>
                  </a:lnTo>
                  <a:lnTo>
                    <a:pt x="120116" y="417007"/>
                  </a:lnTo>
                  <a:lnTo>
                    <a:pt x="147460" y="414833"/>
                  </a:lnTo>
                  <a:lnTo>
                    <a:pt x="230851" y="400872"/>
                  </a:lnTo>
                  <a:lnTo>
                    <a:pt x="277429" y="378669"/>
                  </a:lnTo>
                  <a:lnTo>
                    <a:pt x="300021" y="353855"/>
                  </a:lnTo>
                  <a:lnTo>
                    <a:pt x="311455" y="332060"/>
                  </a:lnTo>
                  <a:lnTo>
                    <a:pt x="343855" y="284566"/>
                  </a:lnTo>
                  <a:lnTo>
                    <a:pt x="381136" y="245755"/>
                  </a:lnTo>
                  <a:lnTo>
                    <a:pt x="417745" y="217936"/>
                  </a:lnTo>
                  <a:lnTo>
                    <a:pt x="448130" y="203422"/>
                  </a:lnTo>
                  <a:lnTo>
                    <a:pt x="466739" y="204525"/>
                  </a:lnTo>
                  <a:lnTo>
                    <a:pt x="478596" y="217818"/>
                  </a:lnTo>
                  <a:lnTo>
                    <a:pt x="486676" y="244156"/>
                  </a:lnTo>
                  <a:lnTo>
                    <a:pt x="494696" y="303255"/>
                  </a:lnTo>
                  <a:lnTo>
                    <a:pt x="506371" y="414833"/>
                  </a:lnTo>
                  <a:lnTo>
                    <a:pt x="514187" y="398814"/>
                  </a:lnTo>
                  <a:lnTo>
                    <a:pt x="529343" y="353509"/>
                  </a:lnTo>
                  <a:lnTo>
                    <a:pt x="539400" y="283039"/>
                  </a:lnTo>
                  <a:lnTo>
                    <a:pt x="531920" y="191531"/>
                  </a:lnTo>
                  <a:lnTo>
                    <a:pt x="512670" y="138073"/>
                  </a:lnTo>
                  <a:lnTo>
                    <a:pt x="481565" y="87650"/>
                  </a:lnTo>
                  <a:lnTo>
                    <a:pt x="446098" y="44968"/>
                  </a:lnTo>
                  <a:lnTo>
                    <a:pt x="413762" y="14730"/>
                  </a:lnTo>
                  <a:lnTo>
                    <a:pt x="392050" y="1641"/>
                  </a:lnTo>
                  <a:lnTo>
                    <a:pt x="353104" y="0"/>
                  </a:lnTo>
                  <a:close/>
                </a:path>
              </a:pathLst>
            </a:custGeom>
            <a:solidFill>
              <a:srgbClr val="452A2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1" name="object 291" descr=""/>
          <p:cNvGrpSpPr/>
          <p:nvPr/>
        </p:nvGrpSpPr>
        <p:grpSpPr>
          <a:xfrm>
            <a:off x="8172530" y="6136003"/>
            <a:ext cx="5070475" cy="4106545"/>
            <a:chOff x="8172530" y="6136003"/>
            <a:chExt cx="5070475" cy="4106545"/>
          </a:xfrm>
        </p:grpSpPr>
        <p:sp>
          <p:nvSpPr>
            <p:cNvPr id="292" name="object 292" descr=""/>
            <p:cNvSpPr/>
            <p:nvPr/>
          </p:nvSpPr>
          <p:spPr>
            <a:xfrm>
              <a:off x="10679244" y="6513200"/>
              <a:ext cx="1755775" cy="1162685"/>
            </a:xfrm>
            <a:custGeom>
              <a:avLst/>
              <a:gdLst/>
              <a:ahLst/>
              <a:cxnLst/>
              <a:rect l="l" t="t" r="r" b="b"/>
              <a:pathLst>
                <a:path w="1755775" h="1162684">
                  <a:moveTo>
                    <a:pt x="1710701" y="0"/>
                  </a:moveTo>
                  <a:lnTo>
                    <a:pt x="44574" y="0"/>
                  </a:lnTo>
                  <a:lnTo>
                    <a:pt x="27224" y="3503"/>
                  </a:lnTo>
                  <a:lnTo>
                    <a:pt x="13055" y="13055"/>
                  </a:lnTo>
                  <a:lnTo>
                    <a:pt x="3503" y="27224"/>
                  </a:lnTo>
                  <a:lnTo>
                    <a:pt x="0" y="44574"/>
                  </a:lnTo>
                  <a:lnTo>
                    <a:pt x="0" y="1117798"/>
                  </a:lnTo>
                  <a:lnTo>
                    <a:pt x="3503" y="1135148"/>
                  </a:lnTo>
                  <a:lnTo>
                    <a:pt x="13055" y="1149317"/>
                  </a:lnTo>
                  <a:lnTo>
                    <a:pt x="27224" y="1158869"/>
                  </a:lnTo>
                  <a:lnTo>
                    <a:pt x="44574" y="1162372"/>
                  </a:lnTo>
                  <a:lnTo>
                    <a:pt x="1710701" y="1162372"/>
                  </a:lnTo>
                  <a:lnTo>
                    <a:pt x="1728053" y="1158868"/>
                  </a:lnTo>
                  <a:lnTo>
                    <a:pt x="1742225" y="1149311"/>
                  </a:lnTo>
                  <a:lnTo>
                    <a:pt x="1751782" y="1135139"/>
                  </a:lnTo>
                  <a:lnTo>
                    <a:pt x="1755286" y="1117787"/>
                  </a:lnTo>
                  <a:lnTo>
                    <a:pt x="1755286" y="44585"/>
                  </a:lnTo>
                  <a:lnTo>
                    <a:pt x="1751782" y="27228"/>
                  </a:lnTo>
                  <a:lnTo>
                    <a:pt x="1742225" y="13057"/>
                  </a:lnTo>
                  <a:lnTo>
                    <a:pt x="1728053" y="3503"/>
                  </a:lnTo>
                  <a:lnTo>
                    <a:pt x="1710701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10723523" y="6559034"/>
              <a:ext cx="1677035" cy="1068070"/>
            </a:xfrm>
            <a:custGeom>
              <a:avLst/>
              <a:gdLst/>
              <a:ahLst/>
              <a:cxnLst/>
              <a:rect l="l" t="t" r="r" b="b"/>
              <a:pathLst>
                <a:path w="1677034" h="1068070">
                  <a:moveTo>
                    <a:pt x="1631081" y="0"/>
                  </a:moveTo>
                  <a:lnTo>
                    <a:pt x="45537" y="0"/>
                  </a:lnTo>
                  <a:lnTo>
                    <a:pt x="27811" y="3578"/>
                  </a:lnTo>
                  <a:lnTo>
                    <a:pt x="13337" y="13337"/>
                  </a:lnTo>
                  <a:lnTo>
                    <a:pt x="3578" y="27811"/>
                  </a:lnTo>
                  <a:lnTo>
                    <a:pt x="0" y="45537"/>
                  </a:lnTo>
                  <a:lnTo>
                    <a:pt x="0" y="1022209"/>
                  </a:lnTo>
                  <a:lnTo>
                    <a:pt x="3580" y="1039943"/>
                  </a:lnTo>
                  <a:lnTo>
                    <a:pt x="13343" y="1054424"/>
                  </a:lnTo>
                  <a:lnTo>
                    <a:pt x="27825" y="1064188"/>
                  </a:lnTo>
                  <a:lnTo>
                    <a:pt x="45558" y="1067768"/>
                  </a:lnTo>
                  <a:lnTo>
                    <a:pt x="1631081" y="1067768"/>
                  </a:lnTo>
                  <a:lnTo>
                    <a:pt x="1648814" y="1064188"/>
                  </a:lnTo>
                  <a:lnTo>
                    <a:pt x="1663296" y="1054424"/>
                  </a:lnTo>
                  <a:lnTo>
                    <a:pt x="1673059" y="1039943"/>
                  </a:lnTo>
                  <a:lnTo>
                    <a:pt x="1676640" y="1022209"/>
                  </a:lnTo>
                  <a:lnTo>
                    <a:pt x="1676640" y="45558"/>
                  </a:lnTo>
                  <a:lnTo>
                    <a:pt x="1673059" y="27825"/>
                  </a:lnTo>
                  <a:lnTo>
                    <a:pt x="1663296" y="13343"/>
                  </a:lnTo>
                  <a:lnTo>
                    <a:pt x="1648814" y="3580"/>
                  </a:lnTo>
                  <a:lnTo>
                    <a:pt x="1631081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11051553" y="7021455"/>
              <a:ext cx="962025" cy="1015365"/>
            </a:xfrm>
            <a:custGeom>
              <a:avLst/>
              <a:gdLst/>
              <a:ahLst/>
              <a:cxnLst/>
              <a:rect l="l" t="t" r="r" b="b"/>
              <a:pathLst>
                <a:path w="962025" h="1015365">
                  <a:moveTo>
                    <a:pt x="961872" y="1015365"/>
                  </a:moveTo>
                  <a:lnTo>
                    <a:pt x="955662" y="984592"/>
                  </a:lnTo>
                  <a:lnTo>
                    <a:pt x="938720" y="959459"/>
                  </a:lnTo>
                  <a:lnTo>
                    <a:pt x="913599" y="942517"/>
                  </a:lnTo>
                  <a:lnTo>
                    <a:pt x="882840" y="936307"/>
                  </a:lnTo>
                  <a:lnTo>
                    <a:pt x="648601" y="936307"/>
                  </a:lnTo>
                  <a:lnTo>
                    <a:pt x="648601" y="787488"/>
                  </a:lnTo>
                  <a:lnTo>
                    <a:pt x="648601" y="285191"/>
                  </a:lnTo>
                  <a:lnTo>
                    <a:pt x="648601" y="74587"/>
                  </a:lnTo>
                  <a:lnTo>
                    <a:pt x="642721" y="45631"/>
                  </a:lnTo>
                  <a:lnTo>
                    <a:pt x="626694" y="21907"/>
                  </a:lnTo>
                  <a:lnTo>
                    <a:pt x="602970" y="5880"/>
                  </a:lnTo>
                  <a:lnTo>
                    <a:pt x="574014" y="0"/>
                  </a:lnTo>
                  <a:lnTo>
                    <a:pt x="559130" y="0"/>
                  </a:lnTo>
                  <a:lnTo>
                    <a:pt x="559130" y="285191"/>
                  </a:lnTo>
                  <a:lnTo>
                    <a:pt x="559130" y="740283"/>
                  </a:lnTo>
                  <a:lnTo>
                    <a:pt x="543801" y="771753"/>
                  </a:lnTo>
                  <a:lnTo>
                    <a:pt x="507250" y="787488"/>
                  </a:lnTo>
                  <a:lnTo>
                    <a:pt x="463638" y="787488"/>
                  </a:lnTo>
                  <a:lnTo>
                    <a:pt x="427088" y="771753"/>
                  </a:lnTo>
                  <a:lnTo>
                    <a:pt x="411759" y="740283"/>
                  </a:lnTo>
                  <a:lnTo>
                    <a:pt x="411759" y="285191"/>
                  </a:lnTo>
                  <a:lnTo>
                    <a:pt x="559130" y="285191"/>
                  </a:lnTo>
                  <a:lnTo>
                    <a:pt x="559130" y="0"/>
                  </a:lnTo>
                  <a:lnTo>
                    <a:pt x="398246" y="0"/>
                  </a:lnTo>
                  <a:lnTo>
                    <a:pt x="369290" y="5880"/>
                  </a:lnTo>
                  <a:lnTo>
                    <a:pt x="345567" y="21907"/>
                  </a:lnTo>
                  <a:lnTo>
                    <a:pt x="329539" y="45631"/>
                  </a:lnTo>
                  <a:lnTo>
                    <a:pt x="323659" y="74587"/>
                  </a:lnTo>
                  <a:lnTo>
                    <a:pt x="323659" y="936307"/>
                  </a:lnTo>
                  <a:lnTo>
                    <a:pt x="79070" y="936307"/>
                  </a:lnTo>
                  <a:lnTo>
                    <a:pt x="48298" y="942517"/>
                  </a:lnTo>
                  <a:lnTo>
                    <a:pt x="23164" y="959459"/>
                  </a:lnTo>
                  <a:lnTo>
                    <a:pt x="6210" y="984592"/>
                  </a:lnTo>
                  <a:lnTo>
                    <a:pt x="0" y="1015365"/>
                  </a:lnTo>
                  <a:lnTo>
                    <a:pt x="961872" y="1015365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10554271" y="7919500"/>
              <a:ext cx="226695" cy="115570"/>
            </a:xfrm>
            <a:custGeom>
              <a:avLst/>
              <a:gdLst/>
              <a:ahLst/>
              <a:cxnLst/>
              <a:rect l="l" t="t" r="r" b="b"/>
              <a:pathLst>
                <a:path w="226695" h="115570">
                  <a:moveTo>
                    <a:pt x="131336" y="0"/>
                  </a:moveTo>
                  <a:lnTo>
                    <a:pt x="95337" y="0"/>
                  </a:lnTo>
                  <a:lnTo>
                    <a:pt x="58225" y="7494"/>
                  </a:lnTo>
                  <a:lnTo>
                    <a:pt x="27921" y="27932"/>
                  </a:lnTo>
                  <a:lnTo>
                    <a:pt x="7491" y="58243"/>
                  </a:lnTo>
                  <a:lnTo>
                    <a:pt x="0" y="95358"/>
                  </a:lnTo>
                  <a:lnTo>
                    <a:pt x="1564" y="103099"/>
                  </a:lnTo>
                  <a:lnTo>
                    <a:pt x="5829" y="109419"/>
                  </a:lnTo>
                  <a:lnTo>
                    <a:pt x="12156" y="113680"/>
                  </a:lnTo>
                  <a:lnTo>
                    <a:pt x="19905" y="115242"/>
                  </a:lnTo>
                  <a:lnTo>
                    <a:pt x="206789" y="115242"/>
                  </a:lnTo>
                  <a:lnTo>
                    <a:pt x="214534" y="113680"/>
                  </a:lnTo>
                  <a:lnTo>
                    <a:pt x="220854" y="109419"/>
                  </a:lnTo>
                  <a:lnTo>
                    <a:pt x="225112" y="103099"/>
                  </a:lnTo>
                  <a:lnTo>
                    <a:pt x="226673" y="95358"/>
                  </a:lnTo>
                  <a:lnTo>
                    <a:pt x="219182" y="58243"/>
                  </a:lnTo>
                  <a:lnTo>
                    <a:pt x="198751" y="27932"/>
                  </a:lnTo>
                  <a:lnTo>
                    <a:pt x="168447" y="7494"/>
                  </a:lnTo>
                  <a:lnTo>
                    <a:pt x="131336" y="0"/>
                  </a:lnTo>
                  <a:close/>
                </a:path>
              </a:pathLst>
            </a:custGeom>
            <a:solidFill>
              <a:srgbClr val="7687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10661277" y="7919497"/>
              <a:ext cx="15240" cy="50165"/>
            </a:xfrm>
            <a:custGeom>
              <a:avLst/>
              <a:gdLst/>
              <a:ahLst/>
              <a:cxnLst/>
              <a:rect l="l" t="t" r="r" b="b"/>
              <a:pathLst>
                <a:path w="15240" h="50165">
                  <a:moveTo>
                    <a:pt x="15078" y="0"/>
                  </a:moveTo>
                  <a:lnTo>
                    <a:pt x="0" y="0"/>
                  </a:lnTo>
                  <a:lnTo>
                    <a:pt x="0" y="50103"/>
                  </a:lnTo>
                  <a:lnTo>
                    <a:pt x="15078" y="50103"/>
                  </a:lnTo>
                  <a:lnTo>
                    <a:pt x="15078" y="0"/>
                  </a:lnTo>
                  <a:close/>
                </a:path>
              </a:pathLst>
            </a:custGeom>
            <a:solidFill>
              <a:srgbClr val="4954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8868183" y="7381975"/>
              <a:ext cx="999490" cy="208915"/>
            </a:xfrm>
            <a:custGeom>
              <a:avLst/>
              <a:gdLst/>
              <a:ahLst/>
              <a:cxnLst/>
              <a:rect l="l" t="t" r="r" b="b"/>
              <a:pathLst>
                <a:path w="999490" h="208915">
                  <a:moveTo>
                    <a:pt x="136" y="0"/>
                  </a:moveTo>
                  <a:lnTo>
                    <a:pt x="0" y="207606"/>
                  </a:lnTo>
                  <a:lnTo>
                    <a:pt x="999152" y="208328"/>
                  </a:lnTo>
                  <a:lnTo>
                    <a:pt x="999288" y="722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8990449" y="7428878"/>
              <a:ext cx="262890" cy="114300"/>
            </a:xfrm>
            <a:custGeom>
              <a:avLst/>
              <a:gdLst/>
              <a:ahLst/>
              <a:cxnLst/>
              <a:rect l="l" t="t" r="r" b="b"/>
              <a:pathLst>
                <a:path w="262890" h="114300">
                  <a:moveTo>
                    <a:pt x="6397" y="0"/>
                  </a:moveTo>
                  <a:lnTo>
                    <a:pt x="73" y="6313"/>
                  </a:lnTo>
                  <a:lnTo>
                    <a:pt x="0" y="107672"/>
                  </a:lnTo>
                  <a:lnTo>
                    <a:pt x="6324" y="113996"/>
                  </a:lnTo>
                  <a:lnTo>
                    <a:pt x="248296" y="114185"/>
                  </a:lnTo>
                  <a:lnTo>
                    <a:pt x="256034" y="114195"/>
                  </a:lnTo>
                  <a:lnTo>
                    <a:pt x="262368" y="107860"/>
                  </a:lnTo>
                  <a:lnTo>
                    <a:pt x="262473" y="6491"/>
                  </a:lnTo>
                  <a:lnTo>
                    <a:pt x="256149" y="157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F5EB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8868024" y="7605839"/>
              <a:ext cx="999490" cy="208915"/>
            </a:xfrm>
            <a:custGeom>
              <a:avLst/>
              <a:gdLst/>
              <a:ahLst/>
              <a:cxnLst/>
              <a:rect l="l" t="t" r="r" b="b"/>
              <a:pathLst>
                <a:path w="999490" h="208915">
                  <a:moveTo>
                    <a:pt x="136" y="0"/>
                  </a:moveTo>
                  <a:lnTo>
                    <a:pt x="0" y="207616"/>
                  </a:lnTo>
                  <a:lnTo>
                    <a:pt x="999152" y="208328"/>
                  </a:lnTo>
                  <a:lnTo>
                    <a:pt x="999288" y="722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8990293" y="7652712"/>
              <a:ext cx="262890" cy="114300"/>
            </a:xfrm>
            <a:custGeom>
              <a:avLst/>
              <a:gdLst/>
              <a:ahLst/>
              <a:cxnLst/>
              <a:rect l="l" t="t" r="r" b="b"/>
              <a:pathLst>
                <a:path w="262890" h="114300">
                  <a:moveTo>
                    <a:pt x="6397" y="0"/>
                  </a:moveTo>
                  <a:lnTo>
                    <a:pt x="62" y="6324"/>
                  </a:lnTo>
                  <a:lnTo>
                    <a:pt x="0" y="107703"/>
                  </a:lnTo>
                  <a:lnTo>
                    <a:pt x="6324" y="114027"/>
                  </a:lnTo>
                  <a:lnTo>
                    <a:pt x="248306" y="114195"/>
                  </a:lnTo>
                  <a:lnTo>
                    <a:pt x="256034" y="114205"/>
                  </a:lnTo>
                  <a:lnTo>
                    <a:pt x="262368" y="107881"/>
                  </a:lnTo>
                  <a:lnTo>
                    <a:pt x="262473" y="6523"/>
                  </a:lnTo>
                  <a:lnTo>
                    <a:pt x="256149" y="198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F5EB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8867865" y="7829705"/>
              <a:ext cx="999490" cy="205740"/>
            </a:xfrm>
            <a:custGeom>
              <a:avLst/>
              <a:gdLst/>
              <a:ahLst/>
              <a:cxnLst/>
              <a:rect l="l" t="t" r="r" b="b"/>
              <a:pathLst>
                <a:path w="999490" h="205740">
                  <a:moveTo>
                    <a:pt x="0" y="205672"/>
                  </a:moveTo>
                  <a:lnTo>
                    <a:pt x="999288" y="205672"/>
                  </a:lnTo>
                  <a:lnTo>
                    <a:pt x="999288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8990131" y="7876587"/>
              <a:ext cx="262890" cy="114300"/>
            </a:xfrm>
            <a:custGeom>
              <a:avLst/>
              <a:gdLst/>
              <a:ahLst/>
              <a:cxnLst/>
              <a:rect l="l" t="t" r="r" b="b"/>
              <a:pathLst>
                <a:path w="262890" h="114300">
                  <a:moveTo>
                    <a:pt x="6397" y="0"/>
                  </a:moveTo>
                  <a:lnTo>
                    <a:pt x="62" y="6324"/>
                  </a:lnTo>
                  <a:lnTo>
                    <a:pt x="0" y="107693"/>
                  </a:lnTo>
                  <a:lnTo>
                    <a:pt x="6324" y="114027"/>
                  </a:lnTo>
                  <a:lnTo>
                    <a:pt x="248306" y="114185"/>
                  </a:lnTo>
                  <a:lnTo>
                    <a:pt x="256044" y="114185"/>
                  </a:lnTo>
                  <a:lnTo>
                    <a:pt x="262368" y="107871"/>
                  </a:lnTo>
                  <a:lnTo>
                    <a:pt x="262473" y="6502"/>
                  </a:lnTo>
                  <a:lnTo>
                    <a:pt x="256149" y="167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F5EB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8890357" y="6500754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81076" y="0"/>
                  </a:moveTo>
                  <a:lnTo>
                    <a:pt x="0" y="0"/>
                  </a:lnTo>
                  <a:lnTo>
                    <a:pt x="0" y="81076"/>
                  </a:lnTo>
                  <a:lnTo>
                    <a:pt x="81076" y="81076"/>
                  </a:lnTo>
                  <a:lnTo>
                    <a:pt x="81076" y="0"/>
                  </a:lnTo>
                  <a:close/>
                </a:path>
              </a:pathLst>
            </a:custGeom>
            <a:solidFill>
              <a:srgbClr val="414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9019563" y="6408926"/>
              <a:ext cx="822960" cy="92075"/>
            </a:xfrm>
            <a:custGeom>
              <a:avLst/>
              <a:gdLst/>
              <a:ahLst/>
              <a:cxnLst/>
              <a:rect l="l" t="t" r="r" b="b"/>
              <a:pathLst>
                <a:path w="822959" h="92075">
                  <a:moveTo>
                    <a:pt x="776426" y="0"/>
                  </a:moveTo>
                  <a:lnTo>
                    <a:pt x="45914" y="0"/>
                  </a:lnTo>
                  <a:lnTo>
                    <a:pt x="28081" y="3622"/>
                  </a:lnTo>
                  <a:lnTo>
                    <a:pt x="13482" y="13489"/>
                  </a:lnTo>
                  <a:lnTo>
                    <a:pt x="3621" y="28094"/>
                  </a:lnTo>
                  <a:lnTo>
                    <a:pt x="0" y="45935"/>
                  </a:lnTo>
                  <a:lnTo>
                    <a:pt x="3621" y="63748"/>
                  </a:lnTo>
                  <a:lnTo>
                    <a:pt x="13482" y="78341"/>
                  </a:lnTo>
                  <a:lnTo>
                    <a:pt x="28081" y="88205"/>
                  </a:lnTo>
                  <a:lnTo>
                    <a:pt x="45914" y="91829"/>
                  </a:lnTo>
                  <a:lnTo>
                    <a:pt x="776426" y="91829"/>
                  </a:lnTo>
                  <a:lnTo>
                    <a:pt x="794255" y="88205"/>
                  </a:lnTo>
                  <a:lnTo>
                    <a:pt x="808854" y="78341"/>
                  </a:lnTo>
                  <a:lnTo>
                    <a:pt x="818718" y="63748"/>
                  </a:lnTo>
                  <a:lnTo>
                    <a:pt x="822341" y="45935"/>
                  </a:lnTo>
                  <a:lnTo>
                    <a:pt x="818718" y="28094"/>
                  </a:lnTo>
                  <a:lnTo>
                    <a:pt x="808854" y="13489"/>
                  </a:lnTo>
                  <a:lnTo>
                    <a:pt x="794255" y="3622"/>
                  </a:lnTo>
                  <a:lnTo>
                    <a:pt x="776426" y="0"/>
                  </a:lnTo>
                  <a:close/>
                </a:path>
              </a:pathLst>
            </a:custGeom>
            <a:solidFill>
              <a:srgbClr val="E9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8857029" y="6370706"/>
              <a:ext cx="1021080" cy="76835"/>
            </a:xfrm>
            <a:custGeom>
              <a:avLst/>
              <a:gdLst/>
              <a:ahLst/>
              <a:cxnLst/>
              <a:rect l="l" t="t" r="r" b="b"/>
              <a:pathLst>
                <a:path w="1021079" h="76835">
                  <a:moveTo>
                    <a:pt x="1020995" y="0"/>
                  </a:moveTo>
                  <a:lnTo>
                    <a:pt x="0" y="0"/>
                  </a:lnTo>
                  <a:lnTo>
                    <a:pt x="0" y="76468"/>
                  </a:lnTo>
                  <a:lnTo>
                    <a:pt x="1020995" y="76468"/>
                  </a:lnTo>
                  <a:lnTo>
                    <a:pt x="1020995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8890357" y="6447185"/>
              <a:ext cx="129539" cy="64135"/>
            </a:xfrm>
            <a:custGeom>
              <a:avLst/>
              <a:gdLst/>
              <a:ahLst/>
              <a:cxnLst/>
              <a:rect l="l" t="t" r="r" b="b"/>
              <a:pathLst>
                <a:path w="129540" h="64134">
                  <a:moveTo>
                    <a:pt x="129200" y="0"/>
                  </a:moveTo>
                  <a:lnTo>
                    <a:pt x="0" y="0"/>
                  </a:lnTo>
                  <a:lnTo>
                    <a:pt x="0" y="63945"/>
                  </a:lnTo>
                  <a:lnTo>
                    <a:pt x="129200" y="63945"/>
                  </a:lnTo>
                  <a:lnTo>
                    <a:pt x="129200" y="0"/>
                  </a:lnTo>
                  <a:close/>
                </a:path>
              </a:pathLst>
            </a:custGeom>
            <a:solidFill>
              <a:srgbClr val="414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8196502" y="6532033"/>
              <a:ext cx="720725" cy="750570"/>
            </a:xfrm>
            <a:custGeom>
              <a:avLst/>
              <a:gdLst/>
              <a:ahLst/>
              <a:cxnLst/>
              <a:rect l="l" t="t" r="r" b="b"/>
              <a:pathLst>
                <a:path w="720725" h="750570">
                  <a:moveTo>
                    <a:pt x="664901" y="0"/>
                  </a:moveTo>
                  <a:lnTo>
                    <a:pt x="0" y="704177"/>
                  </a:lnTo>
                  <a:lnTo>
                    <a:pt x="57328" y="750039"/>
                  </a:lnTo>
                  <a:lnTo>
                    <a:pt x="720522" y="61945"/>
                  </a:lnTo>
                  <a:lnTo>
                    <a:pt x="664901" y="0"/>
                  </a:lnTo>
                  <a:close/>
                </a:path>
              </a:pathLst>
            </a:custGeom>
            <a:solidFill>
              <a:srgbClr val="B9BAC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8" name="object 308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8172530" y="7224150"/>
              <a:ext cx="95850" cy="95850"/>
            </a:xfrm>
            <a:prstGeom prst="rect">
              <a:avLst/>
            </a:prstGeom>
          </p:spPr>
        </p:pic>
        <p:pic>
          <p:nvPicPr>
            <p:cNvPr id="309" name="object 309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8836406" y="6511130"/>
              <a:ext cx="95860" cy="95808"/>
            </a:xfrm>
            <a:prstGeom prst="rect">
              <a:avLst/>
            </a:prstGeom>
          </p:spPr>
        </p:pic>
        <p:sp>
          <p:nvSpPr>
            <p:cNvPr id="310" name="object 310" descr=""/>
            <p:cNvSpPr/>
            <p:nvPr/>
          </p:nvSpPr>
          <p:spPr>
            <a:xfrm>
              <a:off x="8172526" y="7224159"/>
              <a:ext cx="664210" cy="1027430"/>
            </a:xfrm>
            <a:custGeom>
              <a:avLst/>
              <a:gdLst/>
              <a:ahLst/>
              <a:cxnLst/>
              <a:rect l="l" t="t" r="r" b="b"/>
              <a:pathLst>
                <a:path w="664209" h="1027429">
                  <a:moveTo>
                    <a:pt x="511022" y="675741"/>
                  </a:moveTo>
                  <a:lnTo>
                    <a:pt x="467283" y="675741"/>
                  </a:lnTo>
                  <a:lnTo>
                    <a:pt x="467283" y="1027353"/>
                  </a:lnTo>
                  <a:lnTo>
                    <a:pt x="511022" y="1027353"/>
                  </a:lnTo>
                  <a:lnTo>
                    <a:pt x="511022" y="675741"/>
                  </a:lnTo>
                  <a:close/>
                </a:path>
                <a:path w="664209" h="1027429">
                  <a:moveTo>
                    <a:pt x="557911" y="618845"/>
                  </a:moveTo>
                  <a:lnTo>
                    <a:pt x="43751" y="16256"/>
                  </a:lnTo>
                  <a:lnTo>
                    <a:pt x="0" y="57912"/>
                  </a:lnTo>
                  <a:lnTo>
                    <a:pt x="468833" y="618845"/>
                  </a:lnTo>
                  <a:lnTo>
                    <a:pt x="557911" y="618845"/>
                  </a:lnTo>
                  <a:close/>
                </a:path>
                <a:path w="664209" h="1027429">
                  <a:moveTo>
                    <a:pt x="663867" y="618832"/>
                  </a:moveTo>
                  <a:lnTo>
                    <a:pt x="137096" y="0"/>
                  </a:lnTo>
                  <a:lnTo>
                    <a:pt x="81292" y="32931"/>
                  </a:lnTo>
                  <a:lnTo>
                    <a:pt x="582396" y="618832"/>
                  </a:lnTo>
                  <a:lnTo>
                    <a:pt x="663867" y="618832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1" name="object 311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8621056" y="7765840"/>
              <a:ext cx="215354" cy="164591"/>
            </a:xfrm>
            <a:prstGeom prst="rect">
              <a:avLst/>
            </a:prstGeom>
          </p:spPr>
        </p:pic>
        <p:sp>
          <p:nvSpPr>
            <p:cNvPr id="312" name="object 312" descr=""/>
            <p:cNvSpPr/>
            <p:nvPr/>
          </p:nvSpPr>
          <p:spPr>
            <a:xfrm>
              <a:off x="8548967" y="7849406"/>
              <a:ext cx="256540" cy="422909"/>
            </a:xfrm>
            <a:custGeom>
              <a:avLst/>
              <a:gdLst/>
              <a:ahLst/>
              <a:cxnLst/>
              <a:rect l="l" t="t" r="r" b="b"/>
              <a:pathLst>
                <a:path w="256540" h="422909">
                  <a:moveTo>
                    <a:pt x="256501" y="295833"/>
                  </a:moveTo>
                  <a:lnTo>
                    <a:pt x="81457" y="295833"/>
                  </a:lnTo>
                  <a:lnTo>
                    <a:pt x="81457" y="314998"/>
                  </a:lnTo>
                  <a:lnTo>
                    <a:pt x="68287" y="314667"/>
                  </a:lnTo>
                  <a:lnTo>
                    <a:pt x="54495" y="313258"/>
                  </a:lnTo>
                  <a:lnTo>
                    <a:pt x="45021" y="310972"/>
                  </a:lnTo>
                  <a:lnTo>
                    <a:pt x="42684" y="279577"/>
                  </a:lnTo>
                  <a:lnTo>
                    <a:pt x="42265" y="228600"/>
                  </a:lnTo>
                  <a:lnTo>
                    <a:pt x="43307" y="167589"/>
                  </a:lnTo>
                  <a:lnTo>
                    <a:pt x="45326" y="106095"/>
                  </a:lnTo>
                  <a:lnTo>
                    <a:pt x="48298" y="46215"/>
                  </a:lnTo>
                  <a:lnTo>
                    <a:pt x="51625" y="44069"/>
                  </a:lnTo>
                  <a:lnTo>
                    <a:pt x="60248" y="41681"/>
                  </a:lnTo>
                  <a:lnTo>
                    <a:pt x="72047" y="42011"/>
                  </a:lnTo>
                  <a:lnTo>
                    <a:pt x="84670" y="44246"/>
                  </a:lnTo>
                  <a:lnTo>
                    <a:pt x="95783" y="47599"/>
                  </a:lnTo>
                  <a:lnTo>
                    <a:pt x="110883" y="8128"/>
                  </a:lnTo>
                  <a:lnTo>
                    <a:pt x="98590" y="4152"/>
                  </a:lnTo>
                  <a:lnTo>
                    <a:pt x="77660" y="0"/>
                  </a:lnTo>
                  <a:lnTo>
                    <a:pt x="52793" y="12"/>
                  </a:lnTo>
                  <a:lnTo>
                    <a:pt x="14071" y="23279"/>
                  </a:lnTo>
                  <a:lnTo>
                    <a:pt x="4610" y="71069"/>
                  </a:lnTo>
                  <a:lnTo>
                    <a:pt x="2438" y="119329"/>
                  </a:lnTo>
                  <a:lnTo>
                    <a:pt x="457" y="182892"/>
                  </a:lnTo>
                  <a:lnTo>
                    <a:pt x="0" y="248653"/>
                  </a:lnTo>
                  <a:lnTo>
                    <a:pt x="2349" y="303479"/>
                  </a:lnTo>
                  <a:lnTo>
                    <a:pt x="20548" y="345617"/>
                  </a:lnTo>
                  <a:lnTo>
                    <a:pt x="57823" y="356501"/>
                  </a:lnTo>
                  <a:lnTo>
                    <a:pt x="79806" y="357568"/>
                  </a:lnTo>
                  <a:lnTo>
                    <a:pt x="81457" y="357568"/>
                  </a:lnTo>
                  <a:lnTo>
                    <a:pt x="81457" y="422414"/>
                  </a:lnTo>
                  <a:lnTo>
                    <a:pt x="256501" y="352107"/>
                  </a:lnTo>
                  <a:lnTo>
                    <a:pt x="256501" y="295833"/>
                  </a:lnTo>
                  <a:close/>
                </a:path>
              </a:pathLst>
            </a:custGeom>
            <a:solidFill>
              <a:srgbClr val="B9BA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9332480" y="7730801"/>
              <a:ext cx="991869" cy="23495"/>
            </a:xfrm>
            <a:custGeom>
              <a:avLst/>
              <a:gdLst/>
              <a:ahLst/>
              <a:cxnLst/>
              <a:rect l="l" t="t" r="r" b="b"/>
              <a:pathLst>
                <a:path w="991870" h="23495">
                  <a:moveTo>
                    <a:pt x="991613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1613" y="23454"/>
                  </a:lnTo>
                  <a:lnTo>
                    <a:pt x="991613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9349673" y="7754255"/>
              <a:ext cx="999490" cy="23495"/>
            </a:xfrm>
            <a:custGeom>
              <a:avLst/>
              <a:gdLst/>
              <a:ahLst/>
              <a:cxnLst/>
              <a:rect l="l" t="t" r="r" b="b"/>
              <a:pathLst>
                <a:path w="999490" h="23495">
                  <a:moveTo>
                    <a:pt x="998901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8901" y="23454"/>
                  </a:lnTo>
                  <a:lnTo>
                    <a:pt x="998901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9332480" y="7777710"/>
              <a:ext cx="991869" cy="23495"/>
            </a:xfrm>
            <a:custGeom>
              <a:avLst/>
              <a:gdLst/>
              <a:ahLst/>
              <a:cxnLst/>
              <a:rect l="l" t="t" r="r" b="b"/>
              <a:pathLst>
                <a:path w="991870" h="23495">
                  <a:moveTo>
                    <a:pt x="991613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1613" y="23454"/>
                  </a:lnTo>
                  <a:lnTo>
                    <a:pt x="991613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9357872" y="7801165"/>
              <a:ext cx="991235" cy="23495"/>
            </a:xfrm>
            <a:custGeom>
              <a:avLst/>
              <a:gdLst/>
              <a:ahLst/>
              <a:cxnLst/>
              <a:rect l="l" t="t" r="r" b="b"/>
              <a:pathLst>
                <a:path w="991234" h="23495">
                  <a:moveTo>
                    <a:pt x="990702" y="0"/>
                  </a:moveTo>
                  <a:lnTo>
                    <a:pt x="0" y="0"/>
                  </a:lnTo>
                  <a:lnTo>
                    <a:pt x="0" y="23475"/>
                  </a:lnTo>
                  <a:lnTo>
                    <a:pt x="990702" y="23475"/>
                  </a:lnTo>
                  <a:lnTo>
                    <a:pt x="990702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9349673" y="7824641"/>
              <a:ext cx="999490" cy="23495"/>
            </a:xfrm>
            <a:custGeom>
              <a:avLst/>
              <a:gdLst/>
              <a:ahLst/>
              <a:cxnLst/>
              <a:rect l="l" t="t" r="r" b="b"/>
              <a:pathLst>
                <a:path w="999490" h="23495">
                  <a:moveTo>
                    <a:pt x="998901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8901" y="23454"/>
                  </a:lnTo>
                  <a:lnTo>
                    <a:pt x="998901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9332480" y="7848095"/>
              <a:ext cx="991869" cy="23495"/>
            </a:xfrm>
            <a:custGeom>
              <a:avLst/>
              <a:gdLst/>
              <a:ahLst/>
              <a:cxnLst/>
              <a:rect l="l" t="t" r="r" b="b"/>
              <a:pathLst>
                <a:path w="991870" h="23495">
                  <a:moveTo>
                    <a:pt x="991613" y="0"/>
                  </a:moveTo>
                  <a:lnTo>
                    <a:pt x="0" y="0"/>
                  </a:lnTo>
                  <a:lnTo>
                    <a:pt x="0" y="23475"/>
                  </a:lnTo>
                  <a:lnTo>
                    <a:pt x="991613" y="23475"/>
                  </a:lnTo>
                  <a:lnTo>
                    <a:pt x="991613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9349673" y="7871571"/>
              <a:ext cx="999490" cy="23495"/>
            </a:xfrm>
            <a:custGeom>
              <a:avLst/>
              <a:gdLst/>
              <a:ahLst/>
              <a:cxnLst/>
              <a:rect l="l" t="t" r="r" b="b"/>
              <a:pathLst>
                <a:path w="999490" h="23495">
                  <a:moveTo>
                    <a:pt x="998901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8901" y="23454"/>
                  </a:lnTo>
                  <a:lnTo>
                    <a:pt x="998901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9310784" y="7895026"/>
              <a:ext cx="1013460" cy="23495"/>
            </a:xfrm>
            <a:custGeom>
              <a:avLst/>
              <a:gdLst/>
              <a:ahLst/>
              <a:cxnLst/>
              <a:rect l="l" t="t" r="r" b="b"/>
              <a:pathLst>
                <a:path w="1013459" h="23495">
                  <a:moveTo>
                    <a:pt x="1013319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1013319" y="23454"/>
                  </a:lnTo>
                  <a:lnTo>
                    <a:pt x="1013319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9349673" y="7918481"/>
              <a:ext cx="999490" cy="23495"/>
            </a:xfrm>
            <a:custGeom>
              <a:avLst/>
              <a:gdLst/>
              <a:ahLst/>
              <a:cxnLst/>
              <a:rect l="l" t="t" r="r" b="b"/>
              <a:pathLst>
                <a:path w="999490" h="23495">
                  <a:moveTo>
                    <a:pt x="998901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998901" y="23454"/>
                  </a:lnTo>
                  <a:lnTo>
                    <a:pt x="998901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9332480" y="7941936"/>
              <a:ext cx="1016635" cy="23495"/>
            </a:xfrm>
            <a:custGeom>
              <a:avLst/>
              <a:gdLst/>
              <a:ahLst/>
              <a:cxnLst/>
              <a:rect l="l" t="t" r="r" b="b"/>
              <a:pathLst>
                <a:path w="1016634" h="23495">
                  <a:moveTo>
                    <a:pt x="1016094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1016094" y="23454"/>
                  </a:lnTo>
                  <a:lnTo>
                    <a:pt x="1016094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9374228" y="7965390"/>
              <a:ext cx="955040" cy="23495"/>
            </a:xfrm>
            <a:custGeom>
              <a:avLst/>
              <a:gdLst/>
              <a:ahLst/>
              <a:cxnLst/>
              <a:rect l="l" t="t" r="r" b="b"/>
              <a:pathLst>
                <a:path w="955040" h="23495">
                  <a:moveTo>
                    <a:pt x="954976" y="0"/>
                  </a:moveTo>
                  <a:lnTo>
                    <a:pt x="0" y="0"/>
                  </a:lnTo>
                  <a:lnTo>
                    <a:pt x="0" y="23475"/>
                  </a:lnTo>
                  <a:lnTo>
                    <a:pt x="954976" y="23475"/>
                  </a:lnTo>
                  <a:lnTo>
                    <a:pt x="954976" y="0"/>
                  </a:lnTo>
                  <a:close/>
                </a:path>
              </a:pathLst>
            </a:custGeom>
            <a:solidFill>
              <a:srgbClr val="4F45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9332480" y="7988866"/>
              <a:ext cx="1016635" cy="23495"/>
            </a:xfrm>
            <a:custGeom>
              <a:avLst/>
              <a:gdLst/>
              <a:ahLst/>
              <a:cxnLst/>
              <a:rect l="l" t="t" r="r" b="b"/>
              <a:pathLst>
                <a:path w="1016634" h="23495">
                  <a:moveTo>
                    <a:pt x="1016094" y="0"/>
                  </a:moveTo>
                  <a:lnTo>
                    <a:pt x="0" y="0"/>
                  </a:lnTo>
                  <a:lnTo>
                    <a:pt x="0" y="23454"/>
                  </a:lnTo>
                  <a:lnTo>
                    <a:pt x="1016094" y="23454"/>
                  </a:lnTo>
                  <a:lnTo>
                    <a:pt x="1016094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9332480" y="8012321"/>
              <a:ext cx="973455" cy="23495"/>
            </a:xfrm>
            <a:custGeom>
              <a:avLst/>
              <a:gdLst/>
              <a:ahLst/>
              <a:cxnLst/>
              <a:rect l="l" t="t" r="r" b="b"/>
              <a:pathLst>
                <a:path w="973454" h="23495">
                  <a:moveTo>
                    <a:pt x="0" y="23056"/>
                  </a:moveTo>
                  <a:lnTo>
                    <a:pt x="973090" y="23056"/>
                  </a:lnTo>
                  <a:lnTo>
                    <a:pt x="973090" y="0"/>
                  </a:lnTo>
                  <a:lnTo>
                    <a:pt x="0" y="0"/>
                  </a:lnTo>
                  <a:lnTo>
                    <a:pt x="0" y="23056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8681369" y="8035378"/>
              <a:ext cx="4561840" cy="109855"/>
            </a:xfrm>
            <a:custGeom>
              <a:avLst/>
              <a:gdLst/>
              <a:ahLst/>
              <a:cxnLst/>
              <a:rect l="l" t="t" r="r" b="b"/>
              <a:pathLst>
                <a:path w="4561840" h="109854">
                  <a:moveTo>
                    <a:pt x="4561452" y="0"/>
                  </a:moveTo>
                  <a:lnTo>
                    <a:pt x="0" y="0"/>
                  </a:lnTo>
                  <a:lnTo>
                    <a:pt x="0" y="109535"/>
                  </a:lnTo>
                  <a:lnTo>
                    <a:pt x="4561452" y="109535"/>
                  </a:lnTo>
                  <a:lnTo>
                    <a:pt x="4561452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12475491" y="8988622"/>
              <a:ext cx="630555" cy="1242695"/>
            </a:xfrm>
            <a:custGeom>
              <a:avLst/>
              <a:gdLst/>
              <a:ahLst/>
              <a:cxnLst/>
              <a:rect l="l" t="t" r="r" b="b"/>
              <a:pathLst>
                <a:path w="630555" h="1242695">
                  <a:moveTo>
                    <a:pt x="608306" y="0"/>
                  </a:moveTo>
                  <a:lnTo>
                    <a:pt x="21674" y="0"/>
                  </a:lnTo>
                  <a:lnTo>
                    <a:pt x="13261" y="1709"/>
                  </a:lnTo>
                  <a:lnTo>
                    <a:pt x="6368" y="6363"/>
                  </a:lnTo>
                  <a:lnTo>
                    <a:pt x="1711" y="13252"/>
                  </a:lnTo>
                  <a:lnTo>
                    <a:pt x="0" y="21664"/>
                  </a:lnTo>
                  <a:lnTo>
                    <a:pt x="0" y="1220905"/>
                  </a:lnTo>
                  <a:lnTo>
                    <a:pt x="1711" y="1229317"/>
                  </a:lnTo>
                  <a:lnTo>
                    <a:pt x="6368" y="1236205"/>
                  </a:lnTo>
                  <a:lnTo>
                    <a:pt x="13261" y="1240860"/>
                  </a:lnTo>
                  <a:lnTo>
                    <a:pt x="21674" y="1242569"/>
                  </a:lnTo>
                  <a:lnTo>
                    <a:pt x="608316" y="1242569"/>
                  </a:lnTo>
                  <a:lnTo>
                    <a:pt x="616726" y="1240860"/>
                  </a:lnTo>
                  <a:lnTo>
                    <a:pt x="623611" y="1236207"/>
                  </a:lnTo>
                  <a:lnTo>
                    <a:pt x="628262" y="1229321"/>
                  </a:lnTo>
                  <a:lnTo>
                    <a:pt x="629970" y="1220915"/>
                  </a:lnTo>
                  <a:lnTo>
                    <a:pt x="629970" y="21664"/>
                  </a:lnTo>
                  <a:lnTo>
                    <a:pt x="628260" y="13252"/>
                  </a:lnTo>
                  <a:lnTo>
                    <a:pt x="623606" y="6363"/>
                  </a:lnTo>
                  <a:lnTo>
                    <a:pt x="616718" y="1709"/>
                  </a:lnTo>
                  <a:lnTo>
                    <a:pt x="608306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12559167" y="9064079"/>
              <a:ext cx="454025" cy="38735"/>
            </a:xfrm>
            <a:custGeom>
              <a:avLst/>
              <a:gdLst/>
              <a:ahLst/>
              <a:cxnLst/>
              <a:rect l="l" t="t" r="r" b="b"/>
              <a:pathLst>
                <a:path w="454025" h="38734">
                  <a:moveTo>
                    <a:pt x="453954" y="0"/>
                  </a:moveTo>
                  <a:lnTo>
                    <a:pt x="0" y="0"/>
                  </a:lnTo>
                  <a:lnTo>
                    <a:pt x="0" y="38490"/>
                  </a:lnTo>
                  <a:lnTo>
                    <a:pt x="453954" y="38490"/>
                  </a:lnTo>
                  <a:lnTo>
                    <a:pt x="453954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9" name="object 329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2921095" y="9635208"/>
              <a:ext cx="104331" cy="104331"/>
            </a:xfrm>
            <a:prstGeom prst="rect">
              <a:avLst/>
            </a:prstGeom>
          </p:spPr>
        </p:pic>
        <p:pic>
          <p:nvPicPr>
            <p:cNvPr id="330" name="object 330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2749020" y="9664864"/>
              <a:ext cx="74699" cy="74678"/>
            </a:xfrm>
            <a:prstGeom prst="rect">
              <a:avLst/>
            </a:prstGeom>
          </p:spPr>
        </p:pic>
        <p:sp>
          <p:nvSpPr>
            <p:cNvPr id="331" name="object 331" descr=""/>
            <p:cNvSpPr/>
            <p:nvPr/>
          </p:nvSpPr>
          <p:spPr>
            <a:xfrm>
              <a:off x="12515839" y="9805292"/>
              <a:ext cx="549275" cy="392430"/>
            </a:xfrm>
            <a:custGeom>
              <a:avLst/>
              <a:gdLst/>
              <a:ahLst/>
              <a:cxnLst/>
              <a:rect l="l" t="t" r="r" b="b"/>
              <a:pathLst>
                <a:path w="549275" h="392429">
                  <a:moveTo>
                    <a:pt x="548716" y="0"/>
                  </a:moveTo>
                  <a:lnTo>
                    <a:pt x="0" y="0"/>
                  </a:lnTo>
                  <a:lnTo>
                    <a:pt x="0" y="391988"/>
                  </a:lnTo>
                  <a:lnTo>
                    <a:pt x="548716" y="391988"/>
                  </a:lnTo>
                  <a:lnTo>
                    <a:pt x="548716" y="0"/>
                  </a:lnTo>
                  <a:close/>
                </a:path>
              </a:pathLst>
            </a:custGeom>
            <a:solidFill>
              <a:srgbClr val="515D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12515838" y="9831774"/>
              <a:ext cx="549275" cy="344170"/>
            </a:xfrm>
            <a:custGeom>
              <a:avLst/>
              <a:gdLst/>
              <a:ahLst/>
              <a:cxnLst/>
              <a:rect l="l" t="t" r="r" b="b"/>
              <a:pathLst>
                <a:path w="549275" h="344170">
                  <a:moveTo>
                    <a:pt x="548716" y="324891"/>
                  </a:moveTo>
                  <a:lnTo>
                    <a:pt x="0" y="324891"/>
                  </a:lnTo>
                  <a:lnTo>
                    <a:pt x="0" y="344157"/>
                  </a:lnTo>
                  <a:lnTo>
                    <a:pt x="548716" y="344157"/>
                  </a:lnTo>
                  <a:lnTo>
                    <a:pt x="548716" y="324891"/>
                  </a:lnTo>
                  <a:close/>
                </a:path>
                <a:path w="549275" h="344170">
                  <a:moveTo>
                    <a:pt x="548716" y="288810"/>
                  </a:moveTo>
                  <a:lnTo>
                    <a:pt x="0" y="288810"/>
                  </a:lnTo>
                  <a:lnTo>
                    <a:pt x="0" y="308063"/>
                  </a:lnTo>
                  <a:lnTo>
                    <a:pt x="548716" y="308063"/>
                  </a:lnTo>
                  <a:lnTo>
                    <a:pt x="548716" y="288810"/>
                  </a:lnTo>
                  <a:close/>
                </a:path>
                <a:path w="549275" h="344170">
                  <a:moveTo>
                    <a:pt x="548716" y="252704"/>
                  </a:moveTo>
                  <a:lnTo>
                    <a:pt x="0" y="252704"/>
                  </a:lnTo>
                  <a:lnTo>
                    <a:pt x="0" y="271957"/>
                  </a:lnTo>
                  <a:lnTo>
                    <a:pt x="548716" y="271957"/>
                  </a:lnTo>
                  <a:lnTo>
                    <a:pt x="548716" y="252704"/>
                  </a:lnTo>
                  <a:close/>
                </a:path>
                <a:path w="549275" h="344170">
                  <a:moveTo>
                    <a:pt x="548716" y="216611"/>
                  </a:moveTo>
                  <a:lnTo>
                    <a:pt x="0" y="216611"/>
                  </a:lnTo>
                  <a:lnTo>
                    <a:pt x="0" y="235851"/>
                  </a:lnTo>
                  <a:lnTo>
                    <a:pt x="548716" y="235851"/>
                  </a:lnTo>
                  <a:lnTo>
                    <a:pt x="548716" y="216611"/>
                  </a:lnTo>
                  <a:close/>
                </a:path>
                <a:path w="549275" h="344170">
                  <a:moveTo>
                    <a:pt x="548716" y="180505"/>
                  </a:moveTo>
                  <a:lnTo>
                    <a:pt x="0" y="180505"/>
                  </a:lnTo>
                  <a:lnTo>
                    <a:pt x="0" y="199745"/>
                  </a:lnTo>
                  <a:lnTo>
                    <a:pt x="548716" y="199745"/>
                  </a:lnTo>
                  <a:lnTo>
                    <a:pt x="548716" y="180505"/>
                  </a:lnTo>
                  <a:close/>
                </a:path>
                <a:path w="549275" h="344170">
                  <a:moveTo>
                    <a:pt x="548716" y="144399"/>
                  </a:moveTo>
                  <a:lnTo>
                    <a:pt x="0" y="144399"/>
                  </a:lnTo>
                  <a:lnTo>
                    <a:pt x="0" y="163664"/>
                  </a:lnTo>
                  <a:lnTo>
                    <a:pt x="548716" y="163664"/>
                  </a:lnTo>
                  <a:lnTo>
                    <a:pt x="548716" y="144399"/>
                  </a:lnTo>
                  <a:close/>
                </a:path>
                <a:path w="549275" h="344170">
                  <a:moveTo>
                    <a:pt x="548716" y="108305"/>
                  </a:moveTo>
                  <a:lnTo>
                    <a:pt x="0" y="108305"/>
                  </a:lnTo>
                  <a:lnTo>
                    <a:pt x="0" y="127571"/>
                  </a:lnTo>
                  <a:lnTo>
                    <a:pt x="548716" y="127571"/>
                  </a:lnTo>
                  <a:lnTo>
                    <a:pt x="548716" y="108305"/>
                  </a:lnTo>
                  <a:close/>
                </a:path>
                <a:path w="549275" h="344170">
                  <a:moveTo>
                    <a:pt x="548716" y="72199"/>
                  </a:moveTo>
                  <a:lnTo>
                    <a:pt x="0" y="72199"/>
                  </a:lnTo>
                  <a:lnTo>
                    <a:pt x="0" y="91465"/>
                  </a:lnTo>
                  <a:lnTo>
                    <a:pt x="548716" y="91465"/>
                  </a:lnTo>
                  <a:lnTo>
                    <a:pt x="548716" y="72199"/>
                  </a:lnTo>
                  <a:close/>
                </a:path>
                <a:path w="549275" h="344170">
                  <a:moveTo>
                    <a:pt x="548716" y="36093"/>
                  </a:moveTo>
                  <a:lnTo>
                    <a:pt x="0" y="36093"/>
                  </a:lnTo>
                  <a:lnTo>
                    <a:pt x="0" y="55359"/>
                  </a:lnTo>
                  <a:lnTo>
                    <a:pt x="548716" y="55359"/>
                  </a:lnTo>
                  <a:lnTo>
                    <a:pt x="548716" y="36093"/>
                  </a:lnTo>
                  <a:close/>
                </a:path>
                <a:path w="549275" h="344170">
                  <a:moveTo>
                    <a:pt x="548716" y="0"/>
                  </a:moveTo>
                  <a:lnTo>
                    <a:pt x="0" y="0"/>
                  </a:lnTo>
                  <a:lnTo>
                    <a:pt x="0" y="19265"/>
                  </a:lnTo>
                  <a:lnTo>
                    <a:pt x="548716" y="19265"/>
                  </a:lnTo>
                  <a:lnTo>
                    <a:pt x="548716" y="0"/>
                  </a:lnTo>
                  <a:close/>
                </a:path>
              </a:pathLst>
            </a:custGeom>
            <a:solidFill>
              <a:srgbClr val="606E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2559169" y="9155525"/>
              <a:ext cx="457834" cy="454659"/>
            </a:xfrm>
            <a:custGeom>
              <a:avLst/>
              <a:gdLst/>
              <a:ahLst/>
              <a:cxnLst/>
              <a:rect l="l" t="t" r="r" b="b"/>
              <a:pathLst>
                <a:path w="457834" h="454659">
                  <a:moveTo>
                    <a:pt x="457839" y="0"/>
                  </a:moveTo>
                  <a:lnTo>
                    <a:pt x="0" y="226223"/>
                  </a:lnTo>
                  <a:lnTo>
                    <a:pt x="0" y="454394"/>
                  </a:lnTo>
                  <a:lnTo>
                    <a:pt x="457839" y="454394"/>
                  </a:lnTo>
                  <a:lnTo>
                    <a:pt x="457839" y="0"/>
                  </a:lnTo>
                  <a:close/>
                </a:path>
              </a:pathLst>
            </a:custGeom>
            <a:solidFill>
              <a:srgbClr val="465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2559157" y="9162751"/>
              <a:ext cx="160020" cy="169545"/>
            </a:xfrm>
            <a:custGeom>
              <a:avLst/>
              <a:gdLst/>
              <a:ahLst/>
              <a:cxnLst/>
              <a:rect l="l" t="t" r="r" b="b"/>
              <a:pathLst>
                <a:path w="160020" h="169545">
                  <a:moveTo>
                    <a:pt x="52336" y="148297"/>
                  </a:moveTo>
                  <a:lnTo>
                    <a:pt x="50711" y="140220"/>
                  </a:lnTo>
                  <a:lnTo>
                    <a:pt x="46266" y="133629"/>
                  </a:lnTo>
                  <a:lnTo>
                    <a:pt x="39662" y="129184"/>
                  </a:lnTo>
                  <a:lnTo>
                    <a:pt x="31597" y="127546"/>
                  </a:lnTo>
                  <a:lnTo>
                    <a:pt x="23520" y="129184"/>
                  </a:lnTo>
                  <a:lnTo>
                    <a:pt x="16916" y="133629"/>
                  </a:lnTo>
                  <a:lnTo>
                    <a:pt x="12458" y="140220"/>
                  </a:lnTo>
                  <a:lnTo>
                    <a:pt x="10833" y="148297"/>
                  </a:lnTo>
                  <a:lnTo>
                    <a:pt x="12458" y="156375"/>
                  </a:lnTo>
                  <a:lnTo>
                    <a:pt x="16916" y="162979"/>
                  </a:lnTo>
                  <a:lnTo>
                    <a:pt x="23520" y="167424"/>
                  </a:lnTo>
                  <a:lnTo>
                    <a:pt x="31597" y="169062"/>
                  </a:lnTo>
                  <a:lnTo>
                    <a:pt x="39662" y="167424"/>
                  </a:lnTo>
                  <a:lnTo>
                    <a:pt x="46266" y="162979"/>
                  </a:lnTo>
                  <a:lnTo>
                    <a:pt x="50711" y="156375"/>
                  </a:lnTo>
                  <a:lnTo>
                    <a:pt x="52336" y="148297"/>
                  </a:lnTo>
                  <a:close/>
                </a:path>
                <a:path w="160020" h="169545">
                  <a:moveTo>
                    <a:pt x="52336" y="74891"/>
                  </a:moveTo>
                  <a:lnTo>
                    <a:pt x="50711" y="66827"/>
                  </a:lnTo>
                  <a:lnTo>
                    <a:pt x="46266" y="60236"/>
                  </a:lnTo>
                  <a:lnTo>
                    <a:pt x="39662" y="55778"/>
                  </a:lnTo>
                  <a:lnTo>
                    <a:pt x="31597" y="54152"/>
                  </a:lnTo>
                  <a:lnTo>
                    <a:pt x="23520" y="55778"/>
                  </a:lnTo>
                  <a:lnTo>
                    <a:pt x="16916" y="60236"/>
                  </a:lnTo>
                  <a:lnTo>
                    <a:pt x="12458" y="66827"/>
                  </a:lnTo>
                  <a:lnTo>
                    <a:pt x="10833" y="74891"/>
                  </a:lnTo>
                  <a:lnTo>
                    <a:pt x="12458" y="82981"/>
                  </a:lnTo>
                  <a:lnTo>
                    <a:pt x="16916" y="89573"/>
                  </a:lnTo>
                  <a:lnTo>
                    <a:pt x="23520" y="94030"/>
                  </a:lnTo>
                  <a:lnTo>
                    <a:pt x="31597" y="95656"/>
                  </a:lnTo>
                  <a:lnTo>
                    <a:pt x="39662" y="94030"/>
                  </a:lnTo>
                  <a:lnTo>
                    <a:pt x="46266" y="89573"/>
                  </a:lnTo>
                  <a:lnTo>
                    <a:pt x="50711" y="82981"/>
                  </a:lnTo>
                  <a:lnTo>
                    <a:pt x="52336" y="74891"/>
                  </a:lnTo>
                  <a:close/>
                </a:path>
                <a:path w="160020" h="169545">
                  <a:moveTo>
                    <a:pt x="61379" y="0"/>
                  </a:moveTo>
                  <a:lnTo>
                    <a:pt x="0" y="0"/>
                  </a:lnTo>
                  <a:lnTo>
                    <a:pt x="0" y="27686"/>
                  </a:lnTo>
                  <a:lnTo>
                    <a:pt x="61379" y="27686"/>
                  </a:lnTo>
                  <a:lnTo>
                    <a:pt x="61379" y="0"/>
                  </a:lnTo>
                  <a:close/>
                </a:path>
                <a:path w="160020" h="169545">
                  <a:moveTo>
                    <a:pt x="159448" y="0"/>
                  </a:moveTo>
                  <a:lnTo>
                    <a:pt x="98069" y="0"/>
                  </a:lnTo>
                  <a:lnTo>
                    <a:pt x="98069" y="27686"/>
                  </a:lnTo>
                  <a:lnTo>
                    <a:pt x="159448" y="27686"/>
                  </a:lnTo>
                  <a:lnTo>
                    <a:pt x="159448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8779078" y="8144935"/>
              <a:ext cx="4358640" cy="2054860"/>
            </a:xfrm>
            <a:custGeom>
              <a:avLst/>
              <a:gdLst/>
              <a:ahLst/>
              <a:cxnLst/>
              <a:rect l="l" t="t" r="r" b="b"/>
              <a:pathLst>
                <a:path w="4358640" h="2054859">
                  <a:moveTo>
                    <a:pt x="150266" y="0"/>
                  </a:moveTo>
                  <a:lnTo>
                    <a:pt x="0" y="0"/>
                  </a:lnTo>
                  <a:lnTo>
                    <a:pt x="0" y="2054529"/>
                  </a:lnTo>
                  <a:lnTo>
                    <a:pt x="150266" y="2054529"/>
                  </a:lnTo>
                  <a:lnTo>
                    <a:pt x="150266" y="0"/>
                  </a:lnTo>
                  <a:close/>
                </a:path>
                <a:path w="4358640" h="2054859">
                  <a:moveTo>
                    <a:pt x="4358576" y="0"/>
                  </a:moveTo>
                  <a:lnTo>
                    <a:pt x="4208310" y="0"/>
                  </a:lnTo>
                  <a:lnTo>
                    <a:pt x="4208310" y="2054529"/>
                  </a:lnTo>
                  <a:lnTo>
                    <a:pt x="4358576" y="2054529"/>
                  </a:lnTo>
                  <a:lnTo>
                    <a:pt x="4358576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8779078" y="10199465"/>
              <a:ext cx="4358640" cy="43180"/>
            </a:xfrm>
            <a:custGeom>
              <a:avLst/>
              <a:gdLst/>
              <a:ahLst/>
              <a:cxnLst/>
              <a:rect l="l" t="t" r="r" b="b"/>
              <a:pathLst>
                <a:path w="4358640" h="43179">
                  <a:moveTo>
                    <a:pt x="150266" y="0"/>
                  </a:moveTo>
                  <a:lnTo>
                    <a:pt x="0" y="0"/>
                  </a:lnTo>
                  <a:lnTo>
                    <a:pt x="0" y="43040"/>
                  </a:lnTo>
                  <a:lnTo>
                    <a:pt x="150266" y="43040"/>
                  </a:lnTo>
                  <a:lnTo>
                    <a:pt x="150266" y="0"/>
                  </a:lnTo>
                  <a:close/>
                </a:path>
                <a:path w="4358640" h="43179">
                  <a:moveTo>
                    <a:pt x="4358576" y="0"/>
                  </a:moveTo>
                  <a:lnTo>
                    <a:pt x="4208310" y="0"/>
                  </a:lnTo>
                  <a:lnTo>
                    <a:pt x="4208310" y="43040"/>
                  </a:lnTo>
                  <a:lnTo>
                    <a:pt x="4358576" y="43040"/>
                  </a:lnTo>
                  <a:lnTo>
                    <a:pt x="4358576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12720151" y="6853047"/>
              <a:ext cx="183515" cy="906144"/>
            </a:xfrm>
            <a:custGeom>
              <a:avLst/>
              <a:gdLst/>
              <a:ahLst/>
              <a:cxnLst/>
              <a:rect l="l" t="t" r="r" b="b"/>
              <a:pathLst>
                <a:path w="183515" h="906145">
                  <a:moveTo>
                    <a:pt x="125843" y="0"/>
                  </a:moveTo>
                  <a:lnTo>
                    <a:pt x="68721" y="63691"/>
                  </a:lnTo>
                  <a:lnTo>
                    <a:pt x="37063" y="113181"/>
                  </a:lnTo>
                  <a:lnTo>
                    <a:pt x="19513" y="173902"/>
                  </a:lnTo>
                  <a:lnTo>
                    <a:pt x="4716" y="271290"/>
                  </a:lnTo>
                  <a:lnTo>
                    <a:pt x="973" y="311632"/>
                  </a:lnTo>
                  <a:lnTo>
                    <a:pt x="0" y="355787"/>
                  </a:lnTo>
                  <a:lnTo>
                    <a:pt x="1320" y="403100"/>
                  </a:lnTo>
                  <a:lnTo>
                    <a:pt x="4457" y="452916"/>
                  </a:lnTo>
                  <a:lnTo>
                    <a:pt x="8934" y="504580"/>
                  </a:lnTo>
                  <a:lnTo>
                    <a:pt x="14275" y="557436"/>
                  </a:lnTo>
                  <a:lnTo>
                    <a:pt x="25641" y="664104"/>
                  </a:lnTo>
                  <a:lnTo>
                    <a:pt x="30714" y="716605"/>
                  </a:lnTo>
                  <a:lnTo>
                    <a:pt x="34744" y="767678"/>
                  </a:lnTo>
                  <a:lnTo>
                    <a:pt x="37255" y="816667"/>
                  </a:lnTo>
                  <a:lnTo>
                    <a:pt x="37771" y="862917"/>
                  </a:lnTo>
                  <a:lnTo>
                    <a:pt x="35814" y="905773"/>
                  </a:lnTo>
                  <a:lnTo>
                    <a:pt x="58082" y="832463"/>
                  </a:lnTo>
                  <a:lnTo>
                    <a:pt x="77660" y="781295"/>
                  </a:lnTo>
                  <a:lnTo>
                    <a:pt x="105490" y="728211"/>
                  </a:lnTo>
                  <a:lnTo>
                    <a:pt x="152512" y="649153"/>
                  </a:lnTo>
                  <a:lnTo>
                    <a:pt x="170095" y="608834"/>
                  </a:lnTo>
                  <a:lnTo>
                    <a:pt x="179837" y="561841"/>
                  </a:lnTo>
                  <a:lnTo>
                    <a:pt x="182997" y="509969"/>
                  </a:lnTo>
                  <a:lnTo>
                    <a:pt x="180838" y="455008"/>
                  </a:lnTo>
                  <a:lnTo>
                    <a:pt x="174618" y="398753"/>
                  </a:lnTo>
                  <a:lnTo>
                    <a:pt x="165599" y="342996"/>
                  </a:lnTo>
                  <a:lnTo>
                    <a:pt x="155040" y="289530"/>
                  </a:lnTo>
                  <a:lnTo>
                    <a:pt x="144202" y="240148"/>
                  </a:lnTo>
                  <a:lnTo>
                    <a:pt x="134346" y="196643"/>
                  </a:lnTo>
                  <a:lnTo>
                    <a:pt x="126731" y="160808"/>
                  </a:lnTo>
                  <a:lnTo>
                    <a:pt x="122618" y="134435"/>
                  </a:lnTo>
                  <a:lnTo>
                    <a:pt x="120118" y="80882"/>
                  </a:lnTo>
                  <a:lnTo>
                    <a:pt x="121561" y="38286"/>
                  </a:lnTo>
                  <a:lnTo>
                    <a:pt x="124338" y="10156"/>
                  </a:lnTo>
                  <a:lnTo>
                    <a:pt x="125843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2710976" y="6823786"/>
              <a:ext cx="201295" cy="1023619"/>
            </a:xfrm>
            <a:custGeom>
              <a:avLst/>
              <a:gdLst/>
              <a:ahLst/>
              <a:cxnLst/>
              <a:rect l="l" t="t" r="r" b="b"/>
              <a:pathLst>
                <a:path w="201295" h="1023620">
                  <a:moveTo>
                    <a:pt x="149642" y="0"/>
                  </a:moveTo>
                  <a:lnTo>
                    <a:pt x="119309" y="33416"/>
                  </a:lnTo>
                  <a:lnTo>
                    <a:pt x="73637" y="100321"/>
                  </a:lnTo>
                  <a:lnTo>
                    <a:pt x="46133" y="154597"/>
                  </a:lnTo>
                  <a:lnTo>
                    <a:pt x="21647" y="221284"/>
                  </a:lnTo>
                  <a:lnTo>
                    <a:pt x="4778" y="299278"/>
                  </a:lnTo>
                  <a:lnTo>
                    <a:pt x="1052" y="339046"/>
                  </a:lnTo>
                  <a:lnTo>
                    <a:pt x="0" y="382526"/>
                  </a:lnTo>
                  <a:lnTo>
                    <a:pt x="1167" y="429017"/>
                  </a:lnTo>
                  <a:lnTo>
                    <a:pt x="4098" y="477816"/>
                  </a:lnTo>
                  <a:lnTo>
                    <a:pt x="8340" y="528222"/>
                  </a:lnTo>
                  <a:lnTo>
                    <a:pt x="13437" y="579534"/>
                  </a:lnTo>
                  <a:lnTo>
                    <a:pt x="24706" y="685200"/>
                  </a:lnTo>
                  <a:lnTo>
                    <a:pt x="30009" y="739080"/>
                  </a:lnTo>
                  <a:lnTo>
                    <a:pt x="34308" y="791808"/>
                  </a:lnTo>
                  <a:lnTo>
                    <a:pt x="37066" y="842501"/>
                  </a:lnTo>
                  <a:lnTo>
                    <a:pt x="37747" y="890276"/>
                  </a:lnTo>
                  <a:lnTo>
                    <a:pt x="35813" y="934254"/>
                  </a:lnTo>
                  <a:lnTo>
                    <a:pt x="28536" y="1023225"/>
                  </a:lnTo>
                  <a:lnTo>
                    <a:pt x="53823" y="937625"/>
                  </a:lnTo>
                  <a:lnTo>
                    <a:pt x="57051" y="927437"/>
                  </a:lnTo>
                  <a:lnTo>
                    <a:pt x="66488" y="900177"/>
                  </a:lnTo>
                  <a:lnTo>
                    <a:pt x="76122" y="875072"/>
                  </a:lnTo>
                  <a:lnTo>
                    <a:pt x="56200" y="875072"/>
                  </a:lnTo>
                  <a:lnTo>
                    <a:pt x="54936" y="828981"/>
                  </a:lnTo>
                  <a:lnTo>
                    <a:pt x="51964" y="780636"/>
                  </a:lnTo>
                  <a:lnTo>
                    <a:pt x="47728" y="730736"/>
                  </a:lnTo>
                  <a:lnTo>
                    <a:pt x="42668" y="679981"/>
                  </a:lnTo>
                  <a:lnTo>
                    <a:pt x="37227" y="629069"/>
                  </a:lnTo>
                  <a:lnTo>
                    <a:pt x="30905" y="569537"/>
                  </a:lnTo>
                  <a:lnTo>
                    <a:pt x="25218" y="510474"/>
                  </a:lnTo>
                  <a:lnTo>
                    <a:pt x="20877" y="453025"/>
                  </a:lnTo>
                  <a:lnTo>
                    <a:pt x="18591" y="398335"/>
                  </a:lnTo>
                  <a:lnTo>
                    <a:pt x="19072" y="347549"/>
                  </a:lnTo>
                  <a:lnTo>
                    <a:pt x="23029" y="301812"/>
                  </a:lnTo>
                  <a:lnTo>
                    <a:pt x="36627" y="236227"/>
                  </a:lnTo>
                  <a:lnTo>
                    <a:pt x="56295" y="178441"/>
                  </a:lnTo>
                  <a:lnTo>
                    <a:pt x="79065" y="129282"/>
                  </a:lnTo>
                  <a:lnTo>
                    <a:pt x="101969" y="89577"/>
                  </a:lnTo>
                  <a:lnTo>
                    <a:pt x="122041" y="60155"/>
                  </a:lnTo>
                  <a:lnTo>
                    <a:pt x="140743" y="60155"/>
                  </a:lnTo>
                  <a:lnTo>
                    <a:pt x="142577" y="41204"/>
                  </a:lnTo>
                  <a:lnTo>
                    <a:pt x="144082" y="30878"/>
                  </a:lnTo>
                  <a:lnTo>
                    <a:pt x="149642" y="0"/>
                  </a:lnTo>
                  <a:close/>
                </a:path>
                <a:path w="201295" h="1023620">
                  <a:moveTo>
                    <a:pt x="140743" y="60155"/>
                  </a:moveTo>
                  <a:lnTo>
                    <a:pt x="122041" y="60155"/>
                  </a:lnTo>
                  <a:lnTo>
                    <a:pt x="120703" y="80766"/>
                  </a:lnTo>
                  <a:lnTo>
                    <a:pt x="120201" y="100321"/>
                  </a:lnTo>
                  <a:lnTo>
                    <a:pt x="120165" y="110721"/>
                  </a:lnTo>
                  <a:lnTo>
                    <a:pt x="120572" y="133513"/>
                  </a:lnTo>
                  <a:lnTo>
                    <a:pt x="124855" y="180745"/>
                  </a:lnTo>
                  <a:lnTo>
                    <a:pt x="133905" y="225062"/>
                  </a:lnTo>
                  <a:lnTo>
                    <a:pt x="140103" y="252484"/>
                  </a:lnTo>
                  <a:lnTo>
                    <a:pt x="149755" y="295416"/>
                  </a:lnTo>
                  <a:lnTo>
                    <a:pt x="159754" y="342849"/>
                  </a:lnTo>
                  <a:lnTo>
                    <a:pt x="169080" y="393269"/>
                  </a:lnTo>
                  <a:lnTo>
                    <a:pt x="176715" y="445160"/>
                  </a:lnTo>
                  <a:lnTo>
                    <a:pt x="181637" y="497008"/>
                  </a:lnTo>
                  <a:lnTo>
                    <a:pt x="182828" y="547298"/>
                  </a:lnTo>
                  <a:lnTo>
                    <a:pt x="179267" y="594516"/>
                  </a:lnTo>
                  <a:lnTo>
                    <a:pt x="169934" y="637147"/>
                  </a:lnTo>
                  <a:lnTo>
                    <a:pt x="153810" y="673675"/>
                  </a:lnTo>
                  <a:lnTo>
                    <a:pt x="121476" y="730978"/>
                  </a:lnTo>
                  <a:lnTo>
                    <a:pt x="94501" y="785082"/>
                  </a:lnTo>
                  <a:lnTo>
                    <a:pt x="72778" y="833831"/>
                  </a:lnTo>
                  <a:lnTo>
                    <a:pt x="56200" y="875072"/>
                  </a:lnTo>
                  <a:lnTo>
                    <a:pt x="76122" y="875072"/>
                  </a:lnTo>
                  <a:lnTo>
                    <a:pt x="82296" y="858984"/>
                  </a:lnTo>
                  <a:lnTo>
                    <a:pt x="104641" y="806995"/>
                  </a:lnTo>
                  <a:lnTo>
                    <a:pt x="133684" y="747349"/>
                  </a:lnTo>
                  <a:lnTo>
                    <a:pt x="169590" y="683183"/>
                  </a:lnTo>
                  <a:lnTo>
                    <a:pt x="186815" y="644598"/>
                  </a:lnTo>
                  <a:lnTo>
                    <a:pt x="196932" y="600049"/>
                  </a:lnTo>
                  <a:lnTo>
                    <a:pt x="201005" y="551051"/>
                  </a:lnTo>
                  <a:lnTo>
                    <a:pt x="200096" y="499117"/>
                  </a:lnTo>
                  <a:lnTo>
                    <a:pt x="195269" y="445761"/>
                  </a:lnTo>
                  <a:lnTo>
                    <a:pt x="187586" y="392497"/>
                  </a:lnTo>
                  <a:lnTo>
                    <a:pt x="178112" y="340840"/>
                  </a:lnTo>
                  <a:lnTo>
                    <a:pt x="167909" y="292303"/>
                  </a:lnTo>
                  <a:lnTo>
                    <a:pt x="151924" y="221284"/>
                  </a:lnTo>
                  <a:lnTo>
                    <a:pt x="146874" y="197942"/>
                  </a:lnTo>
                  <a:lnTo>
                    <a:pt x="143099" y="178262"/>
                  </a:lnTo>
                  <a:lnTo>
                    <a:pt x="140962" y="162853"/>
                  </a:lnTo>
                  <a:lnTo>
                    <a:pt x="138515" y="110721"/>
                  </a:lnTo>
                  <a:lnTo>
                    <a:pt x="139888" y="68995"/>
                  </a:lnTo>
                  <a:lnTo>
                    <a:pt x="140743" y="60155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12813586" y="7056228"/>
              <a:ext cx="125095" cy="682625"/>
            </a:xfrm>
            <a:custGeom>
              <a:avLst/>
              <a:gdLst/>
              <a:ahLst/>
              <a:cxnLst/>
              <a:rect l="l" t="t" r="r" b="b"/>
              <a:pathLst>
                <a:path w="125095" h="682625">
                  <a:moveTo>
                    <a:pt x="98944" y="0"/>
                  </a:moveTo>
                  <a:lnTo>
                    <a:pt x="56995" y="47585"/>
                  </a:lnTo>
                  <a:lnTo>
                    <a:pt x="33342" y="84662"/>
                  </a:lnTo>
                  <a:lnTo>
                    <a:pt x="19285" y="130322"/>
                  </a:lnTo>
                  <a:lnTo>
                    <a:pt x="6119" y="203658"/>
                  </a:lnTo>
                  <a:lnTo>
                    <a:pt x="1586" y="243754"/>
                  </a:lnTo>
                  <a:lnTo>
                    <a:pt x="0" y="288493"/>
                  </a:lnTo>
                  <a:lnTo>
                    <a:pt x="665" y="336783"/>
                  </a:lnTo>
                  <a:lnTo>
                    <a:pt x="2887" y="387529"/>
                  </a:lnTo>
                  <a:lnTo>
                    <a:pt x="9222" y="492019"/>
                  </a:lnTo>
                  <a:lnTo>
                    <a:pt x="11945" y="543575"/>
                  </a:lnTo>
                  <a:lnTo>
                    <a:pt x="13445" y="593214"/>
                  </a:lnTo>
                  <a:lnTo>
                    <a:pt x="13026" y="639842"/>
                  </a:lnTo>
                  <a:lnTo>
                    <a:pt x="9994" y="682366"/>
                  </a:lnTo>
                  <a:lnTo>
                    <a:pt x="27721" y="627255"/>
                  </a:lnTo>
                  <a:lnTo>
                    <a:pt x="42932" y="588821"/>
                  </a:lnTo>
                  <a:lnTo>
                    <a:pt x="63998" y="549006"/>
                  </a:lnTo>
                  <a:lnTo>
                    <a:pt x="99289" y="489754"/>
                  </a:lnTo>
                  <a:lnTo>
                    <a:pt x="116434" y="446747"/>
                  </a:lnTo>
                  <a:lnTo>
                    <a:pt x="124111" y="395075"/>
                  </a:lnTo>
                  <a:lnTo>
                    <a:pt x="124490" y="338280"/>
                  </a:lnTo>
                  <a:lnTo>
                    <a:pt x="119742" y="279901"/>
                  </a:lnTo>
                  <a:lnTo>
                    <a:pt x="112036" y="223478"/>
                  </a:lnTo>
                  <a:lnTo>
                    <a:pt x="96430" y="130667"/>
                  </a:lnTo>
                  <a:lnTo>
                    <a:pt x="92871" y="101358"/>
                  </a:lnTo>
                  <a:lnTo>
                    <a:pt x="92631" y="60951"/>
                  </a:lnTo>
                  <a:lnTo>
                    <a:pt x="94851" y="28839"/>
                  </a:lnTo>
                  <a:lnTo>
                    <a:pt x="97599" y="7647"/>
                  </a:lnTo>
                  <a:lnTo>
                    <a:pt x="98944" y="0"/>
                  </a:lnTo>
                  <a:close/>
                </a:path>
              </a:pathLst>
            </a:custGeom>
            <a:solidFill>
              <a:srgbClr val="A1AB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12804401" y="7025236"/>
              <a:ext cx="143510" cy="716280"/>
            </a:xfrm>
            <a:custGeom>
              <a:avLst/>
              <a:gdLst/>
              <a:ahLst/>
              <a:cxnLst/>
              <a:rect l="l" t="t" r="r" b="b"/>
              <a:pathLst>
                <a:path w="143509" h="716279">
                  <a:moveTo>
                    <a:pt x="123908" y="0"/>
                  </a:moveTo>
                  <a:lnTo>
                    <a:pt x="92301" y="35642"/>
                  </a:lnTo>
                  <a:lnTo>
                    <a:pt x="47916" y="106344"/>
                  </a:lnTo>
                  <a:lnTo>
                    <a:pt x="23903" y="163422"/>
                  </a:lnTo>
                  <a:lnTo>
                    <a:pt x="6236" y="233134"/>
                  </a:lnTo>
                  <a:lnTo>
                    <a:pt x="1494" y="275998"/>
                  </a:lnTo>
                  <a:lnTo>
                    <a:pt x="0" y="323954"/>
                  </a:lnTo>
                  <a:lnTo>
                    <a:pt x="938" y="375712"/>
                  </a:lnTo>
                  <a:lnTo>
                    <a:pt x="3461" y="429307"/>
                  </a:lnTo>
                  <a:lnTo>
                    <a:pt x="9766" y="532813"/>
                  </a:lnTo>
                  <a:lnTo>
                    <a:pt x="12193" y="581339"/>
                  </a:lnTo>
                  <a:lnTo>
                    <a:pt x="13448" y="628205"/>
                  </a:lnTo>
                  <a:lnTo>
                    <a:pt x="12927" y="672253"/>
                  </a:lnTo>
                  <a:lnTo>
                    <a:pt x="10027" y="712323"/>
                  </a:lnTo>
                  <a:lnTo>
                    <a:pt x="27953" y="716114"/>
                  </a:lnTo>
                  <a:lnTo>
                    <a:pt x="33604" y="699696"/>
                  </a:lnTo>
                  <a:lnTo>
                    <a:pt x="50162" y="657139"/>
                  </a:lnTo>
                  <a:lnTo>
                    <a:pt x="51904" y="653299"/>
                  </a:lnTo>
                  <a:lnTo>
                    <a:pt x="31827" y="653299"/>
                  </a:lnTo>
                  <a:lnTo>
                    <a:pt x="31608" y="612571"/>
                  </a:lnTo>
                  <a:lnTo>
                    <a:pt x="30135" y="570034"/>
                  </a:lnTo>
                  <a:lnTo>
                    <a:pt x="27775" y="525491"/>
                  </a:lnTo>
                  <a:lnTo>
                    <a:pt x="25136" y="482655"/>
                  </a:lnTo>
                  <a:lnTo>
                    <a:pt x="21862" y="428795"/>
                  </a:lnTo>
                  <a:lnTo>
                    <a:pt x="19346" y="375543"/>
                  </a:lnTo>
                  <a:lnTo>
                    <a:pt x="18399" y="324908"/>
                  </a:lnTo>
                  <a:lnTo>
                    <a:pt x="19816" y="277886"/>
                  </a:lnTo>
                  <a:lnTo>
                    <a:pt x="24403" y="236149"/>
                  </a:lnTo>
                  <a:lnTo>
                    <a:pt x="37712" y="180681"/>
                  </a:lnTo>
                  <a:lnTo>
                    <a:pt x="55881" y="132933"/>
                  </a:lnTo>
                  <a:lnTo>
                    <a:pt x="75798" y="93815"/>
                  </a:lnTo>
                  <a:lnTo>
                    <a:pt x="94349" y="64238"/>
                  </a:lnTo>
                  <a:lnTo>
                    <a:pt x="112949" y="64238"/>
                  </a:lnTo>
                  <a:lnTo>
                    <a:pt x="113144" y="61375"/>
                  </a:lnTo>
                  <a:lnTo>
                    <a:pt x="115808" y="40575"/>
                  </a:lnTo>
                  <a:lnTo>
                    <a:pt x="117144" y="32868"/>
                  </a:lnTo>
                  <a:lnTo>
                    <a:pt x="123908" y="0"/>
                  </a:lnTo>
                  <a:close/>
                </a:path>
                <a:path w="143509" h="716279">
                  <a:moveTo>
                    <a:pt x="112949" y="64238"/>
                  </a:moveTo>
                  <a:lnTo>
                    <a:pt x="94349" y="64238"/>
                  </a:lnTo>
                  <a:lnTo>
                    <a:pt x="93236" y="78708"/>
                  </a:lnTo>
                  <a:lnTo>
                    <a:pt x="92499" y="95117"/>
                  </a:lnTo>
                  <a:lnTo>
                    <a:pt x="92318" y="113230"/>
                  </a:lnTo>
                  <a:lnTo>
                    <a:pt x="92883" y="132933"/>
                  </a:lnTo>
                  <a:lnTo>
                    <a:pt x="93975" y="145115"/>
                  </a:lnTo>
                  <a:lnTo>
                    <a:pt x="96118" y="160492"/>
                  </a:lnTo>
                  <a:lnTo>
                    <a:pt x="99086" y="178688"/>
                  </a:lnTo>
                  <a:lnTo>
                    <a:pt x="102663" y="199449"/>
                  </a:lnTo>
                  <a:lnTo>
                    <a:pt x="109850" y="241737"/>
                  </a:lnTo>
                  <a:lnTo>
                    <a:pt x="116919" y="289077"/>
                  </a:lnTo>
                  <a:lnTo>
                    <a:pt x="122443" y="339026"/>
                  </a:lnTo>
                  <a:lnTo>
                    <a:pt x="124997" y="389137"/>
                  </a:lnTo>
                  <a:lnTo>
                    <a:pt x="123157" y="436967"/>
                  </a:lnTo>
                  <a:lnTo>
                    <a:pt x="115496" y="480071"/>
                  </a:lnTo>
                  <a:lnTo>
                    <a:pt x="100589" y="516005"/>
                  </a:lnTo>
                  <a:lnTo>
                    <a:pt x="78920" y="553968"/>
                  </a:lnTo>
                  <a:lnTo>
                    <a:pt x="60240" y="590239"/>
                  </a:lnTo>
                  <a:lnTo>
                    <a:pt x="44544" y="623717"/>
                  </a:lnTo>
                  <a:lnTo>
                    <a:pt x="31827" y="653299"/>
                  </a:lnTo>
                  <a:lnTo>
                    <a:pt x="51904" y="653299"/>
                  </a:lnTo>
                  <a:lnTo>
                    <a:pt x="77714" y="596414"/>
                  </a:lnTo>
                  <a:lnTo>
                    <a:pt x="116348" y="525491"/>
                  </a:lnTo>
                  <a:lnTo>
                    <a:pt x="132529" y="487141"/>
                  </a:lnTo>
                  <a:lnTo>
                    <a:pt x="141022" y="441825"/>
                  </a:lnTo>
                  <a:lnTo>
                    <a:pt x="143332" y="391986"/>
                  </a:lnTo>
                  <a:lnTo>
                    <a:pt x="140962" y="340071"/>
                  </a:lnTo>
                  <a:lnTo>
                    <a:pt x="135417" y="288524"/>
                  </a:lnTo>
                  <a:lnTo>
                    <a:pt x="128202" y="239792"/>
                  </a:lnTo>
                  <a:lnTo>
                    <a:pt x="120819" y="196318"/>
                  </a:lnTo>
                  <a:lnTo>
                    <a:pt x="117309" y="176008"/>
                  </a:lnTo>
                  <a:lnTo>
                    <a:pt x="114401" y="158284"/>
                  </a:lnTo>
                  <a:lnTo>
                    <a:pt x="112308" y="143476"/>
                  </a:lnTo>
                  <a:lnTo>
                    <a:pt x="111249" y="131912"/>
                  </a:lnTo>
                  <a:lnTo>
                    <a:pt x="111007" y="92682"/>
                  </a:lnTo>
                  <a:lnTo>
                    <a:pt x="112949" y="64238"/>
                  </a:lnTo>
                  <a:close/>
                </a:path>
              </a:pathLst>
            </a:custGeom>
            <a:solidFill>
              <a:srgbClr val="E9EA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12650568" y="6919383"/>
              <a:ext cx="119380" cy="821055"/>
            </a:xfrm>
            <a:custGeom>
              <a:avLst/>
              <a:gdLst/>
              <a:ahLst/>
              <a:cxnLst/>
              <a:rect l="l" t="t" r="r" b="b"/>
              <a:pathLst>
                <a:path w="119379" h="821054">
                  <a:moveTo>
                    <a:pt x="17621" y="0"/>
                  </a:moveTo>
                  <a:lnTo>
                    <a:pt x="19071" y="9220"/>
                  </a:lnTo>
                  <a:lnTo>
                    <a:pt x="22148" y="34699"/>
                  </a:lnTo>
                  <a:lnTo>
                    <a:pt x="24940" y="73165"/>
                  </a:lnTo>
                  <a:lnTo>
                    <a:pt x="25537" y="121347"/>
                  </a:lnTo>
                  <a:lnTo>
                    <a:pt x="23237" y="151390"/>
                  </a:lnTo>
                  <a:lnTo>
                    <a:pt x="12063" y="244630"/>
                  </a:lnTo>
                  <a:lnTo>
                    <a:pt x="6007" y="302120"/>
                  </a:lnTo>
                  <a:lnTo>
                    <a:pt x="1516" y="363054"/>
                  </a:lnTo>
                  <a:lnTo>
                    <a:pt x="0" y="424577"/>
                  </a:lnTo>
                  <a:lnTo>
                    <a:pt x="2867" y="483838"/>
                  </a:lnTo>
                  <a:lnTo>
                    <a:pt x="11528" y="537983"/>
                  </a:lnTo>
                  <a:lnTo>
                    <a:pt x="27390" y="584160"/>
                  </a:lnTo>
                  <a:lnTo>
                    <a:pt x="62426" y="657435"/>
                  </a:lnTo>
                  <a:lnTo>
                    <a:pt x="83432" y="706478"/>
                  </a:lnTo>
                  <a:lnTo>
                    <a:pt x="98800" y="753444"/>
                  </a:lnTo>
                  <a:lnTo>
                    <a:pt x="116927" y="820488"/>
                  </a:lnTo>
                  <a:lnTo>
                    <a:pt x="113380" y="774388"/>
                  </a:lnTo>
                  <a:lnTo>
                    <a:pt x="111880" y="724308"/>
                  </a:lnTo>
                  <a:lnTo>
                    <a:pt x="111944" y="671189"/>
                  </a:lnTo>
                  <a:lnTo>
                    <a:pt x="113089" y="615971"/>
                  </a:lnTo>
                  <a:lnTo>
                    <a:pt x="116687" y="503007"/>
                  </a:lnTo>
                  <a:lnTo>
                    <a:pt x="118174" y="447143"/>
                  </a:lnTo>
                  <a:lnTo>
                    <a:pt x="118808" y="392946"/>
                  </a:lnTo>
                  <a:lnTo>
                    <a:pt x="118105" y="341358"/>
                  </a:lnTo>
                  <a:lnTo>
                    <a:pt x="115584" y="293319"/>
                  </a:lnTo>
                  <a:lnTo>
                    <a:pt x="110759" y="249772"/>
                  </a:lnTo>
                  <a:lnTo>
                    <a:pt x="96641" y="161332"/>
                  </a:lnTo>
                  <a:lnTo>
                    <a:pt x="82233" y="105834"/>
                  </a:lnTo>
                  <a:lnTo>
                    <a:pt x="58803" y="59862"/>
                  </a:lnTo>
                  <a:lnTo>
                    <a:pt x="17621" y="0"/>
                  </a:lnTo>
                  <a:close/>
                </a:path>
              </a:pathLst>
            </a:custGeom>
            <a:solidFill>
              <a:srgbClr val="A1AB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2641668" y="6880369"/>
              <a:ext cx="137160" cy="862330"/>
            </a:xfrm>
            <a:custGeom>
              <a:avLst/>
              <a:gdLst/>
              <a:ahLst/>
              <a:cxnLst/>
              <a:rect l="l" t="t" r="r" b="b"/>
              <a:pathLst>
                <a:path w="137159" h="862329">
                  <a:moveTo>
                    <a:pt x="10144" y="0"/>
                  </a:moveTo>
                  <a:lnTo>
                    <a:pt x="17464" y="40647"/>
                  </a:lnTo>
                  <a:lnTo>
                    <a:pt x="24654" y="113122"/>
                  </a:lnTo>
                  <a:lnTo>
                    <a:pt x="25243" y="160183"/>
                  </a:lnTo>
                  <a:lnTo>
                    <a:pt x="24465" y="174021"/>
                  </a:lnTo>
                  <a:lnTo>
                    <a:pt x="22765" y="191623"/>
                  </a:lnTo>
                  <a:lnTo>
                    <a:pt x="20337" y="212628"/>
                  </a:lnTo>
                  <a:lnTo>
                    <a:pt x="17380" y="236673"/>
                  </a:lnTo>
                  <a:lnTo>
                    <a:pt x="12012" y="280968"/>
                  </a:lnTo>
                  <a:lnTo>
                    <a:pt x="6710" y="330316"/>
                  </a:lnTo>
                  <a:lnTo>
                    <a:pt x="2398" y="382834"/>
                  </a:lnTo>
                  <a:lnTo>
                    <a:pt x="0" y="436642"/>
                  </a:lnTo>
                  <a:lnTo>
                    <a:pt x="438" y="489860"/>
                  </a:lnTo>
                  <a:lnTo>
                    <a:pt x="4639" y="540607"/>
                  </a:lnTo>
                  <a:lnTo>
                    <a:pt x="13524" y="587001"/>
                  </a:lnTo>
                  <a:lnTo>
                    <a:pt x="28018" y="627164"/>
                  </a:lnTo>
                  <a:lnTo>
                    <a:pt x="59765" y="698088"/>
                  </a:lnTo>
                  <a:lnTo>
                    <a:pt x="84574" y="761901"/>
                  </a:lnTo>
                  <a:lnTo>
                    <a:pt x="102401" y="813722"/>
                  </a:lnTo>
                  <a:lnTo>
                    <a:pt x="113200" y="848668"/>
                  </a:lnTo>
                  <a:lnTo>
                    <a:pt x="116927" y="861858"/>
                  </a:lnTo>
                  <a:lnTo>
                    <a:pt x="134978" y="858507"/>
                  </a:lnTo>
                  <a:lnTo>
                    <a:pt x="131360" y="810328"/>
                  </a:lnTo>
                  <a:lnTo>
                    <a:pt x="130661" y="784248"/>
                  </a:lnTo>
                  <a:lnTo>
                    <a:pt x="111984" y="784248"/>
                  </a:lnTo>
                  <a:lnTo>
                    <a:pt x="99297" y="748577"/>
                  </a:lnTo>
                  <a:lnTo>
                    <a:pt x="83828" y="708351"/>
                  </a:lnTo>
                  <a:lnTo>
                    <a:pt x="65587" y="664797"/>
                  </a:lnTo>
                  <a:lnTo>
                    <a:pt x="44583" y="619143"/>
                  </a:lnTo>
                  <a:lnTo>
                    <a:pt x="30849" y="580744"/>
                  </a:lnTo>
                  <a:lnTo>
                    <a:pt x="22501" y="535971"/>
                  </a:lnTo>
                  <a:lnTo>
                    <a:pt x="18648" y="486708"/>
                  </a:lnTo>
                  <a:lnTo>
                    <a:pt x="18399" y="434837"/>
                  </a:lnTo>
                  <a:lnTo>
                    <a:pt x="20866" y="382241"/>
                  </a:lnTo>
                  <a:lnTo>
                    <a:pt x="25209" y="330316"/>
                  </a:lnTo>
                  <a:lnTo>
                    <a:pt x="30382" y="282402"/>
                  </a:lnTo>
                  <a:lnTo>
                    <a:pt x="35652" y="238924"/>
                  </a:lnTo>
                  <a:lnTo>
                    <a:pt x="38654" y="214509"/>
                  </a:lnTo>
                  <a:lnTo>
                    <a:pt x="41120" y="193109"/>
                  </a:lnTo>
                  <a:lnTo>
                    <a:pt x="42852" y="175031"/>
                  </a:lnTo>
                  <a:lnTo>
                    <a:pt x="43651" y="160581"/>
                  </a:lnTo>
                  <a:lnTo>
                    <a:pt x="43686" y="134187"/>
                  </a:lnTo>
                  <a:lnTo>
                    <a:pt x="43280" y="117207"/>
                  </a:lnTo>
                  <a:lnTo>
                    <a:pt x="42308" y="98159"/>
                  </a:lnTo>
                  <a:lnTo>
                    <a:pt x="41023" y="81222"/>
                  </a:lnTo>
                  <a:lnTo>
                    <a:pt x="62056" y="81222"/>
                  </a:lnTo>
                  <a:lnTo>
                    <a:pt x="42848" y="47193"/>
                  </a:lnTo>
                  <a:lnTo>
                    <a:pt x="34039" y="33684"/>
                  </a:lnTo>
                  <a:lnTo>
                    <a:pt x="10144" y="0"/>
                  </a:lnTo>
                  <a:close/>
                </a:path>
                <a:path w="137159" h="862329">
                  <a:moveTo>
                    <a:pt x="62056" y="81222"/>
                  </a:moveTo>
                  <a:lnTo>
                    <a:pt x="41023" y="81222"/>
                  </a:lnTo>
                  <a:lnTo>
                    <a:pt x="59333" y="118250"/>
                  </a:lnTo>
                  <a:lnTo>
                    <a:pt x="78911" y="166229"/>
                  </a:lnTo>
                  <a:lnTo>
                    <a:pt x="96931" y="223935"/>
                  </a:lnTo>
                  <a:lnTo>
                    <a:pt x="110571" y="290148"/>
                  </a:lnTo>
                  <a:lnTo>
                    <a:pt x="115195" y="331638"/>
                  </a:lnTo>
                  <a:lnTo>
                    <a:pt x="117691" y="377518"/>
                  </a:lnTo>
                  <a:lnTo>
                    <a:pt x="118476" y="426043"/>
                  </a:lnTo>
                  <a:lnTo>
                    <a:pt x="118398" y="436642"/>
                  </a:lnTo>
                  <a:lnTo>
                    <a:pt x="118015" y="478451"/>
                  </a:lnTo>
                  <a:lnTo>
                    <a:pt x="116696" y="531690"/>
                  </a:lnTo>
                  <a:lnTo>
                    <a:pt x="113329" y="636017"/>
                  </a:lnTo>
                  <a:lnTo>
                    <a:pt x="112033" y="686824"/>
                  </a:lnTo>
                  <a:lnTo>
                    <a:pt x="111461" y="736520"/>
                  </a:lnTo>
                  <a:lnTo>
                    <a:pt x="111984" y="784248"/>
                  </a:lnTo>
                  <a:lnTo>
                    <a:pt x="130661" y="784248"/>
                  </a:lnTo>
                  <a:lnTo>
                    <a:pt x="130062" y="761901"/>
                  </a:lnTo>
                  <a:lnTo>
                    <a:pt x="130185" y="701686"/>
                  </a:lnTo>
                  <a:lnTo>
                    <a:pt x="131517" y="643890"/>
                  </a:lnTo>
                  <a:lnTo>
                    <a:pt x="135124" y="531507"/>
                  </a:lnTo>
                  <a:lnTo>
                    <a:pt x="136433" y="478194"/>
                  </a:lnTo>
                  <a:lnTo>
                    <a:pt x="136892" y="426043"/>
                  </a:lnTo>
                  <a:lnTo>
                    <a:pt x="136057" y="376211"/>
                  </a:lnTo>
                  <a:lnTo>
                    <a:pt x="133492" y="329677"/>
                  </a:lnTo>
                  <a:lnTo>
                    <a:pt x="128759" y="287415"/>
                  </a:lnTo>
                  <a:lnTo>
                    <a:pt x="110520" y="203552"/>
                  </a:lnTo>
                  <a:lnTo>
                    <a:pt x="86509" y="134187"/>
                  </a:lnTo>
                  <a:lnTo>
                    <a:pt x="62145" y="81380"/>
                  </a:lnTo>
                  <a:lnTo>
                    <a:pt x="62056" y="81222"/>
                  </a:lnTo>
                  <a:close/>
                </a:path>
              </a:pathLst>
            </a:custGeom>
            <a:solidFill>
              <a:srgbClr val="E9EA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12802575" y="7315811"/>
              <a:ext cx="162560" cy="424180"/>
            </a:xfrm>
            <a:custGeom>
              <a:avLst/>
              <a:gdLst/>
              <a:ahLst/>
              <a:cxnLst/>
              <a:rect l="l" t="t" r="r" b="b"/>
              <a:pathLst>
                <a:path w="162559" h="424179">
                  <a:moveTo>
                    <a:pt x="161094" y="0"/>
                  </a:moveTo>
                  <a:lnTo>
                    <a:pt x="146328" y="35189"/>
                  </a:lnTo>
                  <a:lnTo>
                    <a:pt x="133082" y="58172"/>
                  </a:lnTo>
                  <a:lnTo>
                    <a:pt x="113863" y="79075"/>
                  </a:lnTo>
                  <a:lnTo>
                    <a:pt x="81180" y="108028"/>
                  </a:lnTo>
                  <a:lnTo>
                    <a:pt x="44925" y="177865"/>
                  </a:lnTo>
                  <a:lnTo>
                    <a:pt x="19638" y="284228"/>
                  </a:lnTo>
                  <a:lnTo>
                    <a:pt x="4827" y="381499"/>
                  </a:lnTo>
                  <a:lnTo>
                    <a:pt x="0" y="424060"/>
                  </a:lnTo>
                  <a:lnTo>
                    <a:pt x="47282" y="364269"/>
                  </a:lnTo>
                  <a:lnTo>
                    <a:pt x="76228" y="326376"/>
                  </a:lnTo>
                  <a:lnTo>
                    <a:pt x="98702" y="294213"/>
                  </a:lnTo>
                  <a:lnTo>
                    <a:pt x="126572" y="251615"/>
                  </a:lnTo>
                  <a:lnTo>
                    <a:pt x="151385" y="182368"/>
                  </a:lnTo>
                  <a:lnTo>
                    <a:pt x="161094" y="99201"/>
                  </a:lnTo>
                  <a:lnTo>
                    <a:pt x="162173" y="29337"/>
                  </a:lnTo>
                  <a:lnTo>
                    <a:pt x="161094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12790491" y="7275004"/>
              <a:ext cx="183515" cy="495300"/>
            </a:xfrm>
            <a:custGeom>
              <a:avLst/>
              <a:gdLst/>
              <a:ahLst/>
              <a:cxnLst/>
              <a:rect l="l" t="t" r="r" b="b"/>
              <a:pathLst>
                <a:path w="183515" h="495300">
                  <a:moveTo>
                    <a:pt x="179806" y="0"/>
                  </a:moveTo>
                  <a:lnTo>
                    <a:pt x="164623" y="37360"/>
                  </a:lnTo>
                  <a:lnTo>
                    <a:pt x="145872" y="72461"/>
                  </a:lnTo>
                  <a:lnTo>
                    <a:pt x="121827" y="106083"/>
                  </a:lnTo>
                  <a:lnTo>
                    <a:pt x="87243" y="141880"/>
                  </a:lnTo>
                  <a:lnTo>
                    <a:pt x="64362" y="174981"/>
                  </a:lnTo>
                  <a:lnTo>
                    <a:pt x="45341" y="225804"/>
                  </a:lnTo>
                  <a:lnTo>
                    <a:pt x="30030" y="286298"/>
                  </a:lnTo>
                  <a:lnTo>
                    <a:pt x="18281" y="348414"/>
                  </a:lnTo>
                  <a:lnTo>
                    <a:pt x="9945" y="404104"/>
                  </a:lnTo>
                  <a:lnTo>
                    <a:pt x="4871" y="445317"/>
                  </a:lnTo>
                  <a:lnTo>
                    <a:pt x="0" y="494906"/>
                  </a:lnTo>
                  <a:lnTo>
                    <a:pt x="19287" y="470593"/>
                  </a:lnTo>
                  <a:lnTo>
                    <a:pt x="33059" y="453023"/>
                  </a:lnTo>
                  <a:lnTo>
                    <a:pt x="47831" y="433756"/>
                  </a:lnTo>
                  <a:lnTo>
                    <a:pt x="24690" y="433756"/>
                  </a:lnTo>
                  <a:lnTo>
                    <a:pt x="31198" y="385067"/>
                  </a:lnTo>
                  <a:lnTo>
                    <a:pt x="40193" y="330145"/>
                  </a:lnTo>
                  <a:lnTo>
                    <a:pt x="51588" y="274373"/>
                  </a:lnTo>
                  <a:lnTo>
                    <a:pt x="65297" y="223136"/>
                  </a:lnTo>
                  <a:lnTo>
                    <a:pt x="81231" y="181816"/>
                  </a:lnTo>
                  <a:lnTo>
                    <a:pt x="120884" y="135093"/>
                  </a:lnTo>
                  <a:lnTo>
                    <a:pt x="138953" y="114277"/>
                  </a:lnTo>
                  <a:lnTo>
                    <a:pt x="153654" y="94387"/>
                  </a:lnTo>
                  <a:lnTo>
                    <a:pt x="165125" y="76458"/>
                  </a:lnTo>
                  <a:lnTo>
                    <a:pt x="183375" y="76458"/>
                  </a:lnTo>
                  <a:lnTo>
                    <a:pt x="183333" y="62874"/>
                  </a:lnTo>
                  <a:lnTo>
                    <a:pt x="182360" y="40208"/>
                  </a:lnTo>
                  <a:lnTo>
                    <a:pt x="179806" y="0"/>
                  </a:lnTo>
                  <a:close/>
                </a:path>
                <a:path w="183515" h="495300">
                  <a:moveTo>
                    <a:pt x="183375" y="76458"/>
                  </a:moveTo>
                  <a:lnTo>
                    <a:pt x="165125" y="76458"/>
                  </a:lnTo>
                  <a:lnTo>
                    <a:pt x="164566" y="125895"/>
                  </a:lnTo>
                  <a:lnTo>
                    <a:pt x="160233" y="184320"/>
                  </a:lnTo>
                  <a:lnTo>
                    <a:pt x="149794" y="241553"/>
                  </a:lnTo>
                  <a:lnTo>
                    <a:pt x="130917" y="287415"/>
                  </a:lnTo>
                  <a:lnTo>
                    <a:pt x="104866" y="325800"/>
                  </a:lnTo>
                  <a:lnTo>
                    <a:pt x="76107" y="365713"/>
                  </a:lnTo>
                  <a:lnTo>
                    <a:pt x="48197" y="403062"/>
                  </a:lnTo>
                  <a:lnTo>
                    <a:pt x="24690" y="433756"/>
                  </a:lnTo>
                  <a:lnTo>
                    <a:pt x="47831" y="433756"/>
                  </a:lnTo>
                  <a:lnTo>
                    <a:pt x="107348" y="354095"/>
                  </a:lnTo>
                  <a:lnTo>
                    <a:pt x="146393" y="297446"/>
                  </a:lnTo>
                  <a:lnTo>
                    <a:pt x="168279" y="243507"/>
                  </a:lnTo>
                  <a:lnTo>
                    <a:pt x="179555" y="177669"/>
                  </a:lnTo>
                  <a:lnTo>
                    <a:pt x="183413" y="114277"/>
                  </a:lnTo>
                  <a:lnTo>
                    <a:pt x="183375" y="76458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12629975" y="7315821"/>
              <a:ext cx="124460" cy="418465"/>
            </a:xfrm>
            <a:custGeom>
              <a:avLst/>
              <a:gdLst/>
              <a:ahLst/>
              <a:cxnLst/>
              <a:rect l="l" t="t" r="r" b="b"/>
              <a:pathLst>
                <a:path w="124459" h="418465">
                  <a:moveTo>
                    <a:pt x="0" y="0"/>
                  </a:moveTo>
                  <a:lnTo>
                    <a:pt x="10928" y="83689"/>
                  </a:lnTo>
                  <a:lnTo>
                    <a:pt x="21353" y="158174"/>
                  </a:lnTo>
                  <a:lnTo>
                    <a:pt x="32208" y="227637"/>
                  </a:lnTo>
                  <a:lnTo>
                    <a:pt x="41175" y="275790"/>
                  </a:lnTo>
                  <a:lnTo>
                    <a:pt x="72492" y="353217"/>
                  </a:lnTo>
                  <a:lnTo>
                    <a:pt x="109295" y="418228"/>
                  </a:lnTo>
                  <a:lnTo>
                    <a:pt x="114149" y="390016"/>
                  </a:lnTo>
                  <a:lnTo>
                    <a:pt x="122241" y="320663"/>
                  </a:lnTo>
                  <a:lnTo>
                    <a:pt x="123859" y="233085"/>
                  </a:lnTo>
                  <a:lnTo>
                    <a:pt x="109295" y="150204"/>
                  </a:lnTo>
                  <a:lnTo>
                    <a:pt x="88180" y="93188"/>
                  </a:lnTo>
                  <a:lnTo>
                    <a:pt x="69757" y="58536"/>
                  </a:lnTo>
                  <a:lnTo>
                    <a:pt x="43779" y="32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2618242" y="7296229"/>
              <a:ext cx="146050" cy="464184"/>
            </a:xfrm>
            <a:custGeom>
              <a:avLst/>
              <a:gdLst/>
              <a:ahLst/>
              <a:cxnLst/>
              <a:rect l="l" t="t" r="r" b="b"/>
              <a:pathLst>
                <a:path w="146050" h="464184">
                  <a:moveTo>
                    <a:pt x="0" y="0"/>
                  </a:moveTo>
                  <a:lnTo>
                    <a:pt x="10091" y="78718"/>
                  </a:lnTo>
                  <a:lnTo>
                    <a:pt x="17647" y="134538"/>
                  </a:lnTo>
                  <a:lnTo>
                    <a:pt x="26279" y="194664"/>
                  </a:lnTo>
                  <a:lnTo>
                    <a:pt x="34868" y="248777"/>
                  </a:lnTo>
                  <a:lnTo>
                    <a:pt x="52587" y="312558"/>
                  </a:lnTo>
                  <a:lnTo>
                    <a:pt x="78197" y="374251"/>
                  </a:lnTo>
                  <a:lnTo>
                    <a:pt x="101690" y="421614"/>
                  </a:lnTo>
                  <a:lnTo>
                    <a:pt x="125221" y="463608"/>
                  </a:lnTo>
                  <a:lnTo>
                    <a:pt x="130058" y="439630"/>
                  </a:lnTo>
                  <a:lnTo>
                    <a:pt x="132956" y="423801"/>
                  </a:lnTo>
                  <a:lnTo>
                    <a:pt x="135013" y="410060"/>
                  </a:lnTo>
                  <a:lnTo>
                    <a:pt x="116478" y="410060"/>
                  </a:lnTo>
                  <a:lnTo>
                    <a:pt x="99904" y="376896"/>
                  </a:lnTo>
                  <a:lnTo>
                    <a:pt x="81231" y="335212"/>
                  </a:lnTo>
                  <a:lnTo>
                    <a:pt x="64315" y="289848"/>
                  </a:lnTo>
                  <a:lnTo>
                    <a:pt x="53014" y="245646"/>
                  </a:lnTo>
                  <a:lnTo>
                    <a:pt x="44888" y="194629"/>
                  </a:lnTo>
                  <a:lnTo>
                    <a:pt x="36691" y="137838"/>
                  </a:lnTo>
                  <a:lnTo>
                    <a:pt x="29347" y="83911"/>
                  </a:lnTo>
                  <a:lnTo>
                    <a:pt x="23800" y="41621"/>
                  </a:lnTo>
                  <a:lnTo>
                    <a:pt x="49650" y="41621"/>
                  </a:lnTo>
                  <a:lnTo>
                    <a:pt x="31037" y="23291"/>
                  </a:lnTo>
                  <a:lnTo>
                    <a:pt x="17036" y="12072"/>
                  </a:lnTo>
                  <a:lnTo>
                    <a:pt x="0" y="0"/>
                  </a:lnTo>
                  <a:close/>
                </a:path>
                <a:path w="146050" h="464184">
                  <a:moveTo>
                    <a:pt x="49650" y="41621"/>
                  </a:moveTo>
                  <a:lnTo>
                    <a:pt x="23800" y="41621"/>
                  </a:lnTo>
                  <a:lnTo>
                    <a:pt x="44382" y="62115"/>
                  </a:lnTo>
                  <a:lnTo>
                    <a:pt x="68326" y="91045"/>
                  </a:lnTo>
                  <a:lnTo>
                    <a:pt x="92150" y="128074"/>
                  </a:lnTo>
                  <a:lnTo>
                    <a:pt x="112373" y="172863"/>
                  </a:lnTo>
                  <a:lnTo>
                    <a:pt x="123301" y="220082"/>
                  </a:lnTo>
                  <a:lnTo>
                    <a:pt x="127055" y="272537"/>
                  </a:lnTo>
                  <a:lnTo>
                    <a:pt x="125755" y="325103"/>
                  </a:lnTo>
                  <a:lnTo>
                    <a:pt x="121522" y="372653"/>
                  </a:lnTo>
                  <a:lnTo>
                    <a:pt x="116478" y="410060"/>
                  </a:lnTo>
                  <a:lnTo>
                    <a:pt x="135013" y="410060"/>
                  </a:lnTo>
                  <a:lnTo>
                    <a:pt x="138373" y="387618"/>
                  </a:lnTo>
                  <a:lnTo>
                    <a:pt x="143533" y="337450"/>
                  </a:lnTo>
                  <a:lnTo>
                    <a:pt x="145659" y="279666"/>
                  </a:lnTo>
                  <a:lnTo>
                    <a:pt x="141975" y="220635"/>
                  </a:lnTo>
                  <a:lnTo>
                    <a:pt x="129702" y="166727"/>
                  </a:lnTo>
                  <a:lnTo>
                    <a:pt x="97743" y="101192"/>
                  </a:lnTo>
                  <a:lnTo>
                    <a:pt x="61397" y="53189"/>
                  </a:lnTo>
                  <a:lnTo>
                    <a:pt x="49650" y="41621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2594009" y="7649121"/>
              <a:ext cx="397510" cy="397510"/>
            </a:xfrm>
            <a:custGeom>
              <a:avLst/>
              <a:gdLst/>
              <a:ahLst/>
              <a:cxnLst/>
              <a:rect l="l" t="t" r="r" b="b"/>
              <a:pathLst>
                <a:path w="397509" h="397509">
                  <a:moveTo>
                    <a:pt x="396888" y="0"/>
                  </a:moveTo>
                  <a:lnTo>
                    <a:pt x="0" y="0"/>
                  </a:lnTo>
                  <a:lnTo>
                    <a:pt x="42459" y="396888"/>
                  </a:lnTo>
                  <a:lnTo>
                    <a:pt x="349319" y="396888"/>
                  </a:lnTo>
                  <a:lnTo>
                    <a:pt x="396888" y="0"/>
                  </a:lnTo>
                  <a:close/>
                </a:path>
              </a:pathLst>
            </a:custGeom>
            <a:solidFill>
              <a:srgbClr val="A085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2579711" y="7649117"/>
              <a:ext cx="431165" cy="73025"/>
            </a:xfrm>
            <a:custGeom>
              <a:avLst/>
              <a:gdLst/>
              <a:ahLst/>
              <a:cxnLst/>
              <a:rect l="l" t="t" r="r" b="b"/>
              <a:pathLst>
                <a:path w="431165" h="73025">
                  <a:moveTo>
                    <a:pt x="431138" y="0"/>
                  </a:moveTo>
                  <a:lnTo>
                    <a:pt x="0" y="0"/>
                  </a:lnTo>
                  <a:lnTo>
                    <a:pt x="0" y="72615"/>
                  </a:lnTo>
                  <a:lnTo>
                    <a:pt x="431138" y="72615"/>
                  </a:lnTo>
                  <a:lnTo>
                    <a:pt x="431138" y="0"/>
                  </a:lnTo>
                  <a:close/>
                </a:path>
              </a:pathLst>
            </a:custGeom>
            <a:solidFill>
              <a:srgbClr val="AC92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9" name="object 349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0754183" y="6136003"/>
              <a:ext cx="1633652" cy="4100858"/>
            </a:xfrm>
            <a:prstGeom prst="rect">
              <a:avLst/>
            </a:prstGeom>
          </p:spPr>
        </p:pic>
      </p:grpSp>
      <p:grpSp>
        <p:nvGrpSpPr>
          <p:cNvPr id="350" name="object 350" descr=""/>
          <p:cNvGrpSpPr/>
          <p:nvPr/>
        </p:nvGrpSpPr>
        <p:grpSpPr>
          <a:xfrm>
            <a:off x="9049860" y="8502620"/>
            <a:ext cx="1266190" cy="1721485"/>
            <a:chOff x="9049860" y="8502620"/>
            <a:chExt cx="1266190" cy="1721485"/>
          </a:xfrm>
        </p:grpSpPr>
        <p:sp>
          <p:nvSpPr>
            <p:cNvPr id="351" name="object 351" descr=""/>
            <p:cNvSpPr/>
            <p:nvPr/>
          </p:nvSpPr>
          <p:spPr>
            <a:xfrm>
              <a:off x="9049860" y="8502620"/>
              <a:ext cx="1266190" cy="1565275"/>
            </a:xfrm>
            <a:custGeom>
              <a:avLst/>
              <a:gdLst/>
              <a:ahLst/>
              <a:cxnLst/>
              <a:rect l="l" t="t" r="r" b="b"/>
              <a:pathLst>
                <a:path w="1266190" h="1565275">
                  <a:moveTo>
                    <a:pt x="1265783" y="0"/>
                  </a:moveTo>
                  <a:lnTo>
                    <a:pt x="0" y="0"/>
                  </a:lnTo>
                  <a:lnTo>
                    <a:pt x="0" y="1564968"/>
                  </a:lnTo>
                  <a:lnTo>
                    <a:pt x="1265783" y="1564968"/>
                  </a:lnTo>
                  <a:lnTo>
                    <a:pt x="1265783" y="0"/>
                  </a:lnTo>
                  <a:close/>
                </a:path>
              </a:pathLst>
            </a:custGeom>
            <a:solidFill>
              <a:srgbClr val="EBE8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9085364" y="8537149"/>
              <a:ext cx="1201420" cy="1498600"/>
            </a:xfrm>
            <a:custGeom>
              <a:avLst/>
              <a:gdLst/>
              <a:ahLst/>
              <a:cxnLst/>
              <a:rect l="l" t="t" r="r" b="b"/>
              <a:pathLst>
                <a:path w="1201420" h="1498600">
                  <a:moveTo>
                    <a:pt x="1201369" y="1158836"/>
                  </a:moveTo>
                  <a:lnTo>
                    <a:pt x="0" y="1158836"/>
                  </a:lnTo>
                  <a:lnTo>
                    <a:pt x="0" y="1498231"/>
                  </a:lnTo>
                  <a:lnTo>
                    <a:pt x="1201369" y="1498231"/>
                  </a:lnTo>
                  <a:lnTo>
                    <a:pt x="1201369" y="1158836"/>
                  </a:lnTo>
                  <a:close/>
                </a:path>
                <a:path w="1201420" h="1498600">
                  <a:moveTo>
                    <a:pt x="1201369" y="772553"/>
                  </a:moveTo>
                  <a:lnTo>
                    <a:pt x="0" y="772553"/>
                  </a:lnTo>
                  <a:lnTo>
                    <a:pt x="0" y="1111948"/>
                  </a:lnTo>
                  <a:lnTo>
                    <a:pt x="1201369" y="1111948"/>
                  </a:lnTo>
                  <a:lnTo>
                    <a:pt x="1201369" y="772553"/>
                  </a:lnTo>
                  <a:close/>
                </a:path>
                <a:path w="1201420" h="1498600">
                  <a:moveTo>
                    <a:pt x="1201369" y="386283"/>
                  </a:moveTo>
                  <a:lnTo>
                    <a:pt x="0" y="386283"/>
                  </a:lnTo>
                  <a:lnTo>
                    <a:pt x="0" y="725665"/>
                  </a:lnTo>
                  <a:lnTo>
                    <a:pt x="1201369" y="725665"/>
                  </a:lnTo>
                  <a:lnTo>
                    <a:pt x="1201369" y="386283"/>
                  </a:lnTo>
                  <a:close/>
                </a:path>
                <a:path w="1201420" h="1498600">
                  <a:moveTo>
                    <a:pt x="1201369" y="0"/>
                  </a:moveTo>
                  <a:lnTo>
                    <a:pt x="0" y="0"/>
                  </a:lnTo>
                  <a:lnTo>
                    <a:pt x="0" y="339394"/>
                  </a:lnTo>
                  <a:lnTo>
                    <a:pt x="1201369" y="339394"/>
                  </a:lnTo>
                  <a:lnTo>
                    <a:pt x="1201369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9544012" y="8697080"/>
              <a:ext cx="246379" cy="1169670"/>
            </a:xfrm>
            <a:custGeom>
              <a:avLst/>
              <a:gdLst/>
              <a:ahLst/>
              <a:cxnLst/>
              <a:rect l="l" t="t" r="r" b="b"/>
              <a:pathLst>
                <a:path w="246379" h="1169670">
                  <a:moveTo>
                    <a:pt x="246253" y="1131392"/>
                  </a:moveTo>
                  <a:lnTo>
                    <a:pt x="0" y="1131392"/>
                  </a:lnTo>
                  <a:lnTo>
                    <a:pt x="0" y="1169174"/>
                  </a:lnTo>
                  <a:lnTo>
                    <a:pt x="246253" y="1169174"/>
                  </a:lnTo>
                  <a:lnTo>
                    <a:pt x="246253" y="1131392"/>
                  </a:lnTo>
                  <a:close/>
                </a:path>
                <a:path w="246379" h="1169670">
                  <a:moveTo>
                    <a:pt x="246253" y="754253"/>
                  </a:moveTo>
                  <a:lnTo>
                    <a:pt x="0" y="754253"/>
                  </a:lnTo>
                  <a:lnTo>
                    <a:pt x="0" y="792048"/>
                  </a:lnTo>
                  <a:lnTo>
                    <a:pt x="246253" y="792048"/>
                  </a:lnTo>
                  <a:lnTo>
                    <a:pt x="246253" y="754253"/>
                  </a:lnTo>
                  <a:close/>
                </a:path>
                <a:path w="246379" h="1169670">
                  <a:moveTo>
                    <a:pt x="246253" y="377126"/>
                  </a:moveTo>
                  <a:lnTo>
                    <a:pt x="0" y="377126"/>
                  </a:lnTo>
                  <a:lnTo>
                    <a:pt x="0" y="414934"/>
                  </a:lnTo>
                  <a:lnTo>
                    <a:pt x="246253" y="414934"/>
                  </a:lnTo>
                  <a:lnTo>
                    <a:pt x="246253" y="377126"/>
                  </a:lnTo>
                  <a:close/>
                </a:path>
                <a:path w="246379" h="1169670">
                  <a:moveTo>
                    <a:pt x="246253" y="0"/>
                  </a:moveTo>
                  <a:lnTo>
                    <a:pt x="0" y="0"/>
                  </a:lnTo>
                  <a:lnTo>
                    <a:pt x="0" y="37820"/>
                  </a:lnTo>
                  <a:lnTo>
                    <a:pt x="246253" y="37820"/>
                  </a:lnTo>
                  <a:lnTo>
                    <a:pt x="246253" y="0"/>
                  </a:lnTo>
                  <a:close/>
                </a:path>
              </a:pathLst>
            </a:custGeom>
            <a:solidFill>
              <a:srgbClr val="C2BE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9100490" y="10067588"/>
              <a:ext cx="1151255" cy="47625"/>
            </a:xfrm>
            <a:custGeom>
              <a:avLst/>
              <a:gdLst/>
              <a:ahLst/>
              <a:cxnLst/>
              <a:rect l="l" t="t" r="r" b="b"/>
              <a:pathLst>
                <a:path w="1151254" h="47625">
                  <a:moveTo>
                    <a:pt x="179514" y="0"/>
                  </a:moveTo>
                  <a:lnTo>
                    <a:pt x="0" y="0"/>
                  </a:lnTo>
                  <a:lnTo>
                    <a:pt x="0" y="23774"/>
                  </a:lnTo>
                  <a:lnTo>
                    <a:pt x="0" y="47561"/>
                  </a:lnTo>
                  <a:lnTo>
                    <a:pt x="179514" y="47561"/>
                  </a:lnTo>
                  <a:lnTo>
                    <a:pt x="179514" y="23774"/>
                  </a:lnTo>
                  <a:lnTo>
                    <a:pt x="179514" y="0"/>
                  </a:lnTo>
                  <a:close/>
                </a:path>
                <a:path w="1151254" h="47625">
                  <a:moveTo>
                    <a:pt x="1150721" y="0"/>
                  </a:moveTo>
                  <a:lnTo>
                    <a:pt x="971219" y="0"/>
                  </a:lnTo>
                  <a:lnTo>
                    <a:pt x="971219" y="23774"/>
                  </a:lnTo>
                  <a:lnTo>
                    <a:pt x="971219" y="47561"/>
                  </a:lnTo>
                  <a:lnTo>
                    <a:pt x="1150721" y="47561"/>
                  </a:lnTo>
                  <a:lnTo>
                    <a:pt x="1150721" y="23774"/>
                  </a:lnTo>
                  <a:lnTo>
                    <a:pt x="1150721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9123896" y="10091362"/>
              <a:ext cx="1104265" cy="133350"/>
            </a:xfrm>
            <a:custGeom>
              <a:avLst/>
              <a:gdLst/>
              <a:ahLst/>
              <a:cxnLst/>
              <a:rect l="l" t="t" r="r" b="b"/>
              <a:pathLst>
                <a:path w="1104265" h="133350">
                  <a:moveTo>
                    <a:pt x="132715" y="0"/>
                  </a:moveTo>
                  <a:lnTo>
                    <a:pt x="0" y="0"/>
                  </a:lnTo>
                  <a:lnTo>
                    <a:pt x="0" y="132740"/>
                  </a:lnTo>
                  <a:lnTo>
                    <a:pt x="132715" y="132740"/>
                  </a:lnTo>
                  <a:lnTo>
                    <a:pt x="132715" y="0"/>
                  </a:lnTo>
                  <a:close/>
                </a:path>
                <a:path w="1104265" h="133350">
                  <a:moveTo>
                    <a:pt x="1103934" y="0"/>
                  </a:moveTo>
                  <a:lnTo>
                    <a:pt x="971194" y="0"/>
                  </a:lnTo>
                  <a:lnTo>
                    <a:pt x="971194" y="132740"/>
                  </a:lnTo>
                  <a:lnTo>
                    <a:pt x="1103934" y="132740"/>
                  </a:lnTo>
                  <a:lnTo>
                    <a:pt x="1103934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6" name="object 356" descr=""/>
          <p:cNvGrpSpPr/>
          <p:nvPr/>
        </p:nvGrpSpPr>
        <p:grpSpPr>
          <a:xfrm>
            <a:off x="6252957" y="6690308"/>
            <a:ext cx="636270" cy="382905"/>
            <a:chOff x="6252957" y="6690308"/>
            <a:chExt cx="636270" cy="382905"/>
          </a:xfrm>
        </p:grpSpPr>
        <p:pic>
          <p:nvPicPr>
            <p:cNvPr id="357" name="object 357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679599" y="6768093"/>
              <a:ext cx="209543" cy="241102"/>
            </a:xfrm>
            <a:prstGeom prst="rect">
              <a:avLst/>
            </a:prstGeom>
          </p:spPr>
        </p:pic>
        <p:sp>
          <p:nvSpPr>
            <p:cNvPr id="358" name="object 358" descr=""/>
            <p:cNvSpPr/>
            <p:nvPr/>
          </p:nvSpPr>
          <p:spPr>
            <a:xfrm>
              <a:off x="6252957" y="6690308"/>
              <a:ext cx="493395" cy="382905"/>
            </a:xfrm>
            <a:custGeom>
              <a:avLst/>
              <a:gdLst/>
              <a:ahLst/>
              <a:cxnLst/>
              <a:rect l="l" t="t" r="r" b="b"/>
              <a:pathLst>
                <a:path w="493395" h="382904">
                  <a:moveTo>
                    <a:pt x="246641" y="0"/>
                  </a:moveTo>
                  <a:lnTo>
                    <a:pt x="181078" y="2046"/>
                  </a:lnTo>
                  <a:lnTo>
                    <a:pt x="122161" y="7822"/>
                  </a:lnTo>
                  <a:lnTo>
                    <a:pt x="72243" y="16780"/>
                  </a:lnTo>
                  <a:lnTo>
                    <a:pt x="33676" y="28375"/>
                  </a:lnTo>
                  <a:lnTo>
                    <a:pt x="0" y="57485"/>
                  </a:lnTo>
                  <a:lnTo>
                    <a:pt x="136" y="57883"/>
                  </a:lnTo>
                  <a:lnTo>
                    <a:pt x="0" y="57883"/>
                  </a:lnTo>
                  <a:lnTo>
                    <a:pt x="0" y="188748"/>
                  </a:lnTo>
                  <a:lnTo>
                    <a:pt x="5111" y="233132"/>
                  </a:lnTo>
                  <a:lnTo>
                    <a:pt x="19673" y="273875"/>
                  </a:lnTo>
                  <a:lnTo>
                    <a:pt x="42522" y="309815"/>
                  </a:lnTo>
                  <a:lnTo>
                    <a:pt x="72497" y="339790"/>
                  </a:lnTo>
                  <a:lnTo>
                    <a:pt x="108437" y="362639"/>
                  </a:lnTo>
                  <a:lnTo>
                    <a:pt x="149180" y="377201"/>
                  </a:lnTo>
                  <a:lnTo>
                    <a:pt x="193564" y="382312"/>
                  </a:lnTo>
                  <a:lnTo>
                    <a:pt x="299697" y="382312"/>
                  </a:lnTo>
                  <a:lnTo>
                    <a:pt x="344079" y="377201"/>
                  </a:lnTo>
                  <a:lnTo>
                    <a:pt x="384824" y="362639"/>
                  </a:lnTo>
                  <a:lnTo>
                    <a:pt x="420768" y="339790"/>
                  </a:lnTo>
                  <a:lnTo>
                    <a:pt x="450749" y="309815"/>
                  </a:lnTo>
                  <a:lnTo>
                    <a:pt x="473604" y="273875"/>
                  </a:lnTo>
                  <a:lnTo>
                    <a:pt x="488169" y="233132"/>
                  </a:lnTo>
                  <a:lnTo>
                    <a:pt x="493283" y="188748"/>
                  </a:lnTo>
                  <a:lnTo>
                    <a:pt x="493283" y="57883"/>
                  </a:lnTo>
                  <a:lnTo>
                    <a:pt x="493147" y="57883"/>
                  </a:lnTo>
                  <a:lnTo>
                    <a:pt x="493283" y="57286"/>
                  </a:lnTo>
                  <a:lnTo>
                    <a:pt x="459607" y="28375"/>
                  </a:lnTo>
                  <a:lnTo>
                    <a:pt x="421039" y="16780"/>
                  </a:lnTo>
                  <a:lnTo>
                    <a:pt x="371121" y="7822"/>
                  </a:lnTo>
                  <a:lnTo>
                    <a:pt x="312204" y="2046"/>
                  </a:lnTo>
                  <a:lnTo>
                    <a:pt x="246641" y="0"/>
                  </a:lnTo>
                  <a:close/>
                </a:path>
              </a:pathLst>
            </a:custGeom>
            <a:solidFill>
              <a:srgbClr val="E6E0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6252957" y="6690308"/>
              <a:ext cx="493395" cy="346710"/>
            </a:xfrm>
            <a:custGeom>
              <a:avLst/>
              <a:gdLst/>
              <a:ahLst/>
              <a:cxnLst/>
              <a:rect l="l" t="t" r="r" b="b"/>
              <a:pathLst>
                <a:path w="493395" h="346709">
                  <a:moveTo>
                    <a:pt x="246641" y="0"/>
                  </a:moveTo>
                  <a:lnTo>
                    <a:pt x="181078" y="2046"/>
                  </a:lnTo>
                  <a:lnTo>
                    <a:pt x="122161" y="7822"/>
                  </a:lnTo>
                  <a:lnTo>
                    <a:pt x="72243" y="16780"/>
                  </a:lnTo>
                  <a:lnTo>
                    <a:pt x="33676" y="28375"/>
                  </a:lnTo>
                  <a:lnTo>
                    <a:pt x="0" y="57485"/>
                  </a:lnTo>
                  <a:lnTo>
                    <a:pt x="136" y="57883"/>
                  </a:lnTo>
                  <a:lnTo>
                    <a:pt x="0" y="57883"/>
                  </a:lnTo>
                  <a:lnTo>
                    <a:pt x="0" y="188748"/>
                  </a:lnTo>
                  <a:lnTo>
                    <a:pt x="7159" y="232082"/>
                  </a:lnTo>
                  <a:lnTo>
                    <a:pt x="26971" y="269824"/>
                  </a:lnTo>
                  <a:lnTo>
                    <a:pt x="56934" y="301041"/>
                  </a:lnTo>
                  <a:lnTo>
                    <a:pt x="94545" y="324794"/>
                  </a:lnTo>
                  <a:lnTo>
                    <a:pt x="137303" y="340150"/>
                  </a:lnTo>
                  <a:lnTo>
                    <a:pt x="182707" y="346173"/>
                  </a:lnTo>
                  <a:lnTo>
                    <a:pt x="228254" y="341926"/>
                  </a:lnTo>
                  <a:lnTo>
                    <a:pt x="366566" y="276549"/>
                  </a:lnTo>
                  <a:lnTo>
                    <a:pt x="446854" y="181241"/>
                  </a:lnTo>
                  <a:lnTo>
                    <a:pt x="484065" y="95266"/>
                  </a:lnTo>
                  <a:lnTo>
                    <a:pt x="493283" y="57286"/>
                  </a:lnTo>
                  <a:lnTo>
                    <a:pt x="484472" y="42059"/>
                  </a:lnTo>
                  <a:lnTo>
                    <a:pt x="459607" y="28375"/>
                  </a:lnTo>
                  <a:lnTo>
                    <a:pt x="421039" y="16780"/>
                  </a:lnTo>
                  <a:lnTo>
                    <a:pt x="371121" y="7822"/>
                  </a:lnTo>
                  <a:lnTo>
                    <a:pt x="312204" y="2046"/>
                  </a:lnTo>
                  <a:lnTo>
                    <a:pt x="246641" y="0"/>
                  </a:lnTo>
                  <a:close/>
                </a:path>
              </a:pathLst>
            </a:custGeom>
            <a:solidFill>
              <a:srgbClr val="F5EF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6273462" y="6704790"/>
              <a:ext cx="450215" cy="97790"/>
            </a:xfrm>
            <a:custGeom>
              <a:avLst/>
              <a:gdLst/>
              <a:ahLst/>
              <a:cxnLst/>
              <a:rect l="l" t="t" r="r" b="b"/>
              <a:pathLst>
                <a:path w="450215" h="97790">
                  <a:moveTo>
                    <a:pt x="224935" y="0"/>
                  </a:moveTo>
                  <a:lnTo>
                    <a:pt x="153835" y="2489"/>
                  </a:lnTo>
                  <a:lnTo>
                    <a:pt x="92087" y="9422"/>
                  </a:lnTo>
                  <a:lnTo>
                    <a:pt x="43397" y="19995"/>
                  </a:lnTo>
                  <a:lnTo>
                    <a:pt x="0" y="48846"/>
                  </a:lnTo>
                  <a:lnTo>
                    <a:pt x="11466" y="64280"/>
                  </a:lnTo>
                  <a:lnTo>
                    <a:pt x="43397" y="77688"/>
                  </a:lnTo>
                  <a:lnTo>
                    <a:pt x="92087" y="88264"/>
                  </a:lnTo>
                  <a:lnTo>
                    <a:pt x="153835" y="95201"/>
                  </a:lnTo>
                  <a:lnTo>
                    <a:pt x="224935" y="97693"/>
                  </a:lnTo>
                  <a:lnTo>
                    <a:pt x="296026" y="95201"/>
                  </a:lnTo>
                  <a:lnTo>
                    <a:pt x="357770" y="88264"/>
                  </a:lnTo>
                  <a:lnTo>
                    <a:pt x="406461" y="77688"/>
                  </a:lnTo>
                  <a:lnTo>
                    <a:pt x="438393" y="64280"/>
                  </a:lnTo>
                  <a:lnTo>
                    <a:pt x="449860" y="48846"/>
                  </a:lnTo>
                  <a:lnTo>
                    <a:pt x="438393" y="33404"/>
                  </a:lnTo>
                  <a:lnTo>
                    <a:pt x="406461" y="19995"/>
                  </a:lnTo>
                  <a:lnTo>
                    <a:pt x="357770" y="9422"/>
                  </a:lnTo>
                  <a:lnTo>
                    <a:pt x="296026" y="2489"/>
                  </a:lnTo>
                  <a:lnTo>
                    <a:pt x="224935" y="0"/>
                  </a:lnTo>
                  <a:close/>
                </a:path>
              </a:pathLst>
            </a:custGeom>
            <a:solidFill>
              <a:srgbClr val="E6E0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6281990" y="6722266"/>
              <a:ext cx="440690" cy="80645"/>
            </a:xfrm>
            <a:custGeom>
              <a:avLst/>
              <a:gdLst/>
              <a:ahLst/>
              <a:cxnLst/>
              <a:rect l="l" t="t" r="r" b="b"/>
              <a:pathLst>
                <a:path w="440690" h="80645">
                  <a:moveTo>
                    <a:pt x="221836" y="0"/>
                  </a:moveTo>
                  <a:lnTo>
                    <a:pt x="150428" y="1574"/>
                  </a:lnTo>
                  <a:lnTo>
                    <a:pt x="88176" y="7567"/>
                  </a:lnTo>
                  <a:lnTo>
                    <a:pt x="39444" y="17241"/>
                  </a:lnTo>
                  <a:lnTo>
                    <a:pt x="0" y="44689"/>
                  </a:lnTo>
                  <a:lnTo>
                    <a:pt x="12168" y="54612"/>
                  </a:lnTo>
                  <a:lnTo>
                    <a:pt x="42183" y="64202"/>
                  </a:lnTo>
                  <a:lnTo>
                    <a:pt x="87755" y="72382"/>
                  </a:lnTo>
                  <a:lnTo>
                    <a:pt x="146595" y="78079"/>
                  </a:lnTo>
                  <a:lnTo>
                    <a:pt x="216412" y="80217"/>
                  </a:lnTo>
                  <a:lnTo>
                    <a:pt x="286620" y="77895"/>
                  </a:lnTo>
                  <a:lnTo>
                    <a:pt x="346552" y="71405"/>
                  </a:lnTo>
                  <a:lnTo>
                    <a:pt x="393756" y="61463"/>
                  </a:lnTo>
                  <a:lnTo>
                    <a:pt x="425780" y="48784"/>
                  </a:lnTo>
                  <a:lnTo>
                    <a:pt x="440175" y="34082"/>
                  </a:lnTo>
                  <a:lnTo>
                    <a:pt x="435152" y="27725"/>
                  </a:lnTo>
                  <a:lnTo>
                    <a:pt x="414631" y="19294"/>
                  </a:lnTo>
                  <a:lnTo>
                    <a:pt x="374789" y="10634"/>
                  </a:lnTo>
                  <a:lnTo>
                    <a:pt x="311798" y="3587"/>
                  </a:lnTo>
                  <a:lnTo>
                    <a:pt x="221836" y="0"/>
                  </a:lnTo>
                  <a:close/>
                </a:path>
              </a:pathLst>
            </a:custGeom>
            <a:solidFill>
              <a:srgbClr val="6958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6281999" y="6722262"/>
              <a:ext cx="331470" cy="80645"/>
            </a:xfrm>
            <a:custGeom>
              <a:avLst/>
              <a:gdLst/>
              <a:ahLst/>
              <a:cxnLst/>
              <a:rect l="l" t="t" r="r" b="b"/>
              <a:pathLst>
                <a:path w="331470" h="80645">
                  <a:moveTo>
                    <a:pt x="221825" y="0"/>
                  </a:moveTo>
                  <a:lnTo>
                    <a:pt x="150418" y="1578"/>
                  </a:lnTo>
                  <a:lnTo>
                    <a:pt x="88166" y="7572"/>
                  </a:lnTo>
                  <a:lnTo>
                    <a:pt x="39436" y="17247"/>
                  </a:lnTo>
                  <a:lnTo>
                    <a:pt x="0" y="44700"/>
                  </a:lnTo>
                  <a:lnTo>
                    <a:pt x="12163" y="54622"/>
                  </a:lnTo>
                  <a:lnTo>
                    <a:pt x="42175" y="64209"/>
                  </a:lnTo>
                  <a:lnTo>
                    <a:pt x="87746" y="72386"/>
                  </a:lnTo>
                  <a:lnTo>
                    <a:pt x="146585" y="78080"/>
                  </a:lnTo>
                  <a:lnTo>
                    <a:pt x="216401" y="80217"/>
                  </a:lnTo>
                  <a:lnTo>
                    <a:pt x="259457" y="76855"/>
                  </a:lnTo>
                  <a:lnTo>
                    <a:pt x="294197" y="67975"/>
                  </a:lnTo>
                  <a:lnTo>
                    <a:pt x="318726" y="55382"/>
                  </a:lnTo>
                  <a:lnTo>
                    <a:pt x="331146" y="40886"/>
                  </a:lnTo>
                  <a:lnTo>
                    <a:pt x="329563" y="26292"/>
                  </a:lnTo>
                  <a:lnTo>
                    <a:pt x="312079" y="13408"/>
                  </a:lnTo>
                  <a:lnTo>
                    <a:pt x="276799" y="4042"/>
                  </a:lnTo>
                  <a:lnTo>
                    <a:pt x="221825" y="0"/>
                  </a:lnTo>
                  <a:close/>
                </a:path>
              </a:pathLst>
            </a:custGeom>
            <a:solidFill>
              <a:srgbClr val="7866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6773086" y="6774281"/>
              <a:ext cx="85090" cy="34290"/>
            </a:xfrm>
            <a:custGeom>
              <a:avLst/>
              <a:gdLst/>
              <a:ahLst/>
              <a:cxnLst/>
              <a:rect l="l" t="t" r="r" b="b"/>
              <a:pathLst>
                <a:path w="85090" h="34290">
                  <a:moveTo>
                    <a:pt x="0" y="0"/>
                  </a:moveTo>
                  <a:lnTo>
                    <a:pt x="0" y="14481"/>
                  </a:lnTo>
                  <a:lnTo>
                    <a:pt x="9329" y="14554"/>
                  </a:lnTo>
                  <a:lnTo>
                    <a:pt x="26416" y="15845"/>
                  </a:lnTo>
                  <a:lnTo>
                    <a:pt x="42853" y="19356"/>
                  </a:lnTo>
                  <a:lnTo>
                    <a:pt x="58655" y="25084"/>
                  </a:lnTo>
                  <a:lnTo>
                    <a:pt x="73840" y="33025"/>
                  </a:lnTo>
                  <a:lnTo>
                    <a:pt x="79466" y="33798"/>
                  </a:lnTo>
                  <a:lnTo>
                    <a:pt x="83466" y="30410"/>
                  </a:lnTo>
                  <a:lnTo>
                    <a:pt x="84477" y="25203"/>
                  </a:lnTo>
                  <a:lnTo>
                    <a:pt x="81138" y="20522"/>
                  </a:lnTo>
                  <a:lnTo>
                    <a:pt x="64282" y="11741"/>
                  </a:lnTo>
                  <a:lnTo>
                    <a:pt x="46632" y="5400"/>
                  </a:lnTo>
                  <a:lnTo>
                    <a:pt x="28283" y="1513"/>
                  </a:lnTo>
                  <a:lnTo>
                    <a:pt x="9329" y="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EFE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4158" y="728636"/>
            <a:ext cx="63436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latin typeface="Open Sans"/>
                <a:cs typeface="Open Sans"/>
              </a:rPr>
              <a:t>Desks</a:t>
            </a:r>
            <a:endParaRPr sz="1700">
              <a:latin typeface="Open Sans"/>
              <a:cs typeface="Open San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172317" y="8715404"/>
            <a:ext cx="598805" cy="1180465"/>
            <a:chOff x="6172317" y="8715404"/>
            <a:chExt cx="598805" cy="1180465"/>
          </a:xfrm>
        </p:grpSpPr>
        <p:sp>
          <p:nvSpPr>
            <p:cNvPr id="4" name="object 4" descr=""/>
            <p:cNvSpPr/>
            <p:nvPr/>
          </p:nvSpPr>
          <p:spPr>
            <a:xfrm>
              <a:off x="6172317" y="8715404"/>
              <a:ext cx="598805" cy="1180465"/>
            </a:xfrm>
            <a:custGeom>
              <a:avLst/>
              <a:gdLst/>
              <a:ahLst/>
              <a:cxnLst/>
              <a:rect l="l" t="t" r="r" b="b"/>
              <a:pathLst>
                <a:path w="598804" h="1180465">
                  <a:moveTo>
                    <a:pt x="558077" y="0"/>
                  </a:moveTo>
                  <a:lnTo>
                    <a:pt x="40113" y="0"/>
                  </a:lnTo>
                  <a:lnTo>
                    <a:pt x="24538" y="3168"/>
                  </a:lnTo>
                  <a:lnTo>
                    <a:pt x="11783" y="11794"/>
                  </a:lnTo>
                  <a:lnTo>
                    <a:pt x="3165" y="24556"/>
                  </a:lnTo>
                  <a:lnTo>
                    <a:pt x="0" y="40134"/>
                  </a:lnTo>
                  <a:lnTo>
                    <a:pt x="0" y="1139829"/>
                  </a:lnTo>
                  <a:lnTo>
                    <a:pt x="3165" y="1155404"/>
                  </a:lnTo>
                  <a:lnTo>
                    <a:pt x="11783" y="1168159"/>
                  </a:lnTo>
                  <a:lnTo>
                    <a:pt x="24538" y="1176777"/>
                  </a:lnTo>
                  <a:lnTo>
                    <a:pt x="40113" y="1179943"/>
                  </a:lnTo>
                  <a:lnTo>
                    <a:pt x="558077" y="1179943"/>
                  </a:lnTo>
                  <a:lnTo>
                    <a:pt x="573655" y="1176777"/>
                  </a:lnTo>
                  <a:lnTo>
                    <a:pt x="586418" y="1168159"/>
                  </a:lnTo>
                  <a:lnTo>
                    <a:pt x="595043" y="1155404"/>
                  </a:lnTo>
                  <a:lnTo>
                    <a:pt x="598212" y="1139829"/>
                  </a:lnTo>
                  <a:lnTo>
                    <a:pt x="598212" y="40134"/>
                  </a:lnTo>
                  <a:lnTo>
                    <a:pt x="595043" y="24556"/>
                  </a:lnTo>
                  <a:lnTo>
                    <a:pt x="586418" y="11794"/>
                  </a:lnTo>
                  <a:lnTo>
                    <a:pt x="573655" y="3168"/>
                  </a:lnTo>
                  <a:lnTo>
                    <a:pt x="558077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1767" y="8787051"/>
              <a:ext cx="431165" cy="36830"/>
            </a:xfrm>
            <a:custGeom>
              <a:avLst/>
              <a:gdLst/>
              <a:ahLst/>
              <a:cxnLst/>
              <a:rect l="l" t="t" r="r" b="b"/>
              <a:pathLst>
                <a:path w="431165" h="36829">
                  <a:moveTo>
                    <a:pt x="431054" y="0"/>
                  </a:moveTo>
                  <a:lnTo>
                    <a:pt x="0" y="0"/>
                  </a:lnTo>
                  <a:lnTo>
                    <a:pt x="0" y="36553"/>
                  </a:lnTo>
                  <a:lnTo>
                    <a:pt x="431054" y="36553"/>
                  </a:lnTo>
                  <a:lnTo>
                    <a:pt x="431054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95432" y="9329393"/>
              <a:ext cx="99075" cy="9907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2034" y="9357551"/>
              <a:ext cx="70950" cy="7091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210627" y="9490925"/>
              <a:ext cx="521334" cy="372745"/>
            </a:xfrm>
            <a:custGeom>
              <a:avLst/>
              <a:gdLst/>
              <a:ahLst/>
              <a:cxnLst/>
              <a:rect l="l" t="t" r="r" b="b"/>
              <a:pathLst>
                <a:path w="521334" h="372745">
                  <a:moveTo>
                    <a:pt x="521041" y="0"/>
                  </a:moveTo>
                  <a:lnTo>
                    <a:pt x="0" y="0"/>
                  </a:lnTo>
                  <a:lnTo>
                    <a:pt x="0" y="372208"/>
                  </a:lnTo>
                  <a:lnTo>
                    <a:pt x="521041" y="372208"/>
                  </a:lnTo>
                  <a:lnTo>
                    <a:pt x="521041" y="0"/>
                  </a:lnTo>
                  <a:close/>
                </a:path>
              </a:pathLst>
            </a:custGeom>
            <a:solidFill>
              <a:srgbClr val="515D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210617" y="9516065"/>
              <a:ext cx="521334" cy="327025"/>
            </a:xfrm>
            <a:custGeom>
              <a:avLst/>
              <a:gdLst/>
              <a:ahLst/>
              <a:cxnLst/>
              <a:rect l="l" t="t" r="r" b="b"/>
              <a:pathLst>
                <a:path w="521334" h="327025">
                  <a:moveTo>
                    <a:pt x="521042" y="308495"/>
                  </a:moveTo>
                  <a:lnTo>
                    <a:pt x="0" y="308495"/>
                  </a:lnTo>
                  <a:lnTo>
                    <a:pt x="0" y="326796"/>
                  </a:lnTo>
                  <a:lnTo>
                    <a:pt x="521042" y="326796"/>
                  </a:lnTo>
                  <a:lnTo>
                    <a:pt x="521042" y="308495"/>
                  </a:lnTo>
                  <a:close/>
                </a:path>
                <a:path w="521334" h="327025">
                  <a:moveTo>
                    <a:pt x="521042" y="274218"/>
                  </a:moveTo>
                  <a:lnTo>
                    <a:pt x="0" y="274218"/>
                  </a:lnTo>
                  <a:lnTo>
                    <a:pt x="0" y="292506"/>
                  </a:lnTo>
                  <a:lnTo>
                    <a:pt x="521042" y="292506"/>
                  </a:lnTo>
                  <a:lnTo>
                    <a:pt x="521042" y="274218"/>
                  </a:lnTo>
                  <a:close/>
                </a:path>
                <a:path w="521334" h="327025">
                  <a:moveTo>
                    <a:pt x="521042" y="239941"/>
                  </a:moveTo>
                  <a:lnTo>
                    <a:pt x="0" y="239941"/>
                  </a:lnTo>
                  <a:lnTo>
                    <a:pt x="0" y="258229"/>
                  </a:lnTo>
                  <a:lnTo>
                    <a:pt x="521042" y="258229"/>
                  </a:lnTo>
                  <a:lnTo>
                    <a:pt x="521042" y="239941"/>
                  </a:lnTo>
                  <a:close/>
                </a:path>
                <a:path w="521334" h="327025">
                  <a:moveTo>
                    <a:pt x="521042" y="205663"/>
                  </a:moveTo>
                  <a:lnTo>
                    <a:pt x="0" y="205663"/>
                  </a:lnTo>
                  <a:lnTo>
                    <a:pt x="0" y="223964"/>
                  </a:lnTo>
                  <a:lnTo>
                    <a:pt x="521042" y="223964"/>
                  </a:lnTo>
                  <a:lnTo>
                    <a:pt x="521042" y="205663"/>
                  </a:lnTo>
                  <a:close/>
                </a:path>
                <a:path w="521334" h="327025">
                  <a:moveTo>
                    <a:pt x="521042" y="171386"/>
                  </a:moveTo>
                  <a:lnTo>
                    <a:pt x="0" y="171386"/>
                  </a:lnTo>
                  <a:lnTo>
                    <a:pt x="0" y="189674"/>
                  </a:lnTo>
                  <a:lnTo>
                    <a:pt x="521042" y="189674"/>
                  </a:lnTo>
                  <a:lnTo>
                    <a:pt x="521042" y="171386"/>
                  </a:lnTo>
                  <a:close/>
                </a:path>
                <a:path w="521334" h="327025">
                  <a:moveTo>
                    <a:pt x="521042" y="137096"/>
                  </a:moveTo>
                  <a:lnTo>
                    <a:pt x="0" y="137096"/>
                  </a:lnTo>
                  <a:lnTo>
                    <a:pt x="0" y="155384"/>
                  </a:lnTo>
                  <a:lnTo>
                    <a:pt x="521042" y="155384"/>
                  </a:lnTo>
                  <a:lnTo>
                    <a:pt x="521042" y="137096"/>
                  </a:lnTo>
                  <a:close/>
                </a:path>
                <a:path w="521334" h="327025">
                  <a:moveTo>
                    <a:pt x="521042" y="102831"/>
                  </a:moveTo>
                  <a:lnTo>
                    <a:pt x="0" y="102831"/>
                  </a:lnTo>
                  <a:lnTo>
                    <a:pt x="0" y="121107"/>
                  </a:lnTo>
                  <a:lnTo>
                    <a:pt x="521042" y="121107"/>
                  </a:lnTo>
                  <a:lnTo>
                    <a:pt x="521042" y="102831"/>
                  </a:lnTo>
                  <a:close/>
                </a:path>
                <a:path w="521334" h="327025">
                  <a:moveTo>
                    <a:pt x="521042" y="68554"/>
                  </a:moveTo>
                  <a:lnTo>
                    <a:pt x="0" y="68554"/>
                  </a:lnTo>
                  <a:lnTo>
                    <a:pt x="0" y="86842"/>
                  </a:lnTo>
                  <a:lnTo>
                    <a:pt x="521042" y="86842"/>
                  </a:lnTo>
                  <a:lnTo>
                    <a:pt x="521042" y="68554"/>
                  </a:lnTo>
                  <a:close/>
                </a:path>
                <a:path w="521334" h="327025">
                  <a:moveTo>
                    <a:pt x="521042" y="34264"/>
                  </a:moveTo>
                  <a:lnTo>
                    <a:pt x="0" y="34264"/>
                  </a:lnTo>
                  <a:lnTo>
                    <a:pt x="0" y="52565"/>
                  </a:lnTo>
                  <a:lnTo>
                    <a:pt x="521042" y="52565"/>
                  </a:lnTo>
                  <a:lnTo>
                    <a:pt x="521042" y="34264"/>
                  </a:lnTo>
                  <a:close/>
                </a:path>
                <a:path w="521334" h="327025">
                  <a:moveTo>
                    <a:pt x="521042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521042" y="18288"/>
                  </a:lnTo>
                  <a:lnTo>
                    <a:pt x="521042" y="0"/>
                  </a:lnTo>
                  <a:close/>
                </a:path>
              </a:pathLst>
            </a:custGeom>
            <a:solidFill>
              <a:srgbClr val="606E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51768" y="8873899"/>
              <a:ext cx="434975" cy="431800"/>
            </a:xfrm>
            <a:custGeom>
              <a:avLst/>
              <a:gdLst/>
              <a:ahLst/>
              <a:cxnLst/>
              <a:rect l="l" t="t" r="r" b="b"/>
              <a:pathLst>
                <a:path w="434975" h="431800">
                  <a:moveTo>
                    <a:pt x="434740" y="0"/>
                  </a:moveTo>
                  <a:lnTo>
                    <a:pt x="0" y="214820"/>
                  </a:lnTo>
                  <a:lnTo>
                    <a:pt x="0" y="431484"/>
                  </a:lnTo>
                  <a:lnTo>
                    <a:pt x="434740" y="431484"/>
                  </a:lnTo>
                  <a:lnTo>
                    <a:pt x="434740" y="0"/>
                  </a:lnTo>
                  <a:close/>
                </a:path>
              </a:pathLst>
            </a:custGeom>
            <a:solidFill>
              <a:srgbClr val="465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251765" y="8880747"/>
              <a:ext cx="151765" cy="160655"/>
            </a:xfrm>
            <a:custGeom>
              <a:avLst/>
              <a:gdLst/>
              <a:ahLst/>
              <a:cxnLst/>
              <a:rect l="l" t="t" r="r" b="b"/>
              <a:pathLst>
                <a:path w="151764" h="160654">
                  <a:moveTo>
                    <a:pt x="49695" y="140830"/>
                  </a:moveTo>
                  <a:lnTo>
                    <a:pt x="48145" y="133159"/>
                  </a:lnTo>
                  <a:lnTo>
                    <a:pt x="43916" y="126898"/>
                  </a:lnTo>
                  <a:lnTo>
                    <a:pt x="37655" y="122682"/>
                  </a:lnTo>
                  <a:lnTo>
                    <a:pt x="29972" y="121132"/>
                  </a:lnTo>
                  <a:lnTo>
                    <a:pt x="22301" y="122682"/>
                  </a:lnTo>
                  <a:lnTo>
                    <a:pt x="16040" y="126898"/>
                  </a:lnTo>
                  <a:lnTo>
                    <a:pt x="11823" y="133159"/>
                  </a:lnTo>
                  <a:lnTo>
                    <a:pt x="10274" y="140830"/>
                  </a:lnTo>
                  <a:lnTo>
                    <a:pt x="11823" y="148501"/>
                  </a:lnTo>
                  <a:lnTo>
                    <a:pt x="16040" y="154774"/>
                  </a:lnTo>
                  <a:lnTo>
                    <a:pt x="22301" y="158991"/>
                  </a:lnTo>
                  <a:lnTo>
                    <a:pt x="29972" y="160540"/>
                  </a:lnTo>
                  <a:lnTo>
                    <a:pt x="37655" y="158991"/>
                  </a:lnTo>
                  <a:lnTo>
                    <a:pt x="43916" y="154774"/>
                  </a:lnTo>
                  <a:lnTo>
                    <a:pt x="48145" y="148501"/>
                  </a:lnTo>
                  <a:lnTo>
                    <a:pt x="49695" y="140830"/>
                  </a:lnTo>
                  <a:close/>
                </a:path>
                <a:path w="151764" h="160654">
                  <a:moveTo>
                    <a:pt x="49695" y="71132"/>
                  </a:moveTo>
                  <a:lnTo>
                    <a:pt x="48145" y="63461"/>
                  </a:lnTo>
                  <a:lnTo>
                    <a:pt x="43916" y="57200"/>
                  </a:lnTo>
                  <a:lnTo>
                    <a:pt x="37655" y="52971"/>
                  </a:lnTo>
                  <a:lnTo>
                    <a:pt x="29972" y="51422"/>
                  </a:lnTo>
                  <a:lnTo>
                    <a:pt x="22301" y="52971"/>
                  </a:lnTo>
                  <a:lnTo>
                    <a:pt x="16040" y="57200"/>
                  </a:lnTo>
                  <a:lnTo>
                    <a:pt x="11823" y="63461"/>
                  </a:lnTo>
                  <a:lnTo>
                    <a:pt x="10274" y="71132"/>
                  </a:lnTo>
                  <a:lnTo>
                    <a:pt x="11823" y="78803"/>
                  </a:lnTo>
                  <a:lnTo>
                    <a:pt x="16040" y="85064"/>
                  </a:lnTo>
                  <a:lnTo>
                    <a:pt x="22301" y="89293"/>
                  </a:lnTo>
                  <a:lnTo>
                    <a:pt x="29972" y="90843"/>
                  </a:lnTo>
                  <a:lnTo>
                    <a:pt x="37655" y="89293"/>
                  </a:lnTo>
                  <a:lnTo>
                    <a:pt x="43916" y="85064"/>
                  </a:lnTo>
                  <a:lnTo>
                    <a:pt x="48145" y="78803"/>
                  </a:lnTo>
                  <a:lnTo>
                    <a:pt x="49695" y="71132"/>
                  </a:lnTo>
                  <a:close/>
                </a:path>
                <a:path w="151764" h="160654">
                  <a:moveTo>
                    <a:pt x="58267" y="0"/>
                  </a:moveTo>
                  <a:lnTo>
                    <a:pt x="0" y="0"/>
                  </a:lnTo>
                  <a:lnTo>
                    <a:pt x="0" y="26301"/>
                  </a:lnTo>
                  <a:lnTo>
                    <a:pt x="58267" y="26301"/>
                  </a:lnTo>
                  <a:lnTo>
                    <a:pt x="58267" y="0"/>
                  </a:lnTo>
                  <a:close/>
                </a:path>
                <a:path w="151764" h="160654">
                  <a:moveTo>
                    <a:pt x="151384" y="0"/>
                  </a:moveTo>
                  <a:lnTo>
                    <a:pt x="93116" y="0"/>
                  </a:lnTo>
                  <a:lnTo>
                    <a:pt x="93116" y="26301"/>
                  </a:lnTo>
                  <a:lnTo>
                    <a:pt x="151384" y="26301"/>
                  </a:lnTo>
                  <a:lnTo>
                    <a:pt x="151384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3847516" y="10016980"/>
            <a:ext cx="1962150" cy="97790"/>
            <a:chOff x="3847516" y="10016980"/>
            <a:chExt cx="1962150" cy="97790"/>
          </a:xfrm>
        </p:grpSpPr>
        <p:sp>
          <p:nvSpPr>
            <p:cNvPr id="13" name="object 13" descr=""/>
            <p:cNvSpPr/>
            <p:nvPr/>
          </p:nvSpPr>
          <p:spPr>
            <a:xfrm>
              <a:off x="3847516" y="10016980"/>
              <a:ext cx="1962150" cy="97790"/>
            </a:xfrm>
            <a:custGeom>
              <a:avLst/>
              <a:gdLst/>
              <a:ahLst/>
              <a:cxnLst/>
              <a:rect l="l" t="t" r="r" b="b"/>
              <a:pathLst>
                <a:path w="1962150" h="97790">
                  <a:moveTo>
                    <a:pt x="1881324" y="0"/>
                  </a:moveTo>
                  <a:lnTo>
                    <a:pt x="80269" y="0"/>
                  </a:lnTo>
                  <a:lnTo>
                    <a:pt x="49024" y="6307"/>
                  </a:lnTo>
                  <a:lnTo>
                    <a:pt x="23509" y="23511"/>
                  </a:lnTo>
                  <a:lnTo>
                    <a:pt x="6307" y="49028"/>
                  </a:lnTo>
                  <a:lnTo>
                    <a:pt x="0" y="80280"/>
                  </a:lnTo>
                  <a:lnTo>
                    <a:pt x="0" y="97651"/>
                  </a:lnTo>
                  <a:lnTo>
                    <a:pt x="1961594" y="97651"/>
                  </a:lnTo>
                  <a:lnTo>
                    <a:pt x="1961594" y="80280"/>
                  </a:lnTo>
                  <a:lnTo>
                    <a:pt x="1955284" y="49028"/>
                  </a:lnTo>
                  <a:lnTo>
                    <a:pt x="1938077" y="23511"/>
                  </a:lnTo>
                  <a:lnTo>
                    <a:pt x="1912561" y="6307"/>
                  </a:lnTo>
                  <a:lnTo>
                    <a:pt x="1881324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920706" y="10016991"/>
              <a:ext cx="1757045" cy="33020"/>
            </a:xfrm>
            <a:custGeom>
              <a:avLst/>
              <a:gdLst/>
              <a:ahLst/>
              <a:cxnLst/>
              <a:rect l="l" t="t" r="r" b="b"/>
              <a:pathLst>
                <a:path w="1757045" h="33020">
                  <a:moveTo>
                    <a:pt x="111429" y="7302"/>
                  </a:moveTo>
                  <a:lnTo>
                    <a:pt x="104089" y="0"/>
                  </a:lnTo>
                  <a:lnTo>
                    <a:pt x="95148" y="0"/>
                  </a:lnTo>
                  <a:lnTo>
                    <a:pt x="7315" y="0"/>
                  </a:lnTo>
                  <a:lnTo>
                    <a:pt x="0" y="7302"/>
                  </a:lnTo>
                  <a:lnTo>
                    <a:pt x="0" y="25184"/>
                  </a:lnTo>
                  <a:lnTo>
                    <a:pt x="7315" y="32499"/>
                  </a:lnTo>
                  <a:lnTo>
                    <a:pt x="104089" y="32499"/>
                  </a:lnTo>
                  <a:lnTo>
                    <a:pt x="111429" y="25184"/>
                  </a:lnTo>
                  <a:lnTo>
                    <a:pt x="111429" y="7302"/>
                  </a:lnTo>
                  <a:close/>
                </a:path>
                <a:path w="1757045" h="33020">
                  <a:moveTo>
                    <a:pt x="258813" y="7302"/>
                  </a:moveTo>
                  <a:lnTo>
                    <a:pt x="251485" y="0"/>
                  </a:lnTo>
                  <a:lnTo>
                    <a:pt x="242570" y="0"/>
                  </a:lnTo>
                  <a:lnTo>
                    <a:pt x="154711" y="0"/>
                  </a:lnTo>
                  <a:lnTo>
                    <a:pt x="147396" y="7302"/>
                  </a:lnTo>
                  <a:lnTo>
                    <a:pt x="147396" y="25184"/>
                  </a:lnTo>
                  <a:lnTo>
                    <a:pt x="154711" y="32499"/>
                  </a:lnTo>
                  <a:lnTo>
                    <a:pt x="251485" y="32499"/>
                  </a:lnTo>
                  <a:lnTo>
                    <a:pt x="258813" y="25184"/>
                  </a:lnTo>
                  <a:lnTo>
                    <a:pt x="258813" y="7302"/>
                  </a:lnTo>
                  <a:close/>
                </a:path>
                <a:path w="1757045" h="33020">
                  <a:moveTo>
                    <a:pt x="406209" y="7302"/>
                  </a:moveTo>
                  <a:lnTo>
                    <a:pt x="398894" y="0"/>
                  </a:lnTo>
                  <a:lnTo>
                    <a:pt x="389953" y="0"/>
                  </a:lnTo>
                  <a:lnTo>
                    <a:pt x="302107" y="0"/>
                  </a:lnTo>
                  <a:lnTo>
                    <a:pt x="294805" y="7302"/>
                  </a:lnTo>
                  <a:lnTo>
                    <a:pt x="294805" y="25184"/>
                  </a:lnTo>
                  <a:lnTo>
                    <a:pt x="302107" y="32499"/>
                  </a:lnTo>
                  <a:lnTo>
                    <a:pt x="398894" y="32499"/>
                  </a:lnTo>
                  <a:lnTo>
                    <a:pt x="406209" y="25184"/>
                  </a:lnTo>
                  <a:lnTo>
                    <a:pt x="406209" y="7302"/>
                  </a:lnTo>
                  <a:close/>
                </a:path>
                <a:path w="1757045" h="33020">
                  <a:moveTo>
                    <a:pt x="798703" y="7302"/>
                  </a:moveTo>
                  <a:lnTo>
                    <a:pt x="791387" y="0"/>
                  </a:lnTo>
                  <a:lnTo>
                    <a:pt x="782447" y="0"/>
                  </a:lnTo>
                  <a:lnTo>
                    <a:pt x="449516" y="0"/>
                  </a:lnTo>
                  <a:lnTo>
                    <a:pt x="442201" y="7302"/>
                  </a:lnTo>
                  <a:lnTo>
                    <a:pt x="442201" y="25184"/>
                  </a:lnTo>
                  <a:lnTo>
                    <a:pt x="449516" y="32499"/>
                  </a:lnTo>
                  <a:lnTo>
                    <a:pt x="791387" y="32499"/>
                  </a:lnTo>
                  <a:lnTo>
                    <a:pt x="798703" y="25184"/>
                  </a:lnTo>
                  <a:lnTo>
                    <a:pt x="798703" y="7302"/>
                  </a:lnTo>
                  <a:close/>
                </a:path>
                <a:path w="1757045" h="33020">
                  <a:moveTo>
                    <a:pt x="963002" y="7302"/>
                  </a:moveTo>
                  <a:lnTo>
                    <a:pt x="955700" y="0"/>
                  </a:lnTo>
                  <a:lnTo>
                    <a:pt x="946759" y="0"/>
                  </a:lnTo>
                  <a:lnTo>
                    <a:pt x="858926" y="0"/>
                  </a:lnTo>
                  <a:lnTo>
                    <a:pt x="851611" y="7302"/>
                  </a:lnTo>
                  <a:lnTo>
                    <a:pt x="851611" y="25184"/>
                  </a:lnTo>
                  <a:lnTo>
                    <a:pt x="858926" y="32499"/>
                  </a:lnTo>
                  <a:lnTo>
                    <a:pt x="955700" y="32499"/>
                  </a:lnTo>
                  <a:lnTo>
                    <a:pt x="963002" y="25184"/>
                  </a:lnTo>
                  <a:lnTo>
                    <a:pt x="963002" y="7302"/>
                  </a:lnTo>
                  <a:close/>
                </a:path>
                <a:path w="1757045" h="33020">
                  <a:moveTo>
                    <a:pt x="1121740" y="7302"/>
                  </a:moveTo>
                  <a:lnTo>
                    <a:pt x="1114412" y="0"/>
                  </a:lnTo>
                  <a:lnTo>
                    <a:pt x="1105471" y="0"/>
                  </a:lnTo>
                  <a:lnTo>
                    <a:pt x="1017638" y="0"/>
                  </a:lnTo>
                  <a:lnTo>
                    <a:pt x="1010323" y="7302"/>
                  </a:lnTo>
                  <a:lnTo>
                    <a:pt x="1010323" y="25184"/>
                  </a:lnTo>
                  <a:lnTo>
                    <a:pt x="1017638" y="32499"/>
                  </a:lnTo>
                  <a:lnTo>
                    <a:pt x="1114412" y="32499"/>
                  </a:lnTo>
                  <a:lnTo>
                    <a:pt x="1121740" y="25184"/>
                  </a:lnTo>
                  <a:lnTo>
                    <a:pt x="1121740" y="7302"/>
                  </a:lnTo>
                  <a:close/>
                </a:path>
                <a:path w="1757045" h="33020">
                  <a:moveTo>
                    <a:pt x="1280439" y="7302"/>
                  </a:moveTo>
                  <a:lnTo>
                    <a:pt x="1273136" y="0"/>
                  </a:lnTo>
                  <a:lnTo>
                    <a:pt x="1264183" y="0"/>
                  </a:lnTo>
                  <a:lnTo>
                    <a:pt x="1176350" y="0"/>
                  </a:lnTo>
                  <a:lnTo>
                    <a:pt x="1169035" y="7302"/>
                  </a:lnTo>
                  <a:lnTo>
                    <a:pt x="1169035" y="25184"/>
                  </a:lnTo>
                  <a:lnTo>
                    <a:pt x="1176350" y="32499"/>
                  </a:lnTo>
                  <a:lnTo>
                    <a:pt x="1273136" y="32499"/>
                  </a:lnTo>
                  <a:lnTo>
                    <a:pt x="1280439" y="25184"/>
                  </a:lnTo>
                  <a:lnTo>
                    <a:pt x="1280439" y="7302"/>
                  </a:lnTo>
                  <a:close/>
                </a:path>
                <a:path w="1757045" h="33020">
                  <a:moveTo>
                    <a:pt x="1439176" y="7302"/>
                  </a:moveTo>
                  <a:lnTo>
                    <a:pt x="1431861" y="0"/>
                  </a:lnTo>
                  <a:lnTo>
                    <a:pt x="1422920" y="0"/>
                  </a:lnTo>
                  <a:lnTo>
                    <a:pt x="1335087" y="0"/>
                  </a:lnTo>
                  <a:lnTo>
                    <a:pt x="1327772" y="7302"/>
                  </a:lnTo>
                  <a:lnTo>
                    <a:pt x="1327772" y="25184"/>
                  </a:lnTo>
                  <a:lnTo>
                    <a:pt x="1335087" y="32499"/>
                  </a:lnTo>
                  <a:lnTo>
                    <a:pt x="1431861" y="32499"/>
                  </a:lnTo>
                  <a:lnTo>
                    <a:pt x="1439176" y="25184"/>
                  </a:lnTo>
                  <a:lnTo>
                    <a:pt x="1439176" y="7302"/>
                  </a:lnTo>
                  <a:close/>
                </a:path>
                <a:path w="1757045" h="33020">
                  <a:moveTo>
                    <a:pt x="1597888" y="7302"/>
                  </a:moveTo>
                  <a:lnTo>
                    <a:pt x="1590586" y="0"/>
                  </a:lnTo>
                  <a:lnTo>
                    <a:pt x="1581645" y="0"/>
                  </a:lnTo>
                  <a:lnTo>
                    <a:pt x="1493812" y="0"/>
                  </a:lnTo>
                  <a:lnTo>
                    <a:pt x="1486484" y="7302"/>
                  </a:lnTo>
                  <a:lnTo>
                    <a:pt x="1486484" y="25184"/>
                  </a:lnTo>
                  <a:lnTo>
                    <a:pt x="1493812" y="32499"/>
                  </a:lnTo>
                  <a:lnTo>
                    <a:pt x="1590586" y="32499"/>
                  </a:lnTo>
                  <a:lnTo>
                    <a:pt x="1597888" y="25184"/>
                  </a:lnTo>
                  <a:lnTo>
                    <a:pt x="1597888" y="7302"/>
                  </a:lnTo>
                  <a:close/>
                </a:path>
                <a:path w="1757045" h="33020">
                  <a:moveTo>
                    <a:pt x="1756625" y="7302"/>
                  </a:moveTo>
                  <a:lnTo>
                    <a:pt x="1749298" y="0"/>
                  </a:lnTo>
                  <a:lnTo>
                    <a:pt x="1740357" y="0"/>
                  </a:lnTo>
                  <a:lnTo>
                    <a:pt x="1652524" y="0"/>
                  </a:lnTo>
                  <a:lnTo>
                    <a:pt x="1645208" y="7302"/>
                  </a:lnTo>
                  <a:lnTo>
                    <a:pt x="1645208" y="25184"/>
                  </a:lnTo>
                  <a:lnTo>
                    <a:pt x="1652524" y="32499"/>
                  </a:lnTo>
                  <a:lnTo>
                    <a:pt x="1749298" y="32499"/>
                  </a:lnTo>
                  <a:lnTo>
                    <a:pt x="1756625" y="25184"/>
                  </a:lnTo>
                  <a:lnTo>
                    <a:pt x="1756625" y="7302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5955217" y="9970649"/>
            <a:ext cx="283210" cy="144145"/>
            <a:chOff x="5955217" y="9970649"/>
            <a:chExt cx="283210" cy="144145"/>
          </a:xfrm>
        </p:grpSpPr>
        <p:sp>
          <p:nvSpPr>
            <p:cNvPr id="16" name="object 16" descr=""/>
            <p:cNvSpPr/>
            <p:nvPr/>
          </p:nvSpPr>
          <p:spPr>
            <a:xfrm>
              <a:off x="5955217" y="9970651"/>
              <a:ext cx="283210" cy="144145"/>
            </a:xfrm>
            <a:custGeom>
              <a:avLst/>
              <a:gdLst/>
              <a:ahLst/>
              <a:cxnLst/>
              <a:rect l="l" t="t" r="r" b="b"/>
              <a:pathLst>
                <a:path w="283210" h="144145">
                  <a:moveTo>
                    <a:pt x="164078" y="0"/>
                  </a:moveTo>
                  <a:lnTo>
                    <a:pt x="119106" y="0"/>
                  </a:lnTo>
                  <a:lnTo>
                    <a:pt x="72741" y="9362"/>
                  </a:lnTo>
                  <a:lnTo>
                    <a:pt x="34882" y="34892"/>
                  </a:lnTo>
                  <a:lnTo>
                    <a:pt x="9358" y="72759"/>
                  </a:lnTo>
                  <a:lnTo>
                    <a:pt x="0" y="119127"/>
                  </a:lnTo>
                  <a:lnTo>
                    <a:pt x="1950" y="128802"/>
                  </a:lnTo>
                  <a:lnTo>
                    <a:pt x="7270" y="136703"/>
                  </a:lnTo>
                  <a:lnTo>
                    <a:pt x="15164" y="142031"/>
                  </a:lnTo>
                  <a:lnTo>
                    <a:pt x="24836" y="143985"/>
                  </a:lnTo>
                  <a:lnTo>
                    <a:pt x="258348" y="143985"/>
                  </a:lnTo>
                  <a:lnTo>
                    <a:pt x="268018" y="142031"/>
                  </a:lnTo>
                  <a:lnTo>
                    <a:pt x="275920" y="136703"/>
                  </a:lnTo>
                  <a:lnTo>
                    <a:pt x="281250" y="128802"/>
                  </a:lnTo>
                  <a:lnTo>
                    <a:pt x="283206" y="119127"/>
                  </a:lnTo>
                  <a:lnTo>
                    <a:pt x="273843" y="72759"/>
                  </a:lnTo>
                  <a:lnTo>
                    <a:pt x="248313" y="34892"/>
                  </a:lnTo>
                  <a:lnTo>
                    <a:pt x="210446" y="9362"/>
                  </a:lnTo>
                  <a:lnTo>
                    <a:pt x="164078" y="0"/>
                  </a:lnTo>
                  <a:close/>
                </a:path>
              </a:pathLst>
            </a:custGeom>
            <a:solidFill>
              <a:srgbClr val="7687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085877" y="9970649"/>
              <a:ext cx="19050" cy="62865"/>
            </a:xfrm>
            <a:custGeom>
              <a:avLst/>
              <a:gdLst/>
              <a:ahLst/>
              <a:cxnLst/>
              <a:rect l="l" t="t" r="r" b="b"/>
              <a:pathLst>
                <a:path w="19050" h="62865">
                  <a:moveTo>
                    <a:pt x="18858" y="0"/>
                  </a:moveTo>
                  <a:lnTo>
                    <a:pt x="0" y="0"/>
                  </a:lnTo>
                  <a:lnTo>
                    <a:pt x="0" y="62584"/>
                  </a:lnTo>
                  <a:lnTo>
                    <a:pt x="18858" y="62584"/>
                  </a:lnTo>
                  <a:lnTo>
                    <a:pt x="18858" y="0"/>
                  </a:lnTo>
                  <a:close/>
                </a:path>
              </a:pathLst>
            </a:custGeom>
            <a:solidFill>
              <a:srgbClr val="49546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3803716" y="8714193"/>
            <a:ext cx="2080895" cy="1191895"/>
            <a:chOff x="3803716" y="8714193"/>
            <a:chExt cx="2080895" cy="1191895"/>
          </a:xfrm>
        </p:grpSpPr>
        <p:sp>
          <p:nvSpPr>
            <p:cNvPr id="19" name="object 19" descr=""/>
            <p:cNvSpPr/>
            <p:nvPr/>
          </p:nvSpPr>
          <p:spPr>
            <a:xfrm>
              <a:off x="5636249" y="8714193"/>
              <a:ext cx="143510" cy="904875"/>
            </a:xfrm>
            <a:custGeom>
              <a:avLst/>
              <a:gdLst/>
              <a:ahLst/>
              <a:cxnLst/>
              <a:rect l="l" t="t" r="r" b="b"/>
              <a:pathLst>
                <a:path w="143510" h="904875">
                  <a:moveTo>
                    <a:pt x="37370" y="0"/>
                  </a:moveTo>
                  <a:lnTo>
                    <a:pt x="31550" y="97304"/>
                  </a:lnTo>
                  <a:lnTo>
                    <a:pt x="18736" y="319000"/>
                  </a:lnTo>
                  <a:lnTo>
                    <a:pt x="5896" y="559764"/>
                  </a:lnTo>
                  <a:lnTo>
                    <a:pt x="0" y="714271"/>
                  </a:lnTo>
                  <a:lnTo>
                    <a:pt x="501" y="774461"/>
                  </a:lnTo>
                  <a:lnTo>
                    <a:pt x="4561" y="814360"/>
                  </a:lnTo>
                  <a:lnTo>
                    <a:pt x="15683" y="851820"/>
                  </a:lnTo>
                  <a:lnTo>
                    <a:pt x="37370" y="904694"/>
                  </a:lnTo>
                  <a:lnTo>
                    <a:pt x="143210" y="615583"/>
                  </a:lnTo>
                  <a:lnTo>
                    <a:pt x="143210" y="327089"/>
                  </a:lnTo>
                  <a:lnTo>
                    <a:pt x="137203" y="310511"/>
                  </a:lnTo>
                  <a:lnTo>
                    <a:pt x="124176" y="270913"/>
                  </a:lnTo>
                  <a:lnTo>
                    <a:pt x="37370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908194" y="8714200"/>
              <a:ext cx="976630" cy="1185545"/>
            </a:xfrm>
            <a:custGeom>
              <a:avLst/>
              <a:gdLst/>
              <a:ahLst/>
              <a:cxnLst/>
              <a:rect l="l" t="t" r="r" b="b"/>
              <a:pathLst>
                <a:path w="976629" h="1185545">
                  <a:moveTo>
                    <a:pt x="585914" y="1050988"/>
                  </a:moveTo>
                  <a:lnTo>
                    <a:pt x="582104" y="1032154"/>
                  </a:lnTo>
                  <a:lnTo>
                    <a:pt x="571741" y="1016774"/>
                  </a:lnTo>
                  <a:lnTo>
                    <a:pt x="556361" y="1006411"/>
                  </a:lnTo>
                  <a:lnTo>
                    <a:pt x="537514" y="1002601"/>
                  </a:lnTo>
                  <a:lnTo>
                    <a:pt x="48412" y="1002601"/>
                  </a:lnTo>
                  <a:lnTo>
                    <a:pt x="29565" y="1006411"/>
                  </a:lnTo>
                  <a:lnTo>
                    <a:pt x="14173" y="1016774"/>
                  </a:lnTo>
                  <a:lnTo>
                    <a:pt x="3810" y="1032154"/>
                  </a:lnTo>
                  <a:lnTo>
                    <a:pt x="0" y="1050988"/>
                  </a:lnTo>
                  <a:lnTo>
                    <a:pt x="0" y="1081011"/>
                  </a:lnTo>
                  <a:lnTo>
                    <a:pt x="585914" y="1081011"/>
                  </a:lnTo>
                  <a:lnTo>
                    <a:pt x="585914" y="1050988"/>
                  </a:lnTo>
                  <a:close/>
                </a:path>
                <a:path w="976629" h="1185545">
                  <a:moveTo>
                    <a:pt x="765416" y="0"/>
                  </a:moveTo>
                  <a:lnTo>
                    <a:pt x="690651" y="0"/>
                  </a:lnTo>
                  <a:lnTo>
                    <a:pt x="690651" y="904697"/>
                  </a:lnTo>
                  <a:lnTo>
                    <a:pt x="765416" y="904697"/>
                  </a:lnTo>
                  <a:lnTo>
                    <a:pt x="765416" y="0"/>
                  </a:lnTo>
                  <a:close/>
                </a:path>
                <a:path w="976629" h="1185545">
                  <a:moveTo>
                    <a:pt x="976007" y="1179169"/>
                  </a:moveTo>
                  <a:lnTo>
                    <a:pt x="972858" y="1163548"/>
                  </a:lnTo>
                  <a:lnTo>
                    <a:pt x="964247" y="1150810"/>
                  </a:lnTo>
                  <a:lnTo>
                    <a:pt x="951496" y="1142212"/>
                  </a:lnTo>
                  <a:lnTo>
                    <a:pt x="935875" y="1139050"/>
                  </a:lnTo>
                  <a:lnTo>
                    <a:pt x="904074" y="1139050"/>
                  </a:lnTo>
                  <a:lnTo>
                    <a:pt x="904074" y="500557"/>
                  </a:lnTo>
                  <a:lnTo>
                    <a:pt x="838466" y="500557"/>
                  </a:lnTo>
                  <a:lnTo>
                    <a:pt x="838466" y="1139050"/>
                  </a:lnTo>
                  <a:lnTo>
                    <a:pt x="597217" y="1139050"/>
                  </a:lnTo>
                  <a:lnTo>
                    <a:pt x="579208" y="1142695"/>
                  </a:lnTo>
                  <a:lnTo>
                    <a:pt x="564489" y="1152601"/>
                  </a:lnTo>
                  <a:lnTo>
                    <a:pt x="554570" y="1167307"/>
                  </a:lnTo>
                  <a:lnTo>
                    <a:pt x="550938" y="1185316"/>
                  </a:lnTo>
                  <a:lnTo>
                    <a:pt x="976007" y="1185316"/>
                  </a:lnTo>
                  <a:lnTo>
                    <a:pt x="976007" y="1179169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803713" y="8718734"/>
              <a:ext cx="1656714" cy="1021080"/>
            </a:xfrm>
            <a:custGeom>
              <a:avLst/>
              <a:gdLst/>
              <a:ahLst/>
              <a:cxnLst/>
              <a:rect l="l" t="t" r="r" b="b"/>
              <a:pathLst>
                <a:path w="1656714" h="1021079">
                  <a:moveTo>
                    <a:pt x="1201699" y="1003122"/>
                  </a:moveTo>
                  <a:lnTo>
                    <a:pt x="1196670" y="998067"/>
                  </a:lnTo>
                  <a:lnTo>
                    <a:pt x="1190485" y="998067"/>
                  </a:lnTo>
                  <a:lnTo>
                    <a:pt x="1129868" y="998067"/>
                  </a:lnTo>
                  <a:lnTo>
                    <a:pt x="1124826" y="1003122"/>
                  </a:lnTo>
                  <a:lnTo>
                    <a:pt x="1124826" y="1015453"/>
                  </a:lnTo>
                  <a:lnTo>
                    <a:pt x="1129868" y="1020508"/>
                  </a:lnTo>
                  <a:lnTo>
                    <a:pt x="1196670" y="1020508"/>
                  </a:lnTo>
                  <a:lnTo>
                    <a:pt x="1201699" y="1015453"/>
                  </a:lnTo>
                  <a:lnTo>
                    <a:pt x="1201699" y="1003122"/>
                  </a:lnTo>
                  <a:close/>
                </a:path>
                <a:path w="1656714" h="1021079">
                  <a:moveTo>
                    <a:pt x="1315427" y="1003122"/>
                  </a:moveTo>
                  <a:lnTo>
                    <a:pt x="1310386" y="998067"/>
                  </a:lnTo>
                  <a:lnTo>
                    <a:pt x="1304201" y="998067"/>
                  </a:lnTo>
                  <a:lnTo>
                    <a:pt x="1243609" y="998067"/>
                  </a:lnTo>
                  <a:lnTo>
                    <a:pt x="1238554" y="1003122"/>
                  </a:lnTo>
                  <a:lnTo>
                    <a:pt x="1238554" y="1015453"/>
                  </a:lnTo>
                  <a:lnTo>
                    <a:pt x="1243609" y="1020508"/>
                  </a:lnTo>
                  <a:lnTo>
                    <a:pt x="1310386" y="1020508"/>
                  </a:lnTo>
                  <a:lnTo>
                    <a:pt x="1315427" y="1015453"/>
                  </a:lnTo>
                  <a:lnTo>
                    <a:pt x="1315427" y="1003122"/>
                  </a:lnTo>
                  <a:close/>
                </a:path>
                <a:path w="1656714" h="1021079">
                  <a:moveTo>
                    <a:pt x="1367878" y="67767"/>
                  </a:moveTo>
                  <a:lnTo>
                    <a:pt x="1362557" y="41389"/>
                  </a:lnTo>
                  <a:lnTo>
                    <a:pt x="1348028" y="19850"/>
                  </a:lnTo>
                  <a:lnTo>
                    <a:pt x="1326489" y="5321"/>
                  </a:lnTo>
                  <a:lnTo>
                    <a:pt x="1300111" y="0"/>
                  </a:lnTo>
                  <a:lnTo>
                    <a:pt x="67767" y="0"/>
                  </a:lnTo>
                  <a:lnTo>
                    <a:pt x="41389" y="5321"/>
                  </a:lnTo>
                  <a:lnTo>
                    <a:pt x="19837" y="19850"/>
                  </a:lnTo>
                  <a:lnTo>
                    <a:pt x="5321" y="41389"/>
                  </a:lnTo>
                  <a:lnTo>
                    <a:pt x="0" y="67767"/>
                  </a:lnTo>
                  <a:lnTo>
                    <a:pt x="0" y="838073"/>
                  </a:lnTo>
                  <a:lnTo>
                    <a:pt x="5321" y="864438"/>
                  </a:lnTo>
                  <a:lnTo>
                    <a:pt x="19837" y="885964"/>
                  </a:lnTo>
                  <a:lnTo>
                    <a:pt x="41389" y="900493"/>
                  </a:lnTo>
                  <a:lnTo>
                    <a:pt x="67767" y="905814"/>
                  </a:lnTo>
                  <a:lnTo>
                    <a:pt x="1300111" y="905814"/>
                  </a:lnTo>
                  <a:lnTo>
                    <a:pt x="1326489" y="900493"/>
                  </a:lnTo>
                  <a:lnTo>
                    <a:pt x="1348028" y="885964"/>
                  </a:lnTo>
                  <a:lnTo>
                    <a:pt x="1362557" y="864438"/>
                  </a:lnTo>
                  <a:lnTo>
                    <a:pt x="1367878" y="838073"/>
                  </a:lnTo>
                  <a:lnTo>
                    <a:pt x="1367878" y="67767"/>
                  </a:lnTo>
                  <a:close/>
                </a:path>
                <a:path w="1656714" h="1021079">
                  <a:moveTo>
                    <a:pt x="1429131" y="1003122"/>
                  </a:moveTo>
                  <a:lnTo>
                    <a:pt x="1424101" y="998067"/>
                  </a:lnTo>
                  <a:lnTo>
                    <a:pt x="1417929" y="998067"/>
                  </a:lnTo>
                  <a:lnTo>
                    <a:pt x="1357312" y="998067"/>
                  </a:lnTo>
                  <a:lnTo>
                    <a:pt x="1352270" y="1003122"/>
                  </a:lnTo>
                  <a:lnTo>
                    <a:pt x="1352270" y="1015453"/>
                  </a:lnTo>
                  <a:lnTo>
                    <a:pt x="1357312" y="1020508"/>
                  </a:lnTo>
                  <a:lnTo>
                    <a:pt x="1424101" y="1020508"/>
                  </a:lnTo>
                  <a:lnTo>
                    <a:pt x="1429131" y="1015453"/>
                  </a:lnTo>
                  <a:lnTo>
                    <a:pt x="1429131" y="1003122"/>
                  </a:lnTo>
                  <a:close/>
                </a:path>
                <a:path w="1656714" h="1021079">
                  <a:moveTo>
                    <a:pt x="1542872" y="1003122"/>
                  </a:moveTo>
                  <a:lnTo>
                    <a:pt x="1537817" y="998067"/>
                  </a:lnTo>
                  <a:lnTo>
                    <a:pt x="1531658" y="998067"/>
                  </a:lnTo>
                  <a:lnTo>
                    <a:pt x="1471041" y="998067"/>
                  </a:lnTo>
                  <a:lnTo>
                    <a:pt x="1465999" y="1003122"/>
                  </a:lnTo>
                  <a:lnTo>
                    <a:pt x="1465999" y="1015453"/>
                  </a:lnTo>
                  <a:lnTo>
                    <a:pt x="1471041" y="1020508"/>
                  </a:lnTo>
                  <a:lnTo>
                    <a:pt x="1537817" y="1020508"/>
                  </a:lnTo>
                  <a:lnTo>
                    <a:pt x="1542872" y="1015453"/>
                  </a:lnTo>
                  <a:lnTo>
                    <a:pt x="1542872" y="1003122"/>
                  </a:lnTo>
                  <a:close/>
                </a:path>
                <a:path w="1656714" h="1021079">
                  <a:moveTo>
                    <a:pt x="1656600" y="1003122"/>
                  </a:moveTo>
                  <a:lnTo>
                    <a:pt x="1651546" y="998067"/>
                  </a:lnTo>
                  <a:lnTo>
                    <a:pt x="1645399" y="998067"/>
                  </a:lnTo>
                  <a:lnTo>
                    <a:pt x="1584782" y="998067"/>
                  </a:lnTo>
                  <a:lnTo>
                    <a:pt x="1579727" y="1003122"/>
                  </a:lnTo>
                  <a:lnTo>
                    <a:pt x="1579727" y="1015453"/>
                  </a:lnTo>
                  <a:lnTo>
                    <a:pt x="1584782" y="1020508"/>
                  </a:lnTo>
                  <a:lnTo>
                    <a:pt x="1651546" y="1020508"/>
                  </a:lnTo>
                  <a:lnTo>
                    <a:pt x="1656600" y="1015453"/>
                  </a:lnTo>
                  <a:lnTo>
                    <a:pt x="1656600" y="1003122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803717" y="8718726"/>
              <a:ext cx="1368425" cy="868044"/>
            </a:xfrm>
            <a:custGeom>
              <a:avLst/>
              <a:gdLst/>
              <a:ahLst/>
              <a:cxnLst/>
              <a:rect l="l" t="t" r="r" b="b"/>
              <a:pathLst>
                <a:path w="1368425" h="868045">
                  <a:moveTo>
                    <a:pt x="1295552" y="0"/>
                  </a:moveTo>
                  <a:lnTo>
                    <a:pt x="72343" y="0"/>
                  </a:lnTo>
                  <a:lnTo>
                    <a:pt x="44182" y="5684"/>
                  </a:lnTo>
                  <a:lnTo>
                    <a:pt x="21187" y="21189"/>
                  </a:lnTo>
                  <a:lnTo>
                    <a:pt x="5684" y="44187"/>
                  </a:lnTo>
                  <a:lnTo>
                    <a:pt x="0" y="72353"/>
                  </a:lnTo>
                  <a:lnTo>
                    <a:pt x="0" y="795483"/>
                  </a:lnTo>
                  <a:lnTo>
                    <a:pt x="5684" y="823639"/>
                  </a:lnTo>
                  <a:lnTo>
                    <a:pt x="21187" y="846635"/>
                  </a:lnTo>
                  <a:lnTo>
                    <a:pt x="44182" y="862140"/>
                  </a:lnTo>
                  <a:lnTo>
                    <a:pt x="72343" y="867826"/>
                  </a:lnTo>
                  <a:lnTo>
                    <a:pt x="1295531" y="867826"/>
                  </a:lnTo>
                  <a:lnTo>
                    <a:pt x="1323697" y="862140"/>
                  </a:lnTo>
                  <a:lnTo>
                    <a:pt x="1346695" y="846635"/>
                  </a:lnTo>
                  <a:lnTo>
                    <a:pt x="1362200" y="823639"/>
                  </a:lnTo>
                  <a:lnTo>
                    <a:pt x="1367885" y="795483"/>
                  </a:lnTo>
                  <a:lnTo>
                    <a:pt x="1367885" y="72332"/>
                  </a:lnTo>
                  <a:lnTo>
                    <a:pt x="1362200" y="44178"/>
                  </a:lnTo>
                  <a:lnTo>
                    <a:pt x="1346698" y="21186"/>
                  </a:lnTo>
                  <a:lnTo>
                    <a:pt x="1323706" y="5684"/>
                  </a:lnTo>
                  <a:lnTo>
                    <a:pt x="1295552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131868" y="9114809"/>
              <a:ext cx="749935" cy="791845"/>
            </a:xfrm>
            <a:custGeom>
              <a:avLst/>
              <a:gdLst/>
              <a:ahLst/>
              <a:cxnLst/>
              <a:rect l="l" t="t" r="r" b="b"/>
              <a:pathLst>
                <a:path w="749935" h="791845">
                  <a:moveTo>
                    <a:pt x="749579" y="791273"/>
                  </a:moveTo>
                  <a:lnTo>
                    <a:pt x="744728" y="767283"/>
                  </a:lnTo>
                  <a:lnTo>
                    <a:pt x="731532" y="747699"/>
                  </a:lnTo>
                  <a:lnTo>
                    <a:pt x="711936" y="734504"/>
                  </a:lnTo>
                  <a:lnTo>
                    <a:pt x="687959" y="729665"/>
                  </a:lnTo>
                  <a:lnTo>
                    <a:pt x="497357" y="729665"/>
                  </a:lnTo>
                  <a:lnTo>
                    <a:pt x="497357" y="615226"/>
                  </a:lnTo>
                  <a:lnTo>
                    <a:pt x="497357" y="222250"/>
                  </a:lnTo>
                  <a:lnTo>
                    <a:pt x="497357" y="58140"/>
                  </a:lnTo>
                  <a:lnTo>
                    <a:pt x="492772" y="35572"/>
                  </a:lnTo>
                  <a:lnTo>
                    <a:pt x="480275" y="17081"/>
                  </a:lnTo>
                  <a:lnTo>
                    <a:pt x="461784" y="4584"/>
                  </a:lnTo>
                  <a:lnTo>
                    <a:pt x="439216" y="0"/>
                  </a:lnTo>
                  <a:lnTo>
                    <a:pt x="428713" y="0"/>
                  </a:lnTo>
                  <a:lnTo>
                    <a:pt x="428713" y="222250"/>
                  </a:lnTo>
                  <a:lnTo>
                    <a:pt x="428713" y="576910"/>
                  </a:lnTo>
                  <a:lnTo>
                    <a:pt x="410768" y="605637"/>
                  </a:lnTo>
                  <a:lnTo>
                    <a:pt x="371284" y="615226"/>
                  </a:lnTo>
                  <a:lnTo>
                    <a:pt x="331787" y="605637"/>
                  </a:lnTo>
                  <a:lnTo>
                    <a:pt x="313842" y="576910"/>
                  </a:lnTo>
                  <a:lnTo>
                    <a:pt x="313842" y="222250"/>
                  </a:lnTo>
                  <a:lnTo>
                    <a:pt x="428713" y="222250"/>
                  </a:lnTo>
                  <a:lnTo>
                    <a:pt x="428713" y="0"/>
                  </a:lnTo>
                  <a:lnTo>
                    <a:pt x="302260" y="0"/>
                  </a:lnTo>
                  <a:lnTo>
                    <a:pt x="279679" y="4584"/>
                  </a:lnTo>
                  <a:lnTo>
                    <a:pt x="261188" y="17081"/>
                  </a:lnTo>
                  <a:lnTo>
                    <a:pt x="248704" y="35572"/>
                  </a:lnTo>
                  <a:lnTo>
                    <a:pt x="244106" y="58140"/>
                  </a:lnTo>
                  <a:lnTo>
                    <a:pt x="244106" y="729665"/>
                  </a:lnTo>
                  <a:lnTo>
                    <a:pt x="61595" y="729665"/>
                  </a:lnTo>
                  <a:lnTo>
                    <a:pt x="37617" y="734504"/>
                  </a:lnTo>
                  <a:lnTo>
                    <a:pt x="18046" y="747699"/>
                  </a:lnTo>
                  <a:lnTo>
                    <a:pt x="4838" y="767283"/>
                  </a:lnTo>
                  <a:lnTo>
                    <a:pt x="0" y="791273"/>
                  </a:lnTo>
                  <a:lnTo>
                    <a:pt x="749579" y="791273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6377760" y="9967351"/>
            <a:ext cx="351155" cy="158115"/>
            <a:chOff x="6377760" y="9967351"/>
            <a:chExt cx="351155" cy="158115"/>
          </a:xfrm>
        </p:grpSpPr>
        <p:sp>
          <p:nvSpPr>
            <p:cNvPr id="25" name="object 25" descr=""/>
            <p:cNvSpPr/>
            <p:nvPr/>
          </p:nvSpPr>
          <p:spPr>
            <a:xfrm>
              <a:off x="6377760" y="9967351"/>
              <a:ext cx="351155" cy="158115"/>
            </a:xfrm>
            <a:custGeom>
              <a:avLst/>
              <a:gdLst/>
              <a:ahLst/>
              <a:cxnLst/>
              <a:rect l="l" t="t" r="r" b="b"/>
              <a:pathLst>
                <a:path w="351154" h="158115">
                  <a:moveTo>
                    <a:pt x="175314" y="0"/>
                  </a:moveTo>
                  <a:lnTo>
                    <a:pt x="127024" y="10125"/>
                  </a:lnTo>
                  <a:lnTo>
                    <a:pt x="80922" y="30920"/>
                  </a:lnTo>
                  <a:lnTo>
                    <a:pt x="28159" y="73200"/>
                  </a:lnTo>
                  <a:lnTo>
                    <a:pt x="2537" y="112111"/>
                  </a:lnTo>
                  <a:lnTo>
                    <a:pt x="0" y="126399"/>
                  </a:lnTo>
                  <a:lnTo>
                    <a:pt x="4148" y="139549"/>
                  </a:lnTo>
                  <a:lnTo>
                    <a:pt x="13729" y="149493"/>
                  </a:lnTo>
                  <a:lnTo>
                    <a:pt x="27489" y="154162"/>
                  </a:lnTo>
                  <a:lnTo>
                    <a:pt x="71215" y="156577"/>
                  </a:lnTo>
                  <a:lnTo>
                    <a:pt x="124512" y="157608"/>
                  </a:lnTo>
                  <a:lnTo>
                    <a:pt x="181147" y="157564"/>
                  </a:lnTo>
                  <a:lnTo>
                    <a:pt x="234886" y="156755"/>
                  </a:lnTo>
                  <a:lnTo>
                    <a:pt x="279498" y="155490"/>
                  </a:lnTo>
                  <a:lnTo>
                    <a:pt x="336108" y="144403"/>
                  </a:lnTo>
                  <a:lnTo>
                    <a:pt x="350998" y="95560"/>
                  </a:lnTo>
                  <a:lnTo>
                    <a:pt x="338014" y="65882"/>
                  </a:lnTo>
                  <a:lnTo>
                    <a:pt x="307143" y="33485"/>
                  </a:lnTo>
                  <a:lnTo>
                    <a:pt x="267991" y="11695"/>
                  </a:lnTo>
                  <a:lnTo>
                    <a:pt x="223175" y="528"/>
                  </a:lnTo>
                  <a:lnTo>
                    <a:pt x="175314" y="0"/>
                  </a:lnTo>
                  <a:close/>
                </a:path>
              </a:pathLst>
            </a:custGeom>
            <a:solidFill>
              <a:srgbClr val="7687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931" y="9987937"/>
              <a:ext cx="88217" cy="80081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1845451" y="8499909"/>
            <a:ext cx="1576070" cy="1758314"/>
            <a:chOff x="1845451" y="8499909"/>
            <a:chExt cx="1576070" cy="1758314"/>
          </a:xfrm>
        </p:grpSpPr>
        <p:sp>
          <p:nvSpPr>
            <p:cNvPr id="28" name="object 28" descr=""/>
            <p:cNvSpPr/>
            <p:nvPr/>
          </p:nvSpPr>
          <p:spPr>
            <a:xfrm>
              <a:off x="2289124" y="9341783"/>
              <a:ext cx="733425" cy="916305"/>
            </a:xfrm>
            <a:custGeom>
              <a:avLst/>
              <a:gdLst/>
              <a:ahLst/>
              <a:cxnLst/>
              <a:rect l="l" t="t" r="r" b="b"/>
              <a:pathLst>
                <a:path w="733425" h="916304">
                  <a:moveTo>
                    <a:pt x="733221" y="799719"/>
                  </a:moveTo>
                  <a:lnTo>
                    <a:pt x="390258" y="657898"/>
                  </a:lnTo>
                  <a:lnTo>
                    <a:pt x="390258" y="0"/>
                  </a:lnTo>
                  <a:lnTo>
                    <a:pt x="343496" y="0"/>
                  </a:lnTo>
                  <a:lnTo>
                    <a:pt x="343496" y="657669"/>
                  </a:lnTo>
                  <a:lnTo>
                    <a:pt x="0" y="799719"/>
                  </a:lnTo>
                  <a:lnTo>
                    <a:pt x="14516" y="834821"/>
                  </a:lnTo>
                  <a:lnTo>
                    <a:pt x="343496" y="698779"/>
                  </a:lnTo>
                  <a:lnTo>
                    <a:pt x="343496" y="916178"/>
                  </a:lnTo>
                  <a:lnTo>
                    <a:pt x="390258" y="916178"/>
                  </a:lnTo>
                  <a:lnTo>
                    <a:pt x="390258" y="698982"/>
                  </a:lnTo>
                  <a:lnTo>
                    <a:pt x="718705" y="834821"/>
                  </a:lnTo>
                  <a:lnTo>
                    <a:pt x="733221" y="799719"/>
                  </a:lnTo>
                  <a:close/>
                </a:path>
              </a:pathLst>
            </a:custGeom>
            <a:solidFill>
              <a:srgbClr val="B9BA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845451" y="8499909"/>
              <a:ext cx="1576070" cy="842010"/>
            </a:xfrm>
            <a:custGeom>
              <a:avLst/>
              <a:gdLst/>
              <a:ahLst/>
              <a:cxnLst/>
              <a:rect l="l" t="t" r="r" b="b"/>
              <a:pathLst>
                <a:path w="1576070" h="842009">
                  <a:moveTo>
                    <a:pt x="1575627" y="0"/>
                  </a:moveTo>
                  <a:lnTo>
                    <a:pt x="0" y="0"/>
                  </a:lnTo>
                  <a:lnTo>
                    <a:pt x="0" y="841869"/>
                  </a:lnTo>
                  <a:lnTo>
                    <a:pt x="1575627" y="841869"/>
                  </a:lnTo>
                  <a:lnTo>
                    <a:pt x="1575627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888172" y="8539572"/>
              <a:ext cx="1489075" cy="763905"/>
            </a:xfrm>
            <a:custGeom>
              <a:avLst/>
              <a:gdLst/>
              <a:ahLst/>
              <a:cxnLst/>
              <a:rect l="l" t="t" r="r" b="b"/>
              <a:pathLst>
                <a:path w="1489075" h="763904">
                  <a:moveTo>
                    <a:pt x="1488918" y="0"/>
                  </a:moveTo>
                  <a:lnTo>
                    <a:pt x="0" y="0"/>
                  </a:lnTo>
                  <a:lnTo>
                    <a:pt x="0" y="763735"/>
                  </a:lnTo>
                  <a:lnTo>
                    <a:pt x="1488918" y="763735"/>
                  </a:lnTo>
                  <a:lnTo>
                    <a:pt x="14889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012442" y="8650281"/>
              <a:ext cx="1213485" cy="566420"/>
            </a:xfrm>
            <a:custGeom>
              <a:avLst/>
              <a:gdLst/>
              <a:ahLst/>
              <a:cxnLst/>
              <a:rect l="l" t="t" r="r" b="b"/>
              <a:pathLst>
                <a:path w="1213485" h="566420">
                  <a:moveTo>
                    <a:pt x="1213307" y="540524"/>
                  </a:moveTo>
                  <a:lnTo>
                    <a:pt x="25527" y="540524"/>
                  </a:lnTo>
                  <a:lnTo>
                    <a:pt x="25527" y="0"/>
                  </a:lnTo>
                  <a:lnTo>
                    <a:pt x="0" y="0"/>
                  </a:lnTo>
                  <a:lnTo>
                    <a:pt x="0" y="540524"/>
                  </a:lnTo>
                  <a:lnTo>
                    <a:pt x="0" y="566051"/>
                  </a:lnTo>
                  <a:lnTo>
                    <a:pt x="25527" y="566051"/>
                  </a:lnTo>
                  <a:lnTo>
                    <a:pt x="1213307" y="566051"/>
                  </a:lnTo>
                  <a:lnTo>
                    <a:pt x="1213307" y="540524"/>
                  </a:lnTo>
                  <a:close/>
                </a:path>
              </a:pathLst>
            </a:custGeom>
            <a:solidFill>
              <a:srgbClr val="B9BA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165557" y="8972470"/>
              <a:ext cx="93345" cy="218440"/>
            </a:xfrm>
            <a:custGeom>
              <a:avLst/>
              <a:gdLst/>
              <a:ahLst/>
              <a:cxnLst/>
              <a:rect l="l" t="t" r="r" b="b"/>
              <a:pathLst>
                <a:path w="93344" h="218440">
                  <a:moveTo>
                    <a:pt x="92792" y="0"/>
                  </a:moveTo>
                  <a:lnTo>
                    <a:pt x="0" y="0"/>
                  </a:lnTo>
                  <a:lnTo>
                    <a:pt x="0" y="218328"/>
                  </a:lnTo>
                  <a:lnTo>
                    <a:pt x="92792" y="218328"/>
                  </a:lnTo>
                  <a:lnTo>
                    <a:pt x="92792" y="0"/>
                  </a:lnTo>
                  <a:close/>
                </a:path>
              </a:pathLst>
            </a:custGeom>
            <a:solidFill>
              <a:srgbClr val="465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295469" y="8828642"/>
              <a:ext cx="93345" cy="362585"/>
            </a:xfrm>
            <a:custGeom>
              <a:avLst/>
              <a:gdLst/>
              <a:ahLst/>
              <a:cxnLst/>
              <a:rect l="l" t="t" r="r" b="b"/>
              <a:pathLst>
                <a:path w="93344" h="362584">
                  <a:moveTo>
                    <a:pt x="92792" y="0"/>
                  </a:moveTo>
                  <a:lnTo>
                    <a:pt x="0" y="0"/>
                  </a:lnTo>
                  <a:lnTo>
                    <a:pt x="0" y="362166"/>
                  </a:lnTo>
                  <a:lnTo>
                    <a:pt x="92792" y="362166"/>
                  </a:lnTo>
                  <a:lnTo>
                    <a:pt x="92792" y="0"/>
                  </a:lnTo>
                  <a:close/>
                </a:path>
              </a:pathLst>
            </a:custGeom>
            <a:solidFill>
              <a:srgbClr val="7687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426166" y="8988710"/>
              <a:ext cx="93345" cy="202565"/>
            </a:xfrm>
            <a:custGeom>
              <a:avLst/>
              <a:gdLst/>
              <a:ahLst/>
              <a:cxnLst/>
              <a:rect l="l" t="t" r="r" b="b"/>
              <a:pathLst>
                <a:path w="93344" h="202565">
                  <a:moveTo>
                    <a:pt x="92792" y="0"/>
                  </a:moveTo>
                  <a:lnTo>
                    <a:pt x="0" y="0"/>
                  </a:lnTo>
                  <a:lnTo>
                    <a:pt x="0" y="202088"/>
                  </a:lnTo>
                  <a:lnTo>
                    <a:pt x="92792" y="202088"/>
                  </a:lnTo>
                  <a:lnTo>
                    <a:pt x="92792" y="0"/>
                  </a:lnTo>
                  <a:close/>
                </a:path>
              </a:pathLst>
            </a:custGeom>
            <a:solidFill>
              <a:srgbClr val="465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556864" y="8798475"/>
              <a:ext cx="93345" cy="392430"/>
            </a:xfrm>
            <a:custGeom>
              <a:avLst/>
              <a:gdLst/>
              <a:ahLst/>
              <a:cxnLst/>
              <a:rect l="l" t="t" r="r" b="b"/>
              <a:pathLst>
                <a:path w="93344" h="392429">
                  <a:moveTo>
                    <a:pt x="92792" y="0"/>
                  </a:moveTo>
                  <a:lnTo>
                    <a:pt x="0" y="0"/>
                  </a:lnTo>
                  <a:lnTo>
                    <a:pt x="0" y="392333"/>
                  </a:lnTo>
                  <a:lnTo>
                    <a:pt x="92792" y="392333"/>
                  </a:lnTo>
                  <a:lnTo>
                    <a:pt x="92792" y="0"/>
                  </a:lnTo>
                  <a:close/>
                </a:path>
              </a:pathLst>
            </a:custGeom>
            <a:solidFill>
              <a:srgbClr val="7687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687561" y="8742813"/>
              <a:ext cx="354330" cy="448309"/>
            </a:xfrm>
            <a:custGeom>
              <a:avLst/>
              <a:gdLst/>
              <a:ahLst/>
              <a:cxnLst/>
              <a:rect l="l" t="t" r="r" b="b"/>
              <a:pathLst>
                <a:path w="354330" h="448309">
                  <a:moveTo>
                    <a:pt x="92786" y="153098"/>
                  </a:moveTo>
                  <a:lnTo>
                    <a:pt x="0" y="153098"/>
                  </a:lnTo>
                  <a:lnTo>
                    <a:pt x="0" y="447992"/>
                  </a:lnTo>
                  <a:lnTo>
                    <a:pt x="92786" y="447992"/>
                  </a:lnTo>
                  <a:lnTo>
                    <a:pt x="92786" y="153098"/>
                  </a:lnTo>
                  <a:close/>
                </a:path>
                <a:path w="354330" h="448309">
                  <a:moveTo>
                    <a:pt x="223494" y="0"/>
                  </a:moveTo>
                  <a:lnTo>
                    <a:pt x="130708" y="0"/>
                  </a:lnTo>
                  <a:lnTo>
                    <a:pt x="130708" y="448005"/>
                  </a:lnTo>
                  <a:lnTo>
                    <a:pt x="223494" y="448005"/>
                  </a:lnTo>
                  <a:lnTo>
                    <a:pt x="223494" y="0"/>
                  </a:lnTo>
                  <a:close/>
                </a:path>
                <a:path w="354330" h="448309">
                  <a:moveTo>
                    <a:pt x="354190" y="245897"/>
                  </a:moveTo>
                  <a:lnTo>
                    <a:pt x="261404" y="245897"/>
                  </a:lnTo>
                  <a:lnTo>
                    <a:pt x="261404" y="447992"/>
                  </a:lnTo>
                  <a:lnTo>
                    <a:pt x="354190" y="447992"/>
                  </a:lnTo>
                  <a:lnTo>
                    <a:pt x="354190" y="245897"/>
                  </a:lnTo>
                  <a:close/>
                </a:path>
              </a:pathLst>
            </a:custGeom>
            <a:solidFill>
              <a:srgbClr val="465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023384" y="8632164"/>
              <a:ext cx="1236345" cy="565785"/>
            </a:xfrm>
            <a:custGeom>
              <a:avLst/>
              <a:gdLst/>
              <a:ahLst/>
              <a:cxnLst/>
              <a:rect l="l" t="t" r="r" b="b"/>
              <a:pathLst>
                <a:path w="1236345" h="565784">
                  <a:moveTo>
                    <a:pt x="1236077" y="0"/>
                  </a:moveTo>
                  <a:lnTo>
                    <a:pt x="1168645" y="10931"/>
                  </a:lnTo>
                  <a:lnTo>
                    <a:pt x="1189754" y="30334"/>
                  </a:lnTo>
                  <a:lnTo>
                    <a:pt x="1022555" y="222600"/>
                  </a:lnTo>
                  <a:lnTo>
                    <a:pt x="837073" y="34061"/>
                  </a:lnTo>
                  <a:lnTo>
                    <a:pt x="678576" y="207993"/>
                  </a:lnTo>
                  <a:lnTo>
                    <a:pt x="537240" y="10785"/>
                  </a:lnTo>
                  <a:lnTo>
                    <a:pt x="351067" y="329969"/>
                  </a:lnTo>
                  <a:lnTo>
                    <a:pt x="183910" y="154257"/>
                  </a:lnTo>
                  <a:lnTo>
                    <a:pt x="0" y="551899"/>
                  </a:lnTo>
                  <a:lnTo>
                    <a:pt x="29171" y="565396"/>
                  </a:lnTo>
                  <a:lnTo>
                    <a:pt x="193229" y="210684"/>
                  </a:lnTo>
                  <a:lnTo>
                    <a:pt x="357287" y="383129"/>
                  </a:lnTo>
                  <a:lnTo>
                    <a:pt x="540014" y="69840"/>
                  </a:lnTo>
                  <a:lnTo>
                    <a:pt x="675581" y="258997"/>
                  </a:lnTo>
                  <a:lnTo>
                    <a:pt x="837964" y="80803"/>
                  </a:lnTo>
                  <a:lnTo>
                    <a:pt x="1024021" y="269918"/>
                  </a:lnTo>
                  <a:lnTo>
                    <a:pt x="1213429" y="52092"/>
                  </a:lnTo>
                  <a:lnTo>
                    <a:pt x="1236077" y="72898"/>
                  </a:lnTo>
                  <a:lnTo>
                    <a:pt x="1236077" y="0"/>
                  </a:lnTo>
                  <a:close/>
                </a:path>
              </a:pathLst>
            </a:custGeom>
            <a:solidFill>
              <a:srgbClr val="F8B78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 descr=""/>
          <p:cNvGrpSpPr/>
          <p:nvPr/>
        </p:nvGrpSpPr>
        <p:grpSpPr>
          <a:xfrm>
            <a:off x="1080794" y="2031142"/>
            <a:ext cx="3302000" cy="2788920"/>
            <a:chOff x="1080794" y="2031142"/>
            <a:chExt cx="3302000" cy="2788920"/>
          </a:xfrm>
        </p:grpSpPr>
        <p:sp>
          <p:nvSpPr>
            <p:cNvPr id="39" name="object 39" descr=""/>
            <p:cNvSpPr/>
            <p:nvPr/>
          </p:nvSpPr>
          <p:spPr>
            <a:xfrm>
              <a:off x="3278770" y="2858789"/>
              <a:ext cx="650875" cy="135890"/>
            </a:xfrm>
            <a:custGeom>
              <a:avLst/>
              <a:gdLst/>
              <a:ahLst/>
              <a:cxnLst/>
              <a:rect l="l" t="t" r="r" b="b"/>
              <a:pathLst>
                <a:path w="650875" h="135889">
                  <a:moveTo>
                    <a:pt x="650639" y="0"/>
                  </a:moveTo>
                  <a:lnTo>
                    <a:pt x="0" y="471"/>
                  </a:lnTo>
                  <a:lnTo>
                    <a:pt x="104" y="135660"/>
                  </a:lnTo>
                  <a:lnTo>
                    <a:pt x="650744" y="135189"/>
                  </a:lnTo>
                  <a:lnTo>
                    <a:pt x="650639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8976" y="2889326"/>
              <a:ext cx="170905" cy="74364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3278873" y="3004569"/>
              <a:ext cx="650875" cy="135890"/>
            </a:xfrm>
            <a:custGeom>
              <a:avLst/>
              <a:gdLst/>
              <a:ahLst/>
              <a:cxnLst/>
              <a:rect l="l" t="t" r="r" b="b"/>
              <a:pathLst>
                <a:path w="650875" h="135889">
                  <a:moveTo>
                    <a:pt x="650650" y="0"/>
                  </a:moveTo>
                  <a:lnTo>
                    <a:pt x="0" y="460"/>
                  </a:lnTo>
                  <a:lnTo>
                    <a:pt x="104" y="135650"/>
                  </a:lnTo>
                  <a:lnTo>
                    <a:pt x="650744" y="135189"/>
                  </a:lnTo>
                  <a:lnTo>
                    <a:pt x="650650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79094" y="3035098"/>
              <a:ext cx="170895" cy="74364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3278978" y="3150337"/>
              <a:ext cx="650875" cy="135890"/>
            </a:xfrm>
            <a:custGeom>
              <a:avLst/>
              <a:gdLst/>
              <a:ahLst/>
              <a:cxnLst/>
              <a:rect l="l" t="t" r="r" b="b"/>
              <a:pathLst>
                <a:path w="650875" h="135889">
                  <a:moveTo>
                    <a:pt x="650650" y="0"/>
                  </a:moveTo>
                  <a:lnTo>
                    <a:pt x="0" y="471"/>
                  </a:lnTo>
                  <a:lnTo>
                    <a:pt x="104" y="135660"/>
                  </a:lnTo>
                  <a:lnTo>
                    <a:pt x="650744" y="135189"/>
                  </a:lnTo>
                  <a:lnTo>
                    <a:pt x="650650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79173" y="3180868"/>
              <a:ext cx="170916" cy="74364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3862269" y="2284956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39">
                  <a:moveTo>
                    <a:pt x="52783" y="0"/>
                  </a:moveTo>
                  <a:lnTo>
                    <a:pt x="0" y="0"/>
                  </a:lnTo>
                  <a:lnTo>
                    <a:pt x="0" y="52794"/>
                  </a:lnTo>
                  <a:lnTo>
                    <a:pt x="52783" y="52794"/>
                  </a:lnTo>
                  <a:lnTo>
                    <a:pt x="52783" y="0"/>
                  </a:lnTo>
                  <a:close/>
                </a:path>
              </a:pathLst>
            </a:custGeom>
            <a:solidFill>
              <a:srgbClr val="414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295425" y="2225162"/>
              <a:ext cx="535940" cy="60325"/>
            </a:xfrm>
            <a:custGeom>
              <a:avLst/>
              <a:gdLst/>
              <a:ahLst/>
              <a:cxnLst/>
              <a:rect l="l" t="t" r="r" b="b"/>
              <a:pathLst>
                <a:path w="535939" h="60325">
                  <a:moveTo>
                    <a:pt x="505607" y="0"/>
                  </a:moveTo>
                  <a:lnTo>
                    <a:pt x="29904" y="0"/>
                  </a:lnTo>
                  <a:lnTo>
                    <a:pt x="18292" y="2357"/>
                  </a:lnTo>
                  <a:lnTo>
                    <a:pt x="8783" y="8778"/>
                  </a:lnTo>
                  <a:lnTo>
                    <a:pt x="2359" y="18283"/>
                  </a:lnTo>
                  <a:lnTo>
                    <a:pt x="0" y="29894"/>
                  </a:lnTo>
                  <a:lnTo>
                    <a:pt x="2359" y="41505"/>
                  </a:lnTo>
                  <a:lnTo>
                    <a:pt x="8783" y="51010"/>
                  </a:lnTo>
                  <a:lnTo>
                    <a:pt x="18292" y="57431"/>
                  </a:lnTo>
                  <a:lnTo>
                    <a:pt x="29904" y="59788"/>
                  </a:lnTo>
                  <a:lnTo>
                    <a:pt x="505607" y="59788"/>
                  </a:lnTo>
                  <a:lnTo>
                    <a:pt x="517221" y="57431"/>
                  </a:lnTo>
                  <a:lnTo>
                    <a:pt x="526722" y="51010"/>
                  </a:lnTo>
                  <a:lnTo>
                    <a:pt x="533136" y="41505"/>
                  </a:lnTo>
                  <a:lnTo>
                    <a:pt x="535491" y="29894"/>
                  </a:lnTo>
                  <a:lnTo>
                    <a:pt x="533136" y="18283"/>
                  </a:lnTo>
                  <a:lnTo>
                    <a:pt x="526722" y="8778"/>
                  </a:lnTo>
                  <a:lnTo>
                    <a:pt x="517221" y="2357"/>
                  </a:lnTo>
                  <a:lnTo>
                    <a:pt x="505607" y="0"/>
                  </a:lnTo>
                  <a:close/>
                </a:path>
              </a:pathLst>
            </a:custGeom>
            <a:solidFill>
              <a:srgbClr val="E9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271910" y="2200268"/>
              <a:ext cx="665480" cy="50165"/>
            </a:xfrm>
            <a:custGeom>
              <a:avLst/>
              <a:gdLst/>
              <a:ahLst/>
              <a:cxnLst/>
              <a:rect l="l" t="t" r="r" b="b"/>
              <a:pathLst>
                <a:path w="665479" h="50164">
                  <a:moveTo>
                    <a:pt x="664859" y="0"/>
                  </a:moveTo>
                  <a:lnTo>
                    <a:pt x="0" y="0"/>
                  </a:lnTo>
                  <a:lnTo>
                    <a:pt x="0" y="49799"/>
                  </a:lnTo>
                  <a:lnTo>
                    <a:pt x="664859" y="49799"/>
                  </a:lnTo>
                  <a:lnTo>
                    <a:pt x="664859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830920" y="2250067"/>
              <a:ext cx="84455" cy="41910"/>
            </a:xfrm>
            <a:custGeom>
              <a:avLst/>
              <a:gdLst/>
              <a:ahLst/>
              <a:cxnLst/>
              <a:rect l="l" t="t" r="r" b="b"/>
              <a:pathLst>
                <a:path w="84454" h="41910">
                  <a:moveTo>
                    <a:pt x="84133" y="0"/>
                  </a:moveTo>
                  <a:lnTo>
                    <a:pt x="0" y="0"/>
                  </a:lnTo>
                  <a:lnTo>
                    <a:pt x="0" y="41632"/>
                  </a:lnTo>
                  <a:lnTo>
                    <a:pt x="84133" y="41632"/>
                  </a:lnTo>
                  <a:lnTo>
                    <a:pt x="84133" y="0"/>
                  </a:lnTo>
                  <a:close/>
                </a:path>
              </a:pathLst>
            </a:custGeom>
            <a:solidFill>
              <a:srgbClr val="414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897689" y="2305321"/>
              <a:ext cx="469265" cy="488950"/>
            </a:xfrm>
            <a:custGeom>
              <a:avLst/>
              <a:gdLst/>
              <a:ahLst/>
              <a:cxnLst/>
              <a:rect l="l" t="t" r="r" b="b"/>
              <a:pathLst>
                <a:path w="469264" h="488950">
                  <a:moveTo>
                    <a:pt x="36229" y="0"/>
                  </a:moveTo>
                  <a:lnTo>
                    <a:pt x="0" y="40344"/>
                  </a:lnTo>
                  <a:lnTo>
                    <a:pt x="431882" y="488414"/>
                  </a:lnTo>
                  <a:lnTo>
                    <a:pt x="469200" y="458561"/>
                  </a:lnTo>
                  <a:lnTo>
                    <a:pt x="36229" y="0"/>
                  </a:lnTo>
                  <a:close/>
                </a:path>
              </a:pathLst>
            </a:custGeom>
            <a:solidFill>
              <a:srgbClr val="B9BA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887774" y="2291708"/>
              <a:ext cx="495300" cy="1133475"/>
            </a:xfrm>
            <a:custGeom>
              <a:avLst/>
              <a:gdLst/>
              <a:ahLst/>
              <a:cxnLst/>
              <a:rect l="l" t="t" r="r" b="b"/>
              <a:pathLst>
                <a:path w="495300" h="1133475">
                  <a:moveTo>
                    <a:pt x="62407" y="31203"/>
                  </a:moveTo>
                  <a:lnTo>
                    <a:pt x="59956" y="19050"/>
                  </a:lnTo>
                  <a:lnTo>
                    <a:pt x="53276" y="9131"/>
                  </a:lnTo>
                  <a:lnTo>
                    <a:pt x="43345" y="2451"/>
                  </a:lnTo>
                  <a:lnTo>
                    <a:pt x="31191" y="0"/>
                  </a:lnTo>
                  <a:lnTo>
                    <a:pt x="19062" y="2451"/>
                  </a:lnTo>
                  <a:lnTo>
                    <a:pt x="9144" y="9131"/>
                  </a:lnTo>
                  <a:lnTo>
                    <a:pt x="2451" y="19050"/>
                  </a:lnTo>
                  <a:lnTo>
                    <a:pt x="0" y="31203"/>
                  </a:lnTo>
                  <a:lnTo>
                    <a:pt x="2451" y="43345"/>
                  </a:lnTo>
                  <a:lnTo>
                    <a:pt x="9144" y="53263"/>
                  </a:lnTo>
                  <a:lnTo>
                    <a:pt x="19062" y="59944"/>
                  </a:lnTo>
                  <a:lnTo>
                    <a:pt x="31191" y="62395"/>
                  </a:lnTo>
                  <a:lnTo>
                    <a:pt x="43345" y="59944"/>
                  </a:lnTo>
                  <a:lnTo>
                    <a:pt x="53276" y="53263"/>
                  </a:lnTo>
                  <a:lnTo>
                    <a:pt x="59956" y="43345"/>
                  </a:lnTo>
                  <a:lnTo>
                    <a:pt x="62407" y="31203"/>
                  </a:lnTo>
                  <a:close/>
                </a:path>
                <a:path w="495300" h="1133475">
                  <a:moveTo>
                    <a:pt x="190423" y="904341"/>
                  </a:moveTo>
                  <a:lnTo>
                    <a:pt x="161937" y="904341"/>
                  </a:lnTo>
                  <a:lnTo>
                    <a:pt x="161937" y="1133309"/>
                  </a:lnTo>
                  <a:lnTo>
                    <a:pt x="190423" y="1133309"/>
                  </a:lnTo>
                  <a:lnTo>
                    <a:pt x="190423" y="904341"/>
                  </a:lnTo>
                  <a:close/>
                </a:path>
                <a:path w="495300" h="1133475">
                  <a:moveTo>
                    <a:pt x="494715" y="495528"/>
                  </a:moveTo>
                  <a:lnTo>
                    <a:pt x="492264" y="483374"/>
                  </a:lnTo>
                  <a:lnTo>
                    <a:pt x="485571" y="473456"/>
                  </a:lnTo>
                  <a:lnTo>
                    <a:pt x="475653" y="466763"/>
                  </a:lnTo>
                  <a:lnTo>
                    <a:pt x="463499" y="464312"/>
                  </a:lnTo>
                  <a:lnTo>
                    <a:pt x="451358" y="466763"/>
                  </a:lnTo>
                  <a:lnTo>
                    <a:pt x="441439" y="473456"/>
                  </a:lnTo>
                  <a:lnTo>
                    <a:pt x="435597" y="482104"/>
                  </a:lnTo>
                  <a:lnTo>
                    <a:pt x="405447" y="464324"/>
                  </a:lnTo>
                  <a:lnTo>
                    <a:pt x="62407" y="867308"/>
                  </a:lnTo>
                  <a:lnTo>
                    <a:pt x="115481" y="867308"/>
                  </a:lnTo>
                  <a:lnTo>
                    <a:pt x="432511" y="496608"/>
                  </a:lnTo>
                  <a:lnTo>
                    <a:pt x="434746" y="507682"/>
                  </a:lnTo>
                  <a:lnTo>
                    <a:pt x="436283" y="509968"/>
                  </a:lnTo>
                  <a:lnTo>
                    <a:pt x="131406" y="867295"/>
                  </a:lnTo>
                  <a:lnTo>
                    <a:pt x="189420" y="867295"/>
                  </a:lnTo>
                  <a:lnTo>
                    <a:pt x="476681" y="523582"/>
                  </a:lnTo>
                  <a:lnTo>
                    <a:pt x="485571" y="517601"/>
                  </a:lnTo>
                  <a:lnTo>
                    <a:pt x="492264" y="507682"/>
                  </a:lnTo>
                  <a:lnTo>
                    <a:pt x="492988" y="504088"/>
                  </a:lnTo>
                  <a:lnTo>
                    <a:pt x="494703" y="502031"/>
                  </a:lnTo>
                  <a:lnTo>
                    <a:pt x="493610" y="501002"/>
                  </a:lnTo>
                  <a:lnTo>
                    <a:pt x="494715" y="495528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50184" y="3108755"/>
              <a:ext cx="186886" cy="329485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2981427" y="3085937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5" h="15875">
                  <a:moveTo>
                    <a:pt x="645729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45729" y="15277"/>
                  </a:lnTo>
                  <a:lnTo>
                    <a:pt x="645729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965501" y="3101214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981427" y="3116480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5" h="15875">
                  <a:moveTo>
                    <a:pt x="645729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45729" y="15277"/>
                  </a:lnTo>
                  <a:lnTo>
                    <a:pt x="645729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965501" y="3131768"/>
              <a:ext cx="645160" cy="15875"/>
            </a:xfrm>
            <a:custGeom>
              <a:avLst/>
              <a:gdLst/>
              <a:ahLst/>
              <a:cxnLst/>
              <a:rect l="l" t="t" r="r" b="b"/>
              <a:pathLst>
                <a:path w="645160" h="15875">
                  <a:moveTo>
                    <a:pt x="645132" y="0"/>
                  </a:moveTo>
                  <a:lnTo>
                    <a:pt x="0" y="0"/>
                  </a:lnTo>
                  <a:lnTo>
                    <a:pt x="0" y="15287"/>
                  </a:lnTo>
                  <a:lnTo>
                    <a:pt x="645132" y="15287"/>
                  </a:lnTo>
                  <a:lnTo>
                    <a:pt x="645132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965501" y="3147055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981427" y="3162322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5" h="15875">
                  <a:moveTo>
                    <a:pt x="645729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45729" y="15277"/>
                  </a:lnTo>
                  <a:lnTo>
                    <a:pt x="645729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965501" y="3177599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981437" y="3192876"/>
              <a:ext cx="660400" cy="15875"/>
            </a:xfrm>
            <a:custGeom>
              <a:avLst/>
              <a:gdLst/>
              <a:ahLst/>
              <a:cxnLst/>
              <a:rect l="l" t="t" r="r" b="b"/>
              <a:pathLst>
                <a:path w="660400" h="15875">
                  <a:moveTo>
                    <a:pt x="659854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9854" y="15277"/>
                  </a:lnTo>
                  <a:lnTo>
                    <a:pt x="659854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965501" y="3208153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965490" y="3223430"/>
              <a:ext cx="661670" cy="15875"/>
            </a:xfrm>
            <a:custGeom>
              <a:avLst/>
              <a:gdLst/>
              <a:ahLst/>
              <a:cxnLst/>
              <a:rect l="l" t="t" r="r" b="b"/>
              <a:pathLst>
                <a:path w="661670" h="15875">
                  <a:moveTo>
                    <a:pt x="661665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61665" y="15277"/>
                  </a:lnTo>
                  <a:lnTo>
                    <a:pt x="661665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978097" y="3238707"/>
              <a:ext cx="622300" cy="15875"/>
            </a:xfrm>
            <a:custGeom>
              <a:avLst/>
              <a:gdLst/>
              <a:ahLst/>
              <a:cxnLst/>
              <a:rect l="l" t="t" r="r" b="b"/>
              <a:pathLst>
                <a:path w="622300" h="15875">
                  <a:moveTo>
                    <a:pt x="621865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21865" y="15277"/>
                  </a:lnTo>
                  <a:lnTo>
                    <a:pt x="621865" y="0"/>
                  </a:lnTo>
                  <a:close/>
                </a:path>
              </a:pathLst>
            </a:custGeom>
            <a:solidFill>
              <a:srgbClr val="4F45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965490" y="3253984"/>
              <a:ext cx="661670" cy="15875"/>
            </a:xfrm>
            <a:custGeom>
              <a:avLst/>
              <a:gdLst/>
              <a:ahLst/>
              <a:cxnLst/>
              <a:rect l="l" t="t" r="r" b="b"/>
              <a:pathLst>
                <a:path w="661670" h="15875">
                  <a:moveTo>
                    <a:pt x="661665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61665" y="15277"/>
                  </a:lnTo>
                  <a:lnTo>
                    <a:pt x="661665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993489" y="3269261"/>
              <a:ext cx="633730" cy="15240"/>
            </a:xfrm>
            <a:custGeom>
              <a:avLst/>
              <a:gdLst/>
              <a:ahLst/>
              <a:cxnLst/>
              <a:rect l="l" t="t" r="r" b="b"/>
              <a:pathLst>
                <a:path w="633729" h="15239">
                  <a:moveTo>
                    <a:pt x="0" y="15025"/>
                  </a:moveTo>
                  <a:lnTo>
                    <a:pt x="633666" y="15025"/>
                  </a:lnTo>
                  <a:lnTo>
                    <a:pt x="633666" y="0"/>
                  </a:lnTo>
                  <a:lnTo>
                    <a:pt x="0" y="0"/>
                  </a:lnTo>
                  <a:lnTo>
                    <a:pt x="0" y="1502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07159" y="2031142"/>
              <a:ext cx="1224393" cy="2788424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1080794" y="3284287"/>
              <a:ext cx="2970530" cy="71755"/>
            </a:xfrm>
            <a:custGeom>
              <a:avLst/>
              <a:gdLst/>
              <a:ahLst/>
              <a:cxnLst/>
              <a:rect l="l" t="t" r="r" b="b"/>
              <a:pathLst>
                <a:path w="2970529" h="71754">
                  <a:moveTo>
                    <a:pt x="2970349" y="0"/>
                  </a:moveTo>
                  <a:lnTo>
                    <a:pt x="0" y="0"/>
                  </a:lnTo>
                  <a:lnTo>
                    <a:pt x="0" y="71327"/>
                  </a:lnTo>
                  <a:lnTo>
                    <a:pt x="2970349" y="71327"/>
                  </a:lnTo>
                  <a:lnTo>
                    <a:pt x="2970349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113400" y="3905012"/>
              <a:ext cx="410845" cy="809625"/>
            </a:xfrm>
            <a:custGeom>
              <a:avLst/>
              <a:gdLst/>
              <a:ahLst/>
              <a:cxnLst/>
              <a:rect l="l" t="t" r="r" b="b"/>
              <a:pathLst>
                <a:path w="410844" h="809625">
                  <a:moveTo>
                    <a:pt x="382700" y="0"/>
                  </a:moveTo>
                  <a:lnTo>
                    <a:pt x="27507" y="0"/>
                  </a:lnTo>
                  <a:lnTo>
                    <a:pt x="16825" y="2173"/>
                  </a:lnTo>
                  <a:lnTo>
                    <a:pt x="8079" y="8090"/>
                  </a:lnTo>
                  <a:lnTo>
                    <a:pt x="2170" y="16843"/>
                  </a:lnTo>
                  <a:lnTo>
                    <a:pt x="0" y="27527"/>
                  </a:lnTo>
                  <a:lnTo>
                    <a:pt x="0" y="781641"/>
                  </a:lnTo>
                  <a:lnTo>
                    <a:pt x="2170" y="792322"/>
                  </a:lnTo>
                  <a:lnTo>
                    <a:pt x="8079" y="801068"/>
                  </a:lnTo>
                  <a:lnTo>
                    <a:pt x="16825" y="806977"/>
                  </a:lnTo>
                  <a:lnTo>
                    <a:pt x="27507" y="809148"/>
                  </a:lnTo>
                  <a:lnTo>
                    <a:pt x="382700" y="809148"/>
                  </a:lnTo>
                  <a:lnTo>
                    <a:pt x="393383" y="806977"/>
                  </a:lnTo>
                  <a:lnTo>
                    <a:pt x="402133" y="801068"/>
                  </a:lnTo>
                  <a:lnTo>
                    <a:pt x="408045" y="792322"/>
                  </a:lnTo>
                  <a:lnTo>
                    <a:pt x="410217" y="781641"/>
                  </a:lnTo>
                  <a:lnTo>
                    <a:pt x="410217" y="27527"/>
                  </a:lnTo>
                  <a:lnTo>
                    <a:pt x="408045" y="16843"/>
                  </a:lnTo>
                  <a:lnTo>
                    <a:pt x="402133" y="8090"/>
                  </a:lnTo>
                  <a:lnTo>
                    <a:pt x="393383" y="2173"/>
                  </a:lnTo>
                  <a:lnTo>
                    <a:pt x="382700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167870" y="3954151"/>
              <a:ext cx="295910" cy="25400"/>
            </a:xfrm>
            <a:custGeom>
              <a:avLst/>
              <a:gdLst/>
              <a:ahLst/>
              <a:cxnLst/>
              <a:rect l="l" t="t" r="r" b="b"/>
              <a:pathLst>
                <a:path w="295909" h="25400">
                  <a:moveTo>
                    <a:pt x="295603" y="0"/>
                  </a:moveTo>
                  <a:lnTo>
                    <a:pt x="0" y="0"/>
                  </a:lnTo>
                  <a:lnTo>
                    <a:pt x="0" y="25067"/>
                  </a:lnTo>
                  <a:lnTo>
                    <a:pt x="295603" y="25067"/>
                  </a:lnTo>
                  <a:lnTo>
                    <a:pt x="295603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03542" y="4326060"/>
              <a:ext cx="67945" cy="67945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1291504" y="4345367"/>
              <a:ext cx="48895" cy="48895"/>
            </a:xfrm>
            <a:custGeom>
              <a:avLst/>
              <a:gdLst/>
              <a:ahLst/>
              <a:cxnLst/>
              <a:rect l="l" t="t" r="r" b="b"/>
              <a:pathLst>
                <a:path w="48894" h="48895">
                  <a:moveTo>
                    <a:pt x="24323" y="0"/>
                  </a:moveTo>
                  <a:lnTo>
                    <a:pt x="14860" y="1911"/>
                  </a:lnTo>
                  <a:lnTo>
                    <a:pt x="7128" y="7124"/>
                  </a:lnTo>
                  <a:lnTo>
                    <a:pt x="1912" y="14855"/>
                  </a:lnTo>
                  <a:lnTo>
                    <a:pt x="0" y="24323"/>
                  </a:lnTo>
                  <a:lnTo>
                    <a:pt x="1912" y="33785"/>
                  </a:lnTo>
                  <a:lnTo>
                    <a:pt x="7128" y="41514"/>
                  </a:lnTo>
                  <a:lnTo>
                    <a:pt x="14860" y="46725"/>
                  </a:lnTo>
                  <a:lnTo>
                    <a:pt x="24323" y="48637"/>
                  </a:lnTo>
                  <a:lnTo>
                    <a:pt x="33790" y="46725"/>
                  </a:lnTo>
                  <a:lnTo>
                    <a:pt x="41518" y="41514"/>
                  </a:lnTo>
                  <a:lnTo>
                    <a:pt x="46727" y="33785"/>
                  </a:lnTo>
                  <a:lnTo>
                    <a:pt x="48637" y="24323"/>
                  </a:lnTo>
                  <a:lnTo>
                    <a:pt x="46727" y="14855"/>
                  </a:lnTo>
                  <a:lnTo>
                    <a:pt x="41518" y="7124"/>
                  </a:lnTo>
                  <a:lnTo>
                    <a:pt x="33790" y="1911"/>
                  </a:lnTo>
                  <a:lnTo>
                    <a:pt x="24323" y="0"/>
                  </a:lnTo>
                  <a:close/>
                </a:path>
              </a:pathLst>
            </a:custGeom>
            <a:solidFill>
              <a:srgbClr val="7687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139672" y="4436828"/>
              <a:ext cx="357505" cy="255270"/>
            </a:xfrm>
            <a:custGeom>
              <a:avLst/>
              <a:gdLst/>
              <a:ahLst/>
              <a:cxnLst/>
              <a:rect l="l" t="t" r="r" b="b"/>
              <a:pathLst>
                <a:path w="357505" h="255270">
                  <a:moveTo>
                    <a:pt x="357298" y="0"/>
                  </a:moveTo>
                  <a:lnTo>
                    <a:pt x="0" y="0"/>
                  </a:lnTo>
                  <a:lnTo>
                    <a:pt x="0" y="255238"/>
                  </a:lnTo>
                  <a:lnTo>
                    <a:pt x="357298" y="255238"/>
                  </a:lnTo>
                  <a:lnTo>
                    <a:pt x="357298" y="0"/>
                  </a:lnTo>
                  <a:close/>
                </a:path>
              </a:pathLst>
            </a:custGeom>
            <a:solidFill>
              <a:srgbClr val="515D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139659" y="4454061"/>
              <a:ext cx="357505" cy="224154"/>
            </a:xfrm>
            <a:custGeom>
              <a:avLst/>
              <a:gdLst/>
              <a:ahLst/>
              <a:cxnLst/>
              <a:rect l="l" t="t" r="r" b="b"/>
              <a:pathLst>
                <a:path w="357505" h="224154">
                  <a:moveTo>
                    <a:pt x="357301" y="211569"/>
                  </a:moveTo>
                  <a:lnTo>
                    <a:pt x="0" y="211569"/>
                  </a:lnTo>
                  <a:lnTo>
                    <a:pt x="0" y="224116"/>
                  </a:lnTo>
                  <a:lnTo>
                    <a:pt x="357301" y="224116"/>
                  </a:lnTo>
                  <a:lnTo>
                    <a:pt x="357301" y="211569"/>
                  </a:lnTo>
                  <a:close/>
                </a:path>
                <a:path w="357505" h="224154">
                  <a:moveTo>
                    <a:pt x="357301" y="188061"/>
                  </a:moveTo>
                  <a:lnTo>
                    <a:pt x="0" y="188061"/>
                  </a:lnTo>
                  <a:lnTo>
                    <a:pt x="0" y="200609"/>
                  </a:lnTo>
                  <a:lnTo>
                    <a:pt x="357301" y="200609"/>
                  </a:lnTo>
                  <a:lnTo>
                    <a:pt x="357301" y="188061"/>
                  </a:lnTo>
                  <a:close/>
                </a:path>
                <a:path w="357505" h="224154">
                  <a:moveTo>
                    <a:pt x="357301" y="164553"/>
                  </a:moveTo>
                  <a:lnTo>
                    <a:pt x="0" y="164553"/>
                  </a:lnTo>
                  <a:lnTo>
                    <a:pt x="0" y="177101"/>
                  </a:lnTo>
                  <a:lnTo>
                    <a:pt x="357301" y="177101"/>
                  </a:lnTo>
                  <a:lnTo>
                    <a:pt x="357301" y="164553"/>
                  </a:lnTo>
                  <a:close/>
                </a:path>
                <a:path w="357505" h="224154">
                  <a:moveTo>
                    <a:pt x="357301" y="141046"/>
                  </a:moveTo>
                  <a:lnTo>
                    <a:pt x="0" y="141046"/>
                  </a:lnTo>
                  <a:lnTo>
                    <a:pt x="0" y="153593"/>
                  </a:lnTo>
                  <a:lnTo>
                    <a:pt x="357301" y="153593"/>
                  </a:lnTo>
                  <a:lnTo>
                    <a:pt x="357301" y="141046"/>
                  </a:lnTo>
                  <a:close/>
                </a:path>
                <a:path w="357505" h="224154">
                  <a:moveTo>
                    <a:pt x="357301" y="117538"/>
                  </a:moveTo>
                  <a:lnTo>
                    <a:pt x="0" y="117538"/>
                  </a:lnTo>
                  <a:lnTo>
                    <a:pt x="0" y="130073"/>
                  </a:lnTo>
                  <a:lnTo>
                    <a:pt x="357301" y="130073"/>
                  </a:lnTo>
                  <a:lnTo>
                    <a:pt x="357301" y="117538"/>
                  </a:lnTo>
                  <a:close/>
                </a:path>
                <a:path w="357505" h="224154">
                  <a:moveTo>
                    <a:pt x="357301" y="94030"/>
                  </a:moveTo>
                  <a:lnTo>
                    <a:pt x="0" y="94030"/>
                  </a:lnTo>
                  <a:lnTo>
                    <a:pt x="0" y="106565"/>
                  </a:lnTo>
                  <a:lnTo>
                    <a:pt x="357301" y="106565"/>
                  </a:lnTo>
                  <a:lnTo>
                    <a:pt x="357301" y="94030"/>
                  </a:lnTo>
                  <a:close/>
                </a:path>
                <a:path w="357505" h="224154">
                  <a:moveTo>
                    <a:pt x="357301" y="70535"/>
                  </a:moveTo>
                  <a:lnTo>
                    <a:pt x="0" y="70535"/>
                  </a:lnTo>
                  <a:lnTo>
                    <a:pt x="0" y="83070"/>
                  </a:lnTo>
                  <a:lnTo>
                    <a:pt x="357301" y="83070"/>
                  </a:lnTo>
                  <a:lnTo>
                    <a:pt x="357301" y="70535"/>
                  </a:lnTo>
                  <a:close/>
                </a:path>
                <a:path w="357505" h="224154">
                  <a:moveTo>
                    <a:pt x="357301" y="47028"/>
                  </a:moveTo>
                  <a:lnTo>
                    <a:pt x="0" y="47028"/>
                  </a:lnTo>
                  <a:lnTo>
                    <a:pt x="0" y="59563"/>
                  </a:lnTo>
                  <a:lnTo>
                    <a:pt x="357301" y="59563"/>
                  </a:lnTo>
                  <a:lnTo>
                    <a:pt x="357301" y="47028"/>
                  </a:lnTo>
                  <a:close/>
                </a:path>
                <a:path w="357505" h="224154">
                  <a:moveTo>
                    <a:pt x="357301" y="23520"/>
                  </a:moveTo>
                  <a:lnTo>
                    <a:pt x="0" y="23520"/>
                  </a:lnTo>
                  <a:lnTo>
                    <a:pt x="0" y="36055"/>
                  </a:lnTo>
                  <a:lnTo>
                    <a:pt x="357301" y="36055"/>
                  </a:lnTo>
                  <a:lnTo>
                    <a:pt x="357301" y="23520"/>
                  </a:lnTo>
                  <a:close/>
                </a:path>
                <a:path w="357505" h="224154">
                  <a:moveTo>
                    <a:pt x="357301" y="0"/>
                  </a:moveTo>
                  <a:lnTo>
                    <a:pt x="0" y="0"/>
                  </a:lnTo>
                  <a:lnTo>
                    <a:pt x="0" y="12547"/>
                  </a:lnTo>
                  <a:lnTo>
                    <a:pt x="357301" y="12547"/>
                  </a:lnTo>
                  <a:lnTo>
                    <a:pt x="357301" y="0"/>
                  </a:lnTo>
                  <a:close/>
                </a:path>
              </a:pathLst>
            </a:custGeom>
            <a:solidFill>
              <a:srgbClr val="606E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167870" y="4013696"/>
              <a:ext cx="298450" cy="295910"/>
            </a:xfrm>
            <a:custGeom>
              <a:avLst/>
              <a:gdLst/>
              <a:ahLst/>
              <a:cxnLst/>
              <a:rect l="l" t="t" r="r" b="b"/>
              <a:pathLst>
                <a:path w="298450" h="295910">
                  <a:moveTo>
                    <a:pt x="298137" y="0"/>
                  </a:moveTo>
                  <a:lnTo>
                    <a:pt x="0" y="147314"/>
                  </a:lnTo>
                  <a:lnTo>
                    <a:pt x="0" y="295896"/>
                  </a:lnTo>
                  <a:lnTo>
                    <a:pt x="298137" y="295896"/>
                  </a:lnTo>
                  <a:lnTo>
                    <a:pt x="298137" y="0"/>
                  </a:lnTo>
                  <a:close/>
                </a:path>
              </a:pathLst>
            </a:custGeom>
            <a:solidFill>
              <a:srgbClr val="465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247145" y="4018390"/>
              <a:ext cx="24765" cy="18415"/>
            </a:xfrm>
            <a:custGeom>
              <a:avLst/>
              <a:gdLst/>
              <a:ahLst/>
              <a:cxnLst/>
              <a:rect l="l" t="t" r="r" b="b"/>
              <a:pathLst>
                <a:path w="24765" h="18414">
                  <a:moveTo>
                    <a:pt x="0" y="18030"/>
                  </a:moveTo>
                  <a:lnTo>
                    <a:pt x="24554" y="18030"/>
                  </a:lnTo>
                  <a:lnTo>
                    <a:pt x="24554" y="0"/>
                  </a:lnTo>
                  <a:lnTo>
                    <a:pt x="0" y="0"/>
                  </a:lnTo>
                  <a:lnTo>
                    <a:pt x="0" y="1803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149273" y="3355612"/>
              <a:ext cx="2838450" cy="1337945"/>
            </a:xfrm>
            <a:custGeom>
              <a:avLst/>
              <a:gdLst/>
              <a:ahLst/>
              <a:cxnLst/>
              <a:rect l="l" t="t" r="r" b="b"/>
              <a:pathLst>
                <a:path w="2838450" h="1337945">
                  <a:moveTo>
                    <a:pt x="97866" y="0"/>
                  </a:moveTo>
                  <a:lnTo>
                    <a:pt x="0" y="0"/>
                  </a:lnTo>
                  <a:lnTo>
                    <a:pt x="0" y="1337881"/>
                  </a:lnTo>
                  <a:lnTo>
                    <a:pt x="97866" y="1337881"/>
                  </a:lnTo>
                  <a:lnTo>
                    <a:pt x="97866" y="0"/>
                  </a:lnTo>
                  <a:close/>
                </a:path>
                <a:path w="2838450" h="1337945">
                  <a:moveTo>
                    <a:pt x="2838246" y="0"/>
                  </a:moveTo>
                  <a:lnTo>
                    <a:pt x="2740393" y="0"/>
                  </a:lnTo>
                  <a:lnTo>
                    <a:pt x="2740393" y="1337881"/>
                  </a:lnTo>
                  <a:lnTo>
                    <a:pt x="2838246" y="1337881"/>
                  </a:lnTo>
                  <a:lnTo>
                    <a:pt x="2838246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149273" y="4693494"/>
              <a:ext cx="2838450" cy="28575"/>
            </a:xfrm>
            <a:custGeom>
              <a:avLst/>
              <a:gdLst/>
              <a:ahLst/>
              <a:cxnLst/>
              <a:rect l="l" t="t" r="r" b="b"/>
              <a:pathLst>
                <a:path w="2838450" h="28575">
                  <a:moveTo>
                    <a:pt x="97866" y="0"/>
                  </a:moveTo>
                  <a:lnTo>
                    <a:pt x="0" y="0"/>
                  </a:lnTo>
                  <a:lnTo>
                    <a:pt x="0" y="28016"/>
                  </a:lnTo>
                  <a:lnTo>
                    <a:pt x="97866" y="28016"/>
                  </a:lnTo>
                  <a:lnTo>
                    <a:pt x="97866" y="0"/>
                  </a:lnTo>
                  <a:close/>
                </a:path>
                <a:path w="2838450" h="28575">
                  <a:moveTo>
                    <a:pt x="2838246" y="0"/>
                  </a:moveTo>
                  <a:lnTo>
                    <a:pt x="2740393" y="0"/>
                  </a:lnTo>
                  <a:lnTo>
                    <a:pt x="2740393" y="28016"/>
                  </a:lnTo>
                  <a:lnTo>
                    <a:pt x="2838246" y="28016"/>
                  </a:lnTo>
                  <a:lnTo>
                    <a:pt x="2838246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302007" y="2514349"/>
              <a:ext cx="119380" cy="589915"/>
            </a:xfrm>
            <a:custGeom>
              <a:avLst/>
              <a:gdLst/>
              <a:ahLst/>
              <a:cxnLst/>
              <a:rect l="l" t="t" r="r" b="b"/>
              <a:pathLst>
                <a:path w="119380" h="589914">
                  <a:moveTo>
                    <a:pt x="37199" y="0"/>
                  </a:moveTo>
                  <a:lnTo>
                    <a:pt x="38182" y="6614"/>
                  </a:lnTo>
                  <a:lnTo>
                    <a:pt x="39995" y="24935"/>
                  </a:lnTo>
                  <a:lnTo>
                    <a:pt x="40936" y="52677"/>
                  </a:lnTo>
                  <a:lnTo>
                    <a:pt x="39304" y="87557"/>
                  </a:lnTo>
                  <a:lnTo>
                    <a:pt x="34018" y="117384"/>
                  </a:lnTo>
                  <a:lnTo>
                    <a:pt x="24262" y="160781"/>
                  </a:lnTo>
                  <a:lnTo>
                    <a:pt x="13217" y="213217"/>
                  </a:lnTo>
                  <a:lnTo>
                    <a:pt x="4068" y="270163"/>
                  </a:lnTo>
                  <a:lnTo>
                    <a:pt x="0" y="327086"/>
                  </a:lnTo>
                  <a:lnTo>
                    <a:pt x="4195" y="379455"/>
                  </a:lnTo>
                  <a:lnTo>
                    <a:pt x="19838" y="422741"/>
                  </a:lnTo>
                  <a:lnTo>
                    <a:pt x="50457" y="474214"/>
                  </a:lnTo>
                  <a:lnTo>
                    <a:pt x="68579" y="508777"/>
                  </a:lnTo>
                  <a:lnTo>
                    <a:pt x="81327" y="542096"/>
                  </a:lnTo>
                  <a:lnTo>
                    <a:pt x="95825" y="589835"/>
                  </a:lnTo>
                  <a:lnTo>
                    <a:pt x="94596" y="543337"/>
                  </a:lnTo>
                  <a:lnTo>
                    <a:pt x="97105" y="491706"/>
                  </a:lnTo>
                  <a:lnTo>
                    <a:pt x="102019" y="436775"/>
                  </a:lnTo>
                  <a:lnTo>
                    <a:pt x="108008" y="380373"/>
                  </a:lnTo>
                  <a:lnTo>
                    <a:pt x="113740" y="324331"/>
                  </a:lnTo>
                  <a:lnTo>
                    <a:pt x="117883" y="270480"/>
                  </a:lnTo>
                  <a:lnTo>
                    <a:pt x="119106" y="220651"/>
                  </a:lnTo>
                  <a:lnTo>
                    <a:pt x="116076" y="176675"/>
                  </a:lnTo>
                  <a:lnTo>
                    <a:pt x="106445" y="113254"/>
                  </a:lnTo>
                  <a:lnTo>
                    <a:pt x="95018" y="73711"/>
                  </a:lnTo>
                  <a:lnTo>
                    <a:pt x="74401" y="41480"/>
                  </a:lnTo>
                  <a:lnTo>
                    <a:pt x="37199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296250" y="2495306"/>
              <a:ext cx="131445" cy="666750"/>
            </a:xfrm>
            <a:custGeom>
              <a:avLst/>
              <a:gdLst/>
              <a:ahLst/>
              <a:cxnLst/>
              <a:rect l="l" t="t" r="r" b="b"/>
              <a:pathLst>
                <a:path w="131444" h="666750">
                  <a:moveTo>
                    <a:pt x="33445" y="0"/>
                  </a:moveTo>
                  <a:lnTo>
                    <a:pt x="37068" y="20114"/>
                  </a:lnTo>
                  <a:lnTo>
                    <a:pt x="38050" y="26840"/>
                  </a:lnTo>
                  <a:lnTo>
                    <a:pt x="39799" y="44938"/>
                  </a:lnTo>
                  <a:lnTo>
                    <a:pt x="40688" y="72110"/>
                  </a:lnTo>
                  <a:lnTo>
                    <a:pt x="39089" y="106059"/>
                  </a:lnTo>
                  <a:lnTo>
                    <a:pt x="37696" y="116091"/>
                  </a:lnTo>
                  <a:lnTo>
                    <a:pt x="35241" y="128901"/>
                  </a:lnTo>
                  <a:lnTo>
                    <a:pt x="31930" y="144217"/>
                  </a:lnTo>
                  <a:lnTo>
                    <a:pt x="27969" y="161764"/>
                  </a:lnTo>
                  <a:lnTo>
                    <a:pt x="18209" y="205835"/>
                  </a:lnTo>
                  <a:lnTo>
                    <a:pt x="8736" y="255591"/>
                  </a:lnTo>
                  <a:lnTo>
                    <a:pt x="1888" y="307702"/>
                  </a:lnTo>
                  <a:lnTo>
                    <a:pt x="0" y="358839"/>
                  </a:lnTo>
                  <a:lnTo>
                    <a:pt x="5409" y="405674"/>
                  </a:lnTo>
                  <a:lnTo>
                    <a:pt x="20451" y="444876"/>
                  </a:lnTo>
                  <a:lnTo>
                    <a:pt x="53844" y="506576"/>
                  </a:lnTo>
                  <a:lnTo>
                    <a:pt x="77300" y="559354"/>
                  </a:lnTo>
                  <a:lnTo>
                    <a:pt x="91180" y="596316"/>
                  </a:lnTo>
                  <a:lnTo>
                    <a:pt x="95841" y="610567"/>
                  </a:lnTo>
                  <a:lnTo>
                    <a:pt x="112302" y="666314"/>
                  </a:lnTo>
                  <a:lnTo>
                    <a:pt x="107558" y="608379"/>
                  </a:lnTo>
                  <a:lnTo>
                    <a:pt x="106487" y="569836"/>
                  </a:lnTo>
                  <a:lnTo>
                    <a:pt x="94292" y="569836"/>
                  </a:lnTo>
                  <a:lnTo>
                    <a:pt x="83498" y="542980"/>
                  </a:lnTo>
                  <a:lnTo>
                    <a:pt x="69353" y="511235"/>
                  </a:lnTo>
                  <a:lnTo>
                    <a:pt x="51787" y="476004"/>
                  </a:lnTo>
                  <a:lnTo>
                    <a:pt x="30733" y="438688"/>
                  </a:lnTo>
                  <a:lnTo>
                    <a:pt x="16681" y="401456"/>
                  </a:lnTo>
                  <a:lnTo>
                    <a:pt x="11832" y="356394"/>
                  </a:lnTo>
                  <a:lnTo>
                    <a:pt x="13947" y="306832"/>
                  </a:lnTo>
                  <a:lnTo>
                    <a:pt x="20784" y="256096"/>
                  </a:lnTo>
                  <a:lnTo>
                    <a:pt x="30100" y="207514"/>
                  </a:lnTo>
                  <a:lnTo>
                    <a:pt x="39655" y="164413"/>
                  </a:lnTo>
                  <a:lnTo>
                    <a:pt x="43690" y="146556"/>
                  </a:lnTo>
                  <a:lnTo>
                    <a:pt x="47069" y="130908"/>
                  </a:lnTo>
                  <a:lnTo>
                    <a:pt x="49586" y="117696"/>
                  </a:lnTo>
                  <a:lnTo>
                    <a:pt x="51037" y="107148"/>
                  </a:lnTo>
                  <a:lnTo>
                    <a:pt x="52377" y="86942"/>
                  </a:lnTo>
                  <a:lnTo>
                    <a:pt x="52641" y="72110"/>
                  </a:lnTo>
                  <a:lnTo>
                    <a:pt x="52589" y="64187"/>
                  </a:lnTo>
                  <a:lnTo>
                    <a:pt x="52293" y="52598"/>
                  </a:lnTo>
                  <a:lnTo>
                    <a:pt x="51424" y="39171"/>
                  </a:lnTo>
                  <a:lnTo>
                    <a:pt x="65641" y="39171"/>
                  </a:lnTo>
                  <a:lnTo>
                    <a:pt x="58941" y="29038"/>
                  </a:lnTo>
                  <a:lnTo>
                    <a:pt x="47361" y="14973"/>
                  </a:lnTo>
                  <a:lnTo>
                    <a:pt x="33445" y="0"/>
                  </a:lnTo>
                  <a:close/>
                </a:path>
                <a:path w="131444" h="666750">
                  <a:moveTo>
                    <a:pt x="65641" y="39171"/>
                  </a:moveTo>
                  <a:lnTo>
                    <a:pt x="51424" y="39171"/>
                  </a:lnTo>
                  <a:lnTo>
                    <a:pt x="68116" y="64187"/>
                  </a:lnTo>
                  <a:lnTo>
                    <a:pt x="86945" y="99455"/>
                  </a:lnTo>
                  <a:lnTo>
                    <a:pt x="104131" y="143922"/>
                  </a:lnTo>
                  <a:lnTo>
                    <a:pt x="115893" y="196538"/>
                  </a:lnTo>
                  <a:lnTo>
                    <a:pt x="118878" y="242491"/>
                  </a:lnTo>
                  <a:lnTo>
                    <a:pt x="117284" y="295107"/>
                  </a:lnTo>
                  <a:lnTo>
                    <a:pt x="112694" y="351561"/>
                  </a:lnTo>
                  <a:lnTo>
                    <a:pt x="106637" y="409641"/>
                  </a:lnTo>
                  <a:lnTo>
                    <a:pt x="102240" y="451085"/>
                  </a:lnTo>
                  <a:lnTo>
                    <a:pt x="98344" y="492193"/>
                  </a:lnTo>
                  <a:lnTo>
                    <a:pt x="95508" y="532073"/>
                  </a:lnTo>
                  <a:lnTo>
                    <a:pt x="94292" y="569836"/>
                  </a:lnTo>
                  <a:lnTo>
                    <a:pt x="106487" y="569836"/>
                  </a:lnTo>
                  <a:lnTo>
                    <a:pt x="106337" y="564459"/>
                  </a:lnTo>
                  <a:lnTo>
                    <a:pt x="108548" y="515620"/>
                  </a:lnTo>
                  <a:lnTo>
                    <a:pt x="113012" y="463800"/>
                  </a:lnTo>
                  <a:lnTo>
                    <a:pt x="118553" y="410940"/>
                  </a:lnTo>
                  <a:lnTo>
                    <a:pt x="124669" y="352297"/>
                  </a:lnTo>
                  <a:lnTo>
                    <a:pt x="129304" y="295005"/>
                  </a:lnTo>
                  <a:lnTo>
                    <a:pt x="130863" y="241822"/>
                  </a:lnTo>
                  <a:lnTo>
                    <a:pt x="127767" y="194894"/>
                  </a:lnTo>
                  <a:lnTo>
                    <a:pt x="109249" y="121423"/>
                  </a:lnTo>
                  <a:lnTo>
                    <a:pt x="82939" y="65330"/>
                  </a:lnTo>
                  <a:lnTo>
                    <a:pt x="65641" y="39171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279645" y="2646672"/>
              <a:ext cx="80645" cy="444500"/>
            </a:xfrm>
            <a:custGeom>
              <a:avLst/>
              <a:gdLst/>
              <a:ahLst/>
              <a:cxnLst/>
              <a:rect l="l" t="t" r="r" b="b"/>
              <a:pathLst>
                <a:path w="80644" h="444500">
                  <a:moveTo>
                    <a:pt x="16237" y="0"/>
                  </a:moveTo>
                  <a:lnTo>
                    <a:pt x="17115" y="4978"/>
                  </a:lnTo>
                  <a:lnTo>
                    <a:pt x="18907" y="18776"/>
                  </a:lnTo>
                  <a:lnTo>
                    <a:pt x="20354" y="39685"/>
                  </a:lnTo>
                  <a:lnTo>
                    <a:pt x="20195" y="65997"/>
                  </a:lnTo>
                  <a:lnTo>
                    <a:pt x="15288" y="100618"/>
                  </a:lnTo>
                  <a:lnTo>
                    <a:pt x="6627" y="152661"/>
                  </a:lnTo>
                  <a:lnTo>
                    <a:pt x="0" y="212687"/>
                  </a:lnTo>
                  <a:lnTo>
                    <a:pt x="1196" y="271254"/>
                  </a:lnTo>
                  <a:lnTo>
                    <a:pt x="16007" y="318922"/>
                  </a:lnTo>
                  <a:lnTo>
                    <a:pt x="38997" y="357505"/>
                  </a:lnTo>
                  <a:lnTo>
                    <a:pt x="52719" y="383430"/>
                  </a:lnTo>
                  <a:lnTo>
                    <a:pt x="62627" y="408457"/>
                  </a:lnTo>
                  <a:lnTo>
                    <a:pt x="74172" y="444342"/>
                  </a:lnTo>
                  <a:lnTo>
                    <a:pt x="71853" y="396663"/>
                  </a:lnTo>
                  <a:lnTo>
                    <a:pt x="73423" y="342880"/>
                  </a:lnTo>
                  <a:lnTo>
                    <a:pt x="76786" y="286287"/>
                  </a:lnTo>
                  <a:lnTo>
                    <a:pt x="79847" y="230181"/>
                  </a:lnTo>
                  <a:lnTo>
                    <a:pt x="80509" y="177857"/>
                  </a:lnTo>
                  <a:lnTo>
                    <a:pt x="76675" y="132613"/>
                  </a:lnTo>
                  <a:lnTo>
                    <a:pt x="68115" y="84865"/>
                  </a:lnTo>
                  <a:lnTo>
                    <a:pt x="43562" y="30991"/>
                  </a:lnTo>
                  <a:lnTo>
                    <a:pt x="16237" y="0"/>
                  </a:lnTo>
                  <a:close/>
                </a:path>
              </a:pathLst>
            </a:custGeom>
            <a:solidFill>
              <a:srgbClr val="A1AB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273415" y="2626488"/>
              <a:ext cx="93345" cy="466725"/>
            </a:xfrm>
            <a:custGeom>
              <a:avLst/>
              <a:gdLst/>
              <a:ahLst/>
              <a:cxnLst/>
              <a:rect l="l" t="t" r="r" b="b"/>
              <a:pathLst>
                <a:path w="93344" h="466725">
                  <a:moveTo>
                    <a:pt x="12194" y="0"/>
                  </a:moveTo>
                  <a:lnTo>
                    <a:pt x="16602" y="21392"/>
                  </a:lnTo>
                  <a:lnTo>
                    <a:pt x="17513" y="26712"/>
                  </a:lnTo>
                  <a:lnTo>
                    <a:pt x="19212" y="39963"/>
                  </a:lnTo>
                  <a:lnTo>
                    <a:pt x="20608" y="60352"/>
                  </a:lnTo>
                  <a:lnTo>
                    <a:pt x="20456" y="85903"/>
                  </a:lnTo>
                  <a:lnTo>
                    <a:pt x="19752" y="93430"/>
                  </a:lnTo>
                  <a:lnTo>
                    <a:pt x="18388" y="103070"/>
                  </a:lnTo>
                  <a:lnTo>
                    <a:pt x="16498" y="114610"/>
                  </a:lnTo>
                  <a:lnTo>
                    <a:pt x="14215" y="127839"/>
                  </a:lnTo>
                  <a:lnTo>
                    <a:pt x="5816" y="179716"/>
                  </a:lnTo>
                  <a:lnTo>
                    <a:pt x="0" y="238422"/>
                  </a:lnTo>
                  <a:lnTo>
                    <a:pt x="2019" y="295423"/>
                  </a:lnTo>
                  <a:lnTo>
                    <a:pt x="17126" y="342188"/>
                  </a:lnTo>
                  <a:lnTo>
                    <a:pt x="42283" y="388371"/>
                  </a:lnTo>
                  <a:lnTo>
                    <a:pt x="60224" y="427916"/>
                  </a:lnTo>
                  <a:lnTo>
                    <a:pt x="71004" y="455630"/>
                  </a:lnTo>
                  <a:lnTo>
                    <a:pt x="74674" y="466320"/>
                  </a:lnTo>
                  <a:lnTo>
                    <a:pt x="86359" y="463849"/>
                  </a:lnTo>
                  <a:lnTo>
                    <a:pt x="84252" y="430800"/>
                  </a:lnTo>
                  <a:lnTo>
                    <a:pt x="84276" y="425421"/>
                  </a:lnTo>
                  <a:lnTo>
                    <a:pt x="72150" y="425421"/>
                  </a:lnTo>
                  <a:lnTo>
                    <a:pt x="63872" y="406157"/>
                  </a:lnTo>
                  <a:lnTo>
                    <a:pt x="53655" y="384356"/>
                  </a:lnTo>
                  <a:lnTo>
                    <a:pt x="41492" y="360734"/>
                  </a:lnTo>
                  <a:lnTo>
                    <a:pt x="27377" y="336010"/>
                  </a:lnTo>
                  <a:lnTo>
                    <a:pt x="13535" y="291909"/>
                  </a:lnTo>
                  <a:lnTo>
                    <a:pt x="12014" y="237166"/>
                  </a:lnTo>
                  <a:lnTo>
                    <a:pt x="17838" y="180313"/>
                  </a:lnTo>
                  <a:lnTo>
                    <a:pt x="26037" y="129880"/>
                  </a:lnTo>
                  <a:lnTo>
                    <a:pt x="28367" y="116359"/>
                  </a:lnTo>
                  <a:lnTo>
                    <a:pt x="30301" y="104508"/>
                  </a:lnTo>
                  <a:lnTo>
                    <a:pt x="31697" y="94493"/>
                  </a:lnTo>
                  <a:lnTo>
                    <a:pt x="32406" y="86558"/>
                  </a:lnTo>
                  <a:lnTo>
                    <a:pt x="32777" y="73727"/>
                  </a:lnTo>
                  <a:lnTo>
                    <a:pt x="32658" y="61932"/>
                  </a:lnTo>
                  <a:lnTo>
                    <a:pt x="32176" y="51248"/>
                  </a:lnTo>
                  <a:lnTo>
                    <a:pt x="31450" y="41831"/>
                  </a:lnTo>
                  <a:lnTo>
                    <a:pt x="45435" y="41831"/>
                  </a:lnTo>
                  <a:lnTo>
                    <a:pt x="35478" y="26712"/>
                  </a:lnTo>
                  <a:lnTo>
                    <a:pt x="26895" y="16135"/>
                  </a:lnTo>
                  <a:lnTo>
                    <a:pt x="12194" y="0"/>
                  </a:lnTo>
                  <a:close/>
                </a:path>
                <a:path w="93344" h="466725">
                  <a:moveTo>
                    <a:pt x="45435" y="41831"/>
                  </a:moveTo>
                  <a:lnTo>
                    <a:pt x="31450" y="41831"/>
                  </a:lnTo>
                  <a:lnTo>
                    <a:pt x="43523" y="61086"/>
                  </a:lnTo>
                  <a:lnTo>
                    <a:pt x="56494" y="86558"/>
                  </a:lnTo>
                  <a:lnTo>
                    <a:pt x="68330" y="117655"/>
                  </a:lnTo>
                  <a:lnTo>
                    <a:pt x="76998" y="153785"/>
                  </a:lnTo>
                  <a:lnTo>
                    <a:pt x="80386" y="188328"/>
                  </a:lnTo>
                  <a:lnTo>
                    <a:pt x="80755" y="227870"/>
                  </a:lnTo>
                  <a:lnTo>
                    <a:pt x="79111" y="270725"/>
                  </a:lnTo>
                  <a:lnTo>
                    <a:pt x="76470" y="315037"/>
                  </a:lnTo>
                  <a:lnTo>
                    <a:pt x="74760" y="342827"/>
                  </a:lnTo>
                  <a:lnTo>
                    <a:pt x="73258" y="371203"/>
                  </a:lnTo>
                  <a:lnTo>
                    <a:pt x="72294" y="398903"/>
                  </a:lnTo>
                  <a:lnTo>
                    <a:pt x="72150" y="425421"/>
                  </a:lnTo>
                  <a:lnTo>
                    <a:pt x="84276" y="425421"/>
                  </a:lnTo>
                  <a:lnTo>
                    <a:pt x="84418" y="393998"/>
                  </a:lnTo>
                  <a:lnTo>
                    <a:pt x="86087" y="354919"/>
                  </a:lnTo>
                  <a:lnTo>
                    <a:pt x="88530" y="314283"/>
                  </a:lnTo>
                  <a:lnTo>
                    <a:pt x="91123" y="270493"/>
                  </a:lnTo>
                  <a:lnTo>
                    <a:pt x="92744" y="227514"/>
                  </a:lnTo>
                  <a:lnTo>
                    <a:pt x="92328" y="187259"/>
                  </a:lnTo>
                  <a:lnTo>
                    <a:pt x="88820" y="151817"/>
                  </a:lnTo>
                  <a:lnTo>
                    <a:pt x="73652" y="96318"/>
                  </a:lnTo>
                  <a:lnTo>
                    <a:pt x="53468" y="54028"/>
                  </a:lnTo>
                  <a:lnTo>
                    <a:pt x="45435" y="41831"/>
                  </a:lnTo>
                  <a:close/>
                </a:path>
              </a:pathLst>
            </a:custGeom>
            <a:solidFill>
              <a:srgbClr val="E9EA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389126" y="2557554"/>
              <a:ext cx="77470" cy="534670"/>
            </a:xfrm>
            <a:custGeom>
              <a:avLst/>
              <a:gdLst/>
              <a:ahLst/>
              <a:cxnLst/>
              <a:rect l="l" t="t" r="r" b="b"/>
              <a:pathLst>
                <a:path w="77469" h="534669">
                  <a:moveTo>
                    <a:pt x="65872" y="0"/>
                  </a:moveTo>
                  <a:lnTo>
                    <a:pt x="39062" y="38988"/>
                  </a:lnTo>
                  <a:lnTo>
                    <a:pt x="14424" y="105066"/>
                  </a:lnTo>
                  <a:lnTo>
                    <a:pt x="5224" y="162654"/>
                  </a:lnTo>
                  <a:lnTo>
                    <a:pt x="983" y="208570"/>
                  </a:lnTo>
                  <a:lnTo>
                    <a:pt x="0" y="260843"/>
                  </a:lnTo>
                  <a:lnTo>
                    <a:pt x="1053" y="317093"/>
                  </a:lnTo>
                  <a:lnTo>
                    <a:pt x="2923" y="374943"/>
                  </a:lnTo>
                  <a:lnTo>
                    <a:pt x="4387" y="432012"/>
                  </a:lnTo>
                  <a:lnTo>
                    <a:pt x="4225" y="485923"/>
                  </a:lnTo>
                  <a:lnTo>
                    <a:pt x="1214" y="534297"/>
                  </a:lnTo>
                  <a:lnTo>
                    <a:pt x="13009" y="490640"/>
                  </a:lnTo>
                  <a:lnTo>
                    <a:pt x="23013" y="460055"/>
                  </a:lnTo>
                  <a:lnTo>
                    <a:pt x="36690" y="428113"/>
                  </a:lnTo>
                  <a:lnTo>
                    <a:pt x="59505" y="380386"/>
                  </a:lnTo>
                  <a:lnTo>
                    <a:pt x="73181" y="333226"/>
                  </a:lnTo>
                  <a:lnTo>
                    <a:pt x="77339" y="276478"/>
                  </a:lnTo>
                  <a:lnTo>
                    <a:pt x="75076" y="216414"/>
                  </a:lnTo>
                  <a:lnTo>
                    <a:pt x="69486" y="159305"/>
                  </a:lnTo>
                  <a:lnTo>
                    <a:pt x="63666" y="111421"/>
                  </a:lnTo>
                  <a:lnTo>
                    <a:pt x="60710" y="79034"/>
                  </a:lnTo>
                  <a:lnTo>
                    <a:pt x="61105" y="47654"/>
                  </a:lnTo>
                  <a:lnTo>
                    <a:pt x="62926" y="22601"/>
                  </a:lnTo>
                  <a:lnTo>
                    <a:pt x="64928" y="6005"/>
                  </a:lnTo>
                  <a:lnTo>
                    <a:pt x="65872" y="0"/>
                  </a:lnTo>
                  <a:close/>
                </a:path>
              </a:pathLst>
            </a:custGeom>
            <a:solidFill>
              <a:srgbClr val="A1AB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383134" y="2532159"/>
              <a:ext cx="89535" cy="561340"/>
            </a:xfrm>
            <a:custGeom>
              <a:avLst/>
              <a:gdLst/>
              <a:ahLst/>
              <a:cxnLst/>
              <a:rect l="l" t="t" r="r" b="b"/>
              <a:pathLst>
                <a:path w="89534" h="561339">
                  <a:moveTo>
                    <a:pt x="82535" y="0"/>
                  </a:moveTo>
                  <a:lnTo>
                    <a:pt x="58599" y="35083"/>
                  </a:lnTo>
                  <a:lnTo>
                    <a:pt x="20859" y="120319"/>
                  </a:lnTo>
                  <a:lnTo>
                    <a:pt x="5291" y="187156"/>
                  </a:lnTo>
                  <a:lnTo>
                    <a:pt x="1219" y="229518"/>
                  </a:lnTo>
                  <a:lnTo>
                    <a:pt x="0" y="277426"/>
                  </a:lnTo>
                  <a:lnTo>
                    <a:pt x="676" y="328757"/>
                  </a:lnTo>
                  <a:lnTo>
                    <a:pt x="3760" y="428762"/>
                  </a:lnTo>
                  <a:lnTo>
                    <a:pt x="4384" y="465527"/>
                  </a:lnTo>
                  <a:lnTo>
                    <a:pt x="4492" y="479603"/>
                  </a:lnTo>
                  <a:lnTo>
                    <a:pt x="3947" y="519326"/>
                  </a:lnTo>
                  <a:lnTo>
                    <a:pt x="1239" y="559040"/>
                  </a:lnTo>
                  <a:lnTo>
                    <a:pt x="12998" y="561228"/>
                  </a:lnTo>
                  <a:lnTo>
                    <a:pt x="16744" y="548153"/>
                  </a:lnTo>
                  <a:lnTo>
                    <a:pt x="27681" y="514183"/>
                  </a:lnTo>
                  <a:lnTo>
                    <a:pt x="28979" y="510686"/>
                  </a:lnTo>
                  <a:lnTo>
                    <a:pt x="16223" y="510686"/>
                  </a:lnTo>
                  <a:lnTo>
                    <a:pt x="16477" y="487453"/>
                  </a:lnTo>
                  <a:lnTo>
                    <a:pt x="16351" y="461259"/>
                  </a:lnTo>
                  <a:lnTo>
                    <a:pt x="16189" y="447242"/>
                  </a:lnTo>
                  <a:lnTo>
                    <a:pt x="15339" y="414159"/>
                  </a:lnTo>
                  <a:lnTo>
                    <a:pt x="14254" y="380909"/>
                  </a:lnTo>
                  <a:lnTo>
                    <a:pt x="12665" y="328734"/>
                  </a:lnTo>
                  <a:lnTo>
                    <a:pt x="11985" y="277914"/>
                  </a:lnTo>
                  <a:lnTo>
                    <a:pt x="13162" y="230575"/>
                  </a:lnTo>
                  <a:lnTo>
                    <a:pt x="17144" y="188936"/>
                  </a:lnTo>
                  <a:lnTo>
                    <a:pt x="26014" y="145820"/>
                  </a:lnTo>
                  <a:lnTo>
                    <a:pt x="37746" y="108241"/>
                  </a:lnTo>
                  <a:lnTo>
                    <a:pt x="62431" y="52888"/>
                  </a:lnTo>
                  <a:lnTo>
                    <a:pt x="74573" y="52888"/>
                  </a:lnTo>
                  <a:lnTo>
                    <a:pt x="74851" y="49041"/>
                  </a:lnTo>
                  <a:lnTo>
                    <a:pt x="76817" y="32592"/>
                  </a:lnTo>
                  <a:lnTo>
                    <a:pt x="77771" y="26459"/>
                  </a:lnTo>
                  <a:lnTo>
                    <a:pt x="82535" y="0"/>
                  </a:lnTo>
                  <a:close/>
                </a:path>
                <a:path w="89534" h="561339">
                  <a:moveTo>
                    <a:pt x="74573" y="52888"/>
                  </a:moveTo>
                  <a:lnTo>
                    <a:pt x="62431" y="52888"/>
                  </a:lnTo>
                  <a:lnTo>
                    <a:pt x="61593" y="63913"/>
                  </a:lnTo>
                  <a:lnTo>
                    <a:pt x="60954" y="76313"/>
                  </a:lnTo>
                  <a:lnTo>
                    <a:pt x="60623" y="89916"/>
                  </a:lnTo>
                  <a:lnTo>
                    <a:pt x="60703" y="104551"/>
                  </a:lnTo>
                  <a:lnTo>
                    <a:pt x="61225" y="113965"/>
                  </a:lnTo>
                  <a:lnTo>
                    <a:pt x="62355" y="125740"/>
                  </a:lnTo>
                  <a:lnTo>
                    <a:pt x="63960" y="139677"/>
                  </a:lnTo>
                  <a:lnTo>
                    <a:pt x="65907" y="155576"/>
                  </a:lnTo>
                  <a:lnTo>
                    <a:pt x="71423" y="202491"/>
                  </a:lnTo>
                  <a:lnTo>
                    <a:pt x="75974" y="255730"/>
                  </a:lnTo>
                  <a:lnTo>
                    <a:pt x="77185" y="310269"/>
                  </a:lnTo>
                  <a:lnTo>
                    <a:pt x="72683" y="361090"/>
                  </a:lnTo>
                  <a:lnTo>
                    <a:pt x="60096" y="403170"/>
                  </a:lnTo>
                  <a:lnTo>
                    <a:pt x="46423" y="432899"/>
                  </a:lnTo>
                  <a:lnTo>
                    <a:pt x="34547" y="461259"/>
                  </a:lnTo>
                  <a:lnTo>
                    <a:pt x="24477" y="487453"/>
                  </a:lnTo>
                  <a:lnTo>
                    <a:pt x="16223" y="510686"/>
                  </a:lnTo>
                  <a:lnTo>
                    <a:pt x="28979" y="510686"/>
                  </a:lnTo>
                  <a:lnTo>
                    <a:pt x="45751" y="465527"/>
                  </a:lnTo>
                  <a:lnTo>
                    <a:pt x="70902" y="408395"/>
                  </a:lnTo>
                  <a:lnTo>
                    <a:pt x="84204" y="364523"/>
                  </a:lnTo>
                  <a:lnTo>
                    <a:pt x="89085" y="312143"/>
                  </a:lnTo>
                  <a:lnTo>
                    <a:pt x="88006" y="256270"/>
                  </a:lnTo>
                  <a:lnTo>
                    <a:pt x="83429" y="201917"/>
                  </a:lnTo>
                  <a:lnTo>
                    <a:pt x="77813" y="154100"/>
                  </a:lnTo>
                  <a:lnTo>
                    <a:pt x="75892" y="138452"/>
                  </a:lnTo>
                  <a:lnTo>
                    <a:pt x="74314" y="124778"/>
                  </a:lnTo>
                  <a:lnTo>
                    <a:pt x="73205" y="113315"/>
                  </a:lnTo>
                  <a:lnTo>
                    <a:pt x="72692" y="104300"/>
                  </a:lnTo>
                  <a:lnTo>
                    <a:pt x="73075" y="73659"/>
                  </a:lnTo>
                  <a:lnTo>
                    <a:pt x="74573" y="52888"/>
                  </a:lnTo>
                  <a:close/>
                </a:path>
              </a:pathLst>
            </a:custGeom>
            <a:solidFill>
              <a:srgbClr val="E9EA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261885" y="2815714"/>
              <a:ext cx="106045" cy="276225"/>
            </a:xfrm>
            <a:custGeom>
              <a:avLst/>
              <a:gdLst/>
              <a:ahLst/>
              <a:cxnLst/>
              <a:rect l="l" t="t" r="r" b="b"/>
              <a:pathLst>
                <a:path w="106044" h="276225">
                  <a:moveTo>
                    <a:pt x="701" y="0"/>
                  </a:moveTo>
                  <a:lnTo>
                    <a:pt x="704" y="64596"/>
                  </a:lnTo>
                  <a:lnTo>
                    <a:pt x="7027" y="118753"/>
                  </a:lnTo>
                  <a:lnTo>
                    <a:pt x="23182" y="163848"/>
                  </a:lnTo>
                  <a:lnTo>
                    <a:pt x="55961" y="212532"/>
                  </a:lnTo>
                  <a:lnTo>
                    <a:pt x="105609" y="276138"/>
                  </a:lnTo>
                  <a:lnTo>
                    <a:pt x="102465" y="248420"/>
                  </a:lnTo>
                  <a:lnTo>
                    <a:pt x="92819" y="185075"/>
                  </a:lnTo>
                  <a:lnTo>
                    <a:pt x="76348" y="115812"/>
                  </a:lnTo>
                  <a:lnTo>
                    <a:pt x="52731" y="70343"/>
                  </a:lnTo>
                  <a:lnTo>
                    <a:pt x="31456" y="51492"/>
                  </a:lnTo>
                  <a:lnTo>
                    <a:pt x="18945" y="37881"/>
                  </a:lnTo>
                  <a:lnTo>
                    <a:pt x="10319" y="22915"/>
                  </a:lnTo>
                  <a:lnTo>
                    <a:pt x="701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255833" y="2789139"/>
              <a:ext cx="120014" cy="322580"/>
            </a:xfrm>
            <a:custGeom>
              <a:avLst/>
              <a:gdLst/>
              <a:ahLst/>
              <a:cxnLst/>
              <a:rect l="l" t="t" r="r" b="b"/>
              <a:pathLst>
                <a:path w="120015" h="322580">
                  <a:moveTo>
                    <a:pt x="2443" y="0"/>
                  </a:moveTo>
                  <a:lnTo>
                    <a:pt x="768" y="26187"/>
                  </a:lnTo>
                  <a:lnTo>
                    <a:pt x="0" y="47183"/>
                  </a:lnTo>
                  <a:lnTo>
                    <a:pt x="16" y="49778"/>
                  </a:lnTo>
                  <a:lnTo>
                    <a:pt x="850" y="94024"/>
                  </a:lnTo>
                  <a:lnTo>
                    <a:pt x="7540" y="148239"/>
                  </a:lnTo>
                  <a:lnTo>
                    <a:pt x="24202" y="193690"/>
                  </a:lnTo>
                  <a:lnTo>
                    <a:pt x="49623" y="230580"/>
                  </a:lnTo>
                  <a:lnTo>
                    <a:pt x="76554" y="267031"/>
                  </a:lnTo>
                  <a:lnTo>
                    <a:pt x="106964" y="306430"/>
                  </a:lnTo>
                  <a:lnTo>
                    <a:pt x="119529" y="322272"/>
                  </a:lnTo>
                  <a:lnTo>
                    <a:pt x="117633" y="302147"/>
                  </a:lnTo>
                  <a:lnTo>
                    <a:pt x="115385" y="282441"/>
                  </a:lnTo>
                  <a:lnTo>
                    <a:pt x="103435" y="282441"/>
                  </a:lnTo>
                  <a:lnTo>
                    <a:pt x="88130" y="262455"/>
                  </a:lnTo>
                  <a:lnTo>
                    <a:pt x="51230" y="212148"/>
                  </a:lnTo>
                  <a:lnTo>
                    <a:pt x="21976" y="157292"/>
                  </a:lnTo>
                  <a:lnTo>
                    <a:pt x="12364" y="81975"/>
                  </a:lnTo>
                  <a:lnTo>
                    <a:pt x="12003" y="49778"/>
                  </a:lnTo>
                  <a:lnTo>
                    <a:pt x="26392" y="49778"/>
                  </a:lnTo>
                  <a:lnTo>
                    <a:pt x="24535" y="47183"/>
                  </a:lnTo>
                  <a:lnTo>
                    <a:pt x="15368" y="30875"/>
                  </a:lnTo>
                  <a:lnTo>
                    <a:pt x="12317" y="24323"/>
                  </a:lnTo>
                  <a:lnTo>
                    <a:pt x="2443" y="0"/>
                  </a:lnTo>
                  <a:close/>
                </a:path>
                <a:path w="120015" h="322580">
                  <a:moveTo>
                    <a:pt x="26392" y="49778"/>
                  </a:moveTo>
                  <a:lnTo>
                    <a:pt x="12003" y="49778"/>
                  </a:lnTo>
                  <a:lnTo>
                    <a:pt x="19468" y="61457"/>
                  </a:lnTo>
                  <a:lnTo>
                    <a:pt x="29042" y="74412"/>
                  </a:lnTo>
                  <a:lnTo>
                    <a:pt x="40810" y="87967"/>
                  </a:lnTo>
                  <a:lnTo>
                    <a:pt x="54860" y="101441"/>
                  </a:lnTo>
                  <a:lnTo>
                    <a:pt x="71992" y="130812"/>
                  </a:lnTo>
                  <a:lnTo>
                    <a:pt x="85925" y="178654"/>
                  </a:lnTo>
                  <a:lnTo>
                    <a:pt x="96469" y="233139"/>
                  </a:lnTo>
                  <a:lnTo>
                    <a:pt x="103435" y="282441"/>
                  </a:lnTo>
                  <a:lnTo>
                    <a:pt x="115385" y="282441"/>
                  </a:lnTo>
                  <a:lnTo>
                    <a:pt x="104079" y="206843"/>
                  </a:lnTo>
                  <a:lnTo>
                    <a:pt x="87136" y="137963"/>
                  </a:lnTo>
                  <a:lnTo>
                    <a:pt x="62724" y="92384"/>
                  </a:lnTo>
                  <a:lnTo>
                    <a:pt x="40195" y="69076"/>
                  </a:lnTo>
                  <a:lnTo>
                    <a:pt x="26392" y="49778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399220" y="2815716"/>
              <a:ext cx="81280" cy="272415"/>
            </a:xfrm>
            <a:custGeom>
              <a:avLst/>
              <a:gdLst/>
              <a:ahLst/>
              <a:cxnLst/>
              <a:rect l="l" t="t" r="r" b="b"/>
              <a:pathLst>
                <a:path w="81280" h="272414">
                  <a:moveTo>
                    <a:pt x="80675" y="0"/>
                  </a:moveTo>
                  <a:lnTo>
                    <a:pt x="35243" y="38117"/>
                  </a:lnTo>
                  <a:lnTo>
                    <a:pt x="9484" y="97808"/>
                  </a:lnTo>
                  <a:lnTo>
                    <a:pt x="0" y="151781"/>
                  </a:lnTo>
                  <a:lnTo>
                    <a:pt x="1053" y="208809"/>
                  </a:lnTo>
                  <a:lnTo>
                    <a:pt x="6322" y="253968"/>
                  </a:lnTo>
                  <a:lnTo>
                    <a:pt x="9484" y="272337"/>
                  </a:lnTo>
                  <a:lnTo>
                    <a:pt x="33451" y="230010"/>
                  </a:lnTo>
                  <a:lnTo>
                    <a:pt x="53848" y="179586"/>
                  </a:lnTo>
                  <a:lnTo>
                    <a:pt x="66765" y="102991"/>
                  </a:lnTo>
                  <a:lnTo>
                    <a:pt x="73556" y="54494"/>
                  </a:lnTo>
                  <a:lnTo>
                    <a:pt x="80675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393286" y="2802946"/>
              <a:ext cx="94615" cy="302260"/>
            </a:xfrm>
            <a:custGeom>
              <a:avLst/>
              <a:gdLst/>
              <a:ahLst/>
              <a:cxnLst/>
              <a:rect l="l" t="t" r="r" b="b"/>
              <a:pathLst>
                <a:path w="94615" h="302260">
                  <a:moveTo>
                    <a:pt x="94243" y="0"/>
                  </a:moveTo>
                  <a:lnTo>
                    <a:pt x="54253" y="34644"/>
                  </a:lnTo>
                  <a:lnTo>
                    <a:pt x="30588" y="65902"/>
                  </a:lnTo>
                  <a:lnTo>
                    <a:pt x="9785" y="108572"/>
                  </a:lnTo>
                  <a:lnTo>
                    <a:pt x="0" y="162741"/>
                  </a:lnTo>
                  <a:lnTo>
                    <a:pt x="767" y="219748"/>
                  </a:lnTo>
                  <a:lnTo>
                    <a:pt x="5983" y="265598"/>
                  </a:lnTo>
                  <a:lnTo>
                    <a:pt x="9544" y="286294"/>
                  </a:lnTo>
                  <a:lnTo>
                    <a:pt x="12696" y="301907"/>
                  </a:lnTo>
                  <a:lnTo>
                    <a:pt x="20612" y="288095"/>
                  </a:lnTo>
                  <a:lnTo>
                    <a:pt x="28017" y="274558"/>
                  </a:lnTo>
                  <a:lnTo>
                    <a:pt x="31747" y="267038"/>
                  </a:lnTo>
                  <a:lnTo>
                    <a:pt x="18392" y="267038"/>
                  </a:lnTo>
                  <a:lnTo>
                    <a:pt x="14314" y="235424"/>
                  </a:lnTo>
                  <a:lnTo>
                    <a:pt x="11604" y="194796"/>
                  </a:lnTo>
                  <a:lnTo>
                    <a:pt x="12959" y="151672"/>
                  </a:lnTo>
                  <a:lnTo>
                    <a:pt x="21072" y="112572"/>
                  </a:lnTo>
                  <a:lnTo>
                    <a:pt x="34235" y="83409"/>
                  </a:lnTo>
                  <a:lnTo>
                    <a:pt x="49747" y="59299"/>
                  </a:lnTo>
                  <a:lnTo>
                    <a:pt x="65338" y="40462"/>
                  </a:lnTo>
                  <a:lnTo>
                    <a:pt x="78736" y="27119"/>
                  </a:lnTo>
                  <a:lnTo>
                    <a:pt x="90824" y="27119"/>
                  </a:lnTo>
                  <a:lnTo>
                    <a:pt x="92557" y="13517"/>
                  </a:lnTo>
                  <a:lnTo>
                    <a:pt x="94243" y="0"/>
                  </a:lnTo>
                  <a:close/>
                </a:path>
                <a:path w="94615" h="302260">
                  <a:moveTo>
                    <a:pt x="90824" y="27119"/>
                  </a:moveTo>
                  <a:lnTo>
                    <a:pt x="78736" y="27119"/>
                  </a:lnTo>
                  <a:lnTo>
                    <a:pt x="75127" y="54655"/>
                  </a:lnTo>
                  <a:lnTo>
                    <a:pt x="70346" y="89773"/>
                  </a:lnTo>
                  <a:lnTo>
                    <a:pt x="59710" y="159974"/>
                  </a:lnTo>
                  <a:lnTo>
                    <a:pt x="41340" y="218297"/>
                  </a:lnTo>
                  <a:lnTo>
                    <a:pt x="18392" y="267038"/>
                  </a:lnTo>
                  <a:lnTo>
                    <a:pt x="31747" y="267038"/>
                  </a:lnTo>
                  <a:lnTo>
                    <a:pt x="59996" y="203543"/>
                  </a:lnTo>
                  <a:lnTo>
                    <a:pt x="71542" y="162005"/>
                  </a:lnTo>
                  <a:lnTo>
                    <a:pt x="78569" y="117064"/>
                  </a:lnTo>
                  <a:lnTo>
                    <a:pt x="85348" y="68678"/>
                  </a:lnTo>
                  <a:lnTo>
                    <a:pt x="90824" y="27119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244864" y="3032757"/>
              <a:ext cx="258445" cy="258445"/>
            </a:xfrm>
            <a:custGeom>
              <a:avLst/>
              <a:gdLst/>
              <a:ahLst/>
              <a:cxnLst/>
              <a:rect l="l" t="t" r="r" b="b"/>
              <a:pathLst>
                <a:path w="258444" h="258445">
                  <a:moveTo>
                    <a:pt x="258431" y="0"/>
                  </a:moveTo>
                  <a:lnTo>
                    <a:pt x="0" y="0"/>
                  </a:lnTo>
                  <a:lnTo>
                    <a:pt x="30972" y="258442"/>
                  </a:lnTo>
                  <a:lnTo>
                    <a:pt x="230778" y="258442"/>
                  </a:lnTo>
                  <a:lnTo>
                    <a:pt x="258431" y="0"/>
                  </a:lnTo>
                  <a:close/>
                </a:path>
              </a:pathLst>
            </a:custGeom>
            <a:solidFill>
              <a:srgbClr val="A085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231878" y="3032755"/>
              <a:ext cx="281305" cy="47625"/>
            </a:xfrm>
            <a:custGeom>
              <a:avLst/>
              <a:gdLst/>
              <a:ahLst/>
              <a:cxnLst/>
              <a:rect l="l" t="t" r="r" b="b"/>
              <a:pathLst>
                <a:path w="281305" h="47625">
                  <a:moveTo>
                    <a:pt x="280745" y="0"/>
                  </a:moveTo>
                  <a:lnTo>
                    <a:pt x="0" y="0"/>
                  </a:lnTo>
                  <a:lnTo>
                    <a:pt x="0" y="47286"/>
                  </a:lnTo>
                  <a:lnTo>
                    <a:pt x="280745" y="47286"/>
                  </a:lnTo>
                  <a:lnTo>
                    <a:pt x="280745" y="0"/>
                  </a:lnTo>
                  <a:close/>
                </a:path>
              </a:pathLst>
            </a:custGeom>
            <a:solidFill>
              <a:srgbClr val="AC927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9" name="object 89" descr=""/>
          <p:cNvGrpSpPr/>
          <p:nvPr/>
        </p:nvGrpSpPr>
        <p:grpSpPr>
          <a:xfrm>
            <a:off x="2986935" y="3588529"/>
            <a:ext cx="824865" cy="1121410"/>
            <a:chOff x="2986935" y="3588529"/>
            <a:chExt cx="824865" cy="1121410"/>
          </a:xfrm>
        </p:grpSpPr>
        <p:sp>
          <p:nvSpPr>
            <p:cNvPr id="90" name="object 90" descr=""/>
            <p:cNvSpPr/>
            <p:nvPr/>
          </p:nvSpPr>
          <p:spPr>
            <a:xfrm>
              <a:off x="2986935" y="3588529"/>
              <a:ext cx="824865" cy="1019175"/>
            </a:xfrm>
            <a:custGeom>
              <a:avLst/>
              <a:gdLst/>
              <a:ahLst/>
              <a:cxnLst/>
              <a:rect l="l" t="t" r="r" b="b"/>
              <a:pathLst>
                <a:path w="824864" h="1019175">
                  <a:moveTo>
                    <a:pt x="824257" y="0"/>
                  </a:moveTo>
                  <a:lnTo>
                    <a:pt x="0" y="0"/>
                  </a:lnTo>
                  <a:lnTo>
                    <a:pt x="0" y="1019089"/>
                  </a:lnTo>
                  <a:lnTo>
                    <a:pt x="824257" y="1019089"/>
                  </a:lnTo>
                  <a:lnTo>
                    <a:pt x="824257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3028886" y="4607629"/>
              <a:ext cx="749935" cy="31115"/>
            </a:xfrm>
            <a:custGeom>
              <a:avLst/>
              <a:gdLst/>
              <a:ahLst/>
              <a:cxnLst/>
              <a:rect l="l" t="t" r="r" b="b"/>
              <a:pathLst>
                <a:path w="749935" h="31114">
                  <a:moveTo>
                    <a:pt x="116890" y="0"/>
                  </a:moveTo>
                  <a:lnTo>
                    <a:pt x="0" y="0"/>
                  </a:lnTo>
                  <a:lnTo>
                    <a:pt x="0" y="15481"/>
                  </a:lnTo>
                  <a:lnTo>
                    <a:pt x="0" y="30962"/>
                  </a:lnTo>
                  <a:lnTo>
                    <a:pt x="116890" y="30962"/>
                  </a:lnTo>
                  <a:lnTo>
                    <a:pt x="116890" y="15481"/>
                  </a:lnTo>
                  <a:lnTo>
                    <a:pt x="116890" y="0"/>
                  </a:lnTo>
                  <a:close/>
                </a:path>
                <a:path w="749935" h="31114">
                  <a:moveTo>
                    <a:pt x="749312" y="0"/>
                  </a:moveTo>
                  <a:lnTo>
                    <a:pt x="632434" y="0"/>
                  </a:lnTo>
                  <a:lnTo>
                    <a:pt x="632434" y="15481"/>
                  </a:lnTo>
                  <a:lnTo>
                    <a:pt x="632434" y="30962"/>
                  </a:lnTo>
                  <a:lnTo>
                    <a:pt x="749312" y="30962"/>
                  </a:lnTo>
                  <a:lnTo>
                    <a:pt x="749312" y="15481"/>
                  </a:lnTo>
                  <a:lnTo>
                    <a:pt x="749312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3044126" y="4623110"/>
              <a:ext cx="719455" cy="86995"/>
            </a:xfrm>
            <a:custGeom>
              <a:avLst/>
              <a:gdLst/>
              <a:ahLst/>
              <a:cxnLst/>
              <a:rect l="l" t="t" r="r" b="b"/>
              <a:pathLst>
                <a:path w="719454" h="86995">
                  <a:moveTo>
                    <a:pt x="86423" y="0"/>
                  </a:moveTo>
                  <a:lnTo>
                    <a:pt x="0" y="0"/>
                  </a:lnTo>
                  <a:lnTo>
                    <a:pt x="0" y="86423"/>
                  </a:lnTo>
                  <a:lnTo>
                    <a:pt x="86423" y="86423"/>
                  </a:lnTo>
                  <a:lnTo>
                    <a:pt x="86423" y="0"/>
                  </a:lnTo>
                  <a:close/>
                </a:path>
                <a:path w="719454" h="86995">
                  <a:moveTo>
                    <a:pt x="718858" y="0"/>
                  </a:moveTo>
                  <a:lnTo>
                    <a:pt x="632421" y="0"/>
                  </a:lnTo>
                  <a:lnTo>
                    <a:pt x="632421" y="86423"/>
                  </a:lnTo>
                  <a:lnTo>
                    <a:pt x="718858" y="86423"/>
                  </a:lnTo>
                  <a:lnTo>
                    <a:pt x="718858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3" name="object 93" descr=""/>
          <p:cNvGrpSpPr/>
          <p:nvPr/>
        </p:nvGrpSpPr>
        <p:grpSpPr>
          <a:xfrm>
            <a:off x="4648905" y="5315821"/>
            <a:ext cx="3165475" cy="2684145"/>
            <a:chOff x="4648905" y="5315821"/>
            <a:chExt cx="3165475" cy="2684145"/>
          </a:xfrm>
        </p:grpSpPr>
        <p:sp>
          <p:nvSpPr>
            <p:cNvPr id="94" name="object 94" descr=""/>
            <p:cNvSpPr/>
            <p:nvPr/>
          </p:nvSpPr>
          <p:spPr>
            <a:xfrm>
              <a:off x="6364172" y="7701943"/>
              <a:ext cx="497205" cy="229235"/>
            </a:xfrm>
            <a:custGeom>
              <a:avLst/>
              <a:gdLst/>
              <a:ahLst/>
              <a:cxnLst/>
              <a:rect l="l" t="t" r="r" b="b"/>
              <a:pathLst>
                <a:path w="497204" h="229234">
                  <a:moveTo>
                    <a:pt x="419191" y="0"/>
                  </a:moveTo>
                  <a:lnTo>
                    <a:pt x="382420" y="1059"/>
                  </a:lnTo>
                  <a:lnTo>
                    <a:pt x="348019" y="15330"/>
                  </a:lnTo>
                  <a:lnTo>
                    <a:pt x="251177" y="73790"/>
                  </a:lnTo>
                  <a:lnTo>
                    <a:pt x="197255" y="105352"/>
                  </a:lnTo>
                  <a:lnTo>
                    <a:pt x="166777" y="120884"/>
                  </a:lnTo>
                  <a:lnTo>
                    <a:pt x="140266" y="131253"/>
                  </a:lnTo>
                  <a:lnTo>
                    <a:pt x="101656" y="142756"/>
                  </a:lnTo>
                  <a:lnTo>
                    <a:pt x="56647" y="154075"/>
                  </a:lnTo>
                  <a:lnTo>
                    <a:pt x="18409" y="164678"/>
                  </a:lnTo>
                  <a:lnTo>
                    <a:pt x="113" y="174037"/>
                  </a:lnTo>
                  <a:lnTo>
                    <a:pt x="0" y="185759"/>
                  </a:lnTo>
                  <a:lnTo>
                    <a:pt x="9585" y="201160"/>
                  </a:lnTo>
                  <a:lnTo>
                    <a:pt x="31982" y="216274"/>
                  </a:lnTo>
                  <a:lnTo>
                    <a:pt x="70300" y="227135"/>
                  </a:lnTo>
                  <a:lnTo>
                    <a:pt x="118168" y="229074"/>
                  </a:lnTo>
                  <a:lnTo>
                    <a:pt x="178441" y="225033"/>
                  </a:lnTo>
                  <a:lnTo>
                    <a:pt x="239699" y="218020"/>
                  </a:lnTo>
                  <a:lnTo>
                    <a:pt x="319486" y="207104"/>
                  </a:lnTo>
                  <a:lnTo>
                    <a:pt x="356901" y="206067"/>
                  </a:lnTo>
                  <a:lnTo>
                    <a:pt x="416209" y="205313"/>
                  </a:lnTo>
                  <a:lnTo>
                    <a:pt x="471346" y="203010"/>
                  </a:lnTo>
                  <a:lnTo>
                    <a:pt x="496245" y="197325"/>
                  </a:lnTo>
                  <a:lnTo>
                    <a:pt x="497177" y="136797"/>
                  </a:lnTo>
                  <a:lnTo>
                    <a:pt x="487983" y="81117"/>
                  </a:lnTo>
                  <a:lnTo>
                    <a:pt x="475294" y="38276"/>
                  </a:lnTo>
                  <a:lnTo>
                    <a:pt x="465743" y="16262"/>
                  </a:lnTo>
                  <a:lnTo>
                    <a:pt x="449806" y="6838"/>
                  </a:lnTo>
                  <a:lnTo>
                    <a:pt x="419191" y="0"/>
                  </a:lnTo>
                  <a:close/>
                </a:path>
              </a:pathLst>
            </a:custGeom>
            <a:solidFill>
              <a:srgbClr val="FFBA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6278607" y="7909969"/>
              <a:ext cx="583565" cy="75565"/>
            </a:xfrm>
            <a:custGeom>
              <a:avLst/>
              <a:gdLst/>
              <a:ahLst/>
              <a:cxnLst/>
              <a:rect l="l" t="t" r="r" b="b"/>
              <a:pathLst>
                <a:path w="583565" h="75565">
                  <a:moveTo>
                    <a:pt x="7046" y="0"/>
                  </a:moveTo>
                  <a:lnTo>
                    <a:pt x="2638" y="0"/>
                  </a:lnTo>
                  <a:lnTo>
                    <a:pt x="0" y="12334"/>
                  </a:lnTo>
                  <a:lnTo>
                    <a:pt x="39401" y="51241"/>
                  </a:lnTo>
                  <a:lnTo>
                    <a:pt x="74898" y="65202"/>
                  </a:lnTo>
                  <a:lnTo>
                    <a:pt x="121649" y="73875"/>
                  </a:lnTo>
                  <a:lnTo>
                    <a:pt x="174019" y="75112"/>
                  </a:lnTo>
                  <a:lnTo>
                    <a:pt x="225067" y="71395"/>
                  </a:lnTo>
                  <a:lnTo>
                    <a:pt x="267855" y="65202"/>
                  </a:lnTo>
                  <a:lnTo>
                    <a:pt x="309074" y="58320"/>
                  </a:lnTo>
                  <a:lnTo>
                    <a:pt x="355086" y="51880"/>
                  </a:lnTo>
                  <a:lnTo>
                    <a:pt x="398454" y="47352"/>
                  </a:lnTo>
                  <a:lnTo>
                    <a:pt x="431746" y="46208"/>
                  </a:lnTo>
                  <a:lnTo>
                    <a:pt x="482534" y="46208"/>
                  </a:lnTo>
                  <a:lnTo>
                    <a:pt x="517177" y="45363"/>
                  </a:lnTo>
                  <a:lnTo>
                    <a:pt x="560207" y="42478"/>
                  </a:lnTo>
                  <a:lnTo>
                    <a:pt x="581123" y="37695"/>
                  </a:lnTo>
                  <a:lnTo>
                    <a:pt x="583220" y="30769"/>
                  </a:lnTo>
                  <a:lnTo>
                    <a:pt x="582280" y="23076"/>
                  </a:lnTo>
                  <a:lnTo>
                    <a:pt x="580272" y="16834"/>
                  </a:lnTo>
                  <a:lnTo>
                    <a:pt x="579165" y="14261"/>
                  </a:lnTo>
                  <a:lnTo>
                    <a:pt x="7046" y="0"/>
                  </a:lnTo>
                  <a:close/>
                </a:path>
                <a:path w="583565" h="75565">
                  <a:moveTo>
                    <a:pt x="482534" y="46208"/>
                  </a:moveTo>
                  <a:lnTo>
                    <a:pt x="431746" y="46208"/>
                  </a:lnTo>
                  <a:lnTo>
                    <a:pt x="468777" y="46543"/>
                  </a:lnTo>
                  <a:lnTo>
                    <a:pt x="482534" y="46208"/>
                  </a:lnTo>
                  <a:close/>
                </a:path>
              </a:pathLst>
            </a:custGeom>
            <a:solidFill>
              <a:srgbClr val="382C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6285654" y="7761061"/>
              <a:ext cx="575310" cy="204470"/>
            </a:xfrm>
            <a:custGeom>
              <a:avLst/>
              <a:gdLst/>
              <a:ahLst/>
              <a:cxnLst/>
              <a:rect l="l" t="t" r="r" b="b"/>
              <a:pathLst>
                <a:path w="575309" h="204470">
                  <a:moveTo>
                    <a:pt x="348921" y="0"/>
                  </a:moveTo>
                  <a:lnTo>
                    <a:pt x="250686" y="44653"/>
                  </a:lnTo>
                  <a:lnTo>
                    <a:pt x="195729" y="69450"/>
                  </a:lnTo>
                  <a:lnTo>
                    <a:pt x="135692" y="95159"/>
                  </a:lnTo>
                  <a:lnTo>
                    <a:pt x="96084" y="108602"/>
                  </a:lnTo>
                  <a:lnTo>
                    <a:pt x="52147" y="121671"/>
                  </a:lnTo>
                  <a:lnTo>
                    <a:pt x="16060" y="134921"/>
                  </a:lnTo>
                  <a:lnTo>
                    <a:pt x="0" y="148906"/>
                  </a:lnTo>
                  <a:lnTo>
                    <a:pt x="12475" y="164764"/>
                  </a:lnTo>
                  <a:lnTo>
                    <a:pt x="46260" y="181285"/>
                  </a:lnTo>
                  <a:lnTo>
                    <a:pt x="89956" y="195492"/>
                  </a:lnTo>
                  <a:lnTo>
                    <a:pt x="132163" y="204412"/>
                  </a:lnTo>
                  <a:lnTo>
                    <a:pt x="174353" y="204374"/>
                  </a:lnTo>
                  <a:lnTo>
                    <a:pt x="232613" y="198158"/>
                  </a:lnTo>
                  <a:lnTo>
                    <a:pt x="294891" y="189319"/>
                  </a:lnTo>
                  <a:lnTo>
                    <a:pt x="349133" y="181410"/>
                  </a:lnTo>
                  <a:lnTo>
                    <a:pt x="383286" y="177984"/>
                  </a:lnTo>
                  <a:lnTo>
                    <a:pt x="426184" y="177518"/>
                  </a:lnTo>
                  <a:lnTo>
                    <a:pt x="488252" y="175899"/>
                  </a:lnTo>
                  <a:lnTo>
                    <a:pt x="544869" y="172793"/>
                  </a:lnTo>
                  <a:lnTo>
                    <a:pt x="574712" y="124022"/>
                  </a:lnTo>
                  <a:lnTo>
                    <a:pt x="573508" y="90906"/>
                  </a:lnTo>
                  <a:lnTo>
                    <a:pt x="565547" y="41981"/>
                  </a:lnTo>
                  <a:lnTo>
                    <a:pt x="557742" y="23653"/>
                  </a:lnTo>
                  <a:lnTo>
                    <a:pt x="505839" y="37458"/>
                  </a:lnTo>
                  <a:lnTo>
                    <a:pt x="476239" y="44369"/>
                  </a:lnTo>
                  <a:lnTo>
                    <a:pt x="457873" y="46463"/>
                  </a:lnTo>
                  <a:lnTo>
                    <a:pt x="439672" y="45820"/>
                  </a:lnTo>
                  <a:lnTo>
                    <a:pt x="413225" y="37914"/>
                  </a:lnTo>
                  <a:lnTo>
                    <a:pt x="383392" y="22246"/>
                  </a:lnTo>
                  <a:lnTo>
                    <a:pt x="359012" y="6910"/>
                  </a:lnTo>
                  <a:lnTo>
                    <a:pt x="348921" y="0"/>
                  </a:lnTo>
                  <a:close/>
                </a:path>
              </a:pathLst>
            </a:custGeom>
            <a:solidFill>
              <a:srgbClr val="8F7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6689464" y="7936998"/>
              <a:ext cx="176530" cy="38735"/>
            </a:xfrm>
            <a:custGeom>
              <a:avLst/>
              <a:gdLst/>
              <a:ahLst/>
              <a:cxnLst/>
              <a:rect l="l" t="t" r="r" b="b"/>
              <a:pathLst>
                <a:path w="176529" h="38734">
                  <a:moveTo>
                    <a:pt x="173858" y="0"/>
                  </a:moveTo>
                  <a:lnTo>
                    <a:pt x="0" y="8230"/>
                  </a:lnTo>
                  <a:lnTo>
                    <a:pt x="1413" y="38354"/>
                  </a:lnTo>
                  <a:lnTo>
                    <a:pt x="175921" y="30093"/>
                  </a:lnTo>
                  <a:lnTo>
                    <a:pt x="173858" y="0"/>
                  </a:lnTo>
                  <a:close/>
                </a:path>
              </a:pathLst>
            </a:custGeom>
            <a:solidFill>
              <a:srgbClr val="382C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81215" y="7865322"/>
              <a:ext cx="114321" cy="98604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6455226" y="7834496"/>
              <a:ext cx="289560" cy="104139"/>
            </a:xfrm>
            <a:custGeom>
              <a:avLst/>
              <a:gdLst/>
              <a:ahLst/>
              <a:cxnLst/>
              <a:rect l="l" t="t" r="r" b="b"/>
              <a:pathLst>
                <a:path w="289559" h="104140">
                  <a:moveTo>
                    <a:pt x="169188" y="0"/>
                  </a:moveTo>
                  <a:lnTo>
                    <a:pt x="149659" y="1877"/>
                  </a:lnTo>
                  <a:lnTo>
                    <a:pt x="128607" y="4748"/>
                  </a:lnTo>
                  <a:lnTo>
                    <a:pt x="107325" y="8145"/>
                  </a:lnTo>
                  <a:lnTo>
                    <a:pt x="73393" y="13912"/>
                  </a:lnTo>
                  <a:lnTo>
                    <a:pt x="60886" y="15888"/>
                  </a:lnTo>
                  <a:lnTo>
                    <a:pt x="51024" y="17233"/>
                  </a:lnTo>
                  <a:lnTo>
                    <a:pt x="45244" y="17653"/>
                  </a:lnTo>
                  <a:lnTo>
                    <a:pt x="39207" y="15719"/>
                  </a:lnTo>
                  <a:lnTo>
                    <a:pt x="31653" y="11529"/>
                  </a:lnTo>
                  <a:lnTo>
                    <a:pt x="23596" y="5999"/>
                  </a:lnTo>
                  <a:lnTo>
                    <a:pt x="16051" y="41"/>
                  </a:lnTo>
                  <a:lnTo>
                    <a:pt x="0" y="7130"/>
                  </a:lnTo>
                  <a:lnTo>
                    <a:pt x="6794" y="12308"/>
                  </a:lnTo>
                  <a:lnTo>
                    <a:pt x="18559" y="20265"/>
                  </a:lnTo>
                  <a:lnTo>
                    <a:pt x="32005" y="27787"/>
                  </a:lnTo>
                  <a:lnTo>
                    <a:pt x="43841" y="31663"/>
                  </a:lnTo>
                  <a:lnTo>
                    <a:pt x="49876" y="31620"/>
                  </a:lnTo>
                  <a:lnTo>
                    <a:pt x="59224" y="30516"/>
                  </a:lnTo>
                  <a:lnTo>
                    <a:pt x="109466" y="22083"/>
                  </a:lnTo>
                  <a:lnTo>
                    <a:pt x="130434" y="18732"/>
                  </a:lnTo>
                  <a:lnTo>
                    <a:pt x="151094" y="15907"/>
                  </a:lnTo>
                  <a:lnTo>
                    <a:pt x="170130" y="14072"/>
                  </a:lnTo>
                  <a:lnTo>
                    <a:pt x="197129" y="23126"/>
                  </a:lnTo>
                  <a:lnTo>
                    <a:pt x="226008" y="47845"/>
                  </a:lnTo>
                  <a:lnTo>
                    <a:pt x="252053" y="78114"/>
                  </a:lnTo>
                  <a:lnTo>
                    <a:pt x="270546" y="103818"/>
                  </a:lnTo>
                  <a:lnTo>
                    <a:pt x="289457" y="103368"/>
                  </a:lnTo>
                  <a:lnTo>
                    <a:pt x="274328" y="82237"/>
                  </a:lnTo>
                  <a:lnTo>
                    <a:pt x="244259" y="46304"/>
                  </a:lnTo>
                  <a:lnTo>
                    <a:pt x="206722" y="13062"/>
                  </a:lnTo>
                  <a:lnTo>
                    <a:pt x="169188" y="0"/>
                  </a:lnTo>
                  <a:close/>
                </a:path>
              </a:pathLst>
            </a:custGeom>
            <a:solidFill>
              <a:srgbClr val="6955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01059" y="7771490"/>
              <a:ext cx="144308" cy="66341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6513982" y="6676192"/>
              <a:ext cx="965200" cy="1082675"/>
            </a:xfrm>
            <a:custGeom>
              <a:avLst/>
              <a:gdLst/>
              <a:ahLst/>
              <a:cxnLst/>
              <a:rect l="l" t="t" r="r" b="b"/>
              <a:pathLst>
                <a:path w="965200" h="1082675">
                  <a:moveTo>
                    <a:pt x="965187" y="181673"/>
                  </a:moveTo>
                  <a:lnTo>
                    <a:pt x="959192" y="96799"/>
                  </a:lnTo>
                  <a:lnTo>
                    <a:pt x="954938" y="60375"/>
                  </a:lnTo>
                  <a:lnTo>
                    <a:pt x="518642" y="0"/>
                  </a:lnTo>
                  <a:lnTo>
                    <a:pt x="503999" y="99364"/>
                  </a:lnTo>
                  <a:lnTo>
                    <a:pt x="503643" y="103835"/>
                  </a:lnTo>
                  <a:lnTo>
                    <a:pt x="432879" y="113880"/>
                  </a:lnTo>
                  <a:lnTo>
                    <a:pt x="129654" y="157518"/>
                  </a:lnTo>
                  <a:lnTo>
                    <a:pt x="127660" y="158343"/>
                  </a:lnTo>
                  <a:lnTo>
                    <a:pt x="108597" y="160350"/>
                  </a:lnTo>
                  <a:lnTo>
                    <a:pt x="54381" y="184835"/>
                  </a:lnTo>
                  <a:lnTo>
                    <a:pt x="18821" y="236804"/>
                  </a:lnTo>
                  <a:lnTo>
                    <a:pt x="7975" y="274764"/>
                  </a:lnTo>
                  <a:lnTo>
                    <a:pt x="1714" y="321564"/>
                  </a:lnTo>
                  <a:lnTo>
                    <a:pt x="0" y="377901"/>
                  </a:lnTo>
                  <a:lnTo>
                    <a:pt x="2819" y="444423"/>
                  </a:lnTo>
                  <a:lnTo>
                    <a:pt x="10147" y="521804"/>
                  </a:lnTo>
                  <a:lnTo>
                    <a:pt x="35407" y="741514"/>
                  </a:lnTo>
                  <a:lnTo>
                    <a:pt x="49657" y="869810"/>
                  </a:lnTo>
                  <a:lnTo>
                    <a:pt x="58153" y="956259"/>
                  </a:lnTo>
                  <a:lnTo>
                    <a:pt x="66141" y="1050429"/>
                  </a:lnTo>
                  <a:lnTo>
                    <a:pt x="102298" y="1082116"/>
                  </a:lnTo>
                  <a:lnTo>
                    <a:pt x="322326" y="1065898"/>
                  </a:lnTo>
                  <a:lnTo>
                    <a:pt x="309689" y="440804"/>
                  </a:lnTo>
                  <a:lnTo>
                    <a:pt x="675474" y="429641"/>
                  </a:lnTo>
                  <a:lnTo>
                    <a:pt x="685063" y="431977"/>
                  </a:lnTo>
                  <a:lnTo>
                    <a:pt x="731329" y="437807"/>
                  </a:lnTo>
                  <a:lnTo>
                    <a:pt x="778370" y="437476"/>
                  </a:lnTo>
                  <a:lnTo>
                    <a:pt x="824547" y="429768"/>
                  </a:lnTo>
                  <a:lnTo>
                    <a:pt x="868273" y="413461"/>
                  </a:lnTo>
                  <a:lnTo>
                    <a:pt x="907923" y="387362"/>
                  </a:lnTo>
                  <a:lnTo>
                    <a:pt x="941882" y="350227"/>
                  </a:lnTo>
                  <a:lnTo>
                    <a:pt x="962787" y="278358"/>
                  </a:lnTo>
                  <a:lnTo>
                    <a:pt x="965187" y="181673"/>
                  </a:lnTo>
                  <a:close/>
                </a:path>
              </a:pathLst>
            </a:custGeom>
            <a:solidFill>
              <a:srgbClr val="5C4B4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60197" y="6810321"/>
              <a:ext cx="112907" cy="70923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4877997" y="6866303"/>
              <a:ext cx="824865" cy="1019175"/>
            </a:xfrm>
            <a:custGeom>
              <a:avLst/>
              <a:gdLst/>
              <a:ahLst/>
              <a:cxnLst/>
              <a:rect l="l" t="t" r="r" b="b"/>
              <a:pathLst>
                <a:path w="824864" h="1019175">
                  <a:moveTo>
                    <a:pt x="824257" y="0"/>
                  </a:moveTo>
                  <a:lnTo>
                    <a:pt x="0" y="0"/>
                  </a:lnTo>
                  <a:lnTo>
                    <a:pt x="0" y="1019078"/>
                  </a:lnTo>
                  <a:lnTo>
                    <a:pt x="824257" y="1019078"/>
                  </a:lnTo>
                  <a:lnTo>
                    <a:pt x="824257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4913947" y="7888382"/>
              <a:ext cx="749935" cy="31115"/>
            </a:xfrm>
            <a:custGeom>
              <a:avLst/>
              <a:gdLst/>
              <a:ahLst/>
              <a:cxnLst/>
              <a:rect l="l" t="t" r="r" b="b"/>
              <a:pathLst>
                <a:path w="749935" h="31115">
                  <a:moveTo>
                    <a:pt x="116903" y="0"/>
                  </a:moveTo>
                  <a:lnTo>
                    <a:pt x="0" y="0"/>
                  </a:lnTo>
                  <a:lnTo>
                    <a:pt x="0" y="30962"/>
                  </a:lnTo>
                  <a:lnTo>
                    <a:pt x="116903" y="30962"/>
                  </a:lnTo>
                  <a:lnTo>
                    <a:pt x="116903" y="0"/>
                  </a:lnTo>
                  <a:close/>
                </a:path>
                <a:path w="749935" h="31115">
                  <a:moveTo>
                    <a:pt x="749338" y="0"/>
                  </a:moveTo>
                  <a:lnTo>
                    <a:pt x="632434" y="0"/>
                  </a:lnTo>
                  <a:lnTo>
                    <a:pt x="632434" y="30962"/>
                  </a:lnTo>
                  <a:lnTo>
                    <a:pt x="749338" y="30962"/>
                  </a:lnTo>
                  <a:lnTo>
                    <a:pt x="749338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4929187" y="6915448"/>
              <a:ext cx="773430" cy="1075055"/>
            </a:xfrm>
            <a:custGeom>
              <a:avLst/>
              <a:gdLst/>
              <a:ahLst/>
              <a:cxnLst/>
              <a:rect l="l" t="t" r="r" b="b"/>
              <a:pathLst>
                <a:path w="773429" h="1075054">
                  <a:moveTo>
                    <a:pt x="86423" y="1031633"/>
                  </a:moveTo>
                  <a:lnTo>
                    <a:pt x="83032" y="1014818"/>
                  </a:lnTo>
                  <a:lnTo>
                    <a:pt x="73774" y="1001077"/>
                  </a:lnTo>
                  <a:lnTo>
                    <a:pt x="60045" y="991819"/>
                  </a:lnTo>
                  <a:lnTo>
                    <a:pt x="43218" y="988415"/>
                  </a:lnTo>
                  <a:lnTo>
                    <a:pt x="26390" y="991819"/>
                  </a:lnTo>
                  <a:lnTo>
                    <a:pt x="12661" y="1001077"/>
                  </a:lnTo>
                  <a:lnTo>
                    <a:pt x="3403" y="1014818"/>
                  </a:lnTo>
                  <a:lnTo>
                    <a:pt x="0" y="1031633"/>
                  </a:lnTo>
                  <a:lnTo>
                    <a:pt x="3403" y="1048461"/>
                  </a:lnTo>
                  <a:lnTo>
                    <a:pt x="12661" y="1062189"/>
                  </a:lnTo>
                  <a:lnTo>
                    <a:pt x="26390" y="1071448"/>
                  </a:lnTo>
                  <a:lnTo>
                    <a:pt x="43218" y="1074851"/>
                  </a:lnTo>
                  <a:lnTo>
                    <a:pt x="60045" y="1071448"/>
                  </a:lnTo>
                  <a:lnTo>
                    <a:pt x="73774" y="1062189"/>
                  </a:lnTo>
                  <a:lnTo>
                    <a:pt x="83032" y="1048461"/>
                  </a:lnTo>
                  <a:lnTo>
                    <a:pt x="86423" y="1031633"/>
                  </a:lnTo>
                  <a:close/>
                </a:path>
                <a:path w="773429" h="1075054">
                  <a:moveTo>
                    <a:pt x="718845" y="1031633"/>
                  </a:moveTo>
                  <a:lnTo>
                    <a:pt x="715454" y="1014818"/>
                  </a:lnTo>
                  <a:lnTo>
                    <a:pt x="706196" y="1001077"/>
                  </a:lnTo>
                  <a:lnTo>
                    <a:pt x="692467" y="991819"/>
                  </a:lnTo>
                  <a:lnTo>
                    <a:pt x="675652" y="988415"/>
                  </a:lnTo>
                  <a:lnTo>
                    <a:pt x="658825" y="991819"/>
                  </a:lnTo>
                  <a:lnTo>
                    <a:pt x="645083" y="1001077"/>
                  </a:lnTo>
                  <a:lnTo>
                    <a:pt x="635825" y="1014818"/>
                  </a:lnTo>
                  <a:lnTo>
                    <a:pt x="632434" y="1031633"/>
                  </a:lnTo>
                  <a:lnTo>
                    <a:pt x="635825" y="1048461"/>
                  </a:lnTo>
                  <a:lnTo>
                    <a:pt x="645083" y="1062189"/>
                  </a:lnTo>
                  <a:lnTo>
                    <a:pt x="658825" y="1071448"/>
                  </a:lnTo>
                  <a:lnTo>
                    <a:pt x="675652" y="1074851"/>
                  </a:lnTo>
                  <a:lnTo>
                    <a:pt x="692467" y="1071448"/>
                  </a:lnTo>
                  <a:lnTo>
                    <a:pt x="706196" y="1062189"/>
                  </a:lnTo>
                  <a:lnTo>
                    <a:pt x="715454" y="1048461"/>
                  </a:lnTo>
                  <a:lnTo>
                    <a:pt x="718845" y="1031633"/>
                  </a:lnTo>
                  <a:close/>
                </a:path>
                <a:path w="773429" h="1075054">
                  <a:moveTo>
                    <a:pt x="773074" y="674636"/>
                  </a:moveTo>
                  <a:lnTo>
                    <a:pt x="745528" y="674636"/>
                  </a:lnTo>
                  <a:lnTo>
                    <a:pt x="745528" y="868984"/>
                  </a:lnTo>
                  <a:lnTo>
                    <a:pt x="773074" y="868984"/>
                  </a:lnTo>
                  <a:lnTo>
                    <a:pt x="773074" y="674636"/>
                  </a:lnTo>
                  <a:close/>
                </a:path>
                <a:path w="773429" h="1075054">
                  <a:moveTo>
                    <a:pt x="773074" y="449757"/>
                  </a:moveTo>
                  <a:lnTo>
                    <a:pt x="745528" y="449757"/>
                  </a:lnTo>
                  <a:lnTo>
                    <a:pt x="745528" y="644105"/>
                  </a:lnTo>
                  <a:lnTo>
                    <a:pt x="773074" y="644105"/>
                  </a:lnTo>
                  <a:lnTo>
                    <a:pt x="773074" y="449757"/>
                  </a:lnTo>
                  <a:close/>
                </a:path>
                <a:path w="773429" h="1075054">
                  <a:moveTo>
                    <a:pt x="773074" y="224878"/>
                  </a:moveTo>
                  <a:lnTo>
                    <a:pt x="745528" y="224878"/>
                  </a:lnTo>
                  <a:lnTo>
                    <a:pt x="745528" y="419227"/>
                  </a:lnTo>
                  <a:lnTo>
                    <a:pt x="773074" y="419227"/>
                  </a:lnTo>
                  <a:lnTo>
                    <a:pt x="773074" y="224878"/>
                  </a:lnTo>
                  <a:close/>
                </a:path>
                <a:path w="773429" h="1075054">
                  <a:moveTo>
                    <a:pt x="773074" y="0"/>
                  </a:moveTo>
                  <a:lnTo>
                    <a:pt x="745528" y="0"/>
                  </a:lnTo>
                  <a:lnTo>
                    <a:pt x="745528" y="194348"/>
                  </a:lnTo>
                  <a:lnTo>
                    <a:pt x="773074" y="194348"/>
                  </a:lnTo>
                  <a:lnTo>
                    <a:pt x="773074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4708842" y="6633685"/>
              <a:ext cx="2174240" cy="1337310"/>
            </a:xfrm>
            <a:custGeom>
              <a:avLst/>
              <a:gdLst/>
              <a:ahLst/>
              <a:cxnLst/>
              <a:rect l="l" t="t" r="r" b="b"/>
              <a:pathLst>
                <a:path w="2174240" h="1337309">
                  <a:moveTo>
                    <a:pt x="2174036" y="62750"/>
                  </a:moveTo>
                  <a:lnTo>
                    <a:pt x="2078126" y="62750"/>
                  </a:lnTo>
                  <a:lnTo>
                    <a:pt x="2078126" y="1229017"/>
                  </a:lnTo>
                  <a:lnTo>
                    <a:pt x="2174036" y="1229017"/>
                  </a:lnTo>
                  <a:lnTo>
                    <a:pt x="2174036" y="62750"/>
                  </a:lnTo>
                  <a:close/>
                </a:path>
                <a:path w="2174240" h="1337309">
                  <a:moveTo>
                    <a:pt x="2174036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0" y="1229360"/>
                  </a:lnTo>
                  <a:lnTo>
                    <a:pt x="0" y="1337310"/>
                  </a:lnTo>
                  <a:lnTo>
                    <a:pt x="2174036" y="1337310"/>
                  </a:lnTo>
                  <a:lnTo>
                    <a:pt x="2174036" y="1229360"/>
                  </a:lnTo>
                  <a:lnTo>
                    <a:pt x="95923" y="1229360"/>
                  </a:lnTo>
                  <a:lnTo>
                    <a:pt x="95923" y="62230"/>
                  </a:lnTo>
                  <a:lnTo>
                    <a:pt x="2174036" y="62230"/>
                  </a:lnTo>
                  <a:lnTo>
                    <a:pt x="2174036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05070" y="6507979"/>
              <a:ext cx="120991" cy="79489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03938" y="6289412"/>
              <a:ext cx="201365" cy="272630"/>
            </a:xfrm>
            <a:prstGeom prst="rect">
              <a:avLst/>
            </a:prstGeom>
          </p:spPr>
        </p:pic>
        <p:sp>
          <p:nvSpPr>
            <p:cNvPr id="109" name="object 109" descr=""/>
            <p:cNvSpPr/>
            <p:nvPr/>
          </p:nvSpPr>
          <p:spPr>
            <a:xfrm>
              <a:off x="5785127" y="5587656"/>
              <a:ext cx="118110" cy="744220"/>
            </a:xfrm>
            <a:custGeom>
              <a:avLst/>
              <a:gdLst/>
              <a:ahLst/>
              <a:cxnLst/>
              <a:rect l="l" t="t" r="r" b="b"/>
              <a:pathLst>
                <a:path w="118110" h="744220">
                  <a:moveTo>
                    <a:pt x="87013" y="0"/>
                  </a:moveTo>
                  <a:lnTo>
                    <a:pt x="15659" y="222690"/>
                  </a:lnTo>
                  <a:lnTo>
                    <a:pt x="4946" y="255245"/>
                  </a:lnTo>
                  <a:lnTo>
                    <a:pt x="0" y="268881"/>
                  </a:lnTo>
                  <a:lnTo>
                    <a:pt x="0" y="506036"/>
                  </a:lnTo>
                  <a:lnTo>
                    <a:pt x="87013" y="743694"/>
                  </a:lnTo>
                  <a:lnTo>
                    <a:pt x="104844" y="700226"/>
                  </a:lnTo>
                  <a:lnTo>
                    <a:pt x="113989" y="669432"/>
                  </a:lnTo>
                  <a:lnTo>
                    <a:pt x="117329" y="636640"/>
                  </a:lnTo>
                  <a:lnTo>
                    <a:pt x="117745" y="587175"/>
                  </a:lnTo>
                  <a:lnTo>
                    <a:pt x="112885" y="460161"/>
                  </a:lnTo>
                  <a:lnTo>
                    <a:pt x="102328" y="262238"/>
                  </a:lnTo>
                  <a:lnTo>
                    <a:pt x="91795" y="79990"/>
                  </a:lnTo>
                  <a:lnTo>
                    <a:pt x="87013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5699010" y="5587663"/>
              <a:ext cx="685800" cy="976630"/>
            </a:xfrm>
            <a:custGeom>
              <a:avLst/>
              <a:gdLst/>
              <a:ahLst/>
              <a:cxnLst/>
              <a:rect l="l" t="t" r="r" b="b"/>
              <a:pathLst>
                <a:path w="685800" h="976629">
                  <a:moveTo>
                    <a:pt x="234581" y="0"/>
                  </a:moveTo>
                  <a:lnTo>
                    <a:pt x="173113" y="0"/>
                  </a:lnTo>
                  <a:lnTo>
                    <a:pt x="173113" y="743699"/>
                  </a:lnTo>
                  <a:lnTo>
                    <a:pt x="234581" y="743699"/>
                  </a:lnTo>
                  <a:lnTo>
                    <a:pt x="234581" y="0"/>
                  </a:lnTo>
                  <a:close/>
                </a:path>
                <a:path w="685800" h="976629">
                  <a:moveTo>
                    <a:pt x="349440" y="974382"/>
                  </a:moveTo>
                  <a:lnTo>
                    <a:pt x="346456" y="959573"/>
                  </a:lnTo>
                  <a:lnTo>
                    <a:pt x="338302" y="947496"/>
                  </a:lnTo>
                  <a:lnTo>
                    <a:pt x="326212" y="939342"/>
                  </a:lnTo>
                  <a:lnTo>
                    <a:pt x="311404" y="936358"/>
                  </a:lnTo>
                  <a:lnTo>
                    <a:pt x="113080" y="936358"/>
                  </a:lnTo>
                  <a:lnTo>
                    <a:pt x="113080" y="411467"/>
                  </a:lnTo>
                  <a:lnTo>
                    <a:pt x="59143" y="411467"/>
                  </a:lnTo>
                  <a:lnTo>
                    <a:pt x="59143" y="936358"/>
                  </a:lnTo>
                  <a:lnTo>
                    <a:pt x="33007" y="936358"/>
                  </a:lnTo>
                  <a:lnTo>
                    <a:pt x="20154" y="938949"/>
                  </a:lnTo>
                  <a:lnTo>
                    <a:pt x="9664" y="946010"/>
                  </a:lnTo>
                  <a:lnTo>
                    <a:pt x="2590" y="956500"/>
                  </a:lnTo>
                  <a:lnTo>
                    <a:pt x="0" y="969327"/>
                  </a:lnTo>
                  <a:lnTo>
                    <a:pt x="0" y="974382"/>
                  </a:lnTo>
                  <a:lnTo>
                    <a:pt x="349440" y="974382"/>
                  </a:lnTo>
                  <a:close/>
                </a:path>
                <a:path w="685800" h="976629">
                  <a:moveTo>
                    <a:pt x="685736" y="960259"/>
                  </a:moveTo>
                  <a:lnTo>
                    <a:pt x="683717" y="950252"/>
                  </a:lnTo>
                  <a:lnTo>
                    <a:pt x="678205" y="942073"/>
                  </a:lnTo>
                  <a:lnTo>
                    <a:pt x="670039" y="936561"/>
                  </a:lnTo>
                  <a:lnTo>
                    <a:pt x="660019" y="934542"/>
                  </a:lnTo>
                  <a:lnTo>
                    <a:pt x="400100" y="934542"/>
                  </a:lnTo>
                  <a:lnTo>
                    <a:pt x="390093" y="936561"/>
                  </a:lnTo>
                  <a:lnTo>
                    <a:pt x="381914" y="942073"/>
                  </a:lnTo>
                  <a:lnTo>
                    <a:pt x="376402" y="950252"/>
                  </a:lnTo>
                  <a:lnTo>
                    <a:pt x="374383" y="960259"/>
                  </a:lnTo>
                  <a:lnTo>
                    <a:pt x="374383" y="976198"/>
                  </a:lnTo>
                  <a:lnTo>
                    <a:pt x="685736" y="976198"/>
                  </a:lnTo>
                  <a:lnTo>
                    <a:pt x="685736" y="960259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6084201" y="6522205"/>
              <a:ext cx="283210" cy="12065"/>
            </a:xfrm>
            <a:custGeom>
              <a:avLst/>
              <a:gdLst/>
              <a:ahLst/>
              <a:cxnLst/>
              <a:rect l="l" t="t" r="r" b="b"/>
              <a:pathLst>
                <a:path w="283210" h="12065">
                  <a:moveTo>
                    <a:pt x="40843" y="2679"/>
                  </a:moveTo>
                  <a:lnTo>
                    <a:pt x="38163" y="0"/>
                  </a:lnTo>
                  <a:lnTo>
                    <a:pt x="34886" y="0"/>
                  </a:lnTo>
                  <a:lnTo>
                    <a:pt x="2679" y="0"/>
                  </a:lnTo>
                  <a:lnTo>
                    <a:pt x="0" y="2679"/>
                  </a:lnTo>
                  <a:lnTo>
                    <a:pt x="0" y="9232"/>
                  </a:lnTo>
                  <a:lnTo>
                    <a:pt x="2679" y="11925"/>
                  </a:lnTo>
                  <a:lnTo>
                    <a:pt x="38163" y="11925"/>
                  </a:lnTo>
                  <a:lnTo>
                    <a:pt x="40843" y="9232"/>
                  </a:lnTo>
                  <a:lnTo>
                    <a:pt x="40843" y="2679"/>
                  </a:lnTo>
                  <a:close/>
                </a:path>
                <a:path w="283210" h="12065">
                  <a:moveTo>
                    <a:pt x="101282" y="2679"/>
                  </a:moveTo>
                  <a:lnTo>
                    <a:pt x="98602" y="0"/>
                  </a:lnTo>
                  <a:lnTo>
                    <a:pt x="95313" y="0"/>
                  </a:lnTo>
                  <a:lnTo>
                    <a:pt x="63106" y="0"/>
                  </a:lnTo>
                  <a:lnTo>
                    <a:pt x="60413" y="2679"/>
                  </a:lnTo>
                  <a:lnTo>
                    <a:pt x="60413" y="9232"/>
                  </a:lnTo>
                  <a:lnTo>
                    <a:pt x="63106" y="11925"/>
                  </a:lnTo>
                  <a:lnTo>
                    <a:pt x="98602" y="11925"/>
                  </a:lnTo>
                  <a:lnTo>
                    <a:pt x="101282" y="9232"/>
                  </a:lnTo>
                  <a:lnTo>
                    <a:pt x="101282" y="2679"/>
                  </a:lnTo>
                  <a:close/>
                </a:path>
                <a:path w="283210" h="12065">
                  <a:moveTo>
                    <a:pt x="161709" y="2679"/>
                  </a:moveTo>
                  <a:lnTo>
                    <a:pt x="159042" y="0"/>
                  </a:lnTo>
                  <a:lnTo>
                    <a:pt x="155752" y="0"/>
                  </a:lnTo>
                  <a:lnTo>
                    <a:pt x="123545" y="0"/>
                  </a:lnTo>
                  <a:lnTo>
                    <a:pt x="120865" y="2679"/>
                  </a:lnTo>
                  <a:lnTo>
                    <a:pt x="120865" y="9232"/>
                  </a:lnTo>
                  <a:lnTo>
                    <a:pt x="123545" y="11925"/>
                  </a:lnTo>
                  <a:lnTo>
                    <a:pt x="159042" y="11925"/>
                  </a:lnTo>
                  <a:lnTo>
                    <a:pt x="161709" y="9232"/>
                  </a:lnTo>
                  <a:lnTo>
                    <a:pt x="161709" y="2679"/>
                  </a:lnTo>
                  <a:close/>
                </a:path>
                <a:path w="283210" h="12065">
                  <a:moveTo>
                    <a:pt x="222148" y="2679"/>
                  </a:moveTo>
                  <a:lnTo>
                    <a:pt x="219481" y="0"/>
                  </a:lnTo>
                  <a:lnTo>
                    <a:pt x="216192" y="0"/>
                  </a:lnTo>
                  <a:lnTo>
                    <a:pt x="183984" y="0"/>
                  </a:lnTo>
                  <a:lnTo>
                    <a:pt x="181292" y="2679"/>
                  </a:lnTo>
                  <a:lnTo>
                    <a:pt x="181292" y="9232"/>
                  </a:lnTo>
                  <a:lnTo>
                    <a:pt x="183984" y="11925"/>
                  </a:lnTo>
                  <a:lnTo>
                    <a:pt x="219481" y="11925"/>
                  </a:lnTo>
                  <a:lnTo>
                    <a:pt x="222148" y="9232"/>
                  </a:lnTo>
                  <a:lnTo>
                    <a:pt x="222148" y="2679"/>
                  </a:lnTo>
                  <a:close/>
                </a:path>
                <a:path w="283210" h="12065">
                  <a:moveTo>
                    <a:pt x="282587" y="2679"/>
                  </a:moveTo>
                  <a:lnTo>
                    <a:pt x="279908" y="0"/>
                  </a:lnTo>
                  <a:lnTo>
                    <a:pt x="276631" y="0"/>
                  </a:lnTo>
                  <a:lnTo>
                    <a:pt x="244424" y="0"/>
                  </a:lnTo>
                  <a:lnTo>
                    <a:pt x="241731" y="2679"/>
                  </a:lnTo>
                  <a:lnTo>
                    <a:pt x="241731" y="9232"/>
                  </a:lnTo>
                  <a:lnTo>
                    <a:pt x="244424" y="11925"/>
                  </a:lnTo>
                  <a:lnTo>
                    <a:pt x="279908" y="11925"/>
                  </a:lnTo>
                  <a:lnTo>
                    <a:pt x="282587" y="9232"/>
                  </a:lnTo>
                  <a:lnTo>
                    <a:pt x="282587" y="2679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06398" y="6480111"/>
              <a:ext cx="187040" cy="83675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4889473" y="6363701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5" h="15875">
                  <a:moveTo>
                    <a:pt x="645729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45729" y="15277"/>
                  </a:lnTo>
                  <a:lnTo>
                    <a:pt x="645729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4873547" y="6378978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4889473" y="6394255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5" h="15875">
                  <a:moveTo>
                    <a:pt x="645729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45729" y="15277"/>
                  </a:lnTo>
                  <a:lnTo>
                    <a:pt x="645729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4873537" y="6409522"/>
              <a:ext cx="645160" cy="15875"/>
            </a:xfrm>
            <a:custGeom>
              <a:avLst/>
              <a:gdLst/>
              <a:ahLst/>
              <a:cxnLst/>
              <a:rect l="l" t="t" r="r" b="b"/>
              <a:pathLst>
                <a:path w="645160" h="15875">
                  <a:moveTo>
                    <a:pt x="645142" y="0"/>
                  </a:moveTo>
                  <a:lnTo>
                    <a:pt x="0" y="0"/>
                  </a:lnTo>
                  <a:lnTo>
                    <a:pt x="0" y="15287"/>
                  </a:lnTo>
                  <a:lnTo>
                    <a:pt x="645142" y="15287"/>
                  </a:lnTo>
                  <a:lnTo>
                    <a:pt x="645142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4873547" y="6424809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4889473" y="6440086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5" h="15875">
                  <a:moveTo>
                    <a:pt x="645729" y="0"/>
                  </a:moveTo>
                  <a:lnTo>
                    <a:pt x="0" y="0"/>
                  </a:lnTo>
                  <a:lnTo>
                    <a:pt x="0" y="15287"/>
                  </a:lnTo>
                  <a:lnTo>
                    <a:pt x="645729" y="15287"/>
                  </a:lnTo>
                  <a:lnTo>
                    <a:pt x="645729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4873547" y="6455373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4889484" y="6470651"/>
              <a:ext cx="660400" cy="15875"/>
            </a:xfrm>
            <a:custGeom>
              <a:avLst/>
              <a:gdLst/>
              <a:ahLst/>
              <a:cxnLst/>
              <a:rect l="l" t="t" r="r" b="b"/>
              <a:pathLst>
                <a:path w="660400" h="15875">
                  <a:moveTo>
                    <a:pt x="659854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9854" y="15277"/>
                  </a:lnTo>
                  <a:lnTo>
                    <a:pt x="659854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4873547" y="6485917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4873537" y="6501194"/>
              <a:ext cx="661670" cy="15875"/>
            </a:xfrm>
            <a:custGeom>
              <a:avLst/>
              <a:gdLst/>
              <a:ahLst/>
              <a:cxnLst/>
              <a:rect l="l" t="t" r="r" b="b"/>
              <a:pathLst>
                <a:path w="661670" h="15875">
                  <a:moveTo>
                    <a:pt x="661665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61665" y="15277"/>
                  </a:lnTo>
                  <a:lnTo>
                    <a:pt x="661665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4886154" y="6516471"/>
              <a:ext cx="622300" cy="15875"/>
            </a:xfrm>
            <a:custGeom>
              <a:avLst/>
              <a:gdLst/>
              <a:ahLst/>
              <a:cxnLst/>
              <a:rect l="l" t="t" r="r" b="b"/>
              <a:pathLst>
                <a:path w="622300" h="15875">
                  <a:moveTo>
                    <a:pt x="621865" y="0"/>
                  </a:moveTo>
                  <a:lnTo>
                    <a:pt x="0" y="0"/>
                  </a:lnTo>
                  <a:lnTo>
                    <a:pt x="0" y="15287"/>
                  </a:lnTo>
                  <a:lnTo>
                    <a:pt x="621865" y="15287"/>
                  </a:lnTo>
                  <a:lnTo>
                    <a:pt x="621865" y="0"/>
                  </a:lnTo>
                  <a:close/>
                </a:path>
              </a:pathLst>
            </a:custGeom>
            <a:solidFill>
              <a:srgbClr val="4F45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4873537" y="6531759"/>
              <a:ext cx="661670" cy="15875"/>
            </a:xfrm>
            <a:custGeom>
              <a:avLst/>
              <a:gdLst/>
              <a:ahLst/>
              <a:cxnLst/>
              <a:rect l="l" t="t" r="r" b="b"/>
              <a:pathLst>
                <a:path w="661670" h="15875">
                  <a:moveTo>
                    <a:pt x="661665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61665" y="15277"/>
                  </a:lnTo>
                  <a:lnTo>
                    <a:pt x="661665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4901546" y="6547025"/>
              <a:ext cx="633730" cy="15240"/>
            </a:xfrm>
            <a:custGeom>
              <a:avLst/>
              <a:gdLst/>
              <a:ahLst/>
              <a:cxnLst/>
              <a:rect l="l" t="t" r="r" b="b"/>
              <a:pathLst>
                <a:path w="633729" h="15240">
                  <a:moveTo>
                    <a:pt x="0" y="15015"/>
                  </a:moveTo>
                  <a:lnTo>
                    <a:pt x="633656" y="15015"/>
                  </a:lnTo>
                  <a:lnTo>
                    <a:pt x="633656" y="0"/>
                  </a:lnTo>
                  <a:lnTo>
                    <a:pt x="0" y="0"/>
                  </a:lnTo>
                  <a:lnTo>
                    <a:pt x="0" y="1501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4648905" y="6562040"/>
              <a:ext cx="2274570" cy="71755"/>
            </a:xfrm>
            <a:custGeom>
              <a:avLst/>
              <a:gdLst/>
              <a:ahLst/>
              <a:cxnLst/>
              <a:rect l="l" t="t" r="r" b="b"/>
              <a:pathLst>
                <a:path w="2274570" h="71754">
                  <a:moveTo>
                    <a:pt x="2273951" y="0"/>
                  </a:moveTo>
                  <a:lnTo>
                    <a:pt x="0" y="0"/>
                  </a:lnTo>
                  <a:lnTo>
                    <a:pt x="0" y="71327"/>
                  </a:lnTo>
                  <a:lnTo>
                    <a:pt x="2273951" y="71327"/>
                  </a:lnTo>
                  <a:lnTo>
                    <a:pt x="2273951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4708855" y="7971262"/>
              <a:ext cx="2174240" cy="28575"/>
            </a:xfrm>
            <a:custGeom>
              <a:avLst/>
              <a:gdLst/>
              <a:ahLst/>
              <a:cxnLst/>
              <a:rect l="l" t="t" r="r" b="b"/>
              <a:pathLst>
                <a:path w="2174240" h="28575">
                  <a:moveTo>
                    <a:pt x="323697" y="0"/>
                  </a:moveTo>
                  <a:lnTo>
                    <a:pt x="0" y="0"/>
                  </a:lnTo>
                  <a:lnTo>
                    <a:pt x="0" y="28028"/>
                  </a:lnTo>
                  <a:lnTo>
                    <a:pt x="323697" y="28028"/>
                  </a:lnTo>
                  <a:lnTo>
                    <a:pt x="323697" y="0"/>
                  </a:lnTo>
                  <a:close/>
                </a:path>
                <a:path w="2174240" h="28575">
                  <a:moveTo>
                    <a:pt x="2174024" y="0"/>
                  </a:moveTo>
                  <a:lnTo>
                    <a:pt x="1850313" y="0"/>
                  </a:lnTo>
                  <a:lnTo>
                    <a:pt x="1850313" y="28028"/>
                  </a:lnTo>
                  <a:lnTo>
                    <a:pt x="2174024" y="28028"/>
                  </a:lnTo>
                  <a:lnTo>
                    <a:pt x="2174024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15110" y="5994559"/>
              <a:ext cx="395912" cy="569070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10593" y="6429669"/>
              <a:ext cx="255920" cy="114687"/>
            </a:xfrm>
            <a:prstGeom prst="rect">
              <a:avLst/>
            </a:prstGeom>
          </p:spPr>
        </p:pic>
        <p:sp>
          <p:nvSpPr>
            <p:cNvPr id="130" name="object 130" descr=""/>
            <p:cNvSpPr/>
            <p:nvPr/>
          </p:nvSpPr>
          <p:spPr>
            <a:xfrm>
              <a:off x="7110501" y="5611399"/>
              <a:ext cx="271780" cy="930275"/>
            </a:xfrm>
            <a:custGeom>
              <a:avLst/>
              <a:gdLst/>
              <a:ahLst/>
              <a:cxnLst/>
              <a:rect l="l" t="t" r="r" b="b"/>
              <a:pathLst>
                <a:path w="271779" h="930275">
                  <a:moveTo>
                    <a:pt x="241998" y="216344"/>
                  </a:moveTo>
                  <a:lnTo>
                    <a:pt x="196049" y="0"/>
                  </a:lnTo>
                  <a:lnTo>
                    <a:pt x="164820" y="23152"/>
                  </a:lnTo>
                  <a:lnTo>
                    <a:pt x="96431" y="74930"/>
                  </a:lnTo>
                  <a:lnTo>
                    <a:pt x="28829" y="128765"/>
                  </a:lnTo>
                  <a:lnTo>
                    <a:pt x="0" y="158115"/>
                  </a:lnTo>
                  <a:lnTo>
                    <a:pt x="2641" y="166027"/>
                  </a:lnTo>
                  <a:lnTo>
                    <a:pt x="5168" y="180225"/>
                  </a:lnTo>
                  <a:lnTo>
                    <a:pt x="9067" y="211099"/>
                  </a:lnTo>
                  <a:lnTo>
                    <a:pt x="15824" y="269087"/>
                  </a:lnTo>
                  <a:lnTo>
                    <a:pt x="91465" y="269379"/>
                  </a:lnTo>
                  <a:lnTo>
                    <a:pt x="140246" y="263994"/>
                  </a:lnTo>
                  <a:lnTo>
                    <a:pt x="183349" y="247954"/>
                  </a:lnTo>
                  <a:lnTo>
                    <a:pt x="241998" y="216344"/>
                  </a:lnTo>
                  <a:close/>
                </a:path>
                <a:path w="271779" h="930275">
                  <a:moveTo>
                    <a:pt x="271589" y="680300"/>
                  </a:moveTo>
                  <a:lnTo>
                    <a:pt x="270954" y="486270"/>
                  </a:lnTo>
                  <a:lnTo>
                    <a:pt x="268135" y="439077"/>
                  </a:lnTo>
                  <a:lnTo>
                    <a:pt x="260146" y="391121"/>
                  </a:lnTo>
                  <a:lnTo>
                    <a:pt x="224409" y="336600"/>
                  </a:lnTo>
                  <a:lnTo>
                    <a:pt x="162890" y="314579"/>
                  </a:lnTo>
                  <a:lnTo>
                    <a:pt x="128549" y="315658"/>
                  </a:lnTo>
                  <a:lnTo>
                    <a:pt x="64909" y="341858"/>
                  </a:lnTo>
                  <a:lnTo>
                    <a:pt x="24218" y="399846"/>
                  </a:lnTo>
                  <a:lnTo>
                    <a:pt x="18567" y="440664"/>
                  </a:lnTo>
                  <a:lnTo>
                    <a:pt x="17729" y="488302"/>
                  </a:lnTo>
                  <a:lnTo>
                    <a:pt x="17729" y="528535"/>
                  </a:lnTo>
                  <a:lnTo>
                    <a:pt x="19062" y="577596"/>
                  </a:lnTo>
                  <a:lnTo>
                    <a:pt x="22555" y="633895"/>
                  </a:lnTo>
                  <a:lnTo>
                    <a:pt x="29006" y="695858"/>
                  </a:lnTo>
                  <a:lnTo>
                    <a:pt x="39230" y="761911"/>
                  </a:lnTo>
                  <a:lnTo>
                    <a:pt x="54025" y="830440"/>
                  </a:lnTo>
                  <a:lnTo>
                    <a:pt x="74206" y="899883"/>
                  </a:lnTo>
                  <a:lnTo>
                    <a:pt x="102704" y="929005"/>
                  </a:lnTo>
                  <a:lnTo>
                    <a:pt x="148361" y="930198"/>
                  </a:lnTo>
                  <a:lnTo>
                    <a:pt x="198005" y="913955"/>
                  </a:lnTo>
                  <a:lnTo>
                    <a:pt x="238480" y="890778"/>
                  </a:lnTo>
                  <a:lnTo>
                    <a:pt x="259397" y="856043"/>
                  </a:lnTo>
                  <a:lnTo>
                    <a:pt x="266725" y="797471"/>
                  </a:lnTo>
                  <a:lnTo>
                    <a:pt x="269824" y="747776"/>
                  </a:lnTo>
                  <a:lnTo>
                    <a:pt x="271589" y="680300"/>
                  </a:lnTo>
                  <a:close/>
                </a:path>
              </a:pathLst>
            </a:custGeom>
            <a:solidFill>
              <a:srgbClr val="FFA2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6983354" y="5315821"/>
              <a:ext cx="381635" cy="360680"/>
            </a:xfrm>
            <a:custGeom>
              <a:avLst/>
              <a:gdLst/>
              <a:ahLst/>
              <a:cxnLst/>
              <a:rect l="l" t="t" r="r" b="b"/>
              <a:pathLst>
                <a:path w="381634" h="360679">
                  <a:moveTo>
                    <a:pt x="291111" y="0"/>
                  </a:moveTo>
                  <a:lnTo>
                    <a:pt x="211391" y="4404"/>
                  </a:lnTo>
                  <a:lnTo>
                    <a:pt x="147633" y="14529"/>
                  </a:lnTo>
                  <a:lnTo>
                    <a:pt x="97886" y="28851"/>
                  </a:lnTo>
                  <a:lnTo>
                    <a:pt x="60199" y="45849"/>
                  </a:lnTo>
                  <a:lnTo>
                    <a:pt x="13206" y="81782"/>
                  </a:lnTo>
                  <a:lnTo>
                    <a:pt x="0" y="97672"/>
                  </a:lnTo>
                  <a:lnTo>
                    <a:pt x="10119" y="142610"/>
                  </a:lnTo>
                  <a:lnTo>
                    <a:pt x="16400" y="165667"/>
                  </a:lnTo>
                  <a:lnTo>
                    <a:pt x="21459" y="174114"/>
                  </a:lnTo>
                  <a:lnTo>
                    <a:pt x="27915" y="175219"/>
                  </a:lnTo>
                  <a:lnTo>
                    <a:pt x="40166" y="193690"/>
                  </a:lnTo>
                  <a:lnTo>
                    <a:pt x="34208" y="356470"/>
                  </a:lnTo>
                  <a:lnTo>
                    <a:pt x="33978" y="358345"/>
                  </a:lnTo>
                  <a:lnTo>
                    <a:pt x="33517" y="360177"/>
                  </a:lnTo>
                  <a:lnTo>
                    <a:pt x="262567" y="335832"/>
                  </a:lnTo>
                  <a:lnTo>
                    <a:pt x="302994" y="321597"/>
                  </a:lnTo>
                  <a:lnTo>
                    <a:pt x="338706" y="302281"/>
                  </a:lnTo>
                  <a:lnTo>
                    <a:pt x="366090" y="274934"/>
                  </a:lnTo>
                  <a:lnTo>
                    <a:pt x="381531" y="236607"/>
                  </a:lnTo>
                  <a:lnTo>
                    <a:pt x="381412" y="184350"/>
                  </a:lnTo>
                  <a:lnTo>
                    <a:pt x="364896" y="108439"/>
                  </a:lnTo>
                  <a:lnTo>
                    <a:pt x="344332" y="55595"/>
                  </a:lnTo>
                  <a:lnTo>
                    <a:pt x="322996" y="22273"/>
                  </a:lnTo>
                  <a:lnTo>
                    <a:pt x="304164" y="4923"/>
                  </a:lnTo>
                  <a:lnTo>
                    <a:pt x="291111" y="0"/>
                  </a:lnTo>
                  <a:close/>
                </a:path>
              </a:pathLst>
            </a:custGeom>
            <a:solidFill>
              <a:srgbClr val="4F47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7011254" y="5436237"/>
              <a:ext cx="245745" cy="382270"/>
            </a:xfrm>
            <a:custGeom>
              <a:avLst/>
              <a:gdLst/>
              <a:ahLst/>
              <a:cxnLst/>
              <a:rect l="l" t="t" r="r" b="b"/>
              <a:pathLst>
                <a:path w="245745" h="382270">
                  <a:moveTo>
                    <a:pt x="131441" y="0"/>
                  </a:moveTo>
                  <a:lnTo>
                    <a:pt x="106363" y="13362"/>
                  </a:lnTo>
                  <a:lnTo>
                    <a:pt x="84312" y="23460"/>
                  </a:lnTo>
                  <a:lnTo>
                    <a:pt x="52965" y="35371"/>
                  </a:lnTo>
                  <a:lnTo>
                    <a:pt x="0" y="54176"/>
                  </a:lnTo>
                  <a:lnTo>
                    <a:pt x="352" y="82502"/>
                  </a:lnTo>
                  <a:lnTo>
                    <a:pt x="2310" y="150511"/>
                  </a:lnTo>
                  <a:lnTo>
                    <a:pt x="7222" y="232745"/>
                  </a:lnTo>
                  <a:lnTo>
                    <a:pt x="16439" y="303749"/>
                  </a:lnTo>
                  <a:lnTo>
                    <a:pt x="34248" y="364707"/>
                  </a:lnTo>
                  <a:lnTo>
                    <a:pt x="81735" y="381977"/>
                  </a:lnTo>
                  <a:lnTo>
                    <a:pt x="124181" y="369304"/>
                  </a:lnTo>
                  <a:lnTo>
                    <a:pt x="168801" y="348108"/>
                  </a:lnTo>
                  <a:lnTo>
                    <a:pt x="204813" y="327445"/>
                  </a:lnTo>
                  <a:lnTo>
                    <a:pt x="241923" y="274573"/>
                  </a:lnTo>
                  <a:lnTo>
                    <a:pt x="245713" y="222261"/>
                  </a:lnTo>
                  <a:lnTo>
                    <a:pt x="239677" y="177529"/>
                  </a:lnTo>
                  <a:lnTo>
                    <a:pt x="230684" y="158476"/>
                  </a:lnTo>
                  <a:lnTo>
                    <a:pt x="202592" y="140915"/>
                  </a:lnTo>
                  <a:lnTo>
                    <a:pt x="178069" y="100223"/>
                  </a:lnTo>
                  <a:lnTo>
                    <a:pt x="157668" y="52463"/>
                  </a:lnTo>
                  <a:lnTo>
                    <a:pt x="141941" y="13701"/>
                  </a:lnTo>
                  <a:lnTo>
                    <a:pt x="131441" y="0"/>
                  </a:lnTo>
                  <a:close/>
                </a:path>
              </a:pathLst>
            </a:custGeom>
            <a:solidFill>
              <a:srgbClr val="FFBA9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3" name="object 13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982015" y="5593474"/>
              <a:ext cx="72489" cy="87421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69467" y="5433296"/>
              <a:ext cx="146030" cy="229921"/>
            </a:xfrm>
            <a:prstGeom prst="rect">
              <a:avLst/>
            </a:prstGeom>
          </p:spPr>
        </p:pic>
        <p:sp>
          <p:nvSpPr>
            <p:cNvPr id="135" name="object 135" descr=""/>
            <p:cNvSpPr/>
            <p:nvPr/>
          </p:nvSpPr>
          <p:spPr>
            <a:xfrm>
              <a:off x="6981879" y="5853218"/>
              <a:ext cx="511175" cy="956310"/>
            </a:xfrm>
            <a:custGeom>
              <a:avLst/>
              <a:gdLst/>
              <a:ahLst/>
              <a:cxnLst/>
              <a:rect l="l" t="t" r="r" b="b"/>
              <a:pathLst>
                <a:path w="511175" h="956309">
                  <a:moveTo>
                    <a:pt x="400547" y="0"/>
                  </a:moveTo>
                  <a:lnTo>
                    <a:pt x="305093" y="40136"/>
                  </a:lnTo>
                  <a:lnTo>
                    <a:pt x="216350" y="51531"/>
                  </a:lnTo>
                  <a:lnTo>
                    <a:pt x="150924" y="48136"/>
                  </a:lnTo>
                  <a:lnTo>
                    <a:pt x="125424" y="43904"/>
                  </a:lnTo>
                  <a:lnTo>
                    <a:pt x="50756" y="98241"/>
                  </a:lnTo>
                  <a:lnTo>
                    <a:pt x="12852" y="148570"/>
                  </a:lnTo>
                  <a:lnTo>
                    <a:pt x="0" y="223885"/>
                  </a:lnTo>
                  <a:lnTo>
                    <a:pt x="486" y="353182"/>
                  </a:lnTo>
                  <a:lnTo>
                    <a:pt x="2676" y="476147"/>
                  </a:lnTo>
                  <a:lnTo>
                    <a:pt x="4089" y="543224"/>
                  </a:lnTo>
                  <a:lnTo>
                    <a:pt x="5774" y="611272"/>
                  </a:lnTo>
                  <a:lnTo>
                    <a:pt x="7690" y="673048"/>
                  </a:lnTo>
                  <a:lnTo>
                    <a:pt x="9794" y="721307"/>
                  </a:lnTo>
                  <a:lnTo>
                    <a:pt x="14066" y="790041"/>
                  </a:lnTo>
                  <a:lnTo>
                    <a:pt x="19551" y="854462"/>
                  </a:lnTo>
                  <a:lnTo>
                    <a:pt x="26728" y="907058"/>
                  </a:lnTo>
                  <a:lnTo>
                    <a:pt x="49761" y="953901"/>
                  </a:lnTo>
                  <a:lnTo>
                    <a:pt x="67612" y="956113"/>
                  </a:lnTo>
                  <a:lnTo>
                    <a:pt x="86606" y="952398"/>
                  </a:lnTo>
                  <a:lnTo>
                    <a:pt x="103718" y="948201"/>
                  </a:lnTo>
                  <a:lnTo>
                    <a:pt x="123188" y="945165"/>
                  </a:lnTo>
                  <a:lnTo>
                    <a:pt x="161193" y="939807"/>
                  </a:lnTo>
                  <a:lnTo>
                    <a:pt x="213358" y="933215"/>
                  </a:lnTo>
                  <a:lnTo>
                    <a:pt x="275303" y="926479"/>
                  </a:lnTo>
                  <a:lnTo>
                    <a:pt x="342651" y="920686"/>
                  </a:lnTo>
                  <a:lnTo>
                    <a:pt x="411023" y="916926"/>
                  </a:lnTo>
                  <a:lnTo>
                    <a:pt x="476042" y="916286"/>
                  </a:lnTo>
                  <a:lnTo>
                    <a:pt x="490704" y="895471"/>
                  </a:lnTo>
                  <a:lnTo>
                    <a:pt x="497769" y="845291"/>
                  </a:lnTo>
                  <a:lnTo>
                    <a:pt x="500137" y="785345"/>
                  </a:lnTo>
                  <a:lnTo>
                    <a:pt x="500711" y="735234"/>
                  </a:lnTo>
                  <a:lnTo>
                    <a:pt x="508767" y="403793"/>
                  </a:lnTo>
                  <a:lnTo>
                    <a:pt x="509917" y="349714"/>
                  </a:lnTo>
                  <a:lnTo>
                    <a:pt x="510546" y="310842"/>
                  </a:lnTo>
                  <a:lnTo>
                    <a:pt x="510481" y="292755"/>
                  </a:lnTo>
                  <a:lnTo>
                    <a:pt x="489125" y="195231"/>
                  </a:lnTo>
                  <a:lnTo>
                    <a:pt x="451799" y="100350"/>
                  </a:lnTo>
                  <a:lnTo>
                    <a:pt x="416331" y="28482"/>
                  </a:lnTo>
                  <a:lnTo>
                    <a:pt x="400547" y="0"/>
                  </a:lnTo>
                  <a:close/>
                </a:path>
              </a:pathLst>
            </a:custGeom>
            <a:solidFill>
              <a:srgbClr val="FCF6F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018430" y="5917966"/>
              <a:ext cx="148191" cy="80259"/>
            </a:xfrm>
            <a:prstGeom prst="rect">
              <a:avLst/>
            </a:prstGeom>
          </p:spPr>
        </p:pic>
        <p:sp>
          <p:nvSpPr>
            <p:cNvPr id="137" name="object 137" descr=""/>
            <p:cNvSpPr/>
            <p:nvPr/>
          </p:nvSpPr>
          <p:spPr>
            <a:xfrm>
              <a:off x="7015315" y="5794850"/>
              <a:ext cx="379095" cy="311150"/>
            </a:xfrm>
            <a:custGeom>
              <a:avLst/>
              <a:gdLst/>
              <a:ahLst/>
              <a:cxnLst/>
              <a:rect l="l" t="t" r="r" b="b"/>
              <a:pathLst>
                <a:path w="379095" h="311150">
                  <a:moveTo>
                    <a:pt x="51485" y="309702"/>
                  </a:moveTo>
                  <a:lnTo>
                    <a:pt x="50888" y="284238"/>
                  </a:lnTo>
                  <a:lnTo>
                    <a:pt x="0" y="285572"/>
                  </a:lnTo>
                  <a:lnTo>
                    <a:pt x="660" y="311035"/>
                  </a:lnTo>
                  <a:lnTo>
                    <a:pt x="51485" y="309702"/>
                  </a:lnTo>
                  <a:close/>
                </a:path>
                <a:path w="379095" h="311150">
                  <a:moveTo>
                    <a:pt x="378866" y="82118"/>
                  </a:moveTo>
                  <a:lnTo>
                    <a:pt x="371957" y="59715"/>
                  </a:lnTo>
                  <a:lnTo>
                    <a:pt x="357276" y="32550"/>
                  </a:lnTo>
                  <a:lnTo>
                    <a:pt x="342684" y="9639"/>
                  </a:lnTo>
                  <a:lnTo>
                    <a:pt x="336080" y="0"/>
                  </a:lnTo>
                  <a:lnTo>
                    <a:pt x="320484" y="13347"/>
                  </a:lnTo>
                  <a:lnTo>
                    <a:pt x="278066" y="28943"/>
                  </a:lnTo>
                  <a:lnTo>
                    <a:pt x="161048" y="64300"/>
                  </a:lnTo>
                  <a:lnTo>
                    <a:pt x="110629" y="82740"/>
                  </a:lnTo>
                  <a:lnTo>
                    <a:pt x="68757" y="117525"/>
                  </a:lnTo>
                  <a:lnTo>
                    <a:pt x="40500" y="155625"/>
                  </a:lnTo>
                  <a:lnTo>
                    <a:pt x="67322" y="137414"/>
                  </a:lnTo>
                  <a:lnTo>
                    <a:pt x="82880" y="132410"/>
                  </a:lnTo>
                  <a:lnTo>
                    <a:pt x="103911" y="165836"/>
                  </a:lnTo>
                  <a:lnTo>
                    <a:pt x="113157" y="195668"/>
                  </a:lnTo>
                  <a:lnTo>
                    <a:pt x="267004" y="140271"/>
                  </a:lnTo>
                  <a:lnTo>
                    <a:pt x="345960" y="109982"/>
                  </a:lnTo>
                  <a:lnTo>
                    <a:pt x="374942" y="94145"/>
                  </a:lnTo>
                  <a:lnTo>
                    <a:pt x="378866" y="82118"/>
                  </a:lnTo>
                  <a:close/>
                </a:path>
              </a:pathLst>
            </a:custGeom>
            <a:solidFill>
              <a:srgbClr val="F9F0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6931152" y="6038391"/>
              <a:ext cx="111760" cy="633730"/>
            </a:xfrm>
            <a:custGeom>
              <a:avLst/>
              <a:gdLst/>
              <a:ahLst/>
              <a:cxnLst/>
              <a:rect l="l" t="t" r="r" b="b"/>
              <a:pathLst>
                <a:path w="111759" h="633729">
                  <a:moveTo>
                    <a:pt x="69137" y="0"/>
                  </a:moveTo>
                  <a:lnTo>
                    <a:pt x="21308" y="41089"/>
                  </a:lnTo>
                  <a:lnTo>
                    <a:pt x="0" y="112520"/>
                  </a:lnTo>
                  <a:lnTo>
                    <a:pt x="383" y="266251"/>
                  </a:lnTo>
                  <a:lnTo>
                    <a:pt x="17631" y="554244"/>
                  </a:lnTo>
                  <a:lnTo>
                    <a:pt x="34309" y="606329"/>
                  </a:lnTo>
                  <a:lnTo>
                    <a:pt x="49368" y="633362"/>
                  </a:lnTo>
                  <a:lnTo>
                    <a:pt x="70217" y="592567"/>
                  </a:lnTo>
                  <a:lnTo>
                    <a:pt x="80810" y="569728"/>
                  </a:lnTo>
                  <a:lnTo>
                    <a:pt x="84425" y="556529"/>
                  </a:lnTo>
                  <a:lnTo>
                    <a:pt x="84341" y="544653"/>
                  </a:lnTo>
                  <a:lnTo>
                    <a:pt x="77862" y="283993"/>
                  </a:lnTo>
                  <a:lnTo>
                    <a:pt x="88273" y="121826"/>
                  </a:lnTo>
                  <a:lnTo>
                    <a:pt x="103427" y="38751"/>
                  </a:lnTo>
                  <a:lnTo>
                    <a:pt x="111178" y="15371"/>
                  </a:lnTo>
                  <a:lnTo>
                    <a:pt x="69137" y="0"/>
                  </a:lnTo>
                  <a:close/>
                </a:path>
              </a:pathLst>
            </a:custGeom>
            <a:solidFill>
              <a:srgbClr val="50709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9" name="object 13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997718" y="5978897"/>
              <a:ext cx="68632" cy="76096"/>
            </a:xfrm>
            <a:prstGeom prst="rect">
              <a:avLst/>
            </a:prstGeom>
          </p:spPr>
        </p:pic>
        <p:sp>
          <p:nvSpPr>
            <p:cNvPr id="140" name="object 140" descr=""/>
            <p:cNvSpPr/>
            <p:nvPr/>
          </p:nvSpPr>
          <p:spPr>
            <a:xfrm>
              <a:off x="6564109" y="5977921"/>
              <a:ext cx="772160" cy="588010"/>
            </a:xfrm>
            <a:custGeom>
              <a:avLst/>
              <a:gdLst/>
              <a:ahLst/>
              <a:cxnLst/>
              <a:rect l="l" t="t" r="r" b="b"/>
              <a:pathLst>
                <a:path w="772159" h="588009">
                  <a:moveTo>
                    <a:pt x="771664" y="92163"/>
                  </a:moveTo>
                  <a:lnTo>
                    <a:pt x="748817" y="36283"/>
                  </a:lnTo>
                  <a:lnTo>
                    <a:pt x="693661" y="3073"/>
                  </a:lnTo>
                  <a:lnTo>
                    <a:pt x="658647" y="0"/>
                  </a:lnTo>
                  <a:lnTo>
                    <a:pt x="621182" y="8648"/>
                  </a:lnTo>
                  <a:lnTo>
                    <a:pt x="583120" y="31038"/>
                  </a:lnTo>
                  <a:lnTo>
                    <a:pt x="546366" y="69164"/>
                  </a:lnTo>
                  <a:lnTo>
                    <a:pt x="481139" y="156552"/>
                  </a:lnTo>
                  <a:lnTo>
                    <a:pt x="439610" y="222313"/>
                  </a:lnTo>
                  <a:lnTo>
                    <a:pt x="403936" y="299415"/>
                  </a:lnTo>
                  <a:lnTo>
                    <a:pt x="385229" y="347129"/>
                  </a:lnTo>
                  <a:lnTo>
                    <a:pt x="298932" y="355053"/>
                  </a:lnTo>
                  <a:lnTo>
                    <a:pt x="218897" y="366852"/>
                  </a:lnTo>
                  <a:lnTo>
                    <a:pt x="132080" y="387705"/>
                  </a:lnTo>
                  <a:lnTo>
                    <a:pt x="0" y="425157"/>
                  </a:lnTo>
                  <a:lnTo>
                    <a:pt x="26746" y="587565"/>
                  </a:lnTo>
                  <a:lnTo>
                    <a:pt x="389102" y="570382"/>
                  </a:lnTo>
                  <a:lnTo>
                    <a:pt x="475284" y="565835"/>
                  </a:lnTo>
                  <a:lnTo>
                    <a:pt x="504367" y="555193"/>
                  </a:lnTo>
                  <a:lnTo>
                    <a:pt x="505345" y="554926"/>
                  </a:lnTo>
                  <a:lnTo>
                    <a:pt x="520420" y="543991"/>
                  </a:lnTo>
                  <a:lnTo>
                    <a:pt x="531063" y="529170"/>
                  </a:lnTo>
                  <a:lnTo>
                    <a:pt x="533209" y="526186"/>
                  </a:lnTo>
                  <a:lnTo>
                    <a:pt x="567639" y="475411"/>
                  </a:lnTo>
                  <a:lnTo>
                    <a:pt x="617816" y="395605"/>
                  </a:lnTo>
                  <a:lnTo>
                    <a:pt x="677862" y="290703"/>
                  </a:lnTo>
                  <a:lnTo>
                    <a:pt x="705586" y="241592"/>
                  </a:lnTo>
                  <a:lnTo>
                    <a:pt x="736663" y="185572"/>
                  </a:lnTo>
                  <a:lnTo>
                    <a:pt x="761784" y="132473"/>
                  </a:lnTo>
                  <a:lnTo>
                    <a:pt x="771664" y="92163"/>
                  </a:lnTo>
                  <a:close/>
                </a:path>
              </a:pathLst>
            </a:custGeom>
            <a:solidFill>
              <a:srgbClr val="F9F0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494159" y="6395759"/>
              <a:ext cx="105378" cy="176727"/>
            </a:xfrm>
            <a:prstGeom prst="rect">
              <a:avLst/>
            </a:prstGeom>
          </p:spPr>
        </p:pic>
        <p:sp>
          <p:nvSpPr>
            <p:cNvPr id="142" name="object 142" descr=""/>
            <p:cNvSpPr/>
            <p:nvPr/>
          </p:nvSpPr>
          <p:spPr>
            <a:xfrm>
              <a:off x="7156986" y="7272228"/>
              <a:ext cx="74295" cy="200025"/>
            </a:xfrm>
            <a:custGeom>
              <a:avLst/>
              <a:gdLst/>
              <a:ahLst/>
              <a:cxnLst/>
              <a:rect l="l" t="t" r="r" b="b"/>
              <a:pathLst>
                <a:path w="74295" h="200025">
                  <a:moveTo>
                    <a:pt x="0" y="199690"/>
                  </a:moveTo>
                  <a:lnTo>
                    <a:pt x="73788" y="199690"/>
                  </a:lnTo>
                  <a:lnTo>
                    <a:pt x="73788" y="0"/>
                  </a:lnTo>
                  <a:lnTo>
                    <a:pt x="0" y="0"/>
                  </a:lnTo>
                  <a:lnTo>
                    <a:pt x="0" y="19969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7072223" y="7181017"/>
              <a:ext cx="231775" cy="473709"/>
            </a:xfrm>
            <a:custGeom>
              <a:avLst/>
              <a:gdLst/>
              <a:ahLst/>
              <a:cxnLst/>
              <a:rect l="l" t="t" r="r" b="b"/>
              <a:pathLst>
                <a:path w="231775" h="473709">
                  <a:moveTo>
                    <a:pt x="167551" y="290906"/>
                  </a:moveTo>
                  <a:lnTo>
                    <a:pt x="73964" y="290906"/>
                  </a:lnTo>
                  <a:lnTo>
                    <a:pt x="73964" y="473341"/>
                  </a:lnTo>
                  <a:lnTo>
                    <a:pt x="167551" y="473341"/>
                  </a:lnTo>
                  <a:lnTo>
                    <a:pt x="167551" y="290906"/>
                  </a:lnTo>
                  <a:close/>
                </a:path>
                <a:path w="231775" h="473709">
                  <a:moveTo>
                    <a:pt x="231736" y="0"/>
                  </a:moveTo>
                  <a:lnTo>
                    <a:pt x="0" y="0"/>
                  </a:lnTo>
                  <a:lnTo>
                    <a:pt x="0" y="91211"/>
                  </a:lnTo>
                  <a:lnTo>
                    <a:pt x="231736" y="91211"/>
                  </a:lnTo>
                  <a:lnTo>
                    <a:pt x="231736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7431009" y="5896768"/>
              <a:ext cx="383540" cy="1296670"/>
            </a:xfrm>
            <a:custGeom>
              <a:avLst/>
              <a:gdLst/>
              <a:ahLst/>
              <a:cxnLst/>
              <a:rect l="l" t="t" r="r" b="b"/>
              <a:pathLst>
                <a:path w="383540" h="1296670">
                  <a:moveTo>
                    <a:pt x="320545" y="0"/>
                  </a:moveTo>
                  <a:lnTo>
                    <a:pt x="282447" y="11550"/>
                  </a:lnTo>
                  <a:lnTo>
                    <a:pt x="262885" y="65681"/>
                  </a:lnTo>
                  <a:lnTo>
                    <a:pt x="249248" y="107221"/>
                  </a:lnTo>
                  <a:lnTo>
                    <a:pt x="233541" y="156625"/>
                  </a:lnTo>
                  <a:lnTo>
                    <a:pt x="216139" y="212552"/>
                  </a:lnTo>
                  <a:lnTo>
                    <a:pt x="197416" y="273661"/>
                  </a:lnTo>
                  <a:lnTo>
                    <a:pt x="157508" y="406066"/>
                  </a:lnTo>
                  <a:lnTo>
                    <a:pt x="116816" y="543118"/>
                  </a:lnTo>
                  <a:lnTo>
                    <a:pt x="45079" y="788280"/>
                  </a:lnTo>
                  <a:lnTo>
                    <a:pt x="6198" y="923371"/>
                  </a:lnTo>
                  <a:lnTo>
                    <a:pt x="31" y="966606"/>
                  </a:lnTo>
                  <a:lnTo>
                    <a:pt x="0" y="1022213"/>
                  </a:lnTo>
                  <a:lnTo>
                    <a:pt x="4406" y="1083794"/>
                  </a:lnTo>
                  <a:lnTo>
                    <a:pt x="11551" y="1144954"/>
                  </a:lnTo>
                  <a:lnTo>
                    <a:pt x="19737" y="1199296"/>
                  </a:lnTo>
                  <a:lnTo>
                    <a:pt x="27265" y="1240422"/>
                  </a:lnTo>
                  <a:lnTo>
                    <a:pt x="58911" y="1278832"/>
                  </a:lnTo>
                  <a:lnTo>
                    <a:pt x="110753" y="1292213"/>
                  </a:lnTo>
                  <a:lnTo>
                    <a:pt x="164620" y="1296351"/>
                  </a:lnTo>
                  <a:lnTo>
                    <a:pt x="197166" y="1285517"/>
                  </a:lnTo>
                  <a:lnTo>
                    <a:pt x="210178" y="1232131"/>
                  </a:lnTo>
                  <a:lnTo>
                    <a:pt x="224912" y="1154411"/>
                  </a:lnTo>
                  <a:lnTo>
                    <a:pt x="233676" y="1105365"/>
                  </a:lnTo>
                  <a:lnTo>
                    <a:pt x="243185" y="1050618"/>
                  </a:lnTo>
                  <a:lnTo>
                    <a:pt x="253299" y="990989"/>
                  </a:lnTo>
                  <a:lnTo>
                    <a:pt x="274781" y="860351"/>
                  </a:lnTo>
                  <a:lnTo>
                    <a:pt x="297003" y="719993"/>
                  </a:lnTo>
                  <a:lnTo>
                    <a:pt x="308040" y="648213"/>
                  </a:lnTo>
                  <a:lnTo>
                    <a:pt x="318843" y="576455"/>
                  </a:lnTo>
                  <a:lnTo>
                    <a:pt x="329270" y="505538"/>
                  </a:lnTo>
                  <a:lnTo>
                    <a:pt x="339181" y="436279"/>
                  </a:lnTo>
                  <a:lnTo>
                    <a:pt x="348437" y="369495"/>
                  </a:lnTo>
                  <a:lnTo>
                    <a:pt x="356898" y="306005"/>
                  </a:lnTo>
                  <a:lnTo>
                    <a:pt x="364423" y="246625"/>
                  </a:lnTo>
                  <a:lnTo>
                    <a:pt x="370872" y="192174"/>
                  </a:lnTo>
                  <a:lnTo>
                    <a:pt x="376106" y="143469"/>
                  </a:lnTo>
                  <a:lnTo>
                    <a:pt x="379984" y="101327"/>
                  </a:lnTo>
                  <a:lnTo>
                    <a:pt x="383113" y="40005"/>
                  </a:lnTo>
                  <a:lnTo>
                    <a:pt x="382084" y="22460"/>
                  </a:lnTo>
                  <a:lnTo>
                    <a:pt x="379139" y="14749"/>
                  </a:lnTo>
                  <a:lnTo>
                    <a:pt x="350399" y="3482"/>
                  </a:lnTo>
                  <a:lnTo>
                    <a:pt x="320545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6635871" y="7039885"/>
              <a:ext cx="976630" cy="162560"/>
            </a:xfrm>
            <a:custGeom>
              <a:avLst/>
              <a:gdLst/>
              <a:ahLst/>
              <a:cxnLst/>
              <a:rect l="l" t="t" r="r" b="b"/>
              <a:pathLst>
                <a:path w="976629" h="162559">
                  <a:moveTo>
                    <a:pt x="930034" y="0"/>
                  </a:moveTo>
                  <a:lnTo>
                    <a:pt x="46228" y="0"/>
                  </a:lnTo>
                  <a:lnTo>
                    <a:pt x="28275" y="3647"/>
                  </a:lnTo>
                  <a:lnTo>
                    <a:pt x="13576" y="13579"/>
                  </a:lnTo>
                  <a:lnTo>
                    <a:pt x="3646" y="28275"/>
                  </a:lnTo>
                  <a:lnTo>
                    <a:pt x="0" y="46218"/>
                  </a:lnTo>
                  <a:lnTo>
                    <a:pt x="0" y="115849"/>
                  </a:lnTo>
                  <a:lnTo>
                    <a:pt x="3646" y="133803"/>
                  </a:lnTo>
                  <a:lnTo>
                    <a:pt x="13576" y="148502"/>
                  </a:lnTo>
                  <a:lnTo>
                    <a:pt x="28275" y="158432"/>
                  </a:lnTo>
                  <a:lnTo>
                    <a:pt x="46228" y="162078"/>
                  </a:lnTo>
                  <a:lnTo>
                    <a:pt x="930034" y="162078"/>
                  </a:lnTo>
                  <a:lnTo>
                    <a:pt x="947987" y="158432"/>
                  </a:lnTo>
                  <a:lnTo>
                    <a:pt x="962686" y="148502"/>
                  </a:lnTo>
                  <a:lnTo>
                    <a:pt x="972616" y="133803"/>
                  </a:lnTo>
                  <a:lnTo>
                    <a:pt x="976263" y="115849"/>
                  </a:lnTo>
                  <a:lnTo>
                    <a:pt x="976263" y="46218"/>
                  </a:lnTo>
                  <a:lnTo>
                    <a:pt x="972616" y="28275"/>
                  </a:lnTo>
                  <a:lnTo>
                    <a:pt x="962686" y="13579"/>
                  </a:lnTo>
                  <a:lnTo>
                    <a:pt x="947987" y="3647"/>
                  </a:lnTo>
                  <a:lnTo>
                    <a:pt x="930034" y="0"/>
                  </a:lnTo>
                  <a:close/>
                </a:path>
              </a:pathLst>
            </a:custGeom>
            <a:solidFill>
              <a:srgbClr val="EBE8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6872134" y="6746400"/>
              <a:ext cx="819785" cy="473709"/>
            </a:xfrm>
            <a:custGeom>
              <a:avLst/>
              <a:gdLst/>
              <a:ahLst/>
              <a:cxnLst/>
              <a:rect l="l" t="t" r="r" b="b"/>
              <a:pathLst>
                <a:path w="819784" h="473709">
                  <a:moveTo>
                    <a:pt x="705657" y="0"/>
                  </a:moveTo>
                  <a:lnTo>
                    <a:pt x="375919" y="0"/>
                  </a:lnTo>
                  <a:lnTo>
                    <a:pt x="324218" y="3689"/>
                  </a:lnTo>
                  <a:lnTo>
                    <a:pt x="274851" y="14399"/>
                  </a:lnTo>
                  <a:lnTo>
                    <a:pt x="228646" y="31593"/>
                  </a:lnTo>
                  <a:lnTo>
                    <a:pt x="186430" y="54735"/>
                  </a:lnTo>
                  <a:lnTo>
                    <a:pt x="149028" y="83286"/>
                  </a:lnTo>
                  <a:lnTo>
                    <a:pt x="117268" y="116712"/>
                  </a:lnTo>
                  <a:lnTo>
                    <a:pt x="91976" y="154474"/>
                  </a:lnTo>
                  <a:lnTo>
                    <a:pt x="73980" y="196035"/>
                  </a:lnTo>
                  <a:lnTo>
                    <a:pt x="60131" y="239251"/>
                  </a:lnTo>
                  <a:lnTo>
                    <a:pt x="46388" y="283267"/>
                  </a:lnTo>
                  <a:lnTo>
                    <a:pt x="33350" y="326150"/>
                  </a:lnTo>
                  <a:lnTo>
                    <a:pt x="21615" y="365967"/>
                  </a:lnTo>
                  <a:lnTo>
                    <a:pt x="6988" y="418235"/>
                  </a:lnTo>
                  <a:lnTo>
                    <a:pt x="0" y="459502"/>
                  </a:lnTo>
                  <a:lnTo>
                    <a:pt x="3312" y="466017"/>
                  </a:lnTo>
                  <a:lnTo>
                    <a:pt x="8904" y="473556"/>
                  </a:lnTo>
                  <a:lnTo>
                    <a:pt x="595336" y="473556"/>
                  </a:lnTo>
                  <a:lnTo>
                    <a:pt x="645107" y="466319"/>
                  </a:lnTo>
                  <a:lnTo>
                    <a:pt x="688284" y="446049"/>
                  </a:lnTo>
                  <a:lnTo>
                    <a:pt x="697346" y="437588"/>
                  </a:lnTo>
                  <a:lnTo>
                    <a:pt x="39227" y="437588"/>
                  </a:lnTo>
                  <a:lnTo>
                    <a:pt x="47177" y="407653"/>
                  </a:lnTo>
                  <a:lnTo>
                    <a:pt x="58803" y="366905"/>
                  </a:lnTo>
                  <a:lnTo>
                    <a:pt x="73350" y="318082"/>
                  </a:lnTo>
                  <a:lnTo>
                    <a:pt x="90066" y="263919"/>
                  </a:lnTo>
                  <a:lnTo>
                    <a:pt x="108199" y="207155"/>
                  </a:lnTo>
                  <a:lnTo>
                    <a:pt x="126793" y="165936"/>
                  </a:lnTo>
                  <a:lnTo>
                    <a:pt x="153760" y="129137"/>
                  </a:lnTo>
                  <a:lnTo>
                    <a:pt x="188008" y="97459"/>
                  </a:lnTo>
                  <a:lnTo>
                    <a:pt x="228443" y="71602"/>
                  </a:lnTo>
                  <a:lnTo>
                    <a:pt x="273968" y="52265"/>
                  </a:lnTo>
                  <a:lnTo>
                    <a:pt x="323492" y="40150"/>
                  </a:lnTo>
                  <a:lnTo>
                    <a:pt x="375919" y="35957"/>
                  </a:lnTo>
                  <a:lnTo>
                    <a:pt x="792270" y="35957"/>
                  </a:lnTo>
                  <a:lnTo>
                    <a:pt x="782597" y="26005"/>
                  </a:lnTo>
                  <a:lnTo>
                    <a:pt x="759883" y="11898"/>
                  </a:lnTo>
                  <a:lnTo>
                    <a:pt x="733876" y="3059"/>
                  </a:lnTo>
                  <a:lnTo>
                    <a:pt x="705657" y="0"/>
                  </a:lnTo>
                  <a:close/>
                </a:path>
                <a:path w="819784" h="473709">
                  <a:moveTo>
                    <a:pt x="792270" y="35957"/>
                  </a:moveTo>
                  <a:lnTo>
                    <a:pt x="705657" y="35957"/>
                  </a:lnTo>
                  <a:lnTo>
                    <a:pt x="725573" y="38035"/>
                  </a:lnTo>
                  <a:lnTo>
                    <a:pt x="743795" y="44039"/>
                  </a:lnTo>
                  <a:lnTo>
                    <a:pt x="778693" y="77459"/>
                  </a:lnTo>
                  <a:lnTo>
                    <a:pt x="783300" y="101158"/>
                  </a:lnTo>
                  <a:lnTo>
                    <a:pt x="781247" y="113263"/>
                  </a:lnTo>
                  <a:lnTo>
                    <a:pt x="707458" y="364920"/>
                  </a:lnTo>
                  <a:lnTo>
                    <a:pt x="666754" y="417302"/>
                  </a:lnTo>
                  <a:lnTo>
                    <a:pt x="595336" y="437588"/>
                  </a:lnTo>
                  <a:lnTo>
                    <a:pt x="697346" y="437588"/>
                  </a:lnTo>
                  <a:lnTo>
                    <a:pt x="721647" y="414901"/>
                  </a:lnTo>
                  <a:lnTo>
                    <a:pt x="741981" y="375035"/>
                  </a:lnTo>
                  <a:lnTo>
                    <a:pt x="815769" y="123378"/>
                  </a:lnTo>
                  <a:lnTo>
                    <a:pt x="819193" y="103044"/>
                  </a:lnTo>
                  <a:lnTo>
                    <a:pt x="817774" y="82725"/>
                  </a:lnTo>
                  <a:lnTo>
                    <a:pt x="811643" y="63104"/>
                  </a:lnTo>
                  <a:lnTo>
                    <a:pt x="800932" y="44867"/>
                  </a:lnTo>
                  <a:lnTo>
                    <a:pt x="792270" y="35957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7" name="object 14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124000" y="7624773"/>
              <a:ext cx="142990" cy="184894"/>
            </a:xfrm>
            <a:prstGeom prst="rect">
              <a:avLst/>
            </a:prstGeom>
          </p:spPr>
        </p:pic>
        <p:sp>
          <p:nvSpPr>
            <p:cNvPr id="148" name="object 148" descr=""/>
            <p:cNvSpPr/>
            <p:nvPr/>
          </p:nvSpPr>
          <p:spPr>
            <a:xfrm>
              <a:off x="6759134" y="7743098"/>
              <a:ext cx="873125" cy="192405"/>
            </a:xfrm>
            <a:custGeom>
              <a:avLst/>
              <a:gdLst/>
              <a:ahLst/>
              <a:cxnLst/>
              <a:rect l="l" t="t" r="r" b="b"/>
              <a:pathLst>
                <a:path w="873125" h="192404">
                  <a:moveTo>
                    <a:pt x="718637" y="0"/>
                  </a:moveTo>
                  <a:lnTo>
                    <a:pt x="154089" y="0"/>
                  </a:lnTo>
                  <a:lnTo>
                    <a:pt x="105435" y="7868"/>
                  </a:lnTo>
                  <a:lnTo>
                    <a:pt x="63142" y="29767"/>
                  </a:lnTo>
                  <a:lnTo>
                    <a:pt x="29767" y="63142"/>
                  </a:lnTo>
                  <a:lnTo>
                    <a:pt x="7868" y="105435"/>
                  </a:lnTo>
                  <a:lnTo>
                    <a:pt x="0" y="154089"/>
                  </a:lnTo>
                  <a:lnTo>
                    <a:pt x="0" y="192297"/>
                  </a:lnTo>
                  <a:lnTo>
                    <a:pt x="59170" y="192297"/>
                  </a:lnTo>
                  <a:lnTo>
                    <a:pt x="59170" y="154089"/>
                  </a:lnTo>
                  <a:lnTo>
                    <a:pt x="66642" y="117175"/>
                  </a:lnTo>
                  <a:lnTo>
                    <a:pt x="87005" y="87001"/>
                  </a:lnTo>
                  <a:lnTo>
                    <a:pt x="117180" y="66641"/>
                  </a:lnTo>
                  <a:lnTo>
                    <a:pt x="154089" y="59170"/>
                  </a:lnTo>
                  <a:lnTo>
                    <a:pt x="718637" y="59170"/>
                  </a:lnTo>
                  <a:lnTo>
                    <a:pt x="755542" y="66641"/>
                  </a:lnTo>
                  <a:lnTo>
                    <a:pt x="785718" y="87001"/>
                  </a:lnTo>
                  <a:lnTo>
                    <a:pt x="806083" y="117175"/>
                  </a:lnTo>
                  <a:lnTo>
                    <a:pt x="813556" y="154089"/>
                  </a:lnTo>
                  <a:lnTo>
                    <a:pt x="813556" y="192297"/>
                  </a:lnTo>
                  <a:lnTo>
                    <a:pt x="872727" y="192297"/>
                  </a:lnTo>
                  <a:lnTo>
                    <a:pt x="872727" y="154089"/>
                  </a:lnTo>
                  <a:lnTo>
                    <a:pt x="864858" y="105435"/>
                  </a:lnTo>
                  <a:lnTo>
                    <a:pt x="842956" y="63142"/>
                  </a:lnTo>
                  <a:lnTo>
                    <a:pt x="809580" y="29767"/>
                  </a:lnTo>
                  <a:lnTo>
                    <a:pt x="767288" y="7868"/>
                  </a:lnTo>
                  <a:lnTo>
                    <a:pt x="718637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7156990" y="7683936"/>
              <a:ext cx="83185" cy="125730"/>
            </a:xfrm>
            <a:custGeom>
              <a:avLst/>
              <a:gdLst/>
              <a:ahLst/>
              <a:cxnLst/>
              <a:rect l="l" t="t" r="r" b="b"/>
              <a:pathLst>
                <a:path w="83184" h="125729">
                  <a:moveTo>
                    <a:pt x="63526" y="0"/>
                  </a:moveTo>
                  <a:lnTo>
                    <a:pt x="19255" y="0"/>
                  </a:lnTo>
                  <a:lnTo>
                    <a:pt x="11776" y="1518"/>
                  </a:lnTo>
                  <a:lnTo>
                    <a:pt x="5654" y="5652"/>
                  </a:lnTo>
                  <a:lnTo>
                    <a:pt x="1518" y="11772"/>
                  </a:lnTo>
                  <a:lnTo>
                    <a:pt x="0" y="19245"/>
                  </a:lnTo>
                  <a:lnTo>
                    <a:pt x="0" y="106478"/>
                  </a:lnTo>
                  <a:lnTo>
                    <a:pt x="1518" y="113953"/>
                  </a:lnTo>
                  <a:lnTo>
                    <a:pt x="5654" y="120076"/>
                  </a:lnTo>
                  <a:lnTo>
                    <a:pt x="11776" y="124214"/>
                  </a:lnTo>
                  <a:lnTo>
                    <a:pt x="19255" y="125734"/>
                  </a:lnTo>
                  <a:lnTo>
                    <a:pt x="63526" y="125734"/>
                  </a:lnTo>
                  <a:lnTo>
                    <a:pt x="71007" y="124214"/>
                  </a:lnTo>
                  <a:lnTo>
                    <a:pt x="77133" y="120076"/>
                  </a:lnTo>
                  <a:lnTo>
                    <a:pt x="81273" y="113953"/>
                  </a:lnTo>
                  <a:lnTo>
                    <a:pt x="82793" y="106478"/>
                  </a:lnTo>
                  <a:lnTo>
                    <a:pt x="82793" y="19245"/>
                  </a:lnTo>
                  <a:lnTo>
                    <a:pt x="81273" y="11772"/>
                  </a:lnTo>
                  <a:lnTo>
                    <a:pt x="77133" y="5652"/>
                  </a:lnTo>
                  <a:lnTo>
                    <a:pt x="71007" y="1518"/>
                  </a:lnTo>
                  <a:lnTo>
                    <a:pt x="63526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7162923" y="7743094"/>
              <a:ext cx="72390" cy="192405"/>
            </a:xfrm>
            <a:custGeom>
              <a:avLst/>
              <a:gdLst/>
              <a:ahLst/>
              <a:cxnLst/>
              <a:rect l="l" t="t" r="r" b="b"/>
              <a:pathLst>
                <a:path w="72390" h="192404">
                  <a:moveTo>
                    <a:pt x="72060" y="0"/>
                  </a:moveTo>
                  <a:lnTo>
                    <a:pt x="0" y="0"/>
                  </a:lnTo>
                  <a:lnTo>
                    <a:pt x="0" y="192297"/>
                  </a:lnTo>
                  <a:lnTo>
                    <a:pt x="72060" y="192297"/>
                  </a:lnTo>
                  <a:lnTo>
                    <a:pt x="7206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741880" y="7908277"/>
              <a:ext cx="91222" cy="91211"/>
            </a:xfrm>
            <a:prstGeom prst="rect">
              <a:avLst/>
            </a:prstGeom>
          </p:spPr>
        </p:pic>
        <p:sp>
          <p:nvSpPr>
            <p:cNvPr id="152" name="object 152" descr=""/>
            <p:cNvSpPr/>
            <p:nvPr/>
          </p:nvSpPr>
          <p:spPr>
            <a:xfrm>
              <a:off x="7152771" y="7908277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69798" y="0"/>
                  </a:moveTo>
                  <a:lnTo>
                    <a:pt x="21433" y="0"/>
                  </a:lnTo>
                  <a:lnTo>
                    <a:pt x="13106" y="1691"/>
                  </a:lnTo>
                  <a:lnTo>
                    <a:pt x="6291" y="6295"/>
                  </a:lnTo>
                  <a:lnTo>
                    <a:pt x="1689" y="13110"/>
                  </a:lnTo>
                  <a:lnTo>
                    <a:pt x="0" y="21433"/>
                  </a:lnTo>
                  <a:lnTo>
                    <a:pt x="0" y="69798"/>
                  </a:lnTo>
                  <a:lnTo>
                    <a:pt x="1689" y="78114"/>
                  </a:lnTo>
                  <a:lnTo>
                    <a:pt x="6291" y="84922"/>
                  </a:lnTo>
                  <a:lnTo>
                    <a:pt x="13106" y="89522"/>
                  </a:lnTo>
                  <a:lnTo>
                    <a:pt x="21433" y="91211"/>
                  </a:lnTo>
                  <a:lnTo>
                    <a:pt x="69798" y="91211"/>
                  </a:lnTo>
                  <a:lnTo>
                    <a:pt x="78114" y="89522"/>
                  </a:lnTo>
                  <a:lnTo>
                    <a:pt x="84922" y="84922"/>
                  </a:lnTo>
                  <a:lnTo>
                    <a:pt x="89522" y="78114"/>
                  </a:lnTo>
                  <a:lnTo>
                    <a:pt x="91211" y="69798"/>
                  </a:lnTo>
                  <a:lnTo>
                    <a:pt x="91211" y="21433"/>
                  </a:lnTo>
                  <a:lnTo>
                    <a:pt x="89522" y="13110"/>
                  </a:lnTo>
                  <a:lnTo>
                    <a:pt x="84922" y="6295"/>
                  </a:lnTo>
                  <a:lnTo>
                    <a:pt x="78114" y="1691"/>
                  </a:lnTo>
                  <a:lnTo>
                    <a:pt x="69798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563670" y="7908277"/>
              <a:ext cx="91222" cy="91211"/>
            </a:xfrm>
            <a:prstGeom prst="rect">
              <a:avLst/>
            </a:prstGeom>
          </p:spPr>
        </p:pic>
      </p:grpSp>
      <p:grpSp>
        <p:nvGrpSpPr>
          <p:cNvPr id="154" name="object 154" descr=""/>
          <p:cNvGrpSpPr/>
          <p:nvPr/>
        </p:nvGrpSpPr>
        <p:grpSpPr>
          <a:xfrm>
            <a:off x="4732452" y="2215615"/>
            <a:ext cx="2874645" cy="2581275"/>
            <a:chOff x="4732452" y="2215615"/>
            <a:chExt cx="2874645" cy="2581275"/>
          </a:xfrm>
        </p:grpSpPr>
        <p:pic>
          <p:nvPicPr>
            <p:cNvPr id="155" name="object 15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159956" y="2215615"/>
              <a:ext cx="2381119" cy="2503532"/>
            </a:xfrm>
            <a:prstGeom prst="rect">
              <a:avLst/>
            </a:prstGeom>
          </p:spPr>
        </p:pic>
        <p:sp>
          <p:nvSpPr>
            <p:cNvPr id="156" name="object 156" descr=""/>
            <p:cNvSpPr/>
            <p:nvPr/>
          </p:nvSpPr>
          <p:spPr>
            <a:xfrm>
              <a:off x="4732452" y="3281701"/>
              <a:ext cx="2874645" cy="71755"/>
            </a:xfrm>
            <a:custGeom>
              <a:avLst/>
              <a:gdLst/>
              <a:ahLst/>
              <a:cxnLst/>
              <a:rect l="l" t="t" r="r" b="b"/>
              <a:pathLst>
                <a:path w="2874645" h="71754">
                  <a:moveTo>
                    <a:pt x="2874561" y="0"/>
                  </a:moveTo>
                  <a:lnTo>
                    <a:pt x="0" y="0"/>
                  </a:lnTo>
                  <a:lnTo>
                    <a:pt x="0" y="71327"/>
                  </a:lnTo>
                  <a:lnTo>
                    <a:pt x="2874561" y="71327"/>
                  </a:lnTo>
                  <a:lnTo>
                    <a:pt x="2874561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4761458" y="3353034"/>
              <a:ext cx="2810510" cy="1337945"/>
            </a:xfrm>
            <a:custGeom>
              <a:avLst/>
              <a:gdLst/>
              <a:ahLst/>
              <a:cxnLst/>
              <a:rect l="l" t="t" r="r" b="b"/>
              <a:pathLst>
                <a:path w="2810509" h="1337945">
                  <a:moveTo>
                    <a:pt x="97853" y="0"/>
                  </a:moveTo>
                  <a:lnTo>
                    <a:pt x="0" y="0"/>
                  </a:lnTo>
                  <a:lnTo>
                    <a:pt x="0" y="1337881"/>
                  </a:lnTo>
                  <a:lnTo>
                    <a:pt x="97853" y="1337881"/>
                  </a:lnTo>
                  <a:lnTo>
                    <a:pt x="97853" y="0"/>
                  </a:lnTo>
                  <a:close/>
                </a:path>
                <a:path w="2810509" h="1337945">
                  <a:moveTo>
                    <a:pt x="680783" y="0"/>
                  </a:moveTo>
                  <a:lnTo>
                    <a:pt x="582942" y="0"/>
                  </a:lnTo>
                  <a:lnTo>
                    <a:pt x="582942" y="1337881"/>
                  </a:lnTo>
                  <a:lnTo>
                    <a:pt x="680783" y="1337881"/>
                  </a:lnTo>
                  <a:lnTo>
                    <a:pt x="680783" y="0"/>
                  </a:lnTo>
                  <a:close/>
                </a:path>
                <a:path w="2810509" h="1337945">
                  <a:moveTo>
                    <a:pt x="2305215" y="1281976"/>
                  </a:moveTo>
                  <a:lnTo>
                    <a:pt x="2207361" y="1281976"/>
                  </a:lnTo>
                  <a:lnTo>
                    <a:pt x="2207361" y="1337881"/>
                  </a:lnTo>
                  <a:lnTo>
                    <a:pt x="2305215" y="1337881"/>
                  </a:lnTo>
                  <a:lnTo>
                    <a:pt x="2305215" y="1281976"/>
                  </a:lnTo>
                  <a:close/>
                </a:path>
                <a:path w="2810509" h="1337945">
                  <a:moveTo>
                    <a:pt x="2305215" y="0"/>
                  </a:moveTo>
                  <a:lnTo>
                    <a:pt x="2207361" y="0"/>
                  </a:lnTo>
                  <a:lnTo>
                    <a:pt x="2207361" y="262890"/>
                  </a:lnTo>
                  <a:lnTo>
                    <a:pt x="2305215" y="262890"/>
                  </a:lnTo>
                  <a:lnTo>
                    <a:pt x="2305215" y="0"/>
                  </a:lnTo>
                  <a:close/>
                </a:path>
                <a:path w="2810509" h="1337945">
                  <a:moveTo>
                    <a:pt x="2810052" y="0"/>
                  </a:moveTo>
                  <a:lnTo>
                    <a:pt x="2712199" y="0"/>
                  </a:lnTo>
                  <a:lnTo>
                    <a:pt x="2712199" y="1337881"/>
                  </a:lnTo>
                  <a:lnTo>
                    <a:pt x="2810052" y="1337881"/>
                  </a:lnTo>
                  <a:lnTo>
                    <a:pt x="2810052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4761471" y="4690916"/>
              <a:ext cx="2810510" cy="28575"/>
            </a:xfrm>
            <a:custGeom>
              <a:avLst/>
              <a:gdLst/>
              <a:ahLst/>
              <a:cxnLst/>
              <a:rect l="l" t="t" r="r" b="b"/>
              <a:pathLst>
                <a:path w="2810509" h="28575">
                  <a:moveTo>
                    <a:pt x="134327" y="0"/>
                  </a:moveTo>
                  <a:lnTo>
                    <a:pt x="0" y="0"/>
                  </a:lnTo>
                  <a:lnTo>
                    <a:pt x="0" y="28016"/>
                  </a:lnTo>
                  <a:lnTo>
                    <a:pt x="134327" y="28016"/>
                  </a:lnTo>
                  <a:lnTo>
                    <a:pt x="134327" y="0"/>
                  </a:lnTo>
                  <a:close/>
                </a:path>
                <a:path w="2810509" h="28575">
                  <a:moveTo>
                    <a:pt x="680770" y="0"/>
                  </a:moveTo>
                  <a:lnTo>
                    <a:pt x="538962" y="0"/>
                  </a:lnTo>
                  <a:lnTo>
                    <a:pt x="538962" y="28016"/>
                  </a:lnTo>
                  <a:lnTo>
                    <a:pt x="680770" y="28016"/>
                  </a:lnTo>
                  <a:lnTo>
                    <a:pt x="680770" y="0"/>
                  </a:lnTo>
                  <a:close/>
                </a:path>
                <a:path w="2810509" h="28575">
                  <a:moveTo>
                    <a:pt x="2357158" y="0"/>
                  </a:moveTo>
                  <a:lnTo>
                    <a:pt x="2207349" y="0"/>
                  </a:lnTo>
                  <a:lnTo>
                    <a:pt x="2207349" y="28016"/>
                  </a:lnTo>
                  <a:lnTo>
                    <a:pt x="2357158" y="28016"/>
                  </a:lnTo>
                  <a:lnTo>
                    <a:pt x="2357158" y="0"/>
                  </a:lnTo>
                  <a:close/>
                </a:path>
                <a:path w="2810509" h="28575">
                  <a:moveTo>
                    <a:pt x="2810040" y="0"/>
                  </a:moveTo>
                  <a:lnTo>
                    <a:pt x="2650909" y="0"/>
                  </a:lnTo>
                  <a:lnTo>
                    <a:pt x="2650909" y="28016"/>
                  </a:lnTo>
                  <a:lnTo>
                    <a:pt x="2810040" y="28016"/>
                  </a:lnTo>
                  <a:lnTo>
                    <a:pt x="2810040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7066685" y="4588635"/>
              <a:ext cx="407034" cy="24130"/>
            </a:xfrm>
            <a:custGeom>
              <a:avLst/>
              <a:gdLst/>
              <a:ahLst/>
              <a:cxnLst/>
              <a:rect l="l" t="t" r="r" b="b"/>
              <a:pathLst>
                <a:path w="407034" h="24129">
                  <a:moveTo>
                    <a:pt x="0" y="23632"/>
                  </a:moveTo>
                  <a:lnTo>
                    <a:pt x="406982" y="23632"/>
                  </a:lnTo>
                  <a:lnTo>
                    <a:pt x="406982" y="0"/>
                  </a:lnTo>
                  <a:lnTo>
                    <a:pt x="0" y="0"/>
                  </a:lnTo>
                  <a:lnTo>
                    <a:pt x="0" y="23632"/>
                  </a:lnTo>
                  <a:close/>
                </a:path>
              </a:pathLst>
            </a:custGeom>
            <a:solidFill>
              <a:srgbClr val="D9D6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6968820" y="4612277"/>
              <a:ext cx="603250" cy="78740"/>
            </a:xfrm>
            <a:custGeom>
              <a:avLst/>
              <a:gdLst/>
              <a:ahLst/>
              <a:cxnLst/>
              <a:rect l="l" t="t" r="r" b="b"/>
              <a:pathLst>
                <a:path w="603250" h="78739">
                  <a:moveTo>
                    <a:pt x="602691" y="0"/>
                  </a:moveTo>
                  <a:lnTo>
                    <a:pt x="0" y="0"/>
                  </a:lnTo>
                  <a:lnTo>
                    <a:pt x="0" y="22733"/>
                  </a:lnTo>
                  <a:lnTo>
                    <a:pt x="0" y="78638"/>
                  </a:lnTo>
                  <a:lnTo>
                    <a:pt x="602691" y="78638"/>
                  </a:lnTo>
                  <a:lnTo>
                    <a:pt x="602691" y="22733"/>
                  </a:lnTo>
                  <a:lnTo>
                    <a:pt x="602691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4859328" y="4588635"/>
              <a:ext cx="485140" cy="24130"/>
            </a:xfrm>
            <a:custGeom>
              <a:avLst/>
              <a:gdLst/>
              <a:ahLst/>
              <a:cxnLst/>
              <a:rect l="l" t="t" r="r" b="b"/>
              <a:pathLst>
                <a:path w="485139" h="24129">
                  <a:moveTo>
                    <a:pt x="0" y="23632"/>
                  </a:moveTo>
                  <a:lnTo>
                    <a:pt x="485074" y="23632"/>
                  </a:lnTo>
                  <a:lnTo>
                    <a:pt x="485074" y="0"/>
                  </a:lnTo>
                  <a:lnTo>
                    <a:pt x="0" y="0"/>
                  </a:lnTo>
                  <a:lnTo>
                    <a:pt x="0" y="23632"/>
                  </a:lnTo>
                  <a:close/>
                </a:path>
              </a:pathLst>
            </a:custGeom>
            <a:solidFill>
              <a:srgbClr val="D9D6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4810397" y="4612268"/>
              <a:ext cx="603250" cy="78740"/>
            </a:xfrm>
            <a:custGeom>
              <a:avLst/>
              <a:gdLst/>
              <a:ahLst/>
              <a:cxnLst/>
              <a:rect l="l" t="t" r="r" b="b"/>
              <a:pathLst>
                <a:path w="603250" h="78739">
                  <a:moveTo>
                    <a:pt x="602693" y="0"/>
                  </a:moveTo>
                  <a:lnTo>
                    <a:pt x="0" y="0"/>
                  </a:lnTo>
                  <a:lnTo>
                    <a:pt x="0" y="78636"/>
                  </a:lnTo>
                  <a:lnTo>
                    <a:pt x="602693" y="78636"/>
                  </a:lnTo>
                  <a:lnTo>
                    <a:pt x="602693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6461300" y="3615921"/>
              <a:ext cx="868044" cy="1019175"/>
            </a:xfrm>
            <a:custGeom>
              <a:avLst/>
              <a:gdLst/>
              <a:ahLst/>
              <a:cxnLst/>
              <a:rect l="l" t="t" r="r" b="b"/>
              <a:pathLst>
                <a:path w="868045" h="1019175">
                  <a:moveTo>
                    <a:pt x="867470" y="0"/>
                  </a:moveTo>
                  <a:lnTo>
                    <a:pt x="0" y="0"/>
                  </a:lnTo>
                  <a:lnTo>
                    <a:pt x="0" y="1019089"/>
                  </a:lnTo>
                  <a:lnTo>
                    <a:pt x="867470" y="1019089"/>
                  </a:lnTo>
                  <a:lnTo>
                    <a:pt x="867470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6819059" y="4666968"/>
              <a:ext cx="59055" cy="78740"/>
            </a:xfrm>
            <a:custGeom>
              <a:avLst/>
              <a:gdLst/>
              <a:ahLst/>
              <a:cxnLst/>
              <a:rect l="l" t="t" r="r" b="b"/>
              <a:pathLst>
                <a:path w="59054" h="78739">
                  <a:moveTo>
                    <a:pt x="0" y="78269"/>
                  </a:moveTo>
                  <a:lnTo>
                    <a:pt x="58448" y="78269"/>
                  </a:lnTo>
                  <a:lnTo>
                    <a:pt x="58448" y="0"/>
                  </a:lnTo>
                  <a:lnTo>
                    <a:pt x="0" y="0"/>
                  </a:lnTo>
                  <a:lnTo>
                    <a:pt x="0" y="78269"/>
                  </a:lnTo>
                  <a:close/>
                </a:path>
              </a:pathLst>
            </a:custGeom>
            <a:solidFill>
              <a:srgbClr val="D5D3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6858188" y="3645899"/>
              <a:ext cx="471170" cy="956310"/>
            </a:xfrm>
            <a:custGeom>
              <a:avLst/>
              <a:gdLst/>
              <a:ahLst/>
              <a:cxnLst/>
              <a:rect l="l" t="t" r="r" b="b"/>
              <a:pathLst>
                <a:path w="471170" h="956310">
                  <a:moveTo>
                    <a:pt x="470582" y="0"/>
                  </a:moveTo>
                  <a:lnTo>
                    <a:pt x="0" y="0"/>
                  </a:lnTo>
                  <a:lnTo>
                    <a:pt x="0" y="956138"/>
                  </a:lnTo>
                  <a:lnTo>
                    <a:pt x="470582" y="956138"/>
                  </a:lnTo>
                  <a:lnTo>
                    <a:pt x="470582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6473520" y="4636001"/>
              <a:ext cx="816610" cy="31115"/>
            </a:xfrm>
            <a:custGeom>
              <a:avLst/>
              <a:gdLst/>
              <a:ahLst/>
              <a:cxnLst/>
              <a:rect l="l" t="t" r="r" b="b"/>
              <a:pathLst>
                <a:path w="816609" h="31114">
                  <a:moveTo>
                    <a:pt x="116903" y="0"/>
                  </a:moveTo>
                  <a:lnTo>
                    <a:pt x="0" y="0"/>
                  </a:lnTo>
                  <a:lnTo>
                    <a:pt x="0" y="30975"/>
                  </a:lnTo>
                  <a:lnTo>
                    <a:pt x="116903" y="30975"/>
                  </a:lnTo>
                  <a:lnTo>
                    <a:pt x="116903" y="0"/>
                  </a:lnTo>
                  <a:close/>
                </a:path>
                <a:path w="816609" h="31114">
                  <a:moveTo>
                    <a:pt x="501561" y="0"/>
                  </a:moveTo>
                  <a:lnTo>
                    <a:pt x="384670" y="0"/>
                  </a:lnTo>
                  <a:lnTo>
                    <a:pt x="384670" y="30975"/>
                  </a:lnTo>
                  <a:lnTo>
                    <a:pt x="501561" y="30975"/>
                  </a:lnTo>
                  <a:lnTo>
                    <a:pt x="501561" y="0"/>
                  </a:lnTo>
                  <a:close/>
                </a:path>
                <a:path w="816609" h="31114">
                  <a:moveTo>
                    <a:pt x="816279" y="0"/>
                  </a:moveTo>
                  <a:lnTo>
                    <a:pt x="699376" y="0"/>
                  </a:lnTo>
                  <a:lnTo>
                    <a:pt x="699376" y="30975"/>
                  </a:lnTo>
                  <a:lnTo>
                    <a:pt x="816279" y="30975"/>
                  </a:lnTo>
                  <a:lnTo>
                    <a:pt x="816279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6490360" y="4666976"/>
              <a:ext cx="780415" cy="78740"/>
            </a:xfrm>
            <a:custGeom>
              <a:avLst/>
              <a:gdLst/>
              <a:ahLst/>
              <a:cxnLst/>
              <a:rect l="l" t="t" r="r" b="b"/>
              <a:pathLst>
                <a:path w="780415" h="78739">
                  <a:moveTo>
                    <a:pt x="78282" y="0"/>
                  </a:moveTo>
                  <a:lnTo>
                    <a:pt x="0" y="0"/>
                  </a:lnTo>
                  <a:lnTo>
                    <a:pt x="0" y="78270"/>
                  </a:lnTo>
                  <a:lnTo>
                    <a:pt x="78282" y="78270"/>
                  </a:lnTo>
                  <a:lnTo>
                    <a:pt x="78282" y="0"/>
                  </a:lnTo>
                  <a:close/>
                </a:path>
                <a:path w="780415" h="78739">
                  <a:moveTo>
                    <a:pt x="465416" y="0"/>
                  </a:moveTo>
                  <a:lnTo>
                    <a:pt x="387146" y="0"/>
                  </a:lnTo>
                  <a:lnTo>
                    <a:pt x="387146" y="78270"/>
                  </a:lnTo>
                  <a:lnTo>
                    <a:pt x="465416" y="78270"/>
                  </a:lnTo>
                  <a:lnTo>
                    <a:pt x="465416" y="0"/>
                  </a:lnTo>
                  <a:close/>
                </a:path>
                <a:path w="780415" h="78739">
                  <a:moveTo>
                    <a:pt x="780122" y="0"/>
                  </a:moveTo>
                  <a:lnTo>
                    <a:pt x="701840" y="0"/>
                  </a:lnTo>
                  <a:lnTo>
                    <a:pt x="701840" y="78270"/>
                  </a:lnTo>
                  <a:lnTo>
                    <a:pt x="780122" y="78270"/>
                  </a:lnTo>
                  <a:lnTo>
                    <a:pt x="780122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8" name="object 16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804190" y="3040552"/>
              <a:ext cx="214870" cy="241169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137677" y="3021198"/>
              <a:ext cx="194695" cy="263581"/>
            </a:xfrm>
            <a:prstGeom prst="rect">
              <a:avLst/>
            </a:prstGeom>
          </p:spPr>
        </p:pic>
        <p:pic>
          <p:nvPicPr>
            <p:cNvPr id="170" name="object 17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045517" y="3115737"/>
              <a:ext cx="258206" cy="133469"/>
            </a:xfrm>
            <a:prstGeom prst="rect">
              <a:avLst/>
            </a:prstGeom>
          </p:spPr>
        </p:pic>
        <p:sp>
          <p:nvSpPr>
            <p:cNvPr id="171" name="object 171" descr=""/>
            <p:cNvSpPr/>
            <p:nvPr/>
          </p:nvSpPr>
          <p:spPr>
            <a:xfrm>
              <a:off x="5759500" y="4421180"/>
              <a:ext cx="525780" cy="309245"/>
            </a:xfrm>
            <a:custGeom>
              <a:avLst/>
              <a:gdLst/>
              <a:ahLst/>
              <a:cxnLst/>
              <a:rect l="l" t="t" r="r" b="b"/>
              <a:pathLst>
                <a:path w="525779" h="309245">
                  <a:moveTo>
                    <a:pt x="190830" y="274726"/>
                  </a:moveTo>
                  <a:lnTo>
                    <a:pt x="190195" y="261289"/>
                  </a:lnTo>
                  <a:lnTo>
                    <a:pt x="184213" y="249478"/>
                  </a:lnTo>
                  <a:lnTo>
                    <a:pt x="178511" y="241236"/>
                  </a:lnTo>
                  <a:lnTo>
                    <a:pt x="153873" y="197586"/>
                  </a:lnTo>
                  <a:lnTo>
                    <a:pt x="130962" y="149174"/>
                  </a:lnTo>
                  <a:lnTo>
                    <a:pt x="111328" y="101396"/>
                  </a:lnTo>
                  <a:lnTo>
                    <a:pt x="96532" y="59626"/>
                  </a:lnTo>
                  <a:lnTo>
                    <a:pt x="88087" y="29260"/>
                  </a:lnTo>
                  <a:lnTo>
                    <a:pt x="70993" y="7023"/>
                  </a:lnTo>
                  <a:lnTo>
                    <a:pt x="41071" y="0"/>
                  </a:lnTo>
                  <a:lnTo>
                    <a:pt x="12649" y="11938"/>
                  </a:lnTo>
                  <a:lnTo>
                    <a:pt x="0" y="46596"/>
                  </a:lnTo>
                  <a:lnTo>
                    <a:pt x="5867" y="112941"/>
                  </a:lnTo>
                  <a:lnTo>
                    <a:pt x="8712" y="150190"/>
                  </a:lnTo>
                  <a:lnTo>
                    <a:pt x="9359" y="171970"/>
                  </a:lnTo>
                  <a:lnTo>
                    <a:pt x="8585" y="191897"/>
                  </a:lnTo>
                  <a:lnTo>
                    <a:pt x="5321" y="219024"/>
                  </a:lnTo>
                  <a:lnTo>
                    <a:pt x="4673" y="249847"/>
                  </a:lnTo>
                  <a:lnTo>
                    <a:pt x="16675" y="279095"/>
                  </a:lnTo>
                  <a:lnTo>
                    <a:pt x="51333" y="301536"/>
                  </a:lnTo>
                  <a:lnTo>
                    <a:pt x="89484" y="309168"/>
                  </a:lnTo>
                  <a:lnTo>
                    <a:pt x="125996" y="307505"/>
                  </a:lnTo>
                  <a:lnTo>
                    <a:pt x="157467" y="299440"/>
                  </a:lnTo>
                  <a:lnTo>
                    <a:pt x="180505" y="287883"/>
                  </a:lnTo>
                  <a:lnTo>
                    <a:pt x="190830" y="274726"/>
                  </a:lnTo>
                  <a:close/>
                </a:path>
                <a:path w="525779" h="309245">
                  <a:moveTo>
                    <a:pt x="525183" y="274726"/>
                  </a:moveTo>
                  <a:lnTo>
                    <a:pt x="524548" y="261289"/>
                  </a:lnTo>
                  <a:lnTo>
                    <a:pt x="518566" y="249478"/>
                  </a:lnTo>
                  <a:lnTo>
                    <a:pt x="512864" y="241236"/>
                  </a:lnTo>
                  <a:lnTo>
                    <a:pt x="488226" y="197586"/>
                  </a:lnTo>
                  <a:lnTo>
                    <a:pt x="465315" y="149174"/>
                  </a:lnTo>
                  <a:lnTo>
                    <a:pt x="445681" y="101396"/>
                  </a:lnTo>
                  <a:lnTo>
                    <a:pt x="430885" y="59626"/>
                  </a:lnTo>
                  <a:lnTo>
                    <a:pt x="422452" y="29260"/>
                  </a:lnTo>
                  <a:lnTo>
                    <a:pt x="405345" y="7023"/>
                  </a:lnTo>
                  <a:lnTo>
                    <a:pt x="375424" y="0"/>
                  </a:lnTo>
                  <a:lnTo>
                    <a:pt x="347002" y="11938"/>
                  </a:lnTo>
                  <a:lnTo>
                    <a:pt x="334352" y="46596"/>
                  </a:lnTo>
                  <a:lnTo>
                    <a:pt x="340220" y="112941"/>
                  </a:lnTo>
                  <a:lnTo>
                    <a:pt x="343077" y="150190"/>
                  </a:lnTo>
                  <a:lnTo>
                    <a:pt x="343712" y="171970"/>
                  </a:lnTo>
                  <a:lnTo>
                    <a:pt x="342938" y="191897"/>
                  </a:lnTo>
                  <a:lnTo>
                    <a:pt x="339674" y="219024"/>
                  </a:lnTo>
                  <a:lnTo>
                    <a:pt x="339026" y="249847"/>
                  </a:lnTo>
                  <a:lnTo>
                    <a:pt x="351015" y="279095"/>
                  </a:lnTo>
                  <a:lnTo>
                    <a:pt x="385686" y="301536"/>
                  </a:lnTo>
                  <a:lnTo>
                    <a:pt x="423837" y="309168"/>
                  </a:lnTo>
                  <a:lnTo>
                    <a:pt x="460349" y="307505"/>
                  </a:lnTo>
                  <a:lnTo>
                    <a:pt x="491807" y="299440"/>
                  </a:lnTo>
                  <a:lnTo>
                    <a:pt x="514858" y="287883"/>
                  </a:lnTo>
                  <a:lnTo>
                    <a:pt x="525183" y="274726"/>
                  </a:lnTo>
                  <a:close/>
                </a:path>
              </a:pathLst>
            </a:custGeom>
            <a:solidFill>
              <a:srgbClr val="FFBA9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083171" y="4613629"/>
              <a:ext cx="223497" cy="183253"/>
            </a:xfrm>
            <a:prstGeom prst="rect">
              <a:avLst/>
            </a:prstGeom>
          </p:spPr>
        </p:pic>
        <p:sp>
          <p:nvSpPr>
            <p:cNvPr id="173" name="object 173" descr=""/>
            <p:cNvSpPr/>
            <p:nvPr/>
          </p:nvSpPr>
          <p:spPr>
            <a:xfrm>
              <a:off x="6093454" y="4474642"/>
              <a:ext cx="197485" cy="299085"/>
            </a:xfrm>
            <a:custGeom>
              <a:avLst/>
              <a:gdLst/>
              <a:ahLst/>
              <a:cxnLst/>
              <a:rect l="l" t="t" r="r" b="b"/>
              <a:pathLst>
                <a:path w="197485" h="299085">
                  <a:moveTo>
                    <a:pt x="49679" y="0"/>
                  </a:moveTo>
                  <a:lnTo>
                    <a:pt x="30169" y="7583"/>
                  </a:lnTo>
                  <a:lnTo>
                    <a:pt x="3272" y="26442"/>
                  </a:lnTo>
                  <a:lnTo>
                    <a:pt x="7507" y="78232"/>
                  </a:lnTo>
                  <a:lnTo>
                    <a:pt x="8919" y="108724"/>
                  </a:lnTo>
                  <a:lnTo>
                    <a:pt x="7507" y="129826"/>
                  </a:lnTo>
                  <a:lnTo>
                    <a:pt x="3272" y="153444"/>
                  </a:lnTo>
                  <a:lnTo>
                    <a:pt x="0" y="179929"/>
                  </a:lnTo>
                  <a:lnTo>
                    <a:pt x="16452" y="227488"/>
                  </a:lnTo>
                  <a:lnTo>
                    <a:pt x="80481" y="280318"/>
                  </a:lnTo>
                  <a:lnTo>
                    <a:pt x="120199" y="294679"/>
                  </a:lnTo>
                  <a:lnTo>
                    <a:pt x="155745" y="298617"/>
                  </a:lnTo>
                  <a:lnTo>
                    <a:pt x="181665" y="293303"/>
                  </a:lnTo>
                  <a:lnTo>
                    <a:pt x="188299" y="285509"/>
                  </a:lnTo>
                  <a:lnTo>
                    <a:pt x="194175" y="269330"/>
                  </a:lnTo>
                  <a:lnTo>
                    <a:pt x="197102" y="246217"/>
                  </a:lnTo>
                  <a:lnTo>
                    <a:pt x="194889" y="217620"/>
                  </a:lnTo>
                  <a:lnTo>
                    <a:pt x="185852" y="187490"/>
                  </a:lnTo>
                  <a:lnTo>
                    <a:pt x="172200" y="159013"/>
                  </a:lnTo>
                  <a:lnTo>
                    <a:pt x="157584" y="132466"/>
                  </a:lnTo>
                  <a:lnTo>
                    <a:pt x="145655" y="108126"/>
                  </a:lnTo>
                  <a:lnTo>
                    <a:pt x="133955" y="80395"/>
                  </a:lnTo>
                  <a:lnTo>
                    <a:pt x="104505" y="13993"/>
                  </a:lnTo>
                  <a:lnTo>
                    <a:pt x="71294" y="2525"/>
                  </a:lnTo>
                  <a:lnTo>
                    <a:pt x="49679" y="0"/>
                  </a:lnTo>
                  <a:close/>
                </a:path>
              </a:pathLst>
            </a:custGeom>
            <a:solidFill>
              <a:srgbClr val="8F766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4" name="object 17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099367" y="4513359"/>
              <a:ext cx="184769" cy="192297"/>
            </a:xfrm>
            <a:prstGeom prst="rect">
              <a:avLst/>
            </a:prstGeom>
          </p:spPr>
        </p:pic>
        <p:pic>
          <p:nvPicPr>
            <p:cNvPr id="175" name="object 17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744613" y="4603158"/>
              <a:ext cx="223497" cy="183253"/>
            </a:xfrm>
            <a:prstGeom prst="rect">
              <a:avLst/>
            </a:prstGeom>
          </p:spPr>
        </p:pic>
        <p:sp>
          <p:nvSpPr>
            <p:cNvPr id="176" name="object 176" descr=""/>
            <p:cNvSpPr/>
            <p:nvPr/>
          </p:nvSpPr>
          <p:spPr>
            <a:xfrm>
              <a:off x="5754895" y="4464171"/>
              <a:ext cx="197485" cy="299085"/>
            </a:xfrm>
            <a:custGeom>
              <a:avLst/>
              <a:gdLst/>
              <a:ahLst/>
              <a:cxnLst/>
              <a:rect l="l" t="t" r="r" b="b"/>
              <a:pathLst>
                <a:path w="197485" h="299085">
                  <a:moveTo>
                    <a:pt x="49679" y="0"/>
                  </a:moveTo>
                  <a:lnTo>
                    <a:pt x="30169" y="7583"/>
                  </a:lnTo>
                  <a:lnTo>
                    <a:pt x="3272" y="26442"/>
                  </a:lnTo>
                  <a:lnTo>
                    <a:pt x="7507" y="78232"/>
                  </a:lnTo>
                  <a:lnTo>
                    <a:pt x="8919" y="108724"/>
                  </a:lnTo>
                  <a:lnTo>
                    <a:pt x="7507" y="129826"/>
                  </a:lnTo>
                  <a:lnTo>
                    <a:pt x="3272" y="153444"/>
                  </a:lnTo>
                  <a:lnTo>
                    <a:pt x="0" y="179929"/>
                  </a:lnTo>
                  <a:lnTo>
                    <a:pt x="16452" y="227488"/>
                  </a:lnTo>
                  <a:lnTo>
                    <a:pt x="80481" y="280318"/>
                  </a:lnTo>
                  <a:lnTo>
                    <a:pt x="120199" y="294679"/>
                  </a:lnTo>
                  <a:lnTo>
                    <a:pt x="155745" y="298617"/>
                  </a:lnTo>
                  <a:lnTo>
                    <a:pt x="181665" y="293303"/>
                  </a:lnTo>
                  <a:lnTo>
                    <a:pt x="188303" y="285509"/>
                  </a:lnTo>
                  <a:lnTo>
                    <a:pt x="194179" y="269330"/>
                  </a:lnTo>
                  <a:lnTo>
                    <a:pt x="197103" y="246217"/>
                  </a:lnTo>
                  <a:lnTo>
                    <a:pt x="194889" y="217620"/>
                  </a:lnTo>
                  <a:lnTo>
                    <a:pt x="185857" y="187490"/>
                  </a:lnTo>
                  <a:lnTo>
                    <a:pt x="172204" y="159013"/>
                  </a:lnTo>
                  <a:lnTo>
                    <a:pt x="157586" y="132466"/>
                  </a:lnTo>
                  <a:lnTo>
                    <a:pt x="145655" y="108126"/>
                  </a:lnTo>
                  <a:lnTo>
                    <a:pt x="133955" y="80395"/>
                  </a:lnTo>
                  <a:lnTo>
                    <a:pt x="104505" y="13993"/>
                  </a:lnTo>
                  <a:lnTo>
                    <a:pt x="71294" y="2525"/>
                  </a:lnTo>
                  <a:lnTo>
                    <a:pt x="49679" y="0"/>
                  </a:lnTo>
                  <a:close/>
                </a:path>
              </a:pathLst>
            </a:custGeom>
            <a:solidFill>
              <a:srgbClr val="8F766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760807" y="4502888"/>
              <a:ext cx="184760" cy="192297"/>
            </a:xfrm>
            <a:prstGeom prst="rect">
              <a:avLst/>
            </a:prstGeom>
          </p:spPr>
        </p:pic>
        <p:sp>
          <p:nvSpPr>
            <p:cNvPr id="178" name="object 178" descr=""/>
            <p:cNvSpPr/>
            <p:nvPr/>
          </p:nvSpPr>
          <p:spPr>
            <a:xfrm>
              <a:off x="5680252" y="3588276"/>
              <a:ext cx="661035" cy="903605"/>
            </a:xfrm>
            <a:custGeom>
              <a:avLst/>
              <a:gdLst/>
              <a:ahLst/>
              <a:cxnLst/>
              <a:rect l="l" t="t" r="r" b="b"/>
              <a:pathLst>
                <a:path w="661035" h="903604">
                  <a:moveTo>
                    <a:pt x="299618" y="309435"/>
                  </a:moveTo>
                  <a:lnTo>
                    <a:pt x="299580" y="253746"/>
                  </a:lnTo>
                  <a:lnTo>
                    <a:pt x="298615" y="199986"/>
                  </a:lnTo>
                  <a:lnTo>
                    <a:pt x="296849" y="149707"/>
                  </a:lnTo>
                  <a:lnTo>
                    <a:pt x="277482" y="65024"/>
                  </a:lnTo>
                  <a:lnTo>
                    <a:pt x="241160" y="23126"/>
                  </a:lnTo>
                  <a:lnTo>
                    <a:pt x="190309" y="7632"/>
                  </a:lnTo>
                  <a:lnTo>
                    <a:pt x="190284" y="8115"/>
                  </a:lnTo>
                  <a:lnTo>
                    <a:pt x="160020" y="3416"/>
                  </a:lnTo>
                  <a:lnTo>
                    <a:pt x="119951" y="1752"/>
                  </a:lnTo>
                  <a:lnTo>
                    <a:pt x="60426" y="17208"/>
                  </a:lnTo>
                  <a:lnTo>
                    <a:pt x="24053" y="60223"/>
                  </a:lnTo>
                  <a:lnTo>
                    <a:pt x="5638" y="133845"/>
                  </a:lnTo>
                  <a:lnTo>
                    <a:pt x="1549" y="183083"/>
                  </a:lnTo>
                  <a:lnTo>
                    <a:pt x="0" y="241109"/>
                  </a:lnTo>
                  <a:lnTo>
                    <a:pt x="368" y="308305"/>
                  </a:lnTo>
                  <a:lnTo>
                    <a:pt x="1981" y="385051"/>
                  </a:lnTo>
                  <a:lnTo>
                    <a:pt x="7366" y="600608"/>
                  </a:lnTo>
                  <a:lnTo>
                    <a:pt x="10820" y="723036"/>
                  </a:lnTo>
                  <a:lnTo>
                    <a:pt x="13830" y="797864"/>
                  </a:lnTo>
                  <a:lnTo>
                    <a:pt x="17881" y="870610"/>
                  </a:lnTo>
                  <a:lnTo>
                    <a:pt x="147167" y="903351"/>
                  </a:lnTo>
                  <a:lnTo>
                    <a:pt x="265722" y="871829"/>
                  </a:lnTo>
                  <a:lnTo>
                    <a:pt x="273164" y="730453"/>
                  </a:lnTo>
                  <a:lnTo>
                    <a:pt x="278434" y="641718"/>
                  </a:lnTo>
                  <a:lnTo>
                    <a:pt x="284048" y="568147"/>
                  </a:lnTo>
                  <a:lnTo>
                    <a:pt x="292506" y="472325"/>
                  </a:lnTo>
                  <a:lnTo>
                    <a:pt x="296240" y="420293"/>
                  </a:lnTo>
                  <a:lnTo>
                    <a:pt x="298551" y="365467"/>
                  </a:lnTo>
                  <a:lnTo>
                    <a:pt x="299618" y="309435"/>
                  </a:lnTo>
                  <a:close/>
                </a:path>
                <a:path w="661035" h="903604">
                  <a:moveTo>
                    <a:pt x="660603" y="206400"/>
                  </a:moveTo>
                  <a:lnTo>
                    <a:pt x="659180" y="156159"/>
                  </a:lnTo>
                  <a:lnTo>
                    <a:pt x="650925" y="126911"/>
                  </a:lnTo>
                  <a:lnTo>
                    <a:pt x="650684" y="123215"/>
                  </a:lnTo>
                  <a:lnTo>
                    <a:pt x="644042" y="102527"/>
                  </a:lnTo>
                  <a:lnTo>
                    <a:pt x="631380" y="57594"/>
                  </a:lnTo>
                  <a:lnTo>
                    <a:pt x="628967" y="55486"/>
                  </a:lnTo>
                  <a:lnTo>
                    <a:pt x="628713" y="54660"/>
                  </a:lnTo>
                  <a:lnTo>
                    <a:pt x="621398" y="48831"/>
                  </a:lnTo>
                  <a:lnTo>
                    <a:pt x="580110" y="12522"/>
                  </a:lnTo>
                  <a:lnTo>
                    <a:pt x="530745" y="469"/>
                  </a:lnTo>
                  <a:lnTo>
                    <a:pt x="508660" y="1003"/>
                  </a:lnTo>
                  <a:lnTo>
                    <a:pt x="508660" y="1714"/>
                  </a:lnTo>
                  <a:lnTo>
                    <a:pt x="489483" y="0"/>
                  </a:lnTo>
                  <a:lnTo>
                    <a:pt x="429285" y="12623"/>
                  </a:lnTo>
                  <a:lnTo>
                    <a:pt x="390906" y="53860"/>
                  </a:lnTo>
                  <a:lnTo>
                    <a:pt x="369036" y="126530"/>
                  </a:lnTo>
                  <a:lnTo>
                    <a:pt x="362623" y="175526"/>
                  </a:lnTo>
                  <a:lnTo>
                    <a:pt x="358343" y="233413"/>
                  </a:lnTo>
                  <a:lnTo>
                    <a:pt x="355523" y="300558"/>
                  </a:lnTo>
                  <a:lnTo>
                    <a:pt x="353504" y="377291"/>
                  </a:lnTo>
                  <a:lnTo>
                    <a:pt x="348691" y="592848"/>
                  </a:lnTo>
                  <a:lnTo>
                    <a:pt x="346341" y="715314"/>
                  </a:lnTo>
                  <a:lnTo>
                    <a:pt x="345808" y="790194"/>
                  </a:lnTo>
                  <a:lnTo>
                    <a:pt x="346417" y="863066"/>
                  </a:lnTo>
                  <a:lnTo>
                    <a:pt x="511136" y="893864"/>
                  </a:lnTo>
                  <a:lnTo>
                    <a:pt x="593915" y="876007"/>
                  </a:lnTo>
                  <a:lnTo>
                    <a:pt x="608050" y="735139"/>
                  </a:lnTo>
                  <a:lnTo>
                    <a:pt x="617512" y="646747"/>
                  </a:lnTo>
                  <a:lnTo>
                    <a:pt x="626592" y="573532"/>
                  </a:lnTo>
                  <a:lnTo>
                    <a:pt x="639572" y="478205"/>
                  </a:lnTo>
                  <a:lnTo>
                    <a:pt x="646176" y="426389"/>
                  </a:lnTo>
                  <a:lnTo>
                    <a:pt x="651979" y="371716"/>
                  </a:lnTo>
                  <a:lnTo>
                    <a:pt x="656590" y="315772"/>
                  </a:lnTo>
                  <a:lnTo>
                    <a:pt x="659599" y="260134"/>
                  </a:lnTo>
                  <a:lnTo>
                    <a:pt x="660603" y="206400"/>
                  </a:lnTo>
                  <a:close/>
                </a:path>
              </a:pathLst>
            </a:custGeom>
            <a:solidFill>
              <a:srgbClr val="5C4B4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9" name="object 179" descr=""/>
          <p:cNvGrpSpPr/>
          <p:nvPr/>
        </p:nvGrpSpPr>
        <p:grpSpPr>
          <a:xfrm>
            <a:off x="822166" y="5478042"/>
            <a:ext cx="3302000" cy="2642235"/>
            <a:chOff x="822166" y="5478042"/>
            <a:chExt cx="3302000" cy="2642235"/>
          </a:xfrm>
        </p:grpSpPr>
        <p:sp>
          <p:nvSpPr>
            <p:cNvPr id="180" name="object 180" descr=""/>
            <p:cNvSpPr/>
            <p:nvPr/>
          </p:nvSpPr>
          <p:spPr>
            <a:xfrm>
              <a:off x="2788506" y="7771208"/>
              <a:ext cx="179070" cy="300355"/>
            </a:xfrm>
            <a:custGeom>
              <a:avLst/>
              <a:gdLst/>
              <a:ahLst/>
              <a:cxnLst/>
              <a:rect l="l" t="t" r="r" b="b"/>
              <a:pathLst>
                <a:path w="179069" h="300354">
                  <a:moveTo>
                    <a:pt x="135632" y="0"/>
                  </a:moveTo>
                  <a:lnTo>
                    <a:pt x="106990" y="7749"/>
                  </a:lnTo>
                  <a:lnTo>
                    <a:pt x="91204" y="29768"/>
                  </a:lnTo>
                  <a:lnTo>
                    <a:pt x="81302" y="68702"/>
                  </a:lnTo>
                  <a:lnTo>
                    <a:pt x="62888" y="123098"/>
                  </a:lnTo>
                  <a:lnTo>
                    <a:pt x="38534" y="182705"/>
                  </a:lnTo>
                  <a:lnTo>
                    <a:pt x="10809" y="237270"/>
                  </a:lnTo>
                  <a:lnTo>
                    <a:pt x="5574" y="245415"/>
                  </a:lnTo>
                  <a:lnTo>
                    <a:pt x="182" y="257006"/>
                  </a:lnTo>
                  <a:lnTo>
                    <a:pt x="33007" y="292773"/>
                  </a:lnTo>
                  <a:lnTo>
                    <a:pt x="98925" y="299955"/>
                  </a:lnTo>
                  <a:lnTo>
                    <a:pt x="135507" y="291352"/>
                  </a:lnTo>
                  <a:lnTo>
                    <a:pt x="168233" y="268578"/>
                  </a:lnTo>
                  <a:lnTo>
                    <a:pt x="178863" y="239954"/>
                  </a:lnTo>
                  <a:lnTo>
                    <a:pt x="177244" y="210229"/>
                  </a:lnTo>
                  <a:lnTo>
                    <a:pt x="173223" y="184151"/>
                  </a:lnTo>
                  <a:lnTo>
                    <a:pt x="171824" y="164946"/>
                  </a:lnTo>
                  <a:lnTo>
                    <a:pt x="171729" y="143907"/>
                  </a:lnTo>
                  <a:lnTo>
                    <a:pt x="173274" y="107864"/>
                  </a:lnTo>
                  <a:lnTo>
                    <a:pt x="176793" y="43642"/>
                  </a:lnTo>
                  <a:lnTo>
                    <a:pt x="163458" y="10603"/>
                  </a:lnTo>
                  <a:lnTo>
                    <a:pt x="135632" y="0"/>
                  </a:lnTo>
                  <a:close/>
                </a:path>
              </a:pathLst>
            </a:custGeom>
            <a:solidFill>
              <a:srgbClr val="FFBA9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1" name="object 18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739310" y="7905847"/>
              <a:ext cx="241193" cy="169231"/>
            </a:xfrm>
            <a:prstGeom prst="rect">
              <a:avLst/>
            </a:prstGeom>
          </p:spPr>
        </p:pic>
        <p:sp>
          <p:nvSpPr>
            <p:cNvPr id="182" name="object 182" descr=""/>
            <p:cNvSpPr/>
            <p:nvPr/>
          </p:nvSpPr>
          <p:spPr>
            <a:xfrm>
              <a:off x="3055399" y="7768586"/>
              <a:ext cx="184785" cy="299085"/>
            </a:xfrm>
            <a:custGeom>
              <a:avLst/>
              <a:gdLst/>
              <a:ahLst/>
              <a:cxnLst/>
              <a:rect l="l" t="t" r="r" b="b"/>
              <a:pathLst>
                <a:path w="184785" h="299084">
                  <a:moveTo>
                    <a:pt x="39671" y="0"/>
                  </a:moveTo>
                  <a:lnTo>
                    <a:pt x="12218" y="11530"/>
                  </a:lnTo>
                  <a:lnTo>
                    <a:pt x="0" y="45002"/>
                  </a:lnTo>
                  <a:lnTo>
                    <a:pt x="5671" y="109068"/>
                  </a:lnTo>
                  <a:lnTo>
                    <a:pt x="8425" y="145038"/>
                  </a:lnTo>
                  <a:lnTo>
                    <a:pt x="9036" y="166068"/>
                  </a:lnTo>
                  <a:lnTo>
                    <a:pt x="8282" y="185312"/>
                  </a:lnTo>
                  <a:lnTo>
                    <a:pt x="5134" y="211512"/>
                  </a:lnTo>
                  <a:lnTo>
                    <a:pt x="4514" y="241275"/>
                  </a:lnTo>
                  <a:lnTo>
                    <a:pt x="16099" y="269524"/>
                  </a:lnTo>
                  <a:lnTo>
                    <a:pt x="49569" y="291183"/>
                  </a:lnTo>
                  <a:lnTo>
                    <a:pt x="86418" y="298556"/>
                  </a:lnTo>
                  <a:lnTo>
                    <a:pt x="121672" y="296953"/>
                  </a:lnTo>
                  <a:lnTo>
                    <a:pt x="152060" y="289169"/>
                  </a:lnTo>
                  <a:lnTo>
                    <a:pt x="174308" y="278000"/>
                  </a:lnTo>
                  <a:lnTo>
                    <a:pt x="184284" y="265300"/>
                  </a:lnTo>
                  <a:lnTo>
                    <a:pt x="183669" y="252316"/>
                  </a:lnTo>
                  <a:lnTo>
                    <a:pt x="177895" y="240913"/>
                  </a:lnTo>
                  <a:lnTo>
                    <a:pt x="172392" y="232954"/>
                  </a:lnTo>
                  <a:lnTo>
                    <a:pt x="142849" y="179348"/>
                  </a:lnTo>
                  <a:lnTo>
                    <a:pt x="116506" y="120590"/>
                  </a:lnTo>
                  <a:lnTo>
                    <a:pt x="96277" y="66841"/>
                  </a:lnTo>
                  <a:lnTo>
                    <a:pt x="85075" y="28259"/>
                  </a:lnTo>
                  <a:lnTo>
                    <a:pt x="68558" y="6784"/>
                  </a:lnTo>
                  <a:lnTo>
                    <a:pt x="39671" y="0"/>
                  </a:lnTo>
                  <a:close/>
                </a:path>
              </a:pathLst>
            </a:custGeom>
            <a:solidFill>
              <a:srgbClr val="FFBA9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028931" y="7905847"/>
              <a:ext cx="241195" cy="169231"/>
            </a:xfrm>
            <a:prstGeom prst="rect">
              <a:avLst/>
            </a:prstGeom>
          </p:spPr>
        </p:pic>
        <p:sp>
          <p:nvSpPr>
            <p:cNvPr id="184" name="object 184" descr=""/>
            <p:cNvSpPr/>
            <p:nvPr/>
          </p:nvSpPr>
          <p:spPr>
            <a:xfrm>
              <a:off x="2454499" y="5570825"/>
              <a:ext cx="1143635" cy="756920"/>
            </a:xfrm>
            <a:custGeom>
              <a:avLst/>
              <a:gdLst/>
              <a:ahLst/>
              <a:cxnLst/>
              <a:rect l="l" t="t" r="r" b="b"/>
              <a:pathLst>
                <a:path w="1143635" h="756920">
                  <a:moveTo>
                    <a:pt x="1086385" y="0"/>
                  </a:moveTo>
                  <a:lnTo>
                    <a:pt x="56616" y="0"/>
                  </a:lnTo>
                  <a:lnTo>
                    <a:pt x="34579" y="4449"/>
                  </a:lnTo>
                  <a:lnTo>
                    <a:pt x="16583" y="16583"/>
                  </a:lnTo>
                  <a:lnTo>
                    <a:pt x="4449" y="34579"/>
                  </a:lnTo>
                  <a:lnTo>
                    <a:pt x="0" y="56616"/>
                  </a:lnTo>
                  <a:lnTo>
                    <a:pt x="0" y="700282"/>
                  </a:lnTo>
                  <a:lnTo>
                    <a:pt x="4449" y="722326"/>
                  </a:lnTo>
                  <a:lnTo>
                    <a:pt x="16583" y="740329"/>
                  </a:lnTo>
                  <a:lnTo>
                    <a:pt x="34579" y="752468"/>
                  </a:lnTo>
                  <a:lnTo>
                    <a:pt x="56616" y="756919"/>
                  </a:lnTo>
                  <a:lnTo>
                    <a:pt x="1086385" y="756919"/>
                  </a:lnTo>
                  <a:lnTo>
                    <a:pt x="1108428" y="752468"/>
                  </a:lnTo>
                  <a:lnTo>
                    <a:pt x="1126427" y="740329"/>
                  </a:lnTo>
                  <a:lnTo>
                    <a:pt x="1138562" y="722326"/>
                  </a:lnTo>
                  <a:lnTo>
                    <a:pt x="1143012" y="700282"/>
                  </a:lnTo>
                  <a:lnTo>
                    <a:pt x="1143012" y="56616"/>
                  </a:lnTo>
                  <a:lnTo>
                    <a:pt x="1138562" y="34579"/>
                  </a:lnTo>
                  <a:lnTo>
                    <a:pt x="1126427" y="16583"/>
                  </a:lnTo>
                  <a:lnTo>
                    <a:pt x="1108428" y="4449"/>
                  </a:lnTo>
                  <a:lnTo>
                    <a:pt x="1086385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2483330" y="5600670"/>
              <a:ext cx="1092200" cy="695325"/>
            </a:xfrm>
            <a:custGeom>
              <a:avLst/>
              <a:gdLst/>
              <a:ahLst/>
              <a:cxnLst/>
              <a:rect l="l" t="t" r="r" b="b"/>
              <a:pathLst>
                <a:path w="1092200" h="695325">
                  <a:moveTo>
                    <a:pt x="1033937" y="0"/>
                  </a:moveTo>
                  <a:lnTo>
                    <a:pt x="57851" y="0"/>
                  </a:lnTo>
                  <a:lnTo>
                    <a:pt x="35334" y="4545"/>
                  </a:lnTo>
                  <a:lnTo>
                    <a:pt x="16945" y="16940"/>
                  </a:lnTo>
                  <a:lnTo>
                    <a:pt x="4546" y="35325"/>
                  </a:lnTo>
                  <a:lnTo>
                    <a:pt x="0" y="57841"/>
                  </a:lnTo>
                  <a:lnTo>
                    <a:pt x="0" y="637457"/>
                  </a:lnTo>
                  <a:lnTo>
                    <a:pt x="4548" y="659979"/>
                  </a:lnTo>
                  <a:lnTo>
                    <a:pt x="16951" y="678372"/>
                  </a:lnTo>
                  <a:lnTo>
                    <a:pt x="35343" y="690772"/>
                  </a:lnTo>
                  <a:lnTo>
                    <a:pt x="57862" y="695319"/>
                  </a:lnTo>
                  <a:lnTo>
                    <a:pt x="1033937" y="695319"/>
                  </a:lnTo>
                  <a:lnTo>
                    <a:pt x="1056459" y="690772"/>
                  </a:lnTo>
                  <a:lnTo>
                    <a:pt x="1074852" y="678372"/>
                  </a:lnTo>
                  <a:lnTo>
                    <a:pt x="1087252" y="659979"/>
                  </a:lnTo>
                  <a:lnTo>
                    <a:pt x="1091799" y="637457"/>
                  </a:lnTo>
                  <a:lnTo>
                    <a:pt x="1091799" y="57851"/>
                  </a:lnTo>
                  <a:lnTo>
                    <a:pt x="1087252" y="35330"/>
                  </a:lnTo>
                  <a:lnTo>
                    <a:pt x="1074852" y="16941"/>
                  </a:lnTo>
                  <a:lnTo>
                    <a:pt x="1056459" y="4545"/>
                  </a:lnTo>
                  <a:lnTo>
                    <a:pt x="1033937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2696946" y="5901797"/>
              <a:ext cx="626745" cy="660400"/>
            </a:xfrm>
            <a:custGeom>
              <a:avLst/>
              <a:gdLst/>
              <a:ahLst/>
              <a:cxnLst/>
              <a:rect l="l" t="t" r="r" b="b"/>
              <a:pathLst>
                <a:path w="626745" h="660400">
                  <a:moveTo>
                    <a:pt x="626338" y="609701"/>
                  </a:moveTo>
                  <a:lnTo>
                    <a:pt x="422351" y="609701"/>
                  </a:lnTo>
                  <a:lnTo>
                    <a:pt x="422351" y="514070"/>
                  </a:lnTo>
                  <a:lnTo>
                    <a:pt x="422351" y="185712"/>
                  </a:lnTo>
                  <a:lnTo>
                    <a:pt x="422351" y="48577"/>
                  </a:lnTo>
                  <a:lnTo>
                    <a:pt x="418515" y="29705"/>
                  </a:lnTo>
                  <a:lnTo>
                    <a:pt x="408089" y="14262"/>
                  </a:lnTo>
                  <a:lnTo>
                    <a:pt x="392633" y="3835"/>
                  </a:lnTo>
                  <a:lnTo>
                    <a:pt x="373786" y="0"/>
                  </a:lnTo>
                  <a:lnTo>
                    <a:pt x="364083" y="0"/>
                  </a:lnTo>
                  <a:lnTo>
                    <a:pt x="364083" y="185712"/>
                  </a:lnTo>
                  <a:lnTo>
                    <a:pt x="364083" y="482053"/>
                  </a:lnTo>
                  <a:lnTo>
                    <a:pt x="349084" y="506069"/>
                  </a:lnTo>
                  <a:lnTo>
                    <a:pt x="316103" y="514070"/>
                  </a:lnTo>
                  <a:lnTo>
                    <a:pt x="283108" y="506069"/>
                  </a:lnTo>
                  <a:lnTo>
                    <a:pt x="268122" y="482053"/>
                  </a:lnTo>
                  <a:lnTo>
                    <a:pt x="268122" y="185712"/>
                  </a:lnTo>
                  <a:lnTo>
                    <a:pt x="364083" y="185712"/>
                  </a:lnTo>
                  <a:lnTo>
                    <a:pt x="364083" y="0"/>
                  </a:lnTo>
                  <a:lnTo>
                    <a:pt x="259321" y="0"/>
                  </a:lnTo>
                  <a:lnTo>
                    <a:pt x="240461" y="3835"/>
                  </a:lnTo>
                  <a:lnTo>
                    <a:pt x="225018" y="14262"/>
                  </a:lnTo>
                  <a:lnTo>
                    <a:pt x="214579" y="29705"/>
                  </a:lnTo>
                  <a:lnTo>
                    <a:pt x="210743" y="48577"/>
                  </a:lnTo>
                  <a:lnTo>
                    <a:pt x="210743" y="609701"/>
                  </a:lnTo>
                  <a:lnTo>
                    <a:pt x="0" y="609701"/>
                  </a:lnTo>
                  <a:lnTo>
                    <a:pt x="0" y="660247"/>
                  </a:lnTo>
                  <a:lnTo>
                    <a:pt x="626338" y="660247"/>
                  </a:lnTo>
                  <a:lnTo>
                    <a:pt x="626338" y="609701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2373118" y="6486583"/>
              <a:ext cx="147955" cy="75565"/>
            </a:xfrm>
            <a:custGeom>
              <a:avLst/>
              <a:gdLst/>
              <a:ahLst/>
              <a:cxnLst/>
              <a:rect l="l" t="t" r="r" b="b"/>
              <a:pathLst>
                <a:path w="147955" h="75565">
                  <a:moveTo>
                    <a:pt x="85526" y="0"/>
                  </a:moveTo>
                  <a:lnTo>
                    <a:pt x="62081" y="0"/>
                  </a:lnTo>
                  <a:lnTo>
                    <a:pt x="37914" y="4881"/>
                  </a:lnTo>
                  <a:lnTo>
                    <a:pt x="18181" y="18190"/>
                  </a:lnTo>
                  <a:lnTo>
                    <a:pt x="4877" y="37927"/>
                  </a:lnTo>
                  <a:lnTo>
                    <a:pt x="0" y="62092"/>
                  </a:lnTo>
                  <a:lnTo>
                    <a:pt x="0" y="69254"/>
                  </a:lnTo>
                  <a:lnTo>
                    <a:pt x="5800" y="75044"/>
                  </a:lnTo>
                  <a:lnTo>
                    <a:pt x="141817" y="75044"/>
                  </a:lnTo>
                  <a:lnTo>
                    <a:pt x="147608" y="69254"/>
                  </a:lnTo>
                  <a:lnTo>
                    <a:pt x="147608" y="62092"/>
                  </a:lnTo>
                  <a:lnTo>
                    <a:pt x="142730" y="37927"/>
                  </a:lnTo>
                  <a:lnTo>
                    <a:pt x="129426" y="18190"/>
                  </a:lnTo>
                  <a:lnTo>
                    <a:pt x="109693" y="4881"/>
                  </a:lnTo>
                  <a:lnTo>
                    <a:pt x="85526" y="0"/>
                  </a:lnTo>
                  <a:close/>
                </a:path>
              </a:pathLst>
            </a:custGeom>
            <a:solidFill>
              <a:srgbClr val="7687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2442794" y="6486587"/>
              <a:ext cx="10160" cy="33020"/>
            </a:xfrm>
            <a:custGeom>
              <a:avLst/>
              <a:gdLst/>
              <a:ahLst/>
              <a:cxnLst/>
              <a:rect l="l" t="t" r="r" b="b"/>
              <a:pathLst>
                <a:path w="10160" h="33020">
                  <a:moveTo>
                    <a:pt x="9821" y="0"/>
                  </a:moveTo>
                  <a:lnTo>
                    <a:pt x="0" y="0"/>
                  </a:lnTo>
                  <a:lnTo>
                    <a:pt x="0" y="32627"/>
                  </a:lnTo>
                  <a:lnTo>
                    <a:pt x="9821" y="32627"/>
                  </a:lnTo>
                  <a:lnTo>
                    <a:pt x="9821" y="0"/>
                  </a:lnTo>
                  <a:close/>
                </a:path>
              </a:pathLst>
            </a:custGeom>
            <a:solidFill>
              <a:srgbClr val="4954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1275167" y="6136555"/>
              <a:ext cx="650875" cy="135890"/>
            </a:xfrm>
            <a:custGeom>
              <a:avLst/>
              <a:gdLst/>
              <a:ahLst/>
              <a:cxnLst/>
              <a:rect l="l" t="t" r="r" b="b"/>
              <a:pathLst>
                <a:path w="650875" h="135889">
                  <a:moveTo>
                    <a:pt x="83" y="0"/>
                  </a:moveTo>
                  <a:lnTo>
                    <a:pt x="0" y="135189"/>
                  </a:lnTo>
                  <a:lnTo>
                    <a:pt x="650629" y="135660"/>
                  </a:lnTo>
                  <a:lnTo>
                    <a:pt x="650723" y="471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0" name="object 190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354787" y="6167094"/>
              <a:ext cx="170895" cy="74353"/>
            </a:xfrm>
            <a:prstGeom prst="rect">
              <a:avLst/>
            </a:prstGeom>
          </p:spPr>
        </p:pic>
        <p:sp>
          <p:nvSpPr>
            <p:cNvPr id="191" name="object 191" descr=""/>
            <p:cNvSpPr/>
            <p:nvPr/>
          </p:nvSpPr>
          <p:spPr>
            <a:xfrm>
              <a:off x="1275063" y="6282332"/>
              <a:ext cx="650875" cy="135890"/>
            </a:xfrm>
            <a:custGeom>
              <a:avLst/>
              <a:gdLst/>
              <a:ahLst/>
              <a:cxnLst/>
              <a:rect l="l" t="t" r="r" b="b"/>
              <a:pathLst>
                <a:path w="650875" h="135889">
                  <a:moveTo>
                    <a:pt x="83" y="0"/>
                  </a:moveTo>
                  <a:lnTo>
                    <a:pt x="0" y="135189"/>
                  </a:lnTo>
                  <a:lnTo>
                    <a:pt x="650629" y="135660"/>
                  </a:lnTo>
                  <a:lnTo>
                    <a:pt x="650723" y="471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2" name="object 192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354683" y="6312869"/>
              <a:ext cx="170895" cy="74353"/>
            </a:xfrm>
            <a:prstGeom prst="rect">
              <a:avLst/>
            </a:prstGeom>
          </p:spPr>
        </p:pic>
        <p:sp>
          <p:nvSpPr>
            <p:cNvPr id="193" name="object 193" descr=""/>
            <p:cNvSpPr/>
            <p:nvPr/>
          </p:nvSpPr>
          <p:spPr>
            <a:xfrm>
              <a:off x="1274960" y="6428108"/>
              <a:ext cx="650875" cy="133985"/>
            </a:xfrm>
            <a:custGeom>
              <a:avLst/>
              <a:gdLst/>
              <a:ahLst/>
              <a:cxnLst/>
              <a:rect l="l" t="t" r="r" b="b"/>
              <a:pathLst>
                <a:path w="650875" h="133984">
                  <a:moveTo>
                    <a:pt x="0" y="133933"/>
                  </a:moveTo>
                  <a:lnTo>
                    <a:pt x="650723" y="133933"/>
                  </a:lnTo>
                  <a:lnTo>
                    <a:pt x="650723" y="0"/>
                  </a:lnTo>
                  <a:lnTo>
                    <a:pt x="0" y="0"/>
                  </a:lnTo>
                  <a:lnTo>
                    <a:pt x="0" y="133933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4" name="object 194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354582" y="6458646"/>
              <a:ext cx="170895" cy="74353"/>
            </a:xfrm>
            <a:prstGeom prst="rect">
              <a:avLst/>
            </a:prstGeom>
          </p:spPr>
        </p:pic>
        <p:sp>
          <p:nvSpPr>
            <p:cNvPr id="195" name="object 195" descr=""/>
            <p:cNvSpPr/>
            <p:nvPr/>
          </p:nvSpPr>
          <p:spPr>
            <a:xfrm>
              <a:off x="1289604" y="5562720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40" h="53339">
                  <a:moveTo>
                    <a:pt x="52794" y="0"/>
                  </a:moveTo>
                  <a:lnTo>
                    <a:pt x="0" y="0"/>
                  </a:lnTo>
                  <a:lnTo>
                    <a:pt x="0" y="52794"/>
                  </a:lnTo>
                  <a:lnTo>
                    <a:pt x="52794" y="52794"/>
                  </a:lnTo>
                  <a:lnTo>
                    <a:pt x="52794" y="0"/>
                  </a:lnTo>
                  <a:close/>
                </a:path>
              </a:pathLst>
            </a:custGeom>
            <a:solidFill>
              <a:srgbClr val="414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373745" y="5502923"/>
              <a:ext cx="535940" cy="60325"/>
            </a:xfrm>
            <a:custGeom>
              <a:avLst/>
              <a:gdLst/>
              <a:ahLst/>
              <a:cxnLst/>
              <a:rect l="l" t="t" r="r" b="b"/>
              <a:pathLst>
                <a:path w="535939" h="60325">
                  <a:moveTo>
                    <a:pt x="505597" y="0"/>
                  </a:moveTo>
                  <a:lnTo>
                    <a:pt x="29894" y="0"/>
                  </a:lnTo>
                  <a:lnTo>
                    <a:pt x="18279" y="2359"/>
                  </a:lnTo>
                  <a:lnTo>
                    <a:pt x="8774" y="8785"/>
                  </a:lnTo>
                  <a:lnTo>
                    <a:pt x="2356" y="18296"/>
                  </a:lnTo>
                  <a:lnTo>
                    <a:pt x="0" y="29915"/>
                  </a:lnTo>
                  <a:lnTo>
                    <a:pt x="2356" y="41515"/>
                  </a:lnTo>
                  <a:lnTo>
                    <a:pt x="8774" y="51018"/>
                  </a:lnTo>
                  <a:lnTo>
                    <a:pt x="18279" y="57440"/>
                  </a:lnTo>
                  <a:lnTo>
                    <a:pt x="29894" y="59799"/>
                  </a:lnTo>
                  <a:lnTo>
                    <a:pt x="505597" y="59799"/>
                  </a:lnTo>
                  <a:lnTo>
                    <a:pt x="517203" y="57440"/>
                  </a:lnTo>
                  <a:lnTo>
                    <a:pt x="526709" y="51018"/>
                  </a:lnTo>
                  <a:lnTo>
                    <a:pt x="533132" y="41515"/>
                  </a:lnTo>
                  <a:lnTo>
                    <a:pt x="535491" y="29915"/>
                  </a:lnTo>
                  <a:lnTo>
                    <a:pt x="533132" y="18296"/>
                  </a:lnTo>
                  <a:lnTo>
                    <a:pt x="526709" y="8785"/>
                  </a:lnTo>
                  <a:lnTo>
                    <a:pt x="517203" y="2359"/>
                  </a:lnTo>
                  <a:lnTo>
                    <a:pt x="505597" y="0"/>
                  </a:lnTo>
                  <a:close/>
                </a:path>
              </a:pathLst>
            </a:custGeom>
            <a:solidFill>
              <a:srgbClr val="E9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1267898" y="5478042"/>
              <a:ext cx="665480" cy="50165"/>
            </a:xfrm>
            <a:custGeom>
              <a:avLst/>
              <a:gdLst/>
              <a:ahLst/>
              <a:cxnLst/>
              <a:rect l="l" t="t" r="r" b="b"/>
              <a:pathLst>
                <a:path w="665480" h="50164">
                  <a:moveTo>
                    <a:pt x="664859" y="0"/>
                  </a:moveTo>
                  <a:lnTo>
                    <a:pt x="0" y="0"/>
                  </a:lnTo>
                  <a:lnTo>
                    <a:pt x="0" y="49799"/>
                  </a:lnTo>
                  <a:lnTo>
                    <a:pt x="664859" y="49799"/>
                  </a:lnTo>
                  <a:lnTo>
                    <a:pt x="664859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1289604" y="5527831"/>
              <a:ext cx="84455" cy="41910"/>
            </a:xfrm>
            <a:custGeom>
              <a:avLst/>
              <a:gdLst/>
              <a:ahLst/>
              <a:cxnLst/>
              <a:rect l="l" t="t" r="r" b="b"/>
              <a:pathLst>
                <a:path w="84455" h="41910">
                  <a:moveTo>
                    <a:pt x="84133" y="0"/>
                  </a:moveTo>
                  <a:lnTo>
                    <a:pt x="0" y="0"/>
                  </a:lnTo>
                  <a:lnTo>
                    <a:pt x="0" y="41642"/>
                  </a:lnTo>
                  <a:lnTo>
                    <a:pt x="84133" y="41642"/>
                  </a:lnTo>
                  <a:lnTo>
                    <a:pt x="84133" y="0"/>
                  </a:lnTo>
                  <a:close/>
                </a:path>
              </a:pathLst>
            </a:custGeom>
            <a:solidFill>
              <a:srgbClr val="414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837779" y="5583082"/>
              <a:ext cx="469265" cy="488950"/>
            </a:xfrm>
            <a:custGeom>
              <a:avLst/>
              <a:gdLst/>
              <a:ahLst/>
              <a:cxnLst/>
              <a:rect l="l" t="t" r="r" b="b"/>
              <a:pathLst>
                <a:path w="469265" h="488950">
                  <a:moveTo>
                    <a:pt x="432971" y="0"/>
                  </a:moveTo>
                  <a:lnTo>
                    <a:pt x="0" y="458561"/>
                  </a:lnTo>
                  <a:lnTo>
                    <a:pt x="37328" y="488414"/>
                  </a:lnTo>
                  <a:lnTo>
                    <a:pt x="469189" y="40344"/>
                  </a:lnTo>
                  <a:lnTo>
                    <a:pt x="432971" y="0"/>
                  </a:lnTo>
                  <a:close/>
                </a:path>
              </a:pathLst>
            </a:custGeom>
            <a:solidFill>
              <a:srgbClr val="B9BA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822159" y="5569489"/>
              <a:ext cx="495300" cy="1133475"/>
            </a:xfrm>
            <a:custGeom>
              <a:avLst/>
              <a:gdLst/>
              <a:ahLst/>
              <a:cxnLst/>
              <a:rect l="l" t="t" r="r" b="b"/>
              <a:pathLst>
                <a:path w="495300" h="1133475">
                  <a:moveTo>
                    <a:pt x="332778" y="904328"/>
                  </a:moveTo>
                  <a:lnTo>
                    <a:pt x="304292" y="904328"/>
                  </a:lnTo>
                  <a:lnTo>
                    <a:pt x="304292" y="1133297"/>
                  </a:lnTo>
                  <a:lnTo>
                    <a:pt x="332778" y="1133297"/>
                  </a:lnTo>
                  <a:lnTo>
                    <a:pt x="332778" y="904328"/>
                  </a:lnTo>
                  <a:close/>
                </a:path>
                <a:path w="495300" h="1133475">
                  <a:moveTo>
                    <a:pt x="432308" y="867283"/>
                  </a:moveTo>
                  <a:lnTo>
                    <a:pt x="89281" y="464299"/>
                  </a:lnTo>
                  <a:lnTo>
                    <a:pt x="59105" y="482104"/>
                  </a:lnTo>
                  <a:lnTo>
                    <a:pt x="53276" y="473443"/>
                  </a:lnTo>
                  <a:lnTo>
                    <a:pt x="43370" y="466750"/>
                  </a:lnTo>
                  <a:lnTo>
                    <a:pt x="31216" y="464299"/>
                  </a:lnTo>
                  <a:lnTo>
                    <a:pt x="19075" y="466750"/>
                  </a:lnTo>
                  <a:lnTo>
                    <a:pt x="9144" y="473443"/>
                  </a:lnTo>
                  <a:lnTo>
                    <a:pt x="2451" y="483362"/>
                  </a:lnTo>
                  <a:lnTo>
                    <a:pt x="0" y="495503"/>
                  </a:lnTo>
                  <a:lnTo>
                    <a:pt x="1092" y="500976"/>
                  </a:lnTo>
                  <a:lnTo>
                    <a:pt x="0" y="502018"/>
                  </a:lnTo>
                  <a:lnTo>
                    <a:pt x="1727" y="504101"/>
                  </a:lnTo>
                  <a:lnTo>
                    <a:pt x="2451" y="507657"/>
                  </a:lnTo>
                  <a:lnTo>
                    <a:pt x="9144" y="517588"/>
                  </a:lnTo>
                  <a:lnTo>
                    <a:pt x="17983" y="523544"/>
                  </a:lnTo>
                  <a:lnTo>
                    <a:pt x="305295" y="867283"/>
                  </a:lnTo>
                  <a:lnTo>
                    <a:pt x="363296" y="867283"/>
                  </a:lnTo>
                  <a:lnTo>
                    <a:pt x="58407" y="509968"/>
                  </a:lnTo>
                  <a:lnTo>
                    <a:pt x="59969" y="507657"/>
                  </a:lnTo>
                  <a:lnTo>
                    <a:pt x="62191" y="496595"/>
                  </a:lnTo>
                  <a:lnTo>
                    <a:pt x="379247" y="867283"/>
                  </a:lnTo>
                  <a:lnTo>
                    <a:pt x="432308" y="867283"/>
                  </a:lnTo>
                  <a:close/>
                </a:path>
                <a:path w="495300" h="1133475">
                  <a:moveTo>
                    <a:pt x="494728" y="31191"/>
                  </a:moveTo>
                  <a:lnTo>
                    <a:pt x="492264" y="19037"/>
                  </a:lnTo>
                  <a:lnTo>
                    <a:pt x="485584" y="9131"/>
                  </a:lnTo>
                  <a:lnTo>
                    <a:pt x="475665" y="2438"/>
                  </a:lnTo>
                  <a:lnTo>
                    <a:pt x="463524" y="0"/>
                  </a:lnTo>
                  <a:lnTo>
                    <a:pt x="451358" y="2438"/>
                  </a:lnTo>
                  <a:lnTo>
                    <a:pt x="441439" y="9131"/>
                  </a:lnTo>
                  <a:lnTo>
                    <a:pt x="434759" y="19037"/>
                  </a:lnTo>
                  <a:lnTo>
                    <a:pt x="432308" y="31191"/>
                  </a:lnTo>
                  <a:lnTo>
                    <a:pt x="434759" y="43332"/>
                  </a:lnTo>
                  <a:lnTo>
                    <a:pt x="441439" y="53251"/>
                  </a:lnTo>
                  <a:lnTo>
                    <a:pt x="451358" y="59931"/>
                  </a:lnTo>
                  <a:lnTo>
                    <a:pt x="463524" y="62382"/>
                  </a:lnTo>
                  <a:lnTo>
                    <a:pt x="475665" y="59931"/>
                  </a:lnTo>
                  <a:lnTo>
                    <a:pt x="485584" y="53251"/>
                  </a:lnTo>
                  <a:lnTo>
                    <a:pt x="492264" y="43332"/>
                  </a:lnTo>
                  <a:lnTo>
                    <a:pt x="494728" y="31191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1" name="object 201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67599" y="6386523"/>
              <a:ext cx="186875" cy="329485"/>
            </a:xfrm>
            <a:prstGeom prst="rect">
              <a:avLst/>
            </a:prstGeom>
          </p:spPr>
        </p:pic>
        <p:sp>
          <p:nvSpPr>
            <p:cNvPr id="202" name="object 202" descr=""/>
            <p:cNvSpPr/>
            <p:nvPr/>
          </p:nvSpPr>
          <p:spPr>
            <a:xfrm>
              <a:off x="1577512" y="6363701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4" h="15875">
                  <a:moveTo>
                    <a:pt x="645729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45729" y="15277"/>
                  </a:lnTo>
                  <a:lnTo>
                    <a:pt x="645729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588705" y="6378978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1577512" y="6394255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4" h="15875">
                  <a:moveTo>
                    <a:pt x="645729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45729" y="15277"/>
                  </a:lnTo>
                  <a:lnTo>
                    <a:pt x="645729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1594045" y="6409522"/>
              <a:ext cx="645160" cy="15875"/>
            </a:xfrm>
            <a:custGeom>
              <a:avLst/>
              <a:gdLst/>
              <a:ahLst/>
              <a:cxnLst/>
              <a:rect l="l" t="t" r="r" b="b"/>
              <a:pathLst>
                <a:path w="645160" h="15875">
                  <a:moveTo>
                    <a:pt x="645121" y="0"/>
                  </a:moveTo>
                  <a:lnTo>
                    <a:pt x="0" y="0"/>
                  </a:lnTo>
                  <a:lnTo>
                    <a:pt x="0" y="15287"/>
                  </a:lnTo>
                  <a:lnTo>
                    <a:pt x="645121" y="15287"/>
                  </a:lnTo>
                  <a:lnTo>
                    <a:pt x="645121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1588705" y="6424809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577512" y="6440086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4" h="15875">
                  <a:moveTo>
                    <a:pt x="645729" y="0"/>
                  </a:moveTo>
                  <a:lnTo>
                    <a:pt x="0" y="0"/>
                  </a:lnTo>
                  <a:lnTo>
                    <a:pt x="0" y="15287"/>
                  </a:lnTo>
                  <a:lnTo>
                    <a:pt x="645729" y="15287"/>
                  </a:lnTo>
                  <a:lnTo>
                    <a:pt x="645729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588705" y="6455374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563376" y="6470651"/>
              <a:ext cx="660400" cy="15875"/>
            </a:xfrm>
            <a:custGeom>
              <a:avLst/>
              <a:gdLst/>
              <a:ahLst/>
              <a:cxnLst/>
              <a:rect l="l" t="t" r="r" b="b"/>
              <a:pathLst>
                <a:path w="660400" h="15875">
                  <a:moveTo>
                    <a:pt x="659854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9854" y="15277"/>
                  </a:lnTo>
                  <a:lnTo>
                    <a:pt x="659854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588705" y="6485917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577512" y="6501194"/>
              <a:ext cx="661670" cy="15875"/>
            </a:xfrm>
            <a:custGeom>
              <a:avLst/>
              <a:gdLst/>
              <a:ahLst/>
              <a:cxnLst/>
              <a:rect l="l" t="t" r="r" b="b"/>
              <a:pathLst>
                <a:path w="661669" h="15875">
                  <a:moveTo>
                    <a:pt x="661665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61665" y="15277"/>
                  </a:lnTo>
                  <a:lnTo>
                    <a:pt x="661665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1604694" y="6516471"/>
              <a:ext cx="622300" cy="15875"/>
            </a:xfrm>
            <a:custGeom>
              <a:avLst/>
              <a:gdLst/>
              <a:ahLst/>
              <a:cxnLst/>
              <a:rect l="l" t="t" r="r" b="b"/>
              <a:pathLst>
                <a:path w="622300" h="15875">
                  <a:moveTo>
                    <a:pt x="621865" y="0"/>
                  </a:moveTo>
                  <a:lnTo>
                    <a:pt x="0" y="0"/>
                  </a:lnTo>
                  <a:lnTo>
                    <a:pt x="0" y="15287"/>
                  </a:lnTo>
                  <a:lnTo>
                    <a:pt x="621865" y="15287"/>
                  </a:lnTo>
                  <a:lnTo>
                    <a:pt x="621865" y="0"/>
                  </a:lnTo>
                  <a:close/>
                </a:path>
              </a:pathLst>
            </a:custGeom>
            <a:solidFill>
              <a:srgbClr val="4F45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1577512" y="6531759"/>
              <a:ext cx="661670" cy="15875"/>
            </a:xfrm>
            <a:custGeom>
              <a:avLst/>
              <a:gdLst/>
              <a:ahLst/>
              <a:cxnLst/>
              <a:rect l="l" t="t" r="r" b="b"/>
              <a:pathLst>
                <a:path w="661669" h="15875">
                  <a:moveTo>
                    <a:pt x="661665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61665" y="15277"/>
                  </a:lnTo>
                  <a:lnTo>
                    <a:pt x="661665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1577512" y="6547025"/>
              <a:ext cx="633730" cy="15240"/>
            </a:xfrm>
            <a:custGeom>
              <a:avLst/>
              <a:gdLst/>
              <a:ahLst/>
              <a:cxnLst/>
              <a:rect l="l" t="t" r="r" b="b"/>
              <a:pathLst>
                <a:path w="633730" h="15240">
                  <a:moveTo>
                    <a:pt x="0" y="15015"/>
                  </a:moveTo>
                  <a:lnTo>
                    <a:pt x="633656" y="15015"/>
                  </a:lnTo>
                  <a:lnTo>
                    <a:pt x="633656" y="0"/>
                  </a:lnTo>
                  <a:lnTo>
                    <a:pt x="0" y="0"/>
                  </a:lnTo>
                  <a:lnTo>
                    <a:pt x="0" y="1501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153514" y="6562041"/>
              <a:ext cx="2970530" cy="71755"/>
            </a:xfrm>
            <a:custGeom>
              <a:avLst/>
              <a:gdLst/>
              <a:ahLst/>
              <a:cxnLst/>
              <a:rect l="l" t="t" r="r" b="b"/>
              <a:pathLst>
                <a:path w="2970529" h="71754">
                  <a:moveTo>
                    <a:pt x="2970349" y="0"/>
                  </a:moveTo>
                  <a:lnTo>
                    <a:pt x="0" y="0"/>
                  </a:lnTo>
                  <a:lnTo>
                    <a:pt x="0" y="71327"/>
                  </a:lnTo>
                  <a:lnTo>
                    <a:pt x="2970349" y="71327"/>
                  </a:lnTo>
                  <a:lnTo>
                    <a:pt x="2970349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3624193" y="7182782"/>
              <a:ext cx="410845" cy="809625"/>
            </a:xfrm>
            <a:custGeom>
              <a:avLst/>
              <a:gdLst/>
              <a:ahLst/>
              <a:cxnLst/>
              <a:rect l="l" t="t" r="r" b="b"/>
              <a:pathLst>
                <a:path w="410845" h="809625">
                  <a:moveTo>
                    <a:pt x="382700" y="0"/>
                  </a:moveTo>
                  <a:lnTo>
                    <a:pt x="27517" y="0"/>
                  </a:lnTo>
                  <a:lnTo>
                    <a:pt x="16830" y="2171"/>
                  </a:lnTo>
                  <a:lnTo>
                    <a:pt x="8080" y="8084"/>
                  </a:lnTo>
                  <a:lnTo>
                    <a:pt x="2170" y="16834"/>
                  </a:lnTo>
                  <a:lnTo>
                    <a:pt x="0" y="27517"/>
                  </a:lnTo>
                  <a:lnTo>
                    <a:pt x="0" y="781630"/>
                  </a:lnTo>
                  <a:lnTo>
                    <a:pt x="2170" y="792311"/>
                  </a:lnTo>
                  <a:lnTo>
                    <a:pt x="8080" y="801058"/>
                  </a:lnTo>
                  <a:lnTo>
                    <a:pt x="16830" y="806967"/>
                  </a:lnTo>
                  <a:lnTo>
                    <a:pt x="27517" y="809137"/>
                  </a:lnTo>
                  <a:lnTo>
                    <a:pt x="382700" y="809137"/>
                  </a:lnTo>
                  <a:lnTo>
                    <a:pt x="393383" y="806967"/>
                  </a:lnTo>
                  <a:lnTo>
                    <a:pt x="402133" y="801058"/>
                  </a:lnTo>
                  <a:lnTo>
                    <a:pt x="408045" y="792311"/>
                  </a:lnTo>
                  <a:lnTo>
                    <a:pt x="410217" y="781630"/>
                  </a:lnTo>
                  <a:lnTo>
                    <a:pt x="410217" y="27517"/>
                  </a:lnTo>
                  <a:lnTo>
                    <a:pt x="408045" y="16834"/>
                  </a:lnTo>
                  <a:lnTo>
                    <a:pt x="402133" y="8084"/>
                  </a:lnTo>
                  <a:lnTo>
                    <a:pt x="393383" y="2171"/>
                  </a:lnTo>
                  <a:lnTo>
                    <a:pt x="382700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3678673" y="7231916"/>
              <a:ext cx="295910" cy="25400"/>
            </a:xfrm>
            <a:custGeom>
              <a:avLst/>
              <a:gdLst/>
              <a:ahLst/>
              <a:cxnLst/>
              <a:rect l="l" t="t" r="r" b="b"/>
              <a:pathLst>
                <a:path w="295910" h="25400">
                  <a:moveTo>
                    <a:pt x="295603" y="0"/>
                  </a:moveTo>
                  <a:lnTo>
                    <a:pt x="0" y="0"/>
                  </a:lnTo>
                  <a:lnTo>
                    <a:pt x="0" y="25067"/>
                  </a:lnTo>
                  <a:lnTo>
                    <a:pt x="295603" y="25067"/>
                  </a:lnTo>
                  <a:lnTo>
                    <a:pt x="295603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914348" y="7603824"/>
              <a:ext cx="67945" cy="67945"/>
            </a:xfrm>
            <a:prstGeom prst="rect">
              <a:avLst/>
            </a:prstGeom>
          </p:spPr>
        </p:pic>
        <p:sp>
          <p:nvSpPr>
            <p:cNvPr id="219" name="object 219" descr=""/>
            <p:cNvSpPr/>
            <p:nvPr/>
          </p:nvSpPr>
          <p:spPr>
            <a:xfrm>
              <a:off x="3802309" y="7623139"/>
              <a:ext cx="48895" cy="48895"/>
            </a:xfrm>
            <a:custGeom>
              <a:avLst/>
              <a:gdLst/>
              <a:ahLst/>
              <a:cxnLst/>
              <a:rect l="l" t="t" r="r" b="b"/>
              <a:pathLst>
                <a:path w="48895" h="48895">
                  <a:moveTo>
                    <a:pt x="24313" y="0"/>
                  </a:moveTo>
                  <a:lnTo>
                    <a:pt x="14851" y="1909"/>
                  </a:lnTo>
                  <a:lnTo>
                    <a:pt x="7122" y="7118"/>
                  </a:lnTo>
                  <a:lnTo>
                    <a:pt x="1911" y="14846"/>
                  </a:lnTo>
                  <a:lnTo>
                    <a:pt x="0" y="24313"/>
                  </a:lnTo>
                  <a:lnTo>
                    <a:pt x="1911" y="33779"/>
                  </a:lnTo>
                  <a:lnTo>
                    <a:pt x="7122" y="41507"/>
                  </a:lnTo>
                  <a:lnTo>
                    <a:pt x="14851" y="46717"/>
                  </a:lnTo>
                  <a:lnTo>
                    <a:pt x="24313" y="48626"/>
                  </a:lnTo>
                  <a:lnTo>
                    <a:pt x="33777" y="46717"/>
                  </a:lnTo>
                  <a:lnTo>
                    <a:pt x="41509" y="41507"/>
                  </a:lnTo>
                  <a:lnTo>
                    <a:pt x="46724" y="33779"/>
                  </a:lnTo>
                  <a:lnTo>
                    <a:pt x="48637" y="24313"/>
                  </a:lnTo>
                  <a:lnTo>
                    <a:pt x="46724" y="14846"/>
                  </a:lnTo>
                  <a:lnTo>
                    <a:pt x="41509" y="7118"/>
                  </a:lnTo>
                  <a:lnTo>
                    <a:pt x="33777" y="1909"/>
                  </a:lnTo>
                  <a:lnTo>
                    <a:pt x="24313" y="0"/>
                  </a:lnTo>
                  <a:close/>
                </a:path>
              </a:pathLst>
            </a:custGeom>
            <a:solidFill>
              <a:srgbClr val="7687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3650454" y="7714582"/>
              <a:ext cx="357505" cy="255270"/>
            </a:xfrm>
            <a:custGeom>
              <a:avLst/>
              <a:gdLst/>
              <a:ahLst/>
              <a:cxnLst/>
              <a:rect l="l" t="t" r="r" b="b"/>
              <a:pathLst>
                <a:path w="357504" h="255270">
                  <a:moveTo>
                    <a:pt x="357318" y="0"/>
                  </a:moveTo>
                  <a:lnTo>
                    <a:pt x="0" y="0"/>
                  </a:lnTo>
                  <a:lnTo>
                    <a:pt x="0" y="255259"/>
                  </a:lnTo>
                  <a:lnTo>
                    <a:pt x="357318" y="255259"/>
                  </a:lnTo>
                  <a:lnTo>
                    <a:pt x="357318" y="0"/>
                  </a:lnTo>
                  <a:close/>
                </a:path>
              </a:pathLst>
            </a:custGeom>
            <a:solidFill>
              <a:srgbClr val="515D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3650462" y="7731829"/>
              <a:ext cx="357505" cy="224154"/>
            </a:xfrm>
            <a:custGeom>
              <a:avLst/>
              <a:gdLst/>
              <a:ahLst/>
              <a:cxnLst/>
              <a:rect l="l" t="t" r="r" b="b"/>
              <a:pathLst>
                <a:path w="357504" h="224154">
                  <a:moveTo>
                    <a:pt x="357314" y="211569"/>
                  </a:moveTo>
                  <a:lnTo>
                    <a:pt x="0" y="211569"/>
                  </a:lnTo>
                  <a:lnTo>
                    <a:pt x="0" y="224116"/>
                  </a:lnTo>
                  <a:lnTo>
                    <a:pt x="357314" y="224116"/>
                  </a:lnTo>
                  <a:lnTo>
                    <a:pt x="357314" y="211569"/>
                  </a:lnTo>
                  <a:close/>
                </a:path>
                <a:path w="357504" h="224154">
                  <a:moveTo>
                    <a:pt x="357314" y="188074"/>
                  </a:moveTo>
                  <a:lnTo>
                    <a:pt x="0" y="188074"/>
                  </a:lnTo>
                  <a:lnTo>
                    <a:pt x="0" y="200609"/>
                  </a:lnTo>
                  <a:lnTo>
                    <a:pt x="357314" y="200609"/>
                  </a:lnTo>
                  <a:lnTo>
                    <a:pt x="357314" y="188074"/>
                  </a:lnTo>
                  <a:close/>
                </a:path>
                <a:path w="357504" h="224154">
                  <a:moveTo>
                    <a:pt x="357314" y="164553"/>
                  </a:moveTo>
                  <a:lnTo>
                    <a:pt x="0" y="164553"/>
                  </a:lnTo>
                  <a:lnTo>
                    <a:pt x="0" y="177088"/>
                  </a:lnTo>
                  <a:lnTo>
                    <a:pt x="357314" y="177088"/>
                  </a:lnTo>
                  <a:lnTo>
                    <a:pt x="357314" y="164553"/>
                  </a:lnTo>
                  <a:close/>
                </a:path>
                <a:path w="357504" h="224154">
                  <a:moveTo>
                    <a:pt x="357314" y="141046"/>
                  </a:moveTo>
                  <a:lnTo>
                    <a:pt x="0" y="141046"/>
                  </a:lnTo>
                  <a:lnTo>
                    <a:pt x="0" y="153581"/>
                  </a:lnTo>
                  <a:lnTo>
                    <a:pt x="357314" y="153581"/>
                  </a:lnTo>
                  <a:lnTo>
                    <a:pt x="357314" y="141046"/>
                  </a:lnTo>
                  <a:close/>
                </a:path>
                <a:path w="357504" h="224154">
                  <a:moveTo>
                    <a:pt x="357314" y="117538"/>
                  </a:moveTo>
                  <a:lnTo>
                    <a:pt x="0" y="117538"/>
                  </a:lnTo>
                  <a:lnTo>
                    <a:pt x="0" y="130073"/>
                  </a:lnTo>
                  <a:lnTo>
                    <a:pt x="357314" y="130073"/>
                  </a:lnTo>
                  <a:lnTo>
                    <a:pt x="357314" y="117538"/>
                  </a:lnTo>
                  <a:close/>
                </a:path>
                <a:path w="357504" h="224154">
                  <a:moveTo>
                    <a:pt x="357314" y="94030"/>
                  </a:moveTo>
                  <a:lnTo>
                    <a:pt x="0" y="94030"/>
                  </a:lnTo>
                  <a:lnTo>
                    <a:pt x="0" y="106578"/>
                  </a:lnTo>
                  <a:lnTo>
                    <a:pt x="357314" y="106578"/>
                  </a:lnTo>
                  <a:lnTo>
                    <a:pt x="357314" y="94030"/>
                  </a:lnTo>
                  <a:close/>
                </a:path>
                <a:path w="357504" h="224154">
                  <a:moveTo>
                    <a:pt x="357314" y="70523"/>
                  </a:moveTo>
                  <a:lnTo>
                    <a:pt x="0" y="70523"/>
                  </a:lnTo>
                  <a:lnTo>
                    <a:pt x="0" y="83070"/>
                  </a:lnTo>
                  <a:lnTo>
                    <a:pt x="357314" y="83070"/>
                  </a:lnTo>
                  <a:lnTo>
                    <a:pt x="357314" y="70523"/>
                  </a:lnTo>
                  <a:close/>
                </a:path>
                <a:path w="357504" h="224154">
                  <a:moveTo>
                    <a:pt x="357314" y="47015"/>
                  </a:moveTo>
                  <a:lnTo>
                    <a:pt x="0" y="47015"/>
                  </a:lnTo>
                  <a:lnTo>
                    <a:pt x="0" y="59563"/>
                  </a:lnTo>
                  <a:lnTo>
                    <a:pt x="357314" y="59563"/>
                  </a:lnTo>
                  <a:lnTo>
                    <a:pt x="357314" y="47015"/>
                  </a:lnTo>
                  <a:close/>
                </a:path>
                <a:path w="357504" h="224154">
                  <a:moveTo>
                    <a:pt x="357314" y="23507"/>
                  </a:moveTo>
                  <a:lnTo>
                    <a:pt x="0" y="23507"/>
                  </a:lnTo>
                  <a:lnTo>
                    <a:pt x="0" y="36055"/>
                  </a:lnTo>
                  <a:lnTo>
                    <a:pt x="357314" y="36055"/>
                  </a:lnTo>
                  <a:lnTo>
                    <a:pt x="357314" y="23507"/>
                  </a:lnTo>
                  <a:close/>
                </a:path>
                <a:path w="357504" h="224154">
                  <a:moveTo>
                    <a:pt x="357314" y="0"/>
                  </a:moveTo>
                  <a:lnTo>
                    <a:pt x="0" y="0"/>
                  </a:lnTo>
                  <a:lnTo>
                    <a:pt x="0" y="12547"/>
                  </a:lnTo>
                  <a:lnTo>
                    <a:pt x="357314" y="12547"/>
                  </a:lnTo>
                  <a:lnTo>
                    <a:pt x="357314" y="0"/>
                  </a:lnTo>
                  <a:close/>
                </a:path>
              </a:pathLst>
            </a:custGeom>
            <a:solidFill>
              <a:srgbClr val="606E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3678676" y="7291464"/>
              <a:ext cx="298450" cy="295910"/>
            </a:xfrm>
            <a:custGeom>
              <a:avLst/>
              <a:gdLst/>
              <a:ahLst/>
              <a:cxnLst/>
              <a:rect l="l" t="t" r="r" b="b"/>
              <a:pathLst>
                <a:path w="298450" h="295909">
                  <a:moveTo>
                    <a:pt x="298137" y="0"/>
                  </a:moveTo>
                  <a:lnTo>
                    <a:pt x="0" y="147314"/>
                  </a:lnTo>
                  <a:lnTo>
                    <a:pt x="0" y="295896"/>
                  </a:lnTo>
                  <a:lnTo>
                    <a:pt x="298137" y="295896"/>
                  </a:lnTo>
                  <a:lnTo>
                    <a:pt x="298137" y="0"/>
                  </a:lnTo>
                  <a:close/>
                </a:path>
              </a:pathLst>
            </a:custGeom>
            <a:solidFill>
              <a:srgbClr val="465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3678669" y="7296168"/>
              <a:ext cx="104139" cy="110489"/>
            </a:xfrm>
            <a:custGeom>
              <a:avLst/>
              <a:gdLst/>
              <a:ahLst/>
              <a:cxnLst/>
              <a:rect l="l" t="t" r="r" b="b"/>
              <a:pathLst>
                <a:path w="104139" h="110490">
                  <a:moveTo>
                    <a:pt x="34074" y="89115"/>
                  </a:moveTo>
                  <a:lnTo>
                    <a:pt x="28028" y="83058"/>
                  </a:lnTo>
                  <a:lnTo>
                    <a:pt x="13106" y="83058"/>
                  </a:lnTo>
                  <a:lnTo>
                    <a:pt x="7048" y="89115"/>
                  </a:lnTo>
                  <a:lnTo>
                    <a:pt x="7048" y="104038"/>
                  </a:lnTo>
                  <a:lnTo>
                    <a:pt x="13106" y="110083"/>
                  </a:lnTo>
                  <a:lnTo>
                    <a:pt x="28028" y="110083"/>
                  </a:lnTo>
                  <a:lnTo>
                    <a:pt x="34074" y="104038"/>
                  </a:lnTo>
                  <a:lnTo>
                    <a:pt x="34074" y="96570"/>
                  </a:lnTo>
                  <a:lnTo>
                    <a:pt x="34074" y="89115"/>
                  </a:lnTo>
                  <a:close/>
                </a:path>
                <a:path w="104139" h="110490">
                  <a:moveTo>
                    <a:pt x="34074" y="41313"/>
                  </a:moveTo>
                  <a:lnTo>
                    <a:pt x="28028" y="35267"/>
                  </a:lnTo>
                  <a:lnTo>
                    <a:pt x="13106" y="35267"/>
                  </a:lnTo>
                  <a:lnTo>
                    <a:pt x="7048" y="41313"/>
                  </a:lnTo>
                  <a:lnTo>
                    <a:pt x="7048" y="56235"/>
                  </a:lnTo>
                  <a:lnTo>
                    <a:pt x="13106" y="62293"/>
                  </a:lnTo>
                  <a:lnTo>
                    <a:pt x="28028" y="62293"/>
                  </a:lnTo>
                  <a:lnTo>
                    <a:pt x="34074" y="56235"/>
                  </a:lnTo>
                  <a:lnTo>
                    <a:pt x="34074" y="48768"/>
                  </a:lnTo>
                  <a:lnTo>
                    <a:pt x="34074" y="41313"/>
                  </a:lnTo>
                  <a:close/>
                </a:path>
                <a:path w="104139" h="110490">
                  <a:moveTo>
                    <a:pt x="39966" y="0"/>
                  </a:moveTo>
                  <a:lnTo>
                    <a:pt x="0" y="0"/>
                  </a:lnTo>
                  <a:lnTo>
                    <a:pt x="0" y="18034"/>
                  </a:lnTo>
                  <a:lnTo>
                    <a:pt x="39966" y="18034"/>
                  </a:lnTo>
                  <a:lnTo>
                    <a:pt x="39966" y="0"/>
                  </a:lnTo>
                  <a:close/>
                </a:path>
                <a:path w="104139" h="110490">
                  <a:moveTo>
                    <a:pt x="103822" y="0"/>
                  </a:moveTo>
                  <a:lnTo>
                    <a:pt x="63855" y="0"/>
                  </a:lnTo>
                  <a:lnTo>
                    <a:pt x="63855" y="18034"/>
                  </a:lnTo>
                  <a:lnTo>
                    <a:pt x="103822" y="18034"/>
                  </a:lnTo>
                  <a:lnTo>
                    <a:pt x="103822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217142" y="6633368"/>
              <a:ext cx="2838450" cy="1337945"/>
            </a:xfrm>
            <a:custGeom>
              <a:avLst/>
              <a:gdLst/>
              <a:ahLst/>
              <a:cxnLst/>
              <a:rect l="l" t="t" r="r" b="b"/>
              <a:pathLst>
                <a:path w="2838450" h="1337945">
                  <a:moveTo>
                    <a:pt x="97853" y="0"/>
                  </a:moveTo>
                  <a:lnTo>
                    <a:pt x="0" y="0"/>
                  </a:lnTo>
                  <a:lnTo>
                    <a:pt x="0" y="1337894"/>
                  </a:lnTo>
                  <a:lnTo>
                    <a:pt x="97853" y="1337894"/>
                  </a:lnTo>
                  <a:lnTo>
                    <a:pt x="97853" y="0"/>
                  </a:lnTo>
                  <a:close/>
                </a:path>
                <a:path w="2838450" h="1337945">
                  <a:moveTo>
                    <a:pt x="2838221" y="0"/>
                  </a:moveTo>
                  <a:lnTo>
                    <a:pt x="2740380" y="0"/>
                  </a:lnTo>
                  <a:lnTo>
                    <a:pt x="2740380" y="1337894"/>
                  </a:lnTo>
                  <a:lnTo>
                    <a:pt x="2838221" y="1337894"/>
                  </a:lnTo>
                  <a:lnTo>
                    <a:pt x="2838221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217142" y="7971262"/>
              <a:ext cx="2838450" cy="28575"/>
            </a:xfrm>
            <a:custGeom>
              <a:avLst/>
              <a:gdLst/>
              <a:ahLst/>
              <a:cxnLst/>
              <a:rect l="l" t="t" r="r" b="b"/>
              <a:pathLst>
                <a:path w="2838450" h="28575">
                  <a:moveTo>
                    <a:pt x="97853" y="0"/>
                  </a:moveTo>
                  <a:lnTo>
                    <a:pt x="0" y="0"/>
                  </a:lnTo>
                  <a:lnTo>
                    <a:pt x="0" y="28028"/>
                  </a:lnTo>
                  <a:lnTo>
                    <a:pt x="97853" y="28028"/>
                  </a:lnTo>
                  <a:lnTo>
                    <a:pt x="97853" y="0"/>
                  </a:lnTo>
                  <a:close/>
                </a:path>
                <a:path w="2838450" h="28575">
                  <a:moveTo>
                    <a:pt x="2838221" y="0"/>
                  </a:moveTo>
                  <a:lnTo>
                    <a:pt x="2740380" y="0"/>
                  </a:lnTo>
                  <a:lnTo>
                    <a:pt x="2740380" y="28028"/>
                  </a:lnTo>
                  <a:lnTo>
                    <a:pt x="2838221" y="28028"/>
                  </a:lnTo>
                  <a:lnTo>
                    <a:pt x="2838221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3783548" y="5792127"/>
              <a:ext cx="119380" cy="589915"/>
            </a:xfrm>
            <a:custGeom>
              <a:avLst/>
              <a:gdLst/>
              <a:ahLst/>
              <a:cxnLst/>
              <a:rect l="l" t="t" r="r" b="b"/>
              <a:pathLst>
                <a:path w="119379" h="589914">
                  <a:moveTo>
                    <a:pt x="81903" y="0"/>
                  </a:moveTo>
                  <a:lnTo>
                    <a:pt x="44707" y="41474"/>
                  </a:lnTo>
                  <a:lnTo>
                    <a:pt x="24092" y="73701"/>
                  </a:lnTo>
                  <a:lnTo>
                    <a:pt x="12663" y="113244"/>
                  </a:lnTo>
                  <a:lnTo>
                    <a:pt x="3026" y="176664"/>
                  </a:lnTo>
                  <a:lnTo>
                    <a:pt x="0" y="220641"/>
                  </a:lnTo>
                  <a:lnTo>
                    <a:pt x="1225" y="270470"/>
                  </a:lnTo>
                  <a:lnTo>
                    <a:pt x="5369" y="324320"/>
                  </a:lnTo>
                  <a:lnTo>
                    <a:pt x="11101" y="380362"/>
                  </a:lnTo>
                  <a:lnTo>
                    <a:pt x="17090" y="436764"/>
                  </a:lnTo>
                  <a:lnTo>
                    <a:pt x="22003" y="491696"/>
                  </a:lnTo>
                  <a:lnTo>
                    <a:pt x="24509" y="543326"/>
                  </a:lnTo>
                  <a:lnTo>
                    <a:pt x="23276" y="589824"/>
                  </a:lnTo>
                  <a:lnTo>
                    <a:pt x="37775" y="542085"/>
                  </a:lnTo>
                  <a:lnTo>
                    <a:pt x="50524" y="508765"/>
                  </a:lnTo>
                  <a:lnTo>
                    <a:pt x="68649" y="474199"/>
                  </a:lnTo>
                  <a:lnTo>
                    <a:pt x="99274" y="422720"/>
                  </a:lnTo>
                  <a:lnTo>
                    <a:pt x="114917" y="379435"/>
                  </a:lnTo>
                  <a:lnTo>
                    <a:pt x="119111" y="327066"/>
                  </a:lnTo>
                  <a:lnTo>
                    <a:pt x="115040" y="270145"/>
                  </a:lnTo>
                  <a:lnTo>
                    <a:pt x="105889" y="213201"/>
                  </a:lnTo>
                  <a:lnTo>
                    <a:pt x="94842" y="160764"/>
                  </a:lnTo>
                  <a:lnTo>
                    <a:pt x="85084" y="117366"/>
                  </a:lnTo>
                  <a:lnTo>
                    <a:pt x="79798" y="87536"/>
                  </a:lnTo>
                  <a:lnTo>
                    <a:pt x="78170" y="52664"/>
                  </a:lnTo>
                  <a:lnTo>
                    <a:pt x="79111" y="24928"/>
                  </a:lnTo>
                  <a:lnTo>
                    <a:pt x="80922" y="6612"/>
                  </a:lnTo>
                  <a:lnTo>
                    <a:pt x="81903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3777554" y="5773070"/>
              <a:ext cx="131445" cy="666750"/>
            </a:xfrm>
            <a:custGeom>
              <a:avLst/>
              <a:gdLst/>
              <a:ahLst/>
              <a:cxnLst/>
              <a:rect l="l" t="t" r="r" b="b"/>
              <a:pathLst>
                <a:path w="131445" h="666750">
                  <a:moveTo>
                    <a:pt x="97420" y="0"/>
                  </a:moveTo>
                  <a:lnTo>
                    <a:pt x="71928" y="29042"/>
                  </a:lnTo>
                  <a:lnTo>
                    <a:pt x="47926" y="65330"/>
                  </a:lnTo>
                  <a:lnTo>
                    <a:pt x="21612" y="121419"/>
                  </a:lnTo>
                  <a:lnTo>
                    <a:pt x="3087" y="194884"/>
                  </a:lnTo>
                  <a:lnTo>
                    <a:pt x="0" y="241816"/>
                  </a:lnTo>
                  <a:lnTo>
                    <a:pt x="1567" y="295100"/>
                  </a:lnTo>
                  <a:lnTo>
                    <a:pt x="6200" y="352288"/>
                  </a:lnTo>
                  <a:lnTo>
                    <a:pt x="12312" y="410929"/>
                  </a:lnTo>
                  <a:lnTo>
                    <a:pt x="17853" y="463794"/>
                  </a:lnTo>
                  <a:lnTo>
                    <a:pt x="22316" y="515615"/>
                  </a:lnTo>
                  <a:lnTo>
                    <a:pt x="24523" y="564455"/>
                  </a:lnTo>
                  <a:lnTo>
                    <a:pt x="23296" y="608379"/>
                  </a:lnTo>
                  <a:lnTo>
                    <a:pt x="18553" y="666314"/>
                  </a:lnTo>
                  <a:lnTo>
                    <a:pt x="35024" y="610567"/>
                  </a:lnTo>
                  <a:lnTo>
                    <a:pt x="39685" y="596322"/>
                  </a:lnTo>
                  <a:lnTo>
                    <a:pt x="49631" y="569836"/>
                  </a:lnTo>
                  <a:lnTo>
                    <a:pt x="36573" y="569836"/>
                  </a:lnTo>
                  <a:lnTo>
                    <a:pt x="35355" y="532073"/>
                  </a:lnTo>
                  <a:lnTo>
                    <a:pt x="32516" y="492193"/>
                  </a:lnTo>
                  <a:lnTo>
                    <a:pt x="28616" y="451085"/>
                  </a:lnTo>
                  <a:lnTo>
                    <a:pt x="24218" y="409641"/>
                  </a:lnTo>
                  <a:lnTo>
                    <a:pt x="18170" y="351561"/>
                  </a:lnTo>
                  <a:lnTo>
                    <a:pt x="13571" y="295005"/>
                  </a:lnTo>
                  <a:lnTo>
                    <a:pt x="11984" y="242491"/>
                  </a:lnTo>
                  <a:lnTo>
                    <a:pt x="14972" y="196538"/>
                  </a:lnTo>
                  <a:lnTo>
                    <a:pt x="26733" y="143928"/>
                  </a:lnTo>
                  <a:lnTo>
                    <a:pt x="43916" y="99462"/>
                  </a:lnTo>
                  <a:lnTo>
                    <a:pt x="62745" y="64193"/>
                  </a:lnTo>
                  <a:lnTo>
                    <a:pt x="79441" y="39171"/>
                  </a:lnTo>
                  <a:lnTo>
                    <a:pt x="91626" y="39171"/>
                  </a:lnTo>
                  <a:lnTo>
                    <a:pt x="92820" y="26831"/>
                  </a:lnTo>
                  <a:lnTo>
                    <a:pt x="93797" y="20104"/>
                  </a:lnTo>
                  <a:lnTo>
                    <a:pt x="97420" y="0"/>
                  </a:lnTo>
                  <a:close/>
                </a:path>
                <a:path w="131445" h="666750">
                  <a:moveTo>
                    <a:pt x="91626" y="39171"/>
                  </a:moveTo>
                  <a:lnTo>
                    <a:pt x="79441" y="39171"/>
                  </a:lnTo>
                  <a:lnTo>
                    <a:pt x="78577" y="52593"/>
                  </a:lnTo>
                  <a:lnTo>
                    <a:pt x="78281" y="64193"/>
                  </a:lnTo>
                  <a:lnTo>
                    <a:pt x="78229" y="72104"/>
                  </a:lnTo>
                  <a:lnTo>
                    <a:pt x="78494" y="86945"/>
                  </a:lnTo>
                  <a:lnTo>
                    <a:pt x="83793" y="130909"/>
                  </a:lnTo>
                  <a:lnTo>
                    <a:pt x="91210" y="164413"/>
                  </a:lnTo>
                  <a:lnTo>
                    <a:pt x="100761" y="207511"/>
                  </a:lnTo>
                  <a:lnTo>
                    <a:pt x="110074" y="256093"/>
                  </a:lnTo>
                  <a:lnTo>
                    <a:pt x="116910" y="306832"/>
                  </a:lnTo>
                  <a:lnTo>
                    <a:pt x="119026" y="356397"/>
                  </a:lnTo>
                  <a:lnTo>
                    <a:pt x="114180" y="401458"/>
                  </a:lnTo>
                  <a:lnTo>
                    <a:pt x="100132" y="438688"/>
                  </a:lnTo>
                  <a:lnTo>
                    <a:pt x="79079" y="476004"/>
                  </a:lnTo>
                  <a:lnTo>
                    <a:pt x="61516" y="511235"/>
                  </a:lnTo>
                  <a:lnTo>
                    <a:pt x="47372" y="542980"/>
                  </a:lnTo>
                  <a:lnTo>
                    <a:pt x="36573" y="569836"/>
                  </a:lnTo>
                  <a:lnTo>
                    <a:pt x="49631" y="569836"/>
                  </a:lnTo>
                  <a:lnTo>
                    <a:pt x="53564" y="559363"/>
                  </a:lnTo>
                  <a:lnTo>
                    <a:pt x="77017" y="506586"/>
                  </a:lnTo>
                  <a:lnTo>
                    <a:pt x="110404" y="444886"/>
                  </a:lnTo>
                  <a:lnTo>
                    <a:pt x="125454" y="405677"/>
                  </a:lnTo>
                  <a:lnTo>
                    <a:pt x="130867" y="358840"/>
                  </a:lnTo>
                  <a:lnTo>
                    <a:pt x="128979" y="307702"/>
                  </a:lnTo>
                  <a:lnTo>
                    <a:pt x="122128" y="255591"/>
                  </a:lnTo>
                  <a:lnTo>
                    <a:pt x="112651" y="205832"/>
                  </a:lnTo>
                  <a:lnTo>
                    <a:pt x="102885" y="161754"/>
                  </a:lnTo>
                  <a:lnTo>
                    <a:pt x="98867" y="143928"/>
                  </a:lnTo>
                  <a:lnTo>
                    <a:pt x="95617" y="128899"/>
                  </a:lnTo>
                  <a:lnTo>
                    <a:pt x="93160" y="116084"/>
                  </a:lnTo>
                  <a:lnTo>
                    <a:pt x="91765" y="106049"/>
                  </a:lnTo>
                  <a:lnTo>
                    <a:pt x="90174" y="72104"/>
                  </a:lnTo>
                  <a:lnTo>
                    <a:pt x="91069" y="44931"/>
                  </a:lnTo>
                  <a:lnTo>
                    <a:pt x="91626" y="39171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3844503" y="5924439"/>
              <a:ext cx="80645" cy="444500"/>
            </a:xfrm>
            <a:custGeom>
              <a:avLst/>
              <a:gdLst/>
              <a:ahLst/>
              <a:cxnLst/>
              <a:rect l="l" t="t" r="r" b="b"/>
              <a:pathLst>
                <a:path w="80645" h="444500">
                  <a:moveTo>
                    <a:pt x="64277" y="0"/>
                  </a:moveTo>
                  <a:lnTo>
                    <a:pt x="36958" y="30985"/>
                  </a:lnTo>
                  <a:lnTo>
                    <a:pt x="12400" y="84859"/>
                  </a:lnTo>
                  <a:lnTo>
                    <a:pt x="3829" y="132613"/>
                  </a:lnTo>
                  <a:lnTo>
                    <a:pt x="0" y="177854"/>
                  </a:lnTo>
                  <a:lnTo>
                    <a:pt x="664" y="230176"/>
                  </a:lnTo>
                  <a:lnTo>
                    <a:pt x="3728" y="286283"/>
                  </a:lnTo>
                  <a:lnTo>
                    <a:pt x="7094" y="342877"/>
                  </a:lnTo>
                  <a:lnTo>
                    <a:pt x="8667" y="396663"/>
                  </a:lnTo>
                  <a:lnTo>
                    <a:pt x="6352" y="444342"/>
                  </a:lnTo>
                  <a:lnTo>
                    <a:pt x="17898" y="408457"/>
                  </a:lnTo>
                  <a:lnTo>
                    <a:pt x="27803" y="383430"/>
                  </a:lnTo>
                  <a:lnTo>
                    <a:pt x="41519" y="357505"/>
                  </a:lnTo>
                  <a:lnTo>
                    <a:pt x="64497" y="318922"/>
                  </a:lnTo>
                  <a:lnTo>
                    <a:pt x="79313" y="271253"/>
                  </a:lnTo>
                  <a:lnTo>
                    <a:pt x="80515" y="212684"/>
                  </a:lnTo>
                  <a:lnTo>
                    <a:pt x="73891" y="152657"/>
                  </a:lnTo>
                  <a:lnTo>
                    <a:pt x="65230" y="100614"/>
                  </a:lnTo>
                  <a:lnTo>
                    <a:pt x="60319" y="65997"/>
                  </a:lnTo>
                  <a:lnTo>
                    <a:pt x="60164" y="39685"/>
                  </a:lnTo>
                  <a:lnTo>
                    <a:pt x="61611" y="18776"/>
                  </a:lnTo>
                  <a:lnTo>
                    <a:pt x="63401" y="4978"/>
                  </a:lnTo>
                  <a:lnTo>
                    <a:pt x="64277" y="0"/>
                  </a:lnTo>
                  <a:close/>
                </a:path>
              </a:pathLst>
            </a:custGeom>
            <a:solidFill>
              <a:srgbClr val="A1AB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3838507" y="5904255"/>
              <a:ext cx="93345" cy="466725"/>
            </a:xfrm>
            <a:custGeom>
              <a:avLst/>
              <a:gdLst/>
              <a:ahLst/>
              <a:cxnLst/>
              <a:rect l="l" t="t" r="r" b="b"/>
              <a:pathLst>
                <a:path w="93345" h="466725">
                  <a:moveTo>
                    <a:pt x="80544" y="0"/>
                  </a:moveTo>
                  <a:lnTo>
                    <a:pt x="39274" y="54029"/>
                  </a:lnTo>
                  <a:lnTo>
                    <a:pt x="19088" y="96319"/>
                  </a:lnTo>
                  <a:lnTo>
                    <a:pt x="3918" y="151817"/>
                  </a:lnTo>
                  <a:lnTo>
                    <a:pt x="0" y="227514"/>
                  </a:lnTo>
                  <a:lnTo>
                    <a:pt x="1633" y="270725"/>
                  </a:lnTo>
                  <a:lnTo>
                    <a:pt x="6660" y="354919"/>
                  </a:lnTo>
                  <a:lnTo>
                    <a:pt x="8326" y="393998"/>
                  </a:lnTo>
                  <a:lnTo>
                    <a:pt x="8493" y="430800"/>
                  </a:lnTo>
                  <a:lnTo>
                    <a:pt x="6389" y="463849"/>
                  </a:lnTo>
                  <a:lnTo>
                    <a:pt x="18064" y="466320"/>
                  </a:lnTo>
                  <a:lnTo>
                    <a:pt x="21741" y="455630"/>
                  </a:lnTo>
                  <a:lnTo>
                    <a:pt x="32523" y="427916"/>
                  </a:lnTo>
                  <a:lnTo>
                    <a:pt x="33655" y="425421"/>
                  </a:lnTo>
                  <a:lnTo>
                    <a:pt x="20577" y="425421"/>
                  </a:lnTo>
                  <a:lnTo>
                    <a:pt x="20437" y="398897"/>
                  </a:lnTo>
                  <a:lnTo>
                    <a:pt x="19481" y="371196"/>
                  </a:lnTo>
                  <a:lnTo>
                    <a:pt x="17947" y="342188"/>
                  </a:lnTo>
                  <a:lnTo>
                    <a:pt x="16232" y="314294"/>
                  </a:lnTo>
                  <a:lnTo>
                    <a:pt x="13624" y="270493"/>
                  </a:lnTo>
                  <a:lnTo>
                    <a:pt x="11994" y="227866"/>
                  </a:lnTo>
                  <a:lnTo>
                    <a:pt x="12362" y="188322"/>
                  </a:lnTo>
                  <a:lnTo>
                    <a:pt x="15750" y="153775"/>
                  </a:lnTo>
                  <a:lnTo>
                    <a:pt x="24418" y="117652"/>
                  </a:lnTo>
                  <a:lnTo>
                    <a:pt x="36288" y="86489"/>
                  </a:lnTo>
                  <a:lnTo>
                    <a:pt x="49221" y="61090"/>
                  </a:lnTo>
                  <a:lnTo>
                    <a:pt x="61299" y="41831"/>
                  </a:lnTo>
                  <a:lnTo>
                    <a:pt x="73410" y="41831"/>
                  </a:lnTo>
                  <a:lnTo>
                    <a:pt x="73538" y="39964"/>
                  </a:lnTo>
                  <a:lnTo>
                    <a:pt x="75274" y="26421"/>
                  </a:lnTo>
                  <a:lnTo>
                    <a:pt x="76146" y="21402"/>
                  </a:lnTo>
                  <a:lnTo>
                    <a:pt x="80544" y="0"/>
                  </a:lnTo>
                  <a:close/>
                </a:path>
                <a:path w="93345" h="466725">
                  <a:moveTo>
                    <a:pt x="73410" y="41831"/>
                  </a:moveTo>
                  <a:lnTo>
                    <a:pt x="61299" y="41831"/>
                  </a:lnTo>
                  <a:lnTo>
                    <a:pt x="60572" y="51253"/>
                  </a:lnTo>
                  <a:lnTo>
                    <a:pt x="60091" y="61937"/>
                  </a:lnTo>
                  <a:lnTo>
                    <a:pt x="59972" y="73733"/>
                  </a:lnTo>
                  <a:lnTo>
                    <a:pt x="60342" y="86561"/>
                  </a:lnTo>
                  <a:lnTo>
                    <a:pt x="61056" y="94497"/>
                  </a:lnTo>
                  <a:lnTo>
                    <a:pt x="62452" y="104509"/>
                  </a:lnTo>
                  <a:lnTo>
                    <a:pt x="64383" y="116360"/>
                  </a:lnTo>
                  <a:lnTo>
                    <a:pt x="66712" y="129880"/>
                  </a:lnTo>
                  <a:lnTo>
                    <a:pt x="74904" y="180313"/>
                  </a:lnTo>
                  <a:lnTo>
                    <a:pt x="80726" y="237166"/>
                  </a:lnTo>
                  <a:lnTo>
                    <a:pt x="79203" y="291909"/>
                  </a:lnTo>
                  <a:lnTo>
                    <a:pt x="65361" y="336010"/>
                  </a:lnTo>
                  <a:lnTo>
                    <a:pt x="51250" y="360734"/>
                  </a:lnTo>
                  <a:lnTo>
                    <a:pt x="39086" y="384356"/>
                  </a:lnTo>
                  <a:lnTo>
                    <a:pt x="28863" y="406157"/>
                  </a:lnTo>
                  <a:lnTo>
                    <a:pt x="20577" y="425421"/>
                  </a:lnTo>
                  <a:lnTo>
                    <a:pt x="33655" y="425421"/>
                  </a:lnTo>
                  <a:lnTo>
                    <a:pt x="50466" y="388371"/>
                  </a:lnTo>
                  <a:lnTo>
                    <a:pt x="75623" y="342188"/>
                  </a:lnTo>
                  <a:lnTo>
                    <a:pt x="90721" y="295423"/>
                  </a:lnTo>
                  <a:lnTo>
                    <a:pt x="92741" y="238422"/>
                  </a:lnTo>
                  <a:lnTo>
                    <a:pt x="86930" y="179716"/>
                  </a:lnTo>
                  <a:lnTo>
                    <a:pt x="78534" y="127839"/>
                  </a:lnTo>
                  <a:lnTo>
                    <a:pt x="76248" y="114614"/>
                  </a:lnTo>
                  <a:lnTo>
                    <a:pt x="74355" y="103074"/>
                  </a:lnTo>
                  <a:lnTo>
                    <a:pt x="72993" y="93431"/>
                  </a:lnTo>
                  <a:lnTo>
                    <a:pt x="72304" y="85903"/>
                  </a:lnTo>
                  <a:lnTo>
                    <a:pt x="72146" y="60352"/>
                  </a:lnTo>
                  <a:lnTo>
                    <a:pt x="73410" y="41831"/>
                  </a:lnTo>
                  <a:close/>
                </a:path>
              </a:pathLst>
            </a:custGeom>
            <a:solidFill>
              <a:srgbClr val="E9EA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3738193" y="5835326"/>
              <a:ext cx="77470" cy="534670"/>
            </a:xfrm>
            <a:custGeom>
              <a:avLst/>
              <a:gdLst/>
              <a:ahLst/>
              <a:cxnLst/>
              <a:rect l="l" t="t" r="r" b="b"/>
              <a:pathLst>
                <a:path w="77470" h="534670">
                  <a:moveTo>
                    <a:pt x="11472" y="0"/>
                  </a:moveTo>
                  <a:lnTo>
                    <a:pt x="12417" y="6003"/>
                  </a:lnTo>
                  <a:lnTo>
                    <a:pt x="14421" y="22594"/>
                  </a:lnTo>
                  <a:lnTo>
                    <a:pt x="16238" y="47641"/>
                  </a:lnTo>
                  <a:lnTo>
                    <a:pt x="16623" y="79013"/>
                  </a:lnTo>
                  <a:lnTo>
                    <a:pt x="13671" y="111405"/>
                  </a:lnTo>
                  <a:lnTo>
                    <a:pt x="7852" y="159292"/>
                  </a:lnTo>
                  <a:lnTo>
                    <a:pt x="2263" y="216405"/>
                  </a:lnTo>
                  <a:lnTo>
                    <a:pt x="0" y="276474"/>
                  </a:lnTo>
                  <a:lnTo>
                    <a:pt x="4159" y="333227"/>
                  </a:lnTo>
                  <a:lnTo>
                    <a:pt x="17838" y="380396"/>
                  </a:lnTo>
                  <a:lnTo>
                    <a:pt x="40653" y="428112"/>
                  </a:lnTo>
                  <a:lnTo>
                    <a:pt x="54332" y="460047"/>
                  </a:lnTo>
                  <a:lnTo>
                    <a:pt x="64339" y="490630"/>
                  </a:lnTo>
                  <a:lnTo>
                    <a:pt x="76140" y="534287"/>
                  </a:lnTo>
                  <a:lnTo>
                    <a:pt x="73129" y="485913"/>
                  </a:lnTo>
                  <a:lnTo>
                    <a:pt x="72966" y="432002"/>
                  </a:lnTo>
                  <a:lnTo>
                    <a:pt x="74431" y="374932"/>
                  </a:lnTo>
                  <a:lnTo>
                    <a:pt x="76300" y="317083"/>
                  </a:lnTo>
                  <a:lnTo>
                    <a:pt x="77354" y="260832"/>
                  </a:lnTo>
                  <a:lnTo>
                    <a:pt x="76371" y="208560"/>
                  </a:lnTo>
                  <a:lnTo>
                    <a:pt x="72130" y="162644"/>
                  </a:lnTo>
                  <a:lnTo>
                    <a:pt x="62930" y="105056"/>
                  </a:lnTo>
                  <a:lnTo>
                    <a:pt x="38288" y="38981"/>
                  </a:lnTo>
                  <a:lnTo>
                    <a:pt x="11472" y="0"/>
                  </a:lnTo>
                  <a:close/>
                </a:path>
              </a:pathLst>
            </a:custGeom>
            <a:solidFill>
              <a:srgbClr val="A1AB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3732450" y="5809924"/>
              <a:ext cx="89535" cy="561340"/>
            </a:xfrm>
            <a:custGeom>
              <a:avLst/>
              <a:gdLst/>
              <a:ahLst/>
              <a:cxnLst/>
              <a:rect l="l" t="t" r="r" b="b"/>
              <a:pathLst>
                <a:path w="89535" h="561339">
                  <a:moveTo>
                    <a:pt x="6549" y="0"/>
                  </a:moveTo>
                  <a:lnTo>
                    <a:pt x="14225" y="49039"/>
                  </a:lnTo>
                  <a:lnTo>
                    <a:pt x="16382" y="104300"/>
                  </a:lnTo>
                  <a:lnTo>
                    <a:pt x="15875" y="113309"/>
                  </a:lnTo>
                  <a:lnTo>
                    <a:pt x="14768" y="124772"/>
                  </a:lnTo>
                  <a:lnTo>
                    <a:pt x="13188" y="138451"/>
                  </a:lnTo>
                  <a:lnTo>
                    <a:pt x="11261" y="154110"/>
                  </a:lnTo>
                  <a:lnTo>
                    <a:pt x="5653" y="201922"/>
                  </a:lnTo>
                  <a:lnTo>
                    <a:pt x="1078" y="256272"/>
                  </a:lnTo>
                  <a:lnTo>
                    <a:pt x="0" y="312144"/>
                  </a:lnTo>
                  <a:lnTo>
                    <a:pt x="4883" y="364524"/>
                  </a:lnTo>
                  <a:lnTo>
                    <a:pt x="18193" y="408395"/>
                  </a:lnTo>
                  <a:lnTo>
                    <a:pt x="43332" y="465527"/>
                  </a:lnTo>
                  <a:lnTo>
                    <a:pt x="61397" y="514181"/>
                  </a:lnTo>
                  <a:lnTo>
                    <a:pt x="72334" y="548149"/>
                  </a:lnTo>
                  <a:lnTo>
                    <a:pt x="76087" y="561218"/>
                  </a:lnTo>
                  <a:lnTo>
                    <a:pt x="87845" y="559040"/>
                  </a:lnTo>
                  <a:lnTo>
                    <a:pt x="85138" y="519329"/>
                  </a:lnTo>
                  <a:lnTo>
                    <a:pt x="85019" y="510686"/>
                  </a:lnTo>
                  <a:lnTo>
                    <a:pt x="72872" y="510686"/>
                  </a:lnTo>
                  <a:lnTo>
                    <a:pt x="64607" y="487457"/>
                  </a:lnTo>
                  <a:lnTo>
                    <a:pt x="54534" y="461263"/>
                  </a:lnTo>
                  <a:lnTo>
                    <a:pt x="42655" y="432901"/>
                  </a:lnTo>
                  <a:lnTo>
                    <a:pt x="28978" y="403170"/>
                  </a:lnTo>
                  <a:lnTo>
                    <a:pt x="16391" y="361090"/>
                  </a:lnTo>
                  <a:lnTo>
                    <a:pt x="11889" y="310269"/>
                  </a:lnTo>
                  <a:lnTo>
                    <a:pt x="13100" y="255730"/>
                  </a:lnTo>
                  <a:lnTo>
                    <a:pt x="17650" y="202491"/>
                  </a:lnTo>
                  <a:lnTo>
                    <a:pt x="23167" y="155576"/>
                  </a:lnTo>
                  <a:lnTo>
                    <a:pt x="25118" y="139677"/>
                  </a:lnTo>
                  <a:lnTo>
                    <a:pt x="26723" y="125742"/>
                  </a:lnTo>
                  <a:lnTo>
                    <a:pt x="27851" y="113970"/>
                  </a:lnTo>
                  <a:lnTo>
                    <a:pt x="28371" y="104562"/>
                  </a:lnTo>
                  <a:lnTo>
                    <a:pt x="28454" y="89925"/>
                  </a:lnTo>
                  <a:lnTo>
                    <a:pt x="28129" y="76318"/>
                  </a:lnTo>
                  <a:lnTo>
                    <a:pt x="27495" y="63914"/>
                  </a:lnTo>
                  <a:lnTo>
                    <a:pt x="26654" y="52888"/>
                  </a:lnTo>
                  <a:lnTo>
                    <a:pt x="39834" y="52888"/>
                  </a:lnTo>
                  <a:lnTo>
                    <a:pt x="30488" y="35081"/>
                  </a:lnTo>
                  <a:lnTo>
                    <a:pt x="22109" y="21936"/>
                  </a:lnTo>
                  <a:lnTo>
                    <a:pt x="6549" y="0"/>
                  </a:lnTo>
                  <a:close/>
                </a:path>
                <a:path w="89535" h="561339">
                  <a:moveTo>
                    <a:pt x="39834" y="52888"/>
                  </a:moveTo>
                  <a:lnTo>
                    <a:pt x="26654" y="52888"/>
                  </a:lnTo>
                  <a:lnTo>
                    <a:pt x="38580" y="76998"/>
                  </a:lnTo>
                  <a:lnTo>
                    <a:pt x="51332" y="108241"/>
                  </a:lnTo>
                  <a:lnTo>
                    <a:pt x="63069" y="145820"/>
                  </a:lnTo>
                  <a:lnTo>
                    <a:pt x="71951" y="188936"/>
                  </a:lnTo>
                  <a:lnTo>
                    <a:pt x="75928" y="230575"/>
                  </a:lnTo>
                  <a:lnTo>
                    <a:pt x="77104" y="277914"/>
                  </a:lnTo>
                  <a:lnTo>
                    <a:pt x="76420" y="328757"/>
                  </a:lnTo>
                  <a:lnTo>
                    <a:pt x="74807" y="381297"/>
                  </a:lnTo>
                  <a:lnTo>
                    <a:pt x="73741" y="414159"/>
                  </a:lnTo>
                  <a:lnTo>
                    <a:pt x="72896" y="447242"/>
                  </a:lnTo>
                  <a:lnTo>
                    <a:pt x="72735" y="461263"/>
                  </a:lnTo>
                  <a:lnTo>
                    <a:pt x="72613" y="487457"/>
                  </a:lnTo>
                  <a:lnTo>
                    <a:pt x="72872" y="510686"/>
                  </a:lnTo>
                  <a:lnTo>
                    <a:pt x="85019" y="510686"/>
                  </a:lnTo>
                  <a:lnTo>
                    <a:pt x="84535" y="475336"/>
                  </a:lnTo>
                  <a:lnTo>
                    <a:pt x="85329" y="428759"/>
                  </a:lnTo>
                  <a:lnTo>
                    <a:pt x="88415" y="328734"/>
                  </a:lnTo>
                  <a:lnTo>
                    <a:pt x="89090" y="277426"/>
                  </a:lnTo>
                  <a:lnTo>
                    <a:pt x="87870" y="229518"/>
                  </a:lnTo>
                  <a:lnTo>
                    <a:pt x="83793" y="187156"/>
                  </a:lnTo>
                  <a:lnTo>
                    <a:pt x="68222" y="120313"/>
                  </a:lnTo>
                  <a:lnTo>
                    <a:pt x="48157" y="68747"/>
                  </a:lnTo>
                  <a:lnTo>
                    <a:pt x="39834" y="52888"/>
                  </a:lnTo>
                  <a:close/>
                </a:path>
              </a:pathLst>
            </a:custGeom>
            <a:solidFill>
              <a:srgbClr val="E9EA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3837178" y="6093475"/>
              <a:ext cx="106045" cy="276225"/>
            </a:xfrm>
            <a:custGeom>
              <a:avLst/>
              <a:gdLst/>
              <a:ahLst/>
              <a:cxnLst/>
              <a:rect l="l" t="t" r="r" b="b"/>
              <a:pathLst>
                <a:path w="106045" h="276225">
                  <a:moveTo>
                    <a:pt x="104907" y="0"/>
                  </a:moveTo>
                  <a:lnTo>
                    <a:pt x="95289" y="22915"/>
                  </a:lnTo>
                  <a:lnTo>
                    <a:pt x="86660" y="37881"/>
                  </a:lnTo>
                  <a:lnTo>
                    <a:pt x="74143" y="51492"/>
                  </a:lnTo>
                  <a:lnTo>
                    <a:pt x="52857" y="70343"/>
                  </a:lnTo>
                  <a:lnTo>
                    <a:pt x="29252" y="115817"/>
                  </a:lnTo>
                  <a:lnTo>
                    <a:pt x="12787" y="185079"/>
                  </a:lnTo>
                  <a:lnTo>
                    <a:pt x="3143" y="248422"/>
                  </a:lnTo>
                  <a:lnTo>
                    <a:pt x="0" y="276138"/>
                  </a:lnTo>
                  <a:lnTo>
                    <a:pt x="30790" y="237206"/>
                  </a:lnTo>
                  <a:lnTo>
                    <a:pt x="64276" y="191589"/>
                  </a:lnTo>
                  <a:lnTo>
                    <a:pt x="98582" y="118753"/>
                  </a:lnTo>
                  <a:lnTo>
                    <a:pt x="104905" y="64596"/>
                  </a:lnTo>
                  <a:lnTo>
                    <a:pt x="105609" y="19103"/>
                  </a:lnTo>
                  <a:lnTo>
                    <a:pt x="104907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3829306" y="6066899"/>
              <a:ext cx="120014" cy="322580"/>
            </a:xfrm>
            <a:custGeom>
              <a:avLst/>
              <a:gdLst/>
              <a:ahLst/>
              <a:cxnLst/>
              <a:rect l="l" t="t" r="r" b="b"/>
              <a:pathLst>
                <a:path w="120014" h="322579">
                  <a:moveTo>
                    <a:pt x="117085" y="0"/>
                  </a:moveTo>
                  <a:lnTo>
                    <a:pt x="94993" y="47188"/>
                  </a:lnTo>
                  <a:lnTo>
                    <a:pt x="56815" y="92384"/>
                  </a:lnTo>
                  <a:lnTo>
                    <a:pt x="32397" y="137964"/>
                  </a:lnTo>
                  <a:lnTo>
                    <a:pt x="15451" y="206848"/>
                  </a:lnTo>
                  <a:lnTo>
                    <a:pt x="5456" y="270943"/>
                  </a:lnTo>
                  <a:lnTo>
                    <a:pt x="1895" y="302158"/>
                  </a:lnTo>
                  <a:lnTo>
                    <a:pt x="0" y="322272"/>
                  </a:lnTo>
                  <a:lnTo>
                    <a:pt x="12565" y="306440"/>
                  </a:lnTo>
                  <a:lnTo>
                    <a:pt x="21528" y="295000"/>
                  </a:lnTo>
                  <a:lnTo>
                    <a:pt x="31149" y="282452"/>
                  </a:lnTo>
                  <a:lnTo>
                    <a:pt x="16083" y="282452"/>
                  </a:lnTo>
                  <a:lnTo>
                    <a:pt x="23048" y="233152"/>
                  </a:lnTo>
                  <a:lnTo>
                    <a:pt x="33594" y="178664"/>
                  </a:lnTo>
                  <a:lnTo>
                    <a:pt x="47530" y="130820"/>
                  </a:lnTo>
                  <a:lnTo>
                    <a:pt x="64668" y="101452"/>
                  </a:lnTo>
                  <a:lnTo>
                    <a:pt x="78721" y="87971"/>
                  </a:lnTo>
                  <a:lnTo>
                    <a:pt x="90486" y="74415"/>
                  </a:lnTo>
                  <a:lnTo>
                    <a:pt x="100057" y="61461"/>
                  </a:lnTo>
                  <a:lnTo>
                    <a:pt x="107525" y="49789"/>
                  </a:lnTo>
                  <a:lnTo>
                    <a:pt x="119506" y="49789"/>
                  </a:lnTo>
                  <a:lnTo>
                    <a:pt x="119523" y="47188"/>
                  </a:lnTo>
                  <a:lnTo>
                    <a:pt x="118750" y="26187"/>
                  </a:lnTo>
                  <a:lnTo>
                    <a:pt x="117085" y="0"/>
                  </a:lnTo>
                  <a:close/>
                </a:path>
                <a:path w="120014" h="322579">
                  <a:moveTo>
                    <a:pt x="119506" y="49789"/>
                  </a:moveTo>
                  <a:lnTo>
                    <a:pt x="107525" y="49789"/>
                  </a:lnTo>
                  <a:lnTo>
                    <a:pt x="107164" y="81984"/>
                  </a:lnTo>
                  <a:lnTo>
                    <a:pt x="104344" y="120027"/>
                  </a:lnTo>
                  <a:lnTo>
                    <a:pt x="85253" y="187156"/>
                  </a:lnTo>
                  <a:lnTo>
                    <a:pt x="49561" y="238145"/>
                  </a:lnTo>
                  <a:lnTo>
                    <a:pt x="16083" y="282452"/>
                  </a:lnTo>
                  <a:lnTo>
                    <a:pt x="31149" y="282452"/>
                  </a:lnTo>
                  <a:lnTo>
                    <a:pt x="69905" y="230580"/>
                  </a:lnTo>
                  <a:lnTo>
                    <a:pt x="95337" y="193690"/>
                  </a:lnTo>
                  <a:lnTo>
                    <a:pt x="111988" y="148239"/>
                  </a:lnTo>
                  <a:lnTo>
                    <a:pt x="118674" y="94024"/>
                  </a:lnTo>
                  <a:lnTo>
                    <a:pt x="119506" y="49789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3724783" y="6093474"/>
              <a:ext cx="81280" cy="272415"/>
            </a:xfrm>
            <a:custGeom>
              <a:avLst/>
              <a:gdLst/>
              <a:ahLst/>
              <a:cxnLst/>
              <a:rect l="l" t="t" r="r" b="b"/>
              <a:pathLst>
                <a:path w="81279" h="272414">
                  <a:moveTo>
                    <a:pt x="0" y="0"/>
                  </a:moveTo>
                  <a:lnTo>
                    <a:pt x="7117" y="54500"/>
                  </a:lnTo>
                  <a:lnTo>
                    <a:pt x="13905" y="103005"/>
                  </a:lnTo>
                  <a:lnTo>
                    <a:pt x="20973" y="148236"/>
                  </a:lnTo>
                  <a:lnTo>
                    <a:pt x="33985" y="202976"/>
                  </a:lnTo>
                  <a:lnTo>
                    <a:pt x="71170" y="272347"/>
                  </a:lnTo>
                  <a:lnTo>
                    <a:pt x="74331" y="253977"/>
                  </a:lnTo>
                  <a:lnTo>
                    <a:pt x="79600" y="208815"/>
                  </a:lnTo>
                  <a:lnTo>
                    <a:pt x="80654" y="151787"/>
                  </a:lnTo>
                  <a:lnTo>
                    <a:pt x="71170" y="97819"/>
                  </a:lnTo>
                  <a:lnTo>
                    <a:pt x="57418" y="60686"/>
                  </a:lnTo>
                  <a:lnTo>
                    <a:pt x="45421" y="38119"/>
                  </a:lnTo>
                  <a:lnTo>
                    <a:pt x="28505" y="209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3717142" y="6080717"/>
              <a:ext cx="94615" cy="302260"/>
            </a:xfrm>
            <a:custGeom>
              <a:avLst/>
              <a:gdLst/>
              <a:ahLst/>
              <a:cxnLst/>
              <a:rect l="l" t="t" r="r" b="b"/>
              <a:pathLst>
                <a:path w="94614" h="302260">
                  <a:moveTo>
                    <a:pt x="0" y="0"/>
                  </a:moveTo>
                  <a:lnTo>
                    <a:pt x="8902" y="68673"/>
                  </a:lnTo>
                  <a:lnTo>
                    <a:pt x="15680" y="117063"/>
                  </a:lnTo>
                  <a:lnTo>
                    <a:pt x="22700" y="162005"/>
                  </a:lnTo>
                  <a:lnTo>
                    <a:pt x="34242" y="203539"/>
                  </a:lnTo>
                  <a:lnTo>
                    <a:pt x="50921" y="243713"/>
                  </a:lnTo>
                  <a:lnTo>
                    <a:pt x="73620" y="288095"/>
                  </a:lnTo>
                  <a:lnTo>
                    <a:pt x="81536" y="301896"/>
                  </a:lnTo>
                  <a:lnTo>
                    <a:pt x="84698" y="286284"/>
                  </a:lnTo>
                  <a:lnTo>
                    <a:pt x="88007" y="267028"/>
                  </a:lnTo>
                  <a:lnTo>
                    <a:pt x="75851" y="267028"/>
                  </a:lnTo>
                  <a:lnTo>
                    <a:pt x="65057" y="245431"/>
                  </a:lnTo>
                  <a:lnTo>
                    <a:pt x="41882" y="188746"/>
                  </a:lnTo>
                  <a:lnTo>
                    <a:pt x="29235" y="126767"/>
                  </a:lnTo>
                  <a:lnTo>
                    <a:pt x="19111" y="54645"/>
                  </a:lnTo>
                  <a:lnTo>
                    <a:pt x="15496" y="27109"/>
                  </a:lnTo>
                  <a:lnTo>
                    <a:pt x="32332" y="27109"/>
                  </a:lnTo>
                  <a:lnTo>
                    <a:pt x="20207" y="15169"/>
                  </a:lnTo>
                  <a:lnTo>
                    <a:pt x="11088" y="7863"/>
                  </a:lnTo>
                  <a:lnTo>
                    <a:pt x="0" y="0"/>
                  </a:lnTo>
                  <a:close/>
                </a:path>
                <a:path w="94614" h="302260">
                  <a:moveTo>
                    <a:pt x="32332" y="27109"/>
                  </a:moveTo>
                  <a:lnTo>
                    <a:pt x="15496" y="27109"/>
                  </a:lnTo>
                  <a:lnTo>
                    <a:pt x="28899" y="40453"/>
                  </a:lnTo>
                  <a:lnTo>
                    <a:pt x="44490" y="59294"/>
                  </a:lnTo>
                  <a:lnTo>
                    <a:pt x="60003" y="83407"/>
                  </a:lnTo>
                  <a:lnTo>
                    <a:pt x="73170" y="112572"/>
                  </a:lnTo>
                  <a:lnTo>
                    <a:pt x="81283" y="151666"/>
                  </a:lnTo>
                  <a:lnTo>
                    <a:pt x="82634" y="194787"/>
                  </a:lnTo>
                  <a:lnTo>
                    <a:pt x="79924" y="235414"/>
                  </a:lnTo>
                  <a:lnTo>
                    <a:pt x="75851" y="267028"/>
                  </a:lnTo>
                  <a:lnTo>
                    <a:pt x="88007" y="267028"/>
                  </a:lnTo>
                  <a:lnTo>
                    <a:pt x="88254" y="265592"/>
                  </a:lnTo>
                  <a:lnTo>
                    <a:pt x="93468" y="219743"/>
                  </a:lnTo>
                  <a:lnTo>
                    <a:pt x="94237" y="162737"/>
                  </a:lnTo>
                  <a:lnTo>
                    <a:pt x="84458" y="108572"/>
                  </a:lnTo>
                  <a:lnTo>
                    <a:pt x="63648" y="65898"/>
                  </a:lnTo>
                  <a:lnTo>
                    <a:pt x="39979" y="34638"/>
                  </a:lnTo>
                  <a:lnTo>
                    <a:pt x="32332" y="27109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3701362" y="6310517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258452" y="0"/>
                  </a:moveTo>
                  <a:lnTo>
                    <a:pt x="0" y="0"/>
                  </a:lnTo>
                  <a:lnTo>
                    <a:pt x="27653" y="258452"/>
                  </a:lnTo>
                  <a:lnTo>
                    <a:pt x="227469" y="258452"/>
                  </a:lnTo>
                  <a:lnTo>
                    <a:pt x="258452" y="0"/>
                  </a:lnTo>
                  <a:close/>
                </a:path>
              </a:pathLst>
            </a:custGeom>
            <a:solidFill>
              <a:srgbClr val="A085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3692055" y="6310520"/>
              <a:ext cx="281305" cy="47625"/>
            </a:xfrm>
            <a:custGeom>
              <a:avLst/>
              <a:gdLst/>
              <a:ahLst/>
              <a:cxnLst/>
              <a:rect l="l" t="t" r="r" b="b"/>
              <a:pathLst>
                <a:path w="281304" h="47625">
                  <a:moveTo>
                    <a:pt x="280745" y="0"/>
                  </a:moveTo>
                  <a:lnTo>
                    <a:pt x="0" y="0"/>
                  </a:lnTo>
                  <a:lnTo>
                    <a:pt x="0" y="47286"/>
                  </a:lnTo>
                  <a:lnTo>
                    <a:pt x="280745" y="47286"/>
                  </a:lnTo>
                  <a:lnTo>
                    <a:pt x="280745" y="0"/>
                  </a:lnTo>
                  <a:close/>
                </a:path>
              </a:pathLst>
            </a:custGeom>
            <a:solidFill>
              <a:srgbClr val="AC92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8" name="object 238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478224" y="5517227"/>
              <a:ext cx="1063815" cy="2602961"/>
            </a:xfrm>
            <a:prstGeom prst="rect">
              <a:avLst/>
            </a:prstGeom>
          </p:spPr>
        </p:pic>
      </p:grpSp>
      <p:grpSp>
        <p:nvGrpSpPr>
          <p:cNvPr id="239" name="object 239" descr=""/>
          <p:cNvGrpSpPr/>
          <p:nvPr/>
        </p:nvGrpSpPr>
        <p:grpSpPr>
          <a:xfrm>
            <a:off x="1393465" y="6866304"/>
            <a:ext cx="824865" cy="1121410"/>
            <a:chOff x="1393465" y="6866304"/>
            <a:chExt cx="824865" cy="1121410"/>
          </a:xfrm>
        </p:grpSpPr>
        <p:sp>
          <p:nvSpPr>
            <p:cNvPr id="240" name="object 240" descr=""/>
            <p:cNvSpPr/>
            <p:nvPr/>
          </p:nvSpPr>
          <p:spPr>
            <a:xfrm>
              <a:off x="1393465" y="6866304"/>
              <a:ext cx="824865" cy="1019175"/>
            </a:xfrm>
            <a:custGeom>
              <a:avLst/>
              <a:gdLst/>
              <a:ahLst/>
              <a:cxnLst/>
              <a:rect l="l" t="t" r="r" b="b"/>
              <a:pathLst>
                <a:path w="824864" h="1019175">
                  <a:moveTo>
                    <a:pt x="824257" y="0"/>
                  </a:moveTo>
                  <a:lnTo>
                    <a:pt x="0" y="0"/>
                  </a:lnTo>
                  <a:lnTo>
                    <a:pt x="0" y="1019078"/>
                  </a:lnTo>
                  <a:lnTo>
                    <a:pt x="824257" y="1019078"/>
                  </a:lnTo>
                  <a:lnTo>
                    <a:pt x="824257" y="0"/>
                  </a:lnTo>
                  <a:close/>
                </a:path>
              </a:pathLst>
            </a:custGeom>
            <a:solidFill>
              <a:srgbClr val="EBE8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416583" y="6888791"/>
              <a:ext cx="782320" cy="975994"/>
            </a:xfrm>
            <a:custGeom>
              <a:avLst/>
              <a:gdLst/>
              <a:ahLst/>
              <a:cxnLst/>
              <a:rect l="l" t="t" r="r" b="b"/>
              <a:pathLst>
                <a:path w="782319" h="975995">
                  <a:moveTo>
                    <a:pt x="782307" y="754621"/>
                  </a:moveTo>
                  <a:lnTo>
                    <a:pt x="0" y="754621"/>
                  </a:lnTo>
                  <a:lnTo>
                    <a:pt x="0" y="975614"/>
                  </a:lnTo>
                  <a:lnTo>
                    <a:pt x="782307" y="975614"/>
                  </a:lnTo>
                  <a:lnTo>
                    <a:pt x="782307" y="754621"/>
                  </a:lnTo>
                  <a:close/>
                </a:path>
                <a:path w="782319" h="975995">
                  <a:moveTo>
                    <a:pt x="782307" y="503072"/>
                  </a:moveTo>
                  <a:lnTo>
                    <a:pt x="0" y="503072"/>
                  </a:lnTo>
                  <a:lnTo>
                    <a:pt x="0" y="724077"/>
                  </a:lnTo>
                  <a:lnTo>
                    <a:pt x="782307" y="724077"/>
                  </a:lnTo>
                  <a:lnTo>
                    <a:pt x="782307" y="503072"/>
                  </a:lnTo>
                  <a:close/>
                </a:path>
                <a:path w="782319" h="975995">
                  <a:moveTo>
                    <a:pt x="782307" y="251536"/>
                  </a:moveTo>
                  <a:lnTo>
                    <a:pt x="0" y="251536"/>
                  </a:lnTo>
                  <a:lnTo>
                    <a:pt x="0" y="472541"/>
                  </a:lnTo>
                  <a:lnTo>
                    <a:pt x="782307" y="472541"/>
                  </a:lnTo>
                  <a:lnTo>
                    <a:pt x="782307" y="251536"/>
                  </a:lnTo>
                  <a:close/>
                </a:path>
                <a:path w="782319" h="975995">
                  <a:moveTo>
                    <a:pt x="782307" y="0"/>
                  </a:moveTo>
                  <a:lnTo>
                    <a:pt x="0" y="0"/>
                  </a:lnTo>
                  <a:lnTo>
                    <a:pt x="0" y="221005"/>
                  </a:lnTo>
                  <a:lnTo>
                    <a:pt x="782307" y="221005"/>
                  </a:lnTo>
                  <a:lnTo>
                    <a:pt x="782307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715249" y="6992931"/>
              <a:ext cx="160655" cy="761365"/>
            </a:xfrm>
            <a:custGeom>
              <a:avLst/>
              <a:gdLst/>
              <a:ahLst/>
              <a:cxnLst/>
              <a:rect l="l" t="t" r="r" b="b"/>
              <a:pathLst>
                <a:path w="160655" h="761365">
                  <a:moveTo>
                    <a:pt x="160350" y="736739"/>
                  </a:moveTo>
                  <a:lnTo>
                    <a:pt x="0" y="736739"/>
                  </a:lnTo>
                  <a:lnTo>
                    <a:pt x="0" y="761352"/>
                  </a:lnTo>
                  <a:lnTo>
                    <a:pt x="160350" y="761352"/>
                  </a:lnTo>
                  <a:lnTo>
                    <a:pt x="160350" y="736739"/>
                  </a:lnTo>
                  <a:close/>
                </a:path>
                <a:path w="160655" h="761365">
                  <a:moveTo>
                    <a:pt x="160350" y="491159"/>
                  </a:moveTo>
                  <a:lnTo>
                    <a:pt x="0" y="491159"/>
                  </a:lnTo>
                  <a:lnTo>
                    <a:pt x="0" y="515772"/>
                  </a:lnTo>
                  <a:lnTo>
                    <a:pt x="160350" y="515772"/>
                  </a:lnTo>
                  <a:lnTo>
                    <a:pt x="160350" y="491159"/>
                  </a:lnTo>
                  <a:close/>
                </a:path>
                <a:path w="160655" h="761365">
                  <a:moveTo>
                    <a:pt x="160350" y="245592"/>
                  </a:moveTo>
                  <a:lnTo>
                    <a:pt x="0" y="245592"/>
                  </a:lnTo>
                  <a:lnTo>
                    <a:pt x="0" y="270205"/>
                  </a:lnTo>
                  <a:lnTo>
                    <a:pt x="160350" y="270205"/>
                  </a:lnTo>
                  <a:lnTo>
                    <a:pt x="160350" y="245592"/>
                  </a:lnTo>
                  <a:close/>
                </a:path>
                <a:path w="160655" h="761365">
                  <a:moveTo>
                    <a:pt x="160350" y="0"/>
                  </a:moveTo>
                  <a:lnTo>
                    <a:pt x="0" y="0"/>
                  </a:lnTo>
                  <a:lnTo>
                    <a:pt x="0" y="24625"/>
                  </a:lnTo>
                  <a:lnTo>
                    <a:pt x="160350" y="24625"/>
                  </a:lnTo>
                  <a:lnTo>
                    <a:pt x="160350" y="0"/>
                  </a:lnTo>
                  <a:close/>
                </a:path>
              </a:pathLst>
            </a:custGeom>
            <a:solidFill>
              <a:srgbClr val="C2BE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426438" y="7885385"/>
              <a:ext cx="749935" cy="31115"/>
            </a:xfrm>
            <a:custGeom>
              <a:avLst/>
              <a:gdLst/>
              <a:ahLst/>
              <a:cxnLst/>
              <a:rect l="l" t="t" r="r" b="b"/>
              <a:pathLst>
                <a:path w="749935" h="31115">
                  <a:moveTo>
                    <a:pt x="116903" y="0"/>
                  </a:moveTo>
                  <a:lnTo>
                    <a:pt x="0" y="0"/>
                  </a:lnTo>
                  <a:lnTo>
                    <a:pt x="0" y="15481"/>
                  </a:lnTo>
                  <a:lnTo>
                    <a:pt x="0" y="30975"/>
                  </a:lnTo>
                  <a:lnTo>
                    <a:pt x="116903" y="30975"/>
                  </a:lnTo>
                  <a:lnTo>
                    <a:pt x="116903" y="15481"/>
                  </a:lnTo>
                  <a:lnTo>
                    <a:pt x="116903" y="0"/>
                  </a:lnTo>
                  <a:close/>
                </a:path>
                <a:path w="749935" h="31115">
                  <a:moveTo>
                    <a:pt x="749325" y="0"/>
                  </a:moveTo>
                  <a:lnTo>
                    <a:pt x="632434" y="0"/>
                  </a:lnTo>
                  <a:lnTo>
                    <a:pt x="632434" y="15481"/>
                  </a:lnTo>
                  <a:lnTo>
                    <a:pt x="632434" y="30975"/>
                  </a:lnTo>
                  <a:lnTo>
                    <a:pt x="749325" y="30975"/>
                  </a:lnTo>
                  <a:lnTo>
                    <a:pt x="749325" y="15481"/>
                  </a:lnTo>
                  <a:lnTo>
                    <a:pt x="749325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441678" y="7900866"/>
              <a:ext cx="719455" cy="86995"/>
            </a:xfrm>
            <a:custGeom>
              <a:avLst/>
              <a:gdLst/>
              <a:ahLst/>
              <a:cxnLst/>
              <a:rect l="l" t="t" r="r" b="b"/>
              <a:pathLst>
                <a:path w="719455" h="86995">
                  <a:moveTo>
                    <a:pt x="86423" y="0"/>
                  </a:moveTo>
                  <a:lnTo>
                    <a:pt x="0" y="0"/>
                  </a:lnTo>
                  <a:lnTo>
                    <a:pt x="0" y="86436"/>
                  </a:lnTo>
                  <a:lnTo>
                    <a:pt x="86423" y="86436"/>
                  </a:lnTo>
                  <a:lnTo>
                    <a:pt x="86423" y="0"/>
                  </a:lnTo>
                  <a:close/>
                </a:path>
                <a:path w="719455" h="86995">
                  <a:moveTo>
                    <a:pt x="718858" y="0"/>
                  </a:moveTo>
                  <a:lnTo>
                    <a:pt x="632421" y="0"/>
                  </a:lnTo>
                  <a:lnTo>
                    <a:pt x="632421" y="86436"/>
                  </a:lnTo>
                  <a:lnTo>
                    <a:pt x="718858" y="86436"/>
                  </a:lnTo>
                  <a:lnTo>
                    <a:pt x="718858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5" name="object 245" descr=""/>
          <p:cNvGrpSpPr/>
          <p:nvPr/>
        </p:nvGrpSpPr>
        <p:grpSpPr>
          <a:xfrm>
            <a:off x="11337654" y="3595689"/>
            <a:ext cx="3302000" cy="2818765"/>
            <a:chOff x="11337654" y="3595689"/>
            <a:chExt cx="3302000" cy="2818765"/>
          </a:xfrm>
        </p:grpSpPr>
        <p:sp>
          <p:nvSpPr>
            <p:cNvPr id="246" name="object 246" descr=""/>
            <p:cNvSpPr/>
            <p:nvPr/>
          </p:nvSpPr>
          <p:spPr>
            <a:xfrm>
              <a:off x="13535635" y="4442021"/>
              <a:ext cx="650875" cy="135890"/>
            </a:xfrm>
            <a:custGeom>
              <a:avLst/>
              <a:gdLst/>
              <a:ahLst/>
              <a:cxnLst/>
              <a:rect l="l" t="t" r="r" b="b"/>
              <a:pathLst>
                <a:path w="650875" h="135889">
                  <a:moveTo>
                    <a:pt x="650639" y="0"/>
                  </a:moveTo>
                  <a:lnTo>
                    <a:pt x="0" y="471"/>
                  </a:lnTo>
                  <a:lnTo>
                    <a:pt x="104" y="135660"/>
                  </a:lnTo>
                  <a:lnTo>
                    <a:pt x="650744" y="135189"/>
                  </a:lnTo>
                  <a:lnTo>
                    <a:pt x="650639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7" name="object 247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3935842" y="4472559"/>
              <a:ext cx="170905" cy="74364"/>
            </a:xfrm>
            <a:prstGeom prst="rect">
              <a:avLst/>
            </a:prstGeom>
          </p:spPr>
        </p:pic>
        <p:sp>
          <p:nvSpPr>
            <p:cNvPr id="248" name="object 248" descr=""/>
            <p:cNvSpPr/>
            <p:nvPr/>
          </p:nvSpPr>
          <p:spPr>
            <a:xfrm>
              <a:off x="13535739" y="4587801"/>
              <a:ext cx="650875" cy="135890"/>
            </a:xfrm>
            <a:custGeom>
              <a:avLst/>
              <a:gdLst/>
              <a:ahLst/>
              <a:cxnLst/>
              <a:rect l="l" t="t" r="r" b="b"/>
              <a:pathLst>
                <a:path w="650875" h="135889">
                  <a:moveTo>
                    <a:pt x="650650" y="0"/>
                  </a:moveTo>
                  <a:lnTo>
                    <a:pt x="0" y="460"/>
                  </a:lnTo>
                  <a:lnTo>
                    <a:pt x="104" y="135650"/>
                  </a:lnTo>
                  <a:lnTo>
                    <a:pt x="650744" y="135189"/>
                  </a:lnTo>
                  <a:lnTo>
                    <a:pt x="650650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9" name="object 24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935950" y="4618330"/>
              <a:ext cx="170895" cy="74364"/>
            </a:xfrm>
            <a:prstGeom prst="rect">
              <a:avLst/>
            </a:prstGeom>
          </p:spPr>
        </p:pic>
        <p:sp>
          <p:nvSpPr>
            <p:cNvPr id="250" name="object 250" descr=""/>
            <p:cNvSpPr/>
            <p:nvPr/>
          </p:nvSpPr>
          <p:spPr>
            <a:xfrm>
              <a:off x="13535844" y="4733569"/>
              <a:ext cx="650875" cy="135890"/>
            </a:xfrm>
            <a:custGeom>
              <a:avLst/>
              <a:gdLst/>
              <a:ahLst/>
              <a:cxnLst/>
              <a:rect l="l" t="t" r="r" b="b"/>
              <a:pathLst>
                <a:path w="650875" h="135889">
                  <a:moveTo>
                    <a:pt x="650650" y="0"/>
                  </a:moveTo>
                  <a:lnTo>
                    <a:pt x="0" y="471"/>
                  </a:lnTo>
                  <a:lnTo>
                    <a:pt x="104" y="135660"/>
                  </a:lnTo>
                  <a:lnTo>
                    <a:pt x="650734" y="135189"/>
                  </a:lnTo>
                  <a:lnTo>
                    <a:pt x="650650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1" name="object 251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936049" y="4764100"/>
              <a:ext cx="170905" cy="74364"/>
            </a:xfrm>
            <a:prstGeom prst="rect">
              <a:avLst/>
            </a:prstGeom>
          </p:spPr>
        </p:pic>
        <p:sp>
          <p:nvSpPr>
            <p:cNvPr id="252" name="object 252" descr=""/>
            <p:cNvSpPr/>
            <p:nvPr/>
          </p:nvSpPr>
          <p:spPr>
            <a:xfrm>
              <a:off x="14119140" y="3868185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40" h="53339">
                  <a:moveTo>
                    <a:pt x="52783" y="0"/>
                  </a:moveTo>
                  <a:lnTo>
                    <a:pt x="0" y="0"/>
                  </a:lnTo>
                  <a:lnTo>
                    <a:pt x="0" y="52794"/>
                  </a:lnTo>
                  <a:lnTo>
                    <a:pt x="52783" y="52794"/>
                  </a:lnTo>
                  <a:lnTo>
                    <a:pt x="52783" y="0"/>
                  </a:lnTo>
                  <a:close/>
                </a:path>
              </a:pathLst>
            </a:custGeom>
            <a:solidFill>
              <a:srgbClr val="414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13552290" y="3808395"/>
              <a:ext cx="535940" cy="60325"/>
            </a:xfrm>
            <a:custGeom>
              <a:avLst/>
              <a:gdLst/>
              <a:ahLst/>
              <a:cxnLst/>
              <a:rect l="l" t="t" r="r" b="b"/>
              <a:pathLst>
                <a:path w="535940" h="60325">
                  <a:moveTo>
                    <a:pt x="505607" y="0"/>
                  </a:moveTo>
                  <a:lnTo>
                    <a:pt x="29904" y="0"/>
                  </a:lnTo>
                  <a:lnTo>
                    <a:pt x="18292" y="2357"/>
                  </a:lnTo>
                  <a:lnTo>
                    <a:pt x="8783" y="8778"/>
                  </a:lnTo>
                  <a:lnTo>
                    <a:pt x="2359" y="18283"/>
                  </a:lnTo>
                  <a:lnTo>
                    <a:pt x="0" y="29894"/>
                  </a:lnTo>
                  <a:lnTo>
                    <a:pt x="2359" y="41505"/>
                  </a:lnTo>
                  <a:lnTo>
                    <a:pt x="8783" y="51010"/>
                  </a:lnTo>
                  <a:lnTo>
                    <a:pt x="18292" y="57431"/>
                  </a:lnTo>
                  <a:lnTo>
                    <a:pt x="29904" y="59788"/>
                  </a:lnTo>
                  <a:lnTo>
                    <a:pt x="505607" y="59788"/>
                  </a:lnTo>
                  <a:lnTo>
                    <a:pt x="517221" y="57431"/>
                  </a:lnTo>
                  <a:lnTo>
                    <a:pt x="526722" y="51010"/>
                  </a:lnTo>
                  <a:lnTo>
                    <a:pt x="533136" y="41505"/>
                  </a:lnTo>
                  <a:lnTo>
                    <a:pt x="535491" y="29894"/>
                  </a:lnTo>
                  <a:lnTo>
                    <a:pt x="533136" y="18283"/>
                  </a:lnTo>
                  <a:lnTo>
                    <a:pt x="526722" y="8778"/>
                  </a:lnTo>
                  <a:lnTo>
                    <a:pt x="517221" y="2357"/>
                  </a:lnTo>
                  <a:lnTo>
                    <a:pt x="505607" y="0"/>
                  </a:lnTo>
                  <a:close/>
                </a:path>
              </a:pathLst>
            </a:custGeom>
            <a:solidFill>
              <a:srgbClr val="E9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13528781" y="3783507"/>
              <a:ext cx="665480" cy="50165"/>
            </a:xfrm>
            <a:custGeom>
              <a:avLst/>
              <a:gdLst/>
              <a:ahLst/>
              <a:cxnLst/>
              <a:rect l="l" t="t" r="r" b="b"/>
              <a:pathLst>
                <a:path w="665480" h="50164">
                  <a:moveTo>
                    <a:pt x="664859" y="0"/>
                  </a:moveTo>
                  <a:lnTo>
                    <a:pt x="0" y="0"/>
                  </a:lnTo>
                  <a:lnTo>
                    <a:pt x="0" y="49799"/>
                  </a:lnTo>
                  <a:lnTo>
                    <a:pt x="664859" y="49799"/>
                  </a:lnTo>
                  <a:lnTo>
                    <a:pt x="664859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14087790" y="3833296"/>
              <a:ext cx="84455" cy="41910"/>
            </a:xfrm>
            <a:custGeom>
              <a:avLst/>
              <a:gdLst/>
              <a:ahLst/>
              <a:cxnLst/>
              <a:rect l="l" t="t" r="r" b="b"/>
              <a:pathLst>
                <a:path w="84455" h="41910">
                  <a:moveTo>
                    <a:pt x="84133" y="0"/>
                  </a:moveTo>
                  <a:lnTo>
                    <a:pt x="0" y="0"/>
                  </a:lnTo>
                  <a:lnTo>
                    <a:pt x="0" y="41632"/>
                  </a:lnTo>
                  <a:lnTo>
                    <a:pt x="84133" y="41632"/>
                  </a:lnTo>
                  <a:lnTo>
                    <a:pt x="84133" y="0"/>
                  </a:lnTo>
                  <a:close/>
                </a:path>
              </a:pathLst>
            </a:custGeom>
            <a:solidFill>
              <a:srgbClr val="414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4154556" y="3888553"/>
              <a:ext cx="469265" cy="488950"/>
            </a:xfrm>
            <a:custGeom>
              <a:avLst/>
              <a:gdLst/>
              <a:ahLst/>
              <a:cxnLst/>
              <a:rect l="l" t="t" r="r" b="b"/>
              <a:pathLst>
                <a:path w="469265" h="488950">
                  <a:moveTo>
                    <a:pt x="36218" y="0"/>
                  </a:moveTo>
                  <a:lnTo>
                    <a:pt x="0" y="40344"/>
                  </a:lnTo>
                  <a:lnTo>
                    <a:pt x="431882" y="488414"/>
                  </a:lnTo>
                  <a:lnTo>
                    <a:pt x="469200" y="458561"/>
                  </a:lnTo>
                  <a:lnTo>
                    <a:pt x="36218" y="0"/>
                  </a:lnTo>
                  <a:close/>
                </a:path>
              </a:pathLst>
            </a:custGeom>
            <a:solidFill>
              <a:srgbClr val="B9BA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4144637" y="3874941"/>
              <a:ext cx="495300" cy="1133475"/>
            </a:xfrm>
            <a:custGeom>
              <a:avLst/>
              <a:gdLst/>
              <a:ahLst/>
              <a:cxnLst/>
              <a:rect l="l" t="t" r="r" b="b"/>
              <a:pathLst>
                <a:path w="495300" h="1133475">
                  <a:moveTo>
                    <a:pt x="62407" y="31203"/>
                  </a:moveTo>
                  <a:lnTo>
                    <a:pt x="59956" y="19050"/>
                  </a:lnTo>
                  <a:lnTo>
                    <a:pt x="53276" y="9131"/>
                  </a:lnTo>
                  <a:lnTo>
                    <a:pt x="43357" y="2451"/>
                  </a:lnTo>
                  <a:lnTo>
                    <a:pt x="31191" y="0"/>
                  </a:lnTo>
                  <a:lnTo>
                    <a:pt x="19062" y="2451"/>
                  </a:lnTo>
                  <a:lnTo>
                    <a:pt x="9144" y="9131"/>
                  </a:lnTo>
                  <a:lnTo>
                    <a:pt x="2451" y="19050"/>
                  </a:lnTo>
                  <a:lnTo>
                    <a:pt x="0" y="31203"/>
                  </a:lnTo>
                  <a:lnTo>
                    <a:pt x="2451" y="43345"/>
                  </a:lnTo>
                  <a:lnTo>
                    <a:pt x="9144" y="53263"/>
                  </a:lnTo>
                  <a:lnTo>
                    <a:pt x="19062" y="59944"/>
                  </a:lnTo>
                  <a:lnTo>
                    <a:pt x="31191" y="62395"/>
                  </a:lnTo>
                  <a:lnTo>
                    <a:pt x="43357" y="59944"/>
                  </a:lnTo>
                  <a:lnTo>
                    <a:pt x="53276" y="53263"/>
                  </a:lnTo>
                  <a:lnTo>
                    <a:pt x="59956" y="43345"/>
                  </a:lnTo>
                  <a:lnTo>
                    <a:pt x="62407" y="31203"/>
                  </a:lnTo>
                  <a:close/>
                </a:path>
                <a:path w="495300" h="1133475">
                  <a:moveTo>
                    <a:pt x="190436" y="904341"/>
                  </a:moveTo>
                  <a:lnTo>
                    <a:pt x="161950" y="904341"/>
                  </a:lnTo>
                  <a:lnTo>
                    <a:pt x="161950" y="1133309"/>
                  </a:lnTo>
                  <a:lnTo>
                    <a:pt x="190436" y="1133309"/>
                  </a:lnTo>
                  <a:lnTo>
                    <a:pt x="190436" y="904341"/>
                  </a:lnTo>
                  <a:close/>
                </a:path>
                <a:path w="495300" h="1133475">
                  <a:moveTo>
                    <a:pt x="494715" y="495528"/>
                  </a:moveTo>
                  <a:lnTo>
                    <a:pt x="492264" y="483374"/>
                  </a:lnTo>
                  <a:lnTo>
                    <a:pt x="485571" y="473456"/>
                  </a:lnTo>
                  <a:lnTo>
                    <a:pt x="475653" y="466763"/>
                  </a:lnTo>
                  <a:lnTo>
                    <a:pt x="463499" y="464312"/>
                  </a:lnTo>
                  <a:lnTo>
                    <a:pt x="451358" y="466763"/>
                  </a:lnTo>
                  <a:lnTo>
                    <a:pt x="441439" y="473456"/>
                  </a:lnTo>
                  <a:lnTo>
                    <a:pt x="435597" y="482104"/>
                  </a:lnTo>
                  <a:lnTo>
                    <a:pt x="405447" y="464324"/>
                  </a:lnTo>
                  <a:lnTo>
                    <a:pt x="62407" y="867295"/>
                  </a:lnTo>
                  <a:lnTo>
                    <a:pt x="115481" y="867295"/>
                  </a:lnTo>
                  <a:lnTo>
                    <a:pt x="432511" y="496608"/>
                  </a:lnTo>
                  <a:lnTo>
                    <a:pt x="434746" y="507682"/>
                  </a:lnTo>
                  <a:lnTo>
                    <a:pt x="436283" y="509981"/>
                  </a:lnTo>
                  <a:lnTo>
                    <a:pt x="131419" y="867295"/>
                  </a:lnTo>
                  <a:lnTo>
                    <a:pt x="189420" y="867295"/>
                  </a:lnTo>
                  <a:lnTo>
                    <a:pt x="476707" y="523570"/>
                  </a:lnTo>
                  <a:lnTo>
                    <a:pt x="485571" y="517601"/>
                  </a:lnTo>
                  <a:lnTo>
                    <a:pt x="492264" y="507682"/>
                  </a:lnTo>
                  <a:lnTo>
                    <a:pt x="492975" y="504101"/>
                  </a:lnTo>
                  <a:lnTo>
                    <a:pt x="494715" y="502031"/>
                  </a:lnTo>
                  <a:lnTo>
                    <a:pt x="493610" y="500989"/>
                  </a:lnTo>
                  <a:lnTo>
                    <a:pt x="494715" y="495528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8" name="object 258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4207049" y="4691988"/>
              <a:ext cx="186887" cy="329485"/>
            </a:xfrm>
            <a:prstGeom prst="rect">
              <a:avLst/>
            </a:prstGeom>
          </p:spPr>
        </p:pic>
        <p:sp>
          <p:nvSpPr>
            <p:cNvPr id="259" name="object 259" descr=""/>
            <p:cNvSpPr/>
            <p:nvPr/>
          </p:nvSpPr>
          <p:spPr>
            <a:xfrm>
              <a:off x="13238308" y="4669166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4" h="15875">
                  <a:moveTo>
                    <a:pt x="645718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45718" y="15277"/>
                  </a:lnTo>
                  <a:lnTo>
                    <a:pt x="645718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13222371" y="4684443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13238308" y="4699720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4" h="15875">
                  <a:moveTo>
                    <a:pt x="645718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45718" y="15277"/>
                  </a:lnTo>
                  <a:lnTo>
                    <a:pt x="645718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13222361" y="4714997"/>
              <a:ext cx="645160" cy="15875"/>
            </a:xfrm>
            <a:custGeom>
              <a:avLst/>
              <a:gdLst/>
              <a:ahLst/>
              <a:cxnLst/>
              <a:rect l="l" t="t" r="r" b="b"/>
              <a:pathLst>
                <a:path w="645159" h="15875">
                  <a:moveTo>
                    <a:pt x="645132" y="0"/>
                  </a:moveTo>
                  <a:lnTo>
                    <a:pt x="0" y="0"/>
                  </a:lnTo>
                  <a:lnTo>
                    <a:pt x="0" y="15287"/>
                  </a:lnTo>
                  <a:lnTo>
                    <a:pt x="645132" y="15287"/>
                  </a:lnTo>
                  <a:lnTo>
                    <a:pt x="645132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13222371" y="4730285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13238308" y="4745562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4" h="15875">
                  <a:moveTo>
                    <a:pt x="645718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45718" y="15277"/>
                  </a:lnTo>
                  <a:lnTo>
                    <a:pt x="645718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13222371" y="4760828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13238308" y="4776116"/>
              <a:ext cx="660400" cy="15875"/>
            </a:xfrm>
            <a:custGeom>
              <a:avLst/>
              <a:gdLst/>
              <a:ahLst/>
              <a:cxnLst/>
              <a:rect l="l" t="t" r="r" b="b"/>
              <a:pathLst>
                <a:path w="660400" h="15875">
                  <a:moveTo>
                    <a:pt x="659854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9854" y="15277"/>
                  </a:lnTo>
                  <a:lnTo>
                    <a:pt x="659854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3222371" y="4791382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3222371" y="4806670"/>
              <a:ext cx="661670" cy="15875"/>
            </a:xfrm>
            <a:custGeom>
              <a:avLst/>
              <a:gdLst/>
              <a:ahLst/>
              <a:cxnLst/>
              <a:rect l="l" t="t" r="r" b="b"/>
              <a:pathLst>
                <a:path w="661669" h="15875">
                  <a:moveTo>
                    <a:pt x="661655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61655" y="15277"/>
                  </a:lnTo>
                  <a:lnTo>
                    <a:pt x="661655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3234968" y="4821936"/>
              <a:ext cx="622300" cy="15875"/>
            </a:xfrm>
            <a:custGeom>
              <a:avLst/>
              <a:gdLst/>
              <a:ahLst/>
              <a:cxnLst/>
              <a:rect l="l" t="t" r="r" b="b"/>
              <a:pathLst>
                <a:path w="622300" h="15875">
                  <a:moveTo>
                    <a:pt x="621865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21865" y="15277"/>
                  </a:lnTo>
                  <a:lnTo>
                    <a:pt x="621865" y="0"/>
                  </a:lnTo>
                  <a:close/>
                </a:path>
              </a:pathLst>
            </a:custGeom>
            <a:solidFill>
              <a:srgbClr val="4F45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13222371" y="4837213"/>
              <a:ext cx="661670" cy="15875"/>
            </a:xfrm>
            <a:custGeom>
              <a:avLst/>
              <a:gdLst/>
              <a:ahLst/>
              <a:cxnLst/>
              <a:rect l="l" t="t" r="r" b="b"/>
              <a:pathLst>
                <a:path w="661669" h="15875">
                  <a:moveTo>
                    <a:pt x="661655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61655" y="15277"/>
                  </a:lnTo>
                  <a:lnTo>
                    <a:pt x="661655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3250360" y="4852491"/>
              <a:ext cx="633730" cy="15240"/>
            </a:xfrm>
            <a:custGeom>
              <a:avLst/>
              <a:gdLst/>
              <a:ahLst/>
              <a:cxnLst/>
              <a:rect l="l" t="t" r="r" b="b"/>
              <a:pathLst>
                <a:path w="633730" h="15239">
                  <a:moveTo>
                    <a:pt x="0" y="15025"/>
                  </a:moveTo>
                  <a:lnTo>
                    <a:pt x="633666" y="15025"/>
                  </a:lnTo>
                  <a:lnTo>
                    <a:pt x="633666" y="0"/>
                  </a:lnTo>
                  <a:lnTo>
                    <a:pt x="0" y="0"/>
                  </a:lnTo>
                  <a:lnTo>
                    <a:pt x="0" y="1502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2" name="object 272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1864024" y="3595689"/>
              <a:ext cx="1224393" cy="2818562"/>
            </a:xfrm>
            <a:prstGeom prst="rect">
              <a:avLst/>
            </a:prstGeom>
          </p:spPr>
        </p:pic>
        <p:sp>
          <p:nvSpPr>
            <p:cNvPr id="273" name="object 273" descr=""/>
            <p:cNvSpPr/>
            <p:nvPr/>
          </p:nvSpPr>
          <p:spPr>
            <a:xfrm>
              <a:off x="11337654" y="4867516"/>
              <a:ext cx="2970530" cy="71755"/>
            </a:xfrm>
            <a:custGeom>
              <a:avLst/>
              <a:gdLst/>
              <a:ahLst/>
              <a:cxnLst/>
              <a:rect l="l" t="t" r="r" b="b"/>
              <a:pathLst>
                <a:path w="2970530" h="71754">
                  <a:moveTo>
                    <a:pt x="2970349" y="0"/>
                  </a:moveTo>
                  <a:lnTo>
                    <a:pt x="0" y="0"/>
                  </a:lnTo>
                  <a:lnTo>
                    <a:pt x="0" y="71327"/>
                  </a:lnTo>
                  <a:lnTo>
                    <a:pt x="2970349" y="71327"/>
                  </a:lnTo>
                  <a:lnTo>
                    <a:pt x="2970349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11370266" y="5488244"/>
              <a:ext cx="410845" cy="809625"/>
            </a:xfrm>
            <a:custGeom>
              <a:avLst/>
              <a:gdLst/>
              <a:ahLst/>
              <a:cxnLst/>
              <a:rect l="l" t="t" r="r" b="b"/>
              <a:pathLst>
                <a:path w="410845" h="809625">
                  <a:moveTo>
                    <a:pt x="382700" y="0"/>
                  </a:moveTo>
                  <a:lnTo>
                    <a:pt x="27507" y="0"/>
                  </a:lnTo>
                  <a:lnTo>
                    <a:pt x="16825" y="2173"/>
                  </a:lnTo>
                  <a:lnTo>
                    <a:pt x="8079" y="8090"/>
                  </a:lnTo>
                  <a:lnTo>
                    <a:pt x="2170" y="16843"/>
                  </a:lnTo>
                  <a:lnTo>
                    <a:pt x="0" y="27527"/>
                  </a:lnTo>
                  <a:lnTo>
                    <a:pt x="0" y="781641"/>
                  </a:lnTo>
                  <a:lnTo>
                    <a:pt x="2170" y="792322"/>
                  </a:lnTo>
                  <a:lnTo>
                    <a:pt x="8079" y="801068"/>
                  </a:lnTo>
                  <a:lnTo>
                    <a:pt x="16825" y="806977"/>
                  </a:lnTo>
                  <a:lnTo>
                    <a:pt x="27507" y="809148"/>
                  </a:lnTo>
                  <a:lnTo>
                    <a:pt x="382700" y="809148"/>
                  </a:lnTo>
                  <a:lnTo>
                    <a:pt x="393384" y="806977"/>
                  </a:lnTo>
                  <a:lnTo>
                    <a:pt x="402138" y="801068"/>
                  </a:lnTo>
                  <a:lnTo>
                    <a:pt x="408054" y="792322"/>
                  </a:lnTo>
                  <a:lnTo>
                    <a:pt x="410228" y="781641"/>
                  </a:lnTo>
                  <a:lnTo>
                    <a:pt x="410228" y="27527"/>
                  </a:lnTo>
                  <a:lnTo>
                    <a:pt x="408054" y="16843"/>
                  </a:lnTo>
                  <a:lnTo>
                    <a:pt x="402138" y="8090"/>
                  </a:lnTo>
                  <a:lnTo>
                    <a:pt x="393384" y="2173"/>
                  </a:lnTo>
                  <a:lnTo>
                    <a:pt x="382700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11424740" y="5537381"/>
              <a:ext cx="295910" cy="25400"/>
            </a:xfrm>
            <a:custGeom>
              <a:avLst/>
              <a:gdLst/>
              <a:ahLst/>
              <a:cxnLst/>
              <a:rect l="l" t="t" r="r" b="b"/>
              <a:pathLst>
                <a:path w="295909" h="25400">
                  <a:moveTo>
                    <a:pt x="295603" y="0"/>
                  </a:moveTo>
                  <a:lnTo>
                    <a:pt x="0" y="0"/>
                  </a:lnTo>
                  <a:lnTo>
                    <a:pt x="0" y="25067"/>
                  </a:lnTo>
                  <a:lnTo>
                    <a:pt x="295603" y="25067"/>
                  </a:lnTo>
                  <a:lnTo>
                    <a:pt x="295603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6" name="object 276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1660408" y="5909293"/>
              <a:ext cx="67945" cy="67945"/>
            </a:xfrm>
            <a:prstGeom prst="rect">
              <a:avLst/>
            </a:prstGeom>
          </p:spPr>
        </p:pic>
        <p:sp>
          <p:nvSpPr>
            <p:cNvPr id="277" name="object 277" descr=""/>
            <p:cNvSpPr/>
            <p:nvPr/>
          </p:nvSpPr>
          <p:spPr>
            <a:xfrm>
              <a:off x="11548370" y="5928599"/>
              <a:ext cx="48895" cy="48895"/>
            </a:xfrm>
            <a:custGeom>
              <a:avLst/>
              <a:gdLst/>
              <a:ahLst/>
              <a:cxnLst/>
              <a:rect l="l" t="t" r="r" b="b"/>
              <a:pathLst>
                <a:path w="48895" h="48895">
                  <a:moveTo>
                    <a:pt x="24323" y="0"/>
                  </a:moveTo>
                  <a:lnTo>
                    <a:pt x="14860" y="1911"/>
                  </a:lnTo>
                  <a:lnTo>
                    <a:pt x="7128" y="7124"/>
                  </a:lnTo>
                  <a:lnTo>
                    <a:pt x="1912" y="14855"/>
                  </a:lnTo>
                  <a:lnTo>
                    <a:pt x="0" y="24323"/>
                  </a:lnTo>
                  <a:lnTo>
                    <a:pt x="1912" y="33785"/>
                  </a:lnTo>
                  <a:lnTo>
                    <a:pt x="7128" y="41514"/>
                  </a:lnTo>
                  <a:lnTo>
                    <a:pt x="14860" y="46725"/>
                  </a:lnTo>
                  <a:lnTo>
                    <a:pt x="24323" y="48637"/>
                  </a:lnTo>
                  <a:lnTo>
                    <a:pt x="33785" y="46725"/>
                  </a:lnTo>
                  <a:lnTo>
                    <a:pt x="41514" y="41514"/>
                  </a:lnTo>
                  <a:lnTo>
                    <a:pt x="46725" y="33785"/>
                  </a:lnTo>
                  <a:lnTo>
                    <a:pt x="48637" y="24323"/>
                  </a:lnTo>
                  <a:lnTo>
                    <a:pt x="46725" y="14855"/>
                  </a:lnTo>
                  <a:lnTo>
                    <a:pt x="41514" y="7124"/>
                  </a:lnTo>
                  <a:lnTo>
                    <a:pt x="33785" y="1911"/>
                  </a:lnTo>
                  <a:lnTo>
                    <a:pt x="24323" y="0"/>
                  </a:lnTo>
                  <a:close/>
                </a:path>
              </a:pathLst>
            </a:custGeom>
            <a:solidFill>
              <a:srgbClr val="7687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11396542" y="6020068"/>
              <a:ext cx="357505" cy="255270"/>
            </a:xfrm>
            <a:custGeom>
              <a:avLst/>
              <a:gdLst/>
              <a:ahLst/>
              <a:cxnLst/>
              <a:rect l="l" t="t" r="r" b="b"/>
              <a:pathLst>
                <a:path w="357504" h="255270">
                  <a:moveTo>
                    <a:pt x="357298" y="0"/>
                  </a:moveTo>
                  <a:lnTo>
                    <a:pt x="0" y="0"/>
                  </a:lnTo>
                  <a:lnTo>
                    <a:pt x="0" y="255238"/>
                  </a:lnTo>
                  <a:lnTo>
                    <a:pt x="357298" y="255238"/>
                  </a:lnTo>
                  <a:lnTo>
                    <a:pt x="357298" y="0"/>
                  </a:lnTo>
                  <a:close/>
                </a:path>
              </a:pathLst>
            </a:custGeom>
            <a:solidFill>
              <a:srgbClr val="515D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11396523" y="6037293"/>
              <a:ext cx="357505" cy="224154"/>
            </a:xfrm>
            <a:custGeom>
              <a:avLst/>
              <a:gdLst/>
              <a:ahLst/>
              <a:cxnLst/>
              <a:rect l="l" t="t" r="r" b="b"/>
              <a:pathLst>
                <a:path w="357504" h="224154">
                  <a:moveTo>
                    <a:pt x="357301" y="211569"/>
                  </a:moveTo>
                  <a:lnTo>
                    <a:pt x="0" y="211569"/>
                  </a:lnTo>
                  <a:lnTo>
                    <a:pt x="0" y="224116"/>
                  </a:lnTo>
                  <a:lnTo>
                    <a:pt x="357301" y="224116"/>
                  </a:lnTo>
                  <a:lnTo>
                    <a:pt x="357301" y="211569"/>
                  </a:lnTo>
                  <a:close/>
                </a:path>
                <a:path w="357504" h="224154">
                  <a:moveTo>
                    <a:pt x="357301" y="188061"/>
                  </a:moveTo>
                  <a:lnTo>
                    <a:pt x="0" y="188061"/>
                  </a:lnTo>
                  <a:lnTo>
                    <a:pt x="0" y="200609"/>
                  </a:lnTo>
                  <a:lnTo>
                    <a:pt x="357301" y="200609"/>
                  </a:lnTo>
                  <a:lnTo>
                    <a:pt x="357301" y="188061"/>
                  </a:lnTo>
                  <a:close/>
                </a:path>
                <a:path w="357504" h="224154">
                  <a:moveTo>
                    <a:pt x="357301" y="164553"/>
                  </a:moveTo>
                  <a:lnTo>
                    <a:pt x="0" y="164553"/>
                  </a:lnTo>
                  <a:lnTo>
                    <a:pt x="0" y="177101"/>
                  </a:lnTo>
                  <a:lnTo>
                    <a:pt x="357301" y="177101"/>
                  </a:lnTo>
                  <a:lnTo>
                    <a:pt x="357301" y="164553"/>
                  </a:lnTo>
                  <a:close/>
                </a:path>
                <a:path w="357504" h="224154">
                  <a:moveTo>
                    <a:pt x="357301" y="141046"/>
                  </a:moveTo>
                  <a:lnTo>
                    <a:pt x="0" y="141046"/>
                  </a:lnTo>
                  <a:lnTo>
                    <a:pt x="0" y="153593"/>
                  </a:lnTo>
                  <a:lnTo>
                    <a:pt x="357301" y="153593"/>
                  </a:lnTo>
                  <a:lnTo>
                    <a:pt x="357301" y="141046"/>
                  </a:lnTo>
                  <a:close/>
                </a:path>
                <a:path w="357504" h="224154">
                  <a:moveTo>
                    <a:pt x="357301" y="117538"/>
                  </a:moveTo>
                  <a:lnTo>
                    <a:pt x="0" y="117538"/>
                  </a:lnTo>
                  <a:lnTo>
                    <a:pt x="0" y="130086"/>
                  </a:lnTo>
                  <a:lnTo>
                    <a:pt x="357301" y="130086"/>
                  </a:lnTo>
                  <a:lnTo>
                    <a:pt x="357301" y="117538"/>
                  </a:lnTo>
                  <a:close/>
                </a:path>
                <a:path w="357504" h="224154">
                  <a:moveTo>
                    <a:pt x="357301" y="94043"/>
                  </a:moveTo>
                  <a:lnTo>
                    <a:pt x="0" y="94043"/>
                  </a:lnTo>
                  <a:lnTo>
                    <a:pt x="0" y="106578"/>
                  </a:lnTo>
                  <a:lnTo>
                    <a:pt x="357301" y="106578"/>
                  </a:lnTo>
                  <a:lnTo>
                    <a:pt x="357301" y="94043"/>
                  </a:lnTo>
                  <a:close/>
                </a:path>
                <a:path w="357504" h="224154">
                  <a:moveTo>
                    <a:pt x="357301" y="70523"/>
                  </a:moveTo>
                  <a:lnTo>
                    <a:pt x="0" y="70523"/>
                  </a:lnTo>
                  <a:lnTo>
                    <a:pt x="0" y="83070"/>
                  </a:lnTo>
                  <a:lnTo>
                    <a:pt x="357301" y="83070"/>
                  </a:lnTo>
                  <a:lnTo>
                    <a:pt x="357301" y="70523"/>
                  </a:lnTo>
                  <a:close/>
                </a:path>
                <a:path w="357504" h="224154">
                  <a:moveTo>
                    <a:pt x="357301" y="47015"/>
                  </a:moveTo>
                  <a:lnTo>
                    <a:pt x="0" y="47015"/>
                  </a:lnTo>
                  <a:lnTo>
                    <a:pt x="0" y="59563"/>
                  </a:lnTo>
                  <a:lnTo>
                    <a:pt x="357301" y="59563"/>
                  </a:lnTo>
                  <a:lnTo>
                    <a:pt x="357301" y="47015"/>
                  </a:lnTo>
                  <a:close/>
                </a:path>
                <a:path w="357504" h="224154">
                  <a:moveTo>
                    <a:pt x="357301" y="23507"/>
                  </a:moveTo>
                  <a:lnTo>
                    <a:pt x="0" y="23507"/>
                  </a:lnTo>
                  <a:lnTo>
                    <a:pt x="0" y="36055"/>
                  </a:lnTo>
                  <a:lnTo>
                    <a:pt x="357301" y="36055"/>
                  </a:lnTo>
                  <a:lnTo>
                    <a:pt x="357301" y="23507"/>
                  </a:lnTo>
                  <a:close/>
                </a:path>
                <a:path w="357504" h="224154">
                  <a:moveTo>
                    <a:pt x="357301" y="0"/>
                  </a:moveTo>
                  <a:lnTo>
                    <a:pt x="0" y="0"/>
                  </a:lnTo>
                  <a:lnTo>
                    <a:pt x="0" y="12547"/>
                  </a:lnTo>
                  <a:lnTo>
                    <a:pt x="357301" y="12547"/>
                  </a:lnTo>
                  <a:lnTo>
                    <a:pt x="357301" y="0"/>
                  </a:lnTo>
                  <a:close/>
                </a:path>
              </a:pathLst>
            </a:custGeom>
            <a:solidFill>
              <a:srgbClr val="606E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11424735" y="5596929"/>
              <a:ext cx="298450" cy="295910"/>
            </a:xfrm>
            <a:custGeom>
              <a:avLst/>
              <a:gdLst/>
              <a:ahLst/>
              <a:cxnLst/>
              <a:rect l="l" t="t" r="r" b="b"/>
              <a:pathLst>
                <a:path w="298450" h="295910">
                  <a:moveTo>
                    <a:pt x="298137" y="0"/>
                  </a:moveTo>
                  <a:lnTo>
                    <a:pt x="0" y="147314"/>
                  </a:lnTo>
                  <a:lnTo>
                    <a:pt x="0" y="295896"/>
                  </a:lnTo>
                  <a:lnTo>
                    <a:pt x="298137" y="295896"/>
                  </a:lnTo>
                  <a:lnTo>
                    <a:pt x="298137" y="0"/>
                  </a:lnTo>
                  <a:close/>
                </a:path>
              </a:pathLst>
            </a:custGeom>
            <a:solidFill>
              <a:srgbClr val="465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11504015" y="5601630"/>
              <a:ext cx="24765" cy="18415"/>
            </a:xfrm>
            <a:custGeom>
              <a:avLst/>
              <a:gdLst/>
              <a:ahLst/>
              <a:cxnLst/>
              <a:rect l="l" t="t" r="r" b="b"/>
              <a:pathLst>
                <a:path w="24765" h="18414">
                  <a:moveTo>
                    <a:pt x="0" y="18030"/>
                  </a:moveTo>
                  <a:lnTo>
                    <a:pt x="24543" y="18030"/>
                  </a:lnTo>
                  <a:lnTo>
                    <a:pt x="24543" y="0"/>
                  </a:lnTo>
                  <a:lnTo>
                    <a:pt x="0" y="0"/>
                  </a:lnTo>
                  <a:lnTo>
                    <a:pt x="0" y="1803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11406149" y="4938845"/>
              <a:ext cx="2838450" cy="1337945"/>
            </a:xfrm>
            <a:custGeom>
              <a:avLst/>
              <a:gdLst/>
              <a:ahLst/>
              <a:cxnLst/>
              <a:rect l="l" t="t" r="r" b="b"/>
              <a:pathLst>
                <a:path w="2838450" h="1337945">
                  <a:moveTo>
                    <a:pt x="97866" y="0"/>
                  </a:moveTo>
                  <a:lnTo>
                    <a:pt x="0" y="0"/>
                  </a:lnTo>
                  <a:lnTo>
                    <a:pt x="0" y="1337894"/>
                  </a:lnTo>
                  <a:lnTo>
                    <a:pt x="97866" y="1337894"/>
                  </a:lnTo>
                  <a:lnTo>
                    <a:pt x="97866" y="0"/>
                  </a:lnTo>
                  <a:close/>
                </a:path>
                <a:path w="2838450" h="1337945">
                  <a:moveTo>
                    <a:pt x="2838234" y="0"/>
                  </a:moveTo>
                  <a:lnTo>
                    <a:pt x="2740393" y="0"/>
                  </a:lnTo>
                  <a:lnTo>
                    <a:pt x="2740393" y="1337894"/>
                  </a:lnTo>
                  <a:lnTo>
                    <a:pt x="2838234" y="1337894"/>
                  </a:lnTo>
                  <a:lnTo>
                    <a:pt x="2838234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11406149" y="6276739"/>
              <a:ext cx="2838450" cy="28575"/>
            </a:xfrm>
            <a:custGeom>
              <a:avLst/>
              <a:gdLst/>
              <a:ahLst/>
              <a:cxnLst/>
              <a:rect l="l" t="t" r="r" b="b"/>
              <a:pathLst>
                <a:path w="2838450" h="28575">
                  <a:moveTo>
                    <a:pt x="97866" y="0"/>
                  </a:moveTo>
                  <a:lnTo>
                    <a:pt x="0" y="0"/>
                  </a:lnTo>
                  <a:lnTo>
                    <a:pt x="0" y="28016"/>
                  </a:lnTo>
                  <a:lnTo>
                    <a:pt x="97866" y="28016"/>
                  </a:lnTo>
                  <a:lnTo>
                    <a:pt x="97866" y="0"/>
                  </a:lnTo>
                  <a:close/>
                </a:path>
                <a:path w="2838450" h="28575">
                  <a:moveTo>
                    <a:pt x="2838234" y="0"/>
                  </a:moveTo>
                  <a:lnTo>
                    <a:pt x="2740393" y="0"/>
                  </a:lnTo>
                  <a:lnTo>
                    <a:pt x="2740393" y="28016"/>
                  </a:lnTo>
                  <a:lnTo>
                    <a:pt x="2838234" y="28016"/>
                  </a:lnTo>
                  <a:lnTo>
                    <a:pt x="2838234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11558869" y="4097582"/>
              <a:ext cx="119380" cy="589915"/>
            </a:xfrm>
            <a:custGeom>
              <a:avLst/>
              <a:gdLst/>
              <a:ahLst/>
              <a:cxnLst/>
              <a:rect l="l" t="t" r="r" b="b"/>
              <a:pathLst>
                <a:path w="119379" h="589914">
                  <a:moveTo>
                    <a:pt x="37203" y="0"/>
                  </a:moveTo>
                  <a:lnTo>
                    <a:pt x="38185" y="6614"/>
                  </a:lnTo>
                  <a:lnTo>
                    <a:pt x="39999" y="24935"/>
                  </a:lnTo>
                  <a:lnTo>
                    <a:pt x="40940" y="52677"/>
                  </a:lnTo>
                  <a:lnTo>
                    <a:pt x="39307" y="87557"/>
                  </a:lnTo>
                  <a:lnTo>
                    <a:pt x="34022" y="117384"/>
                  </a:lnTo>
                  <a:lnTo>
                    <a:pt x="24265" y="160781"/>
                  </a:lnTo>
                  <a:lnTo>
                    <a:pt x="13220" y="213217"/>
                  </a:lnTo>
                  <a:lnTo>
                    <a:pt x="4070" y="270163"/>
                  </a:lnTo>
                  <a:lnTo>
                    <a:pt x="0" y="327086"/>
                  </a:lnTo>
                  <a:lnTo>
                    <a:pt x="4192" y="379455"/>
                  </a:lnTo>
                  <a:lnTo>
                    <a:pt x="19832" y="422741"/>
                  </a:lnTo>
                  <a:lnTo>
                    <a:pt x="50457" y="474214"/>
                  </a:lnTo>
                  <a:lnTo>
                    <a:pt x="68581" y="508777"/>
                  </a:lnTo>
                  <a:lnTo>
                    <a:pt x="81331" y="542096"/>
                  </a:lnTo>
                  <a:lnTo>
                    <a:pt x="95829" y="589835"/>
                  </a:lnTo>
                  <a:lnTo>
                    <a:pt x="94600" y="543337"/>
                  </a:lnTo>
                  <a:lnTo>
                    <a:pt x="97109" y="491706"/>
                  </a:lnTo>
                  <a:lnTo>
                    <a:pt x="102023" y="436775"/>
                  </a:lnTo>
                  <a:lnTo>
                    <a:pt x="108012" y="380373"/>
                  </a:lnTo>
                  <a:lnTo>
                    <a:pt x="113744" y="324331"/>
                  </a:lnTo>
                  <a:lnTo>
                    <a:pt x="117887" y="270480"/>
                  </a:lnTo>
                  <a:lnTo>
                    <a:pt x="119109" y="220651"/>
                  </a:lnTo>
                  <a:lnTo>
                    <a:pt x="116080" y="176675"/>
                  </a:lnTo>
                  <a:lnTo>
                    <a:pt x="106454" y="113254"/>
                  </a:lnTo>
                  <a:lnTo>
                    <a:pt x="95030" y="73711"/>
                  </a:lnTo>
                  <a:lnTo>
                    <a:pt x="74411" y="41480"/>
                  </a:lnTo>
                  <a:lnTo>
                    <a:pt x="37203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11553112" y="4078538"/>
              <a:ext cx="131445" cy="666750"/>
            </a:xfrm>
            <a:custGeom>
              <a:avLst/>
              <a:gdLst/>
              <a:ahLst/>
              <a:cxnLst/>
              <a:rect l="l" t="t" r="r" b="b"/>
              <a:pathLst>
                <a:path w="131445" h="666750">
                  <a:moveTo>
                    <a:pt x="33450" y="0"/>
                  </a:moveTo>
                  <a:lnTo>
                    <a:pt x="37073" y="20114"/>
                  </a:lnTo>
                  <a:lnTo>
                    <a:pt x="38050" y="26840"/>
                  </a:lnTo>
                  <a:lnTo>
                    <a:pt x="39798" y="44938"/>
                  </a:lnTo>
                  <a:lnTo>
                    <a:pt x="40686" y="72110"/>
                  </a:lnTo>
                  <a:lnTo>
                    <a:pt x="39083" y="106059"/>
                  </a:lnTo>
                  <a:lnTo>
                    <a:pt x="37697" y="116091"/>
                  </a:lnTo>
                  <a:lnTo>
                    <a:pt x="35245" y="128901"/>
                  </a:lnTo>
                  <a:lnTo>
                    <a:pt x="31935" y="144217"/>
                  </a:lnTo>
                  <a:lnTo>
                    <a:pt x="27974" y="161764"/>
                  </a:lnTo>
                  <a:lnTo>
                    <a:pt x="18213" y="205835"/>
                  </a:lnTo>
                  <a:lnTo>
                    <a:pt x="8738" y="255591"/>
                  </a:lnTo>
                  <a:lnTo>
                    <a:pt x="1888" y="307702"/>
                  </a:lnTo>
                  <a:lnTo>
                    <a:pt x="0" y="358839"/>
                  </a:lnTo>
                  <a:lnTo>
                    <a:pt x="5410" y="405674"/>
                  </a:lnTo>
                  <a:lnTo>
                    <a:pt x="20456" y="444876"/>
                  </a:lnTo>
                  <a:lnTo>
                    <a:pt x="53848" y="506576"/>
                  </a:lnTo>
                  <a:lnTo>
                    <a:pt x="77305" y="559354"/>
                  </a:lnTo>
                  <a:lnTo>
                    <a:pt x="91184" y="596316"/>
                  </a:lnTo>
                  <a:lnTo>
                    <a:pt x="95846" y="610567"/>
                  </a:lnTo>
                  <a:lnTo>
                    <a:pt x="112306" y="666314"/>
                  </a:lnTo>
                  <a:lnTo>
                    <a:pt x="107563" y="608379"/>
                  </a:lnTo>
                  <a:lnTo>
                    <a:pt x="106491" y="569836"/>
                  </a:lnTo>
                  <a:lnTo>
                    <a:pt x="94296" y="569836"/>
                  </a:lnTo>
                  <a:lnTo>
                    <a:pt x="83503" y="542980"/>
                  </a:lnTo>
                  <a:lnTo>
                    <a:pt x="69357" y="511235"/>
                  </a:lnTo>
                  <a:lnTo>
                    <a:pt x="51792" y="476004"/>
                  </a:lnTo>
                  <a:lnTo>
                    <a:pt x="30738" y="438688"/>
                  </a:lnTo>
                  <a:lnTo>
                    <a:pt x="16685" y="401456"/>
                  </a:lnTo>
                  <a:lnTo>
                    <a:pt x="11837" y="356394"/>
                  </a:lnTo>
                  <a:lnTo>
                    <a:pt x="13952" y="306832"/>
                  </a:lnTo>
                  <a:lnTo>
                    <a:pt x="20788" y="256096"/>
                  </a:lnTo>
                  <a:lnTo>
                    <a:pt x="30105" y="207514"/>
                  </a:lnTo>
                  <a:lnTo>
                    <a:pt x="39659" y="164413"/>
                  </a:lnTo>
                  <a:lnTo>
                    <a:pt x="43695" y="146556"/>
                  </a:lnTo>
                  <a:lnTo>
                    <a:pt x="47074" y="130908"/>
                  </a:lnTo>
                  <a:lnTo>
                    <a:pt x="49591" y="117696"/>
                  </a:lnTo>
                  <a:lnTo>
                    <a:pt x="51041" y="107148"/>
                  </a:lnTo>
                  <a:lnTo>
                    <a:pt x="52377" y="86942"/>
                  </a:lnTo>
                  <a:lnTo>
                    <a:pt x="52642" y="72110"/>
                  </a:lnTo>
                  <a:lnTo>
                    <a:pt x="52590" y="64187"/>
                  </a:lnTo>
                  <a:lnTo>
                    <a:pt x="52296" y="52598"/>
                  </a:lnTo>
                  <a:lnTo>
                    <a:pt x="51429" y="39171"/>
                  </a:lnTo>
                  <a:lnTo>
                    <a:pt x="65646" y="39171"/>
                  </a:lnTo>
                  <a:lnTo>
                    <a:pt x="58946" y="29038"/>
                  </a:lnTo>
                  <a:lnTo>
                    <a:pt x="47366" y="14973"/>
                  </a:lnTo>
                  <a:lnTo>
                    <a:pt x="33450" y="0"/>
                  </a:lnTo>
                  <a:close/>
                </a:path>
                <a:path w="131445" h="666750">
                  <a:moveTo>
                    <a:pt x="65646" y="39171"/>
                  </a:moveTo>
                  <a:lnTo>
                    <a:pt x="51429" y="39171"/>
                  </a:lnTo>
                  <a:lnTo>
                    <a:pt x="68121" y="64187"/>
                  </a:lnTo>
                  <a:lnTo>
                    <a:pt x="86950" y="99455"/>
                  </a:lnTo>
                  <a:lnTo>
                    <a:pt x="104136" y="143922"/>
                  </a:lnTo>
                  <a:lnTo>
                    <a:pt x="115898" y="196538"/>
                  </a:lnTo>
                  <a:lnTo>
                    <a:pt x="118881" y="242491"/>
                  </a:lnTo>
                  <a:lnTo>
                    <a:pt x="117285" y="295107"/>
                  </a:lnTo>
                  <a:lnTo>
                    <a:pt x="112694" y="351561"/>
                  </a:lnTo>
                  <a:lnTo>
                    <a:pt x="106642" y="409641"/>
                  </a:lnTo>
                  <a:lnTo>
                    <a:pt x="102245" y="451085"/>
                  </a:lnTo>
                  <a:lnTo>
                    <a:pt x="98349" y="492193"/>
                  </a:lnTo>
                  <a:lnTo>
                    <a:pt x="95513" y="532073"/>
                  </a:lnTo>
                  <a:lnTo>
                    <a:pt x="94296" y="569836"/>
                  </a:lnTo>
                  <a:lnTo>
                    <a:pt x="106491" y="569836"/>
                  </a:lnTo>
                  <a:lnTo>
                    <a:pt x="106342" y="564459"/>
                  </a:lnTo>
                  <a:lnTo>
                    <a:pt x="108553" y="515620"/>
                  </a:lnTo>
                  <a:lnTo>
                    <a:pt x="113017" y="463800"/>
                  </a:lnTo>
                  <a:lnTo>
                    <a:pt x="118557" y="410940"/>
                  </a:lnTo>
                  <a:lnTo>
                    <a:pt x="124674" y="352297"/>
                  </a:lnTo>
                  <a:lnTo>
                    <a:pt x="129309" y="295005"/>
                  </a:lnTo>
                  <a:lnTo>
                    <a:pt x="130867" y="241822"/>
                  </a:lnTo>
                  <a:lnTo>
                    <a:pt x="127772" y="194894"/>
                  </a:lnTo>
                  <a:lnTo>
                    <a:pt x="109254" y="121423"/>
                  </a:lnTo>
                  <a:lnTo>
                    <a:pt x="82943" y="65330"/>
                  </a:lnTo>
                  <a:lnTo>
                    <a:pt x="65646" y="39171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11536510" y="4229904"/>
              <a:ext cx="80645" cy="444500"/>
            </a:xfrm>
            <a:custGeom>
              <a:avLst/>
              <a:gdLst/>
              <a:ahLst/>
              <a:cxnLst/>
              <a:rect l="l" t="t" r="r" b="b"/>
              <a:pathLst>
                <a:path w="80645" h="444500">
                  <a:moveTo>
                    <a:pt x="16237" y="0"/>
                  </a:moveTo>
                  <a:lnTo>
                    <a:pt x="17115" y="4978"/>
                  </a:lnTo>
                  <a:lnTo>
                    <a:pt x="18907" y="18776"/>
                  </a:lnTo>
                  <a:lnTo>
                    <a:pt x="20354" y="39685"/>
                  </a:lnTo>
                  <a:lnTo>
                    <a:pt x="20195" y="65997"/>
                  </a:lnTo>
                  <a:lnTo>
                    <a:pt x="15288" y="100618"/>
                  </a:lnTo>
                  <a:lnTo>
                    <a:pt x="6627" y="152661"/>
                  </a:lnTo>
                  <a:lnTo>
                    <a:pt x="0" y="212687"/>
                  </a:lnTo>
                  <a:lnTo>
                    <a:pt x="1196" y="271254"/>
                  </a:lnTo>
                  <a:lnTo>
                    <a:pt x="16007" y="318922"/>
                  </a:lnTo>
                  <a:lnTo>
                    <a:pt x="38997" y="357505"/>
                  </a:lnTo>
                  <a:lnTo>
                    <a:pt x="52719" y="383430"/>
                  </a:lnTo>
                  <a:lnTo>
                    <a:pt x="62627" y="408457"/>
                  </a:lnTo>
                  <a:lnTo>
                    <a:pt x="74172" y="444342"/>
                  </a:lnTo>
                  <a:lnTo>
                    <a:pt x="71853" y="396663"/>
                  </a:lnTo>
                  <a:lnTo>
                    <a:pt x="73423" y="342880"/>
                  </a:lnTo>
                  <a:lnTo>
                    <a:pt x="76786" y="286287"/>
                  </a:lnTo>
                  <a:lnTo>
                    <a:pt x="79847" y="230181"/>
                  </a:lnTo>
                  <a:lnTo>
                    <a:pt x="80509" y="177857"/>
                  </a:lnTo>
                  <a:lnTo>
                    <a:pt x="76675" y="132613"/>
                  </a:lnTo>
                  <a:lnTo>
                    <a:pt x="68115" y="84865"/>
                  </a:lnTo>
                  <a:lnTo>
                    <a:pt x="43562" y="30991"/>
                  </a:lnTo>
                  <a:lnTo>
                    <a:pt x="16237" y="0"/>
                  </a:lnTo>
                  <a:close/>
                </a:path>
              </a:pathLst>
            </a:custGeom>
            <a:solidFill>
              <a:srgbClr val="A1AB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11530281" y="4209720"/>
              <a:ext cx="93345" cy="466725"/>
            </a:xfrm>
            <a:custGeom>
              <a:avLst/>
              <a:gdLst/>
              <a:ahLst/>
              <a:cxnLst/>
              <a:rect l="l" t="t" r="r" b="b"/>
              <a:pathLst>
                <a:path w="93345" h="466725">
                  <a:moveTo>
                    <a:pt x="12184" y="0"/>
                  </a:moveTo>
                  <a:lnTo>
                    <a:pt x="16602" y="21392"/>
                  </a:lnTo>
                  <a:lnTo>
                    <a:pt x="17513" y="26712"/>
                  </a:lnTo>
                  <a:lnTo>
                    <a:pt x="19211" y="39963"/>
                  </a:lnTo>
                  <a:lnTo>
                    <a:pt x="20603" y="60352"/>
                  </a:lnTo>
                  <a:lnTo>
                    <a:pt x="20445" y="85903"/>
                  </a:lnTo>
                  <a:lnTo>
                    <a:pt x="19747" y="93430"/>
                  </a:lnTo>
                  <a:lnTo>
                    <a:pt x="18386" y="103070"/>
                  </a:lnTo>
                  <a:lnTo>
                    <a:pt x="16498" y="114610"/>
                  </a:lnTo>
                  <a:lnTo>
                    <a:pt x="14215" y="127839"/>
                  </a:lnTo>
                  <a:lnTo>
                    <a:pt x="5816" y="179716"/>
                  </a:lnTo>
                  <a:lnTo>
                    <a:pt x="0" y="238422"/>
                  </a:lnTo>
                  <a:lnTo>
                    <a:pt x="2019" y="295423"/>
                  </a:lnTo>
                  <a:lnTo>
                    <a:pt x="17126" y="342188"/>
                  </a:lnTo>
                  <a:lnTo>
                    <a:pt x="42283" y="388371"/>
                  </a:lnTo>
                  <a:lnTo>
                    <a:pt x="60224" y="427916"/>
                  </a:lnTo>
                  <a:lnTo>
                    <a:pt x="71004" y="455630"/>
                  </a:lnTo>
                  <a:lnTo>
                    <a:pt x="74674" y="466320"/>
                  </a:lnTo>
                  <a:lnTo>
                    <a:pt x="86359" y="463849"/>
                  </a:lnTo>
                  <a:lnTo>
                    <a:pt x="84252" y="430800"/>
                  </a:lnTo>
                  <a:lnTo>
                    <a:pt x="84276" y="425421"/>
                  </a:lnTo>
                  <a:lnTo>
                    <a:pt x="72150" y="425421"/>
                  </a:lnTo>
                  <a:lnTo>
                    <a:pt x="63872" y="406157"/>
                  </a:lnTo>
                  <a:lnTo>
                    <a:pt x="53655" y="384356"/>
                  </a:lnTo>
                  <a:lnTo>
                    <a:pt x="41492" y="360734"/>
                  </a:lnTo>
                  <a:lnTo>
                    <a:pt x="27377" y="336010"/>
                  </a:lnTo>
                  <a:lnTo>
                    <a:pt x="13535" y="291909"/>
                  </a:lnTo>
                  <a:lnTo>
                    <a:pt x="12014" y="237166"/>
                  </a:lnTo>
                  <a:lnTo>
                    <a:pt x="17838" y="180313"/>
                  </a:lnTo>
                  <a:lnTo>
                    <a:pt x="26037" y="129880"/>
                  </a:lnTo>
                  <a:lnTo>
                    <a:pt x="28367" y="116359"/>
                  </a:lnTo>
                  <a:lnTo>
                    <a:pt x="30301" y="104508"/>
                  </a:lnTo>
                  <a:lnTo>
                    <a:pt x="31697" y="94493"/>
                  </a:lnTo>
                  <a:lnTo>
                    <a:pt x="32406" y="86558"/>
                  </a:lnTo>
                  <a:lnTo>
                    <a:pt x="32777" y="73727"/>
                  </a:lnTo>
                  <a:lnTo>
                    <a:pt x="32658" y="61932"/>
                  </a:lnTo>
                  <a:lnTo>
                    <a:pt x="32176" y="51248"/>
                  </a:lnTo>
                  <a:lnTo>
                    <a:pt x="31450" y="41831"/>
                  </a:lnTo>
                  <a:lnTo>
                    <a:pt x="45435" y="41831"/>
                  </a:lnTo>
                  <a:lnTo>
                    <a:pt x="35478" y="26712"/>
                  </a:lnTo>
                  <a:lnTo>
                    <a:pt x="26895" y="16135"/>
                  </a:lnTo>
                  <a:lnTo>
                    <a:pt x="12184" y="0"/>
                  </a:lnTo>
                  <a:close/>
                </a:path>
                <a:path w="93345" h="466725">
                  <a:moveTo>
                    <a:pt x="45435" y="41831"/>
                  </a:moveTo>
                  <a:lnTo>
                    <a:pt x="31450" y="41831"/>
                  </a:lnTo>
                  <a:lnTo>
                    <a:pt x="43523" y="61086"/>
                  </a:lnTo>
                  <a:lnTo>
                    <a:pt x="56494" y="86558"/>
                  </a:lnTo>
                  <a:lnTo>
                    <a:pt x="68330" y="117655"/>
                  </a:lnTo>
                  <a:lnTo>
                    <a:pt x="76998" y="153785"/>
                  </a:lnTo>
                  <a:lnTo>
                    <a:pt x="80386" y="188328"/>
                  </a:lnTo>
                  <a:lnTo>
                    <a:pt x="80755" y="227870"/>
                  </a:lnTo>
                  <a:lnTo>
                    <a:pt x="79111" y="270725"/>
                  </a:lnTo>
                  <a:lnTo>
                    <a:pt x="76470" y="315037"/>
                  </a:lnTo>
                  <a:lnTo>
                    <a:pt x="74760" y="342827"/>
                  </a:lnTo>
                  <a:lnTo>
                    <a:pt x="73258" y="371203"/>
                  </a:lnTo>
                  <a:lnTo>
                    <a:pt x="72294" y="398903"/>
                  </a:lnTo>
                  <a:lnTo>
                    <a:pt x="72150" y="425421"/>
                  </a:lnTo>
                  <a:lnTo>
                    <a:pt x="84276" y="425421"/>
                  </a:lnTo>
                  <a:lnTo>
                    <a:pt x="84418" y="393998"/>
                  </a:lnTo>
                  <a:lnTo>
                    <a:pt x="86087" y="354919"/>
                  </a:lnTo>
                  <a:lnTo>
                    <a:pt x="88530" y="314283"/>
                  </a:lnTo>
                  <a:lnTo>
                    <a:pt x="91123" y="270493"/>
                  </a:lnTo>
                  <a:lnTo>
                    <a:pt x="92744" y="227514"/>
                  </a:lnTo>
                  <a:lnTo>
                    <a:pt x="92328" y="187259"/>
                  </a:lnTo>
                  <a:lnTo>
                    <a:pt x="88820" y="151817"/>
                  </a:lnTo>
                  <a:lnTo>
                    <a:pt x="73652" y="96318"/>
                  </a:lnTo>
                  <a:lnTo>
                    <a:pt x="53468" y="54028"/>
                  </a:lnTo>
                  <a:lnTo>
                    <a:pt x="45435" y="41831"/>
                  </a:lnTo>
                  <a:close/>
                </a:path>
              </a:pathLst>
            </a:custGeom>
            <a:solidFill>
              <a:srgbClr val="E9EA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11645992" y="4140786"/>
              <a:ext cx="77470" cy="534670"/>
            </a:xfrm>
            <a:custGeom>
              <a:avLst/>
              <a:gdLst/>
              <a:ahLst/>
              <a:cxnLst/>
              <a:rect l="l" t="t" r="r" b="b"/>
              <a:pathLst>
                <a:path w="77470" h="534670">
                  <a:moveTo>
                    <a:pt x="65872" y="0"/>
                  </a:moveTo>
                  <a:lnTo>
                    <a:pt x="39062" y="38988"/>
                  </a:lnTo>
                  <a:lnTo>
                    <a:pt x="14424" y="105066"/>
                  </a:lnTo>
                  <a:lnTo>
                    <a:pt x="5224" y="162654"/>
                  </a:lnTo>
                  <a:lnTo>
                    <a:pt x="983" y="208570"/>
                  </a:lnTo>
                  <a:lnTo>
                    <a:pt x="0" y="260843"/>
                  </a:lnTo>
                  <a:lnTo>
                    <a:pt x="1053" y="317093"/>
                  </a:lnTo>
                  <a:lnTo>
                    <a:pt x="2923" y="374943"/>
                  </a:lnTo>
                  <a:lnTo>
                    <a:pt x="4387" y="432012"/>
                  </a:lnTo>
                  <a:lnTo>
                    <a:pt x="4225" y="485923"/>
                  </a:lnTo>
                  <a:lnTo>
                    <a:pt x="1214" y="534297"/>
                  </a:lnTo>
                  <a:lnTo>
                    <a:pt x="13009" y="490640"/>
                  </a:lnTo>
                  <a:lnTo>
                    <a:pt x="23013" y="460055"/>
                  </a:lnTo>
                  <a:lnTo>
                    <a:pt x="36690" y="428113"/>
                  </a:lnTo>
                  <a:lnTo>
                    <a:pt x="59505" y="380386"/>
                  </a:lnTo>
                  <a:lnTo>
                    <a:pt x="73184" y="333226"/>
                  </a:lnTo>
                  <a:lnTo>
                    <a:pt x="77344" y="276478"/>
                  </a:lnTo>
                  <a:lnTo>
                    <a:pt x="75080" y="216414"/>
                  </a:lnTo>
                  <a:lnTo>
                    <a:pt x="69488" y="159305"/>
                  </a:lnTo>
                  <a:lnTo>
                    <a:pt x="63666" y="111421"/>
                  </a:lnTo>
                  <a:lnTo>
                    <a:pt x="60710" y="79034"/>
                  </a:lnTo>
                  <a:lnTo>
                    <a:pt x="61105" y="47654"/>
                  </a:lnTo>
                  <a:lnTo>
                    <a:pt x="62926" y="22601"/>
                  </a:lnTo>
                  <a:lnTo>
                    <a:pt x="64928" y="6005"/>
                  </a:lnTo>
                  <a:lnTo>
                    <a:pt x="65872" y="0"/>
                  </a:lnTo>
                  <a:close/>
                </a:path>
              </a:pathLst>
            </a:custGeom>
            <a:solidFill>
              <a:srgbClr val="A1AB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11639999" y="4115391"/>
              <a:ext cx="89535" cy="561340"/>
            </a:xfrm>
            <a:custGeom>
              <a:avLst/>
              <a:gdLst/>
              <a:ahLst/>
              <a:cxnLst/>
              <a:rect l="l" t="t" r="r" b="b"/>
              <a:pathLst>
                <a:path w="89534" h="561339">
                  <a:moveTo>
                    <a:pt x="82535" y="0"/>
                  </a:moveTo>
                  <a:lnTo>
                    <a:pt x="58599" y="35083"/>
                  </a:lnTo>
                  <a:lnTo>
                    <a:pt x="20859" y="120319"/>
                  </a:lnTo>
                  <a:lnTo>
                    <a:pt x="5291" y="187156"/>
                  </a:lnTo>
                  <a:lnTo>
                    <a:pt x="1219" y="229518"/>
                  </a:lnTo>
                  <a:lnTo>
                    <a:pt x="0" y="277427"/>
                  </a:lnTo>
                  <a:lnTo>
                    <a:pt x="676" y="328757"/>
                  </a:lnTo>
                  <a:lnTo>
                    <a:pt x="3760" y="428766"/>
                  </a:lnTo>
                  <a:lnTo>
                    <a:pt x="4384" y="465527"/>
                  </a:lnTo>
                  <a:lnTo>
                    <a:pt x="4492" y="479603"/>
                  </a:lnTo>
                  <a:lnTo>
                    <a:pt x="3947" y="519326"/>
                  </a:lnTo>
                  <a:lnTo>
                    <a:pt x="1239" y="559040"/>
                  </a:lnTo>
                  <a:lnTo>
                    <a:pt x="12998" y="561228"/>
                  </a:lnTo>
                  <a:lnTo>
                    <a:pt x="16744" y="548153"/>
                  </a:lnTo>
                  <a:lnTo>
                    <a:pt x="27681" y="514183"/>
                  </a:lnTo>
                  <a:lnTo>
                    <a:pt x="28979" y="510686"/>
                  </a:lnTo>
                  <a:lnTo>
                    <a:pt x="16223" y="510686"/>
                  </a:lnTo>
                  <a:lnTo>
                    <a:pt x="16477" y="487453"/>
                  </a:lnTo>
                  <a:lnTo>
                    <a:pt x="16351" y="461259"/>
                  </a:lnTo>
                  <a:lnTo>
                    <a:pt x="16189" y="447242"/>
                  </a:lnTo>
                  <a:lnTo>
                    <a:pt x="15339" y="414159"/>
                  </a:lnTo>
                  <a:lnTo>
                    <a:pt x="14254" y="380909"/>
                  </a:lnTo>
                  <a:lnTo>
                    <a:pt x="12665" y="328738"/>
                  </a:lnTo>
                  <a:lnTo>
                    <a:pt x="11985" y="277914"/>
                  </a:lnTo>
                  <a:lnTo>
                    <a:pt x="13162" y="230575"/>
                  </a:lnTo>
                  <a:lnTo>
                    <a:pt x="17144" y="188936"/>
                  </a:lnTo>
                  <a:lnTo>
                    <a:pt x="26014" y="145820"/>
                  </a:lnTo>
                  <a:lnTo>
                    <a:pt x="37746" y="108241"/>
                  </a:lnTo>
                  <a:lnTo>
                    <a:pt x="62431" y="52888"/>
                  </a:lnTo>
                  <a:lnTo>
                    <a:pt x="74573" y="52888"/>
                  </a:lnTo>
                  <a:lnTo>
                    <a:pt x="74851" y="49041"/>
                  </a:lnTo>
                  <a:lnTo>
                    <a:pt x="76817" y="32592"/>
                  </a:lnTo>
                  <a:lnTo>
                    <a:pt x="77771" y="26459"/>
                  </a:lnTo>
                  <a:lnTo>
                    <a:pt x="82535" y="0"/>
                  </a:lnTo>
                  <a:close/>
                </a:path>
                <a:path w="89534" h="561339">
                  <a:moveTo>
                    <a:pt x="74573" y="52888"/>
                  </a:moveTo>
                  <a:lnTo>
                    <a:pt x="62431" y="52888"/>
                  </a:lnTo>
                  <a:lnTo>
                    <a:pt x="61593" y="63913"/>
                  </a:lnTo>
                  <a:lnTo>
                    <a:pt x="60954" y="76313"/>
                  </a:lnTo>
                  <a:lnTo>
                    <a:pt x="60623" y="89916"/>
                  </a:lnTo>
                  <a:lnTo>
                    <a:pt x="60703" y="104551"/>
                  </a:lnTo>
                  <a:lnTo>
                    <a:pt x="61225" y="113965"/>
                  </a:lnTo>
                  <a:lnTo>
                    <a:pt x="62355" y="125740"/>
                  </a:lnTo>
                  <a:lnTo>
                    <a:pt x="63960" y="139677"/>
                  </a:lnTo>
                  <a:lnTo>
                    <a:pt x="65907" y="155576"/>
                  </a:lnTo>
                  <a:lnTo>
                    <a:pt x="71423" y="202491"/>
                  </a:lnTo>
                  <a:lnTo>
                    <a:pt x="75974" y="255730"/>
                  </a:lnTo>
                  <a:lnTo>
                    <a:pt x="77185" y="310269"/>
                  </a:lnTo>
                  <a:lnTo>
                    <a:pt x="72683" y="361090"/>
                  </a:lnTo>
                  <a:lnTo>
                    <a:pt x="60096" y="403170"/>
                  </a:lnTo>
                  <a:lnTo>
                    <a:pt x="46423" y="432899"/>
                  </a:lnTo>
                  <a:lnTo>
                    <a:pt x="34547" y="461259"/>
                  </a:lnTo>
                  <a:lnTo>
                    <a:pt x="24477" y="487453"/>
                  </a:lnTo>
                  <a:lnTo>
                    <a:pt x="16223" y="510686"/>
                  </a:lnTo>
                  <a:lnTo>
                    <a:pt x="28979" y="510686"/>
                  </a:lnTo>
                  <a:lnTo>
                    <a:pt x="45751" y="465527"/>
                  </a:lnTo>
                  <a:lnTo>
                    <a:pt x="70902" y="408395"/>
                  </a:lnTo>
                  <a:lnTo>
                    <a:pt x="84204" y="364523"/>
                  </a:lnTo>
                  <a:lnTo>
                    <a:pt x="89085" y="312143"/>
                  </a:lnTo>
                  <a:lnTo>
                    <a:pt x="88006" y="256270"/>
                  </a:lnTo>
                  <a:lnTo>
                    <a:pt x="83429" y="201917"/>
                  </a:lnTo>
                  <a:lnTo>
                    <a:pt x="77813" y="154100"/>
                  </a:lnTo>
                  <a:lnTo>
                    <a:pt x="75892" y="138452"/>
                  </a:lnTo>
                  <a:lnTo>
                    <a:pt x="74314" y="124778"/>
                  </a:lnTo>
                  <a:lnTo>
                    <a:pt x="73205" y="113315"/>
                  </a:lnTo>
                  <a:lnTo>
                    <a:pt x="72692" y="104300"/>
                  </a:lnTo>
                  <a:lnTo>
                    <a:pt x="73075" y="73659"/>
                  </a:lnTo>
                  <a:lnTo>
                    <a:pt x="74573" y="52888"/>
                  </a:lnTo>
                  <a:close/>
                </a:path>
              </a:pathLst>
            </a:custGeom>
            <a:solidFill>
              <a:srgbClr val="E9EA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11518751" y="4398946"/>
              <a:ext cx="106045" cy="276225"/>
            </a:xfrm>
            <a:custGeom>
              <a:avLst/>
              <a:gdLst/>
              <a:ahLst/>
              <a:cxnLst/>
              <a:rect l="l" t="t" r="r" b="b"/>
              <a:pathLst>
                <a:path w="106045" h="276225">
                  <a:moveTo>
                    <a:pt x="701" y="0"/>
                  </a:moveTo>
                  <a:lnTo>
                    <a:pt x="704" y="64596"/>
                  </a:lnTo>
                  <a:lnTo>
                    <a:pt x="7027" y="118753"/>
                  </a:lnTo>
                  <a:lnTo>
                    <a:pt x="23182" y="163848"/>
                  </a:lnTo>
                  <a:lnTo>
                    <a:pt x="55961" y="212532"/>
                  </a:lnTo>
                  <a:lnTo>
                    <a:pt x="105609" y="276138"/>
                  </a:lnTo>
                  <a:lnTo>
                    <a:pt x="102465" y="248420"/>
                  </a:lnTo>
                  <a:lnTo>
                    <a:pt x="92819" y="185075"/>
                  </a:lnTo>
                  <a:lnTo>
                    <a:pt x="76348" y="115812"/>
                  </a:lnTo>
                  <a:lnTo>
                    <a:pt x="52731" y="70343"/>
                  </a:lnTo>
                  <a:lnTo>
                    <a:pt x="31456" y="51492"/>
                  </a:lnTo>
                  <a:lnTo>
                    <a:pt x="18945" y="37881"/>
                  </a:lnTo>
                  <a:lnTo>
                    <a:pt x="10319" y="22915"/>
                  </a:lnTo>
                  <a:lnTo>
                    <a:pt x="701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11512698" y="4372371"/>
              <a:ext cx="120014" cy="322580"/>
            </a:xfrm>
            <a:custGeom>
              <a:avLst/>
              <a:gdLst/>
              <a:ahLst/>
              <a:cxnLst/>
              <a:rect l="l" t="t" r="r" b="b"/>
              <a:pathLst>
                <a:path w="120015" h="322579">
                  <a:moveTo>
                    <a:pt x="2443" y="0"/>
                  </a:moveTo>
                  <a:lnTo>
                    <a:pt x="768" y="26187"/>
                  </a:lnTo>
                  <a:lnTo>
                    <a:pt x="0" y="47183"/>
                  </a:lnTo>
                  <a:lnTo>
                    <a:pt x="16" y="49778"/>
                  </a:lnTo>
                  <a:lnTo>
                    <a:pt x="850" y="94024"/>
                  </a:lnTo>
                  <a:lnTo>
                    <a:pt x="7540" y="148239"/>
                  </a:lnTo>
                  <a:lnTo>
                    <a:pt x="24202" y="193690"/>
                  </a:lnTo>
                  <a:lnTo>
                    <a:pt x="49623" y="230580"/>
                  </a:lnTo>
                  <a:lnTo>
                    <a:pt x="76554" y="267031"/>
                  </a:lnTo>
                  <a:lnTo>
                    <a:pt x="106964" y="306430"/>
                  </a:lnTo>
                  <a:lnTo>
                    <a:pt x="119529" y="322272"/>
                  </a:lnTo>
                  <a:lnTo>
                    <a:pt x="117633" y="302147"/>
                  </a:lnTo>
                  <a:lnTo>
                    <a:pt x="115388" y="282441"/>
                  </a:lnTo>
                  <a:lnTo>
                    <a:pt x="103435" y="282441"/>
                  </a:lnTo>
                  <a:lnTo>
                    <a:pt x="88130" y="262455"/>
                  </a:lnTo>
                  <a:lnTo>
                    <a:pt x="51230" y="212148"/>
                  </a:lnTo>
                  <a:lnTo>
                    <a:pt x="21981" y="157292"/>
                  </a:lnTo>
                  <a:lnTo>
                    <a:pt x="12366" y="81975"/>
                  </a:lnTo>
                  <a:lnTo>
                    <a:pt x="12003" y="49778"/>
                  </a:lnTo>
                  <a:lnTo>
                    <a:pt x="26392" y="49778"/>
                  </a:lnTo>
                  <a:lnTo>
                    <a:pt x="24535" y="47183"/>
                  </a:lnTo>
                  <a:lnTo>
                    <a:pt x="15368" y="30875"/>
                  </a:lnTo>
                  <a:lnTo>
                    <a:pt x="12317" y="24323"/>
                  </a:lnTo>
                  <a:lnTo>
                    <a:pt x="2443" y="0"/>
                  </a:lnTo>
                  <a:close/>
                </a:path>
                <a:path w="120015" h="322579">
                  <a:moveTo>
                    <a:pt x="26392" y="49778"/>
                  </a:moveTo>
                  <a:lnTo>
                    <a:pt x="12003" y="49778"/>
                  </a:lnTo>
                  <a:lnTo>
                    <a:pt x="19468" y="61457"/>
                  </a:lnTo>
                  <a:lnTo>
                    <a:pt x="29042" y="74412"/>
                  </a:lnTo>
                  <a:lnTo>
                    <a:pt x="40810" y="87967"/>
                  </a:lnTo>
                  <a:lnTo>
                    <a:pt x="54860" y="101441"/>
                  </a:lnTo>
                  <a:lnTo>
                    <a:pt x="71992" y="130812"/>
                  </a:lnTo>
                  <a:lnTo>
                    <a:pt x="85925" y="178654"/>
                  </a:lnTo>
                  <a:lnTo>
                    <a:pt x="96469" y="233139"/>
                  </a:lnTo>
                  <a:lnTo>
                    <a:pt x="103435" y="282441"/>
                  </a:lnTo>
                  <a:lnTo>
                    <a:pt x="115388" y="282441"/>
                  </a:lnTo>
                  <a:lnTo>
                    <a:pt x="104083" y="206843"/>
                  </a:lnTo>
                  <a:lnTo>
                    <a:pt x="87137" y="137963"/>
                  </a:lnTo>
                  <a:lnTo>
                    <a:pt x="62724" y="92384"/>
                  </a:lnTo>
                  <a:lnTo>
                    <a:pt x="40195" y="69076"/>
                  </a:lnTo>
                  <a:lnTo>
                    <a:pt x="26392" y="49778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11656086" y="4398948"/>
              <a:ext cx="81280" cy="272415"/>
            </a:xfrm>
            <a:custGeom>
              <a:avLst/>
              <a:gdLst/>
              <a:ahLst/>
              <a:cxnLst/>
              <a:rect l="l" t="t" r="r" b="b"/>
              <a:pathLst>
                <a:path w="81279" h="272414">
                  <a:moveTo>
                    <a:pt x="80675" y="0"/>
                  </a:moveTo>
                  <a:lnTo>
                    <a:pt x="35243" y="38117"/>
                  </a:lnTo>
                  <a:lnTo>
                    <a:pt x="9484" y="97808"/>
                  </a:lnTo>
                  <a:lnTo>
                    <a:pt x="0" y="151781"/>
                  </a:lnTo>
                  <a:lnTo>
                    <a:pt x="1053" y="208809"/>
                  </a:lnTo>
                  <a:lnTo>
                    <a:pt x="6322" y="253968"/>
                  </a:lnTo>
                  <a:lnTo>
                    <a:pt x="9484" y="272337"/>
                  </a:lnTo>
                  <a:lnTo>
                    <a:pt x="33451" y="230010"/>
                  </a:lnTo>
                  <a:lnTo>
                    <a:pt x="53848" y="179586"/>
                  </a:lnTo>
                  <a:lnTo>
                    <a:pt x="66765" y="102991"/>
                  </a:lnTo>
                  <a:lnTo>
                    <a:pt x="73556" y="54494"/>
                  </a:lnTo>
                  <a:lnTo>
                    <a:pt x="80675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11650151" y="4386178"/>
              <a:ext cx="94615" cy="302260"/>
            </a:xfrm>
            <a:custGeom>
              <a:avLst/>
              <a:gdLst/>
              <a:ahLst/>
              <a:cxnLst/>
              <a:rect l="l" t="t" r="r" b="b"/>
              <a:pathLst>
                <a:path w="94615" h="302260">
                  <a:moveTo>
                    <a:pt x="94243" y="0"/>
                  </a:moveTo>
                  <a:lnTo>
                    <a:pt x="54249" y="34644"/>
                  </a:lnTo>
                  <a:lnTo>
                    <a:pt x="30587" y="65902"/>
                  </a:lnTo>
                  <a:lnTo>
                    <a:pt x="9785" y="108572"/>
                  </a:lnTo>
                  <a:lnTo>
                    <a:pt x="0" y="162741"/>
                  </a:lnTo>
                  <a:lnTo>
                    <a:pt x="767" y="219748"/>
                  </a:lnTo>
                  <a:lnTo>
                    <a:pt x="5983" y="265598"/>
                  </a:lnTo>
                  <a:lnTo>
                    <a:pt x="9544" y="286294"/>
                  </a:lnTo>
                  <a:lnTo>
                    <a:pt x="12696" y="301896"/>
                  </a:lnTo>
                  <a:lnTo>
                    <a:pt x="20612" y="288095"/>
                  </a:lnTo>
                  <a:lnTo>
                    <a:pt x="28017" y="274558"/>
                  </a:lnTo>
                  <a:lnTo>
                    <a:pt x="31747" y="267038"/>
                  </a:lnTo>
                  <a:lnTo>
                    <a:pt x="18392" y="267038"/>
                  </a:lnTo>
                  <a:lnTo>
                    <a:pt x="14314" y="235424"/>
                  </a:lnTo>
                  <a:lnTo>
                    <a:pt x="11604" y="194796"/>
                  </a:lnTo>
                  <a:lnTo>
                    <a:pt x="12959" y="151672"/>
                  </a:lnTo>
                  <a:lnTo>
                    <a:pt x="21072" y="112572"/>
                  </a:lnTo>
                  <a:lnTo>
                    <a:pt x="34235" y="83409"/>
                  </a:lnTo>
                  <a:lnTo>
                    <a:pt x="49747" y="59299"/>
                  </a:lnTo>
                  <a:lnTo>
                    <a:pt x="65338" y="40462"/>
                  </a:lnTo>
                  <a:lnTo>
                    <a:pt x="78736" y="27119"/>
                  </a:lnTo>
                  <a:lnTo>
                    <a:pt x="90820" y="27119"/>
                  </a:lnTo>
                  <a:lnTo>
                    <a:pt x="92557" y="13517"/>
                  </a:lnTo>
                  <a:lnTo>
                    <a:pt x="94243" y="0"/>
                  </a:lnTo>
                  <a:close/>
                </a:path>
                <a:path w="94615" h="302260">
                  <a:moveTo>
                    <a:pt x="90820" y="27119"/>
                  </a:moveTo>
                  <a:lnTo>
                    <a:pt x="78736" y="27119"/>
                  </a:lnTo>
                  <a:lnTo>
                    <a:pt x="75127" y="54654"/>
                  </a:lnTo>
                  <a:lnTo>
                    <a:pt x="70346" y="89769"/>
                  </a:lnTo>
                  <a:lnTo>
                    <a:pt x="59710" y="159974"/>
                  </a:lnTo>
                  <a:lnTo>
                    <a:pt x="41340" y="218297"/>
                  </a:lnTo>
                  <a:lnTo>
                    <a:pt x="18392" y="267038"/>
                  </a:lnTo>
                  <a:lnTo>
                    <a:pt x="31747" y="267038"/>
                  </a:lnTo>
                  <a:lnTo>
                    <a:pt x="59996" y="203543"/>
                  </a:lnTo>
                  <a:lnTo>
                    <a:pt x="71542" y="162005"/>
                  </a:lnTo>
                  <a:lnTo>
                    <a:pt x="78567" y="117063"/>
                  </a:lnTo>
                  <a:lnTo>
                    <a:pt x="85344" y="68674"/>
                  </a:lnTo>
                  <a:lnTo>
                    <a:pt x="90820" y="27119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11501731" y="4615990"/>
              <a:ext cx="258445" cy="258445"/>
            </a:xfrm>
            <a:custGeom>
              <a:avLst/>
              <a:gdLst/>
              <a:ahLst/>
              <a:cxnLst/>
              <a:rect l="l" t="t" r="r" b="b"/>
              <a:pathLst>
                <a:path w="258445" h="258445">
                  <a:moveTo>
                    <a:pt x="258431" y="0"/>
                  </a:moveTo>
                  <a:lnTo>
                    <a:pt x="0" y="0"/>
                  </a:lnTo>
                  <a:lnTo>
                    <a:pt x="30972" y="258442"/>
                  </a:lnTo>
                  <a:lnTo>
                    <a:pt x="230778" y="258442"/>
                  </a:lnTo>
                  <a:lnTo>
                    <a:pt x="258431" y="0"/>
                  </a:lnTo>
                  <a:close/>
                </a:path>
              </a:pathLst>
            </a:custGeom>
            <a:solidFill>
              <a:srgbClr val="A085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11488738" y="4615995"/>
              <a:ext cx="281305" cy="47625"/>
            </a:xfrm>
            <a:custGeom>
              <a:avLst/>
              <a:gdLst/>
              <a:ahLst/>
              <a:cxnLst/>
              <a:rect l="l" t="t" r="r" b="b"/>
              <a:pathLst>
                <a:path w="281304" h="47625">
                  <a:moveTo>
                    <a:pt x="280745" y="0"/>
                  </a:moveTo>
                  <a:lnTo>
                    <a:pt x="0" y="0"/>
                  </a:lnTo>
                  <a:lnTo>
                    <a:pt x="0" y="47286"/>
                  </a:lnTo>
                  <a:lnTo>
                    <a:pt x="280745" y="47286"/>
                  </a:lnTo>
                  <a:lnTo>
                    <a:pt x="280745" y="0"/>
                  </a:lnTo>
                  <a:close/>
                </a:path>
              </a:pathLst>
            </a:custGeom>
            <a:solidFill>
              <a:srgbClr val="AC927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6" name="object 296" descr=""/>
          <p:cNvGrpSpPr/>
          <p:nvPr/>
        </p:nvGrpSpPr>
        <p:grpSpPr>
          <a:xfrm>
            <a:off x="13243796" y="5171769"/>
            <a:ext cx="824865" cy="1121410"/>
            <a:chOff x="13243796" y="5171769"/>
            <a:chExt cx="824865" cy="1121410"/>
          </a:xfrm>
        </p:grpSpPr>
        <p:sp>
          <p:nvSpPr>
            <p:cNvPr id="297" name="object 297" descr=""/>
            <p:cNvSpPr/>
            <p:nvPr/>
          </p:nvSpPr>
          <p:spPr>
            <a:xfrm>
              <a:off x="13243796" y="5171769"/>
              <a:ext cx="824865" cy="1019175"/>
            </a:xfrm>
            <a:custGeom>
              <a:avLst/>
              <a:gdLst/>
              <a:ahLst/>
              <a:cxnLst/>
              <a:rect l="l" t="t" r="r" b="b"/>
              <a:pathLst>
                <a:path w="824865" h="1019175">
                  <a:moveTo>
                    <a:pt x="824257" y="0"/>
                  </a:moveTo>
                  <a:lnTo>
                    <a:pt x="0" y="0"/>
                  </a:lnTo>
                  <a:lnTo>
                    <a:pt x="0" y="1019089"/>
                  </a:lnTo>
                  <a:lnTo>
                    <a:pt x="824257" y="1019089"/>
                  </a:lnTo>
                  <a:lnTo>
                    <a:pt x="824257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13285750" y="6190849"/>
              <a:ext cx="749935" cy="31115"/>
            </a:xfrm>
            <a:custGeom>
              <a:avLst/>
              <a:gdLst/>
              <a:ahLst/>
              <a:cxnLst/>
              <a:rect l="l" t="t" r="r" b="b"/>
              <a:pathLst>
                <a:path w="749934" h="31114">
                  <a:moveTo>
                    <a:pt x="116890" y="0"/>
                  </a:moveTo>
                  <a:lnTo>
                    <a:pt x="0" y="0"/>
                  </a:lnTo>
                  <a:lnTo>
                    <a:pt x="0" y="15494"/>
                  </a:lnTo>
                  <a:lnTo>
                    <a:pt x="0" y="30962"/>
                  </a:lnTo>
                  <a:lnTo>
                    <a:pt x="116890" y="30962"/>
                  </a:lnTo>
                  <a:lnTo>
                    <a:pt x="116890" y="15494"/>
                  </a:lnTo>
                  <a:lnTo>
                    <a:pt x="116890" y="0"/>
                  </a:lnTo>
                  <a:close/>
                </a:path>
                <a:path w="749934" h="31114">
                  <a:moveTo>
                    <a:pt x="749325" y="0"/>
                  </a:moveTo>
                  <a:lnTo>
                    <a:pt x="632434" y="0"/>
                  </a:lnTo>
                  <a:lnTo>
                    <a:pt x="632434" y="15494"/>
                  </a:lnTo>
                  <a:lnTo>
                    <a:pt x="632434" y="30962"/>
                  </a:lnTo>
                  <a:lnTo>
                    <a:pt x="749325" y="30962"/>
                  </a:lnTo>
                  <a:lnTo>
                    <a:pt x="749325" y="15494"/>
                  </a:lnTo>
                  <a:lnTo>
                    <a:pt x="749325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13300977" y="6206343"/>
              <a:ext cx="719455" cy="86995"/>
            </a:xfrm>
            <a:custGeom>
              <a:avLst/>
              <a:gdLst/>
              <a:ahLst/>
              <a:cxnLst/>
              <a:rect l="l" t="t" r="r" b="b"/>
              <a:pathLst>
                <a:path w="719455" h="86995">
                  <a:moveTo>
                    <a:pt x="86436" y="0"/>
                  </a:moveTo>
                  <a:lnTo>
                    <a:pt x="0" y="0"/>
                  </a:lnTo>
                  <a:lnTo>
                    <a:pt x="0" y="86423"/>
                  </a:lnTo>
                  <a:lnTo>
                    <a:pt x="86436" y="86423"/>
                  </a:lnTo>
                  <a:lnTo>
                    <a:pt x="86436" y="0"/>
                  </a:lnTo>
                  <a:close/>
                </a:path>
                <a:path w="719455" h="86995">
                  <a:moveTo>
                    <a:pt x="718870" y="0"/>
                  </a:moveTo>
                  <a:lnTo>
                    <a:pt x="632434" y="0"/>
                  </a:lnTo>
                  <a:lnTo>
                    <a:pt x="632434" y="86423"/>
                  </a:lnTo>
                  <a:lnTo>
                    <a:pt x="718870" y="86423"/>
                  </a:lnTo>
                  <a:lnTo>
                    <a:pt x="718870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0" name="object 300" descr=""/>
          <p:cNvGrpSpPr/>
          <p:nvPr/>
        </p:nvGrpSpPr>
        <p:grpSpPr>
          <a:xfrm>
            <a:off x="14905776" y="7124913"/>
            <a:ext cx="3165475" cy="2667635"/>
            <a:chOff x="14905776" y="7124913"/>
            <a:chExt cx="3165475" cy="2667635"/>
          </a:xfrm>
        </p:grpSpPr>
        <p:sp>
          <p:nvSpPr>
            <p:cNvPr id="301" name="object 301" descr=""/>
            <p:cNvSpPr/>
            <p:nvPr/>
          </p:nvSpPr>
          <p:spPr>
            <a:xfrm>
              <a:off x="17302339" y="7124913"/>
              <a:ext cx="349250" cy="365125"/>
            </a:xfrm>
            <a:custGeom>
              <a:avLst/>
              <a:gdLst/>
              <a:ahLst/>
              <a:cxnLst/>
              <a:rect l="l" t="t" r="r" b="b"/>
              <a:pathLst>
                <a:path w="349250" h="365125">
                  <a:moveTo>
                    <a:pt x="175420" y="0"/>
                  </a:moveTo>
                  <a:lnTo>
                    <a:pt x="132769" y="16554"/>
                  </a:lnTo>
                  <a:lnTo>
                    <a:pt x="74240" y="41590"/>
                  </a:lnTo>
                  <a:lnTo>
                    <a:pt x="30573" y="73112"/>
                  </a:lnTo>
                  <a:lnTo>
                    <a:pt x="556" y="107179"/>
                  </a:lnTo>
                  <a:lnTo>
                    <a:pt x="0" y="111417"/>
                  </a:lnTo>
                  <a:lnTo>
                    <a:pt x="816" y="117677"/>
                  </a:lnTo>
                  <a:lnTo>
                    <a:pt x="3909" y="130321"/>
                  </a:lnTo>
                  <a:lnTo>
                    <a:pt x="10179" y="153712"/>
                  </a:lnTo>
                  <a:lnTo>
                    <a:pt x="76948" y="219888"/>
                  </a:lnTo>
                  <a:lnTo>
                    <a:pt x="124620" y="267937"/>
                  </a:lnTo>
                  <a:lnTo>
                    <a:pt x="173000" y="311962"/>
                  </a:lnTo>
                  <a:lnTo>
                    <a:pt x="215331" y="336743"/>
                  </a:lnTo>
                  <a:lnTo>
                    <a:pt x="255873" y="358202"/>
                  </a:lnTo>
                  <a:lnTo>
                    <a:pt x="273500" y="365056"/>
                  </a:lnTo>
                  <a:lnTo>
                    <a:pt x="285448" y="342847"/>
                  </a:lnTo>
                  <a:lnTo>
                    <a:pt x="312489" y="298155"/>
                  </a:lnTo>
                  <a:lnTo>
                    <a:pt x="338831" y="251285"/>
                  </a:lnTo>
                  <a:lnTo>
                    <a:pt x="348681" y="222537"/>
                  </a:lnTo>
                  <a:lnTo>
                    <a:pt x="341177" y="191591"/>
                  </a:lnTo>
                  <a:lnTo>
                    <a:pt x="328216" y="139775"/>
                  </a:lnTo>
                  <a:lnTo>
                    <a:pt x="313151" y="89868"/>
                  </a:lnTo>
                  <a:lnTo>
                    <a:pt x="299332" y="64647"/>
                  </a:lnTo>
                  <a:lnTo>
                    <a:pt x="279634" y="55263"/>
                  </a:lnTo>
                  <a:lnTo>
                    <a:pt x="251398" y="41445"/>
                  </a:lnTo>
                  <a:lnTo>
                    <a:pt x="224680" y="28838"/>
                  </a:lnTo>
                  <a:lnTo>
                    <a:pt x="209534" y="23088"/>
                  </a:lnTo>
                  <a:lnTo>
                    <a:pt x="204501" y="22397"/>
                  </a:lnTo>
                  <a:lnTo>
                    <a:pt x="199270" y="19762"/>
                  </a:lnTo>
                  <a:lnTo>
                    <a:pt x="190642" y="13018"/>
                  </a:lnTo>
                  <a:lnTo>
                    <a:pt x="175420" y="0"/>
                  </a:lnTo>
                  <a:close/>
                </a:path>
              </a:pathLst>
            </a:custGeom>
            <a:solidFill>
              <a:srgbClr val="7957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17376557" y="7434116"/>
              <a:ext cx="230504" cy="256540"/>
            </a:xfrm>
            <a:custGeom>
              <a:avLst/>
              <a:gdLst/>
              <a:ahLst/>
              <a:cxnLst/>
              <a:rect l="l" t="t" r="r" b="b"/>
              <a:pathLst>
                <a:path w="230505" h="256540">
                  <a:moveTo>
                    <a:pt x="187763" y="0"/>
                  </a:moveTo>
                  <a:lnTo>
                    <a:pt x="157861" y="21897"/>
                  </a:lnTo>
                  <a:lnTo>
                    <a:pt x="92378" y="70861"/>
                  </a:lnTo>
                  <a:lnTo>
                    <a:pt x="27646" y="121796"/>
                  </a:lnTo>
                  <a:lnTo>
                    <a:pt x="0" y="149608"/>
                  </a:lnTo>
                  <a:lnTo>
                    <a:pt x="2469" y="157163"/>
                  </a:lnTo>
                  <a:lnTo>
                    <a:pt x="4796" y="170710"/>
                  </a:lnTo>
                  <a:lnTo>
                    <a:pt x="8335" y="200174"/>
                  </a:lnTo>
                  <a:lnTo>
                    <a:pt x="14439" y="255479"/>
                  </a:lnTo>
                  <a:lnTo>
                    <a:pt x="86541" y="256192"/>
                  </a:lnTo>
                  <a:lnTo>
                    <a:pt x="133066" y="251327"/>
                  </a:lnTo>
                  <a:lnTo>
                    <a:pt x="174255" y="236292"/>
                  </a:lnTo>
                  <a:lnTo>
                    <a:pt x="230349" y="206496"/>
                  </a:lnTo>
                  <a:lnTo>
                    <a:pt x="187763" y="0"/>
                  </a:lnTo>
                  <a:close/>
                </a:path>
              </a:pathLst>
            </a:custGeom>
            <a:solidFill>
              <a:srgbClr val="F5A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17287777" y="7266240"/>
              <a:ext cx="234950" cy="351155"/>
            </a:xfrm>
            <a:custGeom>
              <a:avLst/>
              <a:gdLst/>
              <a:ahLst/>
              <a:cxnLst/>
              <a:rect l="l" t="t" r="r" b="b"/>
              <a:pathLst>
                <a:path w="234950" h="351154">
                  <a:moveTo>
                    <a:pt x="21538" y="0"/>
                  </a:moveTo>
                  <a:lnTo>
                    <a:pt x="9068" y="49089"/>
                  </a:lnTo>
                  <a:lnTo>
                    <a:pt x="2668" y="75844"/>
                  </a:lnTo>
                  <a:lnTo>
                    <a:pt x="318" y="89615"/>
                  </a:lnTo>
                  <a:lnTo>
                    <a:pt x="0" y="99756"/>
                  </a:lnTo>
                  <a:lnTo>
                    <a:pt x="1155" y="138403"/>
                  </a:lnTo>
                  <a:lnTo>
                    <a:pt x="6561" y="282055"/>
                  </a:lnTo>
                  <a:lnTo>
                    <a:pt x="8376" y="322440"/>
                  </a:lnTo>
                  <a:lnTo>
                    <a:pt x="45705" y="350963"/>
                  </a:lnTo>
                  <a:lnTo>
                    <a:pt x="72224" y="346781"/>
                  </a:lnTo>
                  <a:lnTo>
                    <a:pt x="121839" y="333132"/>
                  </a:lnTo>
                  <a:lnTo>
                    <a:pt x="172938" y="316273"/>
                  </a:lnTo>
                  <a:lnTo>
                    <a:pt x="216458" y="278421"/>
                  </a:lnTo>
                  <a:lnTo>
                    <a:pt x="226260" y="238792"/>
                  </a:lnTo>
                  <a:lnTo>
                    <a:pt x="234914" y="185324"/>
                  </a:lnTo>
                  <a:lnTo>
                    <a:pt x="210611" y="142822"/>
                  </a:lnTo>
                  <a:lnTo>
                    <a:pt x="156005" y="108037"/>
                  </a:lnTo>
                  <a:lnTo>
                    <a:pt x="146561" y="102313"/>
                  </a:lnTo>
                  <a:lnTo>
                    <a:pt x="140226" y="98876"/>
                  </a:lnTo>
                  <a:lnTo>
                    <a:pt x="132349" y="84615"/>
                  </a:lnTo>
                  <a:lnTo>
                    <a:pt x="123883" y="57296"/>
                  </a:lnTo>
                  <a:lnTo>
                    <a:pt x="112488" y="12261"/>
                  </a:lnTo>
                  <a:lnTo>
                    <a:pt x="97138" y="6338"/>
                  </a:lnTo>
                  <a:lnTo>
                    <a:pt x="66000" y="2569"/>
                  </a:lnTo>
                  <a:lnTo>
                    <a:pt x="35369" y="580"/>
                  </a:lnTo>
                  <a:lnTo>
                    <a:pt x="21538" y="0"/>
                  </a:lnTo>
                  <a:close/>
                </a:path>
              </a:pathLst>
            </a:custGeom>
            <a:solidFill>
              <a:srgbClr val="FFCA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4" name="object 304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7485367" y="7345812"/>
              <a:ext cx="73404" cy="129449"/>
            </a:xfrm>
            <a:prstGeom prst="rect">
              <a:avLst/>
            </a:prstGeom>
          </p:spPr>
        </p:pic>
        <p:sp>
          <p:nvSpPr>
            <p:cNvPr id="305" name="object 305" descr=""/>
            <p:cNvSpPr/>
            <p:nvPr/>
          </p:nvSpPr>
          <p:spPr>
            <a:xfrm>
              <a:off x="17289153" y="7387005"/>
              <a:ext cx="231140" cy="266065"/>
            </a:xfrm>
            <a:custGeom>
              <a:avLst/>
              <a:gdLst/>
              <a:ahLst/>
              <a:cxnLst/>
              <a:rect l="l" t="t" r="r" b="b"/>
              <a:pathLst>
                <a:path w="231140" h="266065">
                  <a:moveTo>
                    <a:pt x="198194" y="0"/>
                  </a:moveTo>
                  <a:lnTo>
                    <a:pt x="163725" y="22122"/>
                  </a:lnTo>
                  <a:lnTo>
                    <a:pt x="144124" y="45352"/>
                  </a:lnTo>
                  <a:lnTo>
                    <a:pt x="122652" y="71259"/>
                  </a:lnTo>
                  <a:lnTo>
                    <a:pt x="99122" y="97017"/>
                  </a:lnTo>
                  <a:lnTo>
                    <a:pt x="81842" y="111671"/>
                  </a:lnTo>
                  <a:lnTo>
                    <a:pt x="71425" y="113999"/>
                  </a:lnTo>
                  <a:lnTo>
                    <a:pt x="60466" y="112558"/>
                  </a:lnTo>
                  <a:lnTo>
                    <a:pt x="48965" y="109296"/>
                  </a:lnTo>
                  <a:lnTo>
                    <a:pt x="36922" y="106164"/>
                  </a:lnTo>
                  <a:lnTo>
                    <a:pt x="26049" y="106461"/>
                  </a:lnTo>
                  <a:lnTo>
                    <a:pt x="7849" y="112113"/>
                  </a:lnTo>
                  <a:lnTo>
                    <a:pt x="1960" y="110949"/>
                  </a:lnTo>
                  <a:lnTo>
                    <a:pt x="1994" y="169831"/>
                  </a:lnTo>
                  <a:lnTo>
                    <a:pt x="6371" y="213746"/>
                  </a:lnTo>
                  <a:lnTo>
                    <a:pt x="21253" y="241750"/>
                  </a:lnTo>
                  <a:lnTo>
                    <a:pt x="36657" y="252209"/>
                  </a:lnTo>
                  <a:lnTo>
                    <a:pt x="52514" y="261816"/>
                  </a:lnTo>
                  <a:lnTo>
                    <a:pt x="63560" y="265583"/>
                  </a:lnTo>
                  <a:lnTo>
                    <a:pt x="88025" y="255890"/>
                  </a:lnTo>
                  <a:lnTo>
                    <a:pt x="132134" y="235142"/>
                  </a:lnTo>
                  <a:lnTo>
                    <a:pt x="175912" y="212984"/>
                  </a:lnTo>
                  <a:lnTo>
                    <a:pt x="208270" y="178360"/>
                  </a:lnTo>
                  <a:lnTo>
                    <a:pt x="219042" y="140735"/>
                  </a:lnTo>
                  <a:lnTo>
                    <a:pt x="227898" y="103135"/>
                  </a:lnTo>
                  <a:lnTo>
                    <a:pt x="231031" y="82510"/>
                  </a:lnTo>
                  <a:lnTo>
                    <a:pt x="229770" y="76356"/>
                  </a:lnTo>
                  <a:lnTo>
                    <a:pt x="225929" y="65710"/>
                  </a:lnTo>
                  <a:lnTo>
                    <a:pt x="216430" y="42836"/>
                  </a:lnTo>
                  <a:lnTo>
                    <a:pt x="198194" y="0"/>
                  </a:lnTo>
                  <a:close/>
                </a:path>
              </a:pathLst>
            </a:custGeom>
            <a:solidFill>
              <a:srgbClr val="7957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16621037" y="7418660"/>
              <a:ext cx="697230" cy="2305050"/>
            </a:xfrm>
            <a:custGeom>
              <a:avLst/>
              <a:gdLst/>
              <a:ahLst/>
              <a:cxnLst/>
              <a:rect l="l" t="t" r="r" b="b"/>
              <a:pathLst>
                <a:path w="697230" h="2305050">
                  <a:moveTo>
                    <a:pt x="497179" y="2212733"/>
                  </a:moveTo>
                  <a:lnTo>
                    <a:pt x="487984" y="2157057"/>
                  </a:lnTo>
                  <a:lnTo>
                    <a:pt x="475297" y="2114219"/>
                  </a:lnTo>
                  <a:lnTo>
                    <a:pt x="449808" y="2082774"/>
                  </a:lnTo>
                  <a:lnTo>
                    <a:pt x="419188" y="2075942"/>
                  </a:lnTo>
                  <a:lnTo>
                    <a:pt x="382422" y="2076996"/>
                  </a:lnTo>
                  <a:lnTo>
                    <a:pt x="348018" y="2091270"/>
                  </a:lnTo>
                  <a:lnTo>
                    <a:pt x="251180" y="2149729"/>
                  </a:lnTo>
                  <a:lnTo>
                    <a:pt x="197256" y="2181288"/>
                  </a:lnTo>
                  <a:lnTo>
                    <a:pt x="166776" y="2196820"/>
                  </a:lnTo>
                  <a:lnTo>
                    <a:pt x="140258" y="2207196"/>
                  </a:lnTo>
                  <a:lnTo>
                    <a:pt x="101650" y="2218690"/>
                  </a:lnTo>
                  <a:lnTo>
                    <a:pt x="56642" y="2230018"/>
                  </a:lnTo>
                  <a:lnTo>
                    <a:pt x="18402" y="2240623"/>
                  </a:lnTo>
                  <a:lnTo>
                    <a:pt x="114" y="2249982"/>
                  </a:lnTo>
                  <a:lnTo>
                    <a:pt x="0" y="2261705"/>
                  </a:lnTo>
                  <a:lnTo>
                    <a:pt x="9588" y="2277097"/>
                  </a:lnTo>
                  <a:lnTo>
                    <a:pt x="31978" y="2292210"/>
                  </a:lnTo>
                  <a:lnTo>
                    <a:pt x="70294" y="2303068"/>
                  </a:lnTo>
                  <a:lnTo>
                    <a:pt x="118160" y="2305012"/>
                  </a:lnTo>
                  <a:lnTo>
                    <a:pt x="178435" y="2300973"/>
                  </a:lnTo>
                  <a:lnTo>
                    <a:pt x="239699" y="2293963"/>
                  </a:lnTo>
                  <a:lnTo>
                    <a:pt x="319481" y="2283041"/>
                  </a:lnTo>
                  <a:lnTo>
                    <a:pt x="356895" y="2282012"/>
                  </a:lnTo>
                  <a:lnTo>
                    <a:pt x="416204" y="2281250"/>
                  </a:lnTo>
                  <a:lnTo>
                    <a:pt x="471347" y="2278951"/>
                  </a:lnTo>
                  <a:lnTo>
                    <a:pt x="496239" y="2273262"/>
                  </a:lnTo>
                  <a:lnTo>
                    <a:pt x="497179" y="2212733"/>
                  </a:lnTo>
                  <a:close/>
                </a:path>
                <a:path w="697230" h="2305050">
                  <a:moveTo>
                    <a:pt x="697001" y="43129"/>
                  </a:moveTo>
                  <a:lnTo>
                    <a:pt x="693661" y="34213"/>
                  </a:lnTo>
                  <a:lnTo>
                    <a:pt x="686612" y="19342"/>
                  </a:lnTo>
                  <a:lnTo>
                    <a:pt x="678726" y="5575"/>
                  </a:lnTo>
                  <a:lnTo>
                    <a:pt x="672909" y="0"/>
                  </a:lnTo>
                  <a:lnTo>
                    <a:pt x="664070" y="7493"/>
                  </a:lnTo>
                  <a:lnTo>
                    <a:pt x="653554" y="22682"/>
                  </a:lnTo>
                  <a:lnTo>
                    <a:pt x="644969" y="39268"/>
                  </a:lnTo>
                  <a:lnTo>
                    <a:pt x="641959" y="50965"/>
                  </a:lnTo>
                  <a:lnTo>
                    <a:pt x="646963" y="58458"/>
                  </a:lnTo>
                  <a:lnTo>
                    <a:pt x="657034" y="65544"/>
                  </a:lnTo>
                  <a:lnTo>
                    <a:pt x="667702" y="70612"/>
                  </a:lnTo>
                  <a:lnTo>
                    <a:pt x="674497" y="72059"/>
                  </a:lnTo>
                  <a:lnTo>
                    <a:pt x="679996" y="67691"/>
                  </a:lnTo>
                  <a:lnTo>
                    <a:pt x="687666" y="58928"/>
                  </a:lnTo>
                  <a:lnTo>
                    <a:pt x="694385" y="49491"/>
                  </a:lnTo>
                  <a:lnTo>
                    <a:pt x="697001" y="43129"/>
                  </a:lnTo>
                  <a:close/>
                </a:path>
              </a:pathLst>
            </a:custGeom>
            <a:solidFill>
              <a:srgbClr val="FFCA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16770855" y="8625581"/>
              <a:ext cx="322580" cy="925830"/>
            </a:xfrm>
            <a:custGeom>
              <a:avLst/>
              <a:gdLst/>
              <a:ahLst/>
              <a:cxnLst/>
              <a:rect l="l" t="t" r="r" b="b"/>
              <a:pathLst>
                <a:path w="322580" h="925829">
                  <a:moveTo>
                    <a:pt x="142771" y="0"/>
                  </a:moveTo>
                  <a:lnTo>
                    <a:pt x="79141" y="12745"/>
                  </a:lnTo>
                  <a:lnTo>
                    <a:pt x="34280" y="50313"/>
                  </a:lnTo>
                  <a:lnTo>
                    <a:pt x="7972" y="118014"/>
                  </a:lnTo>
                  <a:lnTo>
                    <a:pt x="1707" y="164825"/>
                  </a:lnTo>
                  <a:lnTo>
                    <a:pt x="0" y="221160"/>
                  </a:lnTo>
                  <a:lnTo>
                    <a:pt x="2822" y="287683"/>
                  </a:lnTo>
                  <a:lnTo>
                    <a:pt x="10147" y="365060"/>
                  </a:lnTo>
                  <a:lnTo>
                    <a:pt x="35400" y="584766"/>
                  </a:lnTo>
                  <a:lnTo>
                    <a:pt x="49651" y="713066"/>
                  </a:lnTo>
                  <a:lnTo>
                    <a:pt x="58150" y="799519"/>
                  </a:lnTo>
                  <a:lnTo>
                    <a:pt x="66146" y="893682"/>
                  </a:lnTo>
                  <a:lnTo>
                    <a:pt x="102291" y="925367"/>
                  </a:lnTo>
                  <a:lnTo>
                    <a:pt x="322326" y="909158"/>
                  </a:lnTo>
                  <a:lnTo>
                    <a:pt x="308578" y="228729"/>
                  </a:lnTo>
                  <a:lnTo>
                    <a:pt x="307518" y="195960"/>
                  </a:lnTo>
                  <a:lnTo>
                    <a:pt x="298819" y="122848"/>
                  </a:lnTo>
                  <a:lnTo>
                    <a:pt x="274202" y="47187"/>
                  </a:lnTo>
                  <a:lnTo>
                    <a:pt x="225387" y="6767"/>
                  </a:lnTo>
                  <a:lnTo>
                    <a:pt x="181692" y="1276"/>
                  </a:lnTo>
                  <a:lnTo>
                    <a:pt x="142771" y="0"/>
                  </a:lnTo>
                  <a:close/>
                </a:path>
              </a:pathLst>
            </a:custGeom>
            <a:solidFill>
              <a:srgbClr val="4336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16562801" y="9520718"/>
              <a:ext cx="568325" cy="241935"/>
            </a:xfrm>
            <a:custGeom>
              <a:avLst/>
              <a:gdLst/>
              <a:ahLst/>
              <a:cxnLst/>
              <a:rect l="l" t="t" r="r" b="b"/>
              <a:pathLst>
                <a:path w="568325" h="241934">
                  <a:moveTo>
                    <a:pt x="366343" y="0"/>
                  </a:moveTo>
                  <a:lnTo>
                    <a:pt x="351620" y="6938"/>
                  </a:lnTo>
                  <a:lnTo>
                    <a:pt x="325110" y="23759"/>
                  </a:lnTo>
                  <a:lnTo>
                    <a:pt x="291449" y="44469"/>
                  </a:lnTo>
                  <a:lnTo>
                    <a:pt x="247621" y="68844"/>
                  </a:lnTo>
                  <a:lnTo>
                    <a:pt x="197347" y="93454"/>
                  </a:lnTo>
                  <a:lnTo>
                    <a:pt x="144354" y="114873"/>
                  </a:lnTo>
                  <a:lnTo>
                    <a:pt x="92363" y="129672"/>
                  </a:lnTo>
                  <a:lnTo>
                    <a:pt x="42773" y="141412"/>
                  </a:lnTo>
                  <a:lnTo>
                    <a:pt x="15236" y="152457"/>
                  </a:lnTo>
                  <a:lnTo>
                    <a:pt x="3171" y="165347"/>
                  </a:lnTo>
                  <a:lnTo>
                    <a:pt x="0" y="182624"/>
                  </a:lnTo>
                  <a:lnTo>
                    <a:pt x="12144" y="203119"/>
                  </a:lnTo>
                  <a:lnTo>
                    <a:pt x="43566" y="221880"/>
                  </a:lnTo>
                  <a:lnTo>
                    <a:pt x="83992" y="235790"/>
                  </a:lnTo>
                  <a:lnTo>
                    <a:pt x="123148" y="241732"/>
                  </a:lnTo>
                  <a:lnTo>
                    <a:pt x="159344" y="240371"/>
                  </a:lnTo>
                  <a:lnTo>
                    <a:pt x="207551" y="235669"/>
                  </a:lnTo>
                  <a:lnTo>
                    <a:pt x="261428" y="228939"/>
                  </a:lnTo>
                  <a:lnTo>
                    <a:pt x="314633" y="221493"/>
                  </a:lnTo>
                  <a:lnTo>
                    <a:pt x="360826" y="214643"/>
                  </a:lnTo>
                  <a:lnTo>
                    <a:pt x="419937" y="209384"/>
                  </a:lnTo>
                  <a:lnTo>
                    <a:pt x="484822" y="206822"/>
                  </a:lnTo>
                  <a:lnTo>
                    <a:pt x="538980" y="203859"/>
                  </a:lnTo>
                  <a:lnTo>
                    <a:pt x="565909" y="197398"/>
                  </a:lnTo>
                  <a:lnTo>
                    <a:pt x="567700" y="167079"/>
                  </a:lnTo>
                  <a:lnTo>
                    <a:pt x="561481" y="112385"/>
                  </a:lnTo>
                  <a:lnTo>
                    <a:pt x="553309" y="59999"/>
                  </a:lnTo>
                  <a:lnTo>
                    <a:pt x="549239" y="36607"/>
                  </a:lnTo>
                  <a:lnTo>
                    <a:pt x="525864" y="39438"/>
                  </a:lnTo>
                  <a:lnTo>
                    <a:pt x="509991" y="42764"/>
                  </a:lnTo>
                  <a:lnTo>
                    <a:pt x="494347" y="48728"/>
                  </a:lnTo>
                  <a:lnTo>
                    <a:pt x="471661" y="59475"/>
                  </a:lnTo>
                  <a:lnTo>
                    <a:pt x="441461" y="64473"/>
                  </a:lnTo>
                  <a:lnTo>
                    <a:pt x="412266" y="54909"/>
                  </a:lnTo>
                  <a:lnTo>
                    <a:pt x="390258" y="35502"/>
                  </a:lnTo>
                  <a:lnTo>
                    <a:pt x="381621" y="10974"/>
                  </a:lnTo>
                  <a:lnTo>
                    <a:pt x="374578" y="1744"/>
                  </a:lnTo>
                  <a:lnTo>
                    <a:pt x="366343" y="0"/>
                  </a:lnTo>
                  <a:close/>
                </a:path>
              </a:pathLst>
            </a:custGeom>
            <a:solidFill>
              <a:srgbClr val="232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16561868" y="9692277"/>
              <a:ext cx="572135" cy="80010"/>
            </a:xfrm>
            <a:custGeom>
              <a:avLst/>
              <a:gdLst/>
              <a:ahLst/>
              <a:cxnLst/>
              <a:rect l="l" t="t" r="r" b="b"/>
              <a:pathLst>
                <a:path w="572134" h="80009">
                  <a:moveTo>
                    <a:pt x="571512" y="57543"/>
                  </a:moveTo>
                  <a:lnTo>
                    <a:pt x="570496" y="28879"/>
                  </a:lnTo>
                  <a:lnTo>
                    <a:pt x="570852" y="23964"/>
                  </a:lnTo>
                  <a:lnTo>
                    <a:pt x="570306" y="14376"/>
                  </a:lnTo>
                  <a:lnTo>
                    <a:pt x="472732" y="16065"/>
                  </a:lnTo>
                  <a:lnTo>
                    <a:pt x="416394" y="19799"/>
                  </a:lnTo>
                  <a:lnTo>
                    <a:pt x="339585" y="26974"/>
                  </a:lnTo>
                  <a:lnTo>
                    <a:pt x="270598" y="38874"/>
                  </a:lnTo>
                  <a:lnTo>
                    <a:pt x="224828" y="46304"/>
                  </a:lnTo>
                  <a:lnTo>
                    <a:pt x="175526" y="51422"/>
                  </a:lnTo>
                  <a:lnTo>
                    <a:pt x="125641" y="51803"/>
                  </a:lnTo>
                  <a:lnTo>
                    <a:pt x="78143" y="44996"/>
                  </a:lnTo>
                  <a:lnTo>
                    <a:pt x="36004" y="28549"/>
                  </a:lnTo>
                  <a:lnTo>
                    <a:pt x="2197" y="0"/>
                  </a:lnTo>
                  <a:lnTo>
                    <a:pt x="0" y="9410"/>
                  </a:lnTo>
                  <a:lnTo>
                    <a:pt x="0" y="16294"/>
                  </a:lnTo>
                  <a:lnTo>
                    <a:pt x="2844" y="24015"/>
                  </a:lnTo>
                  <a:lnTo>
                    <a:pt x="49250" y="64185"/>
                  </a:lnTo>
                  <a:lnTo>
                    <a:pt x="132702" y="79781"/>
                  </a:lnTo>
                  <a:lnTo>
                    <a:pt x="180390" y="78028"/>
                  </a:lnTo>
                  <a:lnTo>
                    <a:pt x="235826" y="70815"/>
                  </a:lnTo>
                  <a:lnTo>
                    <a:pt x="291668" y="61341"/>
                  </a:lnTo>
                  <a:lnTo>
                    <a:pt x="340614" y="52768"/>
                  </a:lnTo>
                  <a:lnTo>
                    <a:pt x="375297" y="48310"/>
                  </a:lnTo>
                  <a:lnTo>
                    <a:pt x="406260" y="47104"/>
                  </a:lnTo>
                  <a:lnTo>
                    <a:pt x="406844" y="63296"/>
                  </a:lnTo>
                  <a:lnTo>
                    <a:pt x="571512" y="57543"/>
                  </a:lnTo>
                  <a:close/>
                </a:path>
              </a:pathLst>
            </a:custGeom>
            <a:solidFill>
              <a:srgbClr val="754D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16967902" y="9725505"/>
              <a:ext cx="165100" cy="19050"/>
            </a:xfrm>
            <a:custGeom>
              <a:avLst/>
              <a:gdLst/>
              <a:ahLst/>
              <a:cxnLst/>
              <a:rect l="l" t="t" r="r" b="b"/>
              <a:pathLst>
                <a:path w="165100" h="19050">
                  <a:moveTo>
                    <a:pt x="164633" y="0"/>
                  </a:moveTo>
                  <a:lnTo>
                    <a:pt x="0" y="7245"/>
                  </a:lnTo>
                  <a:lnTo>
                    <a:pt x="418" y="18962"/>
                  </a:lnTo>
                  <a:lnTo>
                    <a:pt x="164832" y="11078"/>
                  </a:lnTo>
                  <a:lnTo>
                    <a:pt x="164633" y="0"/>
                  </a:lnTo>
                  <a:close/>
                </a:path>
              </a:pathLst>
            </a:custGeom>
            <a:solidFill>
              <a:srgbClr val="2321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1" name="object 311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6746049" y="9545808"/>
              <a:ext cx="200511" cy="103688"/>
            </a:xfrm>
            <a:prstGeom prst="rect">
              <a:avLst/>
            </a:prstGeom>
          </p:spPr>
        </p:pic>
        <p:sp>
          <p:nvSpPr>
            <p:cNvPr id="312" name="object 312" descr=""/>
            <p:cNvSpPr/>
            <p:nvPr/>
          </p:nvSpPr>
          <p:spPr>
            <a:xfrm>
              <a:off x="16809340" y="8468836"/>
              <a:ext cx="927100" cy="450850"/>
            </a:xfrm>
            <a:custGeom>
              <a:avLst/>
              <a:gdLst/>
              <a:ahLst/>
              <a:cxnLst/>
              <a:rect l="l" t="t" r="r" b="b"/>
              <a:pathLst>
                <a:path w="927100" h="450850">
                  <a:moveTo>
                    <a:pt x="926693" y="181686"/>
                  </a:moveTo>
                  <a:lnTo>
                    <a:pt x="920699" y="96812"/>
                  </a:lnTo>
                  <a:lnTo>
                    <a:pt x="916444" y="60375"/>
                  </a:lnTo>
                  <a:lnTo>
                    <a:pt x="480148" y="0"/>
                  </a:lnTo>
                  <a:lnTo>
                    <a:pt x="465518" y="99364"/>
                  </a:lnTo>
                  <a:lnTo>
                    <a:pt x="465162" y="103835"/>
                  </a:lnTo>
                  <a:lnTo>
                    <a:pt x="394385" y="113880"/>
                  </a:lnTo>
                  <a:lnTo>
                    <a:pt x="91160" y="157518"/>
                  </a:lnTo>
                  <a:lnTo>
                    <a:pt x="71323" y="165709"/>
                  </a:lnTo>
                  <a:lnTo>
                    <a:pt x="31242" y="197269"/>
                  </a:lnTo>
                  <a:lnTo>
                    <a:pt x="0" y="262686"/>
                  </a:lnTo>
                  <a:lnTo>
                    <a:pt x="6705" y="372452"/>
                  </a:lnTo>
                  <a:lnTo>
                    <a:pt x="21234" y="421182"/>
                  </a:lnTo>
                  <a:lnTo>
                    <a:pt x="40055" y="444957"/>
                  </a:lnTo>
                  <a:lnTo>
                    <a:pt x="75768" y="450557"/>
                  </a:lnTo>
                  <a:lnTo>
                    <a:pt x="140944" y="444792"/>
                  </a:lnTo>
                  <a:lnTo>
                    <a:pt x="636955" y="429641"/>
                  </a:lnTo>
                  <a:lnTo>
                    <a:pt x="646582" y="431990"/>
                  </a:lnTo>
                  <a:lnTo>
                    <a:pt x="692848" y="437807"/>
                  </a:lnTo>
                  <a:lnTo>
                    <a:pt x="739876" y="437476"/>
                  </a:lnTo>
                  <a:lnTo>
                    <a:pt x="786066" y="429768"/>
                  </a:lnTo>
                  <a:lnTo>
                    <a:pt x="829792" y="413473"/>
                  </a:lnTo>
                  <a:lnTo>
                    <a:pt x="869429" y="387362"/>
                  </a:lnTo>
                  <a:lnTo>
                    <a:pt x="903389" y="350227"/>
                  </a:lnTo>
                  <a:lnTo>
                    <a:pt x="924306" y="278371"/>
                  </a:lnTo>
                  <a:lnTo>
                    <a:pt x="926693" y="181686"/>
                  </a:lnTo>
                  <a:close/>
                </a:path>
              </a:pathLst>
            </a:custGeom>
            <a:solidFill>
              <a:srgbClr val="4336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3" name="object 313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7617066" y="8602971"/>
              <a:ext cx="112907" cy="70923"/>
            </a:xfrm>
            <a:prstGeom prst="rect">
              <a:avLst/>
            </a:prstGeom>
          </p:spPr>
        </p:pic>
        <p:sp>
          <p:nvSpPr>
            <p:cNvPr id="314" name="object 314" descr=""/>
            <p:cNvSpPr/>
            <p:nvPr/>
          </p:nvSpPr>
          <p:spPr>
            <a:xfrm>
              <a:off x="15134869" y="8658951"/>
              <a:ext cx="824865" cy="1019175"/>
            </a:xfrm>
            <a:custGeom>
              <a:avLst/>
              <a:gdLst/>
              <a:ahLst/>
              <a:cxnLst/>
              <a:rect l="l" t="t" r="r" b="b"/>
              <a:pathLst>
                <a:path w="824865" h="1019175">
                  <a:moveTo>
                    <a:pt x="824257" y="0"/>
                  </a:moveTo>
                  <a:lnTo>
                    <a:pt x="0" y="0"/>
                  </a:lnTo>
                  <a:lnTo>
                    <a:pt x="0" y="1019078"/>
                  </a:lnTo>
                  <a:lnTo>
                    <a:pt x="824257" y="1019078"/>
                  </a:lnTo>
                  <a:lnTo>
                    <a:pt x="824257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15170824" y="9681038"/>
              <a:ext cx="749935" cy="31115"/>
            </a:xfrm>
            <a:custGeom>
              <a:avLst/>
              <a:gdLst/>
              <a:ahLst/>
              <a:cxnLst/>
              <a:rect l="l" t="t" r="r" b="b"/>
              <a:pathLst>
                <a:path w="749934" h="31115">
                  <a:moveTo>
                    <a:pt x="116890" y="0"/>
                  </a:moveTo>
                  <a:lnTo>
                    <a:pt x="0" y="0"/>
                  </a:lnTo>
                  <a:lnTo>
                    <a:pt x="0" y="30962"/>
                  </a:lnTo>
                  <a:lnTo>
                    <a:pt x="116890" y="30962"/>
                  </a:lnTo>
                  <a:lnTo>
                    <a:pt x="116890" y="0"/>
                  </a:lnTo>
                  <a:close/>
                </a:path>
                <a:path w="749934" h="31115">
                  <a:moveTo>
                    <a:pt x="749338" y="0"/>
                  </a:moveTo>
                  <a:lnTo>
                    <a:pt x="632421" y="0"/>
                  </a:lnTo>
                  <a:lnTo>
                    <a:pt x="632421" y="30962"/>
                  </a:lnTo>
                  <a:lnTo>
                    <a:pt x="749338" y="30962"/>
                  </a:lnTo>
                  <a:lnTo>
                    <a:pt x="749338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15186064" y="8708091"/>
              <a:ext cx="773430" cy="1075055"/>
            </a:xfrm>
            <a:custGeom>
              <a:avLst/>
              <a:gdLst/>
              <a:ahLst/>
              <a:cxnLst/>
              <a:rect l="l" t="t" r="r" b="b"/>
              <a:pathLst>
                <a:path w="773430" h="1075054">
                  <a:moveTo>
                    <a:pt x="86423" y="1031646"/>
                  </a:moveTo>
                  <a:lnTo>
                    <a:pt x="83019" y="1014818"/>
                  </a:lnTo>
                  <a:lnTo>
                    <a:pt x="73761" y="1001090"/>
                  </a:lnTo>
                  <a:lnTo>
                    <a:pt x="60032" y="991819"/>
                  </a:lnTo>
                  <a:lnTo>
                    <a:pt x="43205" y="988428"/>
                  </a:lnTo>
                  <a:lnTo>
                    <a:pt x="26377" y="991819"/>
                  </a:lnTo>
                  <a:lnTo>
                    <a:pt x="12649" y="1001090"/>
                  </a:lnTo>
                  <a:lnTo>
                    <a:pt x="3390" y="1014818"/>
                  </a:lnTo>
                  <a:lnTo>
                    <a:pt x="0" y="1031646"/>
                  </a:lnTo>
                  <a:lnTo>
                    <a:pt x="3390" y="1048461"/>
                  </a:lnTo>
                  <a:lnTo>
                    <a:pt x="12649" y="1062202"/>
                  </a:lnTo>
                  <a:lnTo>
                    <a:pt x="26377" y="1071460"/>
                  </a:lnTo>
                  <a:lnTo>
                    <a:pt x="43205" y="1074851"/>
                  </a:lnTo>
                  <a:lnTo>
                    <a:pt x="60032" y="1071460"/>
                  </a:lnTo>
                  <a:lnTo>
                    <a:pt x="73761" y="1062202"/>
                  </a:lnTo>
                  <a:lnTo>
                    <a:pt x="83019" y="1048461"/>
                  </a:lnTo>
                  <a:lnTo>
                    <a:pt x="86423" y="1031646"/>
                  </a:lnTo>
                  <a:close/>
                </a:path>
                <a:path w="773430" h="1075054">
                  <a:moveTo>
                    <a:pt x="718832" y="1031646"/>
                  </a:moveTo>
                  <a:lnTo>
                    <a:pt x="715441" y="1014818"/>
                  </a:lnTo>
                  <a:lnTo>
                    <a:pt x="706183" y="1001090"/>
                  </a:lnTo>
                  <a:lnTo>
                    <a:pt x="692454" y="991819"/>
                  </a:lnTo>
                  <a:lnTo>
                    <a:pt x="675640" y="988428"/>
                  </a:lnTo>
                  <a:lnTo>
                    <a:pt x="658825" y="991819"/>
                  </a:lnTo>
                  <a:lnTo>
                    <a:pt x="645083" y="1001090"/>
                  </a:lnTo>
                  <a:lnTo>
                    <a:pt x="635812" y="1014818"/>
                  </a:lnTo>
                  <a:lnTo>
                    <a:pt x="632421" y="1031646"/>
                  </a:lnTo>
                  <a:lnTo>
                    <a:pt x="635812" y="1048461"/>
                  </a:lnTo>
                  <a:lnTo>
                    <a:pt x="645083" y="1062202"/>
                  </a:lnTo>
                  <a:lnTo>
                    <a:pt x="658825" y="1071460"/>
                  </a:lnTo>
                  <a:lnTo>
                    <a:pt x="675640" y="1074851"/>
                  </a:lnTo>
                  <a:lnTo>
                    <a:pt x="692454" y="1071460"/>
                  </a:lnTo>
                  <a:lnTo>
                    <a:pt x="706183" y="1062202"/>
                  </a:lnTo>
                  <a:lnTo>
                    <a:pt x="715441" y="1048461"/>
                  </a:lnTo>
                  <a:lnTo>
                    <a:pt x="718832" y="1031646"/>
                  </a:lnTo>
                  <a:close/>
                </a:path>
                <a:path w="773430" h="1075054">
                  <a:moveTo>
                    <a:pt x="773061" y="674649"/>
                  </a:moveTo>
                  <a:lnTo>
                    <a:pt x="745515" y="674649"/>
                  </a:lnTo>
                  <a:lnTo>
                    <a:pt x="745515" y="868984"/>
                  </a:lnTo>
                  <a:lnTo>
                    <a:pt x="773061" y="868984"/>
                  </a:lnTo>
                  <a:lnTo>
                    <a:pt x="773061" y="674649"/>
                  </a:lnTo>
                  <a:close/>
                </a:path>
                <a:path w="773430" h="1075054">
                  <a:moveTo>
                    <a:pt x="773061" y="449757"/>
                  </a:moveTo>
                  <a:lnTo>
                    <a:pt x="745515" y="449757"/>
                  </a:lnTo>
                  <a:lnTo>
                    <a:pt x="745515" y="644105"/>
                  </a:lnTo>
                  <a:lnTo>
                    <a:pt x="773061" y="644105"/>
                  </a:lnTo>
                  <a:lnTo>
                    <a:pt x="773061" y="449757"/>
                  </a:lnTo>
                  <a:close/>
                </a:path>
                <a:path w="773430" h="1075054">
                  <a:moveTo>
                    <a:pt x="773061" y="224891"/>
                  </a:moveTo>
                  <a:lnTo>
                    <a:pt x="745515" y="224891"/>
                  </a:lnTo>
                  <a:lnTo>
                    <a:pt x="745515" y="419227"/>
                  </a:lnTo>
                  <a:lnTo>
                    <a:pt x="773061" y="419227"/>
                  </a:lnTo>
                  <a:lnTo>
                    <a:pt x="773061" y="224891"/>
                  </a:lnTo>
                  <a:close/>
                </a:path>
                <a:path w="773430" h="1075054">
                  <a:moveTo>
                    <a:pt x="773061" y="0"/>
                  </a:moveTo>
                  <a:lnTo>
                    <a:pt x="745515" y="0"/>
                  </a:lnTo>
                  <a:lnTo>
                    <a:pt x="745515" y="194360"/>
                  </a:lnTo>
                  <a:lnTo>
                    <a:pt x="773061" y="194360"/>
                  </a:lnTo>
                  <a:lnTo>
                    <a:pt x="773061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4965719" y="8425656"/>
              <a:ext cx="2174240" cy="1338580"/>
            </a:xfrm>
            <a:custGeom>
              <a:avLst/>
              <a:gdLst/>
              <a:ahLst/>
              <a:cxnLst/>
              <a:rect l="l" t="t" r="r" b="b"/>
              <a:pathLst>
                <a:path w="2174240" h="1338579">
                  <a:moveTo>
                    <a:pt x="2174036" y="0"/>
                  </a:moveTo>
                  <a:lnTo>
                    <a:pt x="2078113" y="0"/>
                  </a:lnTo>
                  <a:lnTo>
                    <a:pt x="2078113" y="63500"/>
                  </a:lnTo>
                  <a:lnTo>
                    <a:pt x="2078113" y="1229360"/>
                  </a:lnTo>
                  <a:lnTo>
                    <a:pt x="95910" y="1229360"/>
                  </a:lnTo>
                  <a:lnTo>
                    <a:pt x="95910" y="63500"/>
                  </a:lnTo>
                  <a:lnTo>
                    <a:pt x="2078113" y="63500"/>
                  </a:lnTo>
                  <a:lnTo>
                    <a:pt x="2078113" y="0"/>
                  </a:lnTo>
                  <a:lnTo>
                    <a:pt x="0" y="0"/>
                  </a:lnTo>
                  <a:lnTo>
                    <a:pt x="0" y="63500"/>
                  </a:lnTo>
                  <a:lnTo>
                    <a:pt x="0" y="1229360"/>
                  </a:lnTo>
                  <a:lnTo>
                    <a:pt x="0" y="1338580"/>
                  </a:lnTo>
                  <a:lnTo>
                    <a:pt x="2174036" y="1338580"/>
                  </a:lnTo>
                  <a:lnTo>
                    <a:pt x="2174036" y="1229690"/>
                  </a:lnTo>
                  <a:lnTo>
                    <a:pt x="2174036" y="1229360"/>
                  </a:lnTo>
                  <a:lnTo>
                    <a:pt x="2174036" y="63500"/>
                  </a:lnTo>
                  <a:lnTo>
                    <a:pt x="2174036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8" name="object 318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6661938" y="8300629"/>
              <a:ext cx="120991" cy="79489"/>
            </a:xfrm>
            <a:prstGeom prst="rect">
              <a:avLst/>
            </a:prstGeom>
          </p:spPr>
        </p:pic>
        <p:pic>
          <p:nvPicPr>
            <p:cNvPr id="319" name="object 319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6260804" y="8082062"/>
              <a:ext cx="201376" cy="272630"/>
            </a:xfrm>
            <a:prstGeom prst="rect">
              <a:avLst/>
            </a:prstGeom>
          </p:spPr>
        </p:pic>
        <p:sp>
          <p:nvSpPr>
            <p:cNvPr id="320" name="object 320" descr=""/>
            <p:cNvSpPr/>
            <p:nvPr/>
          </p:nvSpPr>
          <p:spPr>
            <a:xfrm>
              <a:off x="16041984" y="7380307"/>
              <a:ext cx="118110" cy="744220"/>
            </a:xfrm>
            <a:custGeom>
              <a:avLst/>
              <a:gdLst/>
              <a:ahLst/>
              <a:cxnLst/>
              <a:rect l="l" t="t" r="r" b="b"/>
              <a:pathLst>
                <a:path w="118109" h="744220">
                  <a:moveTo>
                    <a:pt x="87023" y="0"/>
                  </a:moveTo>
                  <a:lnTo>
                    <a:pt x="15660" y="222690"/>
                  </a:lnTo>
                  <a:lnTo>
                    <a:pt x="4946" y="255245"/>
                  </a:lnTo>
                  <a:lnTo>
                    <a:pt x="0" y="268881"/>
                  </a:lnTo>
                  <a:lnTo>
                    <a:pt x="0" y="506036"/>
                  </a:lnTo>
                  <a:lnTo>
                    <a:pt x="87023" y="743694"/>
                  </a:lnTo>
                  <a:lnTo>
                    <a:pt x="104855" y="700226"/>
                  </a:lnTo>
                  <a:lnTo>
                    <a:pt x="114000" y="669432"/>
                  </a:lnTo>
                  <a:lnTo>
                    <a:pt x="117340" y="636640"/>
                  </a:lnTo>
                  <a:lnTo>
                    <a:pt x="117755" y="587175"/>
                  </a:lnTo>
                  <a:lnTo>
                    <a:pt x="112896" y="460161"/>
                  </a:lnTo>
                  <a:lnTo>
                    <a:pt x="102338" y="262238"/>
                  </a:lnTo>
                  <a:lnTo>
                    <a:pt x="91806" y="79990"/>
                  </a:lnTo>
                  <a:lnTo>
                    <a:pt x="87023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5955887" y="7380319"/>
              <a:ext cx="685800" cy="976630"/>
            </a:xfrm>
            <a:custGeom>
              <a:avLst/>
              <a:gdLst/>
              <a:ahLst/>
              <a:cxnLst/>
              <a:rect l="l" t="t" r="r" b="b"/>
              <a:pathLst>
                <a:path w="685800" h="976629">
                  <a:moveTo>
                    <a:pt x="234581" y="0"/>
                  </a:moveTo>
                  <a:lnTo>
                    <a:pt x="173113" y="0"/>
                  </a:lnTo>
                  <a:lnTo>
                    <a:pt x="173113" y="743686"/>
                  </a:lnTo>
                  <a:lnTo>
                    <a:pt x="234581" y="743686"/>
                  </a:lnTo>
                  <a:lnTo>
                    <a:pt x="234581" y="0"/>
                  </a:lnTo>
                  <a:close/>
                </a:path>
                <a:path w="685800" h="976629">
                  <a:moveTo>
                    <a:pt x="349427" y="974382"/>
                  </a:moveTo>
                  <a:lnTo>
                    <a:pt x="346443" y="959573"/>
                  </a:lnTo>
                  <a:lnTo>
                    <a:pt x="338289" y="947483"/>
                  </a:lnTo>
                  <a:lnTo>
                    <a:pt x="326199" y="939342"/>
                  </a:lnTo>
                  <a:lnTo>
                    <a:pt x="311391" y="936358"/>
                  </a:lnTo>
                  <a:lnTo>
                    <a:pt x="113068" y="936358"/>
                  </a:lnTo>
                  <a:lnTo>
                    <a:pt x="113068" y="411454"/>
                  </a:lnTo>
                  <a:lnTo>
                    <a:pt x="59131" y="411454"/>
                  </a:lnTo>
                  <a:lnTo>
                    <a:pt x="59131" y="936358"/>
                  </a:lnTo>
                  <a:lnTo>
                    <a:pt x="32994" y="936358"/>
                  </a:lnTo>
                  <a:lnTo>
                    <a:pt x="20154" y="938949"/>
                  </a:lnTo>
                  <a:lnTo>
                    <a:pt x="9664" y="946010"/>
                  </a:lnTo>
                  <a:lnTo>
                    <a:pt x="2590" y="956487"/>
                  </a:lnTo>
                  <a:lnTo>
                    <a:pt x="0" y="969327"/>
                  </a:lnTo>
                  <a:lnTo>
                    <a:pt x="0" y="974382"/>
                  </a:lnTo>
                  <a:lnTo>
                    <a:pt x="349427" y="974382"/>
                  </a:lnTo>
                  <a:close/>
                </a:path>
                <a:path w="685800" h="976629">
                  <a:moveTo>
                    <a:pt x="685723" y="960247"/>
                  </a:moveTo>
                  <a:lnTo>
                    <a:pt x="683704" y="950239"/>
                  </a:lnTo>
                  <a:lnTo>
                    <a:pt x="678205" y="942073"/>
                  </a:lnTo>
                  <a:lnTo>
                    <a:pt x="670026" y="936548"/>
                  </a:lnTo>
                  <a:lnTo>
                    <a:pt x="660019" y="934529"/>
                  </a:lnTo>
                  <a:lnTo>
                    <a:pt x="400088" y="934529"/>
                  </a:lnTo>
                  <a:lnTo>
                    <a:pt x="390080" y="936548"/>
                  </a:lnTo>
                  <a:lnTo>
                    <a:pt x="381901" y="942073"/>
                  </a:lnTo>
                  <a:lnTo>
                    <a:pt x="376389" y="950239"/>
                  </a:lnTo>
                  <a:lnTo>
                    <a:pt x="374370" y="960247"/>
                  </a:lnTo>
                  <a:lnTo>
                    <a:pt x="374370" y="976198"/>
                  </a:lnTo>
                  <a:lnTo>
                    <a:pt x="685723" y="976198"/>
                  </a:lnTo>
                  <a:lnTo>
                    <a:pt x="685723" y="960247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16341065" y="8314848"/>
              <a:ext cx="283210" cy="12065"/>
            </a:xfrm>
            <a:custGeom>
              <a:avLst/>
              <a:gdLst/>
              <a:ahLst/>
              <a:cxnLst/>
              <a:rect l="l" t="t" r="r" b="b"/>
              <a:pathLst>
                <a:path w="283209" h="12065">
                  <a:moveTo>
                    <a:pt x="40843" y="2679"/>
                  </a:moveTo>
                  <a:lnTo>
                    <a:pt x="38163" y="0"/>
                  </a:lnTo>
                  <a:lnTo>
                    <a:pt x="34886" y="0"/>
                  </a:lnTo>
                  <a:lnTo>
                    <a:pt x="2679" y="0"/>
                  </a:lnTo>
                  <a:lnTo>
                    <a:pt x="0" y="2679"/>
                  </a:lnTo>
                  <a:lnTo>
                    <a:pt x="0" y="9245"/>
                  </a:lnTo>
                  <a:lnTo>
                    <a:pt x="2679" y="11925"/>
                  </a:lnTo>
                  <a:lnTo>
                    <a:pt x="38163" y="11925"/>
                  </a:lnTo>
                  <a:lnTo>
                    <a:pt x="40843" y="9245"/>
                  </a:lnTo>
                  <a:lnTo>
                    <a:pt x="40843" y="2679"/>
                  </a:lnTo>
                  <a:close/>
                </a:path>
                <a:path w="283209" h="12065">
                  <a:moveTo>
                    <a:pt x="101295" y="2679"/>
                  </a:moveTo>
                  <a:lnTo>
                    <a:pt x="98615" y="0"/>
                  </a:lnTo>
                  <a:lnTo>
                    <a:pt x="95326" y="0"/>
                  </a:lnTo>
                  <a:lnTo>
                    <a:pt x="63119" y="0"/>
                  </a:lnTo>
                  <a:lnTo>
                    <a:pt x="60426" y="2679"/>
                  </a:lnTo>
                  <a:lnTo>
                    <a:pt x="60426" y="9245"/>
                  </a:lnTo>
                  <a:lnTo>
                    <a:pt x="63119" y="11925"/>
                  </a:lnTo>
                  <a:lnTo>
                    <a:pt x="98615" y="11925"/>
                  </a:lnTo>
                  <a:lnTo>
                    <a:pt x="101295" y="9245"/>
                  </a:lnTo>
                  <a:lnTo>
                    <a:pt x="101295" y="2679"/>
                  </a:lnTo>
                  <a:close/>
                </a:path>
                <a:path w="283209" h="12065">
                  <a:moveTo>
                    <a:pt x="161709" y="2679"/>
                  </a:moveTo>
                  <a:lnTo>
                    <a:pt x="159042" y="0"/>
                  </a:lnTo>
                  <a:lnTo>
                    <a:pt x="155752" y="0"/>
                  </a:lnTo>
                  <a:lnTo>
                    <a:pt x="123545" y="0"/>
                  </a:lnTo>
                  <a:lnTo>
                    <a:pt x="120865" y="2679"/>
                  </a:lnTo>
                  <a:lnTo>
                    <a:pt x="120865" y="9245"/>
                  </a:lnTo>
                  <a:lnTo>
                    <a:pt x="123545" y="11925"/>
                  </a:lnTo>
                  <a:lnTo>
                    <a:pt x="159042" y="11925"/>
                  </a:lnTo>
                  <a:lnTo>
                    <a:pt x="161709" y="9245"/>
                  </a:lnTo>
                  <a:lnTo>
                    <a:pt x="161709" y="2679"/>
                  </a:lnTo>
                  <a:close/>
                </a:path>
                <a:path w="283209" h="12065">
                  <a:moveTo>
                    <a:pt x="222148" y="2679"/>
                  </a:moveTo>
                  <a:lnTo>
                    <a:pt x="219481" y="0"/>
                  </a:lnTo>
                  <a:lnTo>
                    <a:pt x="216192" y="0"/>
                  </a:lnTo>
                  <a:lnTo>
                    <a:pt x="183997" y="0"/>
                  </a:lnTo>
                  <a:lnTo>
                    <a:pt x="181305" y="2679"/>
                  </a:lnTo>
                  <a:lnTo>
                    <a:pt x="181305" y="9245"/>
                  </a:lnTo>
                  <a:lnTo>
                    <a:pt x="183997" y="11925"/>
                  </a:lnTo>
                  <a:lnTo>
                    <a:pt x="219481" y="11925"/>
                  </a:lnTo>
                  <a:lnTo>
                    <a:pt x="222148" y="9245"/>
                  </a:lnTo>
                  <a:lnTo>
                    <a:pt x="222148" y="2679"/>
                  </a:lnTo>
                  <a:close/>
                </a:path>
                <a:path w="283209" h="12065">
                  <a:moveTo>
                    <a:pt x="282600" y="2679"/>
                  </a:moveTo>
                  <a:lnTo>
                    <a:pt x="279908" y="0"/>
                  </a:lnTo>
                  <a:lnTo>
                    <a:pt x="276631" y="0"/>
                  </a:lnTo>
                  <a:lnTo>
                    <a:pt x="244424" y="0"/>
                  </a:lnTo>
                  <a:lnTo>
                    <a:pt x="241731" y="2679"/>
                  </a:lnTo>
                  <a:lnTo>
                    <a:pt x="241731" y="9245"/>
                  </a:lnTo>
                  <a:lnTo>
                    <a:pt x="244424" y="11925"/>
                  </a:lnTo>
                  <a:lnTo>
                    <a:pt x="279908" y="11925"/>
                  </a:lnTo>
                  <a:lnTo>
                    <a:pt x="282600" y="9245"/>
                  </a:lnTo>
                  <a:lnTo>
                    <a:pt x="282600" y="2679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3" name="object 323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6563265" y="8272761"/>
              <a:ext cx="187036" cy="83675"/>
            </a:xfrm>
            <a:prstGeom prst="rect">
              <a:avLst/>
            </a:prstGeom>
          </p:spPr>
        </p:pic>
        <p:sp>
          <p:nvSpPr>
            <p:cNvPr id="324" name="object 324" descr=""/>
            <p:cNvSpPr/>
            <p:nvPr/>
          </p:nvSpPr>
          <p:spPr>
            <a:xfrm>
              <a:off x="15146345" y="8156359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4" h="15875">
                  <a:moveTo>
                    <a:pt x="645729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45729" y="15277"/>
                  </a:lnTo>
                  <a:lnTo>
                    <a:pt x="645729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15130419" y="8171625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15146345" y="8186902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4" h="15875">
                  <a:moveTo>
                    <a:pt x="645729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45729" y="15277"/>
                  </a:lnTo>
                  <a:lnTo>
                    <a:pt x="645729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15130408" y="8202179"/>
              <a:ext cx="645160" cy="15875"/>
            </a:xfrm>
            <a:custGeom>
              <a:avLst/>
              <a:gdLst/>
              <a:ahLst/>
              <a:cxnLst/>
              <a:rect l="l" t="t" r="r" b="b"/>
              <a:pathLst>
                <a:path w="645159" h="15875">
                  <a:moveTo>
                    <a:pt x="645142" y="0"/>
                  </a:moveTo>
                  <a:lnTo>
                    <a:pt x="0" y="0"/>
                  </a:lnTo>
                  <a:lnTo>
                    <a:pt x="0" y="15287"/>
                  </a:lnTo>
                  <a:lnTo>
                    <a:pt x="645142" y="15287"/>
                  </a:lnTo>
                  <a:lnTo>
                    <a:pt x="645142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15130419" y="8217467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15146345" y="8232733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4" h="15875">
                  <a:moveTo>
                    <a:pt x="645729" y="0"/>
                  </a:moveTo>
                  <a:lnTo>
                    <a:pt x="0" y="0"/>
                  </a:lnTo>
                  <a:lnTo>
                    <a:pt x="0" y="15287"/>
                  </a:lnTo>
                  <a:lnTo>
                    <a:pt x="645729" y="15287"/>
                  </a:lnTo>
                  <a:lnTo>
                    <a:pt x="645729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15130419" y="8248021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15146345" y="8263298"/>
              <a:ext cx="660400" cy="15875"/>
            </a:xfrm>
            <a:custGeom>
              <a:avLst/>
              <a:gdLst/>
              <a:ahLst/>
              <a:cxnLst/>
              <a:rect l="l" t="t" r="r" b="b"/>
              <a:pathLst>
                <a:path w="660400" h="15875">
                  <a:moveTo>
                    <a:pt x="659854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9854" y="15277"/>
                  </a:lnTo>
                  <a:lnTo>
                    <a:pt x="659854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15130419" y="8278575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5130408" y="8293841"/>
              <a:ext cx="661670" cy="15875"/>
            </a:xfrm>
            <a:custGeom>
              <a:avLst/>
              <a:gdLst/>
              <a:ahLst/>
              <a:cxnLst/>
              <a:rect l="l" t="t" r="r" b="b"/>
              <a:pathLst>
                <a:path w="661669" h="15875">
                  <a:moveTo>
                    <a:pt x="661665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61665" y="15277"/>
                  </a:lnTo>
                  <a:lnTo>
                    <a:pt x="661665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5143026" y="8309118"/>
              <a:ext cx="622300" cy="15875"/>
            </a:xfrm>
            <a:custGeom>
              <a:avLst/>
              <a:gdLst/>
              <a:ahLst/>
              <a:cxnLst/>
              <a:rect l="l" t="t" r="r" b="b"/>
              <a:pathLst>
                <a:path w="622300" h="15875">
                  <a:moveTo>
                    <a:pt x="621865" y="0"/>
                  </a:moveTo>
                  <a:lnTo>
                    <a:pt x="0" y="0"/>
                  </a:lnTo>
                  <a:lnTo>
                    <a:pt x="0" y="15287"/>
                  </a:lnTo>
                  <a:lnTo>
                    <a:pt x="621865" y="15287"/>
                  </a:lnTo>
                  <a:lnTo>
                    <a:pt x="621865" y="0"/>
                  </a:lnTo>
                  <a:close/>
                </a:path>
              </a:pathLst>
            </a:custGeom>
            <a:solidFill>
              <a:srgbClr val="4F45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15130408" y="8324406"/>
              <a:ext cx="661670" cy="15875"/>
            </a:xfrm>
            <a:custGeom>
              <a:avLst/>
              <a:gdLst/>
              <a:ahLst/>
              <a:cxnLst/>
              <a:rect l="l" t="t" r="r" b="b"/>
              <a:pathLst>
                <a:path w="661669" h="15875">
                  <a:moveTo>
                    <a:pt x="661665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61665" y="15277"/>
                  </a:lnTo>
                  <a:lnTo>
                    <a:pt x="661665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5158418" y="8339683"/>
              <a:ext cx="633730" cy="15240"/>
            </a:xfrm>
            <a:custGeom>
              <a:avLst/>
              <a:gdLst/>
              <a:ahLst/>
              <a:cxnLst/>
              <a:rect l="l" t="t" r="r" b="b"/>
              <a:pathLst>
                <a:path w="633730" h="15240">
                  <a:moveTo>
                    <a:pt x="0" y="15015"/>
                  </a:moveTo>
                  <a:lnTo>
                    <a:pt x="633656" y="15015"/>
                  </a:lnTo>
                  <a:lnTo>
                    <a:pt x="633656" y="0"/>
                  </a:lnTo>
                  <a:lnTo>
                    <a:pt x="0" y="0"/>
                  </a:lnTo>
                  <a:lnTo>
                    <a:pt x="0" y="1501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14905776" y="8354698"/>
              <a:ext cx="2274570" cy="71755"/>
            </a:xfrm>
            <a:custGeom>
              <a:avLst/>
              <a:gdLst/>
              <a:ahLst/>
              <a:cxnLst/>
              <a:rect l="l" t="t" r="r" b="b"/>
              <a:pathLst>
                <a:path w="2274569" h="71754">
                  <a:moveTo>
                    <a:pt x="2273951" y="0"/>
                  </a:moveTo>
                  <a:lnTo>
                    <a:pt x="0" y="0"/>
                  </a:lnTo>
                  <a:lnTo>
                    <a:pt x="0" y="71327"/>
                  </a:lnTo>
                  <a:lnTo>
                    <a:pt x="2273951" y="71327"/>
                  </a:lnTo>
                  <a:lnTo>
                    <a:pt x="2273951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4965719" y="9763918"/>
              <a:ext cx="2174240" cy="28575"/>
            </a:xfrm>
            <a:custGeom>
              <a:avLst/>
              <a:gdLst/>
              <a:ahLst/>
              <a:cxnLst/>
              <a:rect l="l" t="t" r="r" b="b"/>
              <a:pathLst>
                <a:path w="2174240" h="28575">
                  <a:moveTo>
                    <a:pt x="323697" y="0"/>
                  </a:moveTo>
                  <a:lnTo>
                    <a:pt x="0" y="0"/>
                  </a:lnTo>
                  <a:lnTo>
                    <a:pt x="0" y="28028"/>
                  </a:lnTo>
                  <a:lnTo>
                    <a:pt x="323697" y="28028"/>
                  </a:lnTo>
                  <a:lnTo>
                    <a:pt x="323697" y="0"/>
                  </a:lnTo>
                  <a:close/>
                </a:path>
                <a:path w="2174240" h="28575">
                  <a:moveTo>
                    <a:pt x="2174036" y="0"/>
                  </a:moveTo>
                  <a:lnTo>
                    <a:pt x="1850313" y="0"/>
                  </a:lnTo>
                  <a:lnTo>
                    <a:pt x="1850313" y="28028"/>
                  </a:lnTo>
                  <a:lnTo>
                    <a:pt x="2174036" y="28028"/>
                  </a:lnTo>
                  <a:lnTo>
                    <a:pt x="2174036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9" name="object 339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5271978" y="7787209"/>
              <a:ext cx="395913" cy="569070"/>
            </a:xfrm>
            <a:prstGeom prst="rect">
              <a:avLst/>
            </a:prstGeom>
          </p:spPr>
        </p:pic>
        <p:pic>
          <p:nvPicPr>
            <p:cNvPr id="340" name="object 340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6567460" y="8222320"/>
              <a:ext cx="255919" cy="114687"/>
            </a:xfrm>
            <a:prstGeom prst="rect">
              <a:avLst/>
            </a:prstGeom>
          </p:spPr>
        </p:pic>
        <p:sp>
          <p:nvSpPr>
            <p:cNvPr id="341" name="object 341" descr=""/>
            <p:cNvSpPr/>
            <p:nvPr/>
          </p:nvSpPr>
          <p:spPr>
            <a:xfrm>
              <a:off x="17385098" y="7718617"/>
              <a:ext cx="254000" cy="615950"/>
            </a:xfrm>
            <a:custGeom>
              <a:avLst/>
              <a:gdLst/>
              <a:ahLst/>
              <a:cxnLst/>
              <a:rect l="l" t="t" r="r" b="b"/>
              <a:pathLst>
                <a:path w="254000" h="615950">
                  <a:moveTo>
                    <a:pt x="145166" y="0"/>
                  </a:moveTo>
                  <a:lnTo>
                    <a:pt x="77357" y="10195"/>
                  </a:lnTo>
                  <a:lnTo>
                    <a:pt x="22752" y="52323"/>
                  </a:lnTo>
                  <a:lnTo>
                    <a:pt x="843" y="126096"/>
                  </a:lnTo>
                  <a:lnTo>
                    <a:pt x="9" y="173727"/>
                  </a:lnTo>
                  <a:lnTo>
                    <a:pt x="0" y="213957"/>
                  </a:lnTo>
                  <a:lnTo>
                    <a:pt x="1337" y="263017"/>
                  </a:lnTo>
                  <a:lnTo>
                    <a:pt x="4829" y="319323"/>
                  </a:lnTo>
                  <a:lnTo>
                    <a:pt x="11281" y="381289"/>
                  </a:lnTo>
                  <a:lnTo>
                    <a:pt x="21502" y="447332"/>
                  </a:lnTo>
                  <a:lnTo>
                    <a:pt x="36297" y="515866"/>
                  </a:lnTo>
                  <a:lnTo>
                    <a:pt x="56475" y="585307"/>
                  </a:lnTo>
                  <a:lnTo>
                    <a:pt x="84978" y="614428"/>
                  </a:lnTo>
                  <a:lnTo>
                    <a:pt x="130637" y="615620"/>
                  </a:lnTo>
                  <a:lnTo>
                    <a:pt x="180284" y="599379"/>
                  </a:lnTo>
                  <a:lnTo>
                    <a:pt x="220753" y="576202"/>
                  </a:lnTo>
                  <a:lnTo>
                    <a:pt x="241671" y="541471"/>
                  </a:lnTo>
                  <a:lnTo>
                    <a:pt x="249006" y="482902"/>
                  </a:lnTo>
                  <a:lnTo>
                    <a:pt x="252104" y="433200"/>
                  </a:lnTo>
                  <a:lnTo>
                    <a:pt x="253862" y="365724"/>
                  </a:lnTo>
                  <a:lnTo>
                    <a:pt x="253227" y="171694"/>
                  </a:lnTo>
                  <a:lnTo>
                    <a:pt x="250408" y="124500"/>
                  </a:lnTo>
                  <a:lnTo>
                    <a:pt x="242427" y="76548"/>
                  </a:lnTo>
                  <a:lnTo>
                    <a:pt x="206687" y="22022"/>
                  </a:lnTo>
                  <a:lnTo>
                    <a:pt x="145166" y="0"/>
                  </a:lnTo>
                  <a:close/>
                </a:path>
              </a:pathLst>
            </a:custGeom>
            <a:solidFill>
              <a:srgbClr val="F5A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7238747" y="7645868"/>
              <a:ext cx="511175" cy="956310"/>
            </a:xfrm>
            <a:custGeom>
              <a:avLst/>
              <a:gdLst/>
              <a:ahLst/>
              <a:cxnLst/>
              <a:rect l="l" t="t" r="r" b="b"/>
              <a:pathLst>
                <a:path w="511175" h="956309">
                  <a:moveTo>
                    <a:pt x="400547" y="0"/>
                  </a:moveTo>
                  <a:lnTo>
                    <a:pt x="305093" y="40136"/>
                  </a:lnTo>
                  <a:lnTo>
                    <a:pt x="216350" y="51531"/>
                  </a:lnTo>
                  <a:lnTo>
                    <a:pt x="150924" y="48136"/>
                  </a:lnTo>
                  <a:lnTo>
                    <a:pt x="125424" y="43904"/>
                  </a:lnTo>
                  <a:lnTo>
                    <a:pt x="50756" y="98241"/>
                  </a:lnTo>
                  <a:lnTo>
                    <a:pt x="12852" y="148568"/>
                  </a:lnTo>
                  <a:lnTo>
                    <a:pt x="0" y="223881"/>
                  </a:lnTo>
                  <a:lnTo>
                    <a:pt x="486" y="353172"/>
                  </a:lnTo>
                  <a:lnTo>
                    <a:pt x="2676" y="476145"/>
                  </a:lnTo>
                  <a:lnTo>
                    <a:pt x="4089" y="543223"/>
                  </a:lnTo>
                  <a:lnTo>
                    <a:pt x="5774" y="611272"/>
                  </a:lnTo>
                  <a:lnTo>
                    <a:pt x="7690" y="673048"/>
                  </a:lnTo>
                  <a:lnTo>
                    <a:pt x="9794" y="721307"/>
                  </a:lnTo>
                  <a:lnTo>
                    <a:pt x="14066" y="790041"/>
                  </a:lnTo>
                  <a:lnTo>
                    <a:pt x="19551" y="854462"/>
                  </a:lnTo>
                  <a:lnTo>
                    <a:pt x="26728" y="907058"/>
                  </a:lnTo>
                  <a:lnTo>
                    <a:pt x="49761" y="953897"/>
                  </a:lnTo>
                  <a:lnTo>
                    <a:pt x="67612" y="956109"/>
                  </a:lnTo>
                  <a:lnTo>
                    <a:pt x="86606" y="952397"/>
                  </a:lnTo>
                  <a:lnTo>
                    <a:pt x="103718" y="948201"/>
                  </a:lnTo>
                  <a:lnTo>
                    <a:pt x="123188" y="945165"/>
                  </a:lnTo>
                  <a:lnTo>
                    <a:pt x="161193" y="939807"/>
                  </a:lnTo>
                  <a:lnTo>
                    <a:pt x="213358" y="933215"/>
                  </a:lnTo>
                  <a:lnTo>
                    <a:pt x="275303" y="926479"/>
                  </a:lnTo>
                  <a:lnTo>
                    <a:pt x="342651" y="920686"/>
                  </a:lnTo>
                  <a:lnTo>
                    <a:pt x="411023" y="916926"/>
                  </a:lnTo>
                  <a:lnTo>
                    <a:pt x="476042" y="916286"/>
                  </a:lnTo>
                  <a:lnTo>
                    <a:pt x="490704" y="895471"/>
                  </a:lnTo>
                  <a:lnTo>
                    <a:pt x="497769" y="845291"/>
                  </a:lnTo>
                  <a:lnTo>
                    <a:pt x="500137" y="785345"/>
                  </a:lnTo>
                  <a:lnTo>
                    <a:pt x="500711" y="735234"/>
                  </a:lnTo>
                  <a:lnTo>
                    <a:pt x="508767" y="403793"/>
                  </a:lnTo>
                  <a:lnTo>
                    <a:pt x="509917" y="349714"/>
                  </a:lnTo>
                  <a:lnTo>
                    <a:pt x="510546" y="310842"/>
                  </a:lnTo>
                  <a:lnTo>
                    <a:pt x="510481" y="292755"/>
                  </a:lnTo>
                  <a:lnTo>
                    <a:pt x="489125" y="195231"/>
                  </a:lnTo>
                  <a:lnTo>
                    <a:pt x="451799" y="100350"/>
                  </a:lnTo>
                  <a:lnTo>
                    <a:pt x="416331" y="28482"/>
                  </a:lnTo>
                  <a:lnTo>
                    <a:pt x="400547" y="0"/>
                  </a:lnTo>
                  <a:close/>
                </a:path>
              </a:pathLst>
            </a:custGeom>
            <a:solidFill>
              <a:srgbClr val="FCF6F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3" name="object 343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7275297" y="7710616"/>
              <a:ext cx="148191" cy="80259"/>
            </a:xfrm>
            <a:prstGeom prst="rect">
              <a:avLst/>
            </a:prstGeom>
          </p:spPr>
        </p:pic>
        <p:sp>
          <p:nvSpPr>
            <p:cNvPr id="344" name="object 344" descr=""/>
            <p:cNvSpPr/>
            <p:nvPr/>
          </p:nvSpPr>
          <p:spPr>
            <a:xfrm>
              <a:off x="17272191" y="7587494"/>
              <a:ext cx="379095" cy="311150"/>
            </a:xfrm>
            <a:custGeom>
              <a:avLst/>
              <a:gdLst/>
              <a:ahLst/>
              <a:cxnLst/>
              <a:rect l="l" t="t" r="r" b="b"/>
              <a:pathLst>
                <a:path w="379094" h="311150">
                  <a:moveTo>
                    <a:pt x="51485" y="309714"/>
                  </a:moveTo>
                  <a:lnTo>
                    <a:pt x="50888" y="284251"/>
                  </a:lnTo>
                  <a:lnTo>
                    <a:pt x="0" y="285572"/>
                  </a:lnTo>
                  <a:lnTo>
                    <a:pt x="660" y="311035"/>
                  </a:lnTo>
                  <a:lnTo>
                    <a:pt x="51485" y="309714"/>
                  </a:lnTo>
                  <a:close/>
                </a:path>
                <a:path w="379094" h="311150">
                  <a:moveTo>
                    <a:pt x="378853" y="82130"/>
                  </a:moveTo>
                  <a:lnTo>
                    <a:pt x="371944" y="59715"/>
                  </a:lnTo>
                  <a:lnTo>
                    <a:pt x="357263" y="32550"/>
                  </a:lnTo>
                  <a:lnTo>
                    <a:pt x="342684" y="9639"/>
                  </a:lnTo>
                  <a:lnTo>
                    <a:pt x="336067" y="0"/>
                  </a:lnTo>
                  <a:lnTo>
                    <a:pt x="320471" y="13347"/>
                  </a:lnTo>
                  <a:lnTo>
                    <a:pt x="278053" y="28956"/>
                  </a:lnTo>
                  <a:lnTo>
                    <a:pt x="161048" y="64312"/>
                  </a:lnTo>
                  <a:lnTo>
                    <a:pt x="110629" y="82740"/>
                  </a:lnTo>
                  <a:lnTo>
                    <a:pt x="68745" y="117525"/>
                  </a:lnTo>
                  <a:lnTo>
                    <a:pt x="40487" y="155625"/>
                  </a:lnTo>
                  <a:lnTo>
                    <a:pt x="67322" y="137414"/>
                  </a:lnTo>
                  <a:lnTo>
                    <a:pt x="82867" y="132410"/>
                  </a:lnTo>
                  <a:lnTo>
                    <a:pt x="103911" y="165849"/>
                  </a:lnTo>
                  <a:lnTo>
                    <a:pt x="113157" y="195681"/>
                  </a:lnTo>
                  <a:lnTo>
                    <a:pt x="266992" y="140284"/>
                  </a:lnTo>
                  <a:lnTo>
                    <a:pt x="345960" y="109982"/>
                  </a:lnTo>
                  <a:lnTo>
                    <a:pt x="374942" y="94145"/>
                  </a:lnTo>
                  <a:lnTo>
                    <a:pt x="378853" y="82130"/>
                  </a:lnTo>
                  <a:close/>
                </a:path>
              </a:pathLst>
            </a:custGeom>
            <a:solidFill>
              <a:srgbClr val="F9F0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17188018" y="7831042"/>
              <a:ext cx="111760" cy="633730"/>
            </a:xfrm>
            <a:custGeom>
              <a:avLst/>
              <a:gdLst/>
              <a:ahLst/>
              <a:cxnLst/>
              <a:rect l="l" t="t" r="r" b="b"/>
              <a:pathLst>
                <a:path w="111759" h="633729">
                  <a:moveTo>
                    <a:pt x="69137" y="0"/>
                  </a:moveTo>
                  <a:lnTo>
                    <a:pt x="21308" y="41089"/>
                  </a:lnTo>
                  <a:lnTo>
                    <a:pt x="0" y="112520"/>
                  </a:lnTo>
                  <a:lnTo>
                    <a:pt x="383" y="266251"/>
                  </a:lnTo>
                  <a:lnTo>
                    <a:pt x="17631" y="554244"/>
                  </a:lnTo>
                  <a:lnTo>
                    <a:pt x="34309" y="606329"/>
                  </a:lnTo>
                  <a:lnTo>
                    <a:pt x="49368" y="633362"/>
                  </a:lnTo>
                  <a:lnTo>
                    <a:pt x="70217" y="592567"/>
                  </a:lnTo>
                  <a:lnTo>
                    <a:pt x="80810" y="569728"/>
                  </a:lnTo>
                  <a:lnTo>
                    <a:pt x="84425" y="556529"/>
                  </a:lnTo>
                  <a:lnTo>
                    <a:pt x="84341" y="544653"/>
                  </a:lnTo>
                  <a:lnTo>
                    <a:pt x="77862" y="283995"/>
                  </a:lnTo>
                  <a:lnTo>
                    <a:pt x="88273" y="121831"/>
                  </a:lnTo>
                  <a:lnTo>
                    <a:pt x="103427" y="38760"/>
                  </a:lnTo>
                  <a:lnTo>
                    <a:pt x="111178" y="15381"/>
                  </a:lnTo>
                  <a:lnTo>
                    <a:pt x="69137" y="0"/>
                  </a:lnTo>
                  <a:close/>
                </a:path>
              </a:pathLst>
            </a:custGeom>
            <a:solidFill>
              <a:srgbClr val="2D2C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6" name="object 346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7254585" y="7771547"/>
              <a:ext cx="68632" cy="76096"/>
            </a:xfrm>
            <a:prstGeom prst="rect">
              <a:avLst/>
            </a:prstGeom>
          </p:spPr>
        </p:pic>
        <p:sp>
          <p:nvSpPr>
            <p:cNvPr id="347" name="object 347" descr=""/>
            <p:cNvSpPr/>
            <p:nvPr/>
          </p:nvSpPr>
          <p:spPr>
            <a:xfrm>
              <a:off x="17202856" y="7682002"/>
              <a:ext cx="551815" cy="925194"/>
            </a:xfrm>
            <a:custGeom>
              <a:avLst/>
              <a:gdLst/>
              <a:ahLst/>
              <a:cxnLst/>
              <a:rect l="l" t="t" r="r" b="b"/>
              <a:pathLst>
                <a:path w="551815" h="925195">
                  <a:moveTo>
                    <a:pt x="336116" y="0"/>
                  </a:moveTo>
                  <a:lnTo>
                    <a:pt x="279809" y="3542"/>
                  </a:lnTo>
                  <a:lnTo>
                    <a:pt x="224290" y="17634"/>
                  </a:lnTo>
                  <a:lnTo>
                    <a:pt x="182559" y="38664"/>
                  </a:lnTo>
                  <a:lnTo>
                    <a:pt x="110320" y="139831"/>
                  </a:lnTo>
                  <a:lnTo>
                    <a:pt x="52422" y="285198"/>
                  </a:lnTo>
                  <a:lnTo>
                    <a:pt x="13953" y="415719"/>
                  </a:lnTo>
                  <a:lnTo>
                    <a:pt x="0" y="472347"/>
                  </a:lnTo>
                  <a:lnTo>
                    <a:pt x="0" y="842273"/>
                  </a:lnTo>
                  <a:lnTo>
                    <a:pt x="48722" y="889998"/>
                  </a:lnTo>
                  <a:lnTo>
                    <a:pt x="74826" y="914507"/>
                  </a:lnTo>
                  <a:lnTo>
                    <a:pt x="87189" y="923540"/>
                  </a:lnTo>
                  <a:lnTo>
                    <a:pt x="94688" y="924836"/>
                  </a:lnTo>
                  <a:lnTo>
                    <a:pt x="115463" y="923540"/>
                  </a:lnTo>
                  <a:lnTo>
                    <a:pt x="379242" y="903001"/>
                  </a:lnTo>
                  <a:lnTo>
                    <a:pt x="445054" y="897163"/>
                  </a:lnTo>
                  <a:lnTo>
                    <a:pt x="492606" y="892305"/>
                  </a:lnTo>
                  <a:lnTo>
                    <a:pt x="519538" y="852882"/>
                  </a:lnTo>
                  <a:lnTo>
                    <a:pt x="524062" y="813761"/>
                  </a:lnTo>
                  <a:lnTo>
                    <a:pt x="528990" y="764049"/>
                  </a:lnTo>
                  <a:lnTo>
                    <a:pt x="534047" y="706321"/>
                  </a:lnTo>
                  <a:lnTo>
                    <a:pt x="538960" y="643153"/>
                  </a:lnTo>
                  <a:lnTo>
                    <a:pt x="543453" y="577118"/>
                  </a:lnTo>
                  <a:lnTo>
                    <a:pt x="547252" y="510792"/>
                  </a:lnTo>
                  <a:lnTo>
                    <a:pt x="549783" y="453540"/>
                  </a:lnTo>
                  <a:lnTo>
                    <a:pt x="263782" y="453540"/>
                  </a:lnTo>
                  <a:lnTo>
                    <a:pt x="209890" y="450839"/>
                  </a:lnTo>
                  <a:lnTo>
                    <a:pt x="183376" y="442138"/>
                  </a:lnTo>
                  <a:lnTo>
                    <a:pt x="178535" y="422512"/>
                  </a:lnTo>
                  <a:lnTo>
                    <a:pt x="174551" y="384618"/>
                  </a:lnTo>
                  <a:lnTo>
                    <a:pt x="172627" y="333713"/>
                  </a:lnTo>
                  <a:lnTo>
                    <a:pt x="173964" y="275049"/>
                  </a:lnTo>
                  <a:lnTo>
                    <a:pt x="179764" y="213880"/>
                  </a:lnTo>
                  <a:lnTo>
                    <a:pt x="191230" y="155462"/>
                  </a:lnTo>
                  <a:lnTo>
                    <a:pt x="209564" y="105049"/>
                  </a:lnTo>
                  <a:lnTo>
                    <a:pt x="243271" y="74806"/>
                  </a:lnTo>
                  <a:lnTo>
                    <a:pt x="292718" y="64270"/>
                  </a:lnTo>
                  <a:lnTo>
                    <a:pt x="484070" y="64270"/>
                  </a:lnTo>
                  <a:lnTo>
                    <a:pt x="463213" y="51920"/>
                  </a:lnTo>
                  <a:lnTo>
                    <a:pt x="427372" y="34965"/>
                  </a:lnTo>
                  <a:lnTo>
                    <a:pt x="380208" y="10623"/>
                  </a:lnTo>
                  <a:lnTo>
                    <a:pt x="336116" y="0"/>
                  </a:lnTo>
                  <a:close/>
                </a:path>
                <a:path w="551815" h="925195">
                  <a:moveTo>
                    <a:pt x="484070" y="64270"/>
                  </a:moveTo>
                  <a:lnTo>
                    <a:pt x="292718" y="64270"/>
                  </a:lnTo>
                  <a:lnTo>
                    <a:pt x="342472" y="68703"/>
                  </a:lnTo>
                  <a:lnTo>
                    <a:pt x="377098" y="83364"/>
                  </a:lnTo>
                  <a:lnTo>
                    <a:pt x="397841" y="113991"/>
                  </a:lnTo>
                  <a:lnTo>
                    <a:pt x="411705" y="161054"/>
                  </a:lnTo>
                  <a:lnTo>
                    <a:pt x="419742" y="218366"/>
                  </a:lnTo>
                  <a:lnTo>
                    <a:pt x="423004" y="279741"/>
                  </a:lnTo>
                  <a:lnTo>
                    <a:pt x="422541" y="338992"/>
                  </a:lnTo>
                  <a:lnTo>
                    <a:pt x="419406" y="389933"/>
                  </a:lnTo>
                  <a:lnTo>
                    <a:pt x="409327" y="442138"/>
                  </a:lnTo>
                  <a:lnTo>
                    <a:pt x="327014" y="451891"/>
                  </a:lnTo>
                  <a:lnTo>
                    <a:pt x="263782" y="453540"/>
                  </a:lnTo>
                  <a:lnTo>
                    <a:pt x="549783" y="453540"/>
                  </a:lnTo>
                  <a:lnTo>
                    <a:pt x="550084" y="446748"/>
                  </a:lnTo>
                  <a:lnTo>
                    <a:pt x="551609" y="389933"/>
                  </a:lnTo>
                  <a:lnTo>
                    <a:pt x="551676" y="384618"/>
                  </a:lnTo>
                  <a:lnTo>
                    <a:pt x="551658" y="333713"/>
                  </a:lnTo>
                  <a:lnTo>
                    <a:pt x="550025" y="294059"/>
                  </a:lnTo>
                  <a:lnTo>
                    <a:pt x="544062" y="254635"/>
                  </a:lnTo>
                  <a:lnTo>
                    <a:pt x="532855" y="212026"/>
                  </a:lnTo>
                  <a:lnTo>
                    <a:pt x="517192" y="157333"/>
                  </a:lnTo>
                  <a:lnTo>
                    <a:pt x="497859" y="81657"/>
                  </a:lnTo>
                  <a:lnTo>
                    <a:pt x="486965" y="65984"/>
                  </a:lnTo>
                  <a:lnTo>
                    <a:pt x="484070" y="64270"/>
                  </a:lnTo>
                  <a:close/>
                </a:path>
              </a:pathLst>
            </a:custGeom>
            <a:solidFill>
              <a:srgbClr val="9091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7281356" y="7908052"/>
              <a:ext cx="63500" cy="68580"/>
            </a:xfrm>
            <a:custGeom>
              <a:avLst/>
              <a:gdLst/>
              <a:ahLst/>
              <a:cxnLst/>
              <a:rect l="l" t="t" r="r" b="b"/>
              <a:pathLst>
                <a:path w="63500" h="68579">
                  <a:moveTo>
                    <a:pt x="60228" y="40"/>
                  </a:moveTo>
                  <a:lnTo>
                    <a:pt x="56701" y="0"/>
                  </a:lnTo>
                  <a:lnTo>
                    <a:pt x="49252" y="6507"/>
                  </a:lnTo>
                  <a:lnTo>
                    <a:pt x="32233" y="25433"/>
                  </a:lnTo>
                  <a:lnTo>
                    <a:pt x="0" y="62646"/>
                  </a:lnTo>
                  <a:lnTo>
                    <a:pt x="62835" y="68007"/>
                  </a:lnTo>
                  <a:lnTo>
                    <a:pt x="63076" y="57642"/>
                  </a:lnTo>
                  <a:lnTo>
                    <a:pt x="63259" y="34703"/>
                  </a:lnTo>
                  <a:lnTo>
                    <a:pt x="62579" y="11424"/>
                  </a:lnTo>
                  <a:lnTo>
                    <a:pt x="60228" y="40"/>
                  </a:lnTo>
                  <a:close/>
                </a:path>
              </a:pathLst>
            </a:custGeom>
            <a:solidFill>
              <a:srgbClr val="B9C6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17273533" y="7960957"/>
              <a:ext cx="76835" cy="38735"/>
            </a:xfrm>
            <a:custGeom>
              <a:avLst/>
              <a:gdLst/>
              <a:ahLst/>
              <a:cxnLst/>
              <a:rect l="l" t="t" r="r" b="b"/>
              <a:pathLst>
                <a:path w="76834" h="38734">
                  <a:moveTo>
                    <a:pt x="0" y="0"/>
                  </a:moveTo>
                  <a:lnTo>
                    <a:pt x="0" y="38616"/>
                  </a:lnTo>
                  <a:lnTo>
                    <a:pt x="76772" y="38616"/>
                  </a:lnTo>
                  <a:lnTo>
                    <a:pt x="76070" y="24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73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16820973" y="7770577"/>
              <a:ext cx="772160" cy="588010"/>
            </a:xfrm>
            <a:custGeom>
              <a:avLst/>
              <a:gdLst/>
              <a:ahLst/>
              <a:cxnLst/>
              <a:rect l="l" t="t" r="r" b="b"/>
              <a:pathLst>
                <a:path w="772159" h="588009">
                  <a:moveTo>
                    <a:pt x="771664" y="92151"/>
                  </a:moveTo>
                  <a:lnTo>
                    <a:pt x="748817" y="36283"/>
                  </a:lnTo>
                  <a:lnTo>
                    <a:pt x="693661" y="3073"/>
                  </a:lnTo>
                  <a:lnTo>
                    <a:pt x="658647" y="0"/>
                  </a:lnTo>
                  <a:lnTo>
                    <a:pt x="621182" y="8648"/>
                  </a:lnTo>
                  <a:lnTo>
                    <a:pt x="583133" y="31026"/>
                  </a:lnTo>
                  <a:lnTo>
                    <a:pt x="546379" y="69164"/>
                  </a:lnTo>
                  <a:lnTo>
                    <a:pt x="481139" y="156540"/>
                  </a:lnTo>
                  <a:lnTo>
                    <a:pt x="439610" y="222300"/>
                  </a:lnTo>
                  <a:lnTo>
                    <a:pt x="403936" y="299415"/>
                  </a:lnTo>
                  <a:lnTo>
                    <a:pt x="385229" y="347116"/>
                  </a:lnTo>
                  <a:lnTo>
                    <a:pt x="298932" y="355053"/>
                  </a:lnTo>
                  <a:lnTo>
                    <a:pt x="218897" y="366852"/>
                  </a:lnTo>
                  <a:lnTo>
                    <a:pt x="132080" y="387705"/>
                  </a:lnTo>
                  <a:lnTo>
                    <a:pt x="0" y="425157"/>
                  </a:lnTo>
                  <a:lnTo>
                    <a:pt x="26758" y="587552"/>
                  </a:lnTo>
                  <a:lnTo>
                    <a:pt x="389115" y="570382"/>
                  </a:lnTo>
                  <a:lnTo>
                    <a:pt x="475284" y="565835"/>
                  </a:lnTo>
                  <a:lnTo>
                    <a:pt x="504367" y="555180"/>
                  </a:lnTo>
                  <a:lnTo>
                    <a:pt x="505345" y="554926"/>
                  </a:lnTo>
                  <a:lnTo>
                    <a:pt x="520420" y="543979"/>
                  </a:lnTo>
                  <a:lnTo>
                    <a:pt x="531063" y="529170"/>
                  </a:lnTo>
                  <a:lnTo>
                    <a:pt x="533209" y="526186"/>
                  </a:lnTo>
                  <a:lnTo>
                    <a:pt x="567639" y="475411"/>
                  </a:lnTo>
                  <a:lnTo>
                    <a:pt x="617816" y="395592"/>
                  </a:lnTo>
                  <a:lnTo>
                    <a:pt x="677862" y="290690"/>
                  </a:lnTo>
                  <a:lnTo>
                    <a:pt x="705599" y="241579"/>
                  </a:lnTo>
                  <a:lnTo>
                    <a:pt x="736663" y="185559"/>
                  </a:lnTo>
                  <a:lnTo>
                    <a:pt x="761784" y="132473"/>
                  </a:lnTo>
                  <a:lnTo>
                    <a:pt x="771664" y="92151"/>
                  </a:lnTo>
                  <a:close/>
                </a:path>
              </a:pathLst>
            </a:custGeom>
            <a:solidFill>
              <a:srgbClr val="F9F0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1" name="object 351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6751026" y="8188409"/>
              <a:ext cx="105378" cy="176727"/>
            </a:xfrm>
            <a:prstGeom prst="rect">
              <a:avLst/>
            </a:prstGeom>
          </p:spPr>
        </p:pic>
        <p:sp>
          <p:nvSpPr>
            <p:cNvPr id="352" name="object 352" descr=""/>
            <p:cNvSpPr/>
            <p:nvPr/>
          </p:nvSpPr>
          <p:spPr>
            <a:xfrm>
              <a:off x="17329087" y="8973673"/>
              <a:ext cx="231775" cy="473709"/>
            </a:xfrm>
            <a:custGeom>
              <a:avLst/>
              <a:gdLst/>
              <a:ahLst/>
              <a:cxnLst/>
              <a:rect l="l" t="t" r="r" b="b"/>
              <a:pathLst>
                <a:path w="231775" h="473709">
                  <a:moveTo>
                    <a:pt x="167551" y="290893"/>
                  </a:moveTo>
                  <a:lnTo>
                    <a:pt x="73964" y="290893"/>
                  </a:lnTo>
                  <a:lnTo>
                    <a:pt x="73964" y="473329"/>
                  </a:lnTo>
                  <a:lnTo>
                    <a:pt x="167551" y="473329"/>
                  </a:lnTo>
                  <a:lnTo>
                    <a:pt x="167551" y="290893"/>
                  </a:lnTo>
                  <a:close/>
                </a:path>
                <a:path w="231775" h="473709">
                  <a:moveTo>
                    <a:pt x="231736" y="0"/>
                  </a:moveTo>
                  <a:lnTo>
                    <a:pt x="0" y="0"/>
                  </a:lnTo>
                  <a:lnTo>
                    <a:pt x="0" y="91211"/>
                  </a:lnTo>
                  <a:lnTo>
                    <a:pt x="231736" y="91211"/>
                  </a:lnTo>
                  <a:lnTo>
                    <a:pt x="231736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17687877" y="7689417"/>
              <a:ext cx="383540" cy="1296670"/>
            </a:xfrm>
            <a:custGeom>
              <a:avLst/>
              <a:gdLst/>
              <a:ahLst/>
              <a:cxnLst/>
              <a:rect l="l" t="t" r="r" b="b"/>
              <a:pathLst>
                <a:path w="383540" h="1296670">
                  <a:moveTo>
                    <a:pt x="320545" y="0"/>
                  </a:moveTo>
                  <a:lnTo>
                    <a:pt x="282447" y="11551"/>
                  </a:lnTo>
                  <a:lnTo>
                    <a:pt x="262885" y="65682"/>
                  </a:lnTo>
                  <a:lnTo>
                    <a:pt x="249248" y="107223"/>
                  </a:lnTo>
                  <a:lnTo>
                    <a:pt x="233541" y="156626"/>
                  </a:lnTo>
                  <a:lnTo>
                    <a:pt x="216139" y="212553"/>
                  </a:lnTo>
                  <a:lnTo>
                    <a:pt x="197416" y="273662"/>
                  </a:lnTo>
                  <a:lnTo>
                    <a:pt x="157508" y="406067"/>
                  </a:lnTo>
                  <a:lnTo>
                    <a:pt x="116816" y="543120"/>
                  </a:lnTo>
                  <a:lnTo>
                    <a:pt x="45079" y="788281"/>
                  </a:lnTo>
                  <a:lnTo>
                    <a:pt x="6198" y="923372"/>
                  </a:lnTo>
                  <a:lnTo>
                    <a:pt x="31" y="966607"/>
                  </a:lnTo>
                  <a:lnTo>
                    <a:pt x="0" y="1022214"/>
                  </a:lnTo>
                  <a:lnTo>
                    <a:pt x="4406" y="1083795"/>
                  </a:lnTo>
                  <a:lnTo>
                    <a:pt x="11551" y="1144954"/>
                  </a:lnTo>
                  <a:lnTo>
                    <a:pt x="19737" y="1199293"/>
                  </a:lnTo>
                  <a:lnTo>
                    <a:pt x="27265" y="1240416"/>
                  </a:lnTo>
                  <a:lnTo>
                    <a:pt x="58909" y="1278829"/>
                  </a:lnTo>
                  <a:lnTo>
                    <a:pt x="110748" y="1292213"/>
                  </a:lnTo>
                  <a:lnTo>
                    <a:pt x="164611" y="1296352"/>
                  </a:lnTo>
                  <a:lnTo>
                    <a:pt x="197155" y="1285518"/>
                  </a:lnTo>
                  <a:lnTo>
                    <a:pt x="210171" y="1232132"/>
                  </a:lnTo>
                  <a:lnTo>
                    <a:pt x="224906" y="1154412"/>
                  </a:lnTo>
                  <a:lnTo>
                    <a:pt x="233671" y="1105366"/>
                  </a:lnTo>
                  <a:lnTo>
                    <a:pt x="243181" y="1050619"/>
                  </a:lnTo>
                  <a:lnTo>
                    <a:pt x="253295" y="990990"/>
                  </a:lnTo>
                  <a:lnTo>
                    <a:pt x="274779" y="860352"/>
                  </a:lnTo>
                  <a:lnTo>
                    <a:pt x="297001" y="719993"/>
                  </a:lnTo>
                  <a:lnTo>
                    <a:pt x="308039" y="648213"/>
                  </a:lnTo>
                  <a:lnTo>
                    <a:pt x="318842" y="576455"/>
                  </a:lnTo>
                  <a:lnTo>
                    <a:pt x="329269" y="505537"/>
                  </a:lnTo>
                  <a:lnTo>
                    <a:pt x="339181" y="436278"/>
                  </a:lnTo>
                  <a:lnTo>
                    <a:pt x="348437" y="369494"/>
                  </a:lnTo>
                  <a:lnTo>
                    <a:pt x="356898" y="306003"/>
                  </a:lnTo>
                  <a:lnTo>
                    <a:pt x="364423" y="246623"/>
                  </a:lnTo>
                  <a:lnTo>
                    <a:pt x="370872" y="192171"/>
                  </a:lnTo>
                  <a:lnTo>
                    <a:pt x="376106" y="143465"/>
                  </a:lnTo>
                  <a:lnTo>
                    <a:pt x="379984" y="101322"/>
                  </a:lnTo>
                  <a:lnTo>
                    <a:pt x="383113" y="39998"/>
                  </a:lnTo>
                  <a:lnTo>
                    <a:pt x="382084" y="22452"/>
                  </a:lnTo>
                  <a:lnTo>
                    <a:pt x="379139" y="14740"/>
                  </a:lnTo>
                  <a:lnTo>
                    <a:pt x="350399" y="3478"/>
                  </a:lnTo>
                  <a:lnTo>
                    <a:pt x="320545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16892738" y="8832536"/>
              <a:ext cx="976630" cy="162560"/>
            </a:xfrm>
            <a:custGeom>
              <a:avLst/>
              <a:gdLst/>
              <a:ahLst/>
              <a:cxnLst/>
              <a:rect l="l" t="t" r="r" b="b"/>
              <a:pathLst>
                <a:path w="976630" h="162559">
                  <a:moveTo>
                    <a:pt x="930034" y="0"/>
                  </a:moveTo>
                  <a:lnTo>
                    <a:pt x="46228" y="0"/>
                  </a:lnTo>
                  <a:lnTo>
                    <a:pt x="28275" y="3648"/>
                  </a:lnTo>
                  <a:lnTo>
                    <a:pt x="13576" y="13580"/>
                  </a:lnTo>
                  <a:lnTo>
                    <a:pt x="3646" y="28280"/>
                  </a:lnTo>
                  <a:lnTo>
                    <a:pt x="0" y="46228"/>
                  </a:lnTo>
                  <a:lnTo>
                    <a:pt x="0" y="115849"/>
                  </a:lnTo>
                  <a:lnTo>
                    <a:pt x="3646" y="133803"/>
                  </a:lnTo>
                  <a:lnTo>
                    <a:pt x="13576" y="148502"/>
                  </a:lnTo>
                  <a:lnTo>
                    <a:pt x="28275" y="158432"/>
                  </a:lnTo>
                  <a:lnTo>
                    <a:pt x="46228" y="162078"/>
                  </a:lnTo>
                  <a:lnTo>
                    <a:pt x="930034" y="162078"/>
                  </a:lnTo>
                  <a:lnTo>
                    <a:pt x="947987" y="158432"/>
                  </a:lnTo>
                  <a:lnTo>
                    <a:pt x="962686" y="148502"/>
                  </a:lnTo>
                  <a:lnTo>
                    <a:pt x="972616" y="133803"/>
                  </a:lnTo>
                  <a:lnTo>
                    <a:pt x="976263" y="115849"/>
                  </a:lnTo>
                  <a:lnTo>
                    <a:pt x="976263" y="46228"/>
                  </a:lnTo>
                  <a:lnTo>
                    <a:pt x="972616" y="28280"/>
                  </a:lnTo>
                  <a:lnTo>
                    <a:pt x="962686" y="13580"/>
                  </a:lnTo>
                  <a:lnTo>
                    <a:pt x="947987" y="3648"/>
                  </a:lnTo>
                  <a:lnTo>
                    <a:pt x="930034" y="0"/>
                  </a:lnTo>
                  <a:close/>
                </a:path>
              </a:pathLst>
            </a:custGeom>
            <a:solidFill>
              <a:srgbClr val="EBE8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17129000" y="8539050"/>
              <a:ext cx="819785" cy="473709"/>
            </a:xfrm>
            <a:custGeom>
              <a:avLst/>
              <a:gdLst/>
              <a:ahLst/>
              <a:cxnLst/>
              <a:rect l="l" t="t" r="r" b="b"/>
              <a:pathLst>
                <a:path w="819784" h="473709">
                  <a:moveTo>
                    <a:pt x="705657" y="0"/>
                  </a:moveTo>
                  <a:lnTo>
                    <a:pt x="375919" y="0"/>
                  </a:lnTo>
                  <a:lnTo>
                    <a:pt x="324218" y="3689"/>
                  </a:lnTo>
                  <a:lnTo>
                    <a:pt x="274851" y="14399"/>
                  </a:lnTo>
                  <a:lnTo>
                    <a:pt x="228646" y="31593"/>
                  </a:lnTo>
                  <a:lnTo>
                    <a:pt x="186430" y="54735"/>
                  </a:lnTo>
                  <a:lnTo>
                    <a:pt x="149028" y="83286"/>
                  </a:lnTo>
                  <a:lnTo>
                    <a:pt x="117268" y="116712"/>
                  </a:lnTo>
                  <a:lnTo>
                    <a:pt x="91976" y="154474"/>
                  </a:lnTo>
                  <a:lnTo>
                    <a:pt x="73980" y="196035"/>
                  </a:lnTo>
                  <a:lnTo>
                    <a:pt x="60131" y="239251"/>
                  </a:lnTo>
                  <a:lnTo>
                    <a:pt x="46388" y="283267"/>
                  </a:lnTo>
                  <a:lnTo>
                    <a:pt x="33350" y="326150"/>
                  </a:lnTo>
                  <a:lnTo>
                    <a:pt x="21615" y="365967"/>
                  </a:lnTo>
                  <a:lnTo>
                    <a:pt x="6988" y="418235"/>
                  </a:lnTo>
                  <a:lnTo>
                    <a:pt x="0" y="459502"/>
                  </a:lnTo>
                  <a:lnTo>
                    <a:pt x="3312" y="466017"/>
                  </a:lnTo>
                  <a:lnTo>
                    <a:pt x="8904" y="473556"/>
                  </a:lnTo>
                  <a:lnTo>
                    <a:pt x="595336" y="473556"/>
                  </a:lnTo>
                  <a:lnTo>
                    <a:pt x="645107" y="466319"/>
                  </a:lnTo>
                  <a:lnTo>
                    <a:pt x="688284" y="446049"/>
                  </a:lnTo>
                  <a:lnTo>
                    <a:pt x="697346" y="437588"/>
                  </a:lnTo>
                  <a:lnTo>
                    <a:pt x="39227" y="437588"/>
                  </a:lnTo>
                  <a:lnTo>
                    <a:pt x="47177" y="407657"/>
                  </a:lnTo>
                  <a:lnTo>
                    <a:pt x="58803" y="366910"/>
                  </a:lnTo>
                  <a:lnTo>
                    <a:pt x="73350" y="318085"/>
                  </a:lnTo>
                  <a:lnTo>
                    <a:pt x="90066" y="263920"/>
                  </a:lnTo>
                  <a:lnTo>
                    <a:pt x="108199" y="207155"/>
                  </a:lnTo>
                  <a:lnTo>
                    <a:pt x="126793" y="165936"/>
                  </a:lnTo>
                  <a:lnTo>
                    <a:pt x="153760" y="129137"/>
                  </a:lnTo>
                  <a:lnTo>
                    <a:pt x="188008" y="97459"/>
                  </a:lnTo>
                  <a:lnTo>
                    <a:pt x="228443" y="71602"/>
                  </a:lnTo>
                  <a:lnTo>
                    <a:pt x="273968" y="52265"/>
                  </a:lnTo>
                  <a:lnTo>
                    <a:pt x="323492" y="40150"/>
                  </a:lnTo>
                  <a:lnTo>
                    <a:pt x="375919" y="35957"/>
                  </a:lnTo>
                  <a:lnTo>
                    <a:pt x="792270" y="35957"/>
                  </a:lnTo>
                  <a:lnTo>
                    <a:pt x="782597" y="26005"/>
                  </a:lnTo>
                  <a:lnTo>
                    <a:pt x="759883" y="11898"/>
                  </a:lnTo>
                  <a:lnTo>
                    <a:pt x="733876" y="3059"/>
                  </a:lnTo>
                  <a:lnTo>
                    <a:pt x="705657" y="0"/>
                  </a:lnTo>
                  <a:close/>
                </a:path>
                <a:path w="819784" h="473709">
                  <a:moveTo>
                    <a:pt x="792270" y="35957"/>
                  </a:moveTo>
                  <a:lnTo>
                    <a:pt x="705657" y="35957"/>
                  </a:lnTo>
                  <a:lnTo>
                    <a:pt x="725573" y="38035"/>
                  </a:lnTo>
                  <a:lnTo>
                    <a:pt x="743795" y="44039"/>
                  </a:lnTo>
                  <a:lnTo>
                    <a:pt x="778693" y="77459"/>
                  </a:lnTo>
                  <a:lnTo>
                    <a:pt x="783300" y="101158"/>
                  </a:lnTo>
                  <a:lnTo>
                    <a:pt x="781247" y="113263"/>
                  </a:lnTo>
                  <a:lnTo>
                    <a:pt x="707458" y="364920"/>
                  </a:lnTo>
                  <a:lnTo>
                    <a:pt x="666754" y="417302"/>
                  </a:lnTo>
                  <a:lnTo>
                    <a:pt x="595336" y="437588"/>
                  </a:lnTo>
                  <a:lnTo>
                    <a:pt x="697346" y="437588"/>
                  </a:lnTo>
                  <a:lnTo>
                    <a:pt x="721647" y="414901"/>
                  </a:lnTo>
                  <a:lnTo>
                    <a:pt x="741981" y="375035"/>
                  </a:lnTo>
                  <a:lnTo>
                    <a:pt x="815769" y="123378"/>
                  </a:lnTo>
                  <a:lnTo>
                    <a:pt x="819193" y="103044"/>
                  </a:lnTo>
                  <a:lnTo>
                    <a:pt x="817774" y="82725"/>
                  </a:lnTo>
                  <a:lnTo>
                    <a:pt x="811643" y="63104"/>
                  </a:lnTo>
                  <a:lnTo>
                    <a:pt x="800932" y="44867"/>
                  </a:lnTo>
                  <a:lnTo>
                    <a:pt x="792270" y="35957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6" name="object 356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7380868" y="9417424"/>
              <a:ext cx="142990" cy="184894"/>
            </a:xfrm>
            <a:prstGeom prst="rect">
              <a:avLst/>
            </a:prstGeom>
          </p:spPr>
        </p:pic>
        <p:sp>
          <p:nvSpPr>
            <p:cNvPr id="357" name="object 357" descr=""/>
            <p:cNvSpPr/>
            <p:nvPr/>
          </p:nvSpPr>
          <p:spPr>
            <a:xfrm>
              <a:off x="17016000" y="9535748"/>
              <a:ext cx="873125" cy="192405"/>
            </a:xfrm>
            <a:custGeom>
              <a:avLst/>
              <a:gdLst/>
              <a:ahLst/>
              <a:cxnLst/>
              <a:rect l="l" t="t" r="r" b="b"/>
              <a:pathLst>
                <a:path w="873125" h="192404">
                  <a:moveTo>
                    <a:pt x="718637" y="0"/>
                  </a:moveTo>
                  <a:lnTo>
                    <a:pt x="154089" y="0"/>
                  </a:lnTo>
                  <a:lnTo>
                    <a:pt x="105435" y="7868"/>
                  </a:lnTo>
                  <a:lnTo>
                    <a:pt x="63142" y="29767"/>
                  </a:lnTo>
                  <a:lnTo>
                    <a:pt x="29767" y="63142"/>
                  </a:lnTo>
                  <a:lnTo>
                    <a:pt x="7868" y="105435"/>
                  </a:lnTo>
                  <a:lnTo>
                    <a:pt x="0" y="154089"/>
                  </a:lnTo>
                  <a:lnTo>
                    <a:pt x="0" y="192297"/>
                  </a:lnTo>
                  <a:lnTo>
                    <a:pt x="59170" y="192297"/>
                  </a:lnTo>
                  <a:lnTo>
                    <a:pt x="59170" y="154089"/>
                  </a:lnTo>
                  <a:lnTo>
                    <a:pt x="66642" y="117175"/>
                  </a:lnTo>
                  <a:lnTo>
                    <a:pt x="87005" y="87001"/>
                  </a:lnTo>
                  <a:lnTo>
                    <a:pt x="117180" y="66641"/>
                  </a:lnTo>
                  <a:lnTo>
                    <a:pt x="154089" y="59170"/>
                  </a:lnTo>
                  <a:lnTo>
                    <a:pt x="718637" y="59170"/>
                  </a:lnTo>
                  <a:lnTo>
                    <a:pt x="755542" y="66641"/>
                  </a:lnTo>
                  <a:lnTo>
                    <a:pt x="785718" y="87001"/>
                  </a:lnTo>
                  <a:lnTo>
                    <a:pt x="806083" y="117175"/>
                  </a:lnTo>
                  <a:lnTo>
                    <a:pt x="813556" y="154089"/>
                  </a:lnTo>
                  <a:lnTo>
                    <a:pt x="813556" y="192297"/>
                  </a:lnTo>
                  <a:lnTo>
                    <a:pt x="872727" y="192297"/>
                  </a:lnTo>
                  <a:lnTo>
                    <a:pt x="872727" y="154089"/>
                  </a:lnTo>
                  <a:lnTo>
                    <a:pt x="864858" y="105435"/>
                  </a:lnTo>
                  <a:lnTo>
                    <a:pt x="842956" y="63142"/>
                  </a:lnTo>
                  <a:lnTo>
                    <a:pt x="809580" y="29767"/>
                  </a:lnTo>
                  <a:lnTo>
                    <a:pt x="767288" y="7868"/>
                  </a:lnTo>
                  <a:lnTo>
                    <a:pt x="718637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17413857" y="9476586"/>
              <a:ext cx="83185" cy="125730"/>
            </a:xfrm>
            <a:custGeom>
              <a:avLst/>
              <a:gdLst/>
              <a:ahLst/>
              <a:cxnLst/>
              <a:rect l="l" t="t" r="r" b="b"/>
              <a:pathLst>
                <a:path w="83184" h="125729">
                  <a:moveTo>
                    <a:pt x="63526" y="0"/>
                  </a:moveTo>
                  <a:lnTo>
                    <a:pt x="19245" y="0"/>
                  </a:lnTo>
                  <a:lnTo>
                    <a:pt x="11772" y="1518"/>
                  </a:lnTo>
                  <a:lnTo>
                    <a:pt x="5652" y="5652"/>
                  </a:lnTo>
                  <a:lnTo>
                    <a:pt x="1518" y="11772"/>
                  </a:lnTo>
                  <a:lnTo>
                    <a:pt x="0" y="19245"/>
                  </a:lnTo>
                  <a:lnTo>
                    <a:pt x="0" y="106478"/>
                  </a:lnTo>
                  <a:lnTo>
                    <a:pt x="1518" y="113948"/>
                  </a:lnTo>
                  <a:lnTo>
                    <a:pt x="5652" y="120072"/>
                  </a:lnTo>
                  <a:lnTo>
                    <a:pt x="11772" y="124212"/>
                  </a:lnTo>
                  <a:lnTo>
                    <a:pt x="19245" y="125734"/>
                  </a:lnTo>
                  <a:lnTo>
                    <a:pt x="63526" y="125734"/>
                  </a:lnTo>
                  <a:lnTo>
                    <a:pt x="71006" y="124212"/>
                  </a:lnTo>
                  <a:lnTo>
                    <a:pt x="77128" y="120072"/>
                  </a:lnTo>
                  <a:lnTo>
                    <a:pt x="81264" y="113948"/>
                  </a:lnTo>
                  <a:lnTo>
                    <a:pt x="82782" y="106478"/>
                  </a:lnTo>
                  <a:lnTo>
                    <a:pt x="82782" y="19245"/>
                  </a:lnTo>
                  <a:lnTo>
                    <a:pt x="81264" y="11772"/>
                  </a:lnTo>
                  <a:lnTo>
                    <a:pt x="77128" y="5652"/>
                  </a:lnTo>
                  <a:lnTo>
                    <a:pt x="71006" y="1518"/>
                  </a:lnTo>
                  <a:lnTo>
                    <a:pt x="63526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17419794" y="9535751"/>
              <a:ext cx="72390" cy="192405"/>
            </a:xfrm>
            <a:custGeom>
              <a:avLst/>
              <a:gdLst/>
              <a:ahLst/>
              <a:cxnLst/>
              <a:rect l="l" t="t" r="r" b="b"/>
              <a:pathLst>
                <a:path w="72390" h="192404">
                  <a:moveTo>
                    <a:pt x="72060" y="0"/>
                  </a:moveTo>
                  <a:lnTo>
                    <a:pt x="0" y="0"/>
                  </a:lnTo>
                  <a:lnTo>
                    <a:pt x="0" y="192297"/>
                  </a:lnTo>
                  <a:lnTo>
                    <a:pt x="72060" y="192297"/>
                  </a:lnTo>
                  <a:lnTo>
                    <a:pt x="7206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0" name="object 360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6998746" y="9700927"/>
              <a:ext cx="91222" cy="91211"/>
            </a:xfrm>
            <a:prstGeom prst="rect">
              <a:avLst/>
            </a:prstGeom>
          </p:spPr>
        </p:pic>
        <p:sp>
          <p:nvSpPr>
            <p:cNvPr id="361" name="object 361" descr=""/>
            <p:cNvSpPr/>
            <p:nvPr/>
          </p:nvSpPr>
          <p:spPr>
            <a:xfrm>
              <a:off x="17409637" y="9700927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69798" y="0"/>
                  </a:moveTo>
                  <a:lnTo>
                    <a:pt x="21433" y="0"/>
                  </a:lnTo>
                  <a:lnTo>
                    <a:pt x="13106" y="1689"/>
                  </a:lnTo>
                  <a:lnTo>
                    <a:pt x="6291" y="6291"/>
                  </a:lnTo>
                  <a:lnTo>
                    <a:pt x="1689" y="13106"/>
                  </a:lnTo>
                  <a:lnTo>
                    <a:pt x="0" y="21433"/>
                  </a:lnTo>
                  <a:lnTo>
                    <a:pt x="0" y="69798"/>
                  </a:lnTo>
                  <a:lnTo>
                    <a:pt x="1689" y="78114"/>
                  </a:lnTo>
                  <a:lnTo>
                    <a:pt x="6291" y="84922"/>
                  </a:lnTo>
                  <a:lnTo>
                    <a:pt x="13106" y="89522"/>
                  </a:lnTo>
                  <a:lnTo>
                    <a:pt x="21433" y="91211"/>
                  </a:lnTo>
                  <a:lnTo>
                    <a:pt x="69798" y="91211"/>
                  </a:lnTo>
                  <a:lnTo>
                    <a:pt x="78114" y="89522"/>
                  </a:lnTo>
                  <a:lnTo>
                    <a:pt x="84922" y="84922"/>
                  </a:lnTo>
                  <a:lnTo>
                    <a:pt x="89522" y="78114"/>
                  </a:lnTo>
                  <a:lnTo>
                    <a:pt x="91211" y="69798"/>
                  </a:lnTo>
                  <a:lnTo>
                    <a:pt x="91211" y="21433"/>
                  </a:lnTo>
                  <a:lnTo>
                    <a:pt x="89522" y="13106"/>
                  </a:lnTo>
                  <a:lnTo>
                    <a:pt x="84922" y="6291"/>
                  </a:lnTo>
                  <a:lnTo>
                    <a:pt x="78114" y="1689"/>
                  </a:lnTo>
                  <a:lnTo>
                    <a:pt x="69798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2" name="object 362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7820536" y="9700927"/>
              <a:ext cx="91222" cy="91211"/>
            </a:xfrm>
            <a:prstGeom prst="rect">
              <a:avLst/>
            </a:prstGeom>
          </p:spPr>
        </p:pic>
      </p:grpSp>
      <p:sp>
        <p:nvSpPr>
          <p:cNvPr id="363" name="object 363" descr=""/>
          <p:cNvSpPr/>
          <p:nvPr/>
        </p:nvSpPr>
        <p:spPr>
          <a:xfrm>
            <a:off x="17413856" y="9064876"/>
            <a:ext cx="74295" cy="200025"/>
          </a:xfrm>
          <a:custGeom>
            <a:avLst/>
            <a:gdLst/>
            <a:ahLst/>
            <a:cxnLst/>
            <a:rect l="l" t="t" r="r" b="b"/>
            <a:pathLst>
              <a:path w="74294" h="200025">
                <a:moveTo>
                  <a:pt x="0" y="199690"/>
                </a:moveTo>
                <a:lnTo>
                  <a:pt x="73788" y="199690"/>
                </a:lnTo>
                <a:lnTo>
                  <a:pt x="73788" y="0"/>
                </a:lnTo>
                <a:lnTo>
                  <a:pt x="0" y="0"/>
                </a:lnTo>
                <a:lnTo>
                  <a:pt x="0" y="199690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4" name="object 364" descr=""/>
          <p:cNvGrpSpPr/>
          <p:nvPr/>
        </p:nvGrpSpPr>
        <p:grpSpPr>
          <a:xfrm>
            <a:off x="14989323" y="3790536"/>
            <a:ext cx="2874645" cy="2590165"/>
            <a:chOff x="14989323" y="3790536"/>
            <a:chExt cx="2874645" cy="2590165"/>
          </a:xfrm>
        </p:grpSpPr>
        <p:pic>
          <p:nvPicPr>
            <p:cNvPr id="365" name="object 365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5416823" y="3790536"/>
              <a:ext cx="2381119" cy="2511843"/>
            </a:xfrm>
            <a:prstGeom prst="rect">
              <a:avLst/>
            </a:prstGeom>
          </p:spPr>
        </p:pic>
        <p:sp>
          <p:nvSpPr>
            <p:cNvPr id="366" name="object 366" descr=""/>
            <p:cNvSpPr/>
            <p:nvPr/>
          </p:nvSpPr>
          <p:spPr>
            <a:xfrm>
              <a:off x="14989323" y="4864930"/>
              <a:ext cx="2874645" cy="71755"/>
            </a:xfrm>
            <a:custGeom>
              <a:avLst/>
              <a:gdLst/>
              <a:ahLst/>
              <a:cxnLst/>
              <a:rect l="l" t="t" r="r" b="b"/>
              <a:pathLst>
                <a:path w="2874644" h="71754">
                  <a:moveTo>
                    <a:pt x="2874561" y="0"/>
                  </a:moveTo>
                  <a:lnTo>
                    <a:pt x="0" y="0"/>
                  </a:lnTo>
                  <a:lnTo>
                    <a:pt x="0" y="71327"/>
                  </a:lnTo>
                  <a:lnTo>
                    <a:pt x="2874561" y="71327"/>
                  </a:lnTo>
                  <a:lnTo>
                    <a:pt x="2874561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15018335" y="4936267"/>
              <a:ext cx="2810510" cy="1337945"/>
            </a:xfrm>
            <a:custGeom>
              <a:avLst/>
              <a:gdLst/>
              <a:ahLst/>
              <a:cxnLst/>
              <a:rect l="l" t="t" r="r" b="b"/>
              <a:pathLst>
                <a:path w="2810509" h="1337945">
                  <a:moveTo>
                    <a:pt x="97853" y="0"/>
                  </a:moveTo>
                  <a:lnTo>
                    <a:pt x="0" y="0"/>
                  </a:lnTo>
                  <a:lnTo>
                    <a:pt x="0" y="1337868"/>
                  </a:lnTo>
                  <a:lnTo>
                    <a:pt x="97853" y="1337868"/>
                  </a:lnTo>
                  <a:lnTo>
                    <a:pt x="97853" y="0"/>
                  </a:lnTo>
                  <a:close/>
                </a:path>
                <a:path w="2810509" h="1337945">
                  <a:moveTo>
                    <a:pt x="680770" y="0"/>
                  </a:moveTo>
                  <a:lnTo>
                    <a:pt x="582917" y="0"/>
                  </a:lnTo>
                  <a:lnTo>
                    <a:pt x="582917" y="1337868"/>
                  </a:lnTo>
                  <a:lnTo>
                    <a:pt x="680770" y="1337868"/>
                  </a:lnTo>
                  <a:lnTo>
                    <a:pt x="680770" y="0"/>
                  </a:lnTo>
                  <a:close/>
                </a:path>
                <a:path w="2810509" h="1337945">
                  <a:moveTo>
                    <a:pt x="2305215" y="1281976"/>
                  </a:moveTo>
                  <a:lnTo>
                    <a:pt x="2207349" y="1281976"/>
                  </a:lnTo>
                  <a:lnTo>
                    <a:pt x="2207349" y="1337868"/>
                  </a:lnTo>
                  <a:lnTo>
                    <a:pt x="2305215" y="1337868"/>
                  </a:lnTo>
                  <a:lnTo>
                    <a:pt x="2305215" y="1281976"/>
                  </a:lnTo>
                  <a:close/>
                </a:path>
                <a:path w="2810509" h="1337945">
                  <a:moveTo>
                    <a:pt x="2305215" y="0"/>
                  </a:moveTo>
                  <a:lnTo>
                    <a:pt x="2207349" y="0"/>
                  </a:lnTo>
                  <a:lnTo>
                    <a:pt x="2207349" y="262890"/>
                  </a:lnTo>
                  <a:lnTo>
                    <a:pt x="2305215" y="262890"/>
                  </a:lnTo>
                  <a:lnTo>
                    <a:pt x="2305215" y="0"/>
                  </a:lnTo>
                  <a:close/>
                </a:path>
                <a:path w="2810509" h="1337945">
                  <a:moveTo>
                    <a:pt x="2810052" y="0"/>
                  </a:moveTo>
                  <a:lnTo>
                    <a:pt x="2712199" y="0"/>
                  </a:lnTo>
                  <a:lnTo>
                    <a:pt x="2712199" y="1337868"/>
                  </a:lnTo>
                  <a:lnTo>
                    <a:pt x="2810052" y="1337868"/>
                  </a:lnTo>
                  <a:lnTo>
                    <a:pt x="2810052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15018335" y="6274136"/>
              <a:ext cx="2810510" cy="28575"/>
            </a:xfrm>
            <a:custGeom>
              <a:avLst/>
              <a:gdLst/>
              <a:ahLst/>
              <a:cxnLst/>
              <a:rect l="l" t="t" r="r" b="b"/>
              <a:pathLst>
                <a:path w="2810509" h="28575">
                  <a:moveTo>
                    <a:pt x="134327" y="0"/>
                  </a:moveTo>
                  <a:lnTo>
                    <a:pt x="0" y="0"/>
                  </a:lnTo>
                  <a:lnTo>
                    <a:pt x="0" y="28028"/>
                  </a:lnTo>
                  <a:lnTo>
                    <a:pt x="134327" y="28028"/>
                  </a:lnTo>
                  <a:lnTo>
                    <a:pt x="134327" y="0"/>
                  </a:lnTo>
                  <a:close/>
                </a:path>
                <a:path w="2810509" h="28575">
                  <a:moveTo>
                    <a:pt x="680770" y="0"/>
                  </a:moveTo>
                  <a:lnTo>
                    <a:pt x="538962" y="0"/>
                  </a:lnTo>
                  <a:lnTo>
                    <a:pt x="538962" y="28028"/>
                  </a:lnTo>
                  <a:lnTo>
                    <a:pt x="680770" y="28028"/>
                  </a:lnTo>
                  <a:lnTo>
                    <a:pt x="680770" y="0"/>
                  </a:lnTo>
                  <a:close/>
                </a:path>
                <a:path w="2810509" h="28575">
                  <a:moveTo>
                    <a:pt x="2357158" y="0"/>
                  </a:moveTo>
                  <a:lnTo>
                    <a:pt x="2207349" y="0"/>
                  </a:lnTo>
                  <a:lnTo>
                    <a:pt x="2207349" y="28028"/>
                  </a:lnTo>
                  <a:lnTo>
                    <a:pt x="2357158" y="28028"/>
                  </a:lnTo>
                  <a:lnTo>
                    <a:pt x="2357158" y="0"/>
                  </a:lnTo>
                  <a:close/>
                </a:path>
                <a:path w="2810509" h="28575">
                  <a:moveTo>
                    <a:pt x="2810052" y="0"/>
                  </a:moveTo>
                  <a:lnTo>
                    <a:pt x="2650909" y="0"/>
                  </a:lnTo>
                  <a:lnTo>
                    <a:pt x="2650909" y="28028"/>
                  </a:lnTo>
                  <a:lnTo>
                    <a:pt x="2810052" y="28028"/>
                  </a:lnTo>
                  <a:lnTo>
                    <a:pt x="2810052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17323556" y="6171864"/>
              <a:ext cx="407034" cy="24130"/>
            </a:xfrm>
            <a:custGeom>
              <a:avLst/>
              <a:gdLst/>
              <a:ahLst/>
              <a:cxnLst/>
              <a:rect l="l" t="t" r="r" b="b"/>
              <a:pathLst>
                <a:path w="407034" h="24129">
                  <a:moveTo>
                    <a:pt x="0" y="23632"/>
                  </a:moveTo>
                  <a:lnTo>
                    <a:pt x="406982" y="23632"/>
                  </a:lnTo>
                  <a:lnTo>
                    <a:pt x="406982" y="0"/>
                  </a:lnTo>
                  <a:lnTo>
                    <a:pt x="0" y="0"/>
                  </a:lnTo>
                  <a:lnTo>
                    <a:pt x="0" y="23632"/>
                  </a:lnTo>
                  <a:close/>
                </a:path>
              </a:pathLst>
            </a:custGeom>
            <a:solidFill>
              <a:srgbClr val="D9D6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17225684" y="6195497"/>
              <a:ext cx="603250" cy="78740"/>
            </a:xfrm>
            <a:custGeom>
              <a:avLst/>
              <a:gdLst/>
              <a:ahLst/>
              <a:cxnLst/>
              <a:rect l="l" t="t" r="r" b="b"/>
              <a:pathLst>
                <a:path w="603250" h="78739">
                  <a:moveTo>
                    <a:pt x="602703" y="0"/>
                  </a:moveTo>
                  <a:lnTo>
                    <a:pt x="0" y="0"/>
                  </a:lnTo>
                  <a:lnTo>
                    <a:pt x="0" y="22745"/>
                  </a:lnTo>
                  <a:lnTo>
                    <a:pt x="0" y="78638"/>
                  </a:lnTo>
                  <a:lnTo>
                    <a:pt x="602703" y="78638"/>
                  </a:lnTo>
                  <a:lnTo>
                    <a:pt x="602703" y="22745"/>
                  </a:lnTo>
                  <a:lnTo>
                    <a:pt x="602703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15116189" y="6171864"/>
              <a:ext cx="485140" cy="24130"/>
            </a:xfrm>
            <a:custGeom>
              <a:avLst/>
              <a:gdLst/>
              <a:ahLst/>
              <a:cxnLst/>
              <a:rect l="l" t="t" r="r" b="b"/>
              <a:pathLst>
                <a:path w="485140" h="24129">
                  <a:moveTo>
                    <a:pt x="0" y="23632"/>
                  </a:moveTo>
                  <a:lnTo>
                    <a:pt x="485074" y="23632"/>
                  </a:lnTo>
                  <a:lnTo>
                    <a:pt x="485074" y="0"/>
                  </a:lnTo>
                  <a:lnTo>
                    <a:pt x="0" y="0"/>
                  </a:lnTo>
                  <a:lnTo>
                    <a:pt x="0" y="23632"/>
                  </a:lnTo>
                  <a:close/>
                </a:path>
              </a:pathLst>
            </a:custGeom>
            <a:solidFill>
              <a:srgbClr val="D9D6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15067269" y="6195497"/>
              <a:ext cx="603250" cy="78740"/>
            </a:xfrm>
            <a:custGeom>
              <a:avLst/>
              <a:gdLst/>
              <a:ahLst/>
              <a:cxnLst/>
              <a:rect l="l" t="t" r="r" b="b"/>
              <a:pathLst>
                <a:path w="603250" h="78739">
                  <a:moveTo>
                    <a:pt x="602693" y="0"/>
                  </a:moveTo>
                  <a:lnTo>
                    <a:pt x="0" y="0"/>
                  </a:lnTo>
                  <a:lnTo>
                    <a:pt x="0" y="78636"/>
                  </a:lnTo>
                  <a:lnTo>
                    <a:pt x="602693" y="78636"/>
                  </a:lnTo>
                  <a:lnTo>
                    <a:pt x="602693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16718171" y="5199150"/>
              <a:ext cx="868044" cy="1019175"/>
            </a:xfrm>
            <a:custGeom>
              <a:avLst/>
              <a:gdLst/>
              <a:ahLst/>
              <a:cxnLst/>
              <a:rect l="l" t="t" r="r" b="b"/>
              <a:pathLst>
                <a:path w="868044" h="1019175">
                  <a:moveTo>
                    <a:pt x="867470" y="0"/>
                  </a:moveTo>
                  <a:lnTo>
                    <a:pt x="0" y="0"/>
                  </a:lnTo>
                  <a:lnTo>
                    <a:pt x="0" y="1019089"/>
                  </a:lnTo>
                  <a:lnTo>
                    <a:pt x="867470" y="1019089"/>
                  </a:lnTo>
                  <a:lnTo>
                    <a:pt x="867470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17075919" y="6250197"/>
              <a:ext cx="59055" cy="78740"/>
            </a:xfrm>
            <a:custGeom>
              <a:avLst/>
              <a:gdLst/>
              <a:ahLst/>
              <a:cxnLst/>
              <a:rect l="l" t="t" r="r" b="b"/>
              <a:pathLst>
                <a:path w="59055" h="78739">
                  <a:moveTo>
                    <a:pt x="0" y="78269"/>
                  </a:moveTo>
                  <a:lnTo>
                    <a:pt x="58448" y="78269"/>
                  </a:lnTo>
                  <a:lnTo>
                    <a:pt x="58448" y="0"/>
                  </a:lnTo>
                  <a:lnTo>
                    <a:pt x="0" y="0"/>
                  </a:lnTo>
                  <a:lnTo>
                    <a:pt x="0" y="78269"/>
                  </a:lnTo>
                  <a:close/>
                </a:path>
              </a:pathLst>
            </a:custGeom>
            <a:solidFill>
              <a:srgbClr val="D5D3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17115060" y="5229128"/>
              <a:ext cx="471170" cy="956310"/>
            </a:xfrm>
            <a:custGeom>
              <a:avLst/>
              <a:gdLst/>
              <a:ahLst/>
              <a:cxnLst/>
              <a:rect l="l" t="t" r="r" b="b"/>
              <a:pathLst>
                <a:path w="471169" h="956310">
                  <a:moveTo>
                    <a:pt x="470582" y="0"/>
                  </a:moveTo>
                  <a:lnTo>
                    <a:pt x="0" y="0"/>
                  </a:lnTo>
                  <a:lnTo>
                    <a:pt x="0" y="956138"/>
                  </a:lnTo>
                  <a:lnTo>
                    <a:pt x="470582" y="956138"/>
                  </a:lnTo>
                  <a:lnTo>
                    <a:pt x="470582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16730409" y="6219247"/>
              <a:ext cx="816610" cy="31115"/>
            </a:xfrm>
            <a:custGeom>
              <a:avLst/>
              <a:gdLst/>
              <a:ahLst/>
              <a:cxnLst/>
              <a:rect l="l" t="t" r="r" b="b"/>
              <a:pathLst>
                <a:path w="816609" h="31114">
                  <a:moveTo>
                    <a:pt x="116878" y="0"/>
                  </a:moveTo>
                  <a:lnTo>
                    <a:pt x="0" y="0"/>
                  </a:lnTo>
                  <a:lnTo>
                    <a:pt x="0" y="30962"/>
                  </a:lnTo>
                  <a:lnTo>
                    <a:pt x="116878" y="30962"/>
                  </a:lnTo>
                  <a:lnTo>
                    <a:pt x="116878" y="0"/>
                  </a:lnTo>
                  <a:close/>
                </a:path>
                <a:path w="816609" h="31114">
                  <a:moveTo>
                    <a:pt x="501535" y="0"/>
                  </a:moveTo>
                  <a:lnTo>
                    <a:pt x="384644" y="0"/>
                  </a:lnTo>
                  <a:lnTo>
                    <a:pt x="384644" y="30962"/>
                  </a:lnTo>
                  <a:lnTo>
                    <a:pt x="501535" y="30962"/>
                  </a:lnTo>
                  <a:lnTo>
                    <a:pt x="501535" y="0"/>
                  </a:lnTo>
                  <a:close/>
                </a:path>
                <a:path w="816609" h="31114">
                  <a:moveTo>
                    <a:pt x="816267" y="0"/>
                  </a:moveTo>
                  <a:lnTo>
                    <a:pt x="699363" y="0"/>
                  </a:lnTo>
                  <a:lnTo>
                    <a:pt x="699363" y="30962"/>
                  </a:lnTo>
                  <a:lnTo>
                    <a:pt x="816267" y="30962"/>
                  </a:lnTo>
                  <a:lnTo>
                    <a:pt x="816267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16747236" y="6250196"/>
              <a:ext cx="780415" cy="78740"/>
            </a:xfrm>
            <a:custGeom>
              <a:avLst/>
              <a:gdLst/>
              <a:ahLst/>
              <a:cxnLst/>
              <a:rect l="l" t="t" r="r" b="b"/>
              <a:pathLst>
                <a:path w="780415" h="78739">
                  <a:moveTo>
                    <a:pt x="78282" y="0"/>
                  </a:moveTo>
                  <a:lnTo>
                    <a:pt x="0" y="0"/>
                  </a:lnTo>
                  <a:lnTo>
                    <a:pt x="0" y="78270"/>
                  </a:lnTo>
                  <a:lnTo>
                    <a:pt x="78282" y="78270"/>
                  </a:lnTo>
                  <a:lnTo>
                    <a:pt x="78282" y="0"/>
                  </a:lnTo>
                  <a:close/>
                </a:path>
                <a:path w="780415" h="78739">
                  <a:moveTo>
                    <a:pt x="465404" y="0"/>
                  </a:moveTo>
                  <a:lnTo>
                    <a:pt x="387121" y="0"/>
                  </a:lnTo>
                  <a:lnTo>
                    <a:pt x="387121" y="78270"/>
                  </a:lnTo>
                  <a:lnTo>
                    <a:pt x="465404" y="78270"/>
                  </a:lnTo>
                  <a:lnTo>
                    <a:pt x="465404" y="0"/>
                  </a:lnTo>
                  <a:close/>
                </a:path>
                <a:path w="780415" h="78739">
                  <a:moveTo>
                    <a:pt x="780122" y="0"/>
                  </a:moveTo>
                  <a:lnTo>
                    <a:pt x="701840" y="0"/>
                  </a:lnTo>
                  <a:lnTo>
                    <a:pt x="701840" y="78270"/>
                  </a:lnTo>
                  <a:lnTo>
                    <a:pt x="780122" y="78270"/>
                  </a:lnTo>
                  <a:lnTo>
                    <a:pt x="780122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8" name="object 378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5061056" y="4623785"/>
              <a:ext cx="214870" cy="241166"/>
            </a:xfrm>
            <a:prstGeom prst="rect">
              <a:avLst/>
            </a:prstGeom>
          </p:spPr>
        </p:pic>
        <p:pic>
          <p:nvPicPr>
            <p:cNvPr id="379" name="object 379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5394544" y="4604430"/>
              <a:ext cx="194695" cy="263581"/>
            </a:xfrm>
            <a:prstGeom prst="rect">
              <a:avLst/>
            </a:prstGeom>
          </p:spPr>
        </p:pic>
        <p:pic>
          <p:nvPicPr>
            <p:cNvPr id="380" name="object 380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6302383" y="4698970"/>
              <a:ext cx="258206" cy="133469"/>
            </a:xfrm>
            <a:prstGeom prst="rect">
              <a:avLst/>
            </a:prstGeom>
          </p:spPr>
        </p:pic>
        <p:sp>
          <p:nvSpPr>
            <p:cNvPr id="381" name="object 381" descr=""/>
            <p:cNvSpPr/>
            <p:nvPr/>
          </p:nvSpPr>
          <p:spPr>
            <a:xfrm>
              <a:off x="16016370" y="6004405"/>
              <a:ext cx="191135" cy="309245"/>
            </a:xfrm>
            <a:custGeom>
              <a:avLst/>
              <a:gdLst/>
              <a:ahLst/>
              <a:cxnLst/>
              <a:rect l="l" t="t" r="r" b="b"/>
              <a:pathLst>
                <a:path w="191134" h="309245">
                  <a:moveTo>
                    <a:pt x="41081" y="0"/>
                  </a:moveTo>
                  <a:lnTo>
                    <a:pt x="12652" y="11941"/>
                  </a:lnTo>
                  <a:lnTo>
                    <a:pt x="0" y="46600"/>
                  </a:lnTo>
                  <a:lnTo>
                    <a:pt x="5870" y="112940"/>
                  </a:lnTo>
                  <a:lnTo>
                    <a:pt x="8720" y="150189"/>
                  </a:lnTo>
                  <a:lnTo>
                    <a:pt x="9354" y="171966"/>
                  </a:lnTo>
                  <a:lnTo>
                    <a:pt x="8575" y="191894"/>
                  </a:lnTo>
                  <a:lnTo>
                    <a:pt x="5316" y="219027"/>
                  </a:lnTo>
                  <a:lnTo>
                    <a:pt x="4673" y="249848"/>
                  </a:lnTo>
                  <a:lnTo>
                    <a:pt x="16672" y="279103"/>
                  </a:lnTo>
                  <a:lnTo>
                    <a:pt x="51338" y="301535"/>
                  </a:lnTo>
                  <a:lnTo>
                    <a:pt x="89494" y="309170"/>
                  </a:lnTo>
                  <a:lnTo>
                    <a:pt x="125998" y="307508"/>
                  </a:lnTo>
                  <a:lnTo>
                    <a:pt x="157465" y="299447"/>
                  </a:lnTo>
                  <a:lnTo>
                    <a:pt x="180507" y="287881"/>
                  </a:lnTo>
                  <a:lnTo>
                    <a:pt x="190835" y="274730"/>
                  </a:lnTo>
                  <a:lnTo>
                    <a:pt x="190197" y="261286"/>
                  </a:lnTo>
                  <a:lnTo>
                    <a:pt x="184216" y="249477"/>
                  </a:lnTo>
                  <a:lnTo>
                    <a:pt x="178518" y="241233"/>
                  </a:lnTo>
                  <a:lnTo>
                    <a:pt x="153872" y="197585"/>
                  </a:lnTo>
                  <a:lnTo>
                    <a:pt x="130963" y="149178"/>
                  </a:lnTo>
                  <a:lnTo>
                    <a:pt x="111333" y="101397"/>
                  </a:lnTo>
                  <a:lnTo>
                    <a:pt x="96527" y="59630"/>
                  </a:lnTo>
                  <a:lnTo>
                    <a:pt x="88091" y="29260"/>
                  </a:lnTo>
                  <a:lnTo>
                    <a:pt x="70992" y="7023"/>
                  </a:lnTo>
                  <a:lnTo>
                    <a:pt x="41081" y="0"/>
                  </a:lnTo>
                  <a:close/>
                </a:path>
              </a:pathLst>
            </a:custGeom>
            <a:solidFill>
              <a:srgbClr val="FFCA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2" name="object 382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6006447" y="6195501"/>
              <a:ext cx="230841" cy="185061"/>
            </a:xfrm>
            <a:prstGeom prst="rect">
              <a:avLst/>
            </a:prstGeom>
          </p:spPr>
        </p:pic>
        <p:sp>
          <p:nvSpPr>
            <p:cNvPr id="383" name="object 383" descr=""/>
            <p:cNvSpPr/>
            <p:nvPr/>
          </p:nvSpPr>
          <p:spPr>
            <a:xfrm>
              <a:off x="16016578" y="6063471"/>
              <a:ext cx="205740" cy="295910"/>
            </a:xfrm>
            <a:custGeom>
              <a:avLst/>
              <a:gdLst/>
              <a:ahLst/>
              <a:cxnLst/>
              <a:rect l="l" t="t" r="r" b="b"/>
              <a:pathLst>
                <a:path w="205740" h="295910">
                  <a:moveTo>
                    <a:pt x="69391" y="0"/>
                  </a:moveTo>
                  <a:lnTo>
                    <a:pt x="20321" y="11421"/>
                  </a:lnTo>
                  <a:lnTo>
                    <a:pt x="871" y="26550"/>
                  </a:lnTo>
                  <a:lnTo>
                    <a:pt x="3587" y="81543"/>
                  </a:lnTo>
                  <a:lnTo>
                    <a:pt x="4492" y="113453"/>
                  </a:lnTo>
                  <a:lnTo>
                    <a:pt x="3587" y="134503"/>
                  </a:lnTo>
                  <a:lnTo>
                    <a:pt x="871" y="156913"/>
                  </a:lnTo>
                  <a:lnTo>
                    <a:pt x="0" y="186272"/>
                  </a:lnTo>
                  <a:lnTo>
                    <a:pt x="8550" y="218233"/>
                  </a:lnTo>
                  <a:lnTo>
                    <a:pt x="32390" y="250088"/>
                  </a:lnTo>
                  <a:lnTo>
                    <a:pt x="77382" y="279129"/>
                  </a:lnTo>
                  <a:lnTo>
                    <a:pt x="128722" y="295812"/>
                  </a:lnTo>
                  <a:lnTo>
                    <a:pt x="167352" y="294847"/>
                  </a:lnTo>
                  <a:lnTo>
                    <a:pt x="192763" y="279890"/>
                  </a:lnTo>
                  <a:lnTo>
                    <a:pt x="204446" y="254596"/>
                  </a:lnTo>
                  <a:lnTo>
                    <a:pt x="205633" y="229224"/>
                  </a:lnTo>
                  <a:lnTo>
                    <a:pt x="200572" y="208051"/>
                  </a:lnTo>
                  <a:lnTo>
                    <a:pt x="190281" y="185730"/>
                  </a:lnTo>
                  <a:lnTo>
                    <a:pt x="175777" y="156913"/>
                  </a:lnTo>
                  <a:lnTo>
                    <a:pt x="157472" y="117485"/>
                  </a:lnTo>
                  <a:lnTo>
                    <a:pt x="121157" y="37082"/>
                  </a:lnTo>
                  <a:lnTo>
                    <a:pt x="111475" y="17367"/>
                  </a:lnTo>
                  <a:lnTo>
                    <a:pt x="103579" y="9517"/>
                  </a:lnTo>
                  <a:lnTo>
                    <a:pt x="89519" y="2859"/>
                  </a:lnTo>
                  <a:lnTo>
                    <a:pt x="69391" y="0"/>
                  </a:lnTo>
                  <a:close/>
                </a:path>
              </a:pathLst>
            </a:custGeom>
            <a:solidFill>
              <a:srgbClr val="2321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4" name="object 384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6025145" y="6094397"/>
              <a:ext cx="149131" cy="123109"/>
            </a:xfrm>
            <a:prstGeom prst="rect">
              <a:avLst/>
            </a:prstGeom>
          </p:spPr>
        </p:pic>
        <p:sp>
          <p:nvSpPr>
            <p:cNvPr id="385" name="object 385" descr=""/>
            <p:cNvSpPr/>
            <p:nvPr/>
          </p:nvSpPr>
          <p:spPr>
            <a:xfrm>
              <a:off x="16350721" y="6004405"/>
              <a:ext cx="191135" cy="309245"/>
            </a:xfrm>
            <a:custGeom>
              <a:avLst/>
              <a:gdLst/>
              <a:ahLst/>
              <a:cxnLst/>
              <a:rect l="l" t="t" r="r" b="b"/>
              <a:pathLst>
                <a:path w="191134" h="309245">
                  <a:moveTo>
                    <a:pt x="41082" y="0"/>
                  </a:moveTo>
                  <a:lnTo>
                    <a:pt x="12652" y="11941"/>
                  </a:lnTo>
                  <a:lnTo>
                    <a:pt x="0" y="46600"/>
                  </a:lnTo>
                  <a:lnTo>
                    <a:pt x="5876" y="112940"/>
                  </a:lnTo>
                  <a:lnTo>
                    <a:pt x="8730" y="150189"/>
                  </a:lnTo>
                  <a:lnTo>
                    <a:pt x="9364" y="171966"/>
                  </a:lnTo>
                  <a:lnTo>
                    <a:pt x="8586" y="191894"/>
                  </a:lnTo>
                  <a:lnTo>
                    <a:pt x="5321" y="219027"/>
                  </a:lnTo>
                  <a:lnTo>
                    <a:pt x="4675" y="249848"/>
                  </a:lnTo>
                  <a:lnTo>
                    <a:pt x="16672" y="279103"/>
                  </a:lnTo>
                  <a:lnTo>
                    <a:pt x="51338" y="301535"/>
                  </a:lnTo>
                  <a:lnTo>
                    <a:pt x="89494" y="309170"/>
                  </a:lnTo>
                  <a:lnTo>
                    <a:pt x="125998" y="307508"/>
                  </a:lnTo>
                  <a:lnTo>
                    <a:pt x="157465" y="299447"/>
                  </a:lnTo>
                  <a:lnTo>
                    <a:pt x="180507" y="287881"/>
                  </a:lnTo>
                  <a:lnTo>
                    <a:pt x="190841" y="274730"/>
                  </a:lnTo>
                  <a:lnTo>
                    <a:pt x="190204" y="261286"/>
                  </a:lnTo>
                  <a:lnTo>
                    <a:pt x="184222" y="249477"/>
                  </a:lnTo>
                  <a:lnTo>
                    <a:pt x="178518" y="241233"/>
                  </a:lnTo>
                  <a:lnTo>
                    <a:pt x="153877" y="197585"/>
                  </a:lnTo>
                  <a:lnTo>
                    <a:pt x="130971" y="149178"/>
                  </a:lnTo>
                  <a:lnTo>
                    <a:pt x="111343" y="101397"/>
                  </a:lnTo>
                  <a:lnTo>
                    <a:pt x="96538" y="59630"/>
                  </a:lnTo>
                  <a:lnTo>
                    <a:pt x="88102" y="29260"/>
                  </a:lnTo>
                  <a:lnTo>
                    <a:pt x="70996" y="7023"/>
                  </a:lnTo>
                  <a:lnTo>
                    <a:pt x="41082" y="0"/>
                  </a:lnTo>
                  <a:close/>
                </a:path>
              </a:pathLst>
            </a:custGeom>
            <a:solidFill>
              <a:srgbClr val="FFCA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16282932" y="5171502"/>
              <a:ext cx="309245" cy="894080"/>
            </a:xfrm>
            <a:custGeom>
              <a:avLst/>
              <a:gdLst/>
              <a:ahLst/>
              <a:cxnLst/>
              <a:rect l="l" t="t" r="r" b="b"/>
              <a:pathLst>
                <a:path w="309244" h="894079">
                  <a:moveTo>
                    <a:pt x="143672" y="0"/>
                  </a:moveTo>
                  <a:lnTo>
                    <a:pt x="83477" y="12619"/>
                  </a:lnTo>
                  <a:lnTo>
                    <a:pt x="45103" y="53867"/>
                  </a:lnTo>
                  <a:lnTo>
                    <a:pt x="23228" y="126535"/>
                  </a:lnTo>
                  <a:lnTo>
                    <a:pt x="16815" y="175523"/>
                  </a:lnTo>
                  <a:lnTo>
                    <a:pt x="12530" y="233413"/>
                  </a:lnTo>
                  <a:lnTo>
                    <a:pt x="9709" y="300553"/>
                  </a:lnTo>
                  <a:lnTo>
                    <a:pt x="7686" y="377292"/>
                  </a:lnTo>
                  <a:lnTo>
                    <a:pt x="2875" y="592853"/>
                  </a:lnTo>
                  <a:lnTo>
                    <a:pt x="534" y="715309"/>
                  </a:lnTo>
                  <a:lnTo>
                    <a:pt x="0" y="790200"/>
                  </a:lnTo>
                  <a:lnTo>
                    <a:pt x="607" y="863067"/>
                  </a:lnTo>
                  <a:lnTo>
                    <a:pt x="165335" y="893862"/>
                  </a:lnTo>
                  <a:lnTo>
                    <a:pt x="248118" y="856963"/>
                  </a:lnTo>
                  <a:lnTo>
                    <a:pt x="307834" y="215820"/>
                  </a:lnTo>
                  <a:lnTo>
                    <a:pt x="309128" y="187427"/>
                  </a:lnTo>
                  <a:lnTo>
                    <a:pt x="304882" y="123221"/>
                  </a:lnTo>
                  <a:lnTo>
                    <a:pt x="282906" y="54664"/>
                  </a:lnTo>
                  <a:lnTo>
                    <a:pt x="231009" y="13219"/>
                  </a:lnTo>
                  <a:lnTo>
                    <a:pt x="183615" y="3554"/>
                  </a:lnTo>
                  <a:lnTo>
                    <a:pt x="143672" y="0"/>
                  </a:lnTo>
                  <a:close/>
                </a:path>
              </a:pathLst>
            </a:custGeom>
            <a:solidFill>
              <a:srgbClr val="4537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16445781" y="5171976"/>
              <a:ext cx="152400" cy="893444"/>
            </a:xfrm>
            <a:custGeom>
              <a:avLst/>
              <a:gdLst/>
              <a:ahLst/>
              <a:cxnLst/>
              <a:rect l="l" t="t" r="r" b="b"/>
              <a:pathLst>
                <a:path w="152400" h="893445">
                  <a:moveTo>
                    <a:pt x="22090" y="0"/>
                  </a:moveTo>
                  <a:lnTo>
                    <a:pt x="0" y="529"/>
                  </a:lnTo>
                  <a:lnTo>
                    <a:pt x="2492" y="893392"/>
                  </a:lnTo>
                  <a:lnTo>
                    <a:pt x="85264" y="875528"/>
                  </a:lnTo>
                  <a:lnTo>
                    <a:pt x="99388" y="734664"/>
                  </a:lnTo>
                  <a:lnTo>
                    <a:pt x="108852" y="646272"/>
                  </a:lnTo>
                  <a:lnTo>
                    <a:pt x="117935" y="573058"/>
                  </a:lnTo>
                  <a:lnTo>
                    <a:pt x="130917" y="477729"/>
                  </a:lnTo>
                  <a:lnTo>
                    <a:pt x="137516" y="425921"/>
                  </a:lnTo>
                  <a:lnTo>
                    <a:pt x="143327" y="371249"/>
                  </a:lnTo>
                  <a:lnTo>
                    <a:pt x="147940" y="315302"/>
                  </a:lnTo>
                  <a:lnTo>
                    <a:pt x="150950" y="259667"/>
                  </a:lnTo>
                  <a:lnTo>
                    <a:pt x="151948" y="205933"/>
                  </a:lnTo>
                  <a:lnTo>
                    <a:pt x="150529" y="155687"/>
                  </a:lnTo>
                  <a:lnTo>
                    <a:pt x="122719" y="57125"/>
                  </a:lnTo>
                  <a:lnTo>
                    <a:pt x="71452" y="12047"/>
                  </a:lnTo>
                  <a:lnTo>
                    <a:pt x="22090" y="0"/>
                  </a:lnTo>
                  <a:close/>
                </a:path>
              </a:pathLst>
            </a:custGeom>
            <a:solidFill>
              <a:srgbClr val="3C2D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15937131" y="5173257"/>
              <a:ext cx="294640" cy="901700"/>
            </a:xfrm>
            <a:custGeom>
              <a:avLst/>
              <a:gdLst/>
              <a:ahLst/>
              <a:cxnLst/>
              <a:rect l="l" t="t" r="r" b="b"/>
              <a:pathLst>
                <a:path w="294640" h="901700">
                  <a:moveTo>
                    <a:pt x="119951" y="0"/>
                  </a:moveTo>
                  <a:lnTo>
                    <a:pt x="60420" y="15451"/>
                  </a:lnTo>
                  <a:lnTo>
                    <a:pt x="24041" y="58468"/>
                  </a:lnTo>
                  <a:lnTo>
                    <a:pt x="5629" y="132089"/>
                  </a:lnTo>
                  <a:lnTo>
                    <a:pt x="1540" y="181326"/>
                  </a:lnTo>
                  <a:lnTo>
                    <a:pt x="0" y="239354"/>
                  </a:lnTo>
                  <a:lnTo>
                    <a:pt x="359" y="306553"/>
                  </a:lnTo>
                  <a:lnTo>
                    <a:pt x="1970" y="383303"/>
                  </a:lnTo>
                  <a:lnTo>
                    <a:pt x="7360" y="598850"/>
                  </a:lnTo>
                  <a:lnTo>
                    <a:pt x="10814" y="721277"/>
                  </a:lnTo>
                  <a:lnTo>
                    <a:pt x="13822" y="796107"/>
                  </a:lnTo>
                  <a:lnTo>
                    <a:pt x="17875" y="868859"/>
                  </a:lnTo>
                  <a:lnTo>
                    <a:pt x="147159" y="901602"/>
                  </a:lnTo>
                  <a:lnTo>
                    <a:pt x="264820" y="851059"/>
                  </a:lnTo>
                  <a:lnTo>
                    <a:pt x="294139" y="207811"/>
                  </a:lnTo>
                  <a:lnTo>
                    <a:pt x="294089" y="179390"/>
                  </a:lnTo>
                  <a:lnTo>
                    <a:pt x="286812" y="115459"/>
                  </a:lnTo>
                  <a:lnTo>
                    <a:pt x="261618" y="48020"/>
                  </a:lnTo>
                  <a:lnTo>
                    <a:pt x="207817" y="9074"/>
                  </a:lnTo>
                  <a:lnTo>
                    <a:pt x="160018" y="1661"/>
                  </a:lnTo>
                  <a:lnTo>
                    <a:pt x="119951" y="0"/>
                  </a:lnTo>
                  <a:close/>
                </a:path>
              </a:pathLst>
            </a:custGeom>
            <a:solidFill>
              <a:srgbClr val="4537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16084297" y="5179135"/>
              <a:ext cx="153035" cy="895985"/>
            </a:xfrm>
            <a:custGeom>
              <a:avLst/>
              <a:gdLst/>
              <a:ahLst/>
              <a:cxnLst/>
              <a:rect l="l" t="t" r="r" b="b"/>
              <a:pathLst>
                <a:path w="153034" h="895985">
                  <a:moveTo>
                    <a:pt x="43140" y="0"/>
                  </a:moveTo>
                  <a:lnTo>
                    <a:pt x="0" y="895721"/>
                  </a:lnTo>
                  <a:lnTo>
                    <a:pt x="118551" y="864193"/>
                  </a:lnTo>
                  <a:lnTo>
                    <a:pt x="125996" y="722819"/>
                  </a:lnTo>
                  <a:lnTo>
                    <a:pt x="131268" y="634080"/>
                  </a:lnTo>
                  <a:lnTo>
                    <a:pt x="136877" y="560520"/>
                  </a:lnTo>
                  <a:lnTo>
                    <a:pt x="145335" y="464687"/>
                  </a:lnTo>
                  <a:lnTo>
                    <a:pt x="149068" y="412656"/>
                  </a:lnTo>
                  <a:lnTo>
                    <a:pt x="151386" y="357837"/>
                  </a:lnTo>
                  <a:lnTo>
                    <a:pt x="152448" y="301801"/>
                  </a:lnTo>
                  <a:lnTo>
                    <a:pt x="152412" y="246115"/>
                  </a:lnTo>
                  <a:lnTo>
                    <a:pt x="151437" y="192352"/>
                  </a:lnTo>
                  <a:lnTo>
                    <a:pt x="149681" y="142079"/>
                  </a:lnTo>
                  <a:lnTo>
                    <a:pt x="130313" y="57395"/>
                  </a:lnTo>
                  <a:lnTo>
                    <a:pt x="93991" y="15498"/>
                  </a:lnTo>
                  <a:lnTo>
                    <a:pt x="58880" y="1371"/>
                  </a:lnTo>
                  <a:lnTo>
                    <a:pt x="43140" y="0"/>
                  </a:lnTo>
                  <a:close/>
                </a:path>
              </a:pathLst>
            </a:custGeom>
            <a:solidFill>
              <a:srgbClr val="3C2D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0" name="object 390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6340798" y="6195501"/>
              <a:ext cx="230841" cy="185061"/>
            </a:xfrm>
            <a:prstGeom prst="rect">
              <a:avLst/>
            </a:prstGeom>
          </p:spPr>
        </p:pic>
        <p:sp>
          <p:nvSpPr>
            <p:cNvPr id="391" name="object 391" descr=""/>
            <p:cNvSpPr/>
            <p:nvPr/>
          </p:nvSpPr>
          <p:spPr>
            <a:xfrm>
              <a:off x="16350931" y="6063471"/>
              <a:ext cx="205740" cy="295910"/>
            </a:xfrm>
            <a:custGeom>
              <a:avLst/>
              <a:gdLst/>
              <a:ahLst/>
              <a:cxnLst/>
              <a:rect l="l" t="t" r="r" b="b"/>
              <a:pathLst>
                <a:path w="205740" h="295910">
                  <a:moveTo>
                    <a:pt x="69391" y="0"/>
                  </a:moveTo>
                  <a:lnTo>
                    <a:pt x="20321" y="11421"/>
                  </a:lnTo>
                  <a:lnTo>
                    <a:pt x="871" y="26550"/>
                  </a:lnTo>
                  <a:lnTo>
                    <a:pt x="3587" y="81543"/>
                  </a:lnTo>
                  <a:lnTo>
                    <a:pt x="4492" y="113453"/>
                  </a:lnTo>
                  <a:lnTo>
                    <a:pt x="3587" y="134503"/>
                  </a:lnTo>
                  <a:lnTo>
                    <a:pt x="871" y="156913"/>
                  </a:lnTo>
                  <a:lnTo>
                    <a:pt x="0" y="186272"/>
                  </a:lnTo>
                  <a:lnTo>
                    <a:pt x="8550" y="218233"/>
                  </a:lnTo>
                  <a:lnTo>
                    <a:pt x="32390" y="250088"/>
                  </a:lnTo>
                  <a:lnTo>
                    <a:pt x="77382" y="279129"/>
                  </a:lnTo>
                  <a:lnTo>
                    <a:pt x="128722" y="295812"/>
                  </a:lnTo>
                  <a:lnTo>
                    <a:pt x="167352" y="294847"/>
                  </a:lnTo>
                  <a:lnTo>
                    <a:pt x="192763" y="279890"/>
                  </a:lnTo>
                  <a:lnTo>
                    <a:pt x="204446" y="254596"/>
                  </a:lnTo>
                  <a:lnTo>
                    <a:pt x="205633" y="229224"/>
                  </a:lnTo>
                  <a:lnTo>
                    <a:pt x="200572" y="208051"/>
                  </a:lnTo>
                  <a:lnTo>
                    <a:pt x="190281" y="185730"/>
                  </a:lnTo>
                  <a:lnTo>
                    <a:pt x="175777" y="156913"/>
                  </a:lnTo>
                  <a:lnTo>
                    <a:pt x="157472" y="117485"/>
                  </a:lnTo>
                  <a:lnTo>
                    <a:pt x="121157" y="37082"/>
                  </a:lnTo>
                  <a:lnTo>
                    <a:pt x="111475" y="17367"/>
                  </a:lnTo>
                  <a:lnTo>
                    <a:pt x="103579" y="9517"/>
                  </a:lnTo>
                  <a:lnTo>
                    <a:pt x="89519" y="2859"/>
                  </a:lnTo>
                  <a:lnTo>
                    <a:pt x="69391" y="0"/>
                  </a:lnTo>
                  <a:close/>
                </a:path>
              </a:pathLst>
            </a:custGeom>
            <a:solidFill>
              <a:srgbClr val="2321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2" name="object 392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6359498" y="6094397"/>
              <a:ext cx="149139" cy="123109"/>
            </a:xfrm>
            <a:prstGeom prst="rect">
              <a:avLst/>
            </a:prstGeom>
          </p:spPr>
        </p:pic>
      </p:grpSp>
      <p:grpSp>
        <p:nvGrpSpPr>
          <p:cNvPr id="393" name="object 393" descr=""/>
          <p:cNvGrpSpPr/>
          <p:nvPr/>
        </p:nvGrpSpPr>
        <p:grpSpPr>
          <a:xfrm>
            <a:off x="11079032" y="7270689"/>
            <a:ext cx="3302000" cy="2642235"/>
            <a:chOff x="11079032" y="7270689"/>
            <a:chExt cx="3302000" cy="2642235"/>
          </a:xfrm>
        </p:grpSpPr>
        <p:sp>
          <p:nvSpPr>
            <p:cNvPr id="394" name="object 394" descr=""/>
            <p:cNvSpPr/>
            <p:nvPr/>
          </p:nvSpPr>
          <p:spPr>
            <a:xfrm>
              <a:off x="12711364" y="7363475"/>
              <a:ext cx="1143635" cy="756920"/>
            </a:xfrm>
            <a:custGeom>
              <a:avLst/>
              <a:gdLst/>
              <a:ahLst/>
              <a:cxnLst/>
              <a:rect l="l" t="t" r="r" b="b"/>
              <a:pathLst>
                <a:path w="1143634" h="756920">
                  <a:moveTo>
                    <a:pt x="1086385" y="0"/>
                  </a:moveTo>
                  <a:lnTo>
                    <a:pt x="56616" y="0"/>
                  </a:lnTo>
                  <a:lnTo>
                    <a:pt x="34579" y="4449"/>
                  </a:lnTo>
                  <a:lnTo>
                    <a:pt x="16583" y="16583"/>
                  </a:lnTo>
                  <a:lnTo>
                    <a:pt x="4449" y="34579"/>
                  </a:lnTo>
                  <a:lnTo>
                    <a:pt x="0" y="56616"/>
                  </a:lnTo>
                  <a:lnTo>
                    <a:pt x="0" y="700292"/>
                  </a:lnTo>
                  <a:lnTo>
                    <a:pt x="4449" y="722331"/>
                  </a:lnTo>
                  <a:lnTo>
                    <a:pt x="16583" y="740330"/>
                  </a:lnTo>
                  <a:lnTo>
                    <a:pt x="34579" y="752468"/>
                  </a:lnTo>
                  <a:lnTo>
                    <a:pt x="56616" y="756919"/>
                  </a:lnTo>
                  <a:lnTo>
                    <a:pt x="1086385" y="756919"/>
                  </a:lnTo>
                  <a:lnTo>
                    <a:pt x="1108428" y="752468"/>
                  </a:lnTo>
                  <a:lnTo>
                    <a:pt x="1126427" y="740330"/>
                  </a:lnTo>
                  <a:lnTo>
                    <a:pt x="1138562" y="722331"/>
                  </a:lnTo>
                  <a:lnTo>
                    <a:pt x="1143012" y="700292"/>
                  </a:lnTo>
                  <a:lnTo>
                    <a:pt x="1143012" y="56616"/>
                  </a:lnTo>
                  <a:lnTo>
                    <a:pt x="1138562" y="34579"/>
                  </a:lnTo>
                  <a:lnTo>
                    <a:pt x="1126427" y="16583"/>
                  </a:lnTo>
                  <a:lnTo>
                    <a:pt x="1108428" y="4449"/>
                  </a:lnTo>
                  <a:lnTo>
                    <a:pt x="1086385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12740197" y="7393320"/>
              <a:ext cx="1092200" cy="695325"/>
            </a:xfrm>
            <a:custGeom>
              <a:avLst/>
              <a:gdLst/>
              <a:ahLst/>
              <a:cxnLst/>
              <a:rect l="l" t="t" r="r" b="b"/>
              <a:pathLst>
                <a:path w="1092200" h="695325">
                  <a:moveTo>
                    <a:pt x="1033937" y="0"/>
                  </a:moveTo>
                  <a:lnTo>
                    <a:pt x="57851" y="0"/>
                  </a:lnTo>
                  <a:lnTo>
                    <a:pt x="35334" y="4545"/>
                  </a:lnTo>
                  <a:lnTo>
                    <a:pt x="16945" y="16940"/>
                  </a:lnTo>
                  <a:lnTo>
                    <a:pt x="4546" y="35325"/>
                  </a:lnTo>
                  <a:lnTo>
                    <a:pt x="0" y="57841"/>
                  </a:lnTo>
                  <a:lnTo>
                    <a:pt x="0" y="637457"/>
                  </a:lnTo>
                  <a:lnTo>
                    <a:pt x="4548" y="659979"/>
                  </a:lnTo>
                  <a:lnTo>
                    <a:pt x="16951" y="678372"/>
                  </a:lnTo>
                  <a:lnTo>
                    <a:pt x="35343" y="690772"/>
                  </a:lnTo>
                  <a:lnTo>
                    <a:pt x="57862" y="695319"/>
                  </a:lnTo>
                  <a:lnTo>
                    <a:pt x="1033937" y="695319"/>
                  </a:lnTo>
                  <a:lnTo>
                    <a:pt x="1056459" y="690772"/>
                  </a:lnTo>
                  <a:lnTo>
                    <a:pt x="1074852" y="678372"/>
                  </a:lnTo>
                  <a:lnTo>
                    <a:pt x="1087252" y="659979"/>
                  </a:lnTo>
                  <a:lnTo>
                    <a:pt x="1091799" y="637457"/>
                  </a:lnTo>
                  <a:lnTo>
                    <a:pt x="1091799" y="57851"/>
                  </a:lnTo>
                  <a:lnTo>
                    <a:pt x="1087252" y="35330"/>
                  </a:lnTo>
                  <a:lnTo>
                    <a:pt x="1074852" y="16941"/>
                  </a:lnTo>
                  <a:lnTo>
                    <a:pt x="1056459" y="4545"/>
                  </a:lnTo>
                  <a:lnTo>
                    <a:pt x="1033937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12953810" y="7694440"/>
              <a:ext cx="626745" cy="660400"/>
            </a:xfrm>
            <a:custGeom>
              <a:avLst/>
              <a:gdLst/>
              <a:ahLst/>
              <a:cxnLst/>
              <a:rect l="l" t="t" r="r" b="b"/>
              <a:pathLst>
                <a:path w="626744" h="660400">
                  <a:moveTo>
                    <a:pt x="626338" y="609714"/>
                  </a:moveTo>
                  <a:lnTo>
                    <a:pt x="422363" y="609714"/>
                  </a:lnTo>
                  <a:lnTo>
                    <a:pt x="422363" y="514083"/>
                  </a:lnTo>
                  <a:lnTo>
                    <a:pt x="422363" y="185712"/>
                  </a:lnTo>
                  <a:lnTo>
                    <a:pt x="422363" y="48577"/>
                  </a:lnTo>
                  <a:lnTo>
                    <a:pt x="418528" y="29718"/>
                  </a:lnTo>
                  <a:lnTo>
                    <a:pt x="408089" y="14274"/>
                  </a:lnTo>
                  <a:lnTo>
                    <a:pt x="392645" y="3835"/>
                  </a:lnTo>
                  <a:lnTo>
                    <a:pt x="373786" y="0"/>
                  </a:lnTo>
                  <a:lnTo>
                    <a:pt x="364083" y="0"/>
                  </a:lnTo>
                  <a:lnTo>
                    <a:pt x="364083" y="185712"/>
                  </a:lnTo>
                  <a:lnTo>
                    <a:pt x="364083" y="482066"/>
                  </a:lnTo>
                  <a:lnTo>
                    <a:pt x="349097" y="506082"/>
                  </a:lnTo>
                  <a:lnTo>
                    <a:pt x="316103" y="514083"/>
                  </a:lnTo>
                  <a:lnTo>
                    <a:pt x="283121" y="506082"/>
                  </a:lnTo>
                  <a:lnTo>
                    <a:pt x="268122" y="482066"/>
                  </a:lnTo>
                  <a:lnTo>
                    <a:pt x="268122" y="185712"/>
                  </a:lnTo>
                  <a:lnTo>
                    <a:pt x="364083" y="185712"/>
                  </a:lnTo>
                  <a:lnTo>
                    <a:pt x="364083" y="0"/>
                  </a:lnTo>
                  <a:lnTo>
                    <a:pt x="259321" y="0"/>
                  </a:lnTo>
                  <a:lnTo>
                    <a:pt x="240461" y="3835"/>
                  </a:lnTo>
                  <a:lnTo>
                    <a:pt x="225018" y="14274"/>
                  </a:lnTo>
                  <a:lnTo>
                    <a:pt x="214579" y="29718"/>
                  </a:lnTo>
                  <a:lnTo>
                    <a:pt x="210756" y="48577"/>
                  </a:lnTo>
                  <a:lnTo>
                    <a:pt x="210756" y="609714"/>
                  </a:lnTo>
                  <a:lnTo>
                    <a:pt x="0" y="609714"/>
                  </a:lnTo>
                  <a:lnTo>
                    <a:pt x="0" y="660260"/>
                  </a:lnTo>
                  <a:lnTo>
                    <a:pt x="626338" y="660260"/>
                  </a:lnTo>
                  <a:lnTo>
                    <a:pt x="626338" y="609714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12629985" y="8279233"/>
              <a:ext cx="147955" cy="75565"/>
            </a:xfrm>
            <a:custGeom>
              <a:avLst/>
              <a:gdLst/>
              <a:ahLst/>
              <a:cxnLst/>
              <a:rect l="l" t="t" r="r" b="b"/>
              <a:pathLst>
                <a:path w="147954" h="75565">
                  <a:moveTo>
                    <a:pt x="85526" y="0"/>
                  </a:moveTo>
                  <a:lnTo>
                    <a:pt x="62081" y="0"/>
                  </a:lnTo>
                  <a:lnTo>
                    <a:pt x="37914" y="4881"/>
                  </a:lnTo>
                  <a:lnTo>
                    <a:pt x="18181" y="18190"/>
                  </a:lnTo>
                  <a:lnTo>
                    <a:pt x="4877" y="37927"/>
                  </a:lnTo>
                  <a:lnTo>
                    <a:pt x="0" y="62092"/>
                  </a:lnTo>
                  <a:lnTo>
                    <a:pt x="0" y="69254"/>
                  </a:lnTo>
                  <a:lnTo>
                    <a:pt x="5800" y="75044"/>
                  </a:lnTo>
                  <a:lnTo>
                    <a:pt x="141817" y="75044"/>
                  </a:lnTo>
                  <a:lnTo>
                    <a:pt x="147608" y="69254"/>
                  </a:lnTo>
                  <a:lnTo>
                    <a:pt x="147608" y="62092"/>
                  </a:lnTo>
                  <a:lnTo>
                    <a:pt x="142730" y="37927"/>
                  </a:lnTo>
                  <a:lnTo>
                    <a:pt x="129426" y="18190"/>
                  </a:lnTo>
                  <a:lnTo>
                    <a:pt x="109693" y="4881"/>
                  </a:lnTo>
                  <a:lnTo>
                    <a:pt x="85526" y="0"/>
                  </a:lnTo>
                  <a:close/>
                </a:path>
              </a:pathLst>
            </a:custGeom>
            <a:solidFill>
              <a:srgbClr val="7687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12699665" y="8279234"/>
              <a:ext cx="10160" cy="33020"/>
            </a:xfrm>
            <a:custGeom>
              <a:avLst/>
              <a:gdLst/>
              <a:ahLst/>
              <a:cxnLst/>
              <a:rect l="l" t="t" r="r" b="b"/>
              <a:pathLst>
                <a:path w="10159" h="33020">
                  <a:moveTo>
                    <a:pt x="9811" y="0"/>
                  </a:moveTo>
                  <a:lnTo>
                    <a:pt x="0" y="0"/>
                  </a:lnTo>
                  <a:lnTo>
                    <a:pt x="0" y="32627"/>
                  </a:lnTo>
                  <a:lnTo>
                    <a:pt x="9811" y="32627"/>
                  </a:lnTo>
                  <a:lnTo>
                    <a:pt x="9811" y="0"/>
                  </a:lnTo>
                  <a:close/>
                </a:path>
              </a:pathLst>
            </a:custGeom>
            <a:solidFill>
              <a:srgbClr val="4954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11532033" y="7929205"/>
              <a:ext cx="650875" cy="135890"/>
            </a:xfrm>
            <a:custGeom>
              <a:avLst/>
              <a:gdLst/>
              <a:ahLst/>
              <a:cxnLst/>
              <a:rect l="l" t="t" r="r" b="b"/>
              <a:pathLst>
                <a:path w="650875" h="135890">
                  <a:moveTo>
                    <a:pt x="83" y="0"/>
                  </a:moveTo>
                  <a:lnTo>
                    <a:pt x="0" y="135189"/>
                  </a:lnTo>
                  <a:lnTo>
                    <a:pt x="650629" y="135660"/>
                  </a:lnTo>
                  <a:lnTo>
                    <a:pt x="650723" y="471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0" name="object 400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1611652" y="7959743"/>
              <a:ext cx="170895" cy="74353"/>
            </a:xfrm>
            <a:prstGeom prst="rect">
              <a:avLst/>
            </a:prstGeom>
          </p:spPr>
        </p:pic>
        <p:sp>
          <p:nvSpPr>
            <p:cNvPr id="401" name="object 401" descr=""/>
            <p:cNvSpPr/>
            <p:nvPr/>
          </p:nvSpPr>
          <p:spPr>
            <a:xfrm>
              <a:off x="11531919" y="8074982"/>
              <a:ext cx="650875" cy="135890"/>
            </a:xfrm>
            <a:custGeom>
              <a:avLst/>
              <a:gdLst/>
              <a:ahLst/>
              <a:cxnLst/>
              <a:rect l="l" t="t" r="r" b="b"/>
              <a:pathLst>
                <a:path w="650875" h="135890">
                  <a:moveTo>
                    <a:pt x="94" y="0"/>
                  </a:moveTo>
                  <a:lnTo>
                    <a:pt x="0" y="135189"/>
                  </a:lnTo>
                  <a:lnTo>
                    <a:pt x="650639" y="135660"/>
                  </a:lnTo>
                  <a:lnTo>
                    <a:pt x="650734" y="471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2" name="object 402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611559" y="8105519"/>
              <a:ext cx="170884" cy="74353"/>
            </a:xfrm>
            <a:prstGeom prst="rect">
              <a:avLst/>
            </a:prstGeom>
          </p:spPr>
        </p:pic>
        <p:sp>
          <p:nvSpPr>
            <p:cNvPr id="403" name="object 403" descr=""/>
            <p:cNvSpPr/>
            <p:nvPr/>
          </p:nvSpPr>
          <p:spPr>
            <a:xfrm>
              <a:off x="11531816" y="8220758"/>
              <a:ext cx="650875" cy="133985"/>
            </a:xfrm>
            <a:custGeom>
              <a:avLst/>
              <a:gdLst/>
              <a:ahLst/>
              <a:cxnLst/>
              <a:rect l="l" t="t" r="r" b="b"/>
              <a:pathLst>
                <a:path w="650875" h="133984">
                  <a:moveTo>
                    <a:pt x="0" y="133940"/>
                  </a:moveTo>
                  <a:lnTo>
                    <a:pt x="650734" y="133940"/>
                  </a:lnTo>
                  <a:lnTo>
                    <a:pt x="650734" y="0"/>
                  </a:lnTo>
                  <a:lnTo>
                    <a:pt x="0" y="0"/>
                  </a:lnTo>
                  <a:lnTo>
                    <a:pt x="0" y="133940"/>
                  </a:lnTo>
                  <a:close/>
                </a:path>
              </a:pathLst>
            </a:custGeom>
            <a:solidFill>
              <a:srgbClr val="3447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4" name="object 40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611449" y="8251296"/>
              <a:ext cx="170895" cy="74353"/>
            </a:xfrm>
            <a:prstGeom prst="rect">
              <a:avLst/>
            </a:prstGeom>
          </p:spPr>
        </p:pic>
        <p:sp>
          <p:nvSpPr>
            <p:cNvPr id="405" name="object 405" descr=""/>
            <p:cNvSpPr/>
            <p:nvPr/>
          </p:nvSpPr>
          <p:spPr>
            <a:xfrm>
              <a:off x="11546475" y="7355367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40" h="53340">
                  <a:moveTo>
                    <a:pt x="52794" y="0"/>
                  </a:moveTo>
                  <a:lnTo>
                    <a:pt x="0" y="0"/>
                  </a:lnTo>
                  <a:lnTo>
                    <a:pt x="0" y="52794"/>
                  </a:lnTo>
                  <a:lnTo>
                    <a:pt x="52794" y="52794"/>
                  </a:lnTo>
                  <a:lnTo>
                    <a:pt x="52794" y="0"/>
                  </a:lnTo>
                  <a:close/>
                </a:path>
              </a:pathLst>
            </a:custGeom>
            <a:solidFill>
              <a:srgbClr val="414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11630611" y="7295573"/>
              <a:ext cx="535940" cy="60325"/>
            </a:xfrm>
            <a:custGeom>
              <a:avLst/>
              <a:gdLst/>
              <a:ahLst/>
              <a:cxnLst/>
              <a:rect l="l" t="t" r="r" b="b"/>
              <a:pathLst>
                <a:path w="535940" h="60325">
                  <a:moveTo>
                    <a:pt x="505597" y="0"/>
                  </a:moveTo>
                  <a:lnTo>
                    <a:pt x="29894" y="0"/>
                  </a:lnTo>
                  <a:lnTo>
                    <a:pt x="18279" y="2359"/>
                  </a:lnTo>
                  <a:lnTo>
                    <a:pt x="8774" y="8783"/>
                  </a:lnTo>
                  <a:lnTo>
                    <a:pt x="2356" y="18292"/>
                  </a:lnTo>
                  <a:lnTo>
                    <a:pt x="0" y="29904"/>
                  </a:lnTo>
                  <a:lnTo>
                    <a:pt x="2356" y="41511"/>
                  </a:lnTo>
                  <a:lnTo>
                    <a:pt x="8774" y="51016"/>
                  </a:lnTo>
                  <a:lnTo>
                    <a:pt x="18279" y="57440"/>
                  </a:lnTo>
                  <a:lnTo>
                    <a:pt x="29894" y="59799"/>
                  </a:lnTo>
                  <a:lnTo>
                    <a:pt x="505597" y="59799"/>
                  </a:lnTo>
                  <a:lnTo>
                    <a:pt x="517203" y="57440"/>
                  </a:lnTo>
                  <a:lnTo>
                    <a:pt x="526709" y="51016"/>
                  </a:lnTo>
                  <a:lnTo>
                    <a:pt x="533132" y="41511"/>
                  </a:lnTo>
                  <a:lnTo>
                    <a:pt x="535491" y="29904"/>
                  </a:lnTo>
                  <a:lnTo>
                    <a:pt x="533132" y="18292"/>
                  </a:lnTo>
                  <a:lnTo>
                    <a:pt x="526709" y="8783"/>
                  </a:lnTo>
                  <a:lnTo>
                    <a:pt x="517203" y="2359"/>
                  </a:lnTo>
                  <a:lnTo>
                    <a:pt x="505597" y="0"/>
                  </a:lnTo>
                  <a:close/>
                </a:path>
              </a:pathLst>
            </a:custGeom>
            <a:solidFill>
              <a:srgbClr val="E9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11524769" y="7270689"/>
              <a:ext cx="665480" cy="50165"/>
            </a:xfrm>
            <a:custGeom>
              <a:avLst/>
              <a:gdLst/>
              <a:ahLst/>
              <a:cxnLst/>
              <a:rect l="l" t="t" r="r" b="b"/>
              <a:pathLst>
                <a:path w="665479" h="50165">
                  <a:moveTo>
                    <a:pt x="664859" y="0"/>
                  </a:moveTo>
                  <a:lnTo>
                    <a:pt x="0" y="0"/>
                  </a:lnTo>
                  <a:lnTo>
                    <a:pt x="0" y="49799"/>
                  </a:lnTo>
                  <a:lnTo>
                    <a:pt x="664859" y="49799"/>
                  </a:lnTo>
                  <a:lnTo>
                    <a:pt x="664859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11546475" y="7320489"/>
              <a:ext cx="84455" cy="41910"/>
            </a:xfrm>
            <a:custGeom>
              <a:avLst/>
              <a:gdLst/>
              <a:ahLst/>
              <a:cxnLst/>
              <a:rect l="l" t="t" r="r" b="b"/>
              <a:pathLst>
                <a:path w="84454" h="41909">
                  <a:moveTo>
                    <a:pt x="84133" y="0"/>
                  </a:moveTo>
                  <a:lnTo>
                    <a:pt x="0" y="0"/>
                  </a:lnTo>
                  <a:lnTo>
                    <a:pt x="0" y="41642"/>
                  </a:lnTo>
                  <a:lnTo>
                    <a:pt x="84133" y="41642"/>
                  </a:lnTo>
                  <a:lnTo>
                    <a:pt x="84133" y="0"/>
                  </a:lnTo>
                  <a:close/>
                </a:path>
              </a:pathLst>
            </a:custGeom>
            <a:solidFill>
              <a:srgbClr val="414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11094645" y="7375732"/>
              <a:ext cx="469265" cy="488950"/>
            </a:xfrm>
            <a:custGeom>
              <a:avLst/>
              <a:gdLst/>
              <a:ahLst/>
              <a:cxnLst/>
              <a:rect l="l" t="t" r="r" b="b"/>
              <a:pathLst>
                <a:path w="469265" h="488950">
                  <a:moveTo>
                    <a:pt x="432971" y="0"/>
                  </a:moveTo>
                  <a:lnTo>
                    <a:pt x="0" y="458561"/>
                  </a:lnTo>
                  <a:lnTo>
                    <a:pt x="37328" y="488414"/>
                  </a:lnTo>
                  <a:lnTo>
                    <a:pt x="469189" y="40344"/>
                  </a:lnTo>
                  <a:lnTo>
                    <a:pt x="432971" y="0"/>
                  </a:lnTo>
                  <a:close/>
                </a:path>
              </a:pathLst>
            </a:custGeom>
            <a:solidFill>
              <a:srgbClr val="B9BA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11079023" y="7362132"/>
              <a:ext cx="495300" cy="1133475"/>
            </a:xfrm>
            <a:custGeom>
              <a:avLst/>
              <a:gdLst/>
              <a:ahLst/>
              <a:cxnLst/>
              <a:rect l="l" t="t" r="r" b="b"/>
              <a:pathLst>
                <a:path w="495300" h="1133475">
                  <a:moveTo>
                    <a:pt x="332778" y="904341"/>
                  </a:moveTo>
                  <a:lnTo>
                    <a:pt x="304304" y="904341"/>
                  </a:lnTo>
                  <a:lnTo>
                    <a:pt x="304304" y="1133309"/>
                  </a:lnTo>
                  <a:lnTo>
                    <a:pt x="332778" y="1133309"/>
                  </a:lnTo>
                  <a:lnTo>
                    <a:pt x="332778" y="904341"/>
                  </a:lnTo>
                  <a:close/>
                </a:path>
                <a:path w="495300" h="1133475">
                  <a:moveTo>
                    <a:pt x="432308" y="867283"/>
                  </a:moveTo>
                  <a:lnTo>
                    <a:pt x="89281" y="464312"/>
                  </a:lnTo>
                  <a:lnTo>
                    <a:pt x="59118" y="482104"/>
                  </a:lnTo>
                  <a:lnTo>
                    <a:pt x="53289" y="473443"/>
                  </a:lnTo>
                  <a:lnTo>
                    <a:pt x="43370" y="466750"/>
                  </a:lnTo>
                  <a:lnTo>
                    <a:pt x="31216" y="464299"/>
                  </a:lnTo>
                  <a:lnTo>
                    <a:pt x="19075" y="466750"/>
                  </a:lnTo>
                  <a:lnTo>
                    <a:pt x="9156" y="473443"/>
                  </a:lnTo>
                  <a:lnTo>
                    <a:pt x="2463" y="483362"/>
                  </a:lnTo>
                  <a:lnTo>
                    <a:pt x="0" y="495515"/>
                  </a:lnTo>
                  <a:lnTo>
                    <a:pt x="1104" y="500976"/>
                  </a:lnTo>
                  <a:lnTo>
                    <a:pt x="0" y="502018"/>
                  </a:lnTo>
                  <a:lnTo>
                    <a:pt x="1739" y="504101"/>
                  </a:lnTo>
                  <a:lnTo>
                    <a:pt x="2463" y="507669"/>
                  </a:lnTo>
                  <a:lnTo>
                    <a:pt x="9156" y="517588"/>
                  </a:lnTo>
                  <a:lnTo>
                    <a:pt x="17995" y="523570"/>
                  </a:lnTo>
                  <a:lnTo>
                    <a:pt x="305295" y="867283"/>
                  </a:lnTo>
                  <a:lnTo>
                    <a:pt x="363308" y="867283"/>
                  </a:lnTo>
                  <a:lnTo>
                    <a:pt x="58420" y="509968"/>
                  </a:lnTo>
                  <a:lnTo>
                    <a:pt x="59969" y="507669"/>
                  </a:lnTo>
                  <a:lnTo>
                    <a:pt x="62191" y="496595"/>
                  </a:lnTo>
                  <a:lnTo>
                    <a:pt x="379247" y="867283"/>
                  </a:lnTo>
                  <a:lnTo>
                    <a:pt x="432308" y="867283"/>
                  </a:lnTo>
                  <a:close/>
                </a:path>
                <a:path w="495300" h="1133475">
                  <a:moveTo>
                    <a:pt x="494728" y="31191"/>
                  </a:moveTo>
                  <a:lnTo>
                    <a:pt x="492277" y="19050"/>
                  </a:lnTo>
                  <a:lnTo>
                    <a:pt x="485584" y="9131"/>
                  </a:lnTo>
                  <a:lnTo>
                    <a:pt x="475665" y="2451"/>
                  </a:lnTo>
                  <a:lnTo>
                    <a:pt x="463524" y="0"/>
                  </a:lnTo>
                  <a:lnTo>
                    <a:pt x="451370" y="2451"/>
                  </a:lnTo>
                  <a:lnTo>
                    <a:pt x="441439" y="9131"/>
                  </a:lnTo>
                  <a:lnTo>
                    <a:pt x="434759" y="19050"/>
                  </a:lnTo>
                  <a:lnTo>
                    <a:pt x="432308" y="31191"/>
                  </a:lnTo>
                  <a:lnTo>
                    <a:pt x="434759" y="43345"/>
                  </a:lnTo>
                  <a:lnTo>
                    <a:pt x="441439" y="53251"/>
                  </a:lnTo>
                  <a:lnTo>
                    <a:pt x="451370" y="59931"/>
                  </a:lnTo>
                  <a:lnTo>
                    <a:pt x="463524" y="62382"/>
                  </a:lnTo>
                  <a:lnTo>
                    <a:pt x="475665" y="59931"/>
                  </a:lnTo>
                  <a:lnTo>
                    <a:pt x="485584" y="53251"/>
                  </a:lnTo>
                  <a:lnTo>
                    <a:pt x="492277" y="43345"/>
                  </a:lnTo>
                  <a:lnTo>
                    <a:pt x="494728" y="31191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1" name="object 411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1324464" y="8179173"/>
              <a:ext cx="186875" cy="329485"/>
            </a:xfrm>
            <a:prstGeom prst="rect">
              <a:avLst/>
            </a:prstGeom>
          </p:spPr>
        </p:pic>
        <p:sp>
          <p:nvSpPr>
            <p:cNvPr id="412" name="object 412" descr=""/>
            <p:cNvSpPr/>
            <p:nvPr/>
          </p:nvSpPr>
          <p:spPr>
            <a:xfrm>
              <a:off x="11834372" y="8156358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5" h="15875">
                  <a:moveTo>
                    <a:pt x="645729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45729" y="15277"/>
                  </a:lnTo>
                  <a:lnTo>
                    <a:pt x="645729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11845565" y="8171625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11834372" y="8186902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5" h="15875">
                  <a:moveTo>
                    <a:pt x="645729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45729" y="15277"/>
                  </a:lnTo>
                  <a:lnTo>
                    <a:pt x="645729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11850906" y="8202179"/>
              <a:ext cx="645160" cy="15875"/>
            </a:xfrm>
            <a:custGeom>
              <a:avLst/>
              <a:gdLst/>
              <a:ahLst/>
              <a:cxnLst/>
              <a:rect l="l" t="t" r="r" b="b"/>
              <a:pathLst>
                <a:path w="645159" h="15875">
                  <a:moveTo>
                    <a:pt x="645132" y="0"/>
                  </a:moveTo>
                  <a:lnTo>
                    <a:pt x="0" y="0"/>
                  </a:lnTo>
                  <a:lnTo>
                    <a:pt x="0" y="15287"/>
                  </a:lnTo>
                  <a:lnTo>
                    <a:pt x="645132" y="15287"/>
                  </a:lnTo>
                  <a:lnTo>
                    <a:pt x="645132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11845565" y="8217467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11834372" y="8232733"/>
              <a:ext cx="645795" cy="15875"/>
            </a:xfrm>
            <a:custGeom>
              <a:avLst/>
              <a:gdLst/>
              <a:ahLst/>
              <a:cxnLst/>
              <a:rect l="l" t="t" r="r" b="b"/>
              <a:pathLst>
                <a:path w="645795" h="15875">
                  <a:moveTo>
                    <a:pt x="645729" y="0"/>
                  </a:moveTo>
                  <a:lnTo>
                    <a:pt x="0" y="0"/>
                  </a:lnTo>
                  <a:lnTo>
                    <a:pt x="0" y="15287"/>
                  </a:lnTo>
                  <a:lnTo>
                    <a:pt x="645729" y="15287"/>
                  </a:lnTo>
                  <a:lnTo>
                    <a:pt x="645729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11845565" y="8248021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11820247" y="8263298"/>
              <a:ext cx="660400" cy="15875"/>
            </a:xfrm>
            <a:custGeom>
              <a:avLst/>
              <a:gdLst/>
              <a:ahLst/>
              <a:cxnLst/>
              <a:rect l="l" t="t" r="r" b="b"/>
              <a:pathLst>
                <a:path w="660400" h="15875">
                  <a:moveTo>
                    <a:pt x="659854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9854" y="15277"/>
                  </a:lnTo>
                  <a:lnTo>
                    <a:pt x="659854" y="0"/>
                  </a:lnTo>
                  <a:close/>
                </a:path>
              </a:pathLst>
            </a:custGeom>
            <a:solidFill>
              <a:srgbClr val="FFF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11845565" y="8278575"/>
              <a:ext cx="650875" cy="15875"/>
            </a:xfrm>
            <a:custGeom>
              <a:avLst/>
              <a:gdLst/>
              <a:ahLst/>
              <a:cxnLst/>
              <a:rect l="l" t="t" r="r" b="b"/>
              <a:pathLst>
                <a:path w="650875" h="15875">
                  <a:moveTo>
                    <a:pt x="650461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50461" y="15277"/>
                  </a:lnTo>
                  <a:lnTo>
                    <a:pt x="650461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11834372" y="8293841"/>
              <a:ext cx="661670" cy="15875"/>
            </a:xfrm>
            <a:custGeom>
              <a:avLst/>
              <a:gdLst/>
              <a:ahLst/>
              <a:cxnLst/>
              <a:rect l="l" t="t" r="r" b="b"/>
              <a:pathLst>
                <a:path w="661670" h="15875">
                  <a:moveTo>
                    <a:pt x="661665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61665" y="15277"/>
                  </a:lnTo>
                  <a:lnTo>
                    <a:pt x="661665" y="0"/>
                  </a:lnTo>
                  <a:close/>
                </a:path>
              </a:pathLst>
            </a:custGeom>
            <a:solidFill>
              <a:srgbClr val="6D66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11861555" y="8309118"/>
              <a:ext cx="622300" cy="15875"/>
            </a:xfrm>
            <a:custGeom>
              <a:avLst/>
              <a:gdLst/>
              <a:ahLst/>
              <a:cxnLst/>
              <a:rect l="l" t="t" r="r" b="b"/>
              <a:pathLst>
                <a:path w="622300" h="15875">
                  <a:moveTo>
                    <a:pt x="621865" y="0"/>
                  </a:moveTo>
                  <a:lnTo>
                    <a:pt x="0" y="0"/>
                  </a:lnTo>
                  <a:lnTo>
                    <a:pt x="0" y="15287"/>
                  </a:lnTo>
                  <a:lnTo>
                    <a:pt x="621865" y="15287"/>
                  </a:lnTo>
                  <a:lnTo>
                    <a:pt x="621865" y="0"/>
                  </a:lnTo>
                  <a:close/>
                </a:path>
              </a:pathLst>
            </a:custGeom>
            <a:solidFill>
              <a:srgbClr val="4F45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11834372" y="8324406"/>
              <a:ext cx="661670" cy="15875"/>
            </a:xfrm>
            <a:custGeom>
              <a:avLst/>
              <a:gdLst/>
              <a:ahLst/>
              <a:cxnLst/>
              <a:rect l="l" t="t" r="r" b="b"/>
              <a:pathLst>
                <a:path w="661670" h="15875">
                  <a:moveTo>
                    <a:pt x="661665" y="0"/>
                  </a:moveTo>
                  <a:lnTo>
                    <a:pt x="0" y="0"/>
                  </a:lnTo>
                  <a:lnTo>
                    <a:pt x="0" y="15277"/>
                  </a:lnTo>
                  <a:lnTo>
                    <a:pt x="661665" y="15277"/>
                  </a:lnTo>
                  <a:lnTo>
                    <a:pt x="661665" y="0"/>
                  </a:lnTo>
                  <a:close/>
                </a:path>
              </a:pathLst>
            </a:custGeom>
            <a:solidFill>
              <a:srgbClr val="807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11834372" y="8339683"/>
              <a:ext cx="633730" cy="15240"/>
            </a:xfrm>
            <a:custGeom>
              <a:avLst/>
              <a:gdLst/>
              <a:ahLst/>
              <a:cxnLst/>
              <a:rect l="l" t="t" r="r" b="b"/>
              <a:pathLst>
                <a:path w="633729" h="15240">
                  <a:moveTo>
                    <a:pt x="0" y="15015"/>
                  </a:moveTo>
                  <a:lnTo>
                    <a:pt x="633656" y="15015"/>
                  </a:lnTo>
                  <a:lnTo>
                    <a:pt x="633656" y="0"/>
                  </a:lnTo>
                  <a:lnTo>
                    <a:pt x="0" y="0"/>
                  </a:lnTo>
                  <a:lnTo>
                    <a:pt x="0" y="1501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 descr=""/>
            <p:cNvSpPr/>
            <p:nvPr/>
          </p:nvSpPr>
          <p:spPr>
            <a:xfrm>
              <a:off x="11410385" y="8354698"/>
              <a:ext cx="2970530" cy="71755"/>
            </a:xfrm>
            <a:custGeom>
              <a:avLst/>
              <a:gdLst/>
              <a:ahLst/>
              <a:cxnLst/>
              <a:rect l="l" t="t" r="r" b="b"/>
              <a:pathLst>
                <a:path w="2970530" h="71754">
                  <a:moveTo>
                    <a:pt x="2970349" y="0"/>
                  </a:moveTo>
                  <a:lnTo>
                    <a:pt x="0" y="0"/>
                  </a:lnTo>
                  <a:lnTo>
                    <a:pt x="0" y="71327"/>
                  </a:lnTo>
                  <a:lnTo>
                    <a:pt x="2970349" y="71327"/>
                  </a:lnTo>
                  <a:lnTo>
                    <a:pt x="2970349" y="0"/>
                  </a:lnTo>
                  <a:close/>
                </a:path>
              </a:pathLst>
            </a:custGeom>
            <a:solidFill>
              <a:srgbClr val="D3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13881059" y="8975432"/>
              <a:ext cx="410845" cy="809625"/>
            </a:xfrm>
            <a:custGeom>
              <a:avLst/>
              <a:gdLst/>
              <a:ahLst/>
              <a:cxnLst/>
              <a:rect l="l" t="t" r="r" b="b"/>
              <a:pathLst>
                <a:path w="410844" h="809625">
                  <a:moveTo>
                    <a:pt x="382700" y="0"/>
                  </a:moveTo>
                  <a:lnTo>
                    <a:pt x="27517" y="0"/>
                  </a:lnTo>
                  <a:lnTo>
                    <a:pt x="16830" y="2171"/>
                  </a:lnTo>
                  <a:lnTo>
                    <a:pt x="8080" y="8084"/>
                  </a:lnTo>
                  <a:lnTo>
                    <a:pt x="2170" y="16834"/>
                  </a:lnTo>
                  <a:lnTo>
                    <a:pt x="0" y="27517"/>
                  </a:lnTo>
                  <a:lnTo>
                    <a:pt x="0" y="781630"/>
                  </a:lnTo>
                  <a:lnTo>
                    <a:pt x="2170" y="792311"/>
                  </a:lnTo>
                  <a:lnTo>
                    <a:pt x="8080" y="801058"/>
                  </a:lnTo>
                  <a:lnTo>
                    <a:pt x="16830" y="806967"/>
                  </a:lnTo>
                  <a:lnTo>
                    <a:pt x="27517" y="809137"/>
                  </a:lnTo>
                  <a:lnTo>
                    <a:pt x="382700" y="809137"/>
                  </a:lnTo>
                  <a:lnTo>
                    <a:pt x="393383" y="806967"/>
                  </a:lnTo>
                  <a:lnTo>
                    <a:pt x="402133" y="801058"/>
                  </a:lnTo>
                  <a:lnTo>
                    <a:pt x="408045" y="792311"/>
                  </a:lnTo>
                  <a:lnTo>
                    <a:pt x="410217" y="781630"/>
                  </a:lnTo>
                  <a:lnTo>
                    <a:pt x="410217" y="27517"/>
                  </a:lnTo>
                  <a:lnTo>
                    <a:pt x="408045" y="16834"/>
                  </a:lnTo>
                  <a:lnTo>
                    <a:pt x="402133" y="8084"/>
                  </a:lnTo>
                  <a:lnTo>
                    <a:pt x="393383" y="2171"/>
                  </a:lnTo>
                  <a:lnTo>
                    <a:pt x="382700" y="0"/>
                  </a:lnTo>
                  <a:close/>
                </a:path>
              </a:pathLst>
            </a:custGeom>
            <a:solidFill>
              <a:srgbClr val="536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13935544" y="9024562"/>
              <a:ext cx="295910" cy="25400"/>
            </a:xfrm>
            <a:custGeom>
              <a:avLst/>
              <a:gdLst/>
              <a:ahLst/>
              <a:cxnLst/>
              <a:rect l="l" t="t" r="r" b="b"/>
              <a:pathLst>
                <a:path w="295909" h="25400">
                  <a:moveTo>
                    <a:pt x="295603" y="0"/>
                  </a:moveTo>
                  <a:lnTo>
                    <a:pt x="0" y="0"/>
                  </a:lnTo>
                  <a:lnTo>
                    <a:pt x="0" y="25067"/>
                  </a:lnTo>
                  <a:lnTo>
                    <a:pt x="295603" y="25067"/>
                  </a:lnTo>
                  <a:lnTo>
                    <a:pt x="295603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8" name="object 428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4171214" y="9396473"/>
              <a:ext cx="67945" cy="67945"/>
            </a:xfrm>
            <a:prstGeom prst="rect">
              <a:avLst/>
            </a:prstGeom>
          </p:spPr>
        </p:pic>
        <p:sp>
          <p:nvSpPr>
            <p:cNvPr id="429" name="object 429" descr=""/>
            <p:cNvSpPr/>
            <p:nvPr/>
          </p:nvSpPr>
          <p:spPr>
            <a:xfrm>
              <a:off x="14059176" y="9415789"/>
              <a:ext cx="48895" cy="48895"/>
            </a:xfrm>
            <a:custGeom>
              <a:avLst/>
              <a:gdLst/>
              <a:ahLst/>
              <a:cxnLst/>
              <a:rect l="l" t="t" r="r" b="b"/>
              <a:pathLst>
                <a:path w="48894" h="48895">
                  <a:moveTo>
                    <a:pt x="24313" y="0"/>
                  </a:moveTo>
                  <a:lnTo>
                    <a:pt x="14851" y="1909"/>
                  </a:lnTo>
                  <a:lnTo>
                    <a:pt x="7122" y="7118"/>
                  </a:lnTo>
                  <a:lnTo>
                    <a:pt x="1911" y="14846"/>
                  </a:lnTo>
                  <a:lnTo>
                    <a:pt x="0" y="24313"/>
                  </a:lnTo>
                  <a:lnTo>
                    <a:pt x="1911" y="33779"/>
                  </a:lnTo>
                  <a:lnTo>
                    <a:pt x="7122" y="41507"/>
                  </a:lnTo>
                  <a:lnTo>
                    <a:pt x="14851" y="46717"/>
                  </a:lnTo>
                  <a:lnTo>
                    <a:pt x="24313" y="48626"/>
                  </a:lnTo>
                  <a:lnTo>
                    <a:pt x="33777" y="46717"/>
                  </a:lnTo>
                  <a:lnTo>
                    <a:pt x="41509" y="41507"/>
                  </a:lnTo>
                  <a:lnTo>
                    <a:pt x="46724" y="33779"/>
                  </a:lnTo>
                  <a:lnTo>
                    <a:pt x="48637" y="24313"/>
                  </a:lnTo>
                  <a:lnTo>
                    <a:pt x="46724" y="14846"/>
                  </a:lnTo>
                  <a:lnTo>
                    <a:pt x="41509" y="7118"/>
                  </a:lnTo>
                  <a:lnTo>
                    <a:pt x="33777" y="1909"/>
                  </a:lnTo>
                  <a:lnTo>
                    <a:pt x="24313" y="0"/>
                  </a:lnTo>
                  <a:close/>
                </a:path>
              </a:pathLst>
            </a:custGeom>
            <a:solidFill>
              <a:srgbClr val="7687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 descr=""/>
            <p:cNvSpPr/>
            <p:nvPr/>
          </p:nvSpPr>
          <p:spPr>
            <a:xfrm>
              <a:off x="13907325" y="9507228"/>
              <a:ext cx="357505" cy="255270"/>
            </a:xfrm>
            <a:custGeom>
              <a:avLst/>
              <a:gdLst/>
              <a:ahLst/>
              <a:cxnLst/>
              <a:rect l="l" t="t" r="r" b="b"/>
              <a:pathLst>
                <a:path w="357505" h="255270">
                  <a:moveTo>
                    <a:pt x="357318" y="0"/>
                  </a:moveTo>
                  <a:lnTo>
                    <a:pt x="0" y="0"/>
                  </a:lnTo>
                  <a:lnTo>
                    <a:pt x="0" y="255259"/>
                  </a:lnTo>
                  <a:lnTo>
                    <a:pt x="357318" y="255259"/>
                  </a:lnTo>
                  <a:lnTo>
                    <a:pt x="357318" y="0"/>
                  </a:lnTo>
                  <a:close/>
                </a:path>
              </a:pathLst>
            </a:custGeom>
            <a:solidFill>
              <a:srgbClr val="515D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 descr=""/>
            <p:cNvSpPr/>
            <p:nvPr/>
          </p:nvSpPr>
          <p:spPr>
            <a:xfrm>
              <a:off x="13907326" y="9524485"/>
              <a:ext cx="357505" cy="224154"/>
            </a:xfrm>
            <a:custGeom>
              <a:avLst/>
              <a:gdLst/>
              <a:ahLst/>
              <a:cxnLst/>
              <a:rect l="l" t="t" r="r" b="b"/>
              <a:pathLst>
                <a:path w="357505" h="224154">
                  <a:moveTo>
                    <a:pt x="357314" y="211556"/>
                  </a:moveTo>
                  <a:lnTo>
                    <a:pt x="0" y="211556"/>
                  </a:lnTo>
                  <a:lnTo>
                    <a:pt x="0" y="224104"/>
                  </a:lnTo>
                  <a:lnTo>
                    <a:pt x="357314" y="224104"/>
                  </a:lnTo>
                  <a:lnTo>
                    <a:pt x="357314" y="211556"/>
                  </a:lnTo>
                  <a:close/>
                </a:path>
                <a:path w="357505" h="224154">
                  <a:moveTo>
                    <a:pt x="357314" y="188061"/>
                  </a:moveTo>
                  <a:lnTo>
                    <a:pt x="0" y="188061"/>
                  </a:lnTo>
                  <a:lnTo>
                    <a:pt x="0" y="200596"/>
                  </a:lnTo>
                  <a:lnTo>
                    <a:pt x="357314" y="200596"/>
                  </a:lnTo>
                  <a:lnTo>
                    <a:pt x="357314" y="188061"/>
                  </a:lnTo>
                  <a:close/>
                </a:path>
                <a:path w="357505" h="224154">
                  <a:moveTo>
                    <a:pt x="357314" y="164553"/>
                  </a:moveTo>
                  <a:lnTo>
                    <a:pt x="0" y="164553"/>
                  </a:lnTo>
                  <a:lnTo>
                    <a:pt x="0" y="177088"/>
                  </a:lnTo>
                  <a:lnTo>
                    <a:pt x="357314" y="177088"/>
                  </a:lnTo>
                  <a:lnTo>
                    <a:pt x="357314" y="164553"/>
                  </a:lnTo>
                  <a:close/>
                </a:path>
                <a:path w="357505" h="224154">
                  <a:moveTo>
                    <a:pt x="357314" y="141046"/>
                  </a:moveTo>
                  <a:lnTo>
                    <a:pt x="0" y="141046"/>
                  </a:lnTo>
                  <a:lnTo>
                    <a:pt x="0" y="153581"/>
                  </a:lnTo>
                  <a:lnTo>
                    <a:pt x="357314" y="153581"/>
                  </a:lnTo>
                  <a:lnTo>
                    <a:pt x="357314" y="141046"/>
                  </a:lnTo>
                  <a:close/>
                </a:path>
                <a:path w="357505" h="224154">
                  <a:moveTo>
                    <a:pt x="357314" y="117525"/>
                  </a:moveTo>
                  <a:lnTo>
                    <a:pt x="0" y="117525"/>
                  </a:lnTo>
                  <a:lnTo>
                    <a:pt x="0" y="130060"/>
                  </a:lnTo>
                  <a:lnTo>
                    <a:pt x="357314" y="130060"/>
                  </a:lnTo>
                  <a:lnTo>
                    <a:pt x="357314" y="117525"/>
                  </a:lnTo>
                  <a:close/>
                </a:path>
                <a:path w="357505" h="224154">
                  <a:moveTo>
                    <a:pt x="357314" y="94030"/>
                  </a:moveTo>
                  <a:lnTo>
                    <a:pt x="0" y="94030"/>
                  </a:lnTo>
                  <a:lnTo>
                    <a:pt x="0" y="106578"/>
                  </a:lnTo>
                  <a:lnTo>
                    <a:pt x="357314" y="106578"/>
                  </a:lnTo>
                  <a:lnTo>
                    <a:pt x="357314" y="94030"/>
                  </a:lnTo>
                  <a:close/>
                </a:path>
                <a:path w="357505" h="224154">
                  <a:moveTo>
                    <a:pt x="357314" y="70523"/>
                  </a:moveTo>
                  <a:lnTo>
                    <a:pt x="0" y="70523"/>
                  </a:lnTo>
                  <a:lnTo>
                    <a:pt x="0" y="83070"/>
                  </a:lnTo>
                  <a:lnTo>
                    <a:pt x="357314" y="83070"/>
                  </a:lnTo>
                  <a:lnTo>
                    <a:pt x="357314" y="70523"/>
                  </a:lnTo>
                  <a:close/>
                </a:path>
                <a:path w="357505" h="224154">
                  <a:moveTo>
                    <a:pt x="357314" y="47015"/>
                  </a:moveTo>
                  <a:lnTo>
                    <a:pt x="0" y="47015"/>
                  </a:lnTo>
                  <a:lnTo>
                    <a:pt x="0" y="59550"/>
                  </a:lnTo>
                  <a:lnTo>
                    <a:pt x="357314" y="59550"/>
                  </a:lnTo>
                  <a:lnTo>
                    <a:pt x="357314" y="47015"/>
                  </a:lnTo>
                  <a:close/>
                </a:path>
                <a:path w="357505" h="224154">
                  <a:moveTo>
                    <a:pt x="357314" y="23507"/>
                  </a:moveTo>
                  <a:lnTo>
                    <a:pt x="0" y="23507"/>
                  </a:lnTo>
                  <a:lnTo>
                    <a:pt x="0" y="36042"/>
                  </a:lnTo>
                  <a:lnTo>
                    <a:pt x="357314" y="36042"/>
                  </a:lnTo>
                  <a:lnTo>
                    <a:pt x="357314" y="23507"/>
                  </a:lnTo>
                  <a:close/>
                </a:path>
                <a:path w="357505" h="224154">
                  <a:moveTo>
                    <a:pt x="357314" y="0"/>
                  </a:moveTo>
                  <a:lnTo>
                    <a:pt x="0" y="0"/>
                  </a:lnTo>
                  <a:lnTo>
                    <a:pt x="0" y="12534"/>
                  </a:lnTo>
                  <a:lnTo>
                    <a:pt x="357314" y="12534"/>
                  </a:lnTo>
                  <a:lnTo>
                    <a:pt x="357314" y="0"/>
                  </a:lnTo>
                  <a:close/>
                </a:path>
              </a:pathLst>
            </a:custGeom>
            <a:solidFill>
              <a:srgbClr val="606E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 descr=""/>
            <p:cNvSpPr/>
            <p:nvPr/>
          </p:nvSpPr>
          <p:spPr>
            <a:xfrm>
              <a:off x="13935542" y="9084113"/>
              <a:ext cx="298450" cy="295910"/>
            </a:xfrm>
            <a:custGeom>
              <a:avLst/>
              <a:gdLst/>
              <a:ahLst/>
              <a:cxnLst/>
              <a:rect l="l" t="t" r="r" b="b"/>
              <a:pathLst>
                <a:path w="298450" h="295909">
                  <a:moveTo>
                    <a:pt x="298137" y="0"/>
                  </a:moveTo>
                  <a:lnTo>
                    <a:pt x="0" y="147314"/>
                  </a:lnTo>
                  <a:lnTo>
                    <a:pt x="0" y="295896"/>
                  </a:lnTo>
                  <a:lnTo>
                    <a:pt x="298137" y="295896"/>
                  </a:lnTo>
                  <a:lnTo>
                    <a:pt x="298137" y="0"/>
                  </a:lnTo>
                  <a:close/>
                </a:path>
              </a:pathLst>
            </a:custGeom>
            <a:solidFill>
              <a:srgbClr val="465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 descr=""/>
            <p:cNvSpPr/>
            <p:nvPr/>
          </p:nvSpPr>
          <p:spPr>
            <a:xfrm>
              <a:off x="13935532" y="9088824"/>
              <a:ext cx="104139" cy="110489"/>
            </a:xfrm>
            <a:custGeom>
              <a:avLst/>
              <a:gdLst/>
              <a:ahLst/>
              <a:cxnLst/>
              <a:rect l="l" t="t" r="r" b="b"/>
              <a:pathLst>
                <a:path w="104140" h="110490">
                  <a:moveTo>
                    <a:pt x="34086" y="89103"/>
                  </a:moveTo>
                  <a:lnTo>
                    <a:pt x="28028" y="83058"/>
                  </a:lnTo>
                  <a:lnTo>
                    <a:pt x="13106" y="83058"/>
                  </a:lnTo>
                  <a:lnTo>
                    <a:pt x="7061" y="89103"/>
                  </a:lnTo>
                  <a:lnTo>
                    <a:pt x="7061" y="104025"/>
                  </a:lnTo>
                  <a:lnTo>
                    <a:pt x="13106" y="110083"/>
                  </a:lnTo>
                  <a:lnTo>
                    <a:pt x="28028" y="110083"/>
                  </a:lnTo>
                  <a:lnTo>
                    <a:pt x="34086" y="104025"/>
                  </a:lnTo>
                  <a:lnTo>
                    <a:pt x="34086" y="96570"/>
                  </a:lnTo>
                  <a:lnTo>
                    <a:pt x="34086" y="89103"/>
                  </a:lnTo>
                  <a:close/>
                </a:path>
                <a:path w="104140" h="110490">
                  <a:moveTo>
                    <a:pt x="34086" y="41313"/>
                  </a:moveTo>
                  <a:lnTo>
                    <a:pt x="28028" y="35255"/>
                  </a:lnTo>
                  <a:lnTo>
                    <a:pt x="13106" y="35255"/>
                  </a:lnTo>
                  <a:lnTo>
                    <a:pt x="7061" y="41313"/>
                  </a:lnTo>
                  <a:lnTo>
                    <a:pt x="7061" y="56235"/>
                  </a:lnTo>
                  <a:lnTo>
                    <a:pt x="13106" y="62280"/>
                  </a:lnTo>
                  <a:lnTo>
                    <a:pt x="28028" y="62280"/>
                  </a:lnTo>
                  <a:lnTo>
                    <a:pt x="34086" y="56235"/>
                  </a:lnTo>
                  <a:lnTo>
                    <a:pt x="34086" y="48768"/>
                  </a:lnTo>
                  <a:lnTo>
                    <a:pt x="34086" y="41313"/>
                  </a:lnTo>
                  <a:close/>
                </a:path>
                <a:path w="104140" h="110490">
                  <a:moveTo>
                    <a:pt x="39966" y="0"/>
                  </a:moveTo>
                  <a:lnTo>
                    <a:pt x="0" y="0"/>
                  </a:lnTo>
                  <a:lnTo>
                    <a:pt x="0" y="18021"/>
                  </a:lnTo>
                  <a:lnTo>
                    <a:pt x="39966" y="18021"/>
                  </a:lnTo>
                  <a:lnTo>
                    <a:pt x="39966" y="0"/>
                  </a:lnTo>
                  <a:close/>
                </a:path>
                <a:path w="104140" h="110490">
                  <a:moveTo>
                    <a:pt x="103822" y="0"/>
                  </a:moveTo>
                  <a:lnTo>
                    <a:pt x="63855" y="0"/>
                  </a:lnTo>
                  <a:lnTo>
                    <a:pt x="63855" y="18021"/>
                  </a:lnTo>
                  <a:lnTo>
                    <a:pt x="103822" y="18021"/>
                  </a:lnTo>
                  <a:lnTo>
                    <a:pt x="103822" y="0"/>
                  </a:lnTo>
                  <a:close/>
                </a:path>
              </a:pathLst>
            </a:custGeom>
            <a:solidFill>
              <a:srgbClr val="3E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 descr=""/>
            <p:cNvSpPr/>
            <p:nvPr/>
          </p:nvSpPr>
          <p:spPr>
            <a:xfrm>
              <a:off x="11474005" y="8426036"/>
              <a:ext cx="2838450" cy="1337945"/>
            </a:xfrm>
            <a:custGeom>
              <a:avLst/>
              <a:gdLst/>
              <a:ahLst/>
              <a:cxnLst/>
              <a:rect l="l" t="t" r="r" b="b"/>
              <a:pathLst>
                <a:path w="2838450" h="1337945">
                  <a:moveTo>
                    <a:pt x="97840" y="0"/>
                  </a:moveTo>
                  <a:lnTo>
                    <a:pt x="0" y="0"/>
                  </a:lnTo>
                  <a:lnTo>
                    <a:pt x="0" y="1337881"/>
                  </a:lnTo>
                  <a:lnTo>
                    <a:pt x="97840" y="1337881"/>
                  </a:lnTo>
                  <a:lnTo>
                    <a:pt x="97840" y="0"/>
                  </a:lnTo>
                  <a:close/>
                </a:path>
                <a:path w="2838450" h="1337945">
                  <a:moveTo>
                    <a:pt x="2838234" y="0"/>
                  </a:moveTo>
                  <a:lnTo>
                    <a:pt x="2740380" y="0"/>
                  </a:lnTo>
                  <a:lnTo>
                    <a:pt x="2740380" y="1337881"/>
                  </a:lnTo>
                  <a:lnTo>
                    <a:pt x="2838234" y="1337881"/>
                  </a:lnTo>
                  <a:lnTo>
                    <a:pt x="2838234" y="0"/>
                  </a:lnTo>
                  <a:close/>
                </a:path>
              </a:pathLst>
            </a:custGeom>
            <a:solidFill>
              <a:srgbClr val="E8E6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 descr=""/>
            <p:cNvSpPr/>
            <p:nvPr/>
          </p:nvSpPr>
          <p:spPr>
            <a:xfrm>
              <a:off x="11474005" y="9763918"/>
              <a:ext cx="2838450" cy="28575"/>
            </a:xfrm>
            <a:custGeom>
              <a:avLst/>
              <a:gdLst/>
              <a:ahLst/>
              <a:cxnLst/>
              <a:rect l="l" t="t" r="r" b="b"/>
              <a:pathLst>
                <a:path w="2838450" h="28575">
                  <a:moveTo>
                    <a:pt x="97840" y="0"/>
                  </a:moveTo>
                  <a:lnTo>
                    <a:pt x="0" y="0"/>
                  </a:lnTo>
                  <a:lnTo>
                    <a:pt x="0" y="28028"/>
                  </a:lnTo>
                  <a:lnTo>
                    <a:pt x="97840" y="28028"/>
                  </a:lnTo>
                  <a:lnTo>
                    <a:pt x="97840" y="0"/>
                  </a:lnTo>
                  <a:close/>
                </a:path>
                <a:path w="2838450" h="28575">
                  <a:moveTo>
                    <a:pt x="2838234" y="0"/>
                  </a:moveTo>
                  <a:lnTo>
                    <a:pt x="2740380" y="0"/>
                  </a:lnTo>
                  <a:lnTo>
                    <a:pt x="2740380" y="28028"/>
                  </a:lnTo>
                  <a:lnTo>
                    <a:pt x="2838234" y="28028"/>
                  </a:lnTo>
                  <a:lnTo>
                    <a:pt x="2838234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 descr=""/>
            <p:cNvSpPr/>
            <p:nvPr/>
          </p:nvSpPr>
          <p:spPr>
            <a:xfrm>
              <a:off x="14040414" y="7584777"/>
              <a:ext cx="119380" cy="589915"/>
            </a:xfrm>
            <a:custGeom>
              <a:avLst/>
              <a:gdLst/>
              <a:ahLst/>
              <a:cxnLst/>
              <a:rect l="l" t="t" r="r" b="b"/>
              <a:pathLst>
                <a:path w="119380" h="589915">
                  <a:moveTo>
                    <a:pt x="81903" y="0"/>
                  </a:moveTo>
                  <a:lnTo>
                    <a:pt x="44707" y="41474"/>
                  </a:lnTo>
                  <a:lnTo>
                    <a:pt x="24092" y="73701"/>
                  </a:lnTo>
                  <a:lnTo>
                    <a:pt x="12663" y="113244"/>
                  </a:lnTo>
                  <a:lnTo>
                    <a:pt x="3026" y="176664"/>
                  </a:lnTo>
                  <a:lnTo>
                    <a:pt x="0" y="220641"/>
                  </a:lnTo>
                  <a:lnTo>
                    <a:pt x="1225" y="270470"/>
                  </a:lnTo>
                  <a:lnTo>
                    <a:pt x="5369" y="324320"/>
                  </a:lnTo>
                  <a:lnTo>
                    <a:pt x="11101" y="380362"/>
                  </a:lnTo>
                  <a:lnTo>
                    <a:pt x="17090" y="436764"/>
                  </a:lnTo>
                  <a:lnTo>
                    <a:pt x="22003" y="491696"/>
                  </a:lnTo>
                  <a:lnTo>
                    <a:pt x="24509" y="543326"/>
                  </a:lnTo>
                  <a:lnTo>
                    <a:pt x="23276" y="589824"/>
                  </a:lnTo>
                  <a:lnTo>
                    <a:pt x="37775" y="542085"/>
                  </a:lnTo>
                  <a:lnTo>
                    <a:pt x="50524" y="508765"/>
                  </a:lnTo>
                  <a:lnTo>
                    <a:pt x="68649" y="474199"/>
                  </a:lnTo>
                  <a:lnTo>
                    <a:pt x="99274" y="422720"/>
                  </a:lnTo>
                  <a:lnTo>
                    <a:pt x="114917" y="379435"/>
                  </a:lnTo>
                  <a:lnTo>
                    <a:pt x="119111" y="327066"/>
                  </a:lnTo>
                  <a:lnTo>
                    <a:pt x="115040" y="270145"/>
                  </a:lnTo>
                  <a:lnTo>
                    <a:pt x="105889" y="213201"/>
                  </a:lnTo>
                  <a:lnTo>
                    <a:pt x="94842" y="160764"/>
                  </a:lnTo>
                  <a:lnTo>
                    <a:pt x="85084" y="117366"/>
                  </a:lnTo>
                  <a:lnTo>
                    <a:pt x="79798" y="87536"/>
                  </a:lnTo>
                  <a:lnTo>
                    <a:pt x="78170" y="52664"/>
                  </a:lnTo>
                  <a:lnTo>
                    <a:pt x="79111" y="24928"/>
                  </a:lnTo>
                  <a:lnTo>
                    <a:pt x="80922" y="6612"/>
                  </a:lnTo>
                  <a:lnTo>
                    <a:pt x="81903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 descr=""/>
            <p:cNvSpPr/>
            <p:nvPr/>
          </p:nvSpPr>
          <p:spPr>
            <a:xfrm>
              <a:off x="14034419" y="7565720"/>
              <a:ext cx="131445" cy="666750"/>
            </a:xfrm>
            <a:custGeom>
              <a:avLst/>
              <a:gdLst/>
              <a:ahLst/>
              <a:cxnLst/>
              <a:rect l="l" t="t" r="r" b="b"/>
              <a:pathLst>
                <a:path w="131444" h="666750">
                  <a:moveTo>
                    <a:pt x="97420" y="0"/>
                  </a:moveTo>
                  <a:lnTo>
                    <a:pt x="71928" y="29042"/>
                  </a:lnTo>
                  <a:lnTo>
                    <a:pt x="47926" y="65330"/>
                  </a:lnTo>
                  <a:lnTo>
                    <a:pt x="21612" y="121419"/>
                  </a:lnTo>
                  <a:lnTo>
                    <a:pt x="3087" y="194884"/>
                  </a:lnTo>
                  <a:lnTo>
                    <a:pt x="0" y="241816"/>
                  </a:lnTo>
                  <a:lnTo>
                    <a:pt x="1567" y="295100"/>
                  </a:lnTo>
                  <a:lnTo>
                    <a:pt x="6200" y="352288"/>
                  </a:lnTo>
                  <a:lnTo>
                    <a:pt x="12312" y="410929"/>
                  </a:lnTo>
                  <a:lnTo>
                    <a:pt x="17853" y="463794"/>
                  </a:lnTo>
                  <a:lnTo>
                    <a:pt x="22316" y="515615"/>
                  </a:lnTo>
                  <a:lnTo>
                    <a:pt x="24523" y="564455"/>
                  </a:lnTo>
                  <a:lnTo>
                    <a:pt x="23296" y="608379"/>
                  </a:lnTo>
                  <a:lnTo>
                    <a:pt x="18553" y="666314"/>
                  </a:lnTo>
                  <a:lnTo>
                    <a:pt x="35024" y="610567"/>
                  </a:lnTo>
                  <a:lnTo>
                    <a:pt x="39685" y="596322"/>
                  </a:lnTo>
                  <a:lnTo>
                    <a:pt x="49631" y="569836"/>
                  </a:lnTo>
                  <a:lnTo>
                    <a:pt x="36573" y="569836"/>
                  </a:lnTo>
                  <a:lnTo>
                    <a:pt x="35355" y="532073"/>
                  </a:lnTo>
                  <a:lnTo>
                    <a:pt x="32516" y="492193"/>
                  </a:lnTo>
                  <a:lnTo>
                    <a:pt x="28616" y="451085"/>
                  </a:lnTo>
                  <a:lnTo>
                    <a:pt x="24218" y="409641"/>
                  </a:lnTo>
                  <a:lnTo>
                    <a:pt x="18170" y="351561"/>
                  </a:lnTo>
                  <a:lnTo>
                    <a:pt x="13571" y="295005"/>
                  </a:lnTo>
                  <a:lnTo>
                    <a:pt x="11984" y="242491"/>
                  </a:lnTo>
                  <a:lnTo>
                    <a:pt x="14972" y="196538"/>
                  </a:lnTo>
                  <a:lnTo>
                    <a:pt x="26733" y="143928"/>
                  </a:lnTo>
                  <a:lnTo>
                    <a:pt x="43916" y="99462"/>
                  </a:lnTo>
                  <a:lnTo>
                    <a:pt x="62745" y="64193"/>
                  </a:lnTo>
                  <a:lnTo>
                    <a:pt x="79441" y="39171"/>
                  </a:lnTo>
                  <a:lnTo>
                    <a:pt x="91626" y="39171"/>
                  </a:lnTo>
                  <a:lnTo>
                    <a:pt x="92820" y="26831"/>
                  </a:lnTo>
                  <a:lnTo>
                    <a:pt x="93797" y="20104"/>
                  </a:lnTo>
                  <a:lnTo>
                    <a:pt x="97420" y="0"/>
                  </a:lnTo>
                  <a:close/>
                </a:path>
                <a:path w="131444" h="666750">
                  <a:moveTo>
                    <a:pt x="91626" y="39171"/>
                  </a:moveTo>
                  <a:lnTo>
                    <a:pt x="79441" y="39171"/>
                  </a:lnTo>
                  <a:lnTo>
                    <a:pt x="78577" y="52593"/>
                  </a:lnTo>
                  <a:lnTo>
                    <a:pt x="78281" y="64193"/>
                  </a:lnTo>
                  <a:lnTo>
                    <a:pt x="78229" y="72104"/>
                  </a:lnTo>
                  <a:lnTo>
                    <a:pt x="78494" y="86945"/>
                  </a:lnTo>
                  <a:lnTo>
                    <a:pt x="83793" y="130909"/>
                  </a:lnTo>
                  <a:lnTo>
                    <a:pt x="91210" y="164413"/>
                  </a:lnTo>
                  <a:lnTo>
                    <a:pt x="100761" y="207511"/>
                  </a:lnTo>
                  <a:lnTo>
                    <a:pt x="110074" y="256093"/>
                  </a:lnTo>
                  <a:lnTo>
                    <a:pt x="116910" y="306832"/>
                  </a:lnTo>
                  <a:lnTo>
                    <a:pt x="119026" y="356397"/>
                  </a:lnTo>
                  <a:lnTo>
                    <a:pt x="114180" y="401458"/>
                  </a:lnTo>
                  <a:lnTo>
                    <a:pt x="100132" y="438688"/>
                  </a:lnTo>
                  <a:lnTo>
                    <a:pt x="79079" y="476004"/>
                  </a:lnTo>
                  <a:lnTo>
                    <a:pt x="61516" y="511235"/>
                  </a:lnTo>
                  <a:lnTo>
                    <a:pt x="47372" y="542980"/>
                  </a:lnTo>
                  <a:lnTo>
                    <a:pt x="36573" y="569836"/>
                  </a:lnTo>
                  <a:lnTo>
                    <a:pt x="49631" y="569836"/>
                  </a:lnTo>
                  <a:lnTo>
                    <a:pt x="53564" y="559363"/>
                  </a:lnTo>
                  <a:lnTo>
                    <a:pt x="77017" y="506586"/>
                  </a:lnTo>
                  <a:lnTo>
                    <a:pt x="110404" y="444886"/>
                  </a:lnTo>
                  <a:lnTo>
                    <a:pt x="125454" y="405677"/>
                  </a:lnTo>
                  <a:lnTo>
                    <a:pt x="130867" y="358840"/>
                  </a:lnTo>
                  <a:lnTo>
                    <a:pt x="128979" y="307702"/>
                  </a:lnTo>
                  <a:lnTo>
                    <a:pt x="122128" y="255591"/>
                  </a:lnTo>
                  <a:lnTo>
                    <a:pt x="112651" y="205832"/>
                  </a:lnTo>
                  <a:lnTo>
                    <a:pt x="102885" y="161754"/>
                  </a:lnTo>
                  <a:lnTo>
                    <a:pt x="98867" y="143928"/>
                  </a:lnTo>
                  <a:lnTo>
                    <a:pt x="95617" y="128899"/>
                  </a:lnTo>
                  <a:lnTo>
                    <a:pt x="93160" y="116084"/>
                  </a:lnTo>
                  <a:lnTo>
                    <a:pt x="91765" y="106049"/>
                  </a:lnTo>
                  <a:lnTo>
                    <a:pt x="90174" y="72104"/>
                  </a:lnTo>
                  <a:lnTo>
                    <a:pt x="91069" y="44931"/>
                  </a:lnTo>
                  <a:lnTo>
                    <a:pt x="91626" y="39171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14101373" y="7717089"/>
              <a:ext cx="80645" cy="444500"/>
            </a:xfrm>
            <a:custGeom>
              <a:avLst/>
              <a:gdLst/>
              <a:ahLst/>
              <a:cxnLst/>
              <a:rect l="l" t="t" r="r" b="b"/>
              <a:pathLst>
                <a:path w="80644" h="444500">
                  <a:moveTo>
                    <a:pt x="64273" y="0"/>
                  </a:moveTo>
                  <a:lnTo>
                    <a:pt x="36953" y="30985"/>
                  </a:lnTo>
                  <a:lnTo>
                    <a:pt x="12396" y="84859"/>
                  </a:lnTo>
                  <a:lnTo>
                    <a:pt x="3824" y="132613"/>
                  </a:lnTo>
                  <a:lnTo>
                    <a:pt x="0" y="177854"/>
                  </a:lnTo>
                  <a:lnTo>
                    <a:pt x="667" y="230176"/>
                  </a:lnTo>
                  <a:lnTo>
                    <a:pt x="3731" y="286283"/>
                  </a:lnTo>
                  <a:lnTo>
                    <a:pt x="7097" y="342877"/>
                  </a:lnTo>
                  <a:lnTo>
                    <a:pt x="8667" y="396663"/>
                  </a:lnTo>
                  <a:lnTo>
                    <a:pt x="6348" y="444342"/>
                  </a:lnTo>
                  <a:lnTo>
                    <a:pt x="17893" y="408457"/>
                  </a:lnTo>
                  <a:lnTo>
                    <a:pt x="27799" y="383430"/>
                  </a:lnTo>
                  <a:lnTo>
                    <a:pt x="41515" y="357505"/>
                  </a:lnTo>
                  <a:lnTo>
                    <a:pt x="64493" y="318922"/>
                  </a:lnTo>
                  <a:lnTo>
                    <a:pt x="79309" y="271253"/>
                  </a:lnTo>
                  <a:lnTo>
                    <a:pt x="80511" y="212684"/>
                  </a:lnTo>
                  <a:lnTo>
                    <a:pt x="73887" y="152657"/>
                  </a:lnTo>
                  <a:lnTo>
                    <a:pt x="65225" y="100614"/>
                  </a:lnTo>
                  <a:lnTo>
                    <a:pt x="60315" y="65997"/>
                  </a:lnTo>
                  <a:lnTo>
                    <a:pt x="60160" y="39685"/>
                  </a:lnTo>
                  <a:lnTo>
                    <a:pt x="61607" y="18776"/>
                  </a:lnTo>
                  <a:lnTo>
                    <a:pt x="63397" y="4978"/>
                  </a:lnTo>
                  <a:lnTo>
                    <a:pt x="64273" y="0"/>
                  </a:lnTo>
                  <a:close/>
                </a:path>
              </a:pathLst>
            </a:custGeom>
            <a:solidFill>
              <a:srgbClr val="A1AB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 descr=""/>
            <p:cNvSpPr/>
            <p:nvPr/>
          </p:nvSpPr>
          <p:spPr>
            <a:xfrm>
              <a:off x="14095373" y="7696905"/>
              <a:ext cx="93345" cy="466725"/>
            </a:xfrm>
            <a:custGeom>
              <a:avLst/>
              <a:gdLst/>
              <a:ahLst/>
              <a:cxnLst/>
              <a:rect l="l" t="t" r="r" b="b"/>
              <a:pathLst>
                <a:path w="93344" h="466725">
                  <a:moveTo>
                    <a:pt x="80544" y="0"/>
                  </a:moveTo>
                  <a:lnTo>
                    <a:pt x="39274" y="54033"/>
                  </a:lnTo>
                  <a:lnTo>
                    <a:pt x="19088" y="96320"/>
                  </a:lnTo>
                  <a:lnTo>
                    <a:pt x="3918" y="151817"/>
                  </a:lnTo>
                  <a:lnTo>
                    <a:pt x="0" y="227514"/>
                  </a:lnTo>
                  <a:lnTo>
                    <a:pt x="1633" y="270725"/>
                  </a:lnTo>
                  <a:lnTo>
                    <a:pt x="6660" y="354919"/>
                  </a:lnTo>
                  <a:lnTo>
                    <a:pt x="8326" y="393998"/>
                  </a:lnTo>
                  <a:lnTo>
                    <a:pt x="8493" y="430800"/>
                  </a:lnTo>
                  <a:lnTo>
                    <a:pt x="6389" y="463849"/>
                  </a:lnTo>
                  <a:lnTo>
                    <a:pt x="18064" y="466320"/>
                  </a:lnTo>
                  <a:lnTo>
                    <a:pt x="21741" y="455630"/>
                  </a:lnTo>
                  <a:lnTo>
                    <a:pt x="32523" y="427916"/>
                  </a:lnTo>
                  <a:lnTo>
                    <a:pt x="33655" y="425421"/>
                  </a:lnTo>
                  <a:lnTo>
                    <a:pt x="20577" y="425421"/>
                  </a:lnTo>
                  <a:lnTo>
                    <a:pt x="20437" y="398897"/>
                  </a:lnTo>
                  <a:lnTo>
                    <a:pt x="19481" y="371196"/>
                  </a:lnTo>
                  <a:lnTo>
                    <a:pt x="17947" y="342188"/>
                  </a:lnTo>
                  <a:lnTo>
                    <a:pt x="16232" y="314294"/>
                  </a:lnTo>
                  <a:lnTo>
                    <a:pt x="13624" y="270493"/>
                  </a:lnTo>
                  <a:lnTo>
                    <a:pt x="11994" y="227866"/>
                  </a:lnTo>
                  <a:lnTo>
                    <a:pt x="12362" y="188322"/>
                  </a:lnTo>
                  <a:lnTo>
                    <a:pt x="15750" y="153775"/>
                  </a:lnTo>
                  <a:lnTo>
                    <a:pt x="24418" y="117652"/>
                  </a:lnTo>
                  <a:lnTo>
                    <a:pt x="36288" y="86489"/>
                  </a:lnTo>
                  <a:lnTo>
                    <a:pt x="49221" y="61090"/>
                  </a:lnTo>
                  <a:lnTo>
                    <a:pt x="61299" y="41831"/>
                  </a:lnTo>
                  <a:lnTo>
                    <a:pt x="73410" y="41831"/>
                  </a:lnTo>
                  <a:lnTo>
                    <a:pt x="73538" y="39964"/>
                  </a:lnTo>
                  <a:lnTo>
                    <a:pt x="75274" y="26421"/>
                  </a:lnTo>
                  <a:lnTo>
                    <a:pt x="76146" y="21402"/>
                  </a:lnTo>
                  <a:lnTo>
                    <a:pt x="80544" y="0"/>
                  </a:lnTo>
                  <a:close/>
                </a:path>
                <a:path w="93344" h="466725">
                  <a:moveTo>
                    <a:pt x="73410" y="41831"/>
                  </a:moveTo>
                  <a:lnTo>
                    <a:pt x="61299" y="41831"/>
                  </a:lnTo>
                  <a:lnTo>
                    <a:pt x="60572" y="51253"/>
                  </a:lnTo>
                  <a:lnTo>
                    <a:pt x="60091" y="61937"/>
                  </a:lnTo>
                  <a:lnTo>
                    <a:pt x="59972" y="73733"/>
                  </a:lnTo>
                  <a:lnTo>
                    <a:pt x="60342" y="86561"/>
                  </a:lnTo>
                  <a:lnTo>
                    <a:pt x="61056" y="94497"/>
                  </a:lnTo>
                  <a:lnTo>
                    <a:pt x="62452" y="104509"/>
                  </a:lnTo>
                  <a:lnTo>
                    <a:pt x="64383" y="116360"/>
                  </a:lnTo>
                  <a:lnTo>
                    <a:pt x="66712" y="129880"/>
                  </a:lnTo>
                  <a:lnTo>
                    <a:pt x="74904" y="180313"/>
                  </a:lnTo>
                  <a:lnTo>
                    <a:pt x="80726" y="237166"/>
                  </a:lnTo>
                  <a:lnTo>
                    <a:pt x="79203" y="291909"/>
                  </a:lnTo>
                  <a:lnTo>
                    <a:pt x="65361" y="336010"/>
                  </a:lnTo>
                  <a:lnTo>
                    <a:pt x="51250" y="360734"/>
                  </a:lnTo>
                  <a:lnTo>
                    <a:pt x="39086" y="384356"/>
                  </a:lnTo>
                  <a:lnTo>
                    <a:pt x="28863" y="406157"/>
                  </a:lnTo>
                  <a:lnTo>
                    <a:pt x="20577" y="425421"/>
                  </a:lnTo>
                  <a:lnTo>
                    <a:pt x="33655" y="425421"/>
                  </a:lnTo>
                  <a:lnTo>
                    <a:pt x="50466" y="388371"/>
                  </a:lnTo>
                  <a:lnTo>
                    <a:pt x="75623" y="342188"/>
                  </a:lnTo>
                  <a:lnTo>
                    <a:pt x="90721" y="295423"/>
                  </a:lnTo>
                  <a:lnTo>
                    <a:pt x="92741" y="238422"/>
                  </a:lnTo>
                  <a:lnTo>
                    <a:pt x="86930" y="179716"/>
                  </a:lnTo>
                  <a:lnTo>
                    <a:pt x="78534" y="127839"/>
                  </a:lnTo>
                  <a:lnTo>
                    <a:pt x="76248" y="114614"/>
                  </a:lnTo>
                  <a:lnTo>
                    <a:pt x="74355" y="103074"/>
                  </a:lnTo>
                  <a:lnTo>
                    <a:pt x="72993" y="93431"/>
                  </a:lnTo>
                  <a:lnTo>
                    <a:pt x="72304" y="85903"/>
                  </a:lnTo>
                  <a:lnTo>
                    <a:pt x="72146" y="60352"/>
                  </a:lnTo>
                  <a:lnTo>
                    <a:pt x="73410" y="41831"/>
                  </a:lnTo>
                  <a:close/>
                </a:path>
              </a:pathLst>
            </a:custGeom>
            <a:solidFill>
              <a:srgbClr val="E9EA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 descr=""/>
            <p:cNvSpPr/>
            <p:nvPr/>
          </p:nvSpPr>
          <p:spPr>
            <a:xfrm>
              <a:off x="13995060" y="7627976"/>
              <a:ext cx="77470" cy="534670"/>
            </a:xfrm>
            <a:custGeom>
              <a:avLst/>
              <a:gdLst/>
              <a:ahLst/>
              <a:cxnLst/>
              <a:rect l="l" t="t" r="r" b="b"/>
              <a:pathLst>
                <a:path w="77469" h="534670">
                  <a:moveTo>
                    <a:pt x="11472" y="0"/>
                  </a:moveTo>
                  <a:lnTo>
                    <a:pt x="12417" y="6003"/>
                  </a:lnTo>
                  <a:lnTo>
                    <a:pt x="14421" y="22594"/>
                  </a:lnTo>
                  <a:lnTo>
                    <a:pt x="16238" y="47641"/>
                  </a:lnTo>
                  <a:lnTo>
                    <a:pt x="16623" y="79013"/>
                  </a:lnTo>
                  <a:lnTo>
                    <a:pt x="13671" y="111405"/>
                  </a:lnTo>
                  <a:lnTo>
                    <a:pt x="7852" y="159292"/>
                  </a:lnTo>
                  <a:lnTo>
                    <a:pt x="2263" y="216405"/>
                  </a:lnTo>
                  <a:lnTo>
                    <a:pt x="0" y="276474"/>
                  </a:lnTo>
                  <a:lnTo>
                    <a:pt x="4159" y="333227"/>
                  </a:lnTo>
                  <a:lnTo>
                    <a:pt x="17838" y="380396"/>
                  </a:lnTo>
                  <a:lnTo>
                    <a:pt x="40648" y="428112"/>
                  </a:lnTo>
                  <a:lnTo>
                    <a:pt x="54324" y="460047"/>
                  </a:lnTo>
                  <a:lnTo>
                    <a:pt x="64333" y="490630"/>
                  </a:lnTo>
                  <a:lnTo>
                    <a:pt x="76140" y="534287"/>
                  </a:lnTo>
                  <a:lnTo>
                    <a:pt x="73129" y="485913"/>
                  </a:lnTo>
                  <a:lnTo>
                    <a:pt x="72966" y="432002"/>
                  </a:lnTo>
                  <a:lnTo>
                    <a:pt x="74431" y="374933"/>
                  </a:lnTo>
                  <a:lnTo>
                    <a:pt x="76300" y="317085"/>
                  </a:lnTo>
                  <a:lnTo>
                    <a:pt x="77354" y="260836"/>
                  </a:lnTo>
                  <a:lnTo>
                    <a:pt x="76371" y="208566"/>
                  </a:lnTo>
                  <a:lnTo>
                    <a:pt x="72130" y="162654"/>
                  </a:lnTo>
                  <a:lnTo>
                    <a:pt x="62930" y="105060"/>
                  </a:lnTo>
                  <a:lnTo>
                    <a:pt x="38288" y="38982"/>
                  </a:lnTo>
                  <a:lnTo>
                    <a:pt x="11472" y="0"/>
                  </a:lnTo>
                  <a:close/>
                </a:path>
              </a:pathLst>
            </a:custGeom>
            <a:solidFill>
              <a:srgbClr val="A1AB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 descr=""/>
            <p:cNvSpPr/>
            <p:nvPr/>
          </p:nvSpPr>
          <p:spPr>
            <a:xfrm>
              <a:off x="13989317" y="7602574"/>
              <a:ext cx="89535" cy="561340"/>
            </a:xfrm>
            <a:custGeom>
              <a:avLst/>
              <a:gdLst/>
              <a:ahLst/>
              <a:cxnLst/>
              <a:rect l="l" t="t" r="r" b="b"/>
              <a:pathLst>
                <a:path w="89534" h="561340">
                  <a:moveTo>
                    <a:pt x="6549" y="0"/>
                  </a:moveTo>
                  <a:lnTo>
                    <a:pt x="14225" y="49039"/>
                  </a:lnTo>
                  <a:lnTo>
                    <a:pt x="16382" y="104300"/>
                  </a:lnTo>
                  <a:lnTo>
                    <a:pt x="15875" y="113314"/>
                  </a:lnTo>
                  <a:lnTo>
                    <a:pt x="14768" y="124776"/>
                  </a:lnTo>
                  <a:lnTo>
                    <a:pt x="13188" y="138452"/>
                  </a:lnTo>
                  <a:lnTo>
                    <a:pt x="11261" y="154110"/>
                  </a:lnTo>
                  <a:lnTo>
                    <a:pt x="5653" y="201922"/>
                  </a:lnTo>
                  <a:lnTo>
                    <a:pt x="1078" y="256272"/>
                  </a:lnTo>
                  <a:lnTo>
                    <a:pt x="0" y="312144"/>
                  </a:lnTo>
                  <a:lnTo>
                    <a:pt x="4883" y="364524"/>
                  </a:lnTo>
                  <a:lnTo>
                    <a:pt x="18193" y="408395"/>
                  </a:lnTo>
                  <a:lnTo>
                    <a:pt x="43332" y="465527"/>
                  </a:lnTo>
                  <a:lnTo>
                    <a:pt x="61397" y="514181"/>
                  </a:lnTo>
                  <a:lnTo>
                    <a:pt x="72334" y="548149"/>
                  </a:lnTo>
                  <a:lnTo>
                    <a:pt x="76087" y="561218"/>
                  </a:lnTo>
                  <a:lnTo>
                    <a:pt x="87845" y="559040"/>
                  </a:lnTo>
                  <a:lnTo>
                    <a:pt x="85136" y="519329"/>
                  </a:lnTo>
                  <a:lnTo>
                    <a:pt x="85017" y="510686"/>
                  </a:lnTo>
                  <a:lnTo>
                    <a:pt x="72872" y="510686"/>
                  </a:lnTo>
                  <a:lnTo>
                    <a:pt x="64607" y="487457"/>
                  </a:lnTo>
                  <a:lnTo>
                    <a:pt x="54534" y="461263"/>
                  </a:lnTo>
                  <a:lnTo>
                    <a:pt x="42655" y="432901"/>
                  </a:lnTo>
                  <a:lnTo>
                    <a:pt x="28978" y="403170"/>
                  </a:lnTo>
                  <a:lnTo>
                    <a:pt x="16391" y="361090"/>
                  </a:lnTo>
                  <a:lnTo>
                    <a:pt x="11889" y="310269"/>
                  </a:lnTo>
                  <a:lnTo>
                    <a:pt x="13100" y="255730"/>
                  </a:lnTo>
                  <a:lnTo>
                    <a:pt x="17650" y="202491"/>
                  </a:lnTo>
                  <a:lnTo>
                    <a:pt x="23167" y="155576"/>
                  </a:lnTo>
                  <a:lnTo>
                    <a:pt x="25118" y="139677"/>
                  </a:lnTo>
                  <a:lnTo>
                    <a:pt x="26723" y="125742"/>
                  </a:lnTo>
                  <a:lnTo>
                    <a:pt x="27851" y="113970"/>
                  </a:lnTo>
                  <a:lnTo>
                    <a:pt x="28371" y="104562"/>
                  </a:lnTo>
                  <a:lnTo>
                    <a:pt x="28454" y="89925"/>
                  </a:lnTo>
                  <a:lnTo>
                    <a:pt x="28129" y="76318"/>
                  </a:lnTo>
                  <a:lnTo>
                    <a:pt x="27495" y="63914"/>
                  </a:lnTo>
                  <a:lnTo>
                    <a:pt x="26654" y="52888"/>
                  </a:lnTo>
                  <a:lnTo>
                    <a:pt x="39831" y="52888"/>
                  </a:lnTo>
                  <a:lnTo>
                    <a:pt x="30488" y="35085"/>
                  </a:lnTo>
                  <a:lnTo>
                    <a:pt x="22109" y="21936"/>
                  </a:lnTo>
                  <a:lnTo>
                    <a:pt x="6549" y="0"/>
                  </a:lnTo>
                  <a:close/>
                </a:path>
                <a:path w="89534" h="561340">
                  <a:moveTo>
                    <a:pt x="39831" y="52888"/>
                  </a:moveTo>
                  <a:lnTo>
                    <a:pt x="26654" y="52888"/>
                  </a:lnTo>
                  <a:lnTo>
                    <a:pt x="38580" y="76998"/>
                  </a:lnTo>
                  <a:lnTo>
                    <a:pt x="51331" y="108241"/>
                  </a:lnTo>
                  <a:lnTo>
                    <a:pt x="63065" y="145820"/>
                  </a:lnTo>
                  <a:lnTo>
                    <a:pt x="71940" y="188936"/>
                  </a:lnTo>
                  <a:lnTo>
                    <a:pt x="75924" y="230575"/>
                  </a:lnTo>
                  <a:lnTo>
                    <a:pt x="77102" y="277914"/>
                  </a:lnTo>
                  <a:lnTo>
                    <a:pt x="76419" y="328757"/>
                  </a:lnTo>
                  <a:lnTo>
                    <a:pt x="74807" y="381297"/>
                  </a:lnTo>
                  <a:lnTo>
                    <a:pt x="73741" y="414159"/>
                  </a:lnTo>
                  <a:lnTo>
                    <a:pt x="72896" y="447242"/>
                  </a:lnTo>
                  <a:lnTo>
                    <a:pt x="72735" y="461263"/>
                  </a:lnTo>
                  <a:lnTo>
                    <a:pt x="72613" y="487457"/>
                  </a:lnTo>
                  <a:lnTo>
                    <a:pt x="72872" y="510686"/>
                  </a:lnTo>
                  <a:lnTo>
                    <a:pt x="85017" y="510686"/>
                  </a:lnTo>
                  <a:lnTo>
                    <a:pt x="84531" y="475336"/>
                  </a:lnTo>
                  <a:lnTo>
                    <a:pt x="85325" y="428759"/>
                  </a:lnTo>
                  <a:lnTo>
                    <a:pt x="88415" y="328734"/>
                  </a:lnTo>
                  <a:lnTo>
                    <a:pt x="89090" y="277426"/>
                  </a:lnTo>
                  <a:lnTo>
                    <a:pt x="87870" y="229518"/>
                  </a:lnTo>
                  <a:lnTo>
                    <a:pt x="83793" y="187156"/>
                  </a:lnTo>
                  <a:lnTo>
                    <a:pt x="68222" y="120315"/>
                  </a:lnTo>
                  <a:lnTo>
                    <a:pt x="48157" y="68751"/>
                  </a:lnTo>
                  <a:lnTo>
                    <a:pt x="39831" y="52888"/>
                  </a:lnTo>
                  <a:close/>
                </a:path>
              </a:pathLst>
            </a:custGeom>
            <a:solidFill>
              <a:srgbClr val="E9EA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14094044" y="7886125"/>
              <a:ext cx="106045" cy="276225"/>
            </a:xfrm>
            <a:custGeom>
              <a:avLst/>
              <a:gdLst/>
              <a:ahLst/>
              <a:cxnLst/>
              <a:rect l="l" t="t" r="r" b="b"/>
              <a:pathLst>
                <a:path w="106044" h="276225">
                  <a:moveTo>
                    <a:pt x="104907" y="0"/>
                  </a:moveTo>
                  <a:lnTo>
                    <a:pt x="95289" y="22915"/>
                  </a:lnTo>
                  <a:lnTo>
                    <a:pt x="86660" y="37881"/>
                  </a:lnTo>
                  <a:lnTo>
                    <a:pt x="74143" y="51492"/>
                  </a:lnTo>
                  <a:lnTo>
                    <a:pt x="52857" y="70343"/>
                  </a:lnTo>
                  <a:lnTo>
                    <a:pt x="29252" y="115817"/>
                  </a:lnTo>
                  <a:lnTo>
                    <a:pt x="12787" y="185079"/>
                  </a:lnTo>
                  <a:lnTo>
                    <a:pt x="3143" y="248422"/>
                  </a:lnTo>
                  <a:lnTo>
                    <a:pt x="0" y="276138"/>
                  </a:lnTo>
                  <a:lnTo>
                    <a:pt x="30790" y="237206"/>
                  </a:lnTo>
                  <a:lnTo>
                    <a:pt x="64276" y="191589"/>
                  </a:lnTo>
                  <a:lnTo>
                    <a:pt x="98582" y="118753"/>
                  </a:lnTo>
                  <a:lnTo>
                    <a:pt x="104905" y="64596"/>
                  </a:lnTo>
                  <a:lnTo>
                    <a:pt x="105609" y="19103"/>
                  </a:lnTo>
                  <a:lnTo>
                    <a:pt x="104907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14086172" y="7859549"/>
              <a:ext cx="120014" cy="322580"/>
            </a:xfrm>
            <a:custGeom>
              <a:avLst/>
              <a:gdLst/>
              <a:ahLst/>
              <a:cxnLst/>
              <a:rect l="l" t="t" r="r" b="b"/>
              <a:pathLst>
                <a:path w="120015" h="322579">
                  <a:moveTo>
                    <a:pt x="117085" y="0"/>
                  </a:moveTo>
                  <a:lnTo>
                    <a:pt x="94993" y="47188"/>
                  </a:lnTo>
                  <a:lnTo>
                    <a:pt x="56815" y="92384"/>
                  </a:lnTo>
                  <a:lnTo>
                    <a:pt x="32397" y="137964"/>
                  </a:lnTo>
                  <a:lnTo>
                    <a:pt x="15451" y="206848"/>
                  </a:lnTo>
                  <a:lnTo>
                    <a:pt x="5456" y="270943"/>
                  </a:lnTo>
                  <a:lnTo>
                    <a:pt x="1895" y="302158"/>
                  </a:lnTo>
                  <a:lnTo>
                    <a:pt x="0" y="322272"/>
                  </a:lnTo>
                  <a:lnTo>
                    <a:pt x="12565" y="306440"/>
                  </a:lnTo>
                  <a:lnTo>
                    <a:pt x="21528" y="295000"/>
                  </a:lnTo>
                  <a:lnTo>
                    <a:pt x="31149" y="282452"/>
                  </a:lnTo>
                  <a:lnTo>
                    <a:pt x="16083" y="282452"/>
                  </a:lnTo>
                  <a:lnTo>
                    <a:pt x="23048" y="233152"/>
                  </a:lnTo>
                  <a:lnTo>
                    <a:pt x="33594" y="178664"/>
                  </a:lnTo>
                  <a:lnTo>
                    <a:pt x="47530" y="130820"/>
                  </a:lnTo>
                  <a:lnTo>
                    <a:pt x="64668" y="101452"/>
                  </a:lnTo>
                  <a:lnTo>
                    <a:pt x="78721" y="87971"/>
                  </a:lnTo>
                  <a:lnTo>
                    <a:pt x="90486" y="74415"/>
                  </a:lnTo>
                  <a:lnTo>
                    <a:pt x="100057" y="61461"/>
                  </a:lnTo>
                  <a:lnTo>
                    <a:pt x="107525" y="49789"/>
                  </a:lnTo>
                  <a:lnTo>
                    <a:pt x="119506" y="49789"/>
                  </a:lnTo>
                  <a:lnTo>
                    <a:pt x="119523" y="47188"/>
                  </a:lnTo>
                  <a:lnTo>
                    <a:pt x="118750" y="26187"/>
                  </a:lnTo>
                  <a:lnTo>
                    <a:pt x="117085" y="0"/>
                  </a:lnTo>
                  <a:close/>
                </a:path>
                <a:path w="120015" h="322579">
                  <a:moveTo>
                    <a:pt x="119506" y="49789"/>
                  </a:moveTo>
                  <a:lnTo>
                    <a:pt x="107525" y="49789"/>
                  </a:lnTo>
                  <a:lnTo>
                    <a:pt x="107164" y="81984"/>
                  </a:lnTo>
                  <a:lnTo>
                    <a:pt x="104344" y="120027"/>
                  </a:lnTo>
                  <a:lnTo>
                    <a:pt x="85253" y="187156"/>
                  </a:lnTo>
                  <a:lnTo>
                    <a:pt x="49561" y="238145"/>
                  </a:lnTo>
                  <a:lnTo>
                    <a:pt x="16083" y="282452"/>
                  </a:lnTo>
                  <a:lnTo>
                    <a:pt x="31149" y="282452"/>
                  </a:lnTo>
                  <a:lnTo>
                    <a:pt x="69905" y="230580"/>
                  </a:lnTo>
                  <a:lnTo>
                    <a:pt x="95337" y="193690"/>
                  </a:lnTo>
                  <a:lnTo>
                    <a:pt x="111988" y="148239"/>
                  </a:lnTo>
                  <a:lnTo>
                    <a:pt x="118674" y="94024"/>
                  </a:lnTo>
                  <a:lnTo>
                    <a:pt x="119506" y="49789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13981649" y="7886124"/>
              <a:ext cx="81280" cy="272415"/>
            </a:xfrm>
            <a:custGeom>
              <a:avLst/>
              <a:gdLst/>
              <a:ahLst/>
              <a:cxnLst/>
              <a:rect l="l" t="t" r="r" b="b"/>
              <a:pathLst>
                <a:path w="81280" h="272415">
                  <a:moveTo>
                    <a:pt x="0" y="0"/>
                  </a:moveTo>
                  <a:lnTo>
                    <a:pt x="7117" y="54500"/>
                  </a:lnTo>
                  <a:lnTo>
                    <a:pt x="13905" y="103005"/>
                  </a:lnTo>
                  <a:lnTo>
                    <a:pt x="20973" y="148236"/>
                  </a:lnTo>
                  <a:lnTo>
                    <a:pt x="33985" y="202976"/>
                  </a:lnTo>
                  <a:lnTo>
                    <a:pt x="71170" y="272347"/>
                  </a:lnTo>
                  <a:lnTo>
                    <a:pt x="74331" y="253977"/>
                  </a:lnTo>
                  <a:lnTo>
                    <a:pt x="79600" y="208815"/>
                  </a:lnTo>
                  <a:lnTo>
                    <a:pt x="80654" y="151787"/>
                  </a:lnTo>
                  <a:lnTo>
                    <a:pt x="71170" y="97819"/>
                  </a:lnTo>
                  <a:lnTo>
                    <a:pt x="57418" y="60686"/>
                  </a:lnTo>
                  <a:lnTo>
                    <a:pt x="45421" y="38119"/>
                  </a:lnTo>
                  <a:lnTo>
                    <a:pt x="28505" y="209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9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 descr=""/>
            <p:cNvSpPr/>
            <p:nvPr/>
          </p:nvSpPr>
          <p:spPr>
            <a:xfrm>
              <a:off x="13974009" y="7873367"/>
              <a:ext cx="94615" cy="302260"/>
            </a:xfrm>
            <a:custGeom>
              <a:avLst/>
              <a:gdLst/>
              <a:ahLst/>
              <a:cxnLst/>
              <a:rect l="l" t="t" r="r" b="b"/>
              <a:pathLst>
                <a:path w="94615" h="302259">
                  <a:moveTo>
                    <a:pt x="0" y="0"/>
                  </a:moveTo>
                  <a:lnTo>
                    <a:pt x="8902" y="68673"/>
                  </a:lnTo>
                  <a:lnTo>
                    <a:pt x="15680" y="117063"/>
                  </a:lnTo>
                  <a:lnTo>
                    <a:pt x="22700" y="162005"/>
                  </a:lnTo>
                  <a:lnTo>
                    <a:pt x="34242" y="203539"/>
                  </a:lnTo>
                  <a:lnTo>
                    <a:pt x="50921" y="243713"/>
                  </a:lnTo>
                  <a:lnTo>
                    <a:pt x="73620" y="288095"/>
                  </a:lnTo>
                  <a:lnTo>
                    <a:pt x="81536" y="301896"/>
                  </a:lnTo>
                  <a:lnTo>
                    <a:pt x="84698" y="286284"/>
                  </a:lnTo>
                  <a:lnTo>
                    <a:pt x="88007" y="267028"/>
                  </a:lnTo>
                  <a:lnTo>
                    <a:pt x="75851" y="267028"/>
                  </a:lnTo>
                  <a:lnTo>
                    <a:pt x="65057" y="245431"/>
                  </a:lnTo>
                  <a:lnTo>
                    <a:pt x="41882" y="188746"/>
                  </a:lnTo>
                  <a:lnTo>
                    <a:pt x="29235" y="126767"/>
                  </a:lnTo>
                  <a:lnTo>
                    <a:pt x="19111" y="54645"/>
                  </a:lnTo>
                  <a:lnTo>
                    <a:pt x="15496" y="27109"/>
                  </a:lnTo>
                  <a:lnTo>
                    <a:pt x="32332" y="27109"/>
                  </a:lnTo>
                  <a:lnTo>
                    <a:pt x="20207" y="15169"/>
                  </a:lnTo>
                  <a:lnTo>
                    <a:pt x="11088" y="7863"/>
                  </a:lnTo>
                  <a:lnTo>
                    <a:pt x="0" y="0"/>
                  </a:lnTo>
                  <a:close/>
                </a:path>
                <a:path w="94615" h="302259">
                  <a:moveTo>
                    <a:pt x="32332" y="27109"/>
                  </a:moveTo>
                  <a:lnTo>
                    <a:pt x="15496" y="27109"/>
                  </a:lnTo>
                  <a:lnTo>
                    <a:pt x="28899" y="40453"/>
                  </a:lnTo>
                  <a:lnTo>
                    <a:pt x="44490" y="59294"/>
                  </a:lnTo>
                  <a:lnTo>
                    <a:pt x="60003" y="83407"/>
                  </a:lnTo>
                  <a:lnTo>
                    <a:pt x="73170" y="112572"/>
                  </a:lnTo>
                  <a:lnTo>
                    <a:pt x="81283" y="151666"/>
                  </a:lnTo>
                  <a:lnTo>
                    <a:pt x="82634" y="194787"/>
                  </a:lnTo>
                  <a:lnTo>
                    <a:pt x="79924" y="235414"/>
                  </a:lnTo>
                  <a:lnTo>
                    <a:pt x="75851" y="267028"/>
                  </a:lnTo>
                  <a:lnTo>
                    <a:pt x="88007" y="267028"/>
                  </a:lnTo>
                  <a:lnTo>
                    <a:pt x="88254" y="265592"/>
                  </a:lnTo>
                  <a:lnTo>
                    <a:pt x="93468" y="219743"/>
                  </a:lnTo>
                  <a:lnTo>
                    <a:pt x="94237" y="162737"/>
                  </a:lnTo>
                  <a:lnTo>
                    <a:pt x="84458" y="108572"/>
                  </a:lnTo>
                  <a:lnTo>
                    <a:pt x="63648" y="65898"/>
                  </a:lnTo>
                  <a:lnTo>
                    <a:pt x="39979" y="34638"/>
                  </a:lnTo>
                  <a:lnTo>
                    <a:pt x="32332" y="27109"/>
                  </a:lnTo>
                  <a:close/>
                </a:path>
              </a:pathLst>
            </a:custGeom>
            <a:solidFill>
              <a:srgbClr val="D2D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 descr=""/>
            <p:cNvSpPr/>
            <p:nvPr/>
          </p:nvSpPr>
          <p:spPr>
            <a:xfrm>
              <a:off x="13958228" y="8103167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79">
                  <a:moveTo>
                    <a:pt x="258452" y="0"/>
                  </a:moveTo>
                  <a:lnTo>
                    <a:pt x="0" y="0"/>
                  </a:lnTo>
                  <a:lnTo>
                    <a:pt x="27653" y="258452"/>
                  </a:lnTo>
                  <a:lnTo>
                    <a:pt x="227469" y="258452"/>
                  </a:lnTo>
                  <a:lnTo>
                    <a:pt x="258452" y="0"/>
                  </a:lnTo>
                  <a:close/>
                </a:path>
              </a:pathLst>
            </a:custGeom>
            <a:solidFill>
              <a:srgbClr val="A085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 descr=""/>
            <p:cNvSpPr/>
            <p:nvPr/>
          </p:nvSpPr>
          <p:spPr>
            <a:xfrm>
              <a:off x="13948915" y="8103166"/>
              <a:ext cx="281305" cy="47625"/>
            </a:xfrm>
            <a:custGeom>
              <a:avLst/>
              <a:gdLst/>
              <a:ahLst/>
              <a:cxnLst/>
              <a:rect l="l" t="t" r="r" b="b"/>
              <a:pathLst>
                <a:path w="281305" h="47625">
                  <a:moveTo>
                    <a:pt x="280745" y="0"/>
                  </a:moveTo>
                  <a:lnTo>
                    <a:pt x="0" y="0"/>
                  </a:lnTo>
                  <a:lnTo>
                    <a:pt x="0" y="47286"/>
                  </a:lnTo>
                  <a:lnTo>
                    <a:pt x="280745" y="47286"/>
                  </a:lnTo>
                  <a:lnTo>
                    <a:pt x="280745" y="0"/>
                  </a:lnTo>
                  <a:close/>
                </a:path>
              </a:pathLst>
            </a:custGeom>
            <a:solidFill>
              <a:srgbClr val="AC92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8" name="object 448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2735091" y="7281486"/>
              <a:ext cx="1063814" cy="2631353"/>
            </a:xfrm>
            <a:prstGeom prst="rect">
              <a:avLst/>
            </a:prstGeom>
          </p:spPr>
        </p:pic>
      </p:grpSp>
      <p:grpSp>
        <p:nvGrpSpPr>
          <p:cNvPr id="449" name="object 449" descr=""/>
          <p:cNvGrpSpPr/>
          <p:nvPr/>
        </p:nvGrpSpPr>
        <p:grpSpPr>
          <a:xfrm>
            <a:off x="11650336" y="8658951"/>
            <a:ext cx="824865" cy="1121410"/>
            <a:chOff x="11650336" y="8658951"/>
            <a:chExt cx="824865" cy="1121410"/>
          </a:xfrm>
        </p:grpSpPr>
        <p:sp>
          <p:nvSpPr>
            <p:cNvPr id="450" name="object 450" descr=""/>
            <p:cNvSpPr/>
            <p:nvPr/>
          </p:nvSpPr>
          <p:spPr>
            <a:xfrm>
              <a:off x="11650336" y="8658951"/>
              <a:ext cx="824865" cy="1019175"/>
            </a:xfrm>
            <a:custGeom>
              <a:avLst/>
              <a:gdLst/>
              <a:ahLst/>
              <a:cxnLst/>
              <a:rect l="l" t="t" r="r" b="b"/>
              <a:pathLst>
                <a:path w="824865" h="1019175">
                  <a:moveTo>
                    <a:pt x="824257" y="0"/>
                  </a:moveTo>
                  <a:lnTo>
                    <a:pt x="0" y="0"/>
                  </a:lnTo>
                  <a:lnTo>
                    <a:pt x="0" y="1019078"/>
                  </a:lnTo>
                  <a:lnTo>
                    <a:pt x="824257" y="1019078"/>
                  </a:lnTo>
                  <a:lnTo>
                    <a:pt x="824257" y="0"/>
                  </a:lnTo>
                  <a:close/>
                </a:path>
              </a:pathLst>
            </a:custGeom>
            <a:solidFill>
              <a:srgbClr val="EBE8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 descr=""/>
            <p:cNvSpPr/>
            <p:nvPr/>
          </p:nvSpPr>
          <p:spPr>
            <a:xfrm>
              <a:off x="11673446" y="8681434"/>
              <a:ext cx="782320" cy="975994"/>
            </a:xfrm>
            <a:custGeom>
              <a:avLst/>
              <a:gdLst/>
              <a:ahLst/>
              <a:cxnLst/>
              <a:rect l="l" t="t" r="r" b="b"/>
              <a:pathLst>
                <a:path w="782320" h="975995">
                  <a:moveTo>
                    <a:pt x="782320" y="754634"/>
                  </a:moveTo>
                  <a:lnTo>
                    <a:pt x="0" y="754634"/>
                  </a:lnTo>
                  <a:lnTo>
                    <a:pt x="0" y="975626"/>
                  </a:lnTo>
                  <a:lnTo>
                    <a:pt x="782320" y="975626"/>
                  </a:lnTo>
                  <a:lnTo>
                    <a:pt x="782320" y="754634"/>
                  </a:lnTo>
                  <a:close/>
                </a:path>
                <a:path w="782320" h="975995">
                  <a:moveTo>
                    <a:pt x="782320" y="503085"/>
                  </a:moveTo>
                  <a:lnTo>
                    <a:pt x="0" y="503085"/>
                  </a:lnTo>
                  <a:lnTo>
                    <a:pt x="0" y="724090"/>
                  </a:lnTo>
                  <a:lnTo>
                    <a:pt x="782320" y="724090"/>
                  </a:lnTo>
                  <a:lnTo>
                    <a:pt x="782320" y="503085"/>
                  </a:lnTo>
                  <a:close/>
                </a:path>
                <a:path w="782320" h="975995">
                  <a:moveTo>
                    <a:pt x="782320" y="251548"/>
                  </a:moveTo>
                  <a:lnTo>
                    <a:pt x="0" y="251548"/>
                  </a:lnTo>
                  <a:lnTo>
                    <a:pt x="0" y="472541"/>
                  </a:lnTo>
                  <a:lnTo>
                    <a:pt x="782320" y="472541"/>
                  </a:lnTo>
                  <a:lnTo>
                    <a:pt x="782320" y="251548"/>
                  </a:lnTo>
                  <a:close/>
                </a:path>
                <a:path w="782320" h="975995">
                  <a:moveTo>
                    <a:pt x="782320" y="0"/>
                  </a:moveTo>
                  <a:lnTo>
                    <a:pt x="0" y="0"/>
                  </a:lnTo>
                  <a:lnTo>
                    <a:pt x="0" y="221018"/>
                  </a:lnTo>
                  <a:lnTo>
                    <a:pt x="782320" y="221018"/>
                  </a:lnTo>
                  <a:lnTo>
                    <a:pt x="782320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 descr=""/>
            <p:cNvSpPr/>
            <p:nvPr/>
          </p:nvSpPr>
          <p:spPr>
            <a:xfrm>
              <a:off x="11972125" y="8785587"/>
              <a:ext cx="160655" cy="761365"/>
            </a:xfrm>
            <a:custGeom>
              <a:avLst/>
              <a:gdLst/>
              <a:ahLst/>
              <a:cxnLst/>
              <a:rect l="l" t="t" r="r" b="b"/>
              <a:pathLst>
                <a:path w="160654" h="761365">
                  <a:moveTo>
                    <a:pt x="160350" y="736752"/>
                  </a:moveTo>
                  <a:lnTo>
                    <a:pt x="0" y="736752"/>
                  </a:lnTo>
                  <a:lnTo>
                    <a:pt x="0" y="761352"/>
                  </a:lnTo>
                  <a:lnTo>
                    <a:pt x="160350" y="761352"/>
                  </a:lnTo>
                  <a:lnTo>
                    <a:pt x="160350" y="736752"/>
                  </a:lnTo>
                  <a:close/>
                </a:path>
                <a:path w="160654" h="761365">
                  <a:moveTo>
                    <a:pt x="160350" y="491147"/>
                  </a:moveTo>
                  <a:lnTo>
                    <a:pt x="0" y="491147"/>
                  </a:lnTo>
                  <a:lnTo>
                    <a:pt x="0" y="515772"/>
                  </a:lnTo>
                  <a:lnTo>
                    <a:pt x="160350" y="515772"/>
                  </a:lnTo>
                  <a:lnTo>
                    <a:pt x="160350" y="491147"/>
                  </a:lnTo>
                  <a:close/>
                </a:path>
                <a:path w="160654" h="761365">
                  <a:moveTo>
                    <a:pt x="160350" y="245592"/>
                  </a:moveTo>
                  <a:lnTo>
                    <a:pt x="0" y="245592"/>
                  </a:lnTo>
                  <a:lnTo>
                    <a:pt x="0" y="270192"/>
                  </a:lnTo>
                  <a:lnTo>
                    <a:pt x="160350" y="270192"/>
                  </a:lnTo>
                  <a:lnTo>
                    <a:pt x="160350" y="245592"/>
                  </a:lnTo>
                  <a:close/>
                </a:path>
                <a:path w="160654" h="761365">
                  <a:moveTo>
                    <a:pt x="160350" y="0"/>
                  </a:moveTo>
                  <a:lnTo>
                    <a:pt x="0" y="0"/>
                  </a:lnTo>
                  <a:lnTo>
                    <a:pt x="0" y="24638"/>
                  </a:lnTo>
                  <a:lnTo>
                    <a:pt x="160350" y="24638"/>
                  </a:lnTo>
                  <a:lnTo>
                    <a:pt x="160350" y="0"/>
                  </a:lnTo>
                  <a:close/>
                </a:path>
              </a:pathLst>
            </a:custGeom>
            <a:solidFill>
              <a:srgbClr val="C2BE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 descr=""/>
            <p:cNvSpPr/>
            <p:nvPr/>
          </p:nvSpPr>
          <p:spPr>
            <a:xfrm>
              <a:off x="11683301" y="9678041"/>
              <a:ext cx="749935" cy="31115"/>
            </a:xfrm>
            <a:custGeom>
              <a:avLst/>
              <a:gdLst/>
              <a:ahLst/>
              <a:cxnLst/>
              <a:rect l="l" t="t" r="r" b="b"/>
              <a:pathLst>
                <a:path w="749934" h="31115">
                  <a:moveTo>
                    <a:pt x="116903" y="0"/>
                  </a:moveTo>
                  <a:lnTo>
                    <a:pt x="0" y="0"/>
                  </a:lnTo>
                  <a:lnTo>
                    <a:pt x="0" y="15481"/>
                  </a:lnTo>
                  <a:lnTo>
                    <a:pt x="0" y="30962"/>
                  </a:lnTo>
                  <a:lnTo>
                    <a:pt x="116903" y="30962"/>
                  </a:lnTo>
                  <a:lnTo>
                    <a:pt x="116903" y="15481"/>
                  </a:lnTo>
                  <a:lnTo>
                    <a:pt x="116903" y="0"/>
                  </a:lnTo>
                  <a:close/>
                </a:path>
                <a:path w="749934" h="31115">
                  <a:moveTo>
                    <a:pt x="749338" y="0"/>
                  </a:moveTo>
                  <a:lnTo>
                    <a:pt x="632447" y="0"/>
                  </a:lnTo>
                  <a:lnTo>
                    <a:pt x="632447" y="15481"/>
                  </a:lnTo>
                  <a:lnTo>
                    <a:pt x="632447" y="30962"/>
                  </a:lnTo>
                  <a:lnTo>
                    <a:pt x="749338" y="30962"/>
                  </a:lnTo>
                  <a:lnTo>
                    <a:pt x="749338" y="15481"/>
                  </a:lnTo>
                  <a:lnTo>
                    <a:pt x="749338" y="0"/>
                  </a:lnTo>
                  <a:close/>
                </a:path>
              </a:pathLst>
            </a:custGeom>
            <a:solidFill>
              <a:srgbClr val="918B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 descr=""/>
            <p:cNvSpPr/>
            <p:nvPr/>
          </p:nvSpPr>
          <p:spPr>
            <a:xfrm>
              <a:off x="11698541" y="9693522"/>
              <a:ext cx="719455" cy="86995"/>
            </a:xfrm>
            <a:custGeom>
              <a:avLst/>
              <a:gdLst/>
              <a:ahLst/>
              <a:cxnLst/>
              <a:rect l="l" t="t" r="r" b="b"/>
              <a:pathLst>
                <a:path w="719454" h="86995">
                  <a:moveTo>
                    <a:pt x="86423" y="0"/>
                  </a:moveTo>
                  <a:lnTo>
                    <a:pt x="0" y="0"/>
                  </a:lnTo>
                  <a:lnTo>
                    <a:pt x="0" y="86436"/>
                  </a:lnTo>
                  <a:lnTo>
                    <a:pt x="86423" y="86436"/>
                  </a:lnTo>
                  <a:lnTo>
                    <a:pt x="86423" y="0"/>
                  </a:lnTo>
                  <a:close/>
                </a:path>
                <a:path w="719454" h="86995">
                  <a:moveTo>
                    <a:pt x="718870" y="0"/>
                  </a:moveTo>
                  <a:lnTo>
                    <a:pt x="632421" y="0"/>
                  </a:lnTo>
                  <a:lnTo>
                    <a:pt x="632421" y="86436"/>
                  </a:lnTo>
                  <a:lnTo>
                    <a:pt x="718870" y="86436"/>
                  </a:lnTo>
                  <a:lnTo>
                    <a:pt x="718870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224133" y="1836551"/>
            <a:ext cx="15655925" cy="7635875"/>
            <a:chOff x="2224133" y="1836551"/>
            <a:chExt cx="15655925" cy="7635875"/>
          </a:xfrm>
        </p:grpSpPr>
        <p:sp>
          <p:nvSpPr>
            <p:cNvPr id="3" name="object 3" descr=""/>
            <p:cNvSpPr/>
            <p:nvPr/>
          </p:nvSpPr>
          <p:spPr>
            <a:xfrm>
              <a:off x="2763257" y="1836551"/>
              <a:ext cx="14740890" cy="7604759"/>
            </a:xfrm>
            <a:custGeom>
              <a:avLst/>
              <a:gdLst/>
              <a:ahLst/>
              <a:cxnLst/>
              <a:rect l="l" t="t" r="r" b="b"/>
              <a:pathLst>
                <a:path w="14740890" h="7604759">
                  <a:moveTo>
                    <a:pt x="6800380" y="0"/>
                  </a:moveTo>
                  <a:lnTo>
                    <a:pt x="6730832" y="188"/>
                  </a:lnTo>
                  <a:lnTo>
                    <a:pt x="6660352" y="708"/>
                  </a:lnTo>
                  <a:lnTo>
                    <a:pt x="6588931" y="1564"/>
                  </a:lnTo>
                  <a:lnTo>
                    <a:pt x="6516563" y="2759"/>
                  </a:lnTo>
                  <a:lnTo>
                    <a:pt x="6443237" y="4297"/>
                  </a:lnTo>
                  <a:lnTo>
                    <a:pt x="6368947" y="6180"/>
                  </a:lnTo>
                  <a:lnTo>
                    <a:pt x="6293683" y="8412"/>
                  </a:lnTo>
                  <a:lnTo>
                    <a:pt x="6217438" y="10996"/>
                  </a:lnTo>
                  <a:lnTo>
                    <a:pt x="6140204" y="13936"/>
                  </a:lnTo>
                  <a:lnTo>
                    <a:pt x="6061971" y="17236"/>
                  </a:lnTo>
                  <a:lnTo>
                    <a:pt x="5982733" y="20898"/>
                  </a:lnTo>
                  <a:lnTo>
                    <a:pt x="5902480" y="24926"/>
                  </a:lnTo>
                  <a:lnTo>
                    <a:pt x="5821204" y="29324"/>
                  </a:lnTo>
                  <a:lnTo>
                    <a:pt x="5738898" y="34094"/>
                  </a:lnTo>
                  <a:lnTo>
                    <a:pt x="5655553" y="39240"/>
                  </a:lnTo>
                  <a:lnTo>
                    <a:pt x="5571160" y="44766"/>
                  </a:lnTo>
                  <a:lnTo>
                    <a:pt x="5496737" y="51034"/>
                  </a:lnTo>
                  <a:lnTo>
                    <a:pt x="5456417" y="55293"/>
                  </a:lnTo>
                  <a:lnTo>
                    <a:pt x="5414178" y="60267"/>
                  </a:lnTo>
                  <a:lnTo>
                    <a:pt x="5370136" y="65929"/>
                  </a:lnTo>
                  <a:lnTo>
                    <a:pt x="5324406" y="72253"/>
                  </a:lnTo>
                  <a:lnTo>
                    <a:pt x="5277103" y="79211"/>
                  </a:lnTo>
                  <a:lnTo>
                    <a:pt x="5228342" y="86779"/>
                  </a:lnTo>
                  <a:lnTo>
                    <a:pt x="5178239" y="94928"/>
                  </a:lnTo>
                  <a:lnTo>
                    <a:pt x="5126909" y="103633"/>
                  </a:lnTo>
                  <a:lnTo>
                    <a:pt x="5074467" y="112868"/>
                  </a:lnTo>
                  <a:lnTo>
                    <a:pt x="5021028" y="122605"/>
                  </a:lnTo>
                  <a:lnTo>
                    <a:pt x="4966708" y="132817"/>
                  </a:lnTo>
                  <a:lnTo>
                    <a:pt x="4911623" y="143480"/>
                  </a:lnTo>
                  <a:lnTo>
                    <a:pt x="4855886" y="154566"/>
                  </a:lnTo>
                  <a:lnTo>
                    <a:pt x="4799615" y="166048"/>
                  </a:lnTo>
                  <a:lnTo>
                    <a:pt x="4742923" y="177900"/>
                  </a:lnTo>
                  <a:lnTo>
                    <a:pt x="4685926" y="190096"/>
                  </a:lnTo>
                  <a:lnTo>
                    <a:pt x="4628740" y="202609"/>
                  </a:lnTo>
                  <a:lnTo>
                    <a:pt x="4571479" y="215412"/>
                  </a:lnTo>
                  <a:lnTo>
                    <a:pt x="4514260" y="228479"/>
                  </a:lnTo>
                  <a:lnTo>
                    <a:pt x="4457197" y="241784"/>
                  </a:lnTo>
                  <a:lnTo>
                    <a:pt x="4400405" y="255300"/>
                  </a:lnTo>
                  <a:lnTo>
                    <a:pt x="4344000" y="269000"/>
                  </a:lnTo>
                  <a:lnTo>
                    <a:pt x="4288098" y="282859"/>
                  </a:lnTo>
                  <a:lnTo>
                    <a:pt x="4232812" y="296848"/>
                  </a:lnTo>
                  <a:lnTo>
                    <a:pt x="4178260" y="310943"/>
                  </a:lnTo>
                  <a:lnTo>
                    <a:pt x="4124555" y="325116"/>
                  </a:lnTo>
                  <a:lnTo>
                    <a:pt x="4071813" y="339341"/>
                  </a:lnTo>
                  <a:lnTo>
                    <a:pt x="4020151" y="353592"/>
                  </a:lnTo>
                  <a:lnTo>
                    <a:pt x="3969681" y="367841"/>
                  </a:lnTo>
                  <a:lnTo>
                    <a:pt x="3920521" y="382063"/>
                  </a:lnTo>
                  <a:lnTo>
                    <a:pt x="3872785" y="396230"/>
                  </a:lnTo>
                  <a:lnTo>
                    <a:pt x="3826589" y="410318"/>
                  </a:lnTo>
                  <a:lnTo>
                    <a:pt x="3782048" y="424297"/>
                  </a:lnTo>
                  <a:lnTo>
                    <a:pt x="3739277" y="438144"/>
                  </a:lnTo>
                  <a:lnTo>
                    <a:pt x="3698391" y="451830"/>
                  </a:lnTo>
                  <a:lnTo>
                    <a:pt x="3659506" y="465329"/>
                  </a:lnTo>
                  <a:lnTo>
                    <a:pt x="3622737" y="478615"/>
                  </a:lnTo>
                  <a:lnTo>
                    <a:pt x="3556009" y="504442"/>
                  </a:lnTo>
                  <a:lnTo>
                    <a:pt x="3507820" y="525040"/>
                  </a:lnTo>
                  <a:lnTo>
                    <a:pt x="3465188" y="544534"/>
                  </a:lnTo>
                  <a:lnTo>
                    <a:pt x="3415488" y="568377"/>
                  </a:lnTo>
                  <a:lnTo>
                    <a:pt x="3359378" y="596551"/>
                  </a:lnTo>
                  <a:lnTo>
                    <a:pt x="3297516" y="629034"/>
                  </a:lnTo>
                  <a:lnTo>
                    <a:pt x="3230562" y="665807"/>
                  </a:lnTo>
                  <a:lnTo>
                    <a:pt x="3195381" y="685796"/>
                  </a:lnTo>
                  <a:lnTo>
                    <a:pt x="3159173" y="706850"/>
                  </a:lnTo>
                  <a:lnTo>
                    <a:pt x="3122022" y="728967"/>
                  </a:lnTo>
                  <a:lnTo>
                    <a:pt x="3084009" y="752143"/>
                  </a:lnTo>
                  <a:lnTo>
                    <a:pt x="3045217" y="776377"/>
                  </a:lnTo>
                  <a:lnTo>
                    <a:pt x="3005728" y="801666"/>
                  </a:lnTo>
                  <a:lnTo>
                    <a:pt x="2965625" y="828007"/>
                  </a:lnTo>
                  <a:lnTo>
                    <a:pt x="2924989" y="855399"/>
                  </a:lnTo>
                  <a:lnTo>
                    <a:pt x="2883903" y="883838"/>
                  </a:lnTo>
                  <a:lnTo>
                    <a:pt x="2842449" y="913322"/>
                  </a:lnTo>
                  <a:lnTo>
                    <a:pt x="2800710" y="943848"/>
                  </a:lnTo>
                  <a:lnTo>
                    <a:pt x="2758769" y="975414"/>
                  </a:lnTo>
                  <a:lnTo>
                    <a:pt x="2716706" y="1008018"/>
                  </a:lnTo>
                  <a:lnTo>
                    <a:pt x="2674605" y="1041657"/>
                  </a:lnTo>
                  <a:lnTo>
                    <a:pt x="2632548" y="1076329"/>
                  </a:lnTo>
                  <a:lnTo>
                    <a:pt x="2590618" y="1112030"/>
                  </a:lnTo>
                  <a:lnTo>
                    <a:pt x="2548896" y="1148759"/>
                  </a:lnTo>
                  <a:lnTo>
                    <a:pt x="2507465" y="1186514"/>
                  </a:lnTo>
                  <a:lnTo>
                    <a:pt x="2466407" y="1225290"/>
                  </a:lnTo>
                  <a:lnTo>
                    <a:pt x="2425805" y="1265087"/>
                  </a:lnTo>
                  <a:lnTo>
                    <a:pt x="2385740" y="1305901"/>
                  </a:lnTo>
                  <a:lnTo>
                    <a:pt x="2346296" y="1347730"/>
                  </a:lnTo>
                  <a:lnTo>
                    <a:pt x="2307555" y="1390572"/>
                  </a:lnTo>
                  <a:lnTo>
                    <a:pt x="2269598" y="1434424"/>
                  </a:lnTo>
                  <a:lnTo>
                    <a:pt x="2232509" y="1479284"/>
                  </a:lnTo>
                  <a:lnTo>
                    <a:pt x="2196369" y="1525148"/>
                  </a:lnTo>
                  <a:lnTo>
                    <a:pt x="2161261" y="1572015"/>
                  </a:lnTo>
                  <a:lnTo>
                    <a:pt x="2127267" y="1619883"/>
                  </a:lnTo>
                  <a:lnTo>
                    <a:pt x="2094469" y="1668747"/>
                  </a:lnTo>
                  <a:lnTo>
                    <a:pt x="2062950" y="1718607"/>
                  </a:lnTo>
                  <a:lnTo>
                    <a:pt x="2032793" y="1769460"/>
                  </a:lnTo>
                  <a:lnTo>
                    <a:pt x="2004079" y="1821303"/>
                  </a:lnTo>
                  <a:lnTo>
                    <a:pt x="1976891" y="1874133"/>
                  </a:lnTo>
                  <a:lnTo>
                    <a:pt x="1951310" y="1927948"/>
                  </a:lnTo>
                  <a:lnTo>
                    <a:pt x="1927421" y="1982746"/>
                  </a:lnTo>
                  <a:lnTo>
                    <a:pt x="1905304" y="2038524"/>
                  </a:lnTo>
                  <a:lnTo>
                    <a:pt x="1885042" y="2095280"/>
                  </a:lnTo>
                  <a:lnTo>
                    <a:pt x="1870967" y="2138920"/>
                  </a:lnTo>
                  <a:lnTo>
                    <a:pt x="1858041" y="2183118"/>
                  </a:lnTo>
                  <a:lnTo>
                    <a:pt x="1846299" y="2227873"/>
                  </a:lnTo>
                  <a:lnTo>
                    <a:pt x="1835777" y="2273185"/>
                  </a:lnTo>
                  <a:lnTo>
                    <a:pt x="1826510" y="2319051"/>
                  </a:lnTo>
                  <a:lnTo>
                    <a:pt x="1818534" y="2365472"/>
                  </a:lnTo>
                  <a:lnTo>
                    <a:pt x="1811885" y="2412445"/>
                  </a:lnTo>
                  <a:lnTo>
                    <a:pt x="1806599" y="2459971"/>
                  </a:lnTo>
                  <a:lnTo>
                    <a:pt x="1802710" y="2508047"/>
                  </a:lnTo>
                  <a:lnTo>
                    <a:pt x="1800256" y="2556673"/>
                  </a:lnTo>
                  <a:lnTo>
                    <a:pt x="1799272" y="2605847"/>
                  </a:lnTo>
                  <a:lnTo>
                    <a:pt x="1799792" y="2655570"/>
                  </a:lnTo>
                  <a:lnTo>
                    <a:pt x="1801854" y="2705839"/>
                  </a:lnTo>
                  <a:lnTo>
                    <a:pt x="1805493" y="2756653"/>
                  </a:lnTo>
                  <a:lnTo>
                    <a:pt x="1810744" y="2808012"/>
                  </a:lnTo>
                  <a:lnTo>
                    <a:pt x="1817643" y="2859914"/>
                  </a:lnTo>
                  <a:lnTo>
                    <a:pt x="1826226" y="2912359"/>
                  </a:lnTo>
                  <a:lnTo>
                    <a:pt x="1836528" y="2965345"/>
                  </a:lnTo>
                  <a:lnTo>
                    <a:pt x="1848586" y="3018871"/>
                  </a:lnTo>
                  <a:lnTo>
                    <a:pt x="1862435" y="3072936"/>
                  </a:lnTo>
                  <a:lnTo>
                    <a:pt x="1878308" y="3133908"/>
                  </a:lnTo>
                  <a:lnTo>
                    <a:pt x="1892258" y="3192816"/>
                  </a:lnTo>
                  <a:lnTo>
                    <a:pt x="1904324" y="3249710"/>
                  </a:lnTo>
                  <a:lnTo>
                    <a:pt x="1914543" y="3304643"/>
                  </a:lnTo>
                  <a:lnTo>
                    <a:pt x="1922953" y="3357666"/>
                  </a:lnTo>
                  <a:lnTo>
                    <a:pt x="1929591" y="3408830"/>
                  </a:lnTo>
                  <a:lnTo>
                    <a:pt x="1934495" y="3458186"/>
                  </a:lnTo>
                  <a:lnTo>
                    <a:pt x="1937704" y="3505787"/>
                  </a:lnTo>
                  <a:lnTo>
                    <a:pt x="1939255" y="3551682"/>
                  </a:lnTo>
                  <a:lnTo>
                    <a:pt x="1939185" y="3595924"/>
                  </a:lnTo>
                  <a:lnTo>
                    <a:pt x="1937532" y="3638564"/>
                  </a:lnTo>
                  <a:lnTo>
                    <a:pt x="1934335" y="3679653"/>
                  </a:lnTo>
                  <a:lnTo>
                    <a:pt x="1929631" y="3719242"/>
                  </a:lnTo>
                  <a:lnTo>
                    <a:pt x="1923458" y="3757384"/>
                  </a:lnTo>
                  <a:lnTo>
                    <a:pt x="1906854" y="3829529"/>
                  </a:lnTo>
                  <a:lnTo>
                    <a:pt x="1884827" y="3896497"/>
                  </a:lnTo>
                  <a:lnTo>
                    <a:pt x="1857679" y="3958701"/>
                  </a:lnTo>
                  <a:lnTo>
                    <a:pt x="1825710" y="4016550"/>
                  </a:lnTo>
                  <a:lnTo>
                    <a:pt x="1789225" y="4070457"/>
                  </a:lnTo>
                  <a:lnTo>
                    <a:pt x="1748524" y="4120830"/>
                  </a:lnTo>
                  <a:lnTo>
                    <a:pt x="1703911" y="4168083"/>
                  </a:lnTo>
                  <a:lnTo>
                    <a:pt x="1655687" y="4212624"/>
                  </a:lnTo>
                  <a:lnTo>
                    <a:pt x="1604154" y="4254866"/>
                  </a:lnTo>
                  <a:lnTo>
                    <a:pt x="1549615" y="4295218"/>
                  </a:lnTo>
                  <a:lnTo>
                    <a:pt x="1492371" y="4334092"/>
                  </a:lnTo>
                  <a:lnTo>
                    <a:pt x="1432726" y="4371900"/>
                  </a:lnTo>
                  <a:lnTo>
                    <a:pt x="1370980" y="4409050"/>
                  </a:lnTo>
                  <a:lnTo>
                    <a:pt x="1275085" y="4464444"/>
                  </a:lnTo>
                  <a:lnTo>
                    <a:pt x="1142696" y="4539839"/>
                  </a:lnTo>
                  <a:lnTo>
                    <a:pt x="1109042" y="4559305"/>
                  </a:lnTo>
                  <a:lnTo>
                    <a:pt x="1075240" y="4579120"/>
                  </a:lnTo>
                  <a:lnTo>
                    <a:pt x="1041329" y="4599336"/>
                  </a:lnTo>
                  <a:lnTo>
                    <a:pt x="1007347" y="4620005"/>
                  </a:lnTo>
                  <a:lnTo>
                    <a:pt x="973330" y="4641176"/>
                  </a:lnTo>
                  <a:lnTo>
                    <a:pt x="939317" y="4662903"/>
                  </a:lnTo>
                  <a:lnTo>
                    <a:pt x="905345" y="4685236"/>
                  </a:lnTo>
                  <a:lnTo>
                    <a:pt x="871453" y="4708226"/>
                  </a:lnTo>
                  <a:lnTo>
                    <a:pt x="837678" y="4731925"/>
                  </a:lnTo>
                  <a:lnTo>
                    <a:pt x="804058" y="4756385"/>
                  </a:lnTo>
                  <a:lnTo>
                    <a:pt x="770631" y="4781656"/>
                  </a:lnTo>
                  <a:lnTo>
                    <a:pt x="737434" y="4807791"/>
                  </a:lnTo>
                  <a:lnTo>
                    <a:pt x="704505" y="4834840"/>
                  </a:lnTo>
                  <a:lnTo>
                    <a:pt x="671882" y="4862854"/>
                  </a:lnTo>
                  <a:lnTo>
                    <a:pt x="639603" y="4891886"/>
                  </a:lnTo>
                  <a:lnTo>
                    <a:pt x="601179" y="4928183"/>
                  </a:lnTo>
                  <a:lnTo>
                    <a:pt x="564017" y="4965128"/>
                  </a:lnTo>
                  <a:lnTo>
                    <a:pt x="528111" y="5002695"/>
                  </a:lnTo>
                  <a:lnTo>
                    <a:pt x="493452" y="5040862"/>
                  </a:lnTo>
                  <a:lnTo>
                    <a:pt x="460035" y="5079602"/>
                  </a:lnTo>
                  <a:lnTo>
                    <a:pt x="427852" y="5118891"/>
                  </a:lnTo>
                  <a:lnTo>
                    <a:pt x="396897" y="5158705"/>
                  </a:lnTo>
                  <a:lnTo>
                    <a:pt x="367162" y="5199019"/>
                  </a:lnTo>
                  <a:lnTo>
                    <a:pt x="338642" y="5239809"/>
                  </a:lnTo>
                  <a:lnTo>
                    <a:pt x="311328" y="5281050"/>
                  </a:lnTo>
                  <a:lnTo>
                    <a:pt x="285214" y="5322718"/>
                  </a:lnTo>
                  <a:lnTo>
                    <a:pt x="260293" y="5364787"/>
                  </a:lnTo>
                  <a:lnTo>
                    <a:pt x="236559" y="5407234"/>
                  </a:lnTo>
                  <a:lnTo>
                    <a:pt x="214004" y="5450034"/>
                  </a:lnTo>
                  <a:lnTo>
                    <a:pt x="192622" y="5493162"/>
                  </a:lnTo>
                  <a:lnTo>
                    <a:pt x="172405" y="5536593"/>
                  </a:lnTo>
                  <a:lnTo>
                    <a:pt x="153348" y="5580304"/>
                  </a:lnTo>
                  <a:lnTo>
                    <a:pt x="135442" y="5624269"/>
                  </a:lnTo>
                  <a:lnTo>
                    <a:pt x="118681" y="5668464"/>
                  </a:lnTo>
                  <a:lnTo>
                    <a:pt x="103058" y="5712864"/>
                  </a:lnTo>
                  <a:lnTo>
                    <a:pt x="88567" y="5757446"/>
                  </a:lnTo>
                  <a:lnTo>
                    <a:pt x="75200" y="5802183"/>
                  </a:lnTo>
                  <a:lnTo>
                    <a:pt x="62951" y="5847053"/>
                  </a:lnTo>
                  <a:lnTo>
                    <a:pt x="51812" y="5892029"/>
                  </a:lnTo>
                  <a:lnTo>
                    <a:pt x="41777" y="5937088"/>
                  </a:lnTo>
                  <a:lnTo>
                    <a:pt x="32839" y="5982206"/>
                  </a:lnTo>
                  <a:lnTo>
                    <a:pt x="24991" y="6027356"/>
                  </a:lnTo>
                  <a:lnTo>
                    <a:pt x="18226" y="6072516"/>
                  </a:lnTo>
                  <a:lnTo>
                    <a:pt x="12538" y="6117660"/>
                  </a:lnTo>
                  <a:lnTo>
                    <a:pt x="7919" y="6162763"/>
                  </a:lnTo>
                  <a:lnTo>
                    <a:pt x="4362" y="6207802"/>
                  </a:lnTo>
                  <a:lnTo>
                    <a:pt x="1862" y="6252751"/>
                  </a:lnTo>
                  <a:lnTo>
                    <a:pt x="410" y="6297587"/>
                  </a:lnTo>
                  <a:lnTo>
                    <a:pt x="0" y="6342284"/>
                  </a:lnTo>
                  <a:lnTo>
                    <a:pt x="624" y="6386818"/>
                  </a:lnTo>
                  <a:lnTo>
                    <a:pt x="2278" y="6431164"/>
                  </a:lnTo>
                  <a:lnTo>
                    <a:pt x="4952" y="6475299"/>
                  </a:lnTo>
                  <a:lnTo>
                    <a:pt x="8641" y="6519196"/>
                  </a:lnTo>
                  <a:lnTo>
                    <a:pt x="13337" y="6562832"/>
                  </a:lnTo>
                  <a:lnTo>
                    <a:pt x="19034" y="6606182"/>
                  </a:lnTo>
                  <a:lnTo>
                    <a:pt x="25725" y="6649222"/>
                  </a:lnTo>
                  <a:lnTo>
                    <a:pt x="33403" y="6691927"/>
                  </a:lnTo>
                  <a:lnTo>
                    <a:pt x="42060" y="6734272"/>
                  </a:lnTo>
                  <a:lnTo>
                    <a:pt x="51691" y="6776233"/>
                  </a:lnTo>
                  <a:lnTo>
                    <a:pt x="62288" y="6817786"/>
                  </a:lnTo>
                  <a:lnTo>
                    <a:pt x="73845" y="6858905"/>
                  </a:lnTo>
                  <a:lnTo>
                    <a:pt x="86354" y="6899566"/>
                  </a:lnTo>
                  <a:lnTo>
                    <a:pt x="99809" y="6939745"/>
                  </a:lnTo>
                  <a:lnTo>
                    <a:pt x="114202" y="6979417"/>
                  </a:lnTo>
                  <a:lnTo>
                    <a:pt x="129528" y="7018557"/>
                  </a:lnTo>
                  <a:lnTo>
                    <a:pt x="145778" y="7057142"/>
                  </a:lnTo>
                  <a:lnTo>
                    <a:pt x="162947" y="7095145"/>
                  </a:lnTo>
                  <a:lnTo>
                    <a:pt x="181027" y="7132544"/>
                  </a:lnTo>
                  <a:lnTo>
                    <a:pt x="200011" y="7169312"/>
                  </a:lnTo>
                  <a:lnTo>
                    <a:pt x="219893" y="7205427"/>
                  </a:lnTo>
                  <a:lnTo>
                    <a:pt x="240666" y="7240862"/>
                  </a:lnTo>
                  <a:lnTo>
                    <a:pt x="262322" y="7275594"/>
                  </a:lnTo>
                  <a:lnTo>
                    <a:pt x="284855" y="7309598"/>
                  </a:lnTo>
                  <a:lnTo>
                    <a:pt x="308258" y="7342849"/>
                  </a:lnTo>
                  <a:lnTo>
                    <a:pt x="332525" y="7375323"/>
                  </a:lnTo>
                  <a:lnTo>
                    <a:pt x="357647" y="7406996"/>
                  </a:lnTo>
                  <a:lnTo>
                    <a:pt x="383619" y="7437842"/>
                  </a:lnTo>
                  <a:lnTo>
                    <a:pt x="410434" y="7467837"/>
                  </a:lnTo>
                  <a:lnTo>
                    <a:pt x="438084" y="7496957"/>
                  </a:lnTo>
                  <a:lnTo>
                    <a:pt x="466563" y="7525177"/>
                  </a:lnTo>
                  <a:lnTo>
                    <a:pt x="495864" y="7552472"/>
                  </a:lnTo>
                  <a:lnTo>
                    <a:pt x="525980" y="7578818"/>
                  </a:lnTo>
                  <a:lnTo>
                    <a:pt x="556904" y="7604191"/>
                  </a:lnTo>
                  <a:lnTo>
                    <a:pt x="2691492" y="7604148"/>
                  </a:lnTo>
                  <a:lnTo>
                    <a:pt x="14216373" y="7602505"/>
                  </a:lnTo>
                  <a:lnTo>
                    <a:pt x="14248479" y="7533188"/>
                  </a:lnTo>
                  <a:lnTo>
                    <a:pt x="14279021" y="7465573"/>
                  </a:lnTo>
                  <a:lnTo>
                    <a:pt x="14308043" y="7399609"/>
                  </a:lnTo>
                  <a:lnTo>
                    <a:pt x="14335589" y="7335247"/>
                  </a:lnTo>
                  <a:lnTo>
                    <a:pt x="14361701" y="7272437"/>
                  </a:lnTo>
                  <a:lnTo>
                    <a:pt x="14386424" y="7211129"/>
                  </a:lnTo>
                  <a:lnTo>
                    <a:pt x="14409802" y="7151273"/>
                  </a:lnTo>
                  <a:lnTo>
                    <a:pt x="14431879" y="7092819"/>
                  </a:lnTo>
                  <a:lnTo>
                    <a:pt x="14452697" y="7035718"/>
                  </a:lnTo>
                  <a:lnTo>
                    <a:pt x="14472302" y="6979921"/>
                  </a:lnTo>
                  <a:lnTo>
                    <a:pt x="14490736" y="6925376"/>
                  </a:lnTo>
                  <a:lnTo>
                    <a:pt x="14508043" y="6872035"/>
                  </a:lnTo>
                  <a:lnTo>
                    <a:pt x="14524267" y="6819848"/>
                  </a:lnTo>
                  <a:lnTo>
                    <a:pt x="14539453" y="6768764"/>
                  </a:lnTo>
                  <a:lnTo>
                    <a:pt x="14553642" y="6718735"/>
                  </a:lnTo>
                  <a:lnTo>
                    <a:pt x="14566880" y="6669710"/>
                  </a:lnTo>
                  <a:lnTo>
                    <a:pt x="14579210" y="6621640"/>
                  </a:lnTo>
                  <a:lnTo>
                    <a:pt x="14590676" y="6574474"/>
                  </a:lnTo>
                  <a:lnTo>
                    <a:pt x="14601321" y="6528164"/>
                  </a:lnTo>
                  <a:lnTo>
                    <a:pt x="14611190" y="6482659"/>
                  </a:lnTo>
                  <a:lnTo>
                    <a:pt x="14620325" y="6437909"/>
                  </a:lnTo>
                  <a:lnTo>
                    <a:pt x="14628771" y="6393865"/>
                  </a:lnTo>
                  <a:lnTo>
                    <a:pt x="14636572" y="6350478"/>
                  </a:lnTo>
                  <a:lnTo>
                    <a:pt x="14643771" y="6307696"/>
                  </a:lnTo>
                  <a:lnTo>
                    <a:pt x="14650411" y="6265471"/>
                  </a:lnTo>
                  <a:lnTo>
                    <a:pt x="14656538" y="6223752"/>
                  </a:lnTo>
                  <a:lnTo>
                    <a:pt x="14662193" y="6182491"/>
                  </a:lnTo>
                  <a:lnTo>
                    <a:pt x="14667422" y="6141636"/>
                  </a:lnTo>
                  <a:lnTo>
                    <a:pt x="14672268" y="6101139"/>
                  </a:lnTo>
                  <a:lnTo>
                    <a:pt x="14676774" y="6060949"/>
                  </a:lnTo>
                  <a:lnTo>
                    <a:pt x="14680985" y="6021018"/>
                  </a:lnTo>
                  <a:lnTo>
                    <a:pt x="14688694" y="5941729"/>
                  </a:lnTo>
                  <a:lnTo>
                    <a:pt x="14712792" y="5665022"/>
                  </a:lnTo>
                  <a:lnTo>
                    <a:pt x="14716452" y="5624932"/>
                  </a:lnTo>
                  <a:lnTo>
                    <a:pt x="14723032" y="5548867"/>
                  </a:lnTo>
                  <a:lnTo>
                    <a:pt x="14728538" y="5473884"/>
                  </a:lnTo>
                  <a:lnTo>
                    <a:pt x="14732985" y="5399975"/>
                  </a:lnTo>
                  <a:lnTo>
                    <a:pt x="14736386" y="5327132"/>
                  </a:lnTo>
                  <a:lnTo>
                    <a:pt x="14738758" y="5255347"/>
                  </a:lnTo>
                  <a:lnTo>
                    <a:pt x="14740115" y="5184611"/>
                  </a:lnTo>
                  <a:lnTo>
                    <a:pt x="14740472" y="5114918"/>
                  </a:lnTo>
                  <a:lnTo>
                    <a:pt x="14739844" y="5046258"/>
                  </a:lnTo>
                  <a:lnTo>
                    <a:pt x="14738246" y="4978624"/>
                  </a:lnTo>
                  <a:lnTo>
                    <a:pt x="14735692" y="4912009"/>
                  </a:lnTo>
                  <a:lnTo>
                    <a:pt x="14732199" y="4846403"/>
                  </a:lnTo>
                  <a:lnTo>
                    <a:pt x="14727780" y="4781800"/>
                  </a:lnTo>
                  <a:lnTo>
                    <a:pt x="14722450" y="4718191"/>
                  </a:lnTo>
                  <a:lnTo>
                    <a:pt x="14716225" y="4655569"/>
                  </a:lnTo>
                  <a:lnTo>
                    <a:pt x="14709119" y="4593924"/>
                  </a:lnTo>
                  <a:lnTo>
                    <a:pt x="14701148" y="4533251"/>
                  </a:lnTo>
                  <a:lnTo>
                    <a:pt x="14692326" y="4473539"/>
                  </a:lnTo>
                  <a:lnTo>
                    <a:pt x="14682668" y="4414782"/>
                  </a:lnTo>
                  <a:lnTo>
                    <a:pt x="14672189" y="4356972"/>
                  </a:lnTo>
                  <a:lnTo>
                    <a:pt x="14660904" y="4300101"/>
                  </a:lnTo>
                  <a:lnTo>
                    <a:pt x="14648828" y="4244160"/>
                  </a:lnTo>
                  <a:lnTo>
                    <a:pt x="14635975" y="4189142"/>
                  </a:lnTo>
                  <a:lnTo>
                    <a:pt x="14622362" y="4135038"/>
                  </a:lnTo>
                  <a:lnTo>
                    <a:pt x="14608001" y="4081842"/>
                  </a:lnTo>
                  <a:lnTo>
                    <a:pt x="14592910" y="4029545"/>
                  </a:lnTo>
                  <a:lnTo>
                    <a:pt x="14577102" y="3978138"/>
                  </a:lnTo>
                  <a:lnTo>
                    <a:pt x="14560592" y="3927615"/>
                  </a:lnTo>
                  <a:lnTo>
                    <a:pt x="14543396" y="3877966"/>
                  </a:lnTo>
                  <a:lnTo>
                    <a:pt x="14525528" y="3829185"/>
                  </a:lnTo>
                  <a:lnTo>
                    <a:pt x="14507003" y="3781263"/>
                  </a:lnTo>
                  <a:lnTo>
                    <a:pt x="14487836" y="3734193"/>
                  </a:lnTo>
                  <a:lnTo>
                    <a:pt x="14468042" y="3687965"/>
                  </a:lnTo>
                  <a:lnTo>
                    <a:pt x="14447636" y="3642573"/>
                  </a:lnTo>
                  <a:lnTo>
                    <a:pt x="14426632" y="3598009"/>
                  </a:lnTo>
                  <a:lnTo>
                    <a:pt x="14405047" y="3554264"/>
                  </a:lnTo>
                  <a:lnTo>
                    <a:pt x="14382894" y="3511330"/>
                  </a:lnTo>
                  <a:lnTo>
                    <a:pt x="14360188" y="3469200"/>
                  </a:lnTo>
                  <a:lnTo>
                    <a:pt x="14336945" y="3427866"/>
                  </a:lnTo>
                  <a:lnTo>
                    <a:pt x="14313180" y="3387319"/>
                  </a:lnTo>
                  <a:lnTo>
                    <a:pt x="14288906" y="3347553"/>
                  </a:lnTo>
                  <a:lnTo>
                    <a:pt x="14264140" y="3308558"/>
                  </a:lnTo>
                  <a:lnTo>
                    <a:pt x="14238896" y="3270327"/>
                  </a:lnTo>
                  <a:lnTo>
                    <a:pt x="14213190" y="3232851"/>
                  </a:lnTo>
                  <a:lnTo>
                    <a:pt x="14187035" y="3196124"/>
                  </a:lnTo>
                  <a:lnTo>
                    <a:pt x="14160447" y="3160137"/>
                  </a:lnTo>
                  <a:lnTo>
                    <a:pt x="14133440" y="3124882"/>
                  </a:lnTo>
                  <a:lnTo>
                    <a:pt x="14106031" y="3090351"/>
                  </a:lnTo>
                  <a:lnTo>
                    <a:pt x="14078233" y="3056537"/>
                  </a:lnTo>
                  <a:lnTo>
                    <a:pt x="14050062" y="3023430"/>
                  </a:lnTo>
                  <a:lnTo>
                    <a:pt x="14021532" y="2991024"/>
                  </a:lnTo>
                  <a:lnTo>
                    <a:pt x="13992658" y="2959311"/>
                  </a:lnTo>
                  <a:lnTo>
                    <a:pt x="13963456" y="2928282"/>
                  </a:lnTo>
                  <a:lnTo>
                    <a:pt x="13933940" y="2897929"/>
                  </a:lnTo>
                  <a:lnTo>
                    <a:pt x="13904126" y="2868245"/>
                  </a:lnTo>
                  <a:lnTo>
                    <a:pt x="13874027" y="2839221"/>
                  </a:lnTo>
                  <a:lnTo>
                    <a:pt x="13843659" y="2810851"/>
                  </a:lnTo>
                  <a:lnTo>
                    <a:pt x="13813037" y="2783124"/>
                  </a:lnTo>
                  <a:lnTo>
                    <a:pt x="13782176" y="2756035"/>
                  </a:lnTo>
                  <a:lnTo>
                    <a:pt x="13751091" y="2729575"/>
                  </a:lnTo>
                  <a:lnTo>
                    <a:pt x="13719796" y="2703735"/>
                  </a:lnTo>
                  <a:lnTo>
                    <a:pt x="13688307" y="2678508"/>
                  </a:lnTo>
                  <a:lnTo>
                    <a:pt x="13656638" y="2653887"/>
                  </a:lnTo>
                  <a:lnTo>
                    <a:pt x="13624805" y="2629862"/>
                  </a:lnTo>
                  <a:lnTo>
                    <a:pt x="13592822" y="2606427"/>
                  </a:lnTo>
                  <a:lnTo>
                    <a:pt x="13560704" y="2583572"/>
                  </a:lnTo>
                  <a:lnTo>
                    <a:pt x="13528467" y="2561291"/>
                  </a:lnTo>
                  <a:lnTo>
                    <a:pt x="13496124" y="2539575"/>
                  </a:lnTo>
                  <a:lnTo>
                    <a:pt x="13463692" y="2518417"/>
                  </a:lnTo>
                  <a:lnTo>
                    <a:pt x="13431184" y="2497808"/>
                  </a:lnTo>
                  <a:lnTo>
                    <a:pt x="13398616" y="2477740"/>
                  </a:lnTo>
                  <a:lnTo>
                    <a:pt x="13333360" y="2439197"/>
                  </a:lnTo>
                  <a:lnTo>
                    <a:pt x="13268041" y="2402725"/>
                  </a:lnTo>
                  <a:lnTo>
                    <a:pt x="13202780" y="2368260"/>
                  </a:lnTo>
                  <a:lnTo>
                    <a:pt x="13137696" y="2335738"/>
                  </a:lnTo>
                  <a:lnTo>
                    <a:pt x="13072909" y="2305096"/>
                  </a:lnTo>
                  <a:lnTo>
                    <a:pt x="13008537" y="2276270"/>
                  </a:lnTo>
                  <a:lnTo>
                    <a:pt x="12944700" y="2249197"/>
                  </a:lnTo>
                  <a:lnTo>
                    <a:pt x="12881517" y="2223813"/>
                  </a:lnTo>
                  <a:lnTo>
                    <a:pt x="12819108" y="2200054"/>
                  </a:lnTo>
                  <a:lnTo>
                    <a:pt x="12757591" y="2177858"/>
                  </a:lnTo>
                  <a:lnTo>
                    <a:pt x="12697087" y="2157160"/>
                  </a:lnTo>
                  <a:lnTo>
                    <a:pt x="12637715" y="2137897"/>
                  </a:lnTo>
                  <a:lnTo>
                    <a:pt x="12579594" y="2120006"/>
                  </a:lnTo>
                  <a:lnTo>
                    <a:pt x="12522842" y="2103422"/>
                  </a:lnTo>
                  <a:lnTo>
                    <a:pt x="12467581" y="2088083"/>
                  </a:lnTo>
                  <a:lnTo>
                    <a:pt x="12413928" y="2073924"/>
                  </a:lnTo>
                  <a:lnTo>
                    <a:pt x="12362004" y="2060883"/>
                  </a:lnTo>
                  <a:lnTo>
                    <a:pt x="12311927" y="2048895"/>
                  </a:lnTo>
                  <a:lnTo>
                    <a:pt x="12263817" y="2037897"/>
                  </a:lnTo>
                  <a:lnTo>
                    <a:pt x="12195602" y="2023118"/>
                  </a:lnTo>
                  <a:lnTo>
                    <a:pt x="12112646" y="2006284"/>
                  </a:lnTo>
                  <a:lnTo>
                    <a:pt x="12007368" y="1985981"/>
                  </a:lnTo>
                  <a:lnTo>
                    <a:pt x="11975523" y="1979440"/>
                  </a:lnTo>
                  <a:lnTo>
                    <a:pt x="11913281" y="1965611"/>
                  </a:lnTo>
                  <a:lnTo>
                    <a:pt x="11852915" y="1950807"/>
                  </a:lnTo>
                  <a:lnTo>
                    <a:pt x="11794357" y="1935055"/>
                  </a:lnTo>
                  <a:lnTo>
                    <a:pt x="11737544" y="1918383"/>
                  </a:lnTo>
                  <a:lnTo>
                    <a:pt x="11682408" y="1900816"/>
                  </a:lnTo>
                  <a:lnTo>
                    <a:pt x="11628883" y="1882384"/>
                  </a:lnTo>
                  <a:lnTo>
                    <a:pt x="11576905" y="1863112"/>
                  </a:lnTo>
                  <a:lnTo>
                    <a:pt x="11526406" y="1843027"/>
                  </a:lnTo>
                  <a:lnTo>
                    <a:pt x="11477321" y="1822158"/>
                  </a:lnTo>
                  <a:lnTo>
                    <a:pt x="11429584" y="1800530"/>
                  </a:lnTo>
                  <a:lnTo>
                    <a:pt x="11383129" y="1778171"/>
                  </a:lnTo>
                  <a:lnTo>
                    <a:pt x="11337890" y="1755109"/>
                  </a:lnTo>
                  <a:lnTo>
                    <a:pt x="11293802" y="1731369"/>
                  </a:lnTo>
                  <a:lnTo>
                    <a:pt x="11250797" y="1706980"/>
                  </a:lnTo>
                  <a:lnTo>
                    <a:pt x="11208812" y="1681968"/>
                  </a:lnTo>
                  <a:lnTo>
                    <a:pt x="11167778" y="1656361"/>
                  </a:lnTo>
                  <a:lnTo>
                    <a:pt x="11127631" y="1630185"/>
                  </a:lnTo>
                  <a:lnTo>
                    <a:pt x="11088305" y="1603468"/>
                  </a:lnTo>
                  <a:lnTo>
                    <a:pt x="11049733" y="1576237"/>
                  </a:lnTo>
                  <a:lnTo>
                    <a:pt x="11011851" y="1548519"/>
                  </a:lnTo>
                  <a:lnTo>
                    <a:pt x="10974591" y="1520340"/>
                  </a:lnTo>
                  <a:lnTo>
                    <a:pt x="10937888" y="1491729"/>
                  </a:lnTo>
                  <a:lnTo>
                    <a:pt x="10901676" y="1462712"/>
                  </a:lnTo>
                  <a:lnTo>
                    <a:pt x="10865889" y="1433316"/>
                  </a:lnTo>
                  <a:lnTo>
                    <a:pt x="10830461" y="1403569"/>
                  </a:lnTo>
                  <a:lnTo>
                    <a:pt x="10777849" y="1358347"/>
                  </a:lnTo>
                  <a:lnTo>
                    <a:pt x="10708341" y="1297075"/>
                  </a:lnTo>
                  <a:lnTo>
                    <a:pt x="10481437" y="1092716"/>
                  </a:lnTo>
                  <a:lnTo>
                    <a:pt x="10409351" y="1029036"/>
                  </a:lnTo>
                  <a:lnTo>
                    <a:pt x="10354008" y="981266"/>
                  </a:lnTo>
                  <a:lnTo>
                    <a:pt x="10316380" y="949466"/>
                  </a:lnTo>
                  <a:lnTo>
                    <a:pt x="10278090" y="917733"/>
                  </a:lnTo>
                  <a:lnTo>
                    <a:pt x="10239072" y="886096"/>
                  </a:lnTo>
                  <a:lnTo>
                    <a:pt x="10199259" y="854582"/>
                  </a:lnTo>
                  <a:lnTo>
                    <a:pt x="10158586" y="823218"/>
                  </a:lnTo>
                  <a:lnTo>
                    <a:pt x="10116987" y="792030"/>
                  </a:lnTo>
                  <a:lnTo>
                    <a:pt x="10074395" y="761046"/>
                  </a:lnTo>
                  <a:lnTo>
                    <a:pt x="10030745" y="730294"/>
                  </a:lnTo>
                  <a:lnTo>
                    <a:pt x="9985972" y="699799"/>
                  </a:lnTo>
                  <a:lnTo>
                    <a:pt x="9940008" y="669589"/>
                  </a:lnTo>
                  <a:lnTo>
                    <a:pt x="9892788" y="639692"/>
                  </a:lnTo>
                  <a:lnTo>
                    <a:pt x="9844247" y="610135"/>
                  </a:lnTo>
                  <a:lnTo>
                    <a:pt x="9794318" y="580943"/>
                  </a:lnTo>
                  <a:lnTo>
                    <a:pt x="9742935" y="552146"/>
                  </a:lnTo>
                  <a:lnTo>
                    <a:pt x="9690033" y="523769"/>
                  </a:lnTo>
                  <a:lnTo>
                    <a:pt x="9635546" y="495840"/>
                  </a:lnTo>
                  <a:lnTo>
                    <a:pt x="9579406" y="468385"/>
                  </a:lnTo>
                  <a:lnTo>
                    <a:pt x="9521550" y="441433"/>
                  </a:lnTo>
                  <a:lnTo>
                    <a:pt x="9461911" y="415010"/>
                  </a:lnTo>
                  <a:lnTo>
                    <a:pt x="9400422" y="389143"/>
                  </a:lnTo>
                  <a:lnTo>
                    <a:pt x="9337018" y="363859"/>
                  </a:lnTo>
                  <a:lnTo>
                    <a:pt x="9271633" y="339186"/>
                  </a:lnTo>
                  <a:lnTo>
                    <a:pt x="9204202" y="315150"/>
                  </a:lnTo>
                  <a:lnTo>
                    <a:pt x="9134657" y="291779"/>
                  </a:lnTo>
                  <a:lnTo>
                    <a:pt x="9062934" y="269100"/>
                  </a:lnTo>
                  <a:lnTo>
                    <a:pt x="9026235" y="258028"/>
                  </a:lnTo>
                  <a:lnTo>
                    <a:pt x="8988966" y="247139"/>
                  </a:lnTo>
                  <a:lnTo>
                    <a:pt x="8951120" y="236437"/>
                  </a:lnTo>
                  <a:lnTo>
                    <a:pt x="8912688" y="225924"/>
                  </a:lnTo>
                  <a:lnTo>
                    <a:pt x="8873662" y="215605"/>
                  </a:lnTo>
                  <a:lnTo>
                    <a:pt x="8834033" y="205483"/>
                  </a:lnTo>
                  <a:lnTo>
                    <a:pt x="8793794" y="195560"/>
                  </a:lnTo>
                  <a:lnTo>
                    <a:pt x="8752936" y="185841"/>
                  </a:lnTo>
                  <a:lnTo>
                    <a:pt x="8711450" y="176329"/>
                  </a:lnTo>
                  <a:lnTo>
                    <a:pt x="8669330" y="167027"/>
                  </a:lnTo>
                  <a:lnTo>
                    <a:pt x="8626566" y="157938"/>
                  </a:lnTo>
                  <a:lnTo>
                    <a:pt x="8583150" y="149066"/>
                  </a:lnTo>
                  <a:lnTo>
                    <a:pt x="8539074" y="140415"/>
                  </a:lnTo>
                  <a:lnTo>
                    <a:pt x="8494330" y="131988"/>
                  </a:lnTo>
                  <a:lnTo>
                    <a:pt x="8448909" y="123787"/>
                  </a:lnTo>
                  <a:lnTo>
                    <a:pt x="8402803" y="115817"/>
                  </a:lnTo>
                  <a:lnTo>
                    <a:pt x="8356005" y="108081"/>
                  </a:lnTo>
                  <a:lnTo>
                    <a:pt x="8308505" y="100582"/>
                  </a:lnTo>
                  <a:lnTo>
                    <a:pt x="8260296" y="93324"/>
                  </a:lnTo>
                  <a:lnTo>
                    <a:pt x="8211369" y="86310"/>
                  </a:lnTo>
                  <a:lnTo>
                    <a:pt x="8161716" y="79544"/>
                  </a:lnTo>
                  <a:lnTo>
                    <a:pt x="8111329" y="73028"/>
                  </a:lnTo>
                  <a:lnTo>
                    <a:pt x="8060199" y="66767"/>
                  </a:lnTo>
                  <a:lnTo>
                    <a:pt x="8008319" y="60763"/>
                  </a:lnTo>
                  <a:lnTo>
                    <a:pt x="7955680" y="55020"/>
                  </a:lnTo>
                  <a:lnTo>
                    <a:pt x="7902273" y="49541"/>
                  </a:lnTo>
                  <a:lnTo>
                    <a:pt x="7848092" y="44331"/>
                  </a:lnTo>
                  <a:lnTo>
                    <a:pt x="7793126" y="39391"/>
                  </a:lnTo>
                  <a:lnTo>
                    <a:pt x="7737369" y="34726"/>
                  </a:lnTo>
                  <a:lnTo>
                    <a:pt x="7680811" y="30339"/>
                  </a:lnTo>
                  <a:lnTo>
                    <a:pt x="7623446" y="26233"/>
                  </a:lnTo>
                  <a:lnTo>
                    <a:pt x="7565263" y="22412"/>
                  </a:lnTo>
                  <a:lnTo>
                    <a:pt x="7506256" y="18879"/>
                  </a:lnTo>
                  <a:lnTo>
                    <a:pt x="7446416" y="15638"/>
                  </a:lnTo>
                  <a:lnTo>
                    <a:pt x="7385734" y="12691"/>
                  </a:lnTo>
                  <a:lnTo>
                    <a:pt x="7324203" y="10043"/>
                  </a:lnTo>
                  <a:lnTo>
                    <a:pt x="7261814" y="7696"/>
                  </a:lnTo>
                  <a:lnTo>
                    <a:pt x="7198559" y="5654"/>
                  </a:lnTo>
                  <a:lnTo>
                    <a:pt x="7134429" y="3921"/>
                  </a:lnTo>
                  <a:lnTo>
                    <a:pt x="7069417" y="2500"/>
                  </a:lnTo>
                  <a:lnTo>
                    <a:pt x="7003515" y="1393"/>
                  </a:lnTo>
                  <a:lnTo>
                    <a:pt x="6936713" y="606"/>
                  </a:lnTo>
                  <a:lnTo>
                    <a:pt x="6869004" y="140"/>
                  </a:lnTo>
                  <a:lnTo>
                    <a:pt x="6800380" y="0"/>
                  </a:lnTo>
                  <a:close/>
                </a:path>
              </a:pathLst>
            </a:custGeom>
            <a:solidFill>
              <a:srgbClr val="DDEC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360309" y="8118068"/>
              <a:ext cx="118110" cy="1322070"/>
            </a:xfrm>
            <a:custGeom>
              <a:avLst/>
              <a:gdLst/>
              <a:ahLst/>
              <a:cxnLst/>
              <a:rect l="l" t="t" r="r" b="b"/>
              <a:pathLst>
                <a:path w="118109" h="1322070">
                  <a:moveTo>
                    <a:pt x="0" y="0"/>
                  </a:moveTo>
                  <a:lnTo>
                    <a:pt x="74845" y="1301813"/>
                  </a:lnTo>
                  <a:lnTo>
                    <a:pt x="96049" y="1321834"/>
                  </a:lnTo>
                  <a:lnTo>
                    <a:pt x="97923" y="1321834"/>
                  </a:lnTo>
                  <a:lnTo>
                    <a:pt x="105679" y="1320243"/>
                  </a:lnTo>
                  <a:lnTo>
                    <a:pt x="111974" y="1315916"/>
                  </a:lnTo>
                  <a:lnTo>
                    <a:pt x="116154" y="1309522"/>
                  </a:lnTo>
                  <a:lnTo>
                    <a:pt x="117567" y="1301729"/>
                  </a:lnTo>
                  <a:lnTo>
                    <a:pt x="87777" y="10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871794" y="8118068"/>
              <a:ext cx="118110" cy="1322070"/>
            </a:xfrm>
            <a:custGeom>
              <a:avLst/>
              <a:gdLst/>
              <a:ahLst/>
              <a:cxnLst/>
              <a:rect l="l" t="t" r="r" b="b"/>
              <a:pathLst>
                <a:path w="118109" h="1322070">
                  <a:moveTo>
                    <a:pt x="0" y="0"/>
                  </a:moveTo>
                  <a:lnTo>
                    <a:pt x="74845" y="1301813"/>
                  </a:lnTo>
                  <a:lnTo>
                    <a:pt x="96049" y="1321834"/>
                  </a:lnTo>
                  <a:lnTo>
                    <a:pt x="97923" y="1321834"/>
                  </a:lnTo>
                  <a:lnTo>
                    <a:pt x="105679" y="1320243"/>
                  </a:lnTo>
                  <a:lnTo>
                    <a:pt x="111974" y="1315916"/>
                  </a:lnTo>
                  <a:lnTo>
                    <a:pt x="116154" y="1309522"/>
                  </a:lnTo>
                  <a:lnTo>
                    <a:pt x="117567" y="1301729"/>
                  </a:lnTo>
                  <a:lnTo>
                    <a:pt x="87766" y="10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79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34916" y="6881272"/>
              <a:ext cx="1491615" cy="2559050"/>
            </a:xfrm>
            <a:custGeom>
              <a:avLst/>
              <a:gdLst/>
              <a:ahLst/>
              <a:cxnLst/>
              <a:rect l="l" t="t" r="r" b="b"/>
              <a:pathLst>
                <a:path w="1491615" h="2559050">
                  <a:moveTo>
                    <a:pt x="117563" y="1236802"/>
                  </a:moveTo>
                  <a:lnTo>
                    <a:pt x="29794" y="1247038"/>
                  </a:lnTo>
                  <a:lnTo>
                    <a:pt x="0" y="2538526"/>
                  </a:lnTo>
                  <a:lnTo>
                    <a:pt x="1397" y="2546324"/>
                  </a:lnTo>
                  <a:lnTo>
                    <a:pt x="5588" y="2552712"/>
                  </a:lnTo>
                  <a:lnTo>
                    <a:pt x="11874" y="2557043"/>
                  </a:lnTo>
                  <a:lnTo>
                    <a:pt x="19634" y="2558631"/>
                  </a:lnTo>
                  <a:lnTo>
                    <a:pt x="21513" y="2558631"/>
                  </a:lnTo>
                  <a:lnTo>
                    <a:pt x="117563" y="1236802"/>
                  </a:lnTo>
                  <a:close/>
                </a:path>
                <a:path w="1491615" h="2559050">
                  <a:moveTo>
                    <a:pt x="1491081" y="281952"/>
                  </a:moveTo>
                  <a:lnTo>
                    <a:pt x="1487385" y="236220"/>
                  </a:lnTo>
                  <a:lnTo>
                    <a:pt x="1476705" y="192836"/>
                  </a:lnTo>
                  <a:lnTo>
                    <a:pt x="1459611" y="152374"/>
                  </a:lnTo>
                  <a:lnTo>
                    <a:pt x="1436674" y="115430"/>
                  </a:lnTo>
                  <a:lnTo>
                    <a:pt x="1408493" y="82588"/>
                  </a:lnTo>
                  <a:lnTo>
                    <a:pt x="1375638" y="54406"/>
                  </a:lnTo>
                  <a:lnTo>
                    <a:pt x="1338694" y="31470"/>
                  </a:lnTo>
                  <a:lnTo>
                    <a:pt x="1298244" y="14376"/>
                  </a:lnTo>
                  <a:lnTo>
                    <a:pt x="1254861" y="3695"/>
                  </a:lnTo>
                  <a:lnTo>
                    <a:pt x="1209116" y="0"/>
                  </a:lnTo>
                  <a:lnTo>
                    <a:pt x="571512" y="0"/>
                  </a:lnTo>
                  <a:lnTo>
                    <a:pt x="525780" y="3695"/>
                  </a:lnTo>
                  <a:lnTo>
                    <a:pt x="482384" y="14376"/>
                  </a:lnTo>
                  <a:lnTo>
                    <a:pt x="441934" y="31470"/>
                  </a:lnTo>
                  <a:lnTo>
                    <a:pt x="404990" y="54406"/>
                  </a:lnTo>
                  <a:lnTo>
                    <a:pt x="372135" y="82588"/>
                  </a:lnTo>
                  <a:lnTo>
                    <a:pt x="343954" y="115430"/>
                  </a:lnTo>
                  <a:lnTo>
                    <a:pt x="321017" y="152374"/>
                  </a:lnTo>
                  <a:lnTo>
                    <a:pt x="303923" y="192836"/>
                  </a:lnTo>
                  <a:lnTo>
                    <a:pt x="293243" y="236220"/>
                  </a:lnTo>
                  <a:lnTo>
                    <a:pt x="289547" y="281952"/>
                  </a:lnTo>
                  <a:lnTo>
                    <a:pt x="289547" y="1200759"/>
                  </a:lnTo>
                  <a:lnTo>
                    <a:pt x="1491081" y="1166939"/>
                  </a:lnTo>
                  <a:lnTo>
                    <a:pt x="1491081" y="281952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710237" y="8048211"/>
              <a:ext cx="1316355" cy="140335"/>
            </a:xfrm>
            <a:custGeom>
              <a:avLst/>
              <a:gdLst/>
              <a:ahLst/>
              <a:cxnLst/>
              <a:rect l="l" t="t" r="r" b="b"/>
              <a:pathLst>
                <a:path w="1316354" h="140334">
                  <a:moveTo>
                    <a:pt x="1315771" y="0"/>
                  </a:moveTo>
                  <a:lnTo>
                    <a:pt x="0" y="0"/>
                  </a:lnTo>
                  <a:lnTo>
                    <a:pt x="0" y="139713"/>
                  </a:lnTo>
                  <a:lnTo>
                    <a:pt x="1264966" y="139713"/>
                  </a:lnTo>
                  <a:lnTo>
                    <a:pt x="1284739" y="135720"/>
                  </a:lnTo>
                  <a:lnTo>
                    <a:pt x="1300888" y="124833"/>
                  </a:lnTo>
                  <a:lnTo>
                    <a:pt x="1311777" y="108685"/>
                  </a:lnTo>
                  <a:lnTo>
                    <a:pt x="1315771" y="88908"/>
                  </a:lnTo>
                  <a:lnTo>
                    <a:pt x="1315771" y="0"/>
                  </a:lnTo>
                  <a:close/>
                </a:path>
              </a:pathLst>
            </a:custGeom>
            <a:solidFill>
              <a:srgbClr val="4179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500101" y="8048211"/>
              <a:ext cx="1056640" cy="140335"/>
            </a:xfrm>
            <a:custGeom>
              <a:avLst/>
              <a:gdLst/>
              <a:ahLst/>
              <a:cxnLst/>
              <a:rect l="l" t="t" r="r" b="b"/>
              <a:pathLst>
                <a:path w="1056640" h="140334">
                  <a:moveTo>
                    <a:pt x="1031183" y="0"/>
                  </a:moveTo>
                  <a:lnTo>
                    <a:pt x="25402" y="0"/>
                  </a:lnTo>
                  <a:lnTo>
                    <a:pt x="15513" y="1996"/>
                  </a:lnTo>
                  <a:lnTo>
                    <a:pt x="7439" y="7439"/>
                  </a:lnTo>
                  <a:lnTo>
                    <a:pt x="1996" y="15513"/>
                  </a:lnTo>
                  <a:lnTo>
                    <a:pt x="0" y="25402"/>
                  </a:lnTo>
                  <a:lnTo>
                    <a:pt x="0" y="114310"/>
                  </a:lnTo>
                  <a:lnTo>
                    <a:pt x="1996" y="124199"/>
                  </a:lnTo>
                  <a:lnTo>
                    <a:pt x="7439" y="132273"/>
                  </a:lnTo>
                  <a:lnTo>
                    <a:pt x="15513" y="137717"/>
                  </a:lnTo>
                  <a:lnTo>
                    <a:pt x="25402" y="139713"/>
                  </a:lnTo>
                  <a:lnTo>
                    <a:pt x="1031183" y="139713"/>
                  </a:lnTo>
                  <a:lnTo>
                    <a:pt x="1041071" y="137717"/>
                  </a:lnTo>
                  <a:lnTo>
                    <a:pt x="1049146" y="132273"/>
                  </a:lnTo>
                  <a:lnTo>
                    <a:pt x="1054589" y="124199"/>
                  </a:lnTo>
                  <a:lnTo>
                    <a:pt x="1056585" y="114310"/>
                  </a:lnTo>
                  <a:lnTo>
                    <a:pt x="1056585" y="25402"/>
                  </a:lnTo>
                  <a:lnTo>
                    <a:pt x="1054589" y="15513"/>
                  </a:lnTo>
                  <a:lnTo>
                    <a:pt x="1049146" y="7439"/>
                  </a:lnTo>
                  <a:lnTo>
                    <a:pt x="1041071" y="1996"/>
                  </a:lnTo>
                  <a:lnTo>
                    <a:pt x="1031183" y="0"/>
                  </a:lnTo>
                  <a:close/>
                </a:path>
              </a:pathLst>
            </a:custGeom>
            <a:solidFill>
              <a:srgbClr val="B1D4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033127" y="3390347"/>
              <a:ext cx="3676015" cy="3173095"/>
            </a:xfrm>
            <a:custGeom>
              <a:avLst/>
              <a:gdLst/>
              <a:ahLst/>
              <a:cxnLst/>
              <a:rect l="l" t="t" r="r" b="b"/>
              <a:pathLst>
                <a:path w="3676015" h="3173095">
                  <a:moveTo>
                    <a:pt x="3675731" y="0"/>
                  </a:moveTo>
                  <a:lnTo>
                    <a:pt x="0" y="0"/>
                  </a:lnTo>
                  <a:lnTo>
                    <a:pt x="0" y="3173034"/>
                  </a:lnTo>
                  <a:lnTo>
                    <a:pt x="3675731" y="3173034"/>
                  </a:lnTo>
                  <a:lnTo>
                    <a:pt x="3675731" y="0"/>
                  </a:lnTo>
                  <a:close/>
                </a:path>
              </a:pathLst>
            </a:custGeom>
            <a:solidFill>
              <a:srgbClr val="4179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03094" y="3443204"/>
              <a:ext cx="3534410" cy="3057525"/>
            </a:xfrm>
            <a:custGeom>
              <a:avLst/>
              <a:gdLst/>
              <a:ahLst/>
              <a:cxnLst/>
              <a:rect l="l" t="t" r="r" b="b"/>
              <a:pathLst>
                <a:path w="3534409" h="3057525">
                  <a:moveTo>
                    <a:pt x="3534279" y="0"/>
                  </a:moveTo>
                  <a:lnTo>
                    <a:pt x="0" y="0"/>
                  </a:lnTo>
                  <a:lnTo>
                    <a:pt x="0" y="3056901"/>
                  </a:lnTo>
                  <a:lnTo>
                    <a:pt x="3534279" y="3056901"/>
                  </a:lnTo>
                  <a:lnTo>
                    <a:pt x="3534279" y="0"/>
                  </a:lnTo>
                  <a:close/>
                </a:path>
              </a:pathLst>
            </a:custGeom>
            <a:solidFill>
              <a:srgbClr val="CCE2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563907" y="3687784"/>
              <a:ext cx="774700" cy="1085850"/>
            </a:xfrm>
            <a:custGeom>
              <a:avLst/>
              <a:gdLst/>
              <a:ahLst/>
              <a:cxnLst/>
              <a:rect l="l" t="t" r="r" b="b"/>
              <a:pathLst>
                <a:path w="774700" h="1085850">
                  <a:moveTo>
                    <a:pt x="774458" y="0"/>
                  </a:moveTo>
                  <a:lnTo>
                    <a:pt x="131325" y="0"/>
                  </a:lnTo>
                  <a:lnTo>
                    <a:pt x="0" y="118373"/>
                  </a:lnTo>
                  <a:lnTo>
                    <a:pt x="0" y="1085453"/>
                  </a:lnTo>
                  <a:lnTo>
                    <a:pt x="774458" y="1085453"/>
                  </a:lnTo>
                  <a:lnTo>
                    <a:pt x="7744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563900" y="3687781"/>
              <a:ext cx="697865" cy="1004569"/>
            </a:xfrm>
            <a:custGeom>
              <a:avLst/>
              <a:gdLst/>
              <a:ahLst/>
              <a:cxnLst/>
              <a:rect l="l" t="t" r="r" b="b"/>
              <a:pathLst>
                <a:path w="697865" h="1004570">
                  <a:moveTo>
                    <a:pt x="131330" y="0"/>
                  </a:moveTo>
                  <a:lnTo>
                    <a:pt x="0" y="118389"/>
                  </a:lnTo>
                  <a:lnTo>
                    <a:pt x="127101" y="118389"/>
                  </a:lnTo>
                  <a:lnTo>
                    <a:pt x="131330" y="0"/>
                  </a:lnTo>
                  <a:close/>
                </a:path>
                <a:path w="697865" h="1004570">
                  <a:moveTo>
                    <a:pt x="511213" y="94132"/>
                  </a:moveTo>
                  <a:lnTo>
                    <a:pt x="263245" y="94132"/>
                  </a:lnTo>
                  <a:lnTo>
                    <a:pt x="263245" y="105943"/>
                  </a:lnTo>
                  <a:lnTo>
                    <a:pt x="511213" y="105943"/>
                  </a:lnTo>
                  <a:lnTo>
                    <a:pt x="511213" y="94132"/>
                  </a:lnTo>
                  <a:close/>
                </a:path>
                <a:path w="697865" h="1004570">
                  <a:moveTo>
                    <a:pt x="569582" y="129552"/>
                  </a:moveTo>
                  <a:lnTo>
                    <a:pt x="204863" y="129552"/>
                  </a:lnTo>
                  <a:lnTo>
                    <a:pt x="204863" y="141363"/>
                  </a:lnTo>
                  <a:lnTo>
                    <a:pt x="569582" y="141363"/>
                  </a:lnTo>
                  <a:lnTo>
                    <a:pt x="569582" y="129552"/>
                  </a:lnTo>
                  <a:close/>
                </a:path>
                <a:path w="697865" h="1004570">
                  <a:moveTo>
                    <a:pt x="697280" y="988809"/>
                  </a:moveTo>
                  <a:lnTo>
                    <a:pt x="91681" y="988809"/>
                  </a:lnTo>
                  <a:lnTo>
                    <a:pt x="91681" y="1003998"/>
                  </a:lnTo>
                  <a:lnTo>
                    <a:pt x="697280" y="1003998"/>
                  </a:lnTo>
                  <a:lnTo>
                    <a:pt x="697280" y="988809"/>
                  </a:lnTo>
                  <a:close/>
                </a:path>
                <a:path w="697865" h="1004570">
                  <a:moveTo>
                    <a:pt x="697280" y="495401"/>
                  </a:moveTo>
                  <a:lnTo>
                    <a:pt x="91681" y="495401"/>
                  </a:lnTo>
                  <a:lnTo>
                    <a:pt x="91681" y="510590"/>
                  </a:lnTo>
                  <a:lnTo>
                    <a:pt x="697280" y="510590"/>
                  </a:lnTo>
                  <a:lnTo>
                    <a:pt x="697280" y="495401"/>
                  </a:lnTo>
                  <a:close/>
                </a:path>
                <a:path w="697865" h="1004570">
                  <a:moveTo>
                    <a:pt x="697280" y="449287"/>
                  </a:moveTo>
                  <a:lnTo>
                    <a:pt x="91681" y="449287"/>
                  </a:lnTo>
                  <a:lnTo>
                    <a:pt x="91681" y="464477"/>
                  </a:lnTo>
                  <a:lnTo>
                    <a:pt x="697280" y="464477"/>
                  </a:lnTo>
                  <a:lnTo>
                    <a:pt x="697280" y="449287"/>
                  </a:lnTo>
                  <a:close/>
                </a:path>
                <a:path w="697865" h="1004570">
                  <a:moveTo>
                    <a:pt x="697280" y="403186"/>
                  </a:moveTo>
                  <a:lnTo>
                    <a:pt x="91681" y="403186"/>
                  </a:lnTo>
                  <a:lnTo>
                    <a:pt x="91681" y="418376"/>
                  </a:lnTo>
                  <a:lnTo>
                    <a:pt x="697280" y="418376"/>
                  </a:lnTo>
                  <a:lnTo>
                    <a:pt x="697280" y="403186"/>
                  </a:lnTo>
                  <a:close/>
                </a:path>
                <a:path w="697865" h="1004570">
                  <a:moveTo>
                    <a:pt x="697280" y="357073"/>
                  </a:moveTo>
                  <a:lnTo>
                    <a:pt x="91681" y="357073"/>
                  </a:lnTo>
                  <a:lnTo>
                    <a:pt x="91681" y="372262"/>
                  </a:lnTo>
                  <a:lnTo>
                    <a:pt x="697280" y="372262"/>
                  </a:lnTo>
                  <a:lnTo>
                    <a:pt x="697280" y="357073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458161" y="5029497"/>
              <a:ext cx="774700" cy="1085850"/>
            </a:xfrm>
            <a:custGeom>
              <a:avLst/>
              <a:gdLst/>
              <a:ahLst/>
              <a:cxnLst/>
              <a:rect l="l" t="t" r="r" b="b"/>
              <a:pathLst>
                <a:path w="774700" h="1085850">
                  <a:moveTo>
                    <a:pt x="774458" y="0"/>
                  </a:moveTo>
                  <a:lnTo>
                    <a:pt x="131325" y="0"/>
                  </a:lnTo>
                  <a:lnTo>
                    <a:pt x="0" y="118383"/>
                  </a:lnTo>
                  <a:lnTo>
                    <a:pt x="0" y="1085464"/>
                  </a:lnTo>
                  <a:lnTo>
                    <a:pt x="774458" y="1085464"/>
                  </a:lnTo>
                  <a:lnTo>
                    <a:pt x="7744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0458158" y="3687793"/>
              <a:ext cx="1211580" cy="2094230"/>
            </a:xfrm>
            <a:custGeom>
              <a:avLst/>
              <a:gdLst/>
              <a:ahLst/>
              <a:cxnLst/>
              <a:rect l="l" t="t" r="r" b="b"/>
              <a:pathLst>
                <a:path w="1211579" h="2094229">
                  <a:moveTo>
                    <a:pt x="131330" y="1341704"/>
                  </a:moveTo>
                  <a:lnTo>
                    <a:pt x="0" y="1460093"/>
                  </a:lnTo>
                  <a:lnTo>
                    <a:pt x="127101" y="1460093"/>
                  </a:lnTo>
                  <a:lnTo>
                    <a:pt x="131330" y="1341704"/>
                  </a:lnTo>
                  <a:close/>
                </a:path>
                <a:path w="1211579" h="2094229">
                  <a:moveTo>
                    <a:pt x="511213" y="1435849"/>
                  </a:moveTo>
                  <a:lnTo>
                    <a:pt x="263245" y="1435849"/>
                  </a:lnTo>
                  <a:lnTo>
                    <a:pt x="263245" y="1447660"/>
                  </a:lnTo>
                  <a:lnTo>
                    <a:pt x="511213" y="1447660"/>
                  </a:lnTo>
                  <a:lnTo>
                    <a:pt x="511213" y="1435849"/>
                  </a:lnTo>
                  <a:close/>
                </a:path>
                <a:path w="1211579" h="2094229">
                  <a:moveTo>
                    <a:pt x="569582" y="1471269"/>
                  </a:moveTo>
                  <a:lnTo>
                    <a:pt x="204863" y="1471269"/>
                  </a:lnTo>
                  <a:lnTo>
                    <a:pt x="204863" y="1483080"/>
                  </a:lnTo>
                  <a:lnTo>
                    <a:pt x="569582" y="1483080"/>
                  </a:lnTo>
                  <a:lnTo>
                    <a:pt x="569582" y="1471269"/>
                  </a:lnTo>
                  <a:close/>
                </a:path>
                <a:path w="1211579" h="2094229">
                  <a:moveTo>
                    <a:pt x="697268" y="2078558"/>
                  </a:moveTo>
                  <a:lnTo>
                    <a:pt x="91668" y="2078558"/>
                  </a:lnTo>
                  <a:lnTo>
                    <a:pt x="91668" y="2093747"/>
                  </a:lnTo>
                  <a:lnTo>
                    <a:pt x="697268" y="2093747"/>
                  </a:lnTo>
                  <a:lnTo>
                    <a:pt x="697268" y="2078558"/>
                  </a:lnTo>
                  <a:close/>
                </a:path>
                <a:path w="1211579" h="2094229">
                  <a:moveTo>
                    <a:pt x="697268" y="2025091"/>
                  </a:moveTo>
                  <a:lnTo>
                    <a:pt x="91668" y="2025091"/>
                  </a:lnTo>
                  <a:lnTo>
                    <a:pt x="91668" y="2040280"/>
                  </a:lnTo>
                  <a:lnTo>
                    <a:pt x="697268" y="2040280"/>
                  </a:lnTo>
                  <a:lnTo>
                    <a:pt x="697268" y="2025091"/>
                  </a:lnTo>
                  <a:close/>
                </a:path>
                <a:path w="1211579" h="2094229">
                  <a:moveTo>
                    <a:pt x="697268" y="1978977"/>
                  </a:moveTo>
                  <a:lnTo>
                    <a:pt x="91668" y="1978977"/>
                  </a:lnTo>
                  <a:lnTo>
                    <a:pt x="91668" y="1994166"/>
                  </a:lnTo>
                  <a:lnTo>
                    <a:pt x="697268" y="1994166"/>
                  </a:lnTo>
                  <a:lnTo>
                    <a:pt x="697268" y="1978977"/>
                  </a:lnTo>
                  <a:close/>
                </a:path>
                <a:path w="1211579" h="2094229">
                  <a:moveTo>
                    <a:pt x="697268" y="1837105"/>
                  </a:moveTo>
                  <a:lnTo>
                    <a:pt x="91668" y="1837105"/>
                  </a:lnTo>
                  <a:lnTo>
                    <a:pt x="91668" y="1852295"/>
                  </a:lnTo>
                  <a:lnTo>
                    <a:pt x="697268" y="1852295"/>
                  </a:lnTo>
                  <a:lnTo>
                    <a:pt x="697268" y="1837105"/>
                  </a:lnTo>
                  <a:close/>
                </a:path>
                <a:path w="1211579" h="2094229">
                  <a:moveTo>
                    <a:pt x="697268" y="1791004"/>
                  </a:moveTo>
                  <a:lnTo>
                    <a:pt x="91668" y="1791004"/>
                  </a:lnTo>
                  <a:lnTo>
                    <a:pt x="91668" y="1806194"/>
                  </a:lnTo>
                  <a:lnTo>
                    <a:pt x="697268" y="1806194"/>
                  </a:lnTo>
                  <a:lnTo>
                    <a:pt x="697268" y="1791004"/>
                  </a:lnTo>
                  <a:close/>
                </a:path>
                <a:path w="1211579" h="2094229">
                  <a:moveTo>
                    <a:pt x="697268" y="1744891"/>
                  </a:moveTo>
                  <a:lnTo>
                    <a:pt x="91668" y="1744891"/>
                  </a:lnTo>
                  <a:lnTo>
                    <a:pt x="91668" y="1760080"/>
                  </a:lnTo>
                  <a:lnTo>
                    <a:pt x="697268" y="1760080"/>
                  </a:lnTo>
                  <a:lnTo>
                    <a:pt x="697268" y="1744891"/>
                  </a:lnTo>
                  <a:close/>
                </a:path>
                <a:path w="1211579" h="2094229">
                  <a:moveTo>
                    <a:pt x="697268" y="1698790"/>
                  </a:moveTo>
                  <a:lnTo>
                    <a:pt x="91668" y="1698790"/>
                  </a:lnTo>
                  <a:lnTo>
                    <a:pt x="91668" y="1713979"/>
                  </a:lnTo>
                  <a:lnTo>
                    <a:pt x="697268" y="1713979"/>
                  </a:lnTo>
                  <a:lnTo>
                    <a:pt x="697268" y="1698790"/>
                  </a:lnTo>
                  <a:close/>
                </a:path>
                <a:path w="1211579" h="2094229">
                  <a:moveTo>
                    <a:pt x="1211503" y="0"/>
                  </a:moveTo>
                  <a:lnTo>
                    <a:pt x="783844" y="0"/>
                  </a:lnTo>
                  <a:lnTo>
                    <a:pt x="783844" y="377012"/>
                  </a:lnTo>
                  <a:lnTo>
                    <a:pt x="1211503" y="377012"/>
                  </a:lnTo>
                  <a:lnTo>
                    <a:pt x="121150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437113" y="3713940"/>
              <a:ext cx="37465" cy="37465"/>
            </a:xfrm>
            <a:custGeom>
              <a:avLst/>
              <a:gdLst/>
              <a:ahLst/>
              <a:cxnLst/>
              <a:rect l="l" t="t" r="r" b="b"/>
              <a:pathLst>
                <a:path w="37465" h="37464">
                  <a:moveTo>
                    <a:pt x="18721" y="0"/>
                  </a:moveTo>
                  <a:lnTo>
                    <a:pt x="11432" y="1471"/>
                  </a:lnTo>
                  <a:lnTo>
                    <a:pt x="5481" y="5485"/>
                  </a:lnTo>
                  <a:lnTo>
                    <a:pt x="1470" y="11436"/>
                  </a:lnTo>
                  <a:lnTo>
                    <a:pt x="0" y="18721"/>
                  </a:lnTo>
                  <a:lnTo>
                    <a:pt x="1470" y="26011"/>
                  </a:lnTo>
                  <a:lnTo>
                    <a:pt x="5481" y="31962"/>
                  </a:lnTo>
                  <a:lnTo>
                    <a:pt x="11432" y="35973"/>
                  </a:lnTo>
                  <a:lnTo>
                    <a:pt x="18721" y="37443"/>
                  </a:lnTo>
                  <a:lnTo>
                    <a:pt x="26011" y="35973"/>
                  </a:lnTo>
                  <a:lnTo>
                    <a:pt x="31962" y="31962"/>
                  </a:lnTo>
                  <a:lnTo>
                    <a:pt x="35973" y="26011"/>
                  </a:lnTo>
                  <a:lnTo>
                    <a:pt x="37443" y="18721"/>
                  </a:lnTo>
                  <a:lnTo>
                    <a:pt x="35973" y="11436"/>
                  </a:lnTo>
                  <a:lnTo>
                    <a:pt x="31962" y="5485"/>
                  </a:lnTo>
                  <a:lnTo>
                    <a:pt x="26011" y="1471"/>
                  </a:lnTo>
                  <a:lnTo>
                    <a:pt x="18721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1229403" y="4183262"/>
              <a:ext cx="453390" cy="406400"/>
            </a:xfrm>
            <a:custGeom>
              <a:avLst/>
              <a:gdLst/>
              <a:ahLst/>
              <a:cxnLst/>
              <a:rect l="l" t="t" r="r" b="b"/>
              <a:pathLst>
                <a:path w="453390" h="406400">
                  <a:moveTo>
                    <a:pt x="426604" y="0"/>
                  </a:moveTo>
                  <a:lnTo>
                    <a:pt x="0" y="29779"/>
                  </a:lnTo>
                  <a:lnTo>
                    <a:pt x="26250" y="405882"/>
                  </a:lnTo>
                  <a:lnTo>
                    <a:pt x="452865" y="376103"/>
                  </a:lnTo>
                  <a:lnTo>
                    <a:pt x="426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1428786" y="4247574"/>
              <a:ext cx="37465" cy="37465"/>
            </a:xfrm>
            <a:custGeom>
              <a:avLst/>
              <a:gdLst/>
              <a:ahLst/>
              <a:cxnLst/>
              <a:rect l="l" t="t" r="r" b="b"/>
              <a:pathLst>
                <a:path w="37465" h="37464">
                  <a:moveTo>
                    <a:pt x="17371" y="0"/>
                  </a:moveTo>
                  <a:lnTo>
                    <a:pt x="10204" y="1976"/>
                  </a:lnTo>
                  <a:lnTo>
                    <a:pt x="4546" y="6392"/>
                  </a:lnTo>
                  <a:lnTo>
                    <a:pt x="959" y="12607"/>
                  </a:lnTo>
                  <a:lnTo>
                    <a:pt x="0" y="19978"/>
                  </a:lnTo>
                  <a:lnTo>
                    <a:pt x="1971" y="27145"/>
                  </a:lnTo>
                  <a:lnTo>
                    <a:pt x="6388" y="32802"/>
                  </a:lnTo>
                  <a:lnTo>
                    <a:pt x="12605" y="36390"/>
                  </a:lnTo>
                  <a:lnTo>
                    <a:pt x="19978" y="37349"/>
                  </a:lnTo>
                  <a:lnTo>
                    <a:pt x="27145" y="35378"/>
                  </a:lnTo>
                  <a:lnTo>
                    <a:pt x="32802" y="30961"/>
                  </a:lnTo>
                  <a:lnTo>
                    <a:pt x="36390" y="24743"/>
                  </a:lnTo>
                  <a:lnTo>
                    <a:pt x="37349" y="17371"/>
                  </a:lnTo>
                  <a:lnTo>
                    <a:pt x="35378" y="10204"/>
                  </a:lnTo>
                  <a:lnTo>
                    <a:pt x="30961" y="4546"/>
                  </a:lnTo>
                  <a:lnTo>
                    <a:pt x="24743" y="959"/>
                  </a:lnTo>
                  <a:lnTo>
                    <a:pt x="1737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808317" y="5572232"/>
              <a:ext cx="453390" cy="406400"/>
            </a:xfrm>
            <a:custGeom>
              <a:avLst/>
              <a:gdLst/>
              <a:ahLst/>
              <a:cxnLst/>
              <a:rect l="l" t="t" r="r" b="b"/>
              <a:pathLst>
                <a:path w="453390" h="406400">
                  <a:moveTo>
                    <a:pt x="426604" y="0"/>
                  </a:moveTo>
                  <a:lnTo>
                    <a:pt x="0" y="29779"/>
                  </a:lnTo>
                  <a:lnTo>
                    <a:pt x="26250" y="405882"/>
                  </a:lnTo>
                  <a:lnTo>
                    <a:pt x="452865" y="376093"/>
                  </a:lnTo>
                  <a:lnTo>
                    <a:pt x="426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007698" y="5636543"/>
              <a:ext cx="37465" cy="37465"/>
            </a:xfrm>
            <a:custGeom>
              <a:avLst/>
              <a:gdLst/>
              <a:ahLst/>
              <a:cxnLst/>
              <a:rect l="l" t="t" r="r" b="b"/>
              <a:pathLst>
                <a:path w="37465" h="37464">
                  <a:moveTo>
                    <a:pt x="17371" y="0"/>
                  </a:moveTo>
                  <a:lnTo>
                    <a:pt x="10204" y="1971"/>
                  </a:lnTo>
                  <a:lnTo>
                    <a:pt x="4546" y="6388"/>
                  </a:lnTo>
                  <a:lnTo>
                    <a:pt x="959" y="12605"/>
                  </a:lnTo>
                  <a:lnTo>
                    <a:pt x="0" y="19978"/>
                  </a:lnTo>
                  <a:lnTo>
                    <a:pt x="1976" y="27145"/>
                  </a:lnTo>
                  <a:lnTo>
                    <a:pt x="6392" y="32803"/>
                  </a:lnTo>
                  <a:lnTo>
                    <a:pt x="12607" y="36394"/>
                  </a:lnTo>
                  <a:lnTo>
                    <a:pt x="19978" y="37360"/>
                  </a:lnTo>
                  <a:lnTo>
                    <a:pt x="27145" y="35382"/>
                  </a:lnTo>
                  <a:lnTo>
                    <a:pt x="32802" y="30962"/>
                  </a:lnTo>
                  <a:lnTo>
                    <a:pt x="36390" y="24744"/>
                  </a:lnTo>
                  <a:lnTo>
                    <a:pt x="37349" y="17371"/>
                  </a:lnTo>
                  <a:lnTo>
                    <a:pt x="35378" y="10204"/>
                  </a:lnTo>
                  <a:lnTo>
                    <a:pt x="30961" y="4546"/>
                  </a:lnTo>
                  <a:lnTo>
                    <a:pt x="24743" y="959"/>
                  </a:lnTo>
                  <a:lnTo>
                    <a:pt x="1737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270542" y="5842804"/>
              <a:ext cx="431800" cy="381635"/>
            </a:xfrm>
            <a:custGeom>
              <a:avLst/>
              <a:gdLst/>
              <a:ahLst/>
              <a:cxnLst/>
              <a:rect l="l" t="t" r="r" b="b"/>
              <a:pathLst>
                <a:path w="431800" h="381635">
                  <a:moveTo>
                    <a:pt x="427630" y="0"/>
                  </a:moveTo>
                  <a:lnTo>
                    <a:pt x="0" y="4387"/>
                  </a:lnTo>
                  <a:lnTo>
                    <a:pt x="3863" y="381381"/>
                  </a:lnTo>
                  <a:lnTo>
                    <a:pt x="431494" y="376993"/>
                  </a:lnTo>
                  <a:lnTo>
                    <a:pt x="4276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466334" y="5894540"/>
              <a:ext cx="37465" cy="37465"/>
            </a:xfrm>
            <a:custGeom>
              <a:avLst/>
              <a:gdLst/>
              <a:ahLst/>
              <a:cxnLst/>
              <a:rect l="l" t="t" r="r" b="b"/>
              <a:pathLst>
                <a:path w="37465" h="37464">
                  <a:moveTo>
                    <a:pt x="18533" y="0"/>
                  </a:moveTo>
                  <a:lnTo>
                    <a:pt x="11258" y="1544"/>
                  </a:lnTo>
                  <a:lnTo>
                    <a:pt x="5348" y="5615"/>
                  </a:lnTo>
                  <a:lnTo>
                    <a:pt x="1396" y="11605"/>
                  </a:lnTo>
                  <a:lnTo>
                    <a:pt x="0" y="18910"/>
                  </a:lnTo>
                  <a:lnTo>
                    <a:pt x="1545" y="26185"/>
                  </a:lnTo>
                  <a:lnTo>
                    <a:pt x="5618" y="32095"/>
                  </a:lnTo>
                  <a:lnTo>
                    <a:pt x="11610" y="36047"/>
                  </a:lnTo>
                  <a:lnTo>
                    <a:pt x="18910" y="37443"/>
                  </a:lnTo>
                  <a:lnTo>
                    <a:pt x="26185" y="35898"/>
                  </a:lnTo>
                  <a:lnTo>
                    <a:pt x="32095" y="31823"/>
                  </a:lnTo>
                  <a:lnTo>
                    <a:pt x="36047" y="25829"/>
                  </a:lnTo>
                  <a:lnTo>
                    <a:pt x="37443" y="18522"/>
                  </a:lnTo>
                  <a:lnTo>
                    <a:pt x="35898" y="11254"/>
                  </a:lnTo>
                  <a:lnTo>
                    <a:pt x="31824" y="5346"/>
                  </a:lnTo>
                  <a:lnTo>
                    <a:pt x="25833" y="1396"/>
                  </a:lnTo>
                  <a:lnTo>
                    <a:pt x="1853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816158" y="4410987"/>
              <a:ext cx="487680" cy="446405"/>
            </a:xfrm>
            <a:custGeom>
              <a:avLst/>
              <a:gdLst/>
              <a:ahLst/>
              <a:cxnLst/>
              <a:rect l="l" t="t" r="r" b="b"/>
              <a:pathLst>
                <a:path w="487679" h="446404">
                  <a:moveTo>
                    <a:pt x="66333" y="0"/>
                  </a:moveTo>
                  <a:lnTo>
                    <a:pt x="0" y="371140"/>
                  </a:lnTo>
                  <a:lnTo>
                    <a:pt x="420981" y="446373"/>
                  </a:lnTo>
                  <a:lnTo>
                    <a:pt x="487304" y="75233"/>
                  </a:lnTo>
                  <a:lnTo>
                    <a:pt x="66333" y="0"/>
                  </a:lnTo>
                  <a:close/>
                </a:path>
              </a:pathLst>
            </a:custGeom>
            <a:solidFill>
              <a:srgbClr val="E5F0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2066385" y="4481279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59" h="35560">
                  <a:moveTo>
                    <a:pt x="11622" y="0"/>
                  </a:moveTo>
                  <a:lnTo>
                    <a:pt x="3162" y="5895"/>
                  </a:lnTo>
                  <a:lnTo>
                    <a:pt x="1581" y="14743"/>
                  </a:lnTo>
                  <a:lnTo>
                    <a:pt x="0" y="23601"/>
                  </a:lnTo>
                  <a:lnTo>
                    <a:pt x="5895" y="32051"/>
                  </a:lnTo>
                  <a:lnTo>
                    <a:pt x="23590" y="35213"/>
                  </a:lnTo>
                  <a:lnTo>
                    <a:pt x="32051" y="29318"/>
                  </a:lnTo>
                  <a:lnTo>
                    <a:pt x="35213" y="11622"/>
                  </a:lnTo>
                  <a:lnTo>
                    <a:pt x="29318" y="3162"/>
                  </a:lnTo>
                  <a:lnTo>
                    <a:pt x="11622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564628" y="4175773"/>
              <a:ext cx="466090" cy="421005"/>
            </a:xfrm>
            <a:custGeom>
              <a:avLst/>
              <a:gdLst/>
              <a:ahLst/>
              <a:cxnLst/>
              <a:rect l="l" t="t" r="r" b="b"/>
              <a:pathLst>
                <a:path w="466090" h="421004">
                  <a:moveTo>
                    <a:pt x="425170" y="0"/>
                  </a:moveTo>
                  <a:lnTo>
                    <a:pt x="0" y="46019"/>
                  </a:lnTo>
                  <a:lnTo>
                    <a:pt x="40564" y="420845"/>
                  </a:lnTo>
                  <a:lnTo>
                    <a:pt x="465734" y="374836"/>
                  </a:lnTo>
                  <a:lnTo>
                    <a:pt x="425170" y="0"/>
                  </a:lnTo>
                  <a:close/>
                </a:path>
              </a:pathLst>
            </a:custGeom>
            <a:solidFill>
              <a:srgbClr val="E5F0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765556" y="4232420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24344" y="0"/>
                  </a:moveTo>
                  <a:lnTo>
                    <a:pt x="6460" y="1926"/>
                  </a:lnTo>
                  <a:lnTo>
                    <a:pt x="0" y="9957"/>
                  </a:lnTo>
                  <a:lnTo>
                    <a:pt x="963" y="18899"/>
                  </a:lnTo>
                  <a:lnTo>
                    <a:pt x="1937" y="27842"/>
                  </a:lnTo>
                  <a:lnTo>
                    <a:pt x="9968" y="34302"/>
                  </a:lnTo>
                  <a:lnTo>
                    <a:pt x="27842" y="32365"/>
                  </a:lnTo>
                  <a:lnTo>
                    <a:pt x="34302" y="24334"/>
                  </a:lnTo>
                  <a:lnTo>
                    <a:pt x="32375" y="6460"/>
                  </a:lnTo>
                  <a:lnTo>
                    <a:pt x="24344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461514" y="5066992"/>
              <a:ext cx="497205" cy="458470"/>
            </a:xfrm>
            <a:custGeom>
              <a:avLst/>
              <a:gdLst/>
              <a:ahLst/>
              <a:cxnLst/>
              <a:rect l="l" t="t" r="r" b="b"/>
              <a:pathLst>
                <a:path w="497204" h="458470">
                  <a:moveTo>
                    <a:pt x="418249" y="0"/>
                  </a:moveTo>
                  <a:lnTo>
                    <a:pt x="0" y="89180"/>
                  </a:lnTo>
                  <a:lnTo>
                    <a:pt x="78625" y="457912"/>
                  </a:lnTo>
                  <a:lnTo>
                    <a:pt x="496874" y="368721"/>
                  </a:lnTo>
                  <a:lnTo>
                    <a:pt x="418249" y="0"/>
                  </a:lnTo>
                  <a:close/>
                </a:path>
              </a:pathLst>
            </a:custGeom>
            <a:solidFill>
              <a:srgbClr val="66BC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665221" y="514536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8881" y="0"/>
                  </a:moveTo>
                  <a:lnTo>
                    <a:pt x="12641" y="110"/>
                  </a:lnTo>
                  <a:lnTo>
                    <a:pt x="6898" y="2551"/>
                  </a:lnTo>
                  <a:lnTo>
                    <a:pt x="2373" y="7169"/>
                  </a:lnTo>
                  <a:lnTo>
                    <a:pt x="0" y="13185"/>
                  </a:lnTo>
                  <a:lnTo>
                    <a:pt x="111" y="19428"/>
                  </a:lnTo>
                  <a:lnTo>
                    <a:pt x="2556" y="25171"/>
                  </a:lnTo>
                  <a:lnTo>
                    <a:pt x="7179" y="29692"/>
                  </a:lnTo>
                  <a:lnTo>
                    <a:pt x="13190" y="32066"/>
                  </a:lnTo>
                  <a:lnTo>
                    <a:pt x="19429" y="31955"/>
                  </a:lnTo>
                  <a:lnTo>
                    <a:pt x="25171" y="29514"/>
                  </a:lnTo>
                  <a:lnTo>
                    <a:pt x="29692" y="24896"/>
                  </a:lnTo>
                  <a:lnTo>
                    <a:pt x="32070" y="18880"/>
                  </a:lnTo>
                  <a:lnTo>
                    <a:pt x="31959" y="12637"/>
                  </a:lnTo>
                  <a:lnTo>
                    <a:pt x="29515" y="6894"/>
                  </a:lnTo>
                  <a:lnTo>
                    <a:pt x="24896" y="2373"/>
                  </a:lnTo>
                  <a:lnTo>
                    <a:pt x="18881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593984" y="3687780"/>
              <a:ext cx="407034" cy="377190"/>
            </a:xfrm>
            <a:custGeom>
              <a:avLst/>
              <a:gdLst/>
              <a:ahLst/>
              <a:cxnLst/>
              <a:rect l="l" t="t" r="r" b="b"/>
              <a:pathLst>
                <a:path w="407034" h="377189">
                  <a:moveTo>
                    <a:pt x="407024" y="0"/>
                  </a:moveTo>
                  <a:lnTo>
                    <a:pt x="112687" y="0"/>
                  </a:lnTo>
                  <a:lnTo>
                    <a:pt x="0" y="103536"/>
                  </a:lnTo>
                  <a:lnTo>
                    <a:pt x="0" y="377014"/>
                  </a:lnTo>
                  <a:lnTo>
                    <a:pt x="407024" y="377014"/>
                  </a:lnTo>
                  <a:lnTo>
                    <a:pt x="407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591800" y="3687781"/>
              <a:ext cx="234315" cy="104139"/>
            </a:xfrm>
            <a:custGeom>
              <a:avLst/>
              <a:gdLst/>
              <a:ahLst/>
              <a:cxnLst/>
              <a:rect l="l" t="t" r="r" b="b"/>
              <a:pathLst>
                <a:path w="234315" h="104139">
                  <a:moveTo>
                    <a:pt x="114871" y="0"/>
                  </a:moveTo>
                  <a:lnTo>
                    <a:pt x="0" y="103543"/>
                  </a:lnTo>
                  <a:lnTo>
                    <a:pt x="111175" y="103543"/>
                  </a:lnTo>
                  <a:lnTo>
                    <a:pt x="114871" y="0"/>
                  </a:lnTo>
                  <a:close/>
                </a:path>
                <a:path w="234315" h="104139">
                  <a:moveTo>
                    <a:pt x="233946" y="27482"/>
                  </a:moveTo>
                  <a:lnTo>
                    <a:pt x="227952" y="21501"/>
                  </a:lnTo>
                  <a:lnTo>
                    <a:pt x="213182" y="21501"/>
                  </a:lnTo>
                  <a:lnTo>
                    <a:pt x="207187" y="27482"/>
                  </a:lnTo>
                  <a:lnTo>
                    <a:pt x="207187" y="34874"/>
                  </a:lnTo>
                  <a:lnTo>
                    <a:pt x="207187" y="42278"/>
                  </a:lnTo>
                  <a:lnTo>
                    <a:pt x="213182" y="48260"/>
                  </a:lnTo>
                  <a:lnTo>
                    <a:pt x="227952" y="48260"/>
                  </a:lnTo>
                  <a:lnTo>
                    <a:pt x="233946" y="42278"/>
                  </a:lnTo>
                  <a:lnTo>
                    <a:pt x="233946" y="27482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1783230" y="5926452"/>
              <a:ext cx="407034" cy="377190"/>
            </a:xfrm>
            <a:custGeom>
              <a:avLst/>
              <a:gdLst/>
              <a:ahLst/>
              <a:cxnLst/>
              <a:rect l="l" t="t" r="r" b="b"/>
              <a:pathLst>
                <a:path w="407034" h="377189">
                  <a:moveTo>
                    <a:pt x="407034" y="0"/>
                  </a:moveTo>
                  <a:lnTo>
                    <a:pt x="112698" y="0"/>
                  </a:lnTo>
                  <a:lnTo>
                    <a:pt x="0" y="103536"/>
                  </a:lnTo>
                  <a:lnTo>
                    <a:pt x="0" y="377014"/>
                  </a:lnTo>
                  <a:lnTo>
                    <a:pt x="407034" y="377014"/>
                  </a:lnTo>
                  <a:lnTo>
                    <a:pt x="4070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1781066" y="5926461"/>
              <a:ext cx="234315" cy="104139"/>
            </a:xfrm>
            <a:custGeom>
              <a:avLst/>
              <a:gdLst/>
              <a:ahLst/>
              <a:cxnLst/>
              <a:rect l="l" t="t" r="r" b="b"/>
              <a:pathLst>
                <a:path w="234315" h="104139">
                  <a:moveTo>
                    <a:pt x="114846" y="0"/>
                  </a:moveTo>
                  <a:lnTo>
                    <a:pt x="0" y="103530"/>
                  </a:lnTo>
                  <a:lnTo>
                    <a:pt x="111163" y="103530"/>
                  </a:lnTo>
                  <a:lnTo>
                    <a:pt x="114846" y="0"/>
                  </a:lnTo>
                  <a:close/>
                </a:path>
                <a:path w="234315" h="104139">
                  <a:moveTo>
                    <a:pt x="233934" y="27482"/>
                  </a:moveTo>
                  <a:lnTo>
                    <a:pt x="227952" y="21488"/>
                  </a:lnTo>
                  <a:lnTo>
                    <a:pt x="213169" y="21488"/>
                  </a:lnTo>
                  <a:lnTo>
                    <a:pt x="207175" y="27482"/>
                  </a:lnTo>
                  <a:lnTo>
                    <a:pt x="207175" y="34874"/>
                  </a:lnTo>
                  <a:lnTo>
                    <a:pt x="207175" y="42265"/>
                  </a:lnTo>
                  <a:lnTo>
                    <a:pt x="213169" y="48260"/>
                  </a:lnTo>
                  <a:lnTo>
                    <a:pt x="227952" y="48260"/>
                  </a:lnTo>
                  <a:lnTo>
                    <a:pt x="233934" y="42265"/>
                  </a:lnTo>
                  <a:lnTo>
                    <a:pt x="233934" y="27482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1968907" y="5383725"/>
              <a:ext cx="407034" cy="377190"/>
            </a:xfrm>
            <a:custGeom>
              <a:avLst/>
              <a:gdLst/>
              <a:ahLst/>
              <a:cxnLst/>
              <a:rect l="l" t="t" r="r" b="b"/>
              <a:pathLst>
                <a:path w="407034" h="377189">
                  <a:moveTo>
                    <a:pt x="407034" y="0"/>
                  </a:moveTo>
                  <a:lnTo>
                    <a:pt x="112698" y="0"/>
                  </a:lnTo>
                  <a:lnTo>
                    <a:pt x="0" y="103536"/>
                  </a:lnTo>
                  <a:lnTo>
                    <a:pt x="0" y="377014"/>
                  </a:lnTo>
                  <a:lnTo>
                    <a:pt x="407034" y="377014"/>
                  </a:lnTo>
                  <a:lnTo>
                    <a:pt x="4070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1966740" y="5383726"/>
              <a:ext cx="234315" cy="104139"/>
            </a:xfrm>
            <a:custGeom>
              <a:avLst/>
              <a:gdLst/>
              <a:ahLst/>
              <a:cxnLst/>
              <a:rect l="l" t="t" r="r" b="b"/>
              <a:pathLst>
                <a:path w="234315" h="104139">
                  <a:moveTo>
                    <a:pt x="114858" y="0"/>
                  </a:moveTo>
                  <a:lnTo>
                    <a:pt x="0" y="103543"/>
                  </a:lnTo>
                  <a:lnTo>
                    <a:pt x="111163" y="103543"/>
                  </a:lnTo>
                  <a:lnTo>
                    <a:pt x="114858" y="0"/>
                  </a:lnTo>
                  <a:close/>
                </a:path>
                <a:path w="234315" h="104139">
                  <a:moveTo>
                    <a:pt x="233946" y="27482"/>
                  </a:moveTo>
                  <a:lnTo>
                    <a:pt x="227952" y="21501"/>
                  </a:lnTo>
                  <a:lnTo>
                    <a:pt x="213169" y="21501"/>
                  </a:lnTo>
                  <a:lnTo>
                    <a:pt x="207175" y="27482"/>
                  </a:lnTo>
                  <a:lnTo>
                    <a:pt x="207175" y="34874"/>
                  </a:lnTo>
                  <a:lnTo>
                    <a:pt x="207175" y="42265"/>
                  </a:lnTo>
                  <a:lnTo>
                    <a:pt x="213169" y="48260"/>
                  </a:lnTo>
                  <a:lnTo>
                    <a:pt x="227952" y="48260"/>
                  </a:lnTo>
                  <a:lnTo>
                    <a:pt x="233946" y="42265"/>
                  </a:lnTo>
                  <a:lnTo>
                    <a:pt x="233946" y="27482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1431765" y="5383725"/>
              <a:ext cx="407034" cy="377190"/>
            </a:xfrm>
            <a:custGeom>
              <a:avLst/>
              <a:gdLst/>
              <a:ahLst/>
              <a:cxnLst/>
              <a:rect l="l" t="t" r="r" b="b"/>
              <a:pathLst>
                <a:path w="407034" h="377189">
                  <a:moveTo>
                    <a:pt x="407034" y="0"/>
                  </a:moveTo>
                  <a:lnTo>
                    <a:pt x="112698" y="0"/>
                  </a:lnTo>
                  <a:lnTo>
                    <a:pt x="0" y="103536"/>
                  </a:lnTo>
                  <a:lnTo>
                    <a:pt x="0" y="377014"/>
                  </a:lnTo>
                  <a:lnTo>
                    <a:pt x="407034" y="377014"/>
                  </a:lnTo>
                  <a:lnTo>
                    <a:pt x="407034" y="0"/>
                  </a:lnTo>
                  <a:close/>
                </a:path>
              </a:pathLst>
            </a:custGeom>
            <a:solidFill>
              <a:srgbClr val="66BC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1429600" y="5383725"/>
              <a:ext cx="114935" cy="104139"/>
            </a:xfrm>
            <a:custGeom>
              <a:avLst/>
              <a:gdLst/>
              <a:ahLst/>
              <a:cxnLst/>
              <a:rect l="l" t="t" r="r" b="b"/>
              <a:pathLst>
                <a:path w="114934" h="104139">
                  <a:moveTo>
                    <a:pt x="114865" y="0"/>
                  </a:moveTo>
                  <a:lnTo>
                    <a:pt x="0" y="103536"/>
                  </a:lnTo>
                  <a:lnTo>
                    <a:pt x="111169" y="103536"/>
                  </a:lnTo>
                  <a:lnTo>
                    <a:pt x="114865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1636780" y="5405217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4">
                  <a:moveTo>
                    <a:pt x="20774" y="0"/>
                  </a:moveTo>
                  <a:lnTo>
                    <a:pt x="5989" y="0"/>
                  </a:lnTo>
                  <a:lnTo>
                    <a:pt x="0" y="5989"/>
                  </a:lnTo>
                  <a:lnTo>
                    <a:pt x="0" y="13381"/>
                  </a:lnTo>
                  <a:lnTo>
                    <a:pt x="0" y="20774"/>
                  </a:lnTo>
                  <a:lnTo>
                    <a:pt x="5989" y="26763"/>
                  </a:lnTo>
                  <a:lnTo>
                    <a:pt x="20774" y="26763"/>
                  </a:lnTo>
                  <a:lnTo>
                    <a:pt x="26763" y="20774"/>
                  </a:lnTo>
                  <a:lnTo>
                    <a:pt x="26763" y="5989"/>
                  </a:lnTo>
                  <a:lnTo>
                    <a:pt x="20774" y="0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2083778" y="3593403"/>
              <a:ext cx="407034" cy="377190"/>
            </a:xfrm>
            <a:custGeom>
              <a:avLst/>
              <a:gdLst/>
              <a:ahLst/>
              <a:cxnLst/>
              <a:rect l="l" t="t" r="r" b="b"/>
              <a:pathLst>
                <a:path w="407034" h="377189">
                  <a:moveTo>
                    <a:pt x="407024" y="0"/>
                  </a:moveTo>
                  <a:lnTo>
                    <a:pt x="112687" y="0"/>
                  </a:lnTo>
                  <a:lnTo>
                    <a:pt x="0" y="103536"/>
                  </a:lnTo>
                  <a:lnTo>
                    <a:pt x="0" y="377014"/>
                  </a:lnTo>
                  <a:lnTo>
                    <a:pt x="407024" y="377014"/>
                  </a:lnTo>
                  <a:lnTo>
                    <a:pt x="407024" y="0"/>
                  </a:lnTo>
                  <a:close/>
                </a:path>
              </a:pathLst>
            </a:custGeom>
            <a:solidFill>
              <a:srgbClr val="66BC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2081604" y="3593403"/>
              <a:ext cx="114935" cy="104139"/>
            </a:xfrm>
            <a:custGeom>
              <a:avLst/>
              <a:gdLst/>
              <a:ahLst/>
              <a:cxnLst/>
              <a:rect l="l" t="t" r="r" b="b"/>
              <a:pathLst>
                <a:path w="114934" h="104139">
                  <a:moveTo>
                    <a:pt x="114865" y="0"/>
                  </a:moveTo>
                  <a:lnTo>
                    <a:pt x="0" y="103536"/>
                  </a:lnTo>
                  <a:lnTo>
                    <a:pt x="111169" y="103536"/>
                  </a:lnTo>
                  <a:lnTo>
                    <a:pt x="114865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2288784" y="3614896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4">
                  <a:moveTo>
                    <a:pt x="20774" y="0"/>
                  </a:moveTo>
                  <a:lnTo>
                    <a:pt x="5989" y="0"/>
                  </a:lnTo>
                  <a:lnTo>
                    <a:pt x="0" y="5989"/>
                  </a:lnTo>
                  <a:lnTo>
                    <a:pt x="0" y="13381"/>
                  </a:lnTo>
                  <a:lnTo>
                    <a:pt x="0" y="20774"/>
                  </a:lnTo>
                  <a:lnTo>
                    <a:pt x="5989" y="26763"/>
                  </a:lnTo>
                  <a:lnTo>
                    <a:pt x="20774" y="26763"/>
                  </a:lnTo>
                  <a:lnTo>
                    <a:pt x="26763" y="20774"/>
                  </a:lnTo>
                  <a:lnTo>
                    <a:pt x="26763" y="5989"/>
                  </a:lnTo>
                  <a:lnTo>
                    <a:pt x="20774" y="0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626911" y="2437071"/>
              <a:ext cx="903605" cy="876935"/>
            </a:xfrm>
            <a:custGeom>
              <a:avLst/>
              <a:gdLst/>
              <a:ahLst/>
              <a:cxnLst/>
              <a:rect l="l" t="t" r="r" b="b"/>
              <a:pathLst>
                <a:path w="903604" h="876935">
                  <a:moveTo>
                    <a:pt x="778562" y="0"/>
                  </a:moveTo>
                  <a:lnTo>
                    <a:pt x="124907" y="0"/>
                  </a:lnTo>
                  <a:lnTo>
                    <a:pt x="76407" y="9855"/>
                  </a:lnTo>
                  <a:lnTo>
                    <a:pt x="36691" y="36691"/>
                  </a:lnTo>
                  <a:lnTo>
                    <a:pt x="9855" y="76407"/>
                  </a:lnTo>
                  <a:lnTo>
                    <a:pt x="0" y="124907"/>
                  </a:lnTo>
                  <a:lnTo>
                    <a:pt x="0" y="751610"/>
                  </a:lnTo>
                  <a:lnTo>
                    <a:pt x="9855" y="800109"/>
                  </a:lnTo>
                  <a:lnTo>
                    <a:pt x="36691" y="839826"/>
                  </a:lnTo>
                  <a:lnTo>
                    <a:pt x="76407" y="866661"/>
                  </a:lnTo>
                  <a:lnTo>
                    <a:pt x="124907" y="876517"/>
                  </a:lnTo>
                  <a:lnTo>
                    <a:pt x="778562" y="876517"/>
                  </a:lnTo>
                  <a:lnTo>
                    <a:pt x="827062" y="866661"/>
                  </a:lnTo>
                  <a:lnTo>
                    <a:pt x="866778" y="839826"/>
                  </a:lnTo>
                  <a:lnTo>
                    <a:pt x="893613" y="800109"/>
                  </a:lnTo>
                  <a:lnTo>
                    <a:pt x="903469" y="751610"/>
                  </a:lnTo>
                  <a:lnTo>
                    <a:pt x="903469" y="124907"/>
                  </a:lnTo>
                  <a:lnTo>
                    <a:pt x="893613" y="76407"/>
                  </a:lnTo>
                  <a:lnTo>
                    <a:pt x="866778" y="36691"/>
                  </a:lnTo>
                  <a:lnTo>
                    <a:pt x="827062" y="9855"/>
                  </a:lnTo>
                  <a:lnTo>
                    <a:pt x="778562" y="0"/>
                  </a:lnTo>
                  <a:close/>
                </a:path>
              </a:pathLst>
            </a:custGeom>
            <a:solidFill>
              <a:srgbClr val="96C5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666048" y="2475044"/>
              <a:ext cx="825500" cy="800735"/>
            </a:xfrm>
            <a:custGeom>
              <a:avLst/>
              <a:gdLst/>
              <a:ahLst/>
              <a:cxnLst/>
              <a:rect l="l" t="t" r="r" b="b"/>
              <a:pathLst>
                <a:path w="825500" h="800735">
                  <a:moveTo>
                    <a:pt x="711109" y="0"/>
                  </a:moveTo>
                  <a:lnTo>
                    <a:pt x="114080" y="0"/>
                  </a:lnTo>
                  <a:lnTo>
                    <a:pt x="69786" y="9002"/>
                  </a:lnTo>
                  <a:lnTo>
                    <a:pt x="33512" y="33513"/>
                  </a:lnTo>
                  <a:lnTo>
                    <a:pt x="9002" y="69790"/>
                  </a:lnTo>
                  <a:lnTo>
                    <a:pt x="0" y="114090"/>
                  </a:lnTo>
                  <a:lnTo>
                    <a:pt x="0" y="686481"/>
                  </a:lnTo>
                  <a:lnTo>
                    <a:pt x="9002" y="730781"/>
                  </a:lnTo>
                  <a:lnTo>
                    <a:pt x="33512" y="767059"/>
                  </a:lnTo>
                  <a:lnTo>
                    <a:pt x="69786" y="791570"/>
                  </a:lnTo>
                  <a:lnTo>
                    <a:pt x="114080" y="800572"/>
                  </a:lnTo>
                  <a:lnTo>
                    <a:pt x="711109" y="800572"/>
                  </a:lnTo>
                  <a:lnTo>
                    <a:pt x="755409" y="791570"/>
                  </a:lnTo>
                  <a:lnTo>
                    <a:pt x="791686" y="767059"/>
                  </a:lnTo>
                  <a:lnTo>
                    <a:pt x="816197" y="730781"/>
                  </a:lnTo>
                  <a:lnTo>
                    <a:pt x="825200" y="686481"/>
                  </a:lnTo>
                  <a:lnTo>
                    <a:pt x="825200" y="114090"/>
                  </a:lnTo>
                  <a:lnTo>
                    <a:pt x="816196" y="69790"/>
                  </a:lnTo>
                  <a:lnTo>
                    <a:pt x="791682" y="33513"/>
                  </a:lnTo>
                  <a:lnTo>
                    <a:pt x="755405" y="9002"/>
                  </a:lnTo>
                  <a:lnTo>
                    <a:pt x="711109" y="0"/>
                  </a:lnTo>
                  <a:close/>
                </a:path>
              </a:pathLst>
            </a:custGeom>
            <a:solidFill>
              <a:srgbClr val="C9E1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7733563" y="2536335"/>
              <a:ext cx="689610" cy="688975"/>
            </a:xfrm>
            <a:custGeom>
              <a:avLst/>
              <a:gdLst/>
              <a:ahLst/>
              <a:cxnLst/>
              <a:rect l="l" t="t" r="r" b="b"/>
              <a:pathLst>
                <a:path w="689609" h="688975">
                  <a:moveTo>
                    <a:pt x="37439" y="325755"/>
                  </a:moveTo>
                  <a:lnTo>
                    <a:pt x="35966" y="318477"/>
                  </a:lnTo>
                  <a:lnTo>
                    <a:pt x="31953" y="312521"/>
                  </a:lnTo>
                  <a:lnTo>
                    <a:pt x="25996" y="308521"/>
                  </a:lnTo>
                  <a:lnTo>
                    <a:pt x="18719" y="307047"/>
                  </a:lnTo>
                  <a:lnTo>
                    <a:pt x="11430" y="308521"/>
                  </a:lnTo>
                  <a:lnTo>
                    <a:pt x="5486" y="312521"/>
                  </a:lnTo>
                  <a:lnTo>
                    <a:pt x="1473" y="318477"/>
                  </a:lnTo>
                  <a:lnTo>
                    <a:pt x="0" y="325755"/>
                  </a:lnTo>
                  <a:lnTo>
                    <a:pt x="1473" y="333044"/>
                  </a:lnTo>
                  <a:lnTo>
                    <a:pt x="5486" y="338988"/>
                  </a:lnTo>
                  <a:lnTo>
                    <a:pt x="11430" y="343001"/>
                  </a:lnTo>
                  <a:lnTo>
                    <a:pt x="18719" y="344474"/>
                  </a:lnTo>
                  <a:lnTo>
                    <a:pt x="25996" y="343001"/>
                  </a:lnTo>
                  <a:lnTo>
                    <a:pt x="31953" y="338988"/>
                  </a:lnTo>
                  <a:lnTo>
                    <a:pt x="35966" y="333044"/>
                  </a:lnTo>
                  <a:lnTo>
                    <a:pt x="37439" y="325755"/>
                  </a:lnTo>
                  <a:close/>
                </a:path>
                <a:path w="689609" h="688975">
                  <a:moveTo>
                    <a:pt x="83388" y="504913"/>
                  </a:moveTo>
                  <a:lnTo>
                    <a:pt x="82016" y="497865"/>
                  </a:lnTo>
                  <a:lnTo>
                    <a:pt x="77914" y="491667"/>
                  </a:lnTo>
                  <a:lnTo>
                    <a:pt x="71716" y="487565"/>
                  </a:lnTo>
                  <a:lnTo>
                    <a:pt x="64668" y="486194"/>
                  </a:lnTo>
                  <a:lnTo>
                    <a:pt x="57632" y="487565"/>
                  </a:lnTo>
                  <a:lnTo>
                    <a:pt x="51435" y="491667"/>
                  </a:lnTo>
                  <a:lnTo>
                    <a:pt x="47332" y="497865"/>
                  </a:lnTo>
                  <a:lnTo>
                    <a:pt x="45961" y="504913"/>
                  </a:lnTo>
                  <a:lnTo>
                    <a:pt x="47332" y="511949"/>
                  </a:lnTo>
                  <a:lnTo>
                    <a:pt x="51435" y="518147"/>
                  </a:lnTo>
                  <a:lnTo>
                    <a:pt x="57632" y="522249"/>
                  </a:lnTo>
                  <a:lnTo>
                    <a:pt x="64668" y="523621"/>
                  </a:lnTo>
                  <a:lnTo>
                    <a:pt x="71716" y="522249"/>
                  </a:lnTo>
                  <a:lnTo>
                    <a:pt x="77914" y="518147"/>
                  </a:lnTo>
                  <a:lnTo>
                    <a:pt x="82016" y="511949"/>
                  </a:lnTo>
                  <a:lnTo>
                    <a:pt x="83388" y="504913"/>
                  </a:lnTo>
                  <a:close/>
                </a:path>
                <a:path w="689609" h="688975">
                  <a:moveTo>
                    <a:pt x="91097" y="166903"/>
                  </a:moveTo>
                  <a:lnTo>
                    <a:pt x="90957" y="159727"/>
                  </a:lnTo>
                  <a:lnTo>
                    <a:pt x="88125" y="153136"/>
                  </a:lnTo>
                  <a:lnTo>
                    <a:pt x="82804" y="147955"/>
                  </a:lnTo>
                  <a:lnTo>
                    <a:pt x="75882" y="145237"/>
                  </a:lnTo>
                  <a:lnTo>
                    <a:pt x="68707" y="145389"/>
                  </a:lnTo>
                  <a:lnTo>
                    <a:pt x="62115" y="148209"/>
                  </a:lnTo>
                  <a:lnTo>
                    <a:pt x="56934" y="153530"/>
                  </a:lnTo>
                  <a:lnTo>
                    <a:pt x="54216" y="160451"/>
                  </a:lnTo>
                  <a:lnTo>
                    <a:pt x="54368" y="167627"/>
                  </a:lnTo>
                  <a:lnTo>
                    <a:pt x="57188" y="174218"/>
                  </a:lnTo>
                  <a:lnTo>
                    <a:pt x="62509" y="179412"/>
                  </a:lnTo>
                  <a:lnTo>
                    <a:pt x="69430" y="182118"/>
                  </a:lnTo>
                  <a:lnTo>
                    <a:pt x="76606" y="181978"/>
                  </a:lnTo>
                  <a:lnTo>
                    <a:pt x="83197" y="179146"/>
                  </a:lnTo>
                  <a:lnTo>
                    <a:pt x="88379" y="173824"/>
                  </a:lnTo>
                  <a:lnTo>
                    <a:pt x="91097" y="166903"/>
                  </a:lnTo>
                  <a:close/>
                </a:path>
                <a:path w="689609" h="688975">
                  <a:moveTo>
                    <a:pt x="200914" y="622731"/>
                  </a:moveTo>
                  <a:lnTo>
                    <a:pt x="199542" y="615696"/>
                  </a:lnTo>
                  <a:lnTo>
                    <a:pt x="195427" y="609498"/>
                  </a:lnTo>
                  <a:lnTo>
                    <a:pt x="189242" y="605396"/>
                  </a:lnTo>
                  <a:lnTo>
                    <a:pt x="182194" y="604024"/>
                  </a:lnTo>
                  <a:lnTo>
                    <a:pt x="175158" y="605396"/>
                  </a:lnTo>
                  <a:lnTo>
                    <a:pt x="168960" y="609498"/>
                  </a:lnTo>
                  <a:lnTo>
                    <a:pt x="164846" y="615696"/>
                  </a:lnTo>
                  <a:lnTo>
                    <a:pt x="163487" y="622731"/>
                  </a:lnTo>
                  <a:lnTo>
                    <a:pt x="164846" y="629780"/>
                  </a:lnTo>
                  <a:lnTo>
                    <a:pt x="168960" y="635977"/>
                  </a:lnTo>
                  <a:lnTo>
                    <a:pt x="175158" y="640080"/>
                  </a:lnTo>
                  <a:lnTo>
                    <a:pt x="182194" y="641451"/>
                  </a:lnTo>
                  <a:lnTo>
                    <a:pt x="189242" y="640080"/>
                  </a:lnTo>
                  <a:lnTo>
                    <a:pt x="195427" y="635977"/>
                  </a:lnTo>
                  <a:lnTo>
                    <a:pt x="199542" y="629780"/>
                  </a:lnTo>
                  <a:lnTo>
                    <a:pt x="200914" y="622731"/>
                  </a:lnTo>
                  <a:close/>
                </a:path>
                <a:path w="689609" h="688975">
                  <a:moveTo>
                    <a:pt x="214426" y="52247"/>
                  </a:moveTo>
                  <a:lnTo>
                    <a:pt x="212178" y="45161"/>
                  </a:lnTo>
                  <a:lnTo>
                    <a:pt x="207352" y="39509"/>
                  </a:lnTo>
                  <a:lnTo>
                    <a:pt x="200964" y="36258"/>
                  </a:lnTo>
                  <a:lnTo>
                    <a:pt x="193814" y="35636"/>
                  </a:lnTo>
                  <a:lnTo>
                    <a:pt x="186740" y="37896"/>
                  </a:lnTo>
                  <a:lnTo>
                    <a:pt x="181076" y="42722"/>
                  </a:lnTo>
                  <a:lnTo>
                    <a:pt x="177825" y="49123"/>
                  </a:lnTo>
                  <a:lnTo>
                    <a:pt x="177203" y="56261"/>
                  </a:lnTo>
                  <a:lnTo>
                    <a:pt x="179463" y="63347"/>
                  </a:lnTo>
                  <a:lnTo>
                    <a:pt x="184289" y="68999"/>
                  </a:lnTo>
                  <a:lnTo>
                    <a:pt x="190677" y="72250"/>
                  </a:lnTo>
                  <a:lnTo>
                    <a:pt x="197827" y="72872"/>
                  </a:lnTo>
                  <a:lnTo>
                    <a:pt x="204914" y="70624"/>
                  </a:lnTo>
                  <a:lnTo>
                    <a:pt x="210566" y="65786"/>
                  </a:lnTo>
                  <a:lnTo>
                    <a:pt x="213817" y="59397"/>
                  </a:lnTo>
                  <a:lnTo>
                    <a:pt x="214426" y="52247"/>
                  </a:lnTo>
                  <a:close/>
                </a:path>
                <a:path w="689609" h="688975">
                  <a:moveTo>
                    <a:pt x="363778" y="670229"/>
                  </a:moveTo>
                  <a:lnTo>
                    <a:pt x="362318" y="662952"/>
                  </a:lnTo>
                  <a:lnTo>
                    <a:pt x="358305" y="657009"/>
                  </a:lnTo>
                  <a:lnTo>
                    <a:pt x="352361" y="652995"/>
                  </a:lnTo>
                  <a:lnTo>
                    <a:pt x="345071" y="651522"/>
                  </a:lnTo>
                  <a:lnTo>
                    <a:pt x="337794" y="652995"/>
                  </a:lnTo>
                  <a:lnTo>
                    <a:pt x="331838" y="657009"/>
                  </a:lnTo>
                  <a:lnTo>
                    <a:pt x="327837" y="662952"/>
                  </a:lnTo>
                  <a:lnTo>
                    <a:pt x="326364" y="670229"/>
                  </a:lnTo>
                  <a:lnTo>
                    <a:pt x="327837" y="677519"/>
                  </a:lnTo>
                  <a:lnTo>
                    <a:pt x="331838" y="683463"/>
                  </a:lnTo>
                  <a:lnTo>
                    <a:pt x="337794" y="687476"/>
                  </a:lnTo>
                  <a:lnTo>
                    <a:pt x="345071" y="688949"/>
                  </a:lnTo>
                  <a:lnTo>
                    <a:pt x="352361" y="687476"/>
                  </a:lnTo>
                  <a:lnTo>
                    <a:pt x="358305" y="683463"/>
                  </a:lnTo>
                  <a:lnTo>
                    <a:pt x="362318" y="677519"/>
                  </a:lnTo>
                  <a:lnTo>
                    <a:pt x="363778" y="670229"/>
                  </a:lnTo>
                  <a:close/>
                </a:path>
                <a:path w="689609" h="688975">
                  <a:moveTo>
                    <a:pt x="363778" y="18719"/>
                  </a:moveTo>
                  <a:lnTo>
                    <a:pt x="362318" y="11430"/>
                  </a:lnTo>
                  <a:lnTo>
                    <a:pt x="358305" y="5486"/>
                  </a:lnTo>
                  <a:lnTo>
                    <a:pt x="352361" y="1473"/>
                  </a:lnTo>
                  <a:lnTo>
                    <a:pt x="345071" y="0"/>
                  </a:lnTo>
                  <a:lnTo>
                    <a:pt x="337794" y="1473"/>
                  </a:lnTo>
                  <a:lnTo>
                    <a:pt x="331838" y="5486"/>
                  </a:lnTo>
                  <a:lnTo>
                    <a:pt x="327837" y="11430"/>
                  </a:lnTo>
                  <a:lnTo>
                    <a:pt x="326364" y="18719"/>
                  </a:lnTo>
                  <a:lnTo>
                    <a:pt x="327837" y="25996"/>
                  </a:lnTo>
                  <a:lnTo>
                    <a:pt x="331838" y="31940"/>
                  </a:lnTo>
                  <a:lnTo>
                    <a:pt x="337794" y="35953"/>
                  </a:lnTo>
                  <a:lnTo>
                    <a:pt x="345071" y="37426"/>
                  </a:lnTo>
                  <a:lnTo>
                    <a:pt x="352361" y="35953"/>
                  </a:lnTo>
                  <a:lnTo>
                    <a:pt x="358305" y="31940"/>
                  </a:lnTo>
                  <a:lnTo>
                    <a:pt x="362318" y="25996"/>
                  </a:lnTo>
                  <a:lnTo>
                    <a:pt x="363778" y="18719"/>
                  </a:lnTo>
                  <a:close/>
                </a:path>
                <a:path w="689609" h="688975">
                  <a:moveTo>
                    <a:pt x="512343" y="56261"/>
                  </a:moveTo>
                  <a:lnTo>
                    <a:pt x="511733" y="49123"/>
                  </a:lnTo>
                  <a:lnTo>
                    <a:pt x="508482" y="42722"/>
                  </a:lnTo>
                  <a:lnTo>
                    <a:pt x="502831" y="37896"/>
                  </a:lnTo>
                  <a:lnTo>
                    <a:pt x="495744" y="35636"/>
                  </a:lnTo>
                  <a:lnTo>
                    <a:pt x="488594" y="36258"/>
                  </a:lnTo>
                  <a:lnTo>
                    <a:pt x="482206" y="39509"/>
                  </a:lnTo>
                  <a:lnTo>
                    <a:pt x="477380" y="45161"/>
                  </a:lnTo>
                  <a:lnTo>
                    <a:pt x="475119" y="52247"/>
                  </a:lnTo>
                  <a:lnTo>
                    <a:pt x="475742" y="59397"/>
                  </a:lnTo>
                  <a:lnTo>
                    <a:pt x="478993" y="65786"/>
                  </a:lnTo>
                  <a:lnTo>
                    <a:pt x="484644" y="70624"/>
                  </a:lnTo>
                  <a:lnTo>
                    <a:pt x="491718" y="72872"/>
                  </a:lnTo>
                  <a:lnTo>
                    <a:pt x="498868" y="72250"/>
                  </a:lnTo>
                  <a:lnTo>
                    <a:pt x="505269" y="68999"/>
                  </a:lnTo>
                  <a:lnTo>
                    <a:pt x="510095" y="63347"/>
                  </a:lnTo>
                  <a:lnTo>
                    <a:pt x="512343" y="56261"/>
                  </a:lnTo>
                  <a:close/>
                </a:path>
                <a:path w="689609" h="688975">
                  <a:moveTo>
                    <a:pt x="526072" y="622731"/>
                  </a:moveTo>
                  <a:lnTo>
                    <a:pt x="524700" y="615696"/>
                  </a:lnTo>
                  <a:lnTo>
                    <a:pt x="520598" y="609498"/>
                  </a:lnTo>
                  <a:lnTo>
                    <a:pt x="514400" y="605396"/>
                  </a:lnTo>
                  <a:lnTo>
                    <a:pt x="507365" y="604024"/>
                  </a:lnTo>
                  <a:lnTo>
                    <a:pt x="500316" y="605396"/>
                  </a:lnTo>
                  <a:lnTo>
                    <a:pt x="494118" y="609498"/>
                  </a:lnTo>
                  <a:lnTo>
                    <a:pt x="490016" y="615696"/>
                  </a:lnTo>
                  <a:lnTo>
                    <a:pt x="488645" y="622731"/>
                  </a:lnTo>
                  <a:lnTo>
                    <a:pt x="490016" y="629780"/>
                  </a:lnTo>
                  <a:lnTo>
                    <a:pt x="494118" y="635977"/>
                  </a:lnTo>
                  <a:lnTo>
                    <a:pt x="500316" y="640080"/>
                  </a:lnTo>
                  <a:lnTo>
                    <a:pt x="507365" y="641451"/>
                  </a:lnTo>
                  <a:lnTo>
                    <a:pt x="514400" y="640080"/>
                  </a:lnTo>
                  <a:lnTo>
                    <a:pt x="520598" y="635977"/>
                  </a:lnTo>
                  <a:lnTo>
                    <a:pt x="524700" y="629780"/>
                  </a:lnTo>
                  <a:lnTo>
                    <a:pt x="526072" y="622731"/>
                  </a:lnTo>
                  <a:close/>
                </a:path>
                <a:path w="689609" h="688975">
                  <a:moveTo>
                    <a:pt x="635342" y="160451"/>
                  </a:moveTo>
                  <a:lnTo>
                    <a:pt x="632625" y="153530"/>
                  </a:lnTo>
                  <a:lnTo>
                    <a:pt x="627443" y="148209"/>
                  </a:lnTo>
                  <a:lnTo>
                    <a:pt x="620852" y="145389"/>
                  </a:lnTo>
                  <a:lnTo>
                    <a:pt x="613676" y="145237"/>
                  </a:lnTo>
                  <a:lnTo>
                    <a:pt x="606755" y="147955"/>
                  </a:lnTo>
                  <a:lnTo>
                    <a:pt x="601433" y="153136"/>
                  </a:lnTo>
                  <a:lnTo>
                    <a:pt x="598601" y="159727"/>
                  </a:lnTo>
                  <a:lnTo>
                    <a:pt x="598462" y="166903"/>
                  </a:lnTo>
                  <a:lnTo>
                    <a:pt x="601167" y="173824"/>
                  </a:lnTo>
                  <a:lnTo>
                    <a:pt x="606361" y="179146"/>
                  </a:lnTo>
                  <a:lnTo>
                    <a:pt x="612952" y="181978"/>
                  </a:lnTo>
                  <a:lnTo>
                    <a:pt x="620128" y="182118"/>
                  </a:lnTo>
                  <a:lnTo>
                    <a:pt x="627049" y="179412"/>
                  </a:lnTo>
                  <a:lnTo>
                    <a:pt x="632371" y="174218"/>
                  </a:lnTo>
                  <a:lnTo>
                    <a:pt x="635190" y="167627"/>
                  </a:lnTo>
                  <a:lnTo>
                    <a:pt x="635342" y="160451"/>
                  </a:lnTo>
                  <a:close/>
                </a:path>
                <a:path w="689609" h="688975">
                  <a:moveTo>
                    <a:pt x="643597" y="504913"/>
                  </a:moveTo>
                  <a:lnTo>
                    <a:pt x="642226" y="497865"/>
                  </a:lnTo>
                  <a:lnTo>
                    <a:pt x="638111" y="491667"/>
                  </a:lnTo>
                  <a:lnTo>
                    <a:pt x="631926" y="487565"/>
                  </a:lnTo>
                  <a:lnTo>
                    <a:pt x="624878" y="486194"/>
                  </a:lnTo>
                  <a:lnTo>
                    <a:pt x="617842" y="487565"/>
                  </a:lnTo>
                  <a:lnTo>
                    <a:pt x="611644" y="491667"/>
                  </a:lnTo>
                  <a:lnTo>
                    <a:pt x="607529" y="497865"/>
                  </a:lnTo>
                  <a:lnTo>
                    <a:pt x="606158" y="504913"/>
                  </a:lnTo>
                  <a:lnTo>
                    <a:pt x="607529" y="511949"/>
                  </a:lnTo>
                  <a:lnTo>
                    <a:pt x="611644" y="518147"/>
                  </a:lnTo>
                  <a:lnTo>
                    <a:pt x="617842" y="522249"/>
                  </a:lnTo>
                  <a:lnTo>
                    <a:pt x="624878" y="523621"/>
                  </a:lnTo>
                  <a:lnTo>
                    <a:pt x="631926" y="522249"/>
                  </a:lnTo>
                  <a:lnTo>
                    <a:pt x="638111" y="518147"/>
                  </a:lnTo>
                  <a:lnTo>
                    <a:pt x="642226" y="511949"/>
                  </a:lnTo>
                  <a:lnTo>
                    <a:pt x="643597" y="504913"/>
                  </a:lnTo>
                  <a:close/>
                </a:path>
                <a:path w="689609" h="688975">
                  <a:moveTo>
                    <a:pt x="689546" y="325755"/>
                  </a:moveTo>
                  <a:lnTo>
                    <a:pt x="688073" y="318477"/>
                  </a:lnTo>
                  <a:lnTo>
                    <a:pt x="684072" y="312521"/>
                  </a:lnTo>
                  <a:lnTo>
                    <a:pt x="678116" y="308521"/>
                  </a:lnTo>
                  <a:lnTo>
                    <a:pt x="670839" y="307047"/>
                  </a:lnTo>
                  <a:lnTo>
                    <a:pt x="663549" y="308521"/>
                  </a:lnTo>
                  <a:lnTo>
                    <a:pt x="657606" y="312521"/>
                  </a:lnTo>
                  <a:lnTo>
                    <a:pt x="653592" y="318477"/>
                  </a:lnTo>
                  <a:lnTo>
                    <a:pt x="652119" y="325755"/>
                  </a:lnTo>
                  <a:lnTo>
                    <a:pt x="653592" y="333044"/>
                  </a:lnTo>
                  <a:lnTo>
                    <a:pt x="657606" y="338988"/>
                  </a:lnTo>
                  <a:lnTo>
                    <a:pt x="663549" y="343001"/>
                  </a:lnTo>
                  <a:lnTo>
                    <a:pt x="670839" y="344474"/>
                  </a:lnTo>
                  <a:lnTo>
                    <a:pt x="678116" y="343001"/>
                  </a:lnTo>
                  <a:lnTo>
                    <a:pt x="684072" y="338988"/>
                  </a:lnTo>
                  <a:lnTo>
                    <a:pt x="688073" y="333044"/>
                  </a:lnTo>
                  <a:lnTo>
                    <a:pt x="689546" y="325755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73599" y="2628286"/>
              <a:ext cx="145043" cy="252515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7708087" y="8121512"/>
              <a:ext cx="118110" cy="1322070"/>
            </a:xfrm>
            <a:custGeom>
              <a:avLst/>
              <a:gdLst/>
              <a:ahLst/>
              <a:cxnLst/>
              <a:rect l="l" t="t" r="r" b="b"/>
              <a:pathLst>
                <a:path w="118109" h="1322070">
                  <a:moveTo>
                    <a:pt x="117567" y="0"/>
                  </a:moveTo>
                  <a:lnTo>
                    <a:pt x="29789" y="10240"/>
                  </a:lnTo>
                  <a:lnTo>
                    <a:pt x="0" y="1301729"/>
                  </a:lnTo>
                  <a:lnTo>
                    <a:pt x="1406" y="1309522"/>
                  </a:lnTo>
                  <a:lnTo>
                    <a:pt x="5584" y="1315916"/>
                  </a:lnTo>
                  <a:lnTo>
                    <a:pt x="11881" y="1320243"/>
                  </a:lnTo>
                  <a:lnTo>
                    <a:pt x="19643" y="1321834"/>
                  </a:lnTo>
                  <a:lnTo>
                    <a:pt x="21517" y="1321834"/>
                  </a:lnTo>
                  <a:lnTo>
                    <a:pt x="1175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196594" y="8121512"/>
              <a:ext cx="118110" cy="1322070"/>
            </a:xfrm>
            <a:custGeom>
              <a:avLst/>
              <a:gdLst/>
              <a:ahLst/>
              <a:cxnLst/>
              <a:rect l="l" t="t" r="r" b="b"/>
              <a:pathLst>
                <a:path w="118109" h="1322070">
                  <a:moveTo>
                    <a:pt x="117577" y="0"/>
                  </a:moveTo>
                  <a:lnTo>
                    <a:pt x="29800" y="10240"/>
                  </a:lnTo>
                  <a:lnTo>
                    <a:pt x="0" y="1301729"/>
                  </a:lnTo>
                  <a:lnTo>
                    <a:pt x="1412" y="1309522"/>
                  </a:lnTo>
                  <a:lnTo>
                    <a:pt x="5594" y="1315916"/>
                  </a:lnTo>
                  <a:lnTo>
                    <a:pt x="11891" y="1320243"/>
                  </a:lnTo>
                  <a:lnTo>
                    <a:pt x="19653" y="1321834"/>
                  </a:lnTo>
                  <a:lnTo>
                    <a:pt x="21528" y="1321834"/>
                  </a:lnTo>
                  <a:lnTo>
                    <a:pt x="117577" y="0"/>
                  </a:lnTo>
                  <a:close/>
                </a:path>
              </a:pathLst>
            </a:custGeom>
            <a:solidFill>
              <a:srgbClr val="4179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159955" y="6884714"/>
              <a:ext cx="1491615" cy="2559050"/>
            </a:xfrm>
            <a:custGeom>
              <a:avLst/>
              <a:gdLst/>
              <a:ahLst/>
              <a:cxnLst/>
              <a:rect l="l" t="t" r="r" b="b"/>
              <a:pathLst>
                <a:path w="1491615" h="2559050">
                  <a:moveTo>
                    <a:pt x="1201521" y="281965"/>
                  </a:moveTo>
                  <a:lnTo>
                    <a:pt x="1197838" y="236220"/>
                  </a:lnTo>
                  <a:lnTo>
                    <a:pt x="1187145" y="192836"/>
                  </a:lnTo>
                  <a:lnTo>
                    <a:pt x="1170051" y="152387"/>
                  </a:lnTo>
                  <a:lnTo>
                    <a:pt x="1147127" y="115443"/>
                  </a:lnTo>
                  <a:lnTo>
                    <a:pt x="1118946" y="82588"/>
                  </a:lnTo>
                  <a:lnTo>
                    <a:pt x="1086091" y="54406"/>
                  </a:lnTo>
                  <a:lnTo>
                    <a:pt x="1049147" y="31470"/>
                  </a:lnTo>
                  <a:lnTo>
                    <a:pt x="1008684" y="14376"/>
                  </a:lnTo>
                  <a:lnTo>
                    <a:pt x="965301" y="3695"/>
                  </a:lnTo>
                  <a:lnTo>
                    <a:pt x="919568" y="0"/>
                  </a:lnTo>
                  <a:lnTo>
                    <a:pt x="281965" y="0"/>
                  </a:lnTo>
                  <a:lnTo>
                    <a:pt x="236220" y="3695"/>
                  </a:lnTo>
                  <a:lnTo>
                    <a:pt x="192836" y="14376"/>
                  </a:lnTo>
                  <a:lnTo>
                    <a:pt x="152387" y="31470"/>
                  </a:lnTo>
                  <a:lnTo>
                    <a:pt x="115443" y="54406"/>
                  </a:lnTo>
                  <a:lnTo>
                    <a:pt x="82588" y="82588"/>
                  </a:lnTo>
                  <a:lnTo>
                    <a:pt x="54406" y="115443"/>
                  </a:lnTo>
                  <a:lnTo>
                    <a:pt x="31470" y="152387"/>
                  </a:lnTo>
                  <a:lnTo>
                    <a:pt x="14376" y="192836"/>
                  </a:lnTo>
                  <a:lnTo>
                    <a:pt x="3695" y="236220"/>
                  </a:lnTo>
                  <a:lnTo>
                    <a:pt x="0" y="281965"/>
                  </a:lnTo>
                  <a:lnTo>
                    <a:pt x="0" y="1166952"/>
                  </a:lnTo>
                  <a:lnTo>
                    <a:pt x="1201521" y="1200759"/>
                  </a:lnTo>
                  <a:lnTo>
                    <a:pt x="1201521" y="281965"/>
                  </a:lnTo>
                  <a:close/>
                </a:path>
                <a:path w="1491615" h="2559050">
                  <a:moveTo>
                    <a:pt x="1491081" y="2538539"/>
                  </a:moveTo>
                  <a:lnTo>
                    <a:pt x="1461300" y="1247038"/>
                  </a:lnTo>
                  <a:lnTo>
                    <a:pt x="1373517" y="1236802"/>
                  </a:lnTo>
                  <a:lnTo>
                    <a:pt x="1448358" y="2538628"/>
                  </a:lnTo>
                  <a:lnTo>
                    <a:pt x="1450365" y="2546489"/>
                  </a:lnTo>
                  <a:lnTo>
                    <a:pt x="1454988" y="2552852"/>
                  </a:lnTo>
                  <a:lnTo>
                    <a:pt x="1461592" y="2557094"/>
                  </a:lnTo>
                  <a:lnTo>
                    <a:pt x="1469567" y="2558643"/>
                  </a:lnTo>
                  <a:lnTo>
                    <a:pt x="1471434" y="2558643"/>
                  </a:lnTo>
                  <a:lnTo>
                    <a:pt x="1479194" y="2557043"/>
                  </a:lnTo>
                  <a:lnTo>
                    <a:pt x="1485493" y="2552725"/>
                  </a:lnTo>
                  <a:lnTo>
                    <a:pt x="1489671" y="2546324"/>
                  </a:lnTo>
                  <a:lnTo>
                    <a:pt x="1491081" y="253853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159958" y="8051660"/>
              <a:ext cx="1316355" cy="140335"/>
            </a:xfrm>
            <a:custGeom>
              <a:avLst/>
              <a:gdLst/>
              <a:ahLst/>
              <a:cxnLst/>
              <a:rect l="l" t="t" r="r" b="b"/>
              <a:pathLst>
                <a:path w="1316354" h="140334">
                  <a:moveTo>
                    <a:pt x="1315771" y="0"/>
                  </a:moveTo>
                  <a:lnTo>
                    <a:pt x="0" y="0"/>
                  </a:lnTo>
                  <a:lnTo>
                    <a:pt x="0" y="88908"/>
                  </a:lnTo>
                  <a:lnTo>
                    <a:pt x="3993" y="108685"/>
                  </a:lnTo>
                  <a:lnTo>
                    <a:pt x="14883" y="124833"/>
                  </a:lnTo>
                  <a:lnTo>
                    <a:pt x="31032" y="135720"/>
                  </a:lnTo>
                  <a:lnTo>
                    <a:pt x="50804" y="139713"/>
                  </a:lnTo>
                  <a:lnTo>
                    <a:pt x="1315771" y="139713"/>
                  </a:lnTo>
                  <a:lnTo>
                    <a:pt x="1315771" y="0"/>
                  </a:lnTo>
                  <a:close/>
                </a:path>
              </a:pathLst>
            </a:custGeom>
            <a:solidFill>
              <a:srgbClr val="4179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629273" y="8051660"/>
              <a:ext cx="1056640" cy="140335"/>
            </a:xfrm>
            <a:custGeom>
              <a:avLst/>
              <a:gdLst/>
              <a:ahLst/>
              <a:cxnLst/>
              <a:rect l="l" t="t" r="r" b="b"/>
              <a:pathLst>
                <a:path w="1056640" h="140334">
                  <a:moveTo>
                    <a:pt x="1031183" y="0"/>
                  </a:moveTo>
                  <a:lnTo>
                    <a:pt x="25402" y="0"/>
                  </a:lnTo>
                  <a:lnTo>
                    <a:pt x="15513" y="1996"/>
                  </a:lnTo>
                  <a:lnTo>
                    <a:pt x="7439" y="7439"/>
                  </a:lnTo>
                  <a:lnTo>
                    <a:pt x="1996" y="15513"/>
                  </a:lnTo>
                  <a:lnTo>
                    <a:pt x="0" y="25402"/>
                  </a:lnTo>
                  <a:lnTo>
                    <a:pt x="0" y="114310"/>
                  </a:lnTo>
                  <a:lnTo>
                    <a:pt x="1996" y="124199"/>
                  </a:lnTo>
                  <a:lnTo>
                    <a:pt x="7439" y="132273"/>
                  </a:lnTo>
                  <a:lnTo>
                    <a:pt x="15513" y="137717"/>
                  </a:lnTo>
                  <a:lnTo>
                    <a:pt x="25402" y="139713"/>
                  </a:lnTo>
                  <a:lnTo>
                    <a:pt x="1031183" y="139713"/>
                  </a:lnTo>
                  <a:lnTo>
                    <a:pt x="1041071" y="137717"/>
                  </a:lnTo>
                  <a:lnTo>
                    <a:pt x="1049146" y="132273"/>
                  </a:lnTo>
                  <a:lnTo>
                    <a:pt x="1054589" y="124199"/>
                  </a:lnTo>
                  <a:lnTo>
                    <a:pt x="1056585" y="114310"/>
                  </a:lnTo>
                  <a:lnTo>
                    <a:pt x="1056585" y="25402"/>
                  </a:lnTo>
                  <a:lnTo>
                    <a:pt x="1054589" y="15513"/>
                  </a:lnTo>
                  <a:lnTo>
                    <a:pt x="1049146" y="7439"/>
                  </a:lnTo>
                  <a:lnTo>
                    <a:pt x="1041071" y="1996"/>
                  </a:lnTo>
                  <a:lnTo>
                    <a:pt x="103118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8029413" y="6802773"/>
              <a:ext cx="1108075" cy="637540"/>
            </a:xfrm>
            <a:custGeom>
              <a:avLst/>
              <a:gdLst/>
              <a:ahLst/>
              <a:cxnLst/>
              <a:rect l="l" t="t" r="r" b="b"/>
              <a:pathLst>
                <a:path w="1108075" h="637540">
                  <a:moveTo>
                    <a:pt x="1107673" y="0"/>
                  </a:moveTo>
                  <a:lnTo>
                    <a:pt x="257468" y="0"/>
                  </a:lnTo>
                  <a:lnTo>
                    <a:pt x="0" y="636985"/>
                  </a:lnTo>
                  <a:lnTo>
                    <a:pt x="851523" y="636985"/>
                  </a:lnTo>
                  <a:lnTo>
                    <a:pt x="1107673" y="0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766479" y="7414937"/>
              <a:ext cx="1124585" cy="25400"/>
            </a:xfrm>
            <a:custGeom>
              <a:avLst/>
              <a:gdLst/>
              <a:ahLst/>
              <a:cxnLst/>
              <a:rect l="l" t="t" r="r" b="b"/>
              <a:pathLst>
                <a:path w="1124584" h="25400">
                  <a:moveTo>
                    <a:pt x="1124436" y="0"/>
                  </a:moveTo>
                  <a:lnTo>
                    <a:pt x="0" y="0"/>
                  </a:lnTo>
                  <a:lnTo>
                    <a:pt x="0" y="24826"/>
                  </a:lnTo>
                  <a:lnTo>
                    <a:pt x="1114458" y="24826"/>
                  </a:lnTo>
                  <a:lnTo>
                    <a:pt x="112443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83557" y="7080723"/>
              <a:ext cx="83763" cy="81086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7576731" y="7445584"/>
              <a:ext cx="5113655" cy="2021839"/>
            </a:xfrm>
            <a:custGeom>
              <a:avLst/>
              <a:gdLst/>
              <a:ahLst/>
              <a:cxnLst/>
              <a:rect l="l" t="t" r="r" b="b"/>
              <a:pathLst>
                <a:path w="5113655" h="2021840">
                  <a:moveTo>
                    <a:pt x="5113515" y="39674"/>
                  </a:moveTo>
                  <a:lnTo>
                    <a:pt x="5110391" y="24231"/>
                  </a:lnTo>
                  <a:lnTo>
                    <a:pt x="5101895" y="11620"/>
                  </a:lnTo>
                  <a:lnTo>
                    <a:pt x="5089283" y="3124"/>
                  </a:lnTo>
                  <a:lnTo>
                    <a:pt x="5073853" y="0"/>
                  </a:lnTo>
                  <a:lnTo>
                    <a:pt x="39674" y="0"/>
                  </a:lnTo>
                  <a:lnTo>
                    <a:pt x="24231" y="3124"/>
                  </a:lnTo>
                  <a:lnTo>
                    <a:pt x="11620" y="11620"/>
                  </a:lnTo>
                  <a:lnTo>
                    <a:pt x="3124" y="24231"/>
                  </a:lnTo>
                  <a:lnTo>
                    <a:pt x="0" y="39674"/>
                  </a:lnTo>
                  <a:lnTo>
                    <a:pt x="0" y="178536"/>
                  </a:lnTo>
                  <a:lnTo>
                    <a:pt x="3124" y="193979"/>
                  </a:lnTo>
                  <a:lnTo>
                    <a:pt x="11620" y="206590"/>
                  </a:lnTo>
                  <a:lnTo>
                    <a:pt x="24231" y="215087"/>
                  </a:lnTo>
                  <a:lnTo>
                    <a:pt x="39674" y="218211"/>
                  </a:lnTo>
                  <a:lnTo>
                    <a:pt x="204177" y="218211"/>
                  </a:lnTo>
                  <a:lnTo>
                    <a:pt x="165506" y="1993201"/>
                  </a:lnTo>
                  <a:lnTo>
                    <a:pt x="167373" y="2004110"/>
                  </a:lnTo>
                  <a:lnTo>
                    <a:pt x="172897" y="2013064"/>
                  </a:lnTo>
                  <a:lnTo>
                    <a:pt x="181229" y="2019122"/>
                  </a:lnTo>
                  <a:lnTo>
                    <a:pt x="191490" y="2021357"/>
                  </a:lnTo>
                  <a:lnTo>
                    <a:pt x="193967" y="2021357"/>
                  </a:lnTo>
                  <a:lnTo>
                    <a:pt x="221996" y="1993315"/>
                  </a:lnTo>
                  <a:lnTo>
                    <a:pt x="318401" y="218211"/>
                  </a:lnTo>
                  <a:lnTo>
                    <a:pt x="4775644" y="218211"/>
                  </a:lnTo>
                  <a:lnTo>
                    <a:pt x="4872050" y="1993315"/>
                  </a:lnTo>
                  <a:lnTo>
                    <a:pt x="4900079" y="2021357"/>
                  </a:lnTo>
                  <a:lnTo>
                    <a:pt x="4902568" y="2021357"/>
                  </a:lnTo>
                  <a:lnTo>
                    <a:pt x="4912830" y="2019122"/>
                  </a:lnTo>
                  <a:lnTo>
                    <a:pt x="4921148" y="2013064"/>
                  </a:lnTo>
                  <a:lnTo>
                    <a:pt x="4926673" y="2004110"/>
                  </a:lnTo>
                  <a:lnTo>
                    <a:pt x="4928540" y="1993201"/>
                  </a:lnTo>
                  <a:lnTo>
                    <a:pt x="4889868" y="218211"/>
                  </a:lnTo>
                  <a:lnTo>
                    <a:pt x="5073853" y="218211"/>
                  </a:lnTo>
                  <a:lnTo>
                    <a:pt x="5089283" y="215087"/>
                  </a:lnTo>
                  <a:lnTo>
                    <a:pt x="5101895" y="206590"/>
                  </a:lnTo>
                  <a:lnTo>
                    <a:pt x="5110391" y="193979"/>
                  </a:lnTo>
                  <a:lnTo>
                    <a:pt x="5113515" y="178549"/>
                  </a:lnTo>
                  <a:lnTo>
                    <a:pt x="5113515" y="39674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864535" y="6808603"/>
              <a:ext cx="1370965" cy="637540"/>
            </a:xfrm>
            <a:custGeom>
              <a:avLst/>
              <a:gdLst/>
              <a:ahLst/>
              <a:cxnLst/>
              <a:rect l="l" t="t" r="r" b="b"/>
              <a:pathLst>
                <a:path w="1370965" h="637540">
                  <a:moveTo>
                    <a:pt x="1370609" y="612165"/>
                  </a:moveTo>
                  <a:lnTo>
                    <a:pt x="1097622" y="612165"/>
                  </a:lnTo>
                  <a:lnTo>
                    <a:pt x="850201" y="0"/>
                  </a:lnTo>
                  <a:lnTo>
                    <a:pt x="0" y="0"/>
                  </a:lnTo>
                  <a:lnTo>
                    <a:pt x="256146" y="636993"/>
                  </a:lnTo>
                  <a:lnTo>
                    <a:pt x="1107668" y="636993"/>
                  </a:lnTo>
                  <a:lnTo>
                    <a:pt x="1370609" y="636981"/>
                  </a:lnTo>
                  <a:lnTo>
                    <a:pt x="1370609" y="612165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34308" y="7086548"/>
              <a:ext cx="83762" cy="81086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2224133" y="9435005"/>
              <a:ext cx="15655925" cy="37465"/>
            </a:xfrm>
            <a:custGeom>
              <a:avLst/>
              <a:gdLst/>
              <a:ahLst/>
              <a:cxnLst/>
              <a:rect l="l" t="t" r="r" b="b"/>
              <a:pathLst>
                <a:path w="15655925" h="37465">
                  <a:moveTo>
                    <a:pt x="15647827" y="0"/>
                  </a:moveTo>
                  <a:lnTo>
                    <a:pt x="7999" y="0"/>
                  </a:lnTo>
                  <a:lnTo>
                    <a:pt x="0" y="7130"/>
                  </a:lnTo>
                  <a:lnTo>
                    <a:pt x="0" y="29873"/>
                  </a:lnTo>
                  <a:lnTo>
                    <a:pt x="7999" y="37004"/>
                  </a:lnTo>
                  <a:lnTo>
                    <a:pt x="15647827" y="37004"/>
                  </a:lnTo>
                  <a:lnTo>
                    <a:pt x="15655837" y="29873"/>
                  </a:lnTo>
                  <a:lnTo>
                    <a:pt x="15655837" y="15790"/>
                  </a:lnTo>
                  <a:lnTo>
                    <a:pt x="15655837" y="7130"/>
                  </a:lnTo>
                  <a:lnTo>
                    <a:pt x="15647827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760518" y="1308599"/>
            <a:ext cx="14710410" cy="8846185"/>
            <a:chOff x="2760518" y="1308599"/>
            <a:chExt cx="14710410" cy="884618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0518" y="1308599"/>
              <a:ext cx="14710002" cy="884568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4998847" y="6986479"/>
              <a:ext cx="9744710" cy="2769870"/>
            </a:xfrm>
            <a:custGeom>
              <a:avLst/>
              <a:gdLst/>
              <a:ahLst/>
              <a:cxnLst/>
              <a:rect l="l" t="t" r="r" b="b"/>
              <a:pathLst>
                <a:path w="9744710" h="2769870">
                  <a:moveTo>
                    <a:pt x="9744545" y="93840"/>
                  </a:moveTo>
                  <a:lnTo>
                    <a:pt x="9737179" y="57315"/>
                  </a:lnTo>
                  <a:lnTo>
                    <a:pt x="9717075" y="27482"/>
                  </a:lnTo>
                  <a:lnTo>
                    <a:pt x="9687242" y="7378"/>
                  </a:lnTo>
                  <a:lnTo>
                    <a:pt x="9650730" y="0"/>
                  </a:lnTo>
                  <a:lnTo>
                    <a:pt x="93840" y="0"/>
                  </a:lnTo>
                  <a:lnTo>
                    <a:pt x="57315" y="7378"/>
                  </a:lnTo>
                  <a:lnTo>
                    <a:pt x="27482" y="27482"/>
                  </a:lnTo>
                  <a:lnTo>
                    <a:pt x="7378" y="57315"/>
                  </a:lnTo>
                  <a:lnTo>
                    <a:pt x="0" y="93840"/>
                  </a:lnTo>
                  <a:lnTo>
                    <a:pt x="7378" y="130352"/>
                  </a:lnTo>
                  <a:lnTo>
                    <a:pt x="27482" y="160172"/>
                  </a:lnTo>
                  <a:lnTo>
                    <a:pt x="57315" y="180276"/>
                  </a:lnTo>
                  <a:lnTo>
                    <a:pt x="93840" y="187655"/>
                  </a:lnTo>
                  <a:lnTo>
                    <a:pt x="620547" y="187655"/>
                  </a:lnTo>
                  <a:lnTo>
                    <a:pt x="84264" y="2741320"/>
                  </a:lnTo>
                  <a:lnTo>
                    <a:pt x="84137" y="2751683"/>
                  </a:lnTo>
                  <a:lnTo>
                    <a:pt x="88480" y="2760624"/>
                  </a:lnTo>
                  <a:lnTo>
                    <a:pt x="96278" y="2766911"/>
                  </a:lnTo>
                  <a:lnTo>
                    <a:pt x="106565" y="2769273"/>
                  </a:lnTo>
                  <a:lnTo>
                    <a:pt x="152806" y="2769273"/>
                  </a:lnTo>
                  <a:lnTo>
                    <a:pt x="790613" y="187655"/>
                  </a:lnTo>
                  <a:lnTo>
                    <a:pt x="9650730" y="187655"/>
                  </a:lnTo>
                  <a:lnTo>
                    <a:pt x="9687242" y="180276"/>
                  </a:lnTo>
                  <a:lnTo>
                    <a:pt x="9717075" y="160172"/>
                  </a:lnTo>
                  <a:lnTo>
                    <a:pt x="9737179" y="130352"/>
                  </a:lnTo>
                  <a:lnTo>
                    <a:pt x="9744545" y="9384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269496" y="5900319"/>
              <a:ext cx="1685925" cy="1082675"/>
            </a:xfrm>
            <a:custGeom>
              <a:avLst/>
              <a:gdLst/>
              <a:ahLst/>
              <a:cxnLst/>
              <a:rect l="l" t="t" r="r" b="b"/>
              <a:pathLst>
                <a:path w="1685925" h="1082675">
                  <a:moveTo>
                    <a:pt x="1626337" y="0"/>
                  </a:moveTo>
                  <a:lnTo>
                    <a:pt x="1593951" y="21339"/>
                  </a:lnTo>
                  <a:lnTo>
                    <a:pt x="1174864" y="1004953"/>
                  </a:lnTo>
                  <a:lnTo>
                    <a:pt x="71254" y="1004953"/>
                  </a:lnTo>
                  <a:lnTo>
                    <a:pt x="33967" y="1020569"/>
                  </a:lnTo>
                  <a:lnTo>
                    <a:pt x="0" y="1077422"/>
                  </a:lnTo>
                  <a:lnTo>
                    <a:pt x="2910" y="1082385"/>
                  </a:lnTo>
                  <a:lnTo>
                    <a:pt x="1179105" y="1082385"/>
                  </a:lnTo>
                  <a:lnTo>
                    <a:pt x="1189459" y="1081626"/>
                  </a:lnTo>
                  <a:lnTo>
                    <a:pt x="1226476" y="1064278"/>
                  </a:lnTo>
                  <a:lnTo>
                    <a:pt x="1685393" y="5214"/>
                  </a:lnTo>
                  <a:lnTo>
                    <a:pt x="1682032" y="125"/>
                  </a:lnTo>
                  <a:lnTo>
                    <a:pt x="1626337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754208" y="5626703"/>
              <a:ext cx="1101725" cy="843280"/>
            </a:xfrm>
            <a:custGeom>
              <a:avLst/>
              <a:gdLst/>
              <a:ahLst/>
              <a:cxnLst/>
              <a:rect l="l" t="t" r="r" b="b"/>
              <a:pathLst>
                <a:path w="1101725" h="843279">
                  <a:moveTo>
                    <a:pt x="846099" y="200914"/>
                  </a:moveTo>
                  <a:lnTo>
                    <a:pt x="807148" y="233527"/>
                  </a:lnTo>
                  <a:lnTo>
                    <a:pt x="773074" y="273570"/>
                  </a:lnTo>
                  <a:lnTo>
                    <a:pt x="740562" y="316268"/>
                  </a:lnTo>
                  <a:lnTo>
                    <a:pt x="710095" y="360768"/>
                  </a:lnTo>
                  <a:lnTo>
                    <a:pt x="682180" y="406247"/>
                  </a:lnTo>
                  <a:lnTo>
                    <a:pt x="657352" y="451891"/>
                  </a:lnTo>
                  <a:lnTo>
                    <a:pt x="636092" y="496874"/>
                  </a:lnTo>
                  <a:lnTo>
                    <a:pt x="618909" y="540346"/>
                  </a:lnTo>
                  <a:lnTo>
                    <a:pt x="611708" y="563892"/>
                  </a:lnTo>
                  <a:lnTo>
                    <a:pt x="611835" y="551967"/>
                  </a:lnTo>
                  <a:lnTo>
                    <a:pt x="610641" y="492963"/>
                  </a:lnTo>
                  <a:lnTo>
                    <a:pt x="607441" y="432206"/>
                  </a:lnTo>
                  <a:lnTo>
                    <a:pt x="603821" y="388581"/>
                  </a:lnTo>
                  <a:lnTo>
                    <a:pt x="598639" y="341972"/>
                  </a:lnTo>
                  <a:lnTo>
                    <a:pt x="591642" y="293166"/>
                  </a:lnTo>
                  <a:lnTo>
                    <a:pt x="582561" y="243001"/>
                  </a:lnTo>
                  <a:lnTo>
                    <a:pt x="571131" y="192278"/>
                  </a:lnTo>
                  <a:lnTo>
                    <a:pt x="557110" y="141808"/>
                  </a:lnTo>
                  <a:lnTo>
                    <a:pt x="540219" y="92392"/>
                  </a:lnTo>
                  <a:lnTo>
                    <a:pt x="520192" y="44856"/>
                  </a:lnTo>
                  <a:lnTo>
                    <a:pt x="496785" y="0"/>
                  </a:lnTo>
                  <a:lnTo>
                    <a:pt x="492023" y="2794"/>
                  </a:lnTo>
                  <a:lnTo>
                    <a:pt x="513283" y="43256"/>
                  </a:lnTo>
                  <a:lnTo>
                    <a:pt x="532066" y="87007"/>
                  </a:lnTo>
                  <a:lnTo>
                    <a:pt x="548474" y="133591"/>
                  </a:lnTo>
                  <a:lnTo>
                    <a:pt x="562622" y="182575"/>
                  </a:lnTo>
                  <a:lnTo>
                    <a:pt x="574586" y="233489"/>
                  </a:lnTo>
                  <a:lnTo>
                    <a:pt x="584479" y="285915"/>
                  </a:lnTo>
                  <a:lnTo>
                    <a:pt x="592404" y="339394"/>
                  </a:lnTo>
                  <a:lnTo>
                    <a:pt x="598449" y="393471"/>
                  </a:lnTo>
                  <a:lnTo>
                    <a:pt x="602729" y="447713"/>
                  </a:lnTo>
                  <a:lnTo>
                    <a:pt x="605332" y="501662"/>
                  </a:lnTo>
                  <a:lnTo>
                    <a:pt x="606361" y="554888"/>
                  </a:lnTo>
                  <a:lnTo>
                    <a:pt x="605929" y="606945"/>
                  </a:lnTo>
                  <a:lnTo>
                    <a:pt x="604126" y="657364"/>
                  </a:lnTo>
                  <a:lnTo>
                    <a:pt x="601052" y="705726"/>
                  </a:lnTo>
                  <a:lnTo>
                    <a:pt x="596811" y="751560"/>
                  </a:lnTo>
                  <a:lnTo>
                    <a:pt x="592074" y="789673"/>
                  </a:lnTo>
                  <a:lnTo>
                    <a:pt x="575640" y="763231"/>
                  </a:lnTo>
                  <a:lnTo>
                    <a:pt x="550164" y="733488"/>
                  </a:lnTo>
                  <a:lnTo>
                    <a:pt x="538175" y="723633"/>
                  </a:lnTo>
                  <a:lnTo>
                    <a:pt x="537667" y="721918"/>
                  </a:lnTo>
                  <a:lnTo>
                    <a:pt x="519569" y="670547"/>
                  </a:lnTo>
                  <a:lnTo>
                    <a:pt x="499630" y="621601"/>
                  </a:lnTo>
                  <a:lnTo>
                    <a:pt x="477774" y="574878"/>
                  </a:lnTo>
                  <a:lnTo>
                    <a:pt x="453898" y="530148"/>
                  </a:lnTo>
                  <a:lnTo>
                    <a:pt x="427913" y="487210"/>
                  </a:lnTo>
                  <a:lnTo>
                    <a:pt x="399719" y="445846"/>
                  </a:lnTo>
                  <a:lnTo>
                    <a:pt x="370751" y="407771"/>
                  </a:lnTo>
                  <a:lnTo>
                    <a:pt x="339509" y="370738"/>
                  </a:lnTo>
                  <a:lnTo>
                    <a:pt x="305955" y="334721"/>
                  </a:lnTo>
                  <a:lnTo>
                    <a:pt x="270052" y="299656"/>
                  </a:lnTo>
                  <a:lnTo>
                    <a:pt x="231749" y="265531"/>
                  </a:lnTo>
                  <a:lnTo>
                    <a:pt x="191008" y="232308"/>
                  </a:lnTo>
                  <a:lnTo>
                    <a:pt x="147789" y="199923"/>
                  </a:lnTo>
                  <a:lnTo>
                    <a:pt x="102019" y="168363"/>
                  </a:lnTo>
                  <a:lnTo>
                    <a:pt x="53682" y="137579"/>
                  </a:lnTo>
                  <a:lnTo>
                    <a:pt x="2730" y="107530"/>
                  </a:lnTo>
                  <a:lnTo>
                    <a:pt x="0" y="112331"/>
                  </a:lnTo>
                  <a:lnTo>
                    <a:pt x="60604" y="148386"/>
                  </a:lnTo>
                  <a:lnTo>
                    <a:pt x="116598" y="185039"/>
                  </a:lnTo>
                  <a:lnTo>
                    <a:pt x="168198" y="222211"/>
                  </a:lnTo>
                  <a:lnTo>
                    <a:pt x="215620" y="259829"/>
                  </a:lnTo>
                  <a:lnTo>
                    <a:pt x="259041" y="297827"/>
                  </a:lnTo>
                  <a:lnTo>
                    <a:pt x="298704" y="336156"/>
                  </a:lnTo>
                  <a:lnTo>
                    <a:pt x="334772" y="374751"/>
                  </a:lnTo>
                  <a:lnTo>
                    <a:pt x="367474" y="413524"/>
                  </a:lnTo>
                  <a:lnTo>
                    <a:pt x="397014" y="452424"/>
                  </a:lnTo>
                  <a:lnTo>
                    <a:pt x="423595" y="491401"/>
                  </a:lnTo>
                  <a:lnTo>
                    <a:pt x="447421" y="530352"/>
                  </a:lnTo>
                  <a:lnTo>
                    <a:pt x="468693" y="569252"/>
                  </a:lnTo>
                  <a:lnTo>
                    <a:pt x="487616" y="607999"/>
                  </a:lnTo>
                  <a:lnTo>
                    <a:pt x="504405" y="646557"/>
                  </a:lnTo>
                  <a:lnTo>
                    <a:pt x="519252" y="684847"/>
                  </a:lnTo>
                  <a:lnTo>
                    <a:pt x="530453" y="717270"/>
                  </a:lnTo>
                  <a:lnTo>
                    <a:pt x="521258" y="709688"/>
                  </a:lnTo>
                  <a:lnTo>
                    <a:pt x="488734" y="691781"/>
                  </a:lnTo>
                  <a:lnTo>
                    <a:pt x="452412" y="679691"/>
                  </a:lnTo>
                  <a:lnTo>
                    <a:pt x="412089" y="673354"/>
                  </a:lnTo>
                  <a:lnTo>
                    <a:pt x="367576" y="672719"/>
                  </a:lnTo>
                  <a:lnTo>
                    <a:pt x="318693" y="677710"/>
                  </a:lnTo>
                  <a:lnTo>
                    <a:pt x="265239" y="688276"/>
                  </a:lnTo>
                  <a:lnTo>
                    <a:pt x="207035" y="704342"/>
                  </a:lnTo>
                  <a:lnTo>
                    <a:pt x="208661" y="709612"/>
                  </a:lnTo>
                  <a:lnTo>
                    <a:pt x="270814" y="692645"/>
                  </a:lnTo>
                  <a:lnTo>
                    <a:pt x="327202" y="682066"/>
                  </a:lnTo>
                  <a:lnTo>
                    <a:pt x="378053" y="677875"/>
                  </a:lnTo>
                  <a:lnTo>
                    <a:pt x="423608" y="680034"/>
                  </a:lnTo>
                  <a:lnTo>
                    <a:pt x="464096" y="688543"/>
                  </a:lnTo>
                  <a:lnTo>
                    <a:pt x="501853" y="704430"/>
                  </a:lnTo>
                  <a:lnTo>
                    <a:pt x="533450" y="726338"/>
                  </a:lnTo>
                  <a:lnTo>
                    <a:pt x="554215" y="797471"/>
                  </a:lnTo>
                  <a:lnTo>
                    <a:pt x="563359" y="834047"/>
                  </a:lnTo>
                  <a:lnTo>
                    <a:pt x="568718" y="832764"/>
                  </a:lnTo>
                  <a:lnTo>
                    <a:pt x="554012" y="775919"/>
                  </a:lnTo>
                  <a:lnTo>
                    <a:pt x="541261" y="733806"/>
                  </a:lnTo>
                  <a:lnTo>
                    <a:pt x="564832" y="758393"/>
                  </a:lnTo>
                  <a:lnTo>
                    <a:pt x="590296" y="796734"/>
                  </a:lnTo>
                  <a:lnTo>
                    <a:pt x="590905" y="798055"/>
                  </a:lnTo>
                  <a:lnTo>
                    <a:pt x="585203" y="833907"/>
                  </a:lnTo>
                  <a:lnTo>
                    <a:pt x="590638" y="834885"/>
                  </a:lnTo>
                  <a:lnTo>
                    <a:pt x="595083" y="806958"/>
                  </a:lnTo>
                  <a:lnTo>
                    <a:pt x="611936" y="842848"/>
                  </a:lnTo>
                  <a:lnTo>
                    <a:pt x="617067" y="840828"/>
                  </a:lnTo>
                  <a:lnTo>
                    <a:pt x="597877" y="798995"/>
                  </a:lnTo>
                  <a:lnTo>
                    <a:pt x="596595" y="796950"/>
                  </a:lnTo>
                  <a:lnTo>
                    <a:pt x="601459" y="758190"/>
                  </a:lnTo>
                  <a:lnTo>
                    <a:pt x="605840" y="712317"/>
                  </a:lnTo>
                  <a:lnTo>
                    <a:pt x="609180" y="662254"/>
                  </a:lnTo>
                  <a:lnTo>
                    <a:pt x="611263" y="608596"/>
                  </a:lnTo>
                  <a:lnTo>
                    <a:pt x="611517" y="582828"/>
                  </a:lnTo>
                  <a:lnTo>
                    <a:pt x="611670" y="582853"/>
                  </a:lnTo>
                  <a:lnTo>
                    <a:pt x="624166" y="541997"/>
                  </a:lnTo>
                  <a:lnTo>
                    <a:pt x="641223" y="498830"/>
                  </a:lnTo>
                  <a:lnTo>
                    <a:pt x="662343" y="454177"/>
                  </a:lnTo>
                  <a:lnTo>
                    <a:pt x="687031" y="408838"/>
                  </a:lnTo>
                  <a:lnTo>
                    <a:pt x="714756" y="363664"/>
                  </a:lnTo>
                  <a:lnTo>
                    <a:pt x="745032" y="319455"/>
                  </a:lnTo>
                  <a:lnTo>
                    <a:pt x="777354" y="277050"/>
                  </a:lnTo>
                  <a:lnTo>
                    <a:pt x="811212" y="237248"/>
                  </a:lnTo>
                  <a:lnTo>
                    <a:pt x="846099" y="200914"/>
                  </a:lnTo>
                  <a:close/>
                </a:path>
                <a:path w="1101725" h="843279">
                  <a:moveTo>
                    <a:pt x="1101572" y="628751"/>
                  </a:moveTo>
                  <a:lnTo>
                    <a:pt x="1064920" y="610057"/>
                  </a:lnTo>
                  <a:lnTo>
                    <a:pt x="1022769" y="594271"/>
                  </a:lnTo>
                  <a:lnTo>
                    <a:pt x="976414" y="582866"/>
                  </a:lnTo>
                  <a:lnTo>
                    <a:pt x="927150" y="577354"/>
                  </a:lnTo>
                  <a:lnTo>
                    <a:pt x="876287" y="579208"/>
                  </a:lnTo>
                  <a:lnTo>
                    <a:pt x="825119" y="589940"/>
                  </a:lnTo>
                  <a:lnTo>
                    <a:pt x="783920" y="606285"/>
                  </a:lnTo>
                  <a:lnTo>
                    <a:pt x="745693" y="629056"/>
                  </a:lnTo>
                  <a:lnTo>
                    <a:pt x="710501" y="658177"/>
                  </a:lnTo>
                  <a:lnTo>
                    <a:pt x="678383" y="693623"/>
                  </a:lnTo>
                  <a:lnTo>
                    <a:pt x="649401" y="735317"/>
                  </a:lnTo>
                  <a:lnTo>
                    <a:pt x="623608" y="783234"/>
                  </a:lnTo>
                  <a:lnTo>
                    <a:pt x="628586" y="785596"/>
                  </a:lnTo>
                  <a:lnTo>
                    <a:pt x="654011" y="738378"/>
                  </a:lnTo>
                  <a:lnTo>
                    <a:pt x="682536" y="697280"/>
                  </a:lnTo>
                  <a:lnTo>
                    <a:pt x="714121" y="662368"/>
                  </a:lnTo>
                  <a:lnTo>
                    <a:pt x="748728" y="633679"/>
                  </a:lnTo>
                  <a:lnTo>
                    <a:pt x="786282" y="611276"/>
                  </a:lnTo>
                  <a:lnTo>
                    <a:pt x="826731" y="595210"/>
                  </a:lnTo>
                  <a:lnTo>
                    <a:pt x="877062" y="584669"/>
                  </a:lnTo>
                  <a:lnTo>
                    <a:pt x="927100" y="582853"/>
                  </a:lnTo>
                  <a:lnTo>
                    <a:pt x="975575" y="588302"/>
                  </a:lnTo>
                  <a:lnTo>
                    <a:pt x="1021194" y="599541"/>
                  </a:lnTo>
                  <a:lnTo>
                    <a:pt x="1062685" y="615099"/>
                  </a:lnTo>
                  <a:lnTo>
                    <a:pt x="1098765" y="633514"/>
                  </a:lnTo>
                  <a:lnTo>
                    <a:pt x="1101572" y="628751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99656" y="5627305"/>
              <a:ext cx="165806" cy="11498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8105" y="5618614"/>
              <a:ext cx="263322" cy="20387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15809" y="5844649"/>
              <a:ext cx="215605" cy="4468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47310" y="5684790"/>
              <a:ext cx="56163" cy="22072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44350" y="5736631"/>
              <a:ext cx="270093" cy="28456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03071" y="5864345"/>
              <a:ext cx="311177" cy="26994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93141" y="6052789"/>
              <a:ext cx="292967" cy="256033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95609" y="6281735"/>
              <a:ext cx="447714" cy="180476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27473" y="5444787"/>
              <a:ext cx="638418" cy="94186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72339" y="6121929"/>
              <a:ext cx="567733" cy="277341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391151" y="6293127"/>
              <a:ext cx="230934" cy="102751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1079139" y="6360819"/>
              <a:ext cx="575310" cy="619760"/>
            </a:xfrm>
            <a:custGeom>
              <a:avLst/>
              <a:gdLst/>
              <a:ahLst/>
              <a:cxnLst/>
              <a:rect l="l" t="t" r="r" b="b"/>
              <a:pathLst>
                <a:path w="575309" h="619759">
                  <a:moveTo>
                    <a:pt x="573595" y="0"/>
                  </a:moveTo>
                  <a:lnTo>
                    <a:pt x="1434" y="0"/>
                  </a:lnTo>
                  <a:lnTo>
                    <a:pt x="0" y="1434"/>
                  </a:lnTo>
                  <a:lnTo>
                    <a:pt x="0" y="391014"/>
                  </a:lnTo>
                  <a:lnTo>
                    <a:pt x="4643" y="437071"/>
                  </a:lnTo>
                  <a:lnTo>
                    <a:pt x="17959" y="479969"/>
                  </a:lnTo>
                  <a:lnTo>
                    <a:pt x="39030" y="518787"/>
                  </a:lnTo>
                  <a:lnTo>
                    <a:pt x="66936" y="552608"/>
                  </a:lnTo>
                  <a:lnTo>
                    <a:pt x="100758" y="580513"/>
                  </a:lnTo>
                  <a:lnTo>
                    <a:pt x="139576" y="601583"/>
                  </a:lnTo>
                  <a:lnTo>
                    <a:pt x="182472" y="614898"/>
                  </a:lnTo>
                  <a:lnTo>
                    <a:pt x="228527" y="619541"/>
                  </a:lnTo>
                  <a:lnTo>
                    <a:pt x="351015" y="619541"/>
                  </a:lnTo>
                  <a:lnTo>
                    <a:pt x="396160" y="614990"/>
                  </a:lnTo>
                  <a:lnTo>
                    <a:pt x="438209" y="601937"/>
                  </a:lnTo>
                  <a:lnTo>
                    <a:pt x="476261" y="581284"/>
                  </a:lnTo>
                  <a:lnTo>
                    <a:pt x="509415" y="553930"/>
                  </a:lnTo>
                  <a:lnTo>
                    <a:pt x="536769" y="520777"/>
                  </a:lnTo>
                  <a:lnTo>
                    <a:pt x="557424" y="482725"/>
                  </a:lnTo>
                  <a:lnTo>
                    <a:pt x="570478" y="440675"/>
                  </a:lnTo>
                  <a:lnTo>
                    <a:pt x="575029" y="395527"/>
                  </a:lnTo>
                  <a:lnTo>
                    <a:pt x="575029" y="1434"/>
                  </a:lnTo>
                  <a:lnTo>
                    <a:pt x="573595" y="0"/>
                  </a:lnTo>
                  <a:close/>
                </a:path>
              </a:pathLst>
            </a:custGeom>
            <a:solidFill>
              <a:srgbClr val="4249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880145" y="1642372"/>
            <a:ext cx="8285480" cy="8285480"/>
            <a:chOff x="10880145" y="1642372"/>
            <a:chExt cx="8285480" cy="8285480"/>
          </a:xfrm>
        </p:grpSpPr>
        <p:sp>
          <p:nvSpPr>
            <p:cNvPr id="3" name="object 3" descr=""/>
            <p:cNvSpPr/>
            <p:nvPr/>
          </p:nvSpPr>
          <p:spPr>
            <a:xfrm>
              <a:off x="10880145" y="1642372"/>
              <a:ext cx="8285480" cy="8285480"/>
            </a:xfrm>
            <a:custGeom>
              <a:avLst/>
              <a:gdLst/>
              <a:ahLst/>
              <a:cxnLst/>
              <a:rect l="l" t="t" r="r" b="b"/>
              <a:pathLst>
                <a:path w="8285480" h="8285480">
                  <a:moveTo>
                    <a:pt x="4142680" y="0"/>
                  </a:moveTo>
                  <a:lnTo>
                    <a:pt x="4094408" y="275"/>
                  </a:lnTo>
                  <a:lnTo>
                    <a:pt x="4046268" y="1099"/>
                  </a:lnTo>
                  <a:lnTo>
                    <a:pt x="3998263" y="2470"/>
                  </a:lnTo>
                  <a:lnTo>
                    <a:pt x="3950396" y="4383"/>
                  </a:lnTo>
                  <a:lnTo>
                    <a:pt x="3902669" y="6836"/>
                  </a:lnTo>
                  <a:lnTo>
                    <a:pt x="3855086" y="9826"/>
                  </a:lnTo>
                  <a:lnTo>
                    <a:pt x="3807651" y="13351"/>
                  </a:lnTo>
                  <a:lnTo>
                    <a:pt x="3760365" y="17406"/>
                  </a:lnTo>
                  <a:lnTo>
                    <a:pt x="3713231" y="21989"/>
                  </a:lnTo>
                  <a:lnTo>
                    <a:pt x="3666254" y="27098"/>
                  </a:lnTo>
                  <a:lnTo>
                    <a:pt x="3619435" y="32728"/>
                  </a:lnTo>
                  <a:lnTo>
                    <a:pt x="3572777" y="38878"/>
                  </a:lnTo>
                  <a:lnTo>
                    <a:pt x="3526285" y="45544"/>
                  </a:lnTo>
                  <a:lnTo>
                    <a:pt x="3479960" y="52723"/>
                  </a:lnTo>
                  <a:lnTo>
                    <a:pt x="3433805" y="60412"/>
                  </a:lnTo>
                  <a:lnTo>
                    <a:pt x="3387824" y="68609"/>
                  </a:lnTo>
                  <a:lnTo>
                    <a:pt x="3342020" y="77309"/>
                  </a:lnTo>
                  <a:lnTo>
                    <a:pt x="3296395" y="86511"/>
                  </a:lnTo>
                  <a:lnTo>
                    <a:pt x="3250953" y="96211"/>
                  </a:lnTo>
                  <a:lnTo>
                    <a:pt x="3205697" y="106407"/>
                  </a:lnTo>
                  <a:lnTo>
                    <a:pt x="3160628" y="117095"/>
                  </a:lnTo>
                  <a:lnTo>
                    <a:pt x="3115752" y="128272"/>
                  </a:lnTo>
                  <a:lnTo>
                    <a:pt x="3071069" y="139936"/>
                  </a:lnTo>
                  <a:lnTo>
                    <a:pt x="3026584" y="152082"/>
                  </a:lnTo>
                  <a:lnTo>
                    <a:pt x="2982300" y="164710"/>
                  </a:lnTo>
                  <a:lnTo>
                    <a:pt x="2938219" y="177814"/>
                  </a:lnTo>
                  <a:lnTo>
                    <a:pt x="2894344" y="191394"/>
                  </a:lnTo>
                  <a:lnTo>
                    <a:pt x="2850679" y="205444"/>
                  </a:lnTo>
                  <a:lnTo>
                    <a:pt x="2807225" y="219963"/>
                  </a:lnTo>
                  <a:lnTo>
                    <a:pt x="2763988" y="234948"/>
                  </a:lnTo>
                  <a:lnTo>
                    <a:pt x="2720968" y="250395"/>
                  </a:lnTo>
                  <a:lnTo>
                    <a:pt x="2678170" y="266302"/>
                  </a:lnTo>
                  <a:lnTo>
                    <a:pt x="2635596" y="282665"/>
                  </a:lnTo>
                  <a:lnTo>
                    <a:pt x="2593249" y="299482"/>
                  </a:lnTo>
                  <a:lnTo>
                    <a:pt x="2551132" y="316750"/>
                  </a:lnTo>
                  <a:lnTo>
                    <a:pt x="2509248" y="334465"/>
                  </a:lnTo>
                  <a:lnTo>
                    <a:pt x="2467601" y="352625"/>
                  </a:lnTo>
                  <a:lnTo>
                    <a:pt x="2426193" y="371226"/>
                  </a:lnTo>
                  <a:lnTo>
                    <a:pt x="2385027" y="390266"/>
                  </a:lnTo>
                  <a:lnTo>
                    <a:pt x="2344105" y="409742"/>
                  </a:lnTo>
                  <a:lnTo>
                    <a:pt x="2303432" y="429651"/>
                  </a:lnTo>
                  <a:lnTo>
                    <a:pt x="2263010" y="449989"/>
                  </a:lnTo>
                  <a:lnTo>
                    <a:pt x="2222842" y="470755"/>
                  </a:lnTo>
                  <a:lnTo>
                    <a:pt x="2182931" y="491944"/>
                  </a:lnTo>
                  <a:lnTo>
                    <a:pt x="2143280" y="513554"/>
                  </a:lnTo>
                  <a:lnTo>
                    <a:pt x="2103892" y="535581"/>
                  </a:lnTo>
                  <a:lnTo>
                    <a:pt x="2064770" y="558024"/>
                  </a:lnTo>
                  <a:lnTo>
                    <a:pt x="2025917" y="580878"/>
                  </a:lnTo>
                  <a:lnTo>
                    <a:pt x="1987335" y="604142"/>
                  </a:lnTo>
                  <a:lnTo>
                    <a:pt x="1949029" y="627811"/>
                  </a:lnTo>
                  <a:lnTo>
                    <a:pt x="1911000" y="651883"/>
                  </a:lnTo>
                  <a:lnTo>
                    <a:pt x="1873252" y="676356"/>
                  </a:lnTo>
                  <a:lnTo>
                    <a:pt x="1835788" y="701225"/>
                  </a:lnTo>
                  <a:lnTo>
                    <a:pt x="1798611" y="726488"/>
                  </a:lnTo>
                  <a:lnTo>
                    <a:pt x="1761724" y="752142"/>
                  </a:lnTo>
                  <a:lnTo>
                    <a:pt x="1725129" y="778185"/>
                  </a:lnTo>
                  <a:lnTo>
                    <a:pt x="1688830" y="804612"/>
                  </a:lnTo>
                  <a:lnTo>
                    <a:pt x="1652829" y="831422"/>
                  </a:lnTo>
                  <a:lnTo>
                    <a:pt x="1617131" y="858610"/>
                  </a:lnTo>
                  <a:lnTo>
                    <a:pt x="1581737" y="886175"/>
                  </a:lnTo>
                  <a:lnTo>
                    <a:pt x="1546650" y="914113"/>
                  </a:lnTo>
                  <a:lnTo>
                    <a:pt x="1511875" y="942421"/>
                  </a:lnTo>
                  <a:lnTo>
                    <a:pt x="1477412" y="971097"/>
                  </a:lnTo>
                  <a:lnTo>
                    <a:pt x="1443267" y="1000136"/>
                  </a:lnTo>
                  <a:lnTo>
                    <a:pt x="1409441" y="1029537"/>
                  </a:lnTo>
                  <a:lnTo>
                    <a:pt x="1375937" y="1059296"/>
                  </a:lnTo>
                  <a:lnTo>
                    <a:pt x="1342759" y="1089411"/>
                  </a:lnTo>
                  <a:lnTo>
                    <a:pt x="1309910" y="1119877"/>
                  </a:lnTo>
                  <a:lnTo>
                    <a:pt x="1277392" y="1150694"/>
                  </a:lnTo>
                  <a:lnTo>
                    <a:pt x="1245208" y="1181856"/>
                  </a:lnTo>
                  <a:lnTo>
                    <a:pt x="1213362" y="1213362"/>
                  </a:lnTo>
                  <a:lnTo>
                    <a:pt x="1181856" y="1245208"/>
                  </a:lnTo>
                  <a:lnTo>
                    <a:pt x="1150694" y="1277392"/>
                  </a:lnTo>
                  <a:lnTo>
                    <a:pt x="1119877" y="1309910"/>
                  </a:lnTo>
                  <a:lnTo>
                    <a:pt x="1089411" y="1342759"/>
                  </a:lnTo>
                  <a:lnTo>
                    <a:pt x="1059296" y="1375937"/>
                  </a:lnTo>
                  <a:lnTo>
                    <a:pt x="1029537" y="1409441"/>
                  </a:lnTo>
                  <a:lnTo>
                    <a:pt x="1000136" y="1443267"/>
                  </a:lnTo>
                  <a:lnTo>
                    <a:pt x="971097" y="1477412"/>
                  </a:lnTo>
                  <a:lnTo>
                    <a:pt x="942421" y="1511875"/>
                  </a:lnTo>
                  <a:lnTo>
                    <a:pt x="914113" y="1546650"/>
                  </a:lnTo>
                  <a:lnTo>
                    <a:pt x="886175" y="1581737"/>
                  </a:lnTo>
                  <a:lnTo>
                    <a:pt x="858610" y="1617131"/>
                  </a:lnTo>
                  <a:lnTo>
                    <a:pt x="831422" y="1652829"/>
                  </a:lnTo>
                  <a:lnTo>
                    <a:pt x="804612" y="1688830"/>
                  </a:lnTo>
                  <a:lnTo>
                    <a:pt x="778185" y="1725129"/>
                  </a:lnTo>
                  <a:lnTo>
                    <a:pt x="752142" y="1761724"/>
                  </a:lnTo>
                  <a:lnTo>
                    <a:pt x="726488" y="1798611"/>
                  </a:lnTo>
                  <a:lnTo>
                    <a:pt x="701225" y="1835788"/>
                  </a:lnTo>
                  <a:lnTo>
                    <a:pt x="676356" y="1873252"/>
                  </a:lnTo>
                  <a:lnTo>
                    <a:pt x="651883" y="1911000"/>
                  </a:lnTo>
                  <a:lnTo>
                    <a:pt x="627811" y="1949029"/>
                  </a:lnTo>
                  <a:lnTo>
                    <a:pt x="604142" y="1987335"/>
                  </a:lnTo>
                  <a:lnTo>
                    <a:pt x="580878" y="2025917"/>
                  </a:lnTo>
                  <a:lnTo>
                    <a:pt x="558024" y="2064770"/>
                  </a:lnTo>
                  <a:lnTo>
                    <a:pt x="535581" y="2103892"/>
                  </a:lnTo>
                  <a:lnTo>
                    <a:pt x="513554" y="2143280"/>
                  </a:lnTo>
                  <a:lnTo>
                    <a:pt x="491944" y="2182931"/>
                  </a:lnTo>
                  <a:lnTo>
                    <a:pt x="470755" y="2222842"/>
                  </a:lnTo>
                  <a:lnTo>
                    <a:pt x="449989" y="2263010"/>
                  </a:lnTo>
                  <a:lnTo>
                    <a:pt x="429651" y="2303432"/>
                  </a:lnTo>
                  <a:lnTo>
                    <a:pt x="409742" y="2344105"/>
                  </a:lnTo>
                  <a:lnTo>
                    <a:pt x="390266" y="2385027"/>
                  </a:lnTo>
                  <a:lnTo>
                    <a:pt x="371226" y="2426193"/>
                  </a:lnTo>
                  <a:lnTo>
                    <a:pt x="352625" y="2467601"/>
                  </a:lnTo>
                  <a:lnTo>
                    <a:pt x="334465" y="2509248"/>
                  </a:lnTo>
                  <a:lnTo>
                    <a:pt x="316750" y="2551132"/>
                  </a:lnTo>
                  <a:lnTo>
                    <a:pt x="299482" y="2593249"/>
                  </a:lnTo>
                  <a:lnTo>
                    <a:pt x="282665" y="2635596"/>
                  </a:lnTo>
                  <a:lnTo>
                    <a:pt x="266302" y="2678170"/>
                  </a:lnTo>
                  <a:lnTo>
                    <a:pt x="250395" y="2720968"/>
                  </a:lnTo>
                  <a:lnTo>
                    <a:pt x="234948" y="2763988"/>
                  </a:lnTo>
                  <a:lnTo>
                    <a:pt x="219963" y="2807225"/>
                  </a:lnTo>
                  <a:lnTo>
                    <a:pt x="205444" y="2850679"/>
                  </a:lnTo>
                  <a:lnTo>
                    <a:pt x="191394" y="2894344"/>
                  </a:lnTo>
                  <a:lnTo>
                    <a:pt x="177814" y="2938219"/>
                  </a:lnTo>
                  <a:lnTo>
                    <a:pt x="164710" y="2982300"/>
                  </a:lnTo>
                  <a:lnTo>
                    <a:pt x="152082" y="3026584"/>
                  </a:lnTo>
                  <a:lnTo>
                    <a:pt x="139936" y="3071069"/>
                  </a:lnTo>
                  <a:lnTo>
                    <a:pt x="128272" y="3115752"/>
                  </a:lnTo>
                  <a:lnTo>
                    <a:pt x="117095" y="3160628"/>
                  </a:lnTo>
                  <a:lnTo>
                    <a:pt x="106407" y="3205697"/>
                  </a:lnTo>
                  <a:lnTo>
                    <a:pt x="96211" y="3250953"/>
                  </a:lnTo>
                  <a:lnTo>
                    <a:pt x="86511" y="3296395"/>
                  </a:lnTo>
                  <a:lnTo>
                    <a:pt x="77309" y="3342020"/>
                  </a:lnTo>
                  <a:lnTo>
                    <a:pt x="68609" y="3387824"/>
                  </a:lnTo>
                  <a:lnTo>
                    <a:pt x="60412" y="3433805"/>
                  </a:lnTo>
                  <a:lnTo>
                    <a:pt x="52723" y="3479960"/>
                  </a:lnTo>
                  <a:lnTo>
                    <a:pt x="45544" y="3526285"/>
                  </a:lnTo>
                  <a:lnTo>
                    <a:pt x="38878" y="3572777"/>
                  </a:lnTo>
                  <a:lnTo>
                    <a:pt x="32728" y="3619435"/>
                  </a:lnTo>
                  <a:lnTo>
                    <a:pt x="27098" y="3666254"/>
                  </a:lnTo>
                  <a:lnTo>
                    <a:pt x="21989" y="3713231"/>
                  </a:lnTo>
                  <a:lnTo>
                    <a:pt x="17406" y="3760365"/>
                  </a:lnTo>
                  <a:lnTo>
                    <a:pt x="13351" y="3807651"/>
                  </a:lnTo>
                  <a:lnTo>
                    <a:pt x="9826" y="3855086"/>
                  </a:lnTo>
                  <a:lnTo>
                    <a:pt x="6836" y="3902669"/>
                  </a:lnTo>
                  <a:lnTo>
                    <a:pt x="4383" y="3950396"/>
                  </a:lnTo>
                  <a:lnTo>
                    <a:pt x="2470" y="3998263"/>
                  </a:lnTo>
                  <a:lnTo>
                    <a:pt x="1099" y="4046268"/>
                  </a:lnTo>
                  <a:lnTo>
                    <a:pt x="275" y="4094408"/>
                  </a:lnTo>
                  <a:lnTo>
                    <a:pt x="0" y="4142680"/>
                  </a:lnTo>
                  <a:lnTo>
                    <a:pt x="275" y="4190951"/>
                  </a:lnTo>
                  <a:lnTo>
                    <a:pt x="1099" y="4239091"/>
                  </a:lnTo>
                  <a:lnTo>
                    <a:pt x="2470" y="4287097"/>
                  </a:lnTo>
                  <a:lnTo>
                    <a:pt x="4383" y="4334964"/>
                  </a:lnTo>
                  <a:lnTo>
                    <a:pt x="6836" y="4382690"/>
                  </a:lnTo>
                  <a:lnTo>
                    <a:pt x="9826" y="4430273"/>
                  </a:lnTo>
                  <a:lnTo>
                    <a:pt x="13351" y="4477709"/>
                  </a:lnTo>
                  <a:lnTo>
                    <a:pt x="17406" y="4524995"/>
                  </a:lnTo>
                  <a:lnTo>
                    <a:pt x="21989" y="4572128"/>
                  </a:lnTo>
                  <a:lnTo>
                    <a:pt x="27098" y="4619106"/>
                  </a:lnTo>
                  <a:lnTo>
                    <a:pt x="32728" y="4665925"/>
                  </a:lnTo>
                  <a:lnTo>
                    <a:pt x="38878" y="4712582"/>
                  </a:lnTo>
                  <a:lnTo>
                    <a:pt x="45544" y="4759075"/>
                  </a:lnTo>
                  <a:lnTo>
                    <a:pt x="52723" y="4805400"/>
                  </a:lnTo>
                  <a:lnTo>
                    <a:pt x="60412" y="4851554"/>
                  </a:lnTo>
                  <a:lnTo>
                    <a:pt x="68609" y="4897535"/>
                  </a:lnTo>
                  <a:lnTo>
                    <a:pt x="77309" y="4943339"/>
                  </a:lnTo>
                  <a:lnTo>
                    <a:pt x="86511" y="4988964"/>
                  </a:lnTo>
                  <a:lnTo>
                    <a:pt x="96211" y="5034406"/>
                  </a:lnTo>
                  <a:lnTo>
                    <a:pt x="106407" y="5079663"/>
                  </a:lnTo>
                  <a:lnTo>
                    <a:pt x="117095" y="5124731"/>
                  </a:lnTo>
                  <a:lnTo>
                    <a:pt x="128272" y="5169608"/>
                  </a:lnTo>
                  <a:lnTo>
                    <a:pt x="139936" y="5214290"/>
                  </a:lnTo>
                  <a:lnTo>
                    <a:pt x="152082" y="5258775"/>
                  </a:lnTo>
                  <a:lnTo>
                    <a:pt x="164710" y="5303059"/>
                  </a:lnTo>
                  <a:lnTo>
                    <a:pt x="177814" y="5347141"/>
                  </a:lnTo>
                  <a:lnTo>
                    <a:pt x="191394" y="5391015"/>
                  </a:lnTo>
                  <a:lnTo>
                    <a:pt x="205444" y="5434681"/>
                  </a:lnTo>
                  <a:lnTo>
                    <a:pt x="219963" y="5478134"/>
                  </a:lnTo>
                  <a:lnTo>
                    <a:pt x="234948" y="5521372"/>
                  </a:lnTo>
                  <a:lnTo>
                    <a:pt x="250395" y="5564391"/>
                  </a:lnTo>
                  <a:lnTo>
                    <a:pt x="266302" y="5607190"/>
                  </a:lnTo>
                  <a:lnTo>
                    <a:pt x="282665" y="5649764"/>
                  </a:lnTo>
                  <a:lnTo>
                    <a:pt x="299482" y="5692111"/>
                  </a:lnTo>
                  <a:lnTo>
                    <a:pt x="316750" y="5734227"/>
                  </a:lnTo>
                  <a:lnTo>
                    <a:pt x="334465" y="5776111"/>
                  </a:lnTo>
                  <a:lnTo>
                    <a:pt x="352625" y="5817758"/>
                  </a:lnTo>
                  <a:lnTo>
                    <a:pt x="371226" y="5859167"/>
                  </a:lnTo>
                  <a:lnTo>
                    <a:pt x="390266" y="5900333"/>
                  </a:lnTo>
                  <a:lnTo>
                    <a:pt x="409742" y="5941254"/>
                  </a:lnTo>
                  <a:lnTo>
                    <a:pt x="429651" y="5981927"/>
                  </a:lnTo>
                  <a:lnTo>
                    <a:pt x="449989" y="6022349"/>
                  </a:lnTo>
                  <a:lnTo>
                    <a:pt x="470755" y="6062517"/>
                  </a:lnTo>
                  <a:lnTo>
                    <a:pt x="491944" y="6102428"/>
                  </a:lnTo>
                  <a:lnTo>
                    <a:pt x="513554" y="6142079"/>
                  </a:lnTo>
                  <a:lnTo>
                    <a:pt x="535581" y="6181467"/>
                  </a:lnTo>
                  <a:lnTo>
                    <a:pt x="558024" y="6220589"/>
                  </a:lnTo>
                  <a:lnTo>
                    <a:pt x="580878" y="6259443"/>
                  </a:lnTo>
                  <a:lnTo>
                    <a:pt x="604142" y="6298024"/>
                  </a:lnTo>
                  <a:lnTo>
                    <a:pt x="627811" y="6336330"/>
                  </a:lnTo>
                  <a:lnTo>
                    <a:pt x="651883" y="6374359"/>
                  </a:lnTo>
                  <a:lnTo>
                    <a:pt x="676356" y="6412107"/>
                  </a:lnTo>
                  <a:lnTo>
                    <a:pt x="701225" y="6449571"/>
                  </a:lnTo>
                  <a:lnTo>
                    <a:pt x="726488" y="6486748"/>
                  </a:lnTo>
                  <a:lnTo>
                    <a:pt x="752142" y="6523636"/>
                  </a:lnTo>
                  <a:lnTo>
                    <a:pt x="778185" y="6560230"/>
                  </a:lnTo>
                  <a:lnTo>
                    <a:pt x="804612" y="6596529"/>
                  </a:lnTo>
                  <a:lnTo>
                    <a:pt x="831422" y="6632530"/>
                  </a:lnTo>
                  <a:lnTo>
                    <a:pt x="858610" y="6668228"/>
                  </a:lnTo>
                  <a:lnTo>
                    <a:pt x="886175" y="6703623"/>
                  </a:lnTo>
                  <a:lnTo>
                    <a:pt x="914113" y="6738709"/>
                  </a:lnTo>
                  <a:lnTo>
                    <a:pt x="942421" y="6773485"/>
                  </a:lnTo>
                  <a:lnTo>
                    <a:pt x="971097" y="6807947"/>
                  </a:lnTo>
                  <a:lnTo>
                    <a:pt x="1000136" y="6842092"/>
                  </a:lnTo>
                  <a:lnTo>
                    <a:pt x="1029537" y="6875918"/>
                  </a:lnTo>
                  <a:lnTo>
                    <a:pt x="1059296" y="6909422"/>
                  </a:lnTo>
                  <a:lnTo>
                    <a:pt x="1089411" y="6942600"/>
                  </a:lnTo>
                  <a:lnTo>
                    <a:pt x="1119877" y="6975450"/>
                  </a:lnTo>
                  <a:lnTo>
                    <a:pt x="1150694" y="7007968"/>
                  </a:lnTo>
                  <a:lnTo>
                    <a:pt x="1181856" y="7040151"/>
                  </a:lnTo>
                  <a:lnTo>
                    <a:pt x="1213362" y="7071998"/>
                  </a:lnTo>
                  <a:lnTo>
                    <a:pt x="1245208" y="7103503"/>
                  </a:lnTo>
                  <a:lnTo>
                    <a:pt x="1277392" y="7134666"/>
                  </a:lnTo>
                  <a:lnTo>
                    <a:pt x="1309910" y="7165482"/>
                  </a:lnTo>
                  <a:lnTo>
                    <a:pt x="1342759" y="7195949"/>
                  </a:lnTo>
                  <a:lnTo>
                    <a:pt x="1375937" y="7226063"/>
                  </a:lnTo>
                  <a:lnTo>
                    <a:pt x="1409441" y="7255822"/>
                  </a:lnTo>
                  <a:lnTo>
                    <a:pt x="1443267" y="7285223"/>
                  </a:lnTo>
                  <a:lnTo>
                    <a:pt x="1477412" y="7314263"/>
                  </a:lnTo>
                  <a:lnTo>
                    <a:pt x="1511875" y="7342938"/>
                  </a:lnTo>
                  <a:lnTo>
                    <a:pt x="1546650" y="7371246"/>
                  </a:lnTo>
                  <a:lnTo>
                    <a:pt x="1581737" y="7399184"/>
                  </a:lnTo>
                  <a:lnTo>
                    <a:pt x="1617131" y="7426749"/>
                  </a:lnTo>
                  <a:lnTo>
                    <a:pt x="1652829" y="7453938"/>
                  </a:lnTo>
                  <a:lnTo>
                    <a:pt x="1688830" y="7480747"/>
                  </a:lnTo>
                  <a:lnTo>
                    <a:pt x="1725129" y="7507175"/>
                  </a:lnTo>
                  <a:lnTo>
                    <a:pt x="1761724" y="7533217"/>
                  </a:lnTo>
                  <a:lnTo>
                    <a:pt x="1798611" y="7558871"/>
                  </a:lnTo>
                  <a:lnTo>
                    <a:pt x="1835788" y="7584135"/>
                  </a:lnTo>
                  <a:lnTo>
                    <a:pt x="1873252" y="7609004"/>
                  </a:lnTo>
                  <a:lnTo>
                    <a:pt x="1911000" y="7633476"/>
                  </a:lnTo>
                  <a:lnTo>
                    <a:pt x="1949029" y="7657548"/>
                  </a:lnTo>
                  <a:lnTo>
                    <a:pt x="1987335" y="7681218"/>
                  </a:lnTo>
                  <a:lnTo>
                    <a:pt x="2025917" y="7704481"/>
                  </a:lnTo>
                  <a:lnTo>
                    <a:pt x="2064770" y="7727335"/>
                  </a:lnTo>
                  <a:lnTo>
                    <a:pt x="2103892" y="7749778"/>
                  </a:lnTo>
                  <a:lnTo>
                    <a:pt x="2143280" y="7771806"/>
                  </a:lnTo>
                  <a:lnTo>
                    <a:pt x="2182931" y="7793416"/>
                  </a:lnTo>
                  <a:lnTo>
                    <a:pt x="2222842" y="7814605"/>
                  </a:lnTo>
                  <a:lnTo>
                    <a:pt x="2263010" y="7835370"/>
                  </a:lnTo>
                  <a:lnTo>
                    <a:pt x="2303432" y="7855708"/>
                  </a:lnTo>
                  <a:lnTo>
                    <a:pt x="2344105" y="7875617"/>
                  </a:lnTo>
                  <a:lnTo>
                    <a:pt x="2385027" y="7895093"/>
                  </a:lnTo>
                  <a:lnTo>
                    <a:pt x="2426193" y="7914133"/>
                  </a:lnTo>
                  <a:lnTo>
                    <a:pt x="2467601" y="7932735"/>
                  </a:lnTo>
                  <a:lnTo>
                    <a:pt x="2509248" y="7950894"/>
                  </a:lnTo>
                  <a:lnTo>
                    <a:pt x="2551132" y="7968610"/>
                  </a:lnTo>
                  <a:lnTo>
                    <a:pt x="2593249" y="7985877"/>
                  </a:lnTo>
                  <a:lnTo>
                    <a:pt x="2635596" y="8002694"/>
                  </a:lnTo>
                  <a:lnTo>
                    <a:pt x="2678170" y="8019057"/>
                  </a:lnTo>
                  <a:lnTo>
                    <a:pt x="2720968" y="8034964"/>
                  </a:lnTo>
                  <a:lnTo>
                    <a:pt x="2763988" y="8050411"/>
                  </a:lnTo>
                  <a:lnTo>
                    <a:pt x="2807225" y="8065396"/>
                  </a:lnTo>
                  <a:lnTo>
                    <a:pt x="2850679" y="8079915"/>
                  </a:lnTo>
                  <a:lnTo>
                    <a:pt x="2894344" y="8093966"/>
                  </a:lnTo>
                  <a:lnTo>
                    <a:pt x="2938219" y="8107545"/>
                  </a:lnTo>
                  <a:lnTo>
                    <a:pt x="2982300" y="8120650"/>
                  </a:lnTo>
                  <a:lnTo>
                    <a:pt x="3026584" y="8133277"/>
                  </a:lnTo>
                  <a:lnTo>
                    <a:pt x="3071069" y="8145424"/>
                  </a:lnTo>
                  <a:lnTo>
                    <a:pt x="3115752" y="8157087"/>
                  </a:lnTo>
                  <a:lnTo>
                    <a:pt x="3160628" y="8168264"/>
                  </a:lnTo>
                  <a:lnTo>
                    <a:pt x="3205697" y="8178952"/>
                  </a:lnTo>
                  <a:lnTo>
                    <a:pt x="3250953" y="8189148"/>
                  </a:lnTo>
                  <a:lnTo>
                    <a:pt x="3296395" y="8198848"/>
                  </a:lnTo>
                  <a:lnTo>
                    <a:pt x="3342020" y="8208050"/>
                  </a:lnTo>
                  <a:lnTo>
                    <a:pt x="3387824" y="8216751"/>
                  </a:lnTo>
                  <a:lnTo>
                    <a:pt x="3433805" y="8224947"/>
                  </a:lnTo>
                  <a:lnTo>
                    <a:pt x="3479960" y="8232636"/>
                  </a:lnTo>
                  <a:lnTo>
                    <a:pt x="3526285" y="8239815"/>
                  </a:lnTo>
                  <a:lnTo>
                    <a:pt x="3572777" y="8246481"/>
                  </a:lnTo>
                  <a:lnTo>
                    <a:pt x="3619435" y="8252631"/>
                  </a:lnTo>
                  <a:lnTo>
                    <a:pt x="3666254" y="8258261"/>
                  </a:lnTo>
                  <a:lnTo>
                    <a:pt x="3713231" y="8263370"/>
                  </a:lnTo>
                  <a:lnTo>
                    <a:pt x="3760365" y="8267953"/>
                  </a:lnTo>
                  <a:lnTo>
                    <a:pt x="3807651" y="8272009"/>
                  </a:lnTo>
                  <a:lnTo>
                    <a:pt x="3855086" y="8275533"/>
                  </a:lnTo>
                  <a:lnTo>
                    <a:pt x="3902669" y="8278523"/>
                  </a:lnTo>
                  <a:lnTo>
                    <a:pt x="3950396" y="8280976"/>
                  </a:lnTo>
                  <a:lnTo>
                    <a:pt x="3998263" y="8282890"/>
                  </a:lnTo>
                  <a:lnTo>
                    <a:pt x="4046268" y="8284260"/>
                  </a:lnTo>
                  <a:lnTo>
                    <a:pt x="4094408" y="8285084"/>
                  </a:lnTo>
                  <a:lnTo>
                    <a:pt x="4142680" y="8285360"/>
                  </a:lnTo>
                  <a:lnTo>
                    <a:pt x="4190951" y="8285084"/>
                  </a:lnTo>
                  <a:lnTo>
                    <a:pt x="4239091" y="8284260"/>
                  </a:lnTo>
                  <a:lnTo>
                    <a:pt x="4287097" y="8282890"/>
                  </a:lnTo>
                  <a:lnTo>
                    <a:pt x="4334964" y="8280976"/>
                  </a:lnTo>
                  <a:lnTo>
                    <a:pt x="4382690" y="8278523"/>
                  </a:lnTo>
                  <a:lnTo>
                    <a:pt x="4430273" y="8275533"/>
                  </a:lnTo>
                  <a:lnTo>
                    <a:pt x="4477709" y="8272009"/>
                  </a:lnTo>
                  <a:lnTo>
                    <a:pt x="4524995" y="8267953"/>
                  </a:lnTo>
                  <a:lnTo>
                    <a:pt x="4572128" y="8263370"/>
                  </a:lnTo>
                  <a:lnTo>
                    <a:pt x="4619106" y="8258261"/>
                  </a:lnTo>
                  <a:lnTo>
                    <a:pt x="4665925" y="8252631"/>
                  </a:lnTo>
                  <a:lnTo>
                    <a:pt x="4712582" y="8246481"/>
                  </a:lnTo>
                  <a:lnTo>
                    <a:pt x="4759075" y="8239815"/>
                  </a:lnTo>
                  <a:lnTo>
                    <a:pt x="4805400" y="8232636"/>
                  </a:lnTo>
                  <a:lnTo>
                    <a:pt x="4851554" y="8224947"/>
                  </a:lnTo>
                  <a:lnTo>
                    <a:pt x="4897535" y="8216751"/>
                  </a:lnTo>
                  <a:lnTo>
                    <a:pt x="4943339" y="8208050"/>
                  </a:lnTo>
                  <a:lnTo>
                    <a:pt x="4988964" y="8198848"/>
                  </a:lnTo>
                  <a:lnTo>
                    <a:pt x="5034406" y="8189148"/>
                  </a:lnTo>
                  <a:lnTo>
                    <a:pt x="5079663" y="8178952"/>
                  </a:lnTo>
                  <a:lnTo>
                    <a:pt x="5124731" y="8168264"/>
                  </a:lnTo>
                  <a:lnTo>
                    <a:pt x="5169608" y="8157087"/>
                  </a:lnTo>
                  <a:lnTo>
                    <a:pt x="5214290" y="8145424"/>
                  </a:lnTo>
                  <a:lnTo>
                    <a:pt x="5258775" y="8133277"/>
                  </a:lnTo>
                  <a:lnTo>
                    <a:pt x="5303059" y="8120650"/>
                  </a:lnTo>
                  <a:lnTo>
                    <a:pt x="5347141" y="8107545"/>
                  </a:lnTo>
                  <a:lnTo>
                    <a:pt x="5391015" y="8093966"/>
                  </a:lnTo>
                  <a:lnTo>
                    <a:pt x="5434681" y="8079915"/>
                  </a:lnTo>
                  <a:lnTo>
                    <a:pt x="5478134" y="8065396"/>
                  </a:lnTo>
                  <a:lnTo>
                    <a:pt x="5521372" y="8050411"/>
                  </a:lnTo>
                  <a:lnTo>
                    <a:pt x="5564391" y="8034964"/>
                  </a:lnTo>
                  <a:lnTo>
                    <a:pt x="5607190" y="8019057"/>
                  </a:lnTo>
                  <a:lnTo>
                    <a:pt x="5649764" y="8002694"/>
                  </a:lnTo>
                  <a:lnTo>
                    <a:pt x="5692111" y="7985877"/>
                  </a:lnTo>
                  <a:lnTo>
                    <a:pt x="5734227" y="7968610"/>
                  </a:lnTo>
                  <a:lnTo>
                    <a:pt x="5776111" y="7950894"/>
                  </a:lnTo>
                  <a:lnTo>
                    <a:pt x="5817758" y="7932735"/>
                  </a:lnTo>
                  <a:lnTo>
                    <a:pt x="5859167" y="7914133"/>
                  </a:lnTo>
                  <a:lnTo>
                    <a:pt x="5900333" y="7895093"/>
                  </a:lnTo>
                  <a:lnTo>
                    <a:pt x="5941254" y="7875617"/>
                  </a:lnTo>
                  <a:lnTo>
                    <a:pt x="5981927" y="7855708"/>
                  </a:lnTo>
                  <a:lnTo>
                    <a:pt x="6022349" y="7835370"/>
                  </a:lnTo>
                  <a:lnTo>
                    <a:pt x="6062517" y="7814605"/>
                  </a:lnTo>
                  <a:lnTo>
                    <a:pt x="6102428" y="7793416"/>
                  </a:lnTo>
                  <a:lnTo>
                    <a:pt x="6142079" y="7771806"/>
                  </a:lnTo>
                  <a:lnTo>
                    <a:pt x="6181467" y="7749778"/>
                  </a:lnTo>
                  <a:lnTo>
                    <a:pt x="6220589" y="7727335"/>
                  </a:lnTo>
                  <a:lnTo>
                    <a:pt x="6259443" y="7704481"/>
                  </a:lnTo>
                  <a:lnTo>
                    <a:pt x="6298024" y="7681218"/>
                  </a:lnTo>
                  <a:lnTo>
                    <a:pt x="6336330" y="7657548"/>
                  </a:lnTo>
                  <a:lnTo>
                    <a:pt x="6374359" y="7633476"/>
                  </a:lnTo>
                  <a:lnTo>
                    <a:pt x="6412107" y="7609004"/>
                  </a:lnTo>
                  <a:lnTo>
                    <a:pt x="6449571" y="7584135"/>
                  </a:lnTo>
                  <a:lnTo>
                    <a:pt x="6486748" y="7558871"/>
                  </a:lnTo>
                  <a:lnTo>
                    <a:pt x="6523636" y="7533217"/>
                  </a:lnTo>
                  <a:lnTo>
                    <a:pt x="6560230" y="7507175"/>
                  </a:lnTo>
                  <a:lnTo>
                    <a:pt x="6596529" y="7480747"/>
                  </a:lnTo>
                  <a:lnTo>
                    <a:pt x="6632530" y="7453938"/>
                  </a:lnTo>
                  <a:lnTo>
                    <a:pt x="6668228" y="7426749"/>
                  </a:lnTo>
                  <a:lnTo>
                    <a:pt x="6703623" y="7399184"/>
                  </a:lnTo>
                  <a:lnTo>
                    <a:pt x="6738709" y="7371246"/>
                  </a:lnTo>
                  <a:lnTo>
                    <a:pt x="6773485" y="7342938"/>
                  </a:lnTo>
                  <a:lnTo>
                    <a:pt x="6807947" y="7314263"/>
                  </a:lnTo>
                  <a:lnTo>
                    <a:pt x="6842092" y="7285223"/>
                  </a:lnTo>
                  <a:lnTo>
                    <a:pt x="6875918" y="7255822"/>
                  </a:lnTo>
                  <a:lnTo>
                    <a:pt x="6909422" y="7226063"/>
                  </a:lnTo>
                  <a:lnTo>
                    <a:pt x="6942600" y="7195949"/>
                  </a:lnTo>
                  <a:lnTo>
                    <a:pt x="6975450" y="7165482"/>
                  </a:lnTo>
                  <a:lnTo>
                    <a:pt x="7007968" y="7134666"/>
                  </a:lnTo>
                  <a:lnTo>
                    <a:pt x="7040151" y="7103503"/>
                  </a:lnTo>
                  <a:lnTo>
                    <a:pt x="7071998" y="7071998"/>
                  </a:lnTo>
                  <a:lnTo>
                    <a:pt x="7103503" y="7040151"/>
                  </a:lnTo>
                  <a:lnTo>
                    <a:pt x="7134666" y="7007968"/>
                  </a:lnTo>
                  <a:lnTo>
                    <a:pt x="7165482" y="6975450"/>
                  </a:lnTo>
                  <a:lnTo>
                    <a:pt x="7195949" y="6942600"/>
                  </a:lnTo>
                  <a:lnTo>
                    <a:pt x="7226063" y="6909422"/>
                  </a:lnTo>
                  <a:lnTo>
                    <a:pt x="7255822" y="6875918"/>
                  </a:lnTo>
                  <a:lnTo>
                    <a:pt x="7285223" y="6842092"/>
                  </a:lnTo>
                  <a:lnTo>
                    <a:pt x="7314263" y="6807947"/>
                  </a:lnTo>
                  <a:lnTo>
                    <a:pt x="7342938" y="6773485"/>
                  </a:lnTo>
                  <a:lnTo>
                    <a:pt x="7371246" y="6738709"/>
                  </a:lnTo>
                  <a:lnTo>
                    <a:pt x="7399184" y="6703623"/>
                  </a:lnTo>
                  <a:lnTo>
                    <a:pt x="7426749" y="6668228"/>
                  </a:lnTo>
                  <a:lnTo>
                    <a:pt x="7453938" y="6632530"/>
                  </a:lnTo>
                  <a:lnTo>
                    <a:pt x="7480747" y="6596529"/>
                  </a:lnTo>
                  <a:lnTo>
                    <a:pt x="7507175" y="6560230"/>
                  </a:lnTo>
                  <a:lnTo>
                    <a:pt x="7533217" y="6523636"/>
                  </a:lnTo>
                  <a:lnTo>
                    <a:pt x="7558871" y="6486748"/>
                  </a:lnTo>
                  <a:lnTo>
                    <a:pt x="7584135" y="6449571"/>
                  </a:lnTo>
                  <a:lnTo>
                    <a:pt x="7609004" y="6412107"/>
                  </a:lnTo>
                  <a:lnTo>
                    <a:pt x="7633476" y="6374359"/>
                  </a:lnTo>
                  <a:lnTo>
                    <a:pt x="7657548" y="6336330"/>
                  </a:lnTo>
                  <a:lnTo>
                    <a:pt x="7681218" y="6298024"/>
                  </a:lnTo>
                  <a:lnTo>
                    <a:pt x="7704481" y="6259443"/>
                  </a:lnTo>
                  <a:lnTo>
                    <a:pt x="7727335" y="6220589"/>
                  </a:lnTo>
                  <a:lnTo>
                    <a:pt x="7749778" y="6181467"/>
                  </a:lnTo>
                  <a:lnTo>
                    <a:pt x="7771806" y="6142079"/>
                  </a:lnTo>
                  <a:lnTo>
                    <a:pt x="7793416" y="6102428"/>
                  </a:lnTo>
                  <a:lnTo>
                    <a:pt x="7814605" y="6062517"/>
                  </a:lnTo>
                  <a:lnTo>
                    <a:pt x="7835370" y="6022349"/>
                  </a:lnTo>
                  <a:lnTo>
                    <a:pt x="7855708" y="5981927"/>
                  </a:lnTo>
                  <a:lnTo>
                    <a:pt x="7875617" y="5941254"/>
                  </a:lnTo>
                  <a:lnTo>
                    <a:pt x="7895093" y="5900333"/>
                  </a:lnTo>
                  <a:lnTo>
                    <a:pt x="7914133" y="5859167"/>
                  </a:lnTo>
                  <a:lnTo>
                    <a:pt x="7932735" y="5817758"/>
                  </a:lnTo>
                  <a:lnTo>
                    <a:pt x="7950894" y="5776111"/>
                  </a:lnTo>
                  <a:lnTo>
                    <a:pt x="7968610" y="5734227"/>
                  </a:lnTo>
                  <a:lnTo>
                    <a:pt x="7985877" y="5692111"/>
                  </a:lnTo>
                  <a:lnTo>
                    <a:pt x="8002694" y="5649764"/>
                  </a:lnTo>
                  <a:lnTo>
                    <a:pt x="8019057" y="5607190"/>
                  </a:lnTo>
                  <a:lnTo>
                    <a:pt x="8034964" y="5564391"/>
                  </a:lnTo>
                  <a:lnTo>
                    <a:pt x="8050411" y="5521372"/>
                  </a:lnTo>
                  <a:lnTo>
                    <a:pt x="8065396" y="5478134"/>
                  </a:lnTo>
                  <a:lnTo>
                    <a:pt x="8079915" y="5434681"/>
                  </a:lnTo>
                  <a:lnTo>
                    <a:pt x="8093966" y="5391015"/>
                  </a:lnTo>
                  <a:lnTo>
                    <a:pt x="8107545" y="5347141"/>
                  </a:lnTo>
                  <a:lnTo>
                    <a:pt x="8120650" y="5303059"/>
                  </a:lnTo>
                  <a:lnTo>
                    <a:pt x="8133277" y="5258775"/>
                  </a:lnTo>
                  <a:lnTo>
                    <a:pt x="8145424" y="5214290"/>
                  </a:lnTo>
                  <a:lnTo>
                    <a:pt x="8157087" y="5169608"/>
                  </a:lnTo>
                  <a:lnTo>
                    <a:pt x="8168264" y="5124731"/>
                  </a:lnTo>
                  <a:lnTo>
                    <a:pt x="8178952" y="5079663"/>
                  </a:lnTo>
                  <a:lnTo>
                    <a:pt x="8189148" y="5034406"/>
                  </a:lnTo>
                  <a:lnTo>
                    <a:pt x="8198848" y="4988964"/>
                  </a:lnTo>
                  <a:lnTo>
                    <a:pt x="8208050" y="4943339"/>
                  </a:lnTo>
                  <a:lnTo>
                    <a:pt x="8216751" y="4897535"/>
                  </a:lnTo>
                  <a:lnTo>
                    <a:pt x="8224947" y="4851554"/>
                  </a:lnTo>
                  <a:lnTo>
                    <a:pt x="8232636" y="4805400"/>
                  </a:lnTo>
                  <a:lnTo>
                    <a:pt x="8239815" y="4759075"/>
                  </a:lnTo>
                  <a:lnTo>
                    <a:pt x="8246481" y="4712582"/>
                  </a:lnTo>
                  <a:lnTo>
                    <a:pt x="8252631" y="4665925"/>
                  </a:lnTo>
                  <a:lnTo>
                    <a:pt x="8258261" y="4619106"/>
                  </a:lnTo>
                  <a:lnTo>
                    <a:pt x="8263370" y="4572128"/>
                  </a:lnTo>
                  <a:lnTo>
                    <a:pt x="8267953" y="4524995"/>
                  </a:lnTo>
                  <a:lnTo>
                    <a:pt x="8272009" y="4477709"/>
                  </a:lnTo>
                  <a:lnTo>
                    <a:pt x="8275533" y="4430273"/>
                  </a:lnTo>
                  <a:lnTo>
                    <a:pt x="8278523" y="4382690"/>
                  </a:lnTo>
                  <a:lnTo>
                    <a:pt x="8280976" y="4334964"/>
                  </a:lnTo>
                  <a:lnTo>
                    <a:pt x="8282890" y="4287097"/>
                  </a:lnTo>
                  <a:lnTo>
                    <a:pt x="8284260" y="4239091"/>
                  </a:lnTo>
                  <a:lnTo>
                    <a:pt x="8285084" y="4190951"/>
                  </a:lnTo>
                  <a:lnTo>
                    <a:pt x="8285360" y="4142680"/>
                  </a:lnTo>
                  <a:lnTo>
                    <a:pt x="8285084" y="4094408"/>
                  </a:lnTo>
                  <a:lnTo>
                    <a:pt x="8284260" y="4046268"/>
                  </a:lnTo>
                  <a:lnTo>
                    <a:pt x="8282890" y="3998263"/>
                  </a:lnTo>
                  <a:lnTo>
                    <a:pt x="8280976" y="3950396"/>
                  </a:lnTo>
                  <a:lnTo>
                    <a:pt x="8278523" y="3902669"/>
                  </a:lnTo>
                  <a:lnTo>
                    <a:pt x="8275533" y="3855086"/>
                  </a:lnTo>
                  <a:lnTo>
                    <a:pt x="8272009" y="3807651"/>
                  </a:lnTo>
                  <a:lnTo>
                    <a:pt x="8267953" y="3760365"/>
                  </a:lnTo>
                  <a:lnTo>
                    <a:pt x="8263370" y="3713231"/>
                  </a:lnTo>
                  <a:lnTo>
                    <a:pt x="8258261" y="3666254"/>
                  </a:lnTo>
                  <a:lnTo>
                    <a:pt x="8252631" y="3619435"/>
                  </a:lnTo>
                  <a:lnTo>
                    <a:pt x="8246481" y="3572777"/>
                  </a:lnTo>
                  <a:lnTo>
                    <a:pt x="8239815" y="3526285"/>
                  </a:lnTo>
                  <a:lnTo>
                    <a:pt x="8232636" y="3479960"/>
                  </a:lnTo>
                  <a:lnTo>
                    <a:pt x="8224947" y="3433805"/>
                  </a:lnTo>
                  <a:lnTo>
                    <a:pt x="8216751" y="3387824"/>
                  </a:lnTo>
                  <a:lnTo>
                    <a:pt x="8208050" y="3342020"/>
                  </a:lnTo>
                  <a:lnTo>
                    <a:pt x="8198848" y="3296395"/>
                  </a:lnTo>
                  <a:lnTo>
                    <a:pt x="8189148" y="3250953"/>
                  </a:lnTo>
                  <a:lnTo>
                    <a:pt x="8178952" y="3205697"/>
                  </a:lnTo>
                  <a:lnTo>
                    <a:pt x="8168264" y="3160628"/>
                  </a:lnTo>
                  <a:lnTo>
                    <a:pt x="8157087" y="3115752"/>
                  </a:lnTo>
                  <a:lnTo>
                    <a:pt x="8145424" y="3071069"/>
                  </a:lnTo>
                  <a:lnTo>
                    <a:pt x="8133277" y="3026584"/>
                  </a:lnTo>
                  <a:lnTo>
                    <a:pt x="8120650" y="2982300"/>
                  </a:lnTo>
                  <a:lnTo>
                    <a:pt x="8107545" y="2938219"/>
                  </a:lnTo>
                  <a:lnTo>
                    <a:pt x="8093966" y="2894344"/>
                  </a:lnTo>
                  <a:lnTo>
                    <a:pt x="8079915" y="2850679"/>
                  </a:lnTo>
                  <a:lnTo>
                    <a:pt x="8065396" y="2807225"/>
                  </a:lnTo>
                  <a:lnTo>
                    <a:pt x="8050411" y="2763988"/>
                  </a:lnTo>
                  <a:lnTo>
                    <a:pt x="8034964" y="2720968"/>
                  </a:lnTo>
                  <a:lnTo>
                    <a:pt x="8019057" y="2678170"/>
                  </a:lnTo>
                  <a:lnTo>
                    <a:pt x="8002694" y="2635596"/>
                  </a:lnTo>
                  <a:lnTo>
                    <a:pt x="7985877" y="2593249"/>
                  </a:lnTo>
                  <a:lnTo>
                    <a:pt x="7968610" y="2551132"/>
                  </a:lnTo>
                  <a:lnTo>
                    <a:pt x="7950894" y="2509248"/>
                  </a:lnTo>
                  <a:lnTo>
                    <a:pt x="7932735" y="2467601"/>
                  </a:lnTo>
                  <a:lnTo>
                    <a:pt x="7914133" y="2426193"/>
                  </a:lnTo>
                  <a:lnTo>
                    <a:pt x="7895093" y="2385027"/>
                  </a:lnTo>
                  <a:lnTo>
                    <a:pt x="7875617" y="2344105"/>
                  </a:lnTo>
                  <a:lnTo>
                    <a:pt x="7855708" y="2303432"/>
                  </a:lnTo>
                  <a:lnTo>
                    <a:pt x="7835370" y="2263010"/>
                  </a:lnTo>
                  <a:lnTo>
                    <a:pt x="7814605" y="2222842"/>
                  </a:lnTo>
                  <a:lnTo>
                    <a:pt x="7793416" y="2182931"/>
                  </a:lnTo>
                  <a:lnTo>
                    <a:pt x="7771806" y="2143280"/>
                  </a:lnTo>
                  <a:lnTo>
                    <a:pt x="7749778" y="2103892"/>
                  </a:lnTo>
                  <a:lnTo>
                    <a:pt x="7727335" y="2064770"/>
                  </a:lnTo>
                  <a:lnTo>
                    <a:pt x="7704481" y="2025917"/>
                  </a:lnTo>
                  <a:lnTo>
                    <a:pt x="7681218" y="1987335"/>
                  </a:lnTo>
                  <a:lnTo>
                    <a:pt x="7657548" y="1949029"/>
                  </a:lnTo>
                  <a:lnTo>
                    <a:pt x="7633476" y="1911000"/>
                  </a:lnTo>
                  <a:lnTo>
                    <a:pt x="7609004" y="1873252"/>
                  </a:lnTo>
                  <a:lnTo>
                    <a:pt x="7584135" y="1835788"/>
                  </a:lnTo>
                  <a:lnTo>
                    <a:pt x="7558871" y="1798611"/>
                  </a:lnTo>
                  <a:lnTo>
                    <a:pt x="7533217" y="1761724"/>
                  </a:lnTo>
                  <a:lnTo>
                    <a:pt x="7507175" y="1725129"/>
                  </a:lnTo>
                  <a:lnTo>
                    <a:pt x="7480747" y="1688830"/>
                  </a:lnTo>
                  <a:lnTo>
                    <a:pt x="7453938" y="1652829"/>
                  </a:lnTo>
                  <a:lnTo>
                    <a:pt x="7426749" y="1617131"/>
                  </a:lnTo>
                  <a:lnTo>
                    <a:pt x="7399184" y="1581737"/>
                  </a:lnTo>
                  <a:lnTo>
                    <a:pt x="7371246" y="1546650"/>
                  </a:lnTo>
                  <a:lnTo>
                    <a:pt x="7342938" y="1511875"/>
                  </a:lnTo>
                  <a:lnTo>
                    <a:pt x="7314263" y="1477412"/>
                  </a:lnTo>
                  <a:lnTo>
                    <a:pt x="7285223" y="1443267"/>
                  </a:lnTo>
                  <a:lnTo>
                    <a:pt x="7255822" y="1409441"/>
                  </a:lnTo>
                  <a:lnTo>
                    <a:pt x="7226063" y="1375937"/>
                  </a:lnTo>
                  <a:lnTo>
                    <a:pt x="7195949" y="1342759"/>
                  </a:lnTo>
                  <a:lnTo>
                    <a:pt x="7165482" y="1309910"/>
                  </a:lnTo>
                  <a:lnTo>
                    <a:pt x="7134666" y="1277392"/>
                  </a:lnTo>
                  <a:lnTo>
                    <a:pt x="7103503" y="1245208"/>
                  </a:lnTo>
                  <a:lnTo>
                    <a:pt x="7071998" y="1213362"/>
                  </a:lnTo>
                  <a:lnTo>
                    <a:pt x="7040151" y="1181856"/>
                  </a:lnTo>
                  <a:lnTo>
                    <a:pt x="7007968" y="1150694"/>
                  </a:lnTo>
                  <a:lnTo>
                    <a:pt x="6975450" y="1119877"/>
                  </a:lnTo>
                  <a:lnTo>
                    <a:pt x="6942600" y="1089411"/>
                  </a:lnTo>
                  <a:lnTo>
                    <a:pt x="6909422" y="1059296"/>
                  </a:lnTo>
                  <a:lnTo>
                    <a:pt x="6875918" y="1029537"/>
                  </a:lnTo>
                  <a:lnTo>
                    <a:pt x="6842092" y="1000136"/>
                  </a:lnTo>
                  <a:lnTo>
                    <a:pt x="6807947" y="971097"/>
                  </a:lnTo>
                  <a:lnTo>
                    <a:pt x="6773485" y="942421"/>
                  </a:lnTo>
                  <a:lnTo>
                    <a:pt x="6738709" y="914113"/>
                  </a:lnTo>
                  <a:lnTo>
                    <a:pt x="6703623" y="886175"/>
                  </a:lnTo>
                  <a:lnTo>
                    <a:pt x="6668228" y="858610"/>
                  </a:lnTo>
                  <a:lnTo>
                    <a:pt x="6632530" y="831422"/>
                  </a:lnTo>
                  <a:lnTo>
                    <a:pt x="6596529" y="804612"/>
                  </a:lnTo>
                  <a:lnTo>
                    <a:pt x="6560230" y="778185"/>
                  </a:lnTo>
                  <a:lnTo>
                    <a:pt x="6523636" y="752142"/>
                  </a:lnTo>
                  <a:lnTo>
                    <a:pt x="6486748" y="726488"/>
                  </a:lnTo>
                  <a:lnTo>
                    <a:pt x="6449571" y="701225"/>
                  </a:lnTo>
                  <a:lnTo>
                    <a:pt x="6412107" y="676356"/>
                  </a:lnTo>
                  <a:lnTo>
                    <a:pt x="6374359" y="651883"/>
                  </a:lnTo>
                  <a:lnTo>
                    <a:pt x="6336330" y="627811"/>
                  </a:lnTo>
                  <a:lnTo>
                    <a:pt x="6298024" y="604142"/>
                  </a:lnTo>
                  <a:lnTo>
                    <a:pt x="6259443" y="580878"/>
                  </a:lnTo>
                  <a:lnTo>
                    <a:pt x="6220589" y="558024"/>
                  </a:lnTo>
                  <a:lnTo>
                    <a:pt x="6181467" y="535581"/>
                  </a:lnTo>
                  <a:lnTo>
                    <a:pt x="6142079" y="513554"/>
                  </a:lnTo>
                  <a:lnTo>
                    <a:pt x="6102428" y="491944"/>
                  </a:lnTo>
                  <a:lnTo>
                    <a:pt x="6062517" y="470755"/>
                  </a:lnTo>
                  <a:lnTo>
                    <a:pt x="6022349" y="449989"/>
                  </a:lnTo>
                  <a:lnTo>
                    <a:pt x="5981927" y="429651"/>
                  </a:lnTo>
                  <a:lnTo>
                    <a:pt x="5941254" y="409742"/>
                  </a:lnTo>
                  <a:lnTo>
                    <a:pt x="5900333" y="390266"/>
                  </a:lnTo>
                  <a:lnTo>
                    <a:pt x="5859167" y="371226"/>
                  </a:lnTo>
                  <a:lnTo>
                    <a:pt x="5817758" y="352625"/>
                  </a:lnTo>
                  <a:lnTo>
                    <a:pt x="5776111" y="334465"/>
                  </a:lnTo>
                  <a:lnTo>
                    <a:pt x="5734227" y="316750"/>
                  </a:lnTo>
                  <a:lnTo>
                    <a:pt x="5692111" y="299482"/>
                  </a:lnTo>
                  <a:lnTo>
                    <a:pt x="5649764" y="282665"/>
                  </a:lnTo>
                  <a:lnTo>
                    <a:pt x="5607190" y="266302"/>
                  </a:lnTo>
                  <a:lnTo>
                    <a:pt x="5564391" y="250395"/>
                  </a:lnTo>
                  <a:lnTo>
                    <a:pt x="5521372" y="234948"/>
                  </a:lnTo>
                  <a:lnTo>
                    <a:pt x="5478134" y="219963"/>
                  </a:lnTo>
                  <a:lnTo>
                    <a:pt x="5434681" y="205444"/>
                  </a:lnTo>
                  <a:lnTo>
                    <a:pt x="5391015" y="191394"/>
                  </a:lnTo>
                  <a:lnTo>
                    <a:pt x="5347141" y="177814"/>
                  </a:lnTo>
                  <a:lnTo>
                    <a:pt x="5303059" y="164710"/>
                  </a:lnTo>
                  <a:lnTo>
                    <a:pt x="5258775" y="152082"/>
                  </a:lnTo>
                  <a:lnTo>
                    <a:pt x="5214290" y="139936"/>
                  </a:lnTo>
                  <a:lnTo>
                    <a:pt x="5169608" y="128272"/>
                  </a:lnTo>
                  <a:lnTo>
                    <a:pt x="5124731" y="117095"/>
                  </a:lnTo>
                  <a:lnTo>
                    <a:pt x="5079663" y="106407"/>
                  </a:lnTo>
                  <a:lnTo>
                    <a:pt x="5034406" y="96211"/>
                  </a:lnTo>
                  <a:lnTo>
                    <a:pt x="4988964" y="86511"/>
                  </a:lnTo>
                  <a:lnTo>
                    <a:pt x="4943339" y="77309"/>
                  </a:lnTo>
                  <a:lnTo>
                    <a:pt x="4897535" y="68609"/>
                  </a:lnTo>
                  <a:lnTo>
                    <a:pt x="4851554" y="60412"/>
                  </a:lnTo>
                  <a:lnTo>
                    <a:pt x="4805400" y="52723"/>
                  </a:lnTo>
                  <a:lnTo>
                    <a:pt x="4759075" y="45544"/>
                  </a:lnTo>
                  <a:lnTo>
                    <a:pt x="4712582" y="38878"/>
                  </a:lnTo>
                  <a:lnTo>
                    <a:pt x="4665925" y="32728"/>
                  </a:lnTo>
                  <a:lnTo>
                    <a:pt x="4619106" y="27098"/>
                  </a:lnTo>
                  <a:lnTo>
                    <a:pt x="4572128" y="21989"/>
                  </a:lnTo>
                  <a:lnTo>
                    <a:pt x="4524995" y="17406"/>
                  </a:lnTo>
                  <a:lnTo>
                    <a:pt x="4477709" y="13351"/>
                  </a:lnTo>
                  <a:lnTo>
                    <a:pt x="4430273" y="9826"/>
                  </a:lnTo>
                  <a:lnTo>
                    <a:pt x="4382690" y="6836"/>
                  </a:lnTo>
                  <a:lnTo>
                    <a:pt x="4334964" y="4383"/>
                  </a:lnTo>
                  <a:lnTo>
                    <a:pt x="4287097" y="2470"/>
                  </a:lnTo>
                  <a:lnTo>
                    <a:pt x="4239091" y="1099"/>
                  </a:lnTo>
                  <a:lnTo>
                    <a:pt x="4190951" y="275"/>
                  </a:lnTo>
                  <a:lnTo>
                    <a:pt x="4142680" y="0"/>
                  </a:lnTo>
                  <a:close/>
                </a:path>
              </a:pathLst>
            </a:custGeom>
            <a:solidFill>
              <a:srgbClr val="85BB24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519996" y="2402513"/>
              <a:ext cx="2962910" cy="4542790"/>
            </a:xfrm>
            <a:custGeom>
              <a:avLst/>
              <a:gdLst/>
              <a:ahLst/>
              <a:cxnLst/>
              <a:rect l="l" t="t" r="r" b="b"/>
              <a:pathLst>
                <a:path w="2962909" h="4542790">
                  <a:moveTo>
                    <a:pt x="2962684" y="4542573"/>
                  </a:moveTo>
                  <a:lnTo>
                    <a:pt x="0" y="4542573"/>
                  </a:lnTo>
                  <a:lnTo>
                    <a:pt x="0" y="0"/>
                  </a:lnTo>
                  <a:lnTo>
                    <a:pt x="2962684" y="0"/>
                  </a:lnTo>
                  <a:lnTo>
                    <a:pt x="2962684" y="4542573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001331" y="2405173"/>
              <a:ext cx="0" cy="4250690"/>
            </a:xfrm>
            <a:custGeom>
              <a:avLst/>
              <a:gdLst/>
              <a:ahLst/>
              <a:cxnLst/>
              <a:rect l="l" t="t" r="r" b="b"/>
              <a:pathLst>
                <a:path w="0" h="4250690">
                  <a:moveTo>
                    <a:pt x="0" y="0"/>
                  </a:moveTo>
                  <a:lnTo>
                    <a:pt x="0" y="4250644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3517487" y="4683017"/>
              <a:ext cx="2967990" cy="0"/>
            </a:xfrm>
            <a:custGeom>
              <a:avLst/>
              <a:gdLst/>
              <a:ahLst/>
              <a:cxnLst/>
              <a:rect l="l" t="t" r="r" b="b"/>
              <a:pathLst>
                <a:path w="2967990" h="0">
                  <a:moveTo>
                    <a:pt x="296768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3517487" y="3542264"/>
              <a:ext cx="2967990" cy="0"/>
            </a:xfrm>
            <a:custGeom>
              <a:avLst/>
              <a:gdLst/>
              <a:ahLst/>
              <a:cxnLst/>
              <a:rect l="l" t="t" r="r" b="b"/>
              <a:pathLst>
                <a:path w="2967990" h="0">
                  <a:moveTo>
                    <a:pt x="296768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517487" y="5823769"/>
              <a:ext cx="2967990" cy="0"/>
            </a:xfrm>
            <a:custGeom>
              <a:avLst/>
              <a:gdLst/>
              <a:ahLst/>
              <a:cxnLst/>
              <a:rect l="l" t="t" r="r" b="b"/>
              <a:pathLst>
                <a:path w="2967990" h="0">
                  <a:moveTo>
                    <a:pt x="296768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656425" y="4068834"/>
              <a:ext cx="288925" cy="307975"/>
            </a:xfrm>
            <a:custGeom>
              <a:avLst/>
              <a:gdLst/>
              <a:ahLst/>
              <a:cxnLst/>
              <a:rect l="l" t="t" r="r" b="b"/>
              <a:pathLst>
                <a:path w="288925" h="307975">
                  <a:moveTo>
                    <a:pt x="288734" y="0"/>
                  </a:moveTo>
                  <a:lnTo>
                    <a:pt x="0" y="307435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6029630" y="3611500"/>
              <a:ext cx="345440" cy="367665"/>
            </a:xfrm>
            <a:custGeom>
              <a:avLst/>
              <a:gdLst/>
              <a:ahLst/>
              <a:cxnLst/>
              <a:rect l="l" t="t" r="r" b="b"/>
              <a:pathLst>
                <a:path w="345440" h="367664">
                  <a:moveTo>
                    <a:pt x="345047" y="0"/>
                  </a:moveTo>
                  <a:lnTo>
                    <a:pt x="0" y="367391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543815" y="4229760"/>
              <a:ext cx="92075" cy="97790"/>
            </a:xfrm>
            <a:custGeom>
              <a:avLst/>
              <a:gdLst/>
              <a:ahLst/>
              <a:cxnLst/>
              <a:rect l="l" t="t" r="r" b="b"/>
              <a:pathLst>
                <a:path w="92075" h="97789">
                  <a:moveTo>
                    <a:pt x="91641" y="0"/>
                  </a:moveTo>
                  <a:lnTo>
                    <a:pt x="0" y="97578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698671" y="3810341"/>
              <a:ext cx="330835" cy="352425"/>
            </a:xfrm>
            <a:custGeom>
              <a:avLst/>
              <a:gdLst/>
              <a:ahLst/>
              <a:cxnLst/>
              <a:rect l="l" t="t" r="r" b="b"/>
              <a:pathLst>
                <a:path w="330834" h="352425">
                  <a:moveTo>
                    <a:pt x="330691" y="0"/>
                  </a:moveTo>
                  <a:lnTo>
                    <a:pt x="0" y="352114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4054169" y="3028746"/>
              <a:ext cx="288925" cy="307975"/>
            </a:xfrm>
            <a:custGeom>
              <a:avLst/>
              <a:gdLst/>
              <a:ahLst/>
              <a:cxnLst/>
              <a:rect l="l" t="t" r="r" b="b"/>
              <a:pathLst>
                <a:path w="288925" h="307975">
                  <a:moveTo>
                    <a:pt x="288734" y="0"/>
                  </a:moveTo>
                  <a:lnTo>
                    <a:pt x="0" y="307435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4427374" y="2571412"/>
              <a:ext cx="345440" cy="367665"/>
            </a:xfrm>
            <a:custGeom>
              <a:avLst/>
              <a:gdLst/>
              <a:ahLst/>
              <a:cxnLst/>
              <a:rect l="l" t="t" r="r" b="b"/>
              <a:pathLst>
                <a:path w="345440" h="367664">
                  <a:moveTo>
                    <a:pt x="345047" y="0"/>
                  </a:moveTo>
                  <a:lnTo>
                    <a:pt x="0" y="367391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941558" y="3189671"/>
              <a:ext cx="92075" cy="97790"/>
            </a:xfrm>
            <a:custGeom>
              <a:avLst/>
              <a:gdLst/>
              <a:ahLst/>
              <a:cxnLst/>
              <a:rect l="l" t="t" r="r" b="b"/>
              <a:pathLst>
                <a:path w="92075" h="97789">
                  <a:moveTo>
                    <a:pt x="91641" y="0"/>
                  </a:moveTo>
                  <a:lnTo>
                    <a:pt x="0" y="97578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096415" y="2770253"/>
              <a:ext cx="330835" cy="352425"/>
            </a:xfrm>
            <a:custGeom>
              <a:avLst/>
              <a:gdLst/>
              <a:ahLst/>
              <a:cxnLst/>
              <a:rect l="l" t="t" r="r" b="b"/>
              <a:pathLst>
                <a:path w="330834" h="352425">
                  <a:moveTo>
                    <a:pt x="330691" y="0"/>
                  </a:moveTo>
                  <a:lnTo>
                    <a:pt x="0" y="352114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587362" y="5277172"/>
              <a:ext cx="288925" cy="307975"/>
            </a:xfrm>
            <a:custGeom>
              <a:avLst/>
              <a:gdLst/>
              <a:ahLst/>
              <a:cxnLst/>
              <a:rect l="l" t="t" r="r" b="b"/>
              <a:pathLst>
                <a:path w="288925" h="307975">
                  <a:moveTo>
                    <a:pt x="288734" y="0"/>
                  </a:moveTo>
                  <a:lnTo>
                    <a:pt x="0" y="307435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960566" y="4819838"/>
              <a:ext cx="345440" cy="367665"/>
            </a:xfrm>
            <a:custGeom>
              <a:avLst/>
              <a:gdLst/>
              <a:ahLst/>
              <a:cxnLst/>
              <a:rect l="l" t="t" r="r" b="b"/>
              <a:pathLst>
                <a:path w="345440" h="367664">
                  <a:moveTo>
                    <a:pt x="345047" y="0"/>
                  </a:moveTo>
                  <a:lnTo>
                    <a:pt x="0" y="367391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474750" y="5438096"/>
              <a:ext cx="92075" cy="97790"/>
            </a:xfrm>
            <a:custGeom>
              <a:avLst/>
              <a:gdLst/>
              <a:ahLst/>
              <a:cxnLst/>
              <a:rect l="l" t="t" r="r" b="b"/>
              <a:pathLst>
                <a:path w="92075" h="97789">
                  <a:moveTo>
                    <a:pt x="91641" y="0"/>
                  </a:moveTo>
                  <a:lnTo>
                    <a:pt x="0" y="97578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629607" y="5018677"/>
              <a:ext cx="330835" cy="352425"/>
            </a:xfrm>
            <a:custGeom>
              <a:avLst/>
              <a:gdLst/>
              <a:ahLst/>
              <a:cxnLst/>
              <a:rect l="l" t="t" r="r" b="b"/>
              <a:pathLst>
                <a:path w="330834" h="352425">
                  <a:moveTo>
                    <a:pt x="330691" y="0"/>
                  </a:moveTo>
                  <a:lnTo>
                    <a:pt x="0" y="352114"/>
                  </a:lnTo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7930364" y="5891110"/>
              <a:ext cx="456565" cy="477520"/>
            </a:xfrm>
            <a:custGeom>
              <a:avLst/>
              <a:gdLst/>
              <a:ahLst/>
              <a:cxnLst/>
              <a:rect l="l" t="t" r="r" b="b"/>
              <a:pathLst>
                <a:path w="456565" h="477520">
                  <a:moveTo>
                    <a:pt x="184292" y="0"/>
                  </a:moveTo>
                  <a:lnTo>
                    <a:pt x="155682" y="14926"/>
                  </a:lnTo>
                  <a:lnTo>
                    <a:pt x="137276" y="43502"/>
                  </a:lnTo>
                  <a:lnTo>
                    <a:pt x="127154" y="81767"/>
                  </a:lnTo>
                  <a:lnTo>
                    <a:pt x="123397" y="125761"/>
                  </a:lnTo>
                  <a:lnTo>
                    <a:pt x="124086" y="171524"/>
                  </a:lnTo>
                  <a:lnTo>
                    <a:pt x="127301" y="215094"/>
                  </a:lnTo>
                  <a:lnTo>
                    <a:pt x="131123" y="252512"/>
                  </a:lnTo>
                  <a:lnTo>
                    <a:pt x="133634" y="279816"/>
                  </a:lnTo>
                  <a:lnTo>
                    <a:pt x="120995" y="245882"/>
                  </a:lnTo>
                  <a:lnTo>
                    <a:pt x="111079" y="217913"/>
                  </a:lnTo>
                  <a:lnTo>
                    <a:pt x="91645" y="189483"/>
                  </a:lnTo>
                  <a:lnTo>
                    <a:pt x="63535" y="177559"/>
                  </a:lnTo>
                  <a:lnTo>
                    <a:pt x="33664" y="182404"/>
                  </a:lnTo>
                  <a:lnTo>
                    <a:pt x="8946" y="204280"/>
                  </a:lnTo>
                  <a:lnTo>
                    <a:pt x="0" y="231467"/>
                  </a:lnTo>
                  <a:lnTo>
                    <a:pt x="267" y="264389"/>
                  </a:lnTo>
                  <a:lnTo>
                    <a:pt x="16098" y="324538"/>
                  </a:lnTo>
                  <a:lnTo>
                    <a:pt x="42299" y="367298"/>
                  </a:lnTo>
                  <a:lnTo>
                    <a:pt x="61524" y="371718"/>
                  </a:lnTo>
                  <a:lnTo>
                    <a:pt x="94651" y="370589"/>
                  </a:lnTo>
                  <a:lnTo>
                    <a:pt x="107163" y="477329"/>
                  </a:lnTo>
                  <a:lnTo>
                    <a:pt x="322110" y="477496"/>
                  </a:lnTo>
                  <a:lnTo>
                    <a:pt x="315900" y="370390"/>
                  </a:lnTo>
                  <a:lnTo>
                    <a:pt x="331072" y="368028"/>
                  </a:lnTo>
                  <a:lnTo>
                    <a:pt x="407844" y="346390"/>
                  </a:lnTo>
                  <a:lnTo>
                    <a:pt x="439708" y="325281"/>
                  </a:lnTo>
                  <a:lnTo>
                    <a:pt x="454486" y="288859"/>
                  </a:lnTo>
                  <a:lnTo>
                    <a:pt x="456039" y="238984"/>
                  </a:lnTo>
                  <a:lnTo>
                    <a:pt x="446960" y="189727"/>
                  </a:lnTo>
                  <a:lnTo>
                    <a:pt x="429845" y="155161"/>
                  </a:lnTo>
                  <a:lnTo>
                    <a:pt x="404558" y="143292"/>
                  </a:lnTo>
                  <a:lnTo>
                    <a:pt x="375088" y="151225"/>
                  </a:lnTo>
                  <a:lnTo>
                    <a:pt x="350191" y="176672"/>
                  </a:lnTo>
                  <a:lnTo>
                    <a:pt x="338622" y="217347"/>
                  </a:lnTo>
                  <a:lnTo>
                    <a:pt x="336500" y="253925"/>
                  </a:lnTo>
                  <a:lnTo>
                    <a:pt x="331541" y="272291"/>
                  </a:lnTo>
                  <a:lnTo>
                    <a:pt x="319919" y="278001"/>
                  </a:lnTo>
                  <a:lnTo>
                    <a:pt x="297807" y="276612"/>
                  </a:lnTo>
                  <a:lnTo>
                    <a:pt x="300498" y="214033"/>
                  </a:lnTo>
                  <a:lnTo>
                    <a:pt x="301809" y="161707"/>
                  </a:lnTo>
                  <a:lnTo>
                    <a:pt x="301273" y="118376"/>
                  </a:lnTo>
                  <a:lnTo>
                    <a:pt x="283861" y="49846"/>
                  </a:lnTo>
                  <a:lnTo>
                    <a:pt x="225024" y="2684"/>
                  </a:lnTo>
                  <a:lnTo>
                    <a:pt x="184292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930364" y="5891110"/>
              <a:ext cx="456565" cy="477520"/>
            </a:xfrm>
            <a:custGeom>
              <a:avLst/>
              <a:gdLst/>
              <a:ahLst/>
              <a:cxnLst/>
              <a:rect l="l" t="t" r="r" b="b"/>
              <a:pathLst>
                <a:path w="456565" h="477520">
                  <a:moveTo>
                    <a:pt x="107163" y="477329"/>
                  </a:moveTo>
                  <a:lnTo>
                    <a:pt x="94651" y="370589"/>
                  </a:lnTo>
                  <a:lnTo>
                    <a:pt x="61524" y="371718"/>
                  </a:lnTo>
                  <a:lnTo>
                    <a:pt x="42299" y="367298"/>
                  </a:lnTo>
                  <a:lnTo>
                    <a:pt x="16098" y="324538"/>
                  </a:lnTo>
                  <a:lnTo>
                    <a:pt x="267" y="264389"/>
                  </a:lnTo>
                  <a:lnTo>
                    <a:pt x="0" y="231467"/>
                  </a:lnTo>
                  <a:lnTo>
                    <a:pt x="8946" y="204280"/>
                  </a:lnTo>
                  <a:lnTo>
                    <a:pt x="33664" y="182404"/>
                  </a:lnTo>
                  <a:lnTo>
                    <a:pt x="63535" y="177559"/>
                  </a:lnTo>
                  <a:lnTo>
                    <a:pt x="91645" y="189483"/>
                  </a:lnTo>
                  <a:lnTo>
                    <a:pt x="111079" y="217913"/>
                  </a:lnTo>
                  <a:lnTo>
                    <a:pt x="120995" y="245882"/>
                  </a:lnTo>
                  <a:lnTo>
                    <a:pt x="128038" y="265128"/>
                  </a:lnTo>
                  <a:lnTo>
                    <a:pt x="132240" y="276243"/>
                  </a:lnTo>
                  <a:lnTo>
                    <a:pt x="133634" y="279816"/>
                  </a:lnTo>
                  <a:lnTo>
                    <a:pt x="131123" y="252512"/>
                  </a:lnTo>
                  <a:lnTo>
                    <a:pt x="127301" y="215094"/>
                  </a:lnTo>
                  <a:lnTo>
                    <a:pt x="124086" y="171524"/>
                  </a:lnTo>
                  <a:lnTo>
                    <a:pt x="123397" y="125761"/>
                  </a:lnTo>
                  <a:lnTo>
                    <a:pt x="127154" y="81767"/>
                  </a:lnTo>
                  <a:lnTo>
                    <a:pt x="137276" y="43502"/>
                  </a:lnTo>
                  <a:lnTo>
                    <a:pt x="184292" y="0"/>
                  </a:lnTo>
                  <a:lnTo>
                    <a:pt x="225024" y="2684"/>
                  </a:lnTo>
                  <a:lnTo>
                    <a:pt x="260961" y="21145"/>
                  </a:lnTo>
                  <a:lnTo>
                    <a:pt x="296404" y="83889"/>
                  </a:lnTo>
                  <a:lnTo>
                    <a:pt x="301809" y="161707"/>
                  </a:lnTo>
                  <a:lnTo>
                    <a:pt x="300498" y="214033"/>
                  </a:lnTo>
                  <a:lnTo>
                    <a:pt x="298708" y="258090"/>
                  </a:lnTo>
                  <a:lnTo>
                    <a:pt x="297807" y="276612"/>
                  </a:lnTo>
                  <a:lnTo>
                    <a:pt x="319919" y="278001"/>
                  </a:lnTo>
                  <a:lnTo>
                    <a:pt x="331541" y="272291"/>
                  </a:lnTo>
                  <a:lnTo>
                    <a:pt x="336500" y="253925"/>
                  </a:lnTo>
                  <a:lnTo>
                    <a:pt x="338622" y="217347"/>
                  </a:lnTo>
                  <a:lnTo>
                    <a:pt x="350191" y="176672"/>
                  </a:lnTo>
                  <a:lnTo>
                    <a:pt x="375088" y="151225"/>
                  </a:lnTo>
                  <a:lnTo>
                    <a:pt x="404558" y="143292"/>
                  </a:lnTo>
                  <a:lnTo>
                    <a:pt x="429845" y="155161"/>
                  </a:lnTo>
                  <a:lnTo>
                    <a:pt x="446960" y="189727"/>
                  </a:lnTo>
                  <a:lnTo>
                    <a:pt x="456039" y="238984"/>
                  </a:lnTo>
                  <a:lnTo>
                    <a:pt x="454486" y="288859"/>
                  </a:lnTo>
                  <a:lnTo>
                    <a:pt x="439708" y="325281"/>
                  </a:lnTo>
                  <a:lnTo>
                    <a:pt x="407844" y="346390"/>
                  </a:lnTo>
                  <a:lnTo>
                    <a:pt x="366676" y="360334"/>
                  </a:lnTo>
                  <a:lnTo>
                    <a:pt x="315900" y="370390"/>
                  </a:lnTo>
                  <a:lnTo>
                    <a:pt x="322110" y="477496"/>
                  </a:lnTo>
                  <a:lnTo>
                    <a:pt x="107163" y="47732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8098878" y="5911391"/>
              <a:ext cx="20955" cy="297815"/>
            </a:xfrm>
            <a:custGeom>
              <a:avLst/>
              <a:gdLst/>
              <a:ahLst/>
              <a:cxnLst/>
              <a:rect l="l" t="t" r="r" b="b"/>
              <a:pathLst>
                <a:path w="20955" h="297814">
                  <a:moveTo>
                    <a:pt x="20452" y="0"/>
                  </a:moveTo>
                  <a:lnTo>
                    <a:pt x="6950" y="13503"/>
                  </a:lnTo>
                  <a:lnTo>
                    <a:pt x="667" y="27809"/>
                  </a:lnTo>
                  <a:lnTo>
                    <a:pt x="0" y="51741"/>
                  </a:lnTo>
                  <a:lnTo>
                    <a:pt x="3343" y="94122"/>
                  </a:lnTo>
                  <a:lnTo>
                    <a:pt x="7053" y="156565"/>
                  </a:lnTo>
                  <a:lnTo>
                    <a:pt x="8959" y="223015"/>
                  </a:lnTo>
                  <a:lnTo>
                    <a:pt x="9661" y="275826"/>
                  </a:lnTo>
                  <a:lnTo>
                    <a:pt x="9761" y="297352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181370" y="5959158"/>
              <a:ext cx="24130" cy="230504"/>
            </a:xfrm>
            <a:custGeom>
              <a:avLst/>
              <a:gdLst/>
              <a:ahLst/>
              <a:cxnLst/>
              <a:rect l="l" t="t" r="r" b="b"/>
              <a:pathLst>
                <a:path w="24130" h="230504">
                  <a:moveTo>
                    <a:pt x="0" y="1433"/>
                  </a:moveTo>
                  <a:lnTo>
                    <a:pt x="15944" y="0"/>
                  </a:lnTo>
                  <a:lnTo>
                    <a:pt x="23264" y="5984"/>
                  </a:lnTo>
                  <a:lnTo>
                    <a:pt x="23767" y="25203"/>
                  </a:lnTo>
                  <a:lnTo>
                    <a:pt x="19255" y="63473"/>
                  </a:lnTo>
                  <a:lnTo>
                    <a:pt x="15646" y="117521"/>
                  </a:lnTo>
                  <a:lnTo>
                    <a:pt x="16047" y="171772"/>
                  </a:lnTo>
                  <a:lnTo>
                    <a:pt x="18052" y="213590"/>
                  </a:lnTo>
                  <a:lnTo>
                    <a:pt x="19255" y="230337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7957551" y="6101783"/>
              <a:ext cx="100330" cy="190500"/>
            </a:xfrm>
            <a:custGeom>
              <a:avLst/>
              <a:gdLst/>
              <a:ahLst/>
              <a:cxnLst/>
              <a:rect l="l" t="t" r="r" b="b"/>
              <a:pathLst>
                <a:path w="100330" h="190500">
                  <a:moveTo>
                    <a:pt x="22729" y="0"/>
                  </a:moveTo>
                  <a:lnTo>
                    <a:pt x="6852" y="4412"/>
                  </a:lnTo>
                  <a:lnTo>
                    <a:pt x="0" y="11231"/>
                  </a:lnTo>
                  <a:lnTo>
                    <a:pt x="769" y="25269"/>
                  </a:lnTo>
                  <a:lnTo>
                    <a:pt x="16313" y="82762"/>
                  </a:lnTo>
                  <a:lnTo>
                    <a:pt x="36631" y="127156"/>
                  </a:lnTo>
                  <a:lnTo>
                    <a:pt x="73801" y="140628"/>
                  </a:lnTo>
                  <a:lnTo>
                    <a:pt x="95460" y="143335"/>
                  </a:lnTo>
                  <a:lnTo>
                    <a:pt x="99743" y="190392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8249826" y="6103922"/>
              <a:ext cx="114935" cy="133350"/>
            </a:xfrm>
            <a:custGeom>
              <a:avLst/>
              <a:gdLst/>
              <a:ahLst/>
              <a:cxnLst/>
              <a:rect l="l" t="t" r="r" b="b"/>
              <a:pathLst>
                <a:path w="114934" h="133350">
                  <a:moveTo>
                    <a:pt x="0" y="132634"/>
                  </a:moveTo>
                  <a:lnTo>
                    <a:pt x="50977" y="133301"/>
                  </a:lnTo>
                  <a:lnTo>
                    <a:pt x="93562" y="119395"/>
                  </a:lnTo>
                  <a:lnTo>
                    <a:pt x="113044" y="67687"/>
                  </a:lnTo>
                  <a:lnTo>
                    <a:pt x="114449" y="35565"/>
                  </a:lnTo>
                  <a:lnTo>
                    <a:pt x="112645" y="10261"/>
                  </a:lnTo>
                  <a:lnTo>
                    <a:pt x="111242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8001674" y="6106063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4973" y="7486"/>
                  </a:moveTo>
                  <a:lnTo>
                    <a:pt x="14973" y="11622"/>
                  </a:lnTo>
                  <a:lnTo>
                    <a:pt x="11622" y="14973"/>
                  </a:lnTo>
                  <a:lnTo>
                    <a:pt x="7486" y="14973"/>
                  </a:lnTo>
                  <a:lnTo>
                    <a:pt x="3350" y="14973"/>
                  </a:lnTo>
                  <a:lnTo>
                    <a:pt x="0" y="11622"/>
                  </a:lnTo>
                  <a:lnTo>
                    <a:pt x="0" y="7486"/>
                  </a:lnTo>
                  <a:lnTo>
                    <a:pt x="0" y="3350"/>
                  </a:lnTo>
                  <a:lnTo>
                    <a:pt x="3350" y="0"/>
                  </a:lnTo>
                  <a:lnTo>
                    <a:pt x="7486" y="0"/>
                  </a:lnTo>
                  <a:lnTo>
                    <a:pt x="11622" y="0"/>
                  </a:lnTo>
                  <a:lnTo>
                    <a:pt x="14973" y="3350"/>
                  </a:lnTo>
                  <a:lnTo>
                    <a:pt x="14973" y="7486"/>
                  </a:lnTo>
                  <a:close/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8027345" y="6192703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4973" y="7486"/>
                  </a:moveTo>
                  <a:lnTo>
                    <a:pt x="14973" y="11622"/>
                  </a:lnTo>
                  <a:lnTo>
                    <a:pt x="11622" y="14973"/>
                  </a:lnTo>
                  <a:lnTo>
                    <a:pt x="7486" y="14973"/>
                  </a:lnTo>
                  <a:lnTo>
                    <a:pt x="3350" y="14973"/>
                  </a:lnTo>
                  <a:lnTo>
                    <a:pt x="0" y="11622"/>
                  </a:lnTo>
                  <a:lnTo>
                    <a:pt x="0" y="7486"/>
                  </a:lnTo>
                  <a:lnTo>
                    <a:pt x="0" y="3350"/>
                  </a:lnTo>
                  <a:lnTo>
                    <a:pt x="3350" y="0"/>
                  </a:lnTo>
                  <a:lnTo>
                    <a:pt x="7486" y="0"/>
                  </a:lnTo>
                  <a:lnTo>
                    <a:pt x="11622" y="0"/>
                  </a:lnTo>
                  <a:lnTo>
                    <a:pt x="14973" y="3350"/>
                  </a:lnTo>
                  <a:lnTo>
                    <a:pt x="14973" y="7486"/>
                  </a:lnTo>
                  <a:close/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7989908" y="6157405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4973" y="7486"/>
                  </a:moveTo>
                  <a:lnTo>
                    <a:pt x="14973" y="11622"/>
                  </a:lnTo>
                  <a:lnTo>
                    <a:pt x="11622" y="14973"/>
                  </a:lnTo>
                  <a:lnTo>
                    <a:pt x="7486" y="14973"/>
                  </a:lnTo>
                  <a:lnTo>
                    <a:pt x="3350" y="14973"/>
                  </a:lnTo>
                  <a:lnTo>
                    <a:pt x="0" y="11622"/>
                  </a:lnTo>
                  <a:lnTo>
                    <a:pt x="0" y="7486"/>
                  </a:lnTo>
                  <a:lnTo>
                    <a:pt x="0" y="3350"/>
                  </a:lnTo>
                  <a:lnTo>
                    <a:pt x="3350" y="0"/>
                  </a:lnTo>
                  <a:lnTo>
                    <a:pt x="7486" y="0"/>
                  </a:lnTo>
                  <a:lnTo>
                    <a:pt x="11622" y="0"/>
                  </a:lnTo>
                  <a:lnTo>
                    <a:pt x="14973" y="3350"/>
                  </a:lnTo>
                  <a:lnTo>
                    <a:pt x="14973" y="7486"/>
                  </a:lnTo>
                  <a:close/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8141794" y="6068625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4973" y="7486"/>
                  </a:moveTo>
                  <a:lnTo>
                    <a:pt x="14973" y="11622"/>
                  </a:lnTo>
                  <a:lnTo>
                    <a:pt x="11622" y="14973"/>
                  </a:lnTo>
                  <a:lnTo>
                    <a:pt x="7486" y="14973"/>
                  </a:lnTo>
                  <a:lnTo>
                    <a:pt x="3350" y="14973"/>
                  </a:lnTo>
                  <a:lnTo>
                    <a:pt x="0" y="11622"/>
                  </a:lnTo>
                  <a:lnTo>
                    <a:pt x="0" y="7486"/>
                  </a:lnTo>
                  <a:lnTo>
                    <a:pt x="0" y="3350"/>
                  </a:lnTo>
                  <a:lnTo>
                    <a:pt x="3350" y="0"/>
                  </a:lnTo>
                  <a:lnTo>
                    <a:pt x="7486" y="0"/>
                  </a:lnTo>
                  <a:lnTo>
                    <a:pt x="11622" y="0"/>
                  </a:lnTo>
                  <a:lnTo>
                    <a:pt x="14973" y="3350"/>
                  </a:lnTo>
                  <a:lnTo>
                    <a:pt x="14973" y="7486"/>
                  </a:lnTo>
                  <a:close/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8071199" y="5995891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4973" y="7486"/>
                  </a:moveTo>
                  <a:lnTo>
                    <a:pt x="14973" y="11622"/>
                  </a:lnTo>
                  <a:lnTo>
                    <a:pt x="11622" y="14973"/>
                  </a:lnTo>
                  <a:lnTo>
                    <a:pt x="7486" y="14973"/>
                  </a:lnTo>
                  <a:lnTo>
                    <a:pt x="3350" y="14973"/>
                  </a:lnTo>
                  <a:lnTo>
                    <a:pt x="0" y="11622"/>
                  </a:lnTo>
                  <a:lnTo>
                    <a:pt x="0" y="7486"/>
                  </a:lnTo>
                  <a:lnTo>
                    <a:pt x="0" y="3350"/>
                  </a:lnTo>
                  <a:lnTo>
                    <a:pt x="3350" y="0"/>
                  </a:lnTo>
                  <a:lnTo>
                    <a:pt x="7486" y="0"/>
                  </a:lnTo>
                  <a:lnTo>
                    <a:pt x="11622" y="0"/>
                  </a:lnTo>
                  <a:lnTo>
                    <a:pt x="14973" y="3350"/>
                  </a:lnTo>
                  <a:lnTo>
                    <a:pt x="14973" y="7486"/>
                  </a:lnTo>
                  <a:close/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8166397" y="6256881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4973" y="7486"/>
                  </a:moveTo>
                  <a:lnTo>
                    <a:pt x="14973" y="11622"/>
                  </a:lnTo>
                  <a:lnTo>
                    <a:pt x="11622" y="14973"/>
                  </a:lnTo>
                  <a:lnTo>
                    <a:pt x="7486" y="14973"/>
                  </a:lnTo>
                  <a:lnTo>
                    <a:pt x="3350" y="14973"/>
                  </a:lnTo>
                  <a:lnTo>
                    <a:pt x="0" y="11622"/>
                  </a:lnTo>
                  <a:lnTo>
                    <a:pt x="0" y="7486"/>
                  </a:lnTo>
                  <a:lnTo>
                    <a:pt x="0" y="3350"/>
                  </a:lnTo>
                  <a:lnTo>
                    <a:pt x="3350" y="0"/>
                  </a:lnTo>
                  <a:lnTo>
                    <a:pt x="7486" y="0"/>
                  </a:lnTo>
                  <a:lnTo>
                    <a:pt x="11622" y="0"/>
                  </a:lnTo>
                  <a:lnTo>
                    <a:pt x="14973" y="3350"/>
                  </a:lnTo>
                  <a:lnTo>
                    <a:pt x="14973" y="7486"/>
                  </a:lnTo>
                  <a:close/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8085105" y="6246183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4973" y="7486"/>
                  </a:moveTo>
                  <a:lnTo>
                    <a:pt x="14973" y="11622"/>
                  </a:lnTo>
                  <a:lnTo>
                    <a:pt x="11622" y="14973"/>
                  </a:lnTo>
                  <a:lnTo>
                    <a:pt x="7486" y="14973"/>
                  </a:lnTo>
                  <a:lnTo>
                    <a:pt x="3350" y="14973"/>
                  </a:lnTo>
                  <a:lnTo>
                    <a:pt x="0" y="11622"/>
                  </a:lnTo>
                  <a:lnTo>
                    <a:pt x="0" y="7486"/>
                  </a:lnTo>
                  <a:lnTo>
                    <a:pt x="0" y="3350"/>
                  </a:lnTo>
                  <a:lnTo>
                    <a:pt x="3350" y="0"/>
                  </a:lnTo>
                  <a:lnTo>
                    <a:pt x="7486" y="0"/>
                  </a:lnTo>
                  <a:lnTo>
                    <a:pt x="11622" y="0"/>
                  </a:lnTo>
                  <a:lnTo>
                    <a:pt x="14973" y="3350"/>
                  </a:lnTo>
                  <a:lnTo>
                    <a:pt x="14973" y="7486"/>
                  </a:lnTo>
                  <a:close/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8154631" y="5927435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4973" y="7486"/>
                  </a:moveTo>
                  <a:lnTo>
                    <a:pt x="14973" y="11622"/>
                  </a:lnTo>
                  <a:lnTo>
                    <a:pt x="11622" y="14973"/>
                  </a:lnTo>
                  <a:lnTo>
                    <a:pt x="7486" y="14973"/>
                  </a:lnTo>
                  <a:lnTo>
                    <a:pt x="3350" y="14973"/>
                  </a:lnTo>
                  <a:lnTo>
                    <a:pt x="0" y="11622"/>
                  </a:lnTo>
                  <a:lnTo>
                    <a:pt x="0" y="7486"/>
                  </a:lnTo>
                  <a:lnTo>
                    <a:pt x="0" y="3350"/>
                  </a:lnTo>
                  <a:lnTo>
                    <a:pt x="3350" y="0"/>
                  </a:lnTo>
                  <a:lnTo>
                    <a:pt x="7486" y="0"/>
                  </a:lnTo>
                  <a:lnTo>
                    <a:pt x="11622" y="0"/>
                  </a:lnTo>
                  <a:lnTo>
                    <a:pt x="14973" y="3350"/>
                  </a:lnTo>
                  <a:lnTo>
                    <a:pt x="14973" y="7486"/>
                  </a:lnTo>
                  <a:close/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8306517" y="6069695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4973" y="7486"/>
                  </a:moveTo>
                  <a:lnTo>
                    <a:pt x="14973" y="11622"/>
                  </a:lnTo>
                  <a:lnTo>
                    <a:pt x="11622" y="14973"/>
                  </a:lnTo>
                  <a:lnTo>
                    <a:pt x="7486" y="14973"/>
                  </a:lnTo>
                  <a:lnTo>
                    <a:pt x="3350" y="14973"/>
                  </a:lnTo>
                  <a:lnTo>
                    <a:pt x="0" y="11622"/>
                  </a:lnTo>
                  <a:lnTo>
                    <a:pt x="0" y="7486"/>
                  </a:lnTo>
                  <a:lnTo>
                    <a:pt x="0" y="3350"/>
                  </a:lnTo>
                  <a:lnTo>
                    <a:pt x="3350" y="0"/>
                  </a:lnTo>
                  <a:lnTo>
                    <a:pt x="7486" y="0"/>
                  </a:lnTo>
                  <a:lnTo>
                    <a:pt x="11622" y="0"/>
                  </a:lnTo>
                  <a:lnTo>
                    <a:pt x="14973" y="3350"/>
                  </a:lnTo>
                  <a:lnTo>
                    <a:pt x="14973" y="7486"/>
                  </a:lnTo>
                  <a:close/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8287265" y="6171311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4973" y="7486"/>
                  </a:moveTo>
                  <a:lnTo>
                    <a:pt x="14973" y="11622"/>
                  </a:lnTo>
                  <a:lnTo>
                    <a:pt x="11622" y="14973"/>
                  </a:lnTo>
                  <a:lnTo>
                    <a:pt x="7486" y="14973"/>
                  </a:lnTo>
                  <a:lnTo>
                    <a:pt x="3350" y="14973"/>
                  </a:lnTo>
                  <a:lnTo>
                    <a:pt x="0" y="11622"/>
                  </a:lnTo>
                  <a:lnTo>
                    <a:pt x="0" y="7486"/>
                  </a:lnTo>
                  <a:lnTo>
                    <a:pt x="0" y="3350"/>
                  </a:lnTo>
                  <a:lnTo>
                    <a:pt x="3350" y="0"/>
                  </a:lnTo>
                  <a:lnTo>
                    <a:pt x="7486" y="0"/>
                  </a:lnTo>
                  <a:lnTo>
                    <a:pt x="11622" y="0"/>
                  </a:lnTo>
                  <a:lnTo>
                    <a:pt x="14973" y="3350"/>
                  </a:lnTo>
                  <a:lnTo>
                    <a:pt x="14973" y="7486"/>
                  </a:lnTo>
                  <a:close/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8154631" y="6169171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4973" y="7486"/>
                  </a:moveTo>
                  <a:lnTo>
                    <a:pt x="14973" y="11622"/>
                  </a:lnTo>
                  <a:lnTo>
                    <a:pt x="11622" y="14973"/>
                  </a:lnTo>
                  <a:lnTo>
                    <a:pt x="7486" y="14973"/>
                  </a:lnTo>
                  <a:lnTo>
                    <a:pt x="3350" y="14973"/>
                  </a:lnTo>
                  <a:lnTo>
                    <a:pt x="0" y="11622"/>
                  </a:lnTo>
                  <a:lnTo>
                    <a:pt x="0" y="7486"/>
                  </a:lnTo>
                  <a:lnTo>
                    <a:pt x="0" y="3350"/>
                  </a:lnTo>
                  <a:lnTo>
                    <a:pt x="3350" y="0"/>
                  </a:lnTo>
                  <a:lnTo>
                    <a:pt x="7486" y="0"/>
                  </a:lnTo>
                  <a:lnTo>
                    <a:pt x="11622" y="0"/>
                  </a:lnTo>
                  <a:lnTo>
                    <a:pt x="14973" y="3350"/>
                  </a:lnTo>
                  <a:lnTo>
                    <a:pt x="14973" y="7486"/>
                  </a:lnTo>
                  <a:close/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7947629" y="6299335"/>
              <a:ext cx="385445" cy="315595"/>
            </a:xfrm>
            <a:custGeom>
              <a:avLst/>
              <a:gdLst/>
              <a:ahLst/>
              <a:cxnLst/>
              <a:rect l="l" t="t" r="r" b="b"/>
              <a:pathLst>
                <a:path w="385444" h="315595">
                  <a:moveTo>
                    <a:pt x="384972" y="0"/>
                  </a:moveTo>
                  <a:lnTo>
                    <a:pt x="0" y="0"/>
                  </a:lnTo>
                  <a:lnTo>
                    <a:pt x="38490" y="315550"/>
                  </a:lnTo>
                  <a:lnTo>
                    <a:pt x="346471" y="315550"/>
                  </a:lnTo>
                  <a:lnTo>
                    <a:pt x="3849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7947629" y="6299335"/>
              <a:ext cx="385445" cy="315595"/>
            </a:xfrm>
            <a:custGeom>
              <a:avLst/>
              <a:gdLst/>
              <a:ahLst/>
              <a:cxnLst/>
              <a:rect l="l" t="t" r="r" b="b"/>
              <a:pathLst>
                <a:path w="385444" h="315595">
                  <a:moveTo>
                    <a:pt x="384972" y="0"/>
                  </a:moveTo>
                  <a:lnTo>
                    <a:pt x="0" y="0"/>
                  </a:lnTo>
                  <a:lnTo>
                    <a:pt x="38490" y="315550"/>
                  </a:lnTo>
                  <a:lnTo>
                    <a:pt x="346471" y="315550"/>
                  </a:lnTo>
                  <a:lnTo>
                    <a:pt x="384972" y="0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2209875" y="5716018"/>
              <a:ext cx="294640" cy="2823210"/>
            </a:xfrm>
            <a:custGeom>
              <a:avLst/>
              <a:gdLst/>
              <a:ahLst/>
              <a:cxnLst/>
              <a:rect l="l" t="t" r="r" b="b"/>
              <a:pathLst>
                <a:path w="294640" h="2823209">
                  <a:moveTo>
                    <a:pt x="0" y="0"/>
                  </a:moveTo>
                  <a:lnTo>
                    <a:pt x="294587" y="2822709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2323432" y="7857477"/>
              <a:ext cx="133985" cy="141605"/>
            </a:xfrm>
            <a:custGeom>
              <a:avLst/>
              <a:gdLst/>
              <a:ahLst/>
              <a:cxnLst/>
              <a:rect l="l" t="t" r="r" b="b"/>
              <a:pathLst>
                <a:path w="133984" h="141604">
                  <a:moveTo>
                    <a:pt x="133545" y="141053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2079052" y="7719593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60088" y="0"/>
                  </a:moveTo>
                  <a:lnTo>
                    <a:pt x="20734" y="2897"/>
                  </a:lnTo>
                  <a:lnTo>
                    <a:pt x="0" y="23901"/>
                  </a:lnTo>
                  <a:lnTo>
                    <a:pt x="2021" y="52449"/>
                  </a:lnTo>
                  <a:lnTo>
                    <a:pt x="50624" y="116516"/>
                  </a:lnTo>
                  <a:lnTo>
                    <a:pt x="90901" y="146156"/>
                  </a:lnTo>
                  <a:lnTo>
                    <a:pt x="137625" y="170279"/>
                  </a:lnTo>
                  <a:lnTo>
                    <a:pt x="187643" y="185945"/>
                  </a:lnTo>
                  <a:lnTo>
                    <a:pt x="237804" y="190215"/>
                  </a:lnTo>
                  <a:lnTo>
                    <a:pt x="284954" y="180148"/>
                  </a:lnTo>
                  <a:lnTo>
                    <a:pt x="286274" y="143280"/>
                  </a:lnTo>
                  <a:lnTo>
                    <a:pt x="281177" y="119190"/>
                  </a:lnTo>
                  <a:lnTo>
                    <a:pt x="231804" y="66863"/>
                  </a:lnTo>
                  <a:lnTo>
                    <a:pt x="160275" y="28003"/>
                  </a:lnTo>
                  <a:lnTo>
                    <a:pt x="109466" y="10079"/>
                  </a:lnTo>
                  <a:lnTo>
                    <a:pt x="6008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2079052" y="7719593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284954" y="180148"/>
                  </a:moveTo>
                  <a:lnTo>
                    <a:pt x="281177" y="119190"/>
                  </a:lnTo>
                  <a:lnTo>
                    <a:pt x="231804" y="66863"/>
                  </a:lnTo>
                  <a:lnTo>
                    <a:pt x="160275" y="28003"/>
                  </a:lnTo>
                  <a:lnTo>
                    <a:pt x="109466" y="10079"/>
                  </a:lnTo>
                  <a:lnTo>
                    <a:pt x="60088" y="0"/>
                  </a:lnTo>
                  <a:lnTo>
                    <a:pt x="20734" y="2897"/>
                  </a:lnTo>
                  <a:lnTo>
                    <a:pt x="0" y="23901"/>
                  </a:lnTo>
                  <a:lnTo>
                    <a:pt x="2021" y="52449"/>
                  </a:lnTo>
                  <a:lnTo>
                    <a:pt x="50624" y="116516"/>
                  </a:lnTo>
                  <a:lnTo>
                    <a:pt x="90901" y="146156"/>
                  </a:lnTo>
                  <a:lnTo>
                    <a:pt x="137625" y="170279"/>
                  </a:lnTo>
                  <a:lnTo>
                    <a:pt x="187643" y="185945"/>
                  </a:lnTo>
                  <a:lnTo>
                    <a:pt x="237804" y="190215"/>
                  </a:lnTo>
                  <a:lnTo>
                    <a:pt x="284954" y="180148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2192264" y="7792718"/>
              <a:ext cx="172085" cy="107314"/>
            </a:xfrm>
            <a:custGeom>
              <a:avLst/>
              <a:gdLst/>
              <a:ahLst/>
              <a:cxnLst/>
              <a:rect l="l" t="t" r="r" b="b"/>
              <a:pathLst>
                <a:path w="172084" h="107315">
                  <a:moveTo>
                    <a:pt x="171743" y="107022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2356934" y="8178499"/>
              <a:ext cx="133985" cy="141605"/>
            </a:xfrm>
            <a:custGeom>
              <a:avLst/>
              <a:gdLst/>
              <a:ahLst/>
              <a:cxnLst/>
              <a:rect l="l" t="t" r="r" b="b"/>
              <a:pathLst>
                <a:path w="133984" h="141604">
                  <a:moveTo>
                    <a:pt x="133545" y="141053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2112556" y="8040615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60088" y="0"/>
                  </a:moveTo>
                  <a:lnTo>
                    <a:pt x="20734" y="2896"/>
                  </a:lnTo>
                  <a:lnTo>
                    <a:pt x="0" y="23901"/>
                  </a:lnTo>
                  <a:lnTo>
                    <a:pt x="2021" y="52449"/>
                  </a:lnTo>
                  <a:lnTo>
                    <a:pt x="50621" y="116516"/>
                  </a:lnTo>
                  <a:lnTo>
                    <a:pt x="90897" y="146155"/>
                  </a:lnTo>
                  <a:lnTo>
                    <a:pt x="137620" y="170278"/>
                  </a:lnTo>
                  <a:lnTo>
                    <a:pt x="187639" y="185945"/>
                  </a:lnTo>
                  <a:lnTo>
                    <a:pt x="237801" y="190215"/>
                  </a:lnTo>
                  <a:lnTo>
                    <a:pt x="284954" y="180148"/>
                  </a:lnTo>
                  <a:lnTo>
                    <a:pt x="286274" y="143280"/>
                  </a:lnTo>
                  <a:lnTo>
                    <a:pt x="281177" y="119191"/>
                  </a:lnTo>
                  <a:lnTo>
                    <a:pt x="231804" y="66874"/>
                  </a:lnTo>
                  <a:lnTo>
                    <a:pt x="160275" y="28006"/>
                  </a:lnTo>
                  <a:lnTo>
                    <a:pt x="109466" y="10079"/>
                  </a:lnTo>
                  <a:lnTo>
                    <a:pt x="6008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2112556" y="8040615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284954" y="180148"/>
                  </a:moveTo>
                  <a:lnTo>
                    <a:pt x="281177" y="119191"/>
                  </a:lnTo>
                  <a:lnTo>
                    <a:pt x="231804" y="66874"/>
                  </a:lnTo>
                  <a:lnTo>
                    <a:pt x="160275" y="28006"/>
                  </a:lnTo>
                  <a:lnTo>
                    <a:pt x="109466" y="10079"/>
                  </a:lnTo>
                  <a:lnTo>
                    <a:pt x="60088" y="0"/>
                  </a:lnTo>
                  <a:lnTo>
                    <a:pt x="20734" y="2896"/>
                  </a:lnTo>
                  <a:lnTo>
                    <a:pt x="0" y="23901"/>
                  </a:lnTo>
                  <a:lnTo>
                    <a:pt x="2021" y="52449"/>
                  </a:lnTo>
                  <a:lnTo>
                    <a:pt x="50621" y="116516"/>
                  </a:lnTo>
                  <a:lnTo>
                    <a:pt x="90897" y="146155"/>
                  </a:lnTo>
                  <a:lnTo>
                    <a:pt x="137620" y="170278"/>
                  </a:lnTo>
                  <a:lnTo>
                    <a:pt x="187639" y="185945"/>
                  </a:lnTo>
                  <a:lnTo>
                    <a:pt x="237801" y="190215"/>
                  </a:lnTo>
                  <a:lnTo>
                    <a:pt x="284954" y="180148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2225767" y="8113740"/>
              <a:ext cx="172085" cy="107314"/>
            </a:xfrm>
            <a:custGeom>
              <a:avLst/>
              <a:gdLst/>
              <a:ahLst/>
              <a:cxnLst/>
              <a:rect l="l" t="t" r="r" b="b"/>
              <a:pathLst>
                <a:path w="172084" h="107315">
                  <a:moveTo>
                    <a:pt x="171743" y="107022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2241680" y="7074123"/>
              <a:ext cx="133985" cy="141605"/>
            </a:xfrm>
            <a:custGeom>
              <a:avLst/>
              <a:gdLst/>
              <a:ahLst/>
              <a:cxnLst/>
              <a:rect l="l" t="t" r="r" b="b"/>
              <a:pathLst>
                <a:path w="133984" h="141604">
                  <a:moveTo>
                    <a:pt x="133545" y="141053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1997301" y="6936238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60088" y="0"/>
                  </a:moveTo>
                  <a:lnTo>
                    <a:pt x="20734" y="2897"/>
                  </a:lnTo>
                  <a:lnTo>
                    <a:pt x="0" y="23901"/>
                  </a:lnTo>
                  <a:lnTo>
                    <a:pt x="2021" y="52446"/>
                  </a:lnTo>
                  <a:lnTo>
                    <a:pt x="50621" y="116512"/>
                  </a:lnTo>
                  <a:lnTo>
                    <a:pt x="90897" y="146152"/>
                  </a:lnTo>
                  <a:lnTo>
                    <a:pt x="137620" y="170276"/>
                  </a:lnTo>
                  <a:lnTo>
                    <a:pt x="187639" y="185944"/>
                  </a:lnTo>
                  <a:lnTo>
                    <a:pt x="237801" y="190215"/>
                  </a:lnTo>
                  <a:lnTo>
                    <a:pt x="284954" y="180148"/>
                  </a:lnTo>
                  <a:lnTo>
                    <a:pt x="286274" y="143280"/>
                  </a:lnTo>
                  <a:lnTo>
                    <a:pt x="281177" y="119190"/>
                  </a:lnTo>
                  <a:lnTo>
                    <a:pt x="231804" y="66863"/>
                  </a:lnTo>
                  <a:lnTo>
                    <a:pt x="160275" y="28003"/>
                  </a:lnTo>
                  <a:lnTo>
                    <a:pt x="109466" y="10079"/>
                  </a:lnTo>
                  <a:lnTo>
                    <a:pt x="6008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1997301" y="6936238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284954" y="180148"/>
                  </a:moveTo>
                  <a:lnTo>
                    <a:pt x="281177" y="119190"/>
                  </a:lnTo>
                  <a:lnTo>
                    <a:pt x="231804" y="66863"/>
                  </a:lnTo>
                  <a:lnTo>
                    <a:pt x="160275" y="28003"/>
                  </a:lnTo>
                  <a:lnTo>
                    <a:pt x="109466" y="10079"/>
                  </a:lnTo>
                  <a:lnTo>
                    <a:pt x="60088" y="0"/>
                  </a:lnTo>
                  <a:lnTo>
                    <a:pt x="20734" y="2897"/>
                  </a:lnTo>
                  <a:lnTo>
                    <a:pt x="0" y="23901"/>
                  </a:lnTo>
                  <a:lnTo>
                    <a:pt x="2021" y="52446"/>
                  </a:lnTo>
                  <a:lnTo>
                    <a:pt x="50621" y="116512"/>
                  </a:lnTo>
                  <a:lnTo>
                    <a:pt x="90897" y="146152"/>
                  </a:lnTo>
                  <a:lnTo>
                    <a:pt x="137620" y="170276"/>
                  </a:lnTo>
                  <a:lnTo>
                    <a:pt x="187639" y="185944"/>
                  </a:lnTo>
                  <a:lnTo>
                    <a:pt x="237801" y="190215"/>
                  </a:lnTo>
                  <a:lnTo>
                    <a:pt x="284954" y="180148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2110512" y="7009363"/>
              <a:ext cx="172085" cy="107314"/>
            </a:xfrm>
            <a:custGeom>
              <a:avLst/>
              <a:gdLst/>
              <a:ahLst/>
              <a:cxnLst/>
              <a:rect l="l" t="t" r="r" b="b"/>
              <a:pathLst>
                <a:path w="172084" h="107315">
                  <a:moveTo>
                    <a:pt x="171743" y="107022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2275183" y="7395144"/>
              <a:ext cx="133985" cy="141605"/>
            </a:xfrm>
            <a:custGeom>
              <a:avLst/>
              <a:gdLst/>
              <a:ahLst/>
              <a:cxnLst/>
              <a:rect l="l" t="t" r="r" b="b"/>
              <a:pathLst>
                <a:path w="133984" h="141604">
                  <a:moveTo>
                    <a:pt x="133545" y="141053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2030803" y="7257259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60088" y="0"/>
                  </a:moveTo>
                  <a:lnTo>
                    <a:pt x="20734" y="2896"/>
                  </a:lnTo>
                  <a:lnTo>
                    <a:pt x="0" y="23901"/>
                  </a:lnTo>
                  <a:lnTo>
                    <a:pt x="2021" y="52449"/>
                  </a:lnTo>
                  <a:lnTo>
                    <a:pt x="50624" y="116516"/>
                  </a:lnTo>
                  <a:lnTo>
                    <a:pt x="90901" y="146155"/>
                  </a:lnTo>
                  <a:lnTo>
                    <a:pt x="137625" y="170278"/>
                  </a:lnTo>
                  <a:lnTo>
                    <a:pt x="187643" y="185945"/>
                  </a:lnTo>
                  <a:lnTo>
                    <a:pt x="237804" y="190215"/>
                  </a:lnTo>
                  <a:lnTo>
                    <a:pt x="284954" y="180148"/>
                  </a:lnTo>
                  <a:lnTo>
                    <a:pt x="286274" y="143280"/>
                  </a:lnTo>
                  <a:lnTo>
                    <a:pt x="281177" y="119191"/>
                  </a:lnTo>
                  <a:lnTo>
                    <a:pt x="231804" y="66874"/>
                  </a:lnTo>
                  <a:lnTo>
                    <a:pt x="160275" y="28006"/>
                  </a:lnTo>
                  <a:lnTo>
                    <a:pt x="109466" y="10079"/>
                  </a:lnTo>
                  <a:lnTo>
                    <a:pt x="6008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2030803" y="7257259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284954" y="180148"/>
                  </a:moveTo>
                  <a:lnTo>
                    <a:pt x="281177" y="119191"/>
                  </a:lnTo>
                  <a:lnTo>
                    <a:pt x="231804" y="66874"/>
                  </a:lnTo>
                  <a:lnTo>
                    <a:pt x="160275" y="28006"/>
                  </a:lnTo>
                  <a:lnTo>
                    <a:pt x="109466" y="10079"/>
                  </a:lnTo>
                  <a:lnTo>
                    <a:pt x="60088" y="0"/>
                  </a:lnTo>
                  <a:lnTo>
                    <a:pt x="20734" y="2896"/>
                  </a:lnTo>
                  <a:lnTo>
                    <a:pt x="0" y="23901"/>
                  </a:lnTo>
                  <a:lnTo>
                    <a:pt x="2021" y="52449"/>
                  </a:lnTo>
                  <a:lnTo>
                    <a:pt x="50624" y="116516"/>
                  </a:lnTo>
                  <a:lnTo>
                    <a:pt x="90901" y="146155"/>
                  </a:lnTo>
                  <a:lnTo>
                    <a:pt x="137625" y="170278"/>
                  </a:lnTo>
                  <a:lnTo>
                    <a:pt x="187643" y="185945"/>
                  </a:lnTo>
                  <a:lnTo>
                    <a:pt x="237804" y="190215"/>
                  </a:lnTo>
                  <a:lnTo>
                    <a:pt x="284954" y="180148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2144014" y="7330385"/>
              <a:ext cx="172085" cy="107314"/>
            </a:xfrm>
            <a:custGeom>
              <a:avLst/>
              <a:gdLst/>
              <a:ahLst/>
              <a:cxnLst/>
              <a:rect l="l" t="t" r="r" b="b"/>
              <a:pathLst>
                <a:path w="172084" h="107315">
                  <a:moveTo>
                    <a:pt x="171743" y="107022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2187257" y="6552645"/>
              <a:ext cx="133985" cy="141605"/>
            </a:xfrm>
            <a:custGeom>
              <a:avLst/>
              <a:gdLst/>
              <a:ahLst/>
              <a:cxnLst/>
              <a:rect l="l" t="t" r="r" b="b"/>
              <a:pathLst>
                <a:path w="133984" h="141604">
                  <a:moveTo>
                    <a:pt x="133545" y="141053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1942879" y="6414760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60088" y="0"/>
                  </a:moveTo>
                  <a:lnTo>
                    <a:pt x="20734" y="2896"/>
                  </a:lnTo>
                  <a:lnTo>
                    <a:pt x="0" y="23901"/>
                  </a:lnTo>
                  <a:lnTo>
                    <a:pt x="2021" y="52446"/>
                  </a:lnTo>
                  <a:lnTo>
                    <a:pt x="50621" y="116511"/>
                  </a:lnTo>
                  <a:lnTo>
                    <a:pt x="90897" y="146151"/>
                  </a:lnTo>
                  <a:lnTo>
                    <a:pt x="137620" y="170275"/>
                  </a:lnTo>
                  <a:lnTo>
                    <a:pt x="187639" y="185943"/>
                  </a:lnTo>
                  <a:lnTo>
                    <a:pt x="237801" y="190214"/>
                  </a:lnTo>
                  <a:lnTo>
                    <a:pt x="284954" y="180148"/>
                  </a:lnTo>
                  <a:lnTo>
                    <a:pt x="286274" y="143280"/>
                  </a:lnTo>
                  <a:lnTo>
                    <a:pt x="281177" y="119191"/>
                  </a:lnTo>
                  <a:lnTo>
                    <a:pt x="231804" y="66874"/>
                  </a:lnTo>
                  <a:lnTo>
                    <a:pt x="160275" y="28006"/>
                  </a:lnTo>
                  <a:lnTo>
                    <a:pt x="109466" y="10079"/>
                  </a:lnTo>
                  <a:lnTo>
                    <a:pt x="6008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1942879" y="6414760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284954" y="180148"/>
                  </a:moveTo>
                  <a:lnTo>
                    <a:pt x="281177" y="119191"/>
                  </a:lnTo>
                  <a:lnTo>
                    <a:pt x="231804" y="66874"/>
                  </a:lnTo>
                  <a:lnTo>
                    <a:pt x="160275" y="28006"/>
                  </a:lnTo>
                  <a:lnTo>
                    <a:pt x="109466" y="10079"/>
                  </a:lnTo>
                  <a:lnTo>
                    <a:pt x="60088" y="0"/>
                  </a:lnTo>
                  <a:lnTo>
                    <a:pt x="20734" y="2896"/>
                  </a:lnTo>
                  <a:lnTo>
                    <a:pt x="0" y="23901"/>
                  </a:lnTo>
                  <a:lnTo>
                    <a:pt x="2021" y="52446"/>
                  </a:lnTo>
                  <a:lnTo>
                    <a:pt x="50621" y="116511"/>
                  </a:lnTo>
                  <a:lnTo>
                    <a:pt x="90897" y="146151"/>
                  </a:lnTo>
                  <a:lnTo>
                    <a:pt x="137620" y="170275"/>
                  </a:lnTo>
                  <a:lnTo>
                    <a:pt x="187639" y="185943"/>
                  </a:lnTo>
                  <a:lnTo>
                    <a:pt x="237801" y="190214"/>
                  </a:lnTo>
                  <a:lnTo>
                    <a:pt x="284954" y="180148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2056090" y="6487885"/>
              <a:ext cx="172085" cy="107314"/>
            </a:xfrm>
            <a:custGeom>
              <a:avLst/>
              <a:gdLst/>
              <a:ahLst/>
              <a:cxnLst/>
              <a:rect l="l" t="t" r="r" b="b"/>
              <a:pathLst>
                <a:path w="172084" h="107315">
                  <a:moveTo>
                    <a:pt x="171743" y="107022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2132597" y="6028889"/>
              <a:ext cx="133985" cy="141605"/>
            </a:xfrm>
            <a:custGeom>
              <a:avLst/>
              <a:gdLst/>
              <a:ahLst/>
              <a:cxnLst/>
              <a:rect l="l" t="t" r="r" b="b"/>
              <a:pathLst>
                <a:path w="133984" h="141604">
                  <a:moveTo>
                    <a:pt x="133545" y="141053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1888217" y="5891004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60088" y="0"/>
                  </a:moveTo>
                  <a:lnTo>
                    <a:pt x="20734" y="2897"/>
                  </a:lnTo>
                  <a:lnTo>
                    <a:pt x="0" y="23901"/>
                  </a:lnTo>
                  <a:lnTo>
                    <a:pt x="2021" y="52446"/>
                  </a:lnTo>
                  <a:lnTo>
                    <a:pt x="50624" y="116512"/>
                  </a:lnTo>
                  <a:lnTo>
                    <a:pt x="90901" y="146152"/>
                  </a:lnTo>
                  <a:lnTo>
                    <a:pt x="137625" y="170276"/>
                  </a:lnTo>
                  <a:lnTo>
                    <a:pt x="187643" y="185944"/>
                  </a:lnTo>
                  <a:lnTo>
                    <a:pt x="237804" y="190215"/>
                  </a:lnTo>
                  <a:lnTo>
                    <a:pt x="284954" y="180148"/>
                  </a:lnTo>
                  <a:lnTo>
                    <a:pt x="286274" y="143280"/>
                  </a:lnTo>
                  <a:lnTo>
                    <a:pt x="281177" y="119190"/>
                  </a:lnTo>
                  <a:lnTo>
                    <a:pt x="231804" y="66863"/>
                  </a:lnTo>
                  <a:lnTo>
                    <a:pt x="160275" y="28003"/>
                  </a:lnTo>
                  <a:lnTo>
                    <a:pt x="109466" y="10079"/>
                  </a:lnTo>
                  <a:lnTo>
                    <a:pt x="6008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1888217" y="5891004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284954" y="180148"/>
                  </a:moveTo>
                  <a:lnTo>
                    <a:pt x="281177" y="119190"/>
                  </a:lnTo>
                  <a:lnTo>
                    <a:pt x="231804" y="66863"/>
                  </a:lnTo>
                  <a:lnTo>
                    <a:pt x="160275" y="28003"/>
                  </a:lnTo>
                  <a:lnTo>
                    <a:pt x="109466" y="10079"/>
                  </a:lnTo>
                  <a:lnTo>
                    <a:pt x="60088" y="0"/>
                  </a:lnTo>
                  <a:lnTo>
                    <a:pt x="20734" y="2897"/>
                  </a:lnTo>
                  <a:lnTo>
                    <a:pt x="0" y="23901"/>
                  </a:lnTo>
                  <a:lnTo>
                    <a:pt x="2021" y="52446"/>
                  </a:lnTo>
                  <a:lnTo>
                    <a:pt x="50624" y="116512"/>
                  </a:lnTo>
                  <a:lnTo>
                    <a:pt x="90901" y="146152"/>
                  </a:lnTo>
                  <a:lnTo>
                    <a:pt x="137625" y="170276"/>
                  </a:lnTo>
                  <a:lnTo>
                    <a:pt x="187643" y="185944"/>
                  </a:lnTo>
                  <a:lnTo>
                    <a:pt x="237804" y="190215"/>
                  </a:lnTo>
                  <a:lnTo>
                    <a:pt x="284954" y="180148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2001429" y="5964130"/>
              <a:ext cx="172085" cy="107314"/>
            </a:xfrm>
            <a:custGeom>
              <a:avLst/>
              <a:gdLst/>
              <a:ahLst/>
              <a:cxnLst/>
              <a:rect l="l" t="t" r="r" b="b"/>
              <a:pathLst>
                <a:path w="172084" h="107314">
                  <a:moveTo>
                    <a:pt x="171743" y="107022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2434533" y="7643003"/>
              <a:ext cx="101600" cy="165735"/>
            </a:xfrm>
            <a:custGeom>
              <a:avLst/>
              <a:gdLst/>
              <a:ahLst/>
              <a:cxnLst/>
              <a:rect l="l" t="t" r="r" b="b"/>
              <a:pathLst>
                <a:path w="101600" h="165734">
                  <a:moveTo>
                    <a:pt x="0" y="165586"/>
                  </a:moveTo>
                  <a:lnTo>
                    <a:pt x="101546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2496202" y="7464743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230832" y="0"/>
                  </a:moveTo>
                  <a:lnTo>
                    <a:pt x="191727" y="5292"/>
                  </a:lnTo>
                  <a:lnTo>
                    <a:pt x="145494" y="25351"/>
                  </a:lnTo>
                  <a:lnTo>
                    <a:pt x="99481" y="53382"/>
                  </a:lnTo>
                  <a:lnTo>
                    <a:pt x="61039" y="82590"/>
                  </a:lnTo>
                  <a:lnTo>
                    <a:pt x="11625" y="142705"/>
                  </a:lnTo>
                  <a:lnTo>
                    <a:pt x="0" y="192189"/>
                  </a:lnTo>
                  <a:lnTo>
                    <a:pt x="8900" y="227989"/>
                  </a:lnTo>
                  <a:lnTo>
                    <a:pt x="57115" y="228103"/>
                  </a:lnTo>
                  <a:lnTo>
                    <a:pt x="105314" y="213568"/>
                  </a:lnTo>
                  <a:lnTo>
                    <a:pt x="151021" y="187911"/>
                  </a:lnTo>
                  <a:lnTo>
                    <a:pt x="191757" y="154660"/>
                  </a:lnTo>
                  <a:lnTo>
                    <a:pt x="225045" y="117342"/>
                  </a:lnTo>
                  <a:lnTo>
                    <a:pt x="248410" y="79486"/>
                  </a:lnTo>
                  <a:lnTo>
                    <a:pt x="259373" y="44619"/>
                  </a:lnTo>
                  <a:lnTo>
                    <a:pt x="255458" y="16268"/>
                  </a:lnTo>
                  <a:lnTo>
                    <a:pt x="230832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2496202" y="7464743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8900" y="227989"/>
                  </a:moveTo>
                  <a:lnTo>
                    <a:pt x="0" y="192189"/>
                  </a:lnTo>
                  <a:lnTo>
                    <a:pt x="14" y="167568"/>
                  </a:lnTo>
                  <a:lnTo>
                    <a:pt x="11625" y="142705"/>
                  </a:lnTo>
                  <a:lnTo>
                    <a:pt x="37517" y="106181"/>
                  </a:lnTo>
                  <a:lnTo>
                    <a:pt x="99481" y="53382"/>
                  </a:lnTo>
                  <a:lnTo>
                    <a:pt x="145494" y="25351"/>
                  </a:lnTo>
                  <a:lnTo>
                    <a:pt x="191727" y="5292"/>
                  </a:lnTo>
                  <a:lnTo>
                    <a:pt x="230832" y="0"/>
                  </a:lnTo>
                  <a:lnTo>
                    <a:pt x="255458" y="16268"/>
                  </a:lnTo>
                  <a:lnTo>
                    <a:pt x="259373" y="44619"/>
                  </a:lnTo>
                  <a:lnTo>
                    <a:pt x="248410" y="79486"/>
                  </a:lnTo>
                  <a:lnTo>
                    <a:pt x="225045" y="117342"/>
                  </a:lnTo>
                  <a:lnTo>
                    <a:pt x="191757" y="154660"/>
                  </a:lnTo>
                  <a:lnTo>
                    <a:pt x="151021" y="187911"/>
                  </a:lnTo>
                  <a:lnTo>
                    <a:pt x="105314" y="213568"/>
                  </a:lnTo>
                  <a:lnTo>
                    <a:pt x="57115" y="228103"/>
                  </a:lnTo>
                  <a:lnTo>
                    <a:pt x="8900" y="22798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2505102" y="7544914"/>
              <a:ext cx="154940" cy="147955"/>
            </a:xfrm>
            <a:custGeom>
              <a:avLst/>
              <a:gdLst/>
              <a:ahLst/>
              <a:cxnLst/>
              <a:rect l="l" t="t" r="r" b="b"/>
              <a:pathLst>
                <a:path w="154940" h="147954">
                  <a:moveTo>
                    <a:pt x="0" y="147817"/>
                  </a:moveTo>
                  <a:lnTo>
                    <a:pt x="154654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2346370" y="6798227"/>
              <a:ext cx="101600" cy="165735"/>
            </a:xfrm>
            <a:custGeom>
              <a:avLst/>
              <a:gdLst/>
              <a:ahLst/>
              <a:cxnLst/>
              <a:rect l="l" t="t" r="r" b="b"/>
              <a:pathLst>
                <a:path w="101600" h="165734">
                  <a:moveTo>
                    <a:pt x="0" y="165586"/>
                  </a:moveTo>
                  <a:lnTo>
                    <a:pt x="101546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2408039" y="6619966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230832" y="0"/>
                  </a:moveTo>
                  <a:lnTo>
                    <a:pt x="191727" y="5292"/>
                  </a:lnTo>
                  <a:lnTo>
                    <a:pt x="145494" y="25351"/>
                  </a:lnTo>
                  <a:lnTo>
                    <a:pt x="99481" y="53382"/>
                  </a:lnTo>
                  <a:lnTo>
                    <a:pt x="61039" y="82590"/>
                  </a:lnTo>
                  <a:lnTo>
                    <a:pt x="11625" y="142705"/>
                  </a:lnTo>
                  <a:lnTo>
                    <a:pt x="0" y="192189"/>
                  </a:lnTo>
                  <a:lnTo>
                    <a:pt x="8900" y="227989"/>
                  </a:lnTo>
                  <a:lnTo>
                    <a:pt x="57115" y="228103"/>
                  </a:lnTo>
                  <a:lnTo>
                    <a:pt x="105314" y="213568"/>
                  </a:lnTo>
                  <a:lnTo>
                    <a:pt x="151021" y="187911"/>
                  </a:lnTo>
                  <a:lnTo>
                    <a:pt x="191757" y="154660"/>
                  </a:lnTo>
                  <a:lnTo>
                    <a:pt x="225045" y="117342"/>
                  </a:lnTo>
                  <a:lnTo>
                    <a:pt x="248410" y="79486"/>
                  </a:lnTo>
                  <a:lnTo>
                    <a:pt x="259373" y="44619"/>
                  </a:lnTo>
                  <a:lnTo>
                    <a:pt x="255458" y="16268"/>
                  </a:lnTo>
                  <a:lnTo>
                    <a:pt x="230832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2408039" y="6619966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8900" y="227989"/>
                  </a:moveTo>
                  <a:lnTo>
                    <a:pt x="0" y="192189"/>
                  </a:lnTo>
                  <a:lnTo>
                    <a:pt x="14" y="167568"/>
                  </a:lnTo>
                  <a:lnTo>
                    <a:pt x="11625" y="142705"/>
                  </a:lnTo>
                  <a:lnTo>
                    <a:pt x="37517" y="106181"/>
                  </a:lnTo>
                  <a:lnTo>
                    <a:pt x="99481" y="53382"/>
                  </a:lnTo>
                  <a:lnTo>
                    <a:pt x="145494" y="25351"/>
                  </a:lnTo>
                  <a:lnTo>
                    <a:pt x="191727" y="5292"/>
                  </a:lnTo>
                  <a:lnTo>
                    <a:pt x="230832" y="0"/>
                  </a:lnTo>
                  <a:lnTo>
                    <a:pt x="255458" y="16268"/>
                  </a:lnTo>
                  <a:lnTo>
                    <a:pt x="259373" y="44619"/>
                  </a:lnTo>
                  <a:lnTo>
                    <a:pt x="248410" y="79486"/>
                  </a:lnTo>
                  <a:lnTo>
                    <a:pt x="225045" y="117342"/>
                  </a:lnTo>
                  <a:lnTo>
                    <a:pt x="191757" y="154660"/>
                  </a:lnTo>
                  <a:lnTo>
                    <a:pt x="151021" y="187911"/>
                  </a:lnTo>
                  <a:lnTo>
                    <a:pt x="105314" y="213568"/>
                  </a:lnTo>
                  <a:lnTo>
                    <a:pt x="57115" y="228103"/>
                  </a:lnTo>
                  <a:lnTo>
                    <a:pt x="8900" y="22798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2416939" y="6700138"/>
              <a:ext cx="154940" cy="147955"/>
            </a:xfrm>
            <a:custGeom>
              <a:avLst/>
              <a:gdLst/>
              <a:ahLst/>
              <a:cxnLst/>
              <a:rect l="l" t="t" r="r" b="b"/>
              <a:pathLst>
                <a:path w="154940" h="147954">
                  <a:moveTo>
                    <a:pt x="0" y="147817"/>
                  </a:moveTo>
                  <a:lnTo>
                    <a:pt x="154654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2307627" y="6426980"/>
              <a:ext cx="101600" cy="165735"/>
            </a:xfrm>
            <a:custGeom>
              <a:avLst/>
              <a:gdLst/>
              <a:ahLst/>
              <a:cxnLst/>
              <a:rect l="l" t="t" r="r" b="b"/>
              <a:pathLst>
                <a:path w="101600" h="165734">
                  <a:moveTo>
                    <a:pt x="0" y="165586"/>
                  </a:moveTo>
                  <a:lnTo>
                    <a:pt x="101546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2369296" y="6248720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230832" y="0"/>
                  </a:moveTo>
                  <a:lnTo>
                    <a:pt x="191727" y="5292"/>
                  </a:lnTo>
                  <a:lnTo>
                    <a:pt x="145494" y="25351"/>
                  </a:lnTo>
                  <a:lnTo>
                    <a:pt x="99481" y="53382"/>
                  </a:lnTo>
                  <a:lnTo>
                    <a:pt x="61039" y="82590"/>
                  </a:lnTo>
                  <a:lnTo>
                    <a:pt x="11625" y="142705"/>
                  </a:lnTo>
                  <a:lnTo>
                    <a:pt x="0" y="192189"/>
                  </a:lnTo>
                  <a:lnTo>
                    <a:pt x="8900" y="227989"/>
                  </a:lnTo>
                  <a:lnTo>
                    <a:pt x="57115" y="228103"/>
                  </a:lnTo>
                  <a:lnTo>
                    <a:pt x="105314" y="213568"/>
                  </a:lnTo>
                  <a:lnTo>
                    <a:pt x="151021" y="187911"/>
                  </a:lnTo>
                  <a:lnTo>
                    <a:pt x="191757" y="154660"/>
                  </a:lnTo>
                  <a:lnTo>
                    <a:pt x="225045" y="117342"/>
                  </a:lnTo>
                  <a:lnTo>
                    <a:pt x="248410" y="79486"/>
                  </a:lnTo>
                  <a:lnTo>
                    <a:pt x="259373" y="44619"/>
                  </a:lnTo>
                  <a:lnTo>
                    <a:pt x="255458" y="16268"/>
                  </a:lnTo>
                  <a:lnTo>
                    <a:pt x="230832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2369296" y="6248720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8900" y="227989"/>
                  </a:moveTo>
                  <a:lnTo>
                    <a:pt x="0" y="192189"/>
                  </a:lnTo>
                  <a:lnTo>
                    <a:pt x="14" y="167568"/>
                  </a:lnTo>
                  <a:lnTo>
                    <a:pt x="11625" y="142705"/>
                  </a:lnTo>
                  <a:lnTo>
                    <a:pt x="37517" y="106181"/>
                  </a:lnTo>
                  <a:lnTo>
                    <a:pt x="99481" y="53382"/>
                  </a:lnTo>
                  <a:lnTo>
                    <a:pt x="145494" y="25351"/>
                  </a:lnTo>
                  <a:lnTo>
                    <a:pt x="191727" y="5292"/>
                  </a:lnTo>
                  <a:lnTo>
                    <a:pt x="230832" y="0"/>
                  </a:lnTo>
                  <a:lnTo>
                    <a:pt x="255458" y="16268"/>
                  </a:lnTo>
                  <a:lnTo>
                    <a:pt x="259373" y="44619"/>
                  </a:lnTo>
                  <a:lnTo>
                    <a:pt x="248410" y="79486"/>
                  </a:lnTo>
                  <a:lnTo>
                    <a:pt x="225045" y="117342"/>
                  </a:lnTo>
                  <a:lnTo>
                    <a:pt x="191757" y="154660"/>
                  </a:lnTo>
                  <a:lnTo>
                    <a:pt x="151021" y="187911"/>
                  </a:lnTo>
                  <a:lnTo>
                    <a:pt x="105314" y="213568"/>
                  </a:lnTo>
                  <a:lnTo>
                    <a:pt x="57115" y="228103"/>
                  </a:lnTo>
                  <a:lnTo>
                    <a:pt x="8900" y="22798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2378196" y="6328892"/>
              <a:ext cx="154940" cy="147955"/>
            </a:xfrm>
            <a:custGeom>
              <a:avLst/>
              <a:gdLst/>
              <a:ahLst/>
              <a:cxnLst/>
              <a:rect l="l" t="t" r="r" b="b"/>
              <a:pathLst>
                <a:path w="154940" h="147954">
                  <a:moveTo>
                    <a:pt x="0" y="147817"/>
                  </a:moveTo>
                  <a:lnTo>
                    <a:pt x="154654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2250826" y="5882731"/>
              <a:ext cx="101600" cy="165735"/>
            </a:xfrm>
            <a:custGeom>
              <a:avLst/>
              <a:gdLst/>
              <a:ahLst/>
              <a:cxnLst/>
              <a:rect l="l" t="t" r="r" b="b"/>
              <a:pathLst>
                <a:path w="101600" h="165735">
                  <a:moveTo>
                    <a:pt x="0" y="165586"/>
                  </a:moveTo>
                  <a:lnTo>
                    <a:pt x="101546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2312496" y="5704470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230832" y="0"/>
                  </a:moveTo>
                  <a:lnTo>
                    <a:pt x="191727" y="5292"/>
                  </a:lnTo>
                  <a:lnTo>
                    <a:pt x="145494" y="25351"/>
                  </a:lnTo>
                  <a:lnTo>
                    <a:pt x="99481" y="53382"/>
                  </a:lnTo>
                  <a:lnTo>
                    <a:pt x="61039" y="82590"/>
                  </a:lnTo>
                  <a:lnTo>
                    <a:pt x="11625" y="142705"/>
                  </a:lnTo>
                  <a:lnTo>
                    <a:pt x="0" y="192189"/>
                  </a:lnTo>
                  <a:lnTo>
                    <a:pt x="8900" y="227989"/>
                  </a:lnTo>
                  <a:lnTo>
                    <a:pt x="57115" y="228103"/>
                  </a:lnTo>
                  <a:lnTo>
                    <a:pt x="105314" y="213568"/>
                  </a:lnTo>
                  <a:lnTo>
                    <a:pt x="151021" y="187911"/>
                  </a:lnTo>
                  <a:lnTo>
                    <a:pt x="191757" y="154660"/>
                  </a:lnTo>
                  <a:lnTo>
                    <a:pt x="225045" y="117342"/>
                  </a:lnTo>
                  <a:lnTo>
                    <a:pt x="248410" y="79486"/>
                  </a:lnTo>
                  <a:lnTo>
                    <a:pt x="259373" y="44619"/>
                  </a:lnTo>
                  <a:lnTo>
                    <a:pt x="255458" y="16268"/>
                  </a:lnTo>
                  <a:lnTo>
                    <a:pt x="230832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2312496" y="5704470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8900" y="227989"/>
                  </a:moveTo>
                  <a:lnTo>
                    <a:pt x="0" y="192189"/>
                  </a:lnTo>
                  <a:lnTo>
                    <a:pt x="14" y="167568"/>
                  </a:lnTo>
                  <a:lnTo>
                    <a:pt x="11625" y="142705"/>
                  </a:lnTo>
                  <a:lnTo>
                    <a:pt x="37517" y="106181"/>
                  </a:lnTo>
                  <a:lnTo>
                    <a:pt x="99481" y="53382"/>
                  </a:lnTo>
                  <a:lnTo>
                    <a:pt x="145494" y="25351"/>
                  </a:lnTo>
                  <a:lnTo>
                    <a:pt x="191727" y="5292"/>
                  </a:lnTo>
                  <a:lnTo>
                    <a:pt x="230832" y="0"/>
                  </a:lnTo>
                  <a:lnTo>
                    <a:pt x="255458" y="16268"/>
                  </a:lnTo>
                  <a:lnTo>
                    <a:pt x="259373" y="44619"/>
                  </a:lnTo>
                  <a:lnTo>
                    <a:pt x="248410" y="79486"/>
                  </a:lnTo>
                  <a:lnTo>
                    <a:pt x="225045" y="117342"/>
                  </a:lnTo>
                  <a:lnTo>
                    <a:pt x="191757" y="154660"/>
                  </a:lnTo>
                  <a:lnTo>
                    <a:pt x="151021" y="187911"/>
                  </a:lnTo>
                  <a:lnTo>
                    <a:pt x="105314" y="213568"/>
                  </a:lnTo>
                  <a:lnTo>
                    <a:pt x="57115" y="228103"/>
                  </a:lnTo>
                  <a:lnTo>
                    <a:pt x="8900" y="22798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2321396" y="5784642"/>
              <a:ext cx="154940" cy="147955"/>
            </a:xfrm>
            <a:custGeom>
              <a:avLst/>
              <a:gdLst/>
              <a:ahLst/>
              <a:cxnLst/>
              <a:rect l="l" t="t" r="r" b="b"/>
              <a:pathLst>
                <a:path w="154940" h="147954">
                  <a:moveTo>
                    <a:pt x="0" y="147817"/>
                  </a:moveTo>
                  <a:lnTo>
                    <a:pt x="154654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2198496" y="5472356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230832" y="0"/>
                  </a:moveTo>
                  <a:lnTo>
                    <a:pt x="191727" y="5292"/>
                  </a:lnTo>
                  <a:lnTo>
                    <a:pt x="145494" y="25351"/>
                  </a:lnTo>
                  <a:lnTo>
                    <a:pt x="99481" y="53382"/>
                  </a:lnTo>
                  <a:lnTo>
                    <a:pt x="61039" y="82590"/>
                  </a:lnTo>
                  <a:lnTo>
                    <a:pt x="11625" y="142705"/>
                  </a:lnTo>
                  <a:lnTo>
                    <a:pt x="0" y="192189"/>
                  </a:lnTo>
                  <a:lnTo>
                    <a:pt x="8900" y="227989"/>
                  </a:lnTo>
                  <a:lnTo>
                    <a:pt x="57112" y="228103"/>
                  </a:lnTo>
                  <a:lnTo>
                    <a:pt x="105310" y="213568"/>
                  </a:lnTo>
                  <a:lnTo>
                    <a:pt x="151016" y="187911"/>
                  </a:lnTo>
                  <a:lnTo>
                    <a:pt x="191753" y="154660"/>
                  </a:lnTo>
                  <a:lnTo>
                    <a:pt x="225043" y="117342"/>
                  </a:lnTo>
                  <a:lnTo>
                    <a:pt x="248408" y="79486"/>
                  </a:lnTo>
                  <a:lnTo>
                    <a:pt x="259372" y="44619"/>
                  </a:lnTo>
                  <a:lnTo>
                    <a:pt x="255458" y="16268"/>
                  </a:lnTo>
                  <a:lnTo>
                    <a:pt x="230832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2198496" y="5472356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8900" y="227989"/>
                  </a:moveTo>
                  <a:lnTo>
                    <a:pt x="0" y="192189"/>
                  </a:lnTo>
                  <a:lnTo>
                    <a:pt x="14" y="167568"/>
                  </a:lnTo>
                  <a:lnTo>
                    <a:pt x="11625" y="142705"/>
                  </a:lnTo>
                  <a:lnTo>
                    <a:pt x="37517" y="106181"/>
                  </a:lnTo>
                  <a:lnTo>
                    <a:pt x="99481" y="53382"/>
                  </a:lnTo>
                  <a:lnTo>
                    <a:pt x="145494" y="25351"/>
                  </a:lnTo>
                  <a:lnTo>
                    <a:pt x="191727" y="5292"/>
                  </a:lnTo>
                  <a:lnTo>
                    <a:pt x="230832" y="0"/>
                  </a:lnTo>
                  <a:lnTo>
                    <a:pt x="255458" y="16268"/>
                  </a:lnTo>
                  <a:lnTo>
                    <a:pt x="259372" y="44619"/>
                  </a:lnTo>
                  <a:lnTo>
                    <a:pt x="248408" y="79486"/>
                  </a:lnTo>
                  <a:lnTo>
                    <a:pt x="225043" y="117342"/>
                  </a:lnTo>
                  <a:lnTo>
                    <a:pt x="191753" y="154660"/>
                  </a:lnTo>
                  <a:lnTo>
                    <a:pt x="151016" y="187911"/>
                  </a:lnTo>
                  <a:lnTo>
                    <a:pt x="105310" y="213568"/>
                  </a:lnTo>
                  <a:lnTo>
                    <a:pt x="57112" y="228103"/>
                  </a:lnTo>
                  <a:lnTo>
                    <a:pt x="8900" y="22798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2207396" y="5552528"/>
              <a:ext cx="154940" cy="147955"/>
            </a:xfrm>
            <a:custGeom>
              <a:avLst/>
              <a:gdLst/>
              <a:ahLst/>
              <a:cxnLst/>
              <a:rect l="l" t="t" r="r" b="b"/>
              <a:pathLst>
                <a:path w="154940" h="147954">
                  <a:moveTo>
                    <a:pt x="0" y="147817"/>
                  </a:moveTo>
                  <a:lnTo>
                    <a:pt x="154644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2012899" y="5438404"/>
              <a:ext cx="208915" cy="273685"/>
            </a:xfrm>
            <a:custGeom>
              <a:avLst/>
              <a:gdLst/>
              <a:ahLst/>
              <a:cxnLst/>
              <a:rect l="l" t="t" r="r" b="b"/>
              <a:pathLst>
                <a:path w="208915" h="273685">
                  <a:moveTo>
                    <a:pt x="47366" y="0"/>
                  </a:moveTo>
                  <a:lnTo>
                    <a:pt x="18763" y="923"/>
                  </a:lnTo>
                  <a:lnTo>
                    <a:pt x="0" y="23706"/>
                  </a:lnTo>
                  <a:lnTo>
                    <a:pt x="1161" y="63150"/>
                  </a:lnTo>
                  <a:lnTo>
                    <a:pt x="16260" y="111231"/>
                  </a:lnTo>
                  <a:lnTo>
                    <a:pt x="39311" y="159928"/>
                  </a:lnTo>
                  <a:lnTo>
                    <a:pt x="64325" y="201220"/>
                  </a:lnTo>
                  <a:lnTo>
                    <a:pt x="118926" y="256665"/>
                  </a:lnTo>
                  <a:lnTo>
                    <a:pt x="166922" y="273416"/>
                  </a:lnTo>
                  <a:lnTo>
                    <a:pt x="203459" y="268318"/>
                  </a:lnTo>
                  <a:lnTo>
                    <a:pt x="208629" y="220381"/>
                  </a:lnTo>
                  <a:lnTo>
                    <a:pt x="199229" y="170924"/>
                  </a:lnTo>
                  <a:lnTo>
                    <a:pt x="178506" y="122779"/>
                  </a:lnTo>
                  <a:lnTo>
                    <a:pt x="149709" y="78780"/>
                  </a:lnTo>
                  <a:lnTo>
                    <a:pt x="116088" y="41762"/>
                  </a:lnTo>
                  <a:lnTo>
                    <a:pt x="80891" y="14557"/>
                  </a:lnTo>
                  <a:lnTo>
                    <a:pt x="47366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2012899" y="5438404"/>
              <a:ext cx="208915" cy="273685"/>
            </a:xfrm>
            <a:custGeom>
              <a:avLst/>
              <a:gdLst/>
              <a:ahLst/>
              <a:cxnLst/>
              <a:rect l="l" t="t" r="r" b="b"/>
              <a:pathLst>
                <a:path w="208915" h="273685">
                  <a:moveTo>
                    <a:pt x="203459" y="268318"/>
                  </a:moveTo>
                  <a:lnTo>
                    <a:pt x="166922" y="273416"/>
                  </a:lnTo>
                  <a:lnTo>
                    <a:pt x="142436" y="270820"/>
                  </a:lnTo>
                  <a:lnTo>
                    <a:pt x="118926" y="256665"/>
                  </a:lnTo>
                  <a:lnTo>
                    <a:pt x="85316" y="227083"/>
                  </a:lnTo>
                  <a:lnTo>
                    <a:pt x="39311" y="159928"/>
                  </a:lnTo>
                  <a:lnTo>
                    <a:pt x="16260" y="111231"/>
                  </a:lnTo>
                  <a:lnTo>
                    <a:pt x="1161" y="63150"/>
                  </a:lnTo>
                  <a:lnTo>
                    <a:pt x="0" y="23706"/>
                  </a:lnTo>
                  <a:lnTo>
                    <a:pt x="18763" y="923"/>
                  </a:lnTo>
                  <a:lnTo>
                    <a:pt x="47366" y="0"/>
                  </a:lnTo>
                  <a:lnTo>
                    <a:pt x="80891" y="14557"/>
                  </a:lnTo>
                  <a:lnTo>
                    <a:pt x="116088" y="41762"/>
                  </a:lnTo>
                  <a:lnTo>
                    <a:pt x="149709" y="78780"/>
                  </a:lnTo>
                  <a:lnTo>
                    <a:pt x="178506" y="122779"/>
                  </a:lnTo>
                  <a:lnTo>
                    <a:pt x="199229" y="170924"/>
                  </a:lnTo>
                  <a:lnTo>
                    <a:pt x="208629" y="220381"/>
                  </a:lnTo>
                  <a:lnTo>
                    <a:pt x="203459" y="268318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2085577" y="5537418"/>
              <a:ext cx="130810" cy="169545"/>
            </a:xfrm>
            <a:custGeom>
              <a:avLst/>
              <a:gdLst/>
              <a:ahLst/>
              <a:cxnLst/>
              <a:rect l="l" t="t" r="r" b="b"/>
              <a:pathLst>
                <a:path w="130809" h="169545">
                  <a:moveTo>
                    <a:pt x="130781" y="169303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2693922" y="6104752"/>
              <a:ext cx="293370" cy="2823210"/>
            </a:xfrm>
            <a:custGeom>
              <a:avLst/>
              <a:gdLst/>
              <a:ahLst/>
              <a:cxnLst/>
              <a:rect l="l" t="t" r="r" b="b"/>
              <a:pathLst>
                <a:path w="293370" h="2823209">
                  <a:moveTo>
                    <a:pt x="292923" y="0"/>
                  </a:moveTo>
                  <a:lnTo>
                    <a:pt x="0" y="2822877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2657046" y="8223712"/>
              <a:ext cx="102235" cy="165735"/>
            </a:xfrm>
            <a:custGeom>
              <a:avLst/>
              <a:gdLst/>
              <a:ahLst/>
              <a:cxnLst/>
              <a:rect l="l" t="t" r="r" b="b"/>
              <a:pathLst>
                <a:path w="102234" h="165734">
                  <a:moveTo>
                    <a:pt x="101640" y="165523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2437475" y="8045562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28513" y="0"/>
                  </a:moveTo>
                  <a:lnTo>
                    <a:pt x="3900" y="16283"/>
                  </a:lnTo>
                  <a:lnTo>
                    <a:pt x="0" y="44634"/>
                  </a:lnTo>
                  <a:lnTo>
                    <a:pt x="10982" y="79494"/>
                  </a:lnTo>
                  <a:lnTo>
                    <a:pt x="34368" y="117336"/>
                  </a:lnTo>
                  <a:lnTo>
                    <a:pt x="67678" y="154634"/>
                  </a:lnTo>
                  <a:lnTo>
                    <a:pt x="108433" y="187862"/>
                  </a:lnTo>
                  <a:lnTo>
                    <a:pt x="154154" y="213493"/>
                  </a:lnTo>
                  <a:lnTo>
                    <a:pt x="202360" y="228000"/>
                  </a:lnTo>
                  <a:lnTo>
                    <a:pt x="250573" y="227858"/>
                  </a:lnTo>
                  <a:lnTo>
                    <a:pt x="259454" y="192053"/>
                  </a:lnTo>
                  <a:lnTo>
                    <a:pt x="259426" y="167431"/>
                  </a:lnTo>
                  <a:lnTo>
                    <a:pt x="221883" y="106061"/>
                  </a:lnTo>
                  <a:lnTo>
                    <a:pt x="159889" y="53302"/>
                  </a:lnTo>
                  <a:lnTo>
                    <a:pt x="113861" y="25299"/>
                  </a:lnTo>
                  <a:lnTo>
                    <a:pt x="67618" y="5268"/>
                  </a:lnTo>
                  <a:lnTo>
                    <a:pt x="28513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2437475" y="8045562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250573" y="227858"/>
                  </a:moveTo>
                  <a:lnTo>
                    <a:pt x="259454" y="192053"/>
                  </a:lnTo>
                  <a:lnTo>
                    <a:pt x="259426" y="167431"/>
                  </a:lnTo>
                  <a:lnTo>
                    <a:pt x="247799" y="142573"/>
                  </a:lnTo>
                  <a:lnTo>
                    <a:pt x="221883" y="106061"/>
                  </a:lnTo>
                  <a:lnTo>
                    <a:pt x="159889" y="53302"/>
                  </a:lnTo>
                  <a:lnTo>
                    <a:pt x="113861" y="25299"/>
                  </a:lnTo>
                  <a:lnTo>
                    <a:pt x="67618" y="5268"/>
                  </a:lnTo>
                  <a:lnTo>
                    <a:pt x="28513" y="0"/>
                  </a:lnTo>
                  <a:lnTo>
                    <a:pt x="3900" y="16283"/>
                  </a:lnTo>
                  <a:lnTo>
                    <a:pt x="0" y="44634"/>
                  </a:lnTo>
                  <a:lnTo>
                    <a:pt x="10982" y="79494"/>
                  </a:lnTo>
                  <a:lnTo>
                    <a:pt x="34368" y="117336"/>
                  </a:lnTo>
                  <a:lnTo>
                    <a:pt x="67678" y="154634"/>
                  </a:lnTo>
                  <a:lnTo>
                    <a:pt x="108433" y="187862"/>
                  </a:lnTo>
                  <a:lnTo>
                    <a:pt x="154154" y="213493"/>
                  </a:lnTo>
                  <a:lnTo>
                    <a:pt x="202360" y="228000"/>
                  </a:lnTo>
                  <a:lnTo>
                    <a:pt x="250573" y="227858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2542022" y="8133321"/>
              <a:ext cx="146050" cy="140335"/>
            </a:xfrm>
            <a:custGeom>
              <a:avLst/>
              <a:gdLst/>
              <a:ahLst/>
              <a:cxnLst/>
              <a:rect l="l" t="t" r="r" b="b"/>
              <a:pathLst>
                <a:path w="146050" h="140334">
                  <a:moveTo>
                    <a:pt x="146026" y="14010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2738338" y="7440309"/>
              <a:ext cx="102235" cy="165735"/>
            </a:xfrm>
            <a:custGeom>
              <a:avLst/>
              <a:gdLst/>
              <a:ahLst/>
              <a:cxnLst/>
              <a:rect l="l" t="t" r="r" b="b"/>
              <a:pathLst>
                <a:path w="102234" h="165734">
                  <a:moveTo>
                    <a:pt x="101640" y="165523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2518767" y="7262157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28514" y="0"/>
                  </a:moveTo>
                  <a:lnTo>
                    <a:pt x="3900" y="16283"/>
                  </a:lnTo>
                  <a:lnTo>
                    <a:pt x="0" y="44637"/>
                  </a:lnTo>
                  <a:lnTo>
                    <a:pt x="10982" y="79498"/>
                  </a:lnTo>
                  <a:lnTo>
                    <a:pt x="34368" y="117340"/>
                  </a:lnTo>
                  <a:lnTo>
                    <a:pt x="67678" y="154638"/>
                  </a:lnTo>
                  <a:lnTo>
                    <a:pt x="108433" y="187864"/>
                  </a:lnTo>
                  <a:lnTo>
                    <a:pt x="154154" y="213494"/>
                  </a:lnTo>
                  <a:lnTo>
                    <a:pt x="202360" y="228001"/>
                  </a:lnTo>
                  <a:lnTo>
                    <a:pt x="250573" y="227858"/>
                  </a:lnTo>
                  <a:lnTo>
                    <a:pt x="259454" y="192053"/>
                  </a:lnTo>
                  <a:lnTo>
                    <a:pt x="259426" y="167431"/>
                  </a:lnTo>
                  <a:lnTo>
                    <a:pt x="221883" y="106061"/>
                  </a:lnTo>
                  <a:lnTo>
                    <a:pt x="159894" y="53302"/>
                  </a:lnTo>
                  <a:lnTo>
                    <a:pt x="113865" y="25299"/>
                  </a:lnTo>
                  <a:lnTo>
                    <a:pt x="67620" y="5268"/>
                  </a:lnTo>
                  <a:lnTo>
                    <a:pt x="2851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2518767" y="7262157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250573" y="227858"/>
                  </a:moveTo>
                  <a:lnTo>
                    <a:pt x="259454" y="192053"/>
                  </a:lnTo>
                  <a:lnTo>
                    <a:pt x="259426" y="167431"/>
                  </a:lnTo>
                  <a:lnTo>
                    <a:pt x="247799" y="142573"/>
                  </a:lnTo>
                  <a:lnTo>
                    <a:pt x="221883" y="106061"/>
                  </a:lnTo>
                  <a:lnTo>
                    <a:pt x="159894" y="53302"/>
                  </a:lnTo>
                  <a:lnTo>
                    <a:pt x="113865" y="25299"/>
                  </a:lnTo>
                  <a:lnTo>
                    <a:pt x="67620" y="5268"/>
                  </a:lnTo>
                  <a:lnTo>
                    <a:pt x="28514" y="0"/>
                  </a:lnTo>
                  <a:lnTo>
                    <a:pt x="3900" y="16283"/>
                  </a:lnTo>
                  <a:lnTo>
                    <a:pt x="0" y="44637"/>
                  </a:lnTo>
                  <a:lnTo>
                    <a:pt x="10982" y="79498"/>
                  </a:lnTo>
                  <a:lnTo>
                    <a:pt x="34368" y="117340"/>
                  </a:lnTo>
                  <a:lnTo>
                    <a:pt x="67678" y="154638"/>
                  </a:lnTo>
                  <a:lnTo>
                    <a:pt x="108433" y="187864"/>
                  </a:lnTo>
                  <a:lnTo>
                    <a:pt x="154154" y="213494"/>
                  </a:lnTo>
                  <a:lnTo>
                    <a:pt x="202360" y="228001"/>
                  </a:lnTo>
                  <a:lnTo>
                    <a:pt x="250573" y="227858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2623313" y="7349915"/>
              <a:ext cx="146050" cy="140335"/>
            </a:xfrm>
            <a:custGeom>
              <a:avLst/>
              <a:gdLst/>
              <a:ahLst/>
              <a:cxnLst/>
              <a:rect l="l" t="t" r="r" b="b"/>
              <a:pathLst>
                <a:path w="146050" h="140334">
                  <a:moveTo>
                    <a:pt x="146026" y="14010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2705025" y="7761350"/>
              <a:ext cx="102235" cy="165735"/>
            </a:xfrm>
            <a:custGeom>
              <a:avLst/>
              <a:gdLst/>
              <a:ahLst/>
              <a:cxnLst/>
              <a:rect l="l" t="t" r="r" b="b"/>
              <a:pathLst>
                <a:path w="102234" h="165734">
                  <a:moveTo>
                    <a:pt x="101640" y="165523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2485452" y="7583199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28514" y="0"/>
                  </a:moveTo>
                  <a:lnTo>
                    <a:pt x="3900" y="16283"/>
                  </a:lnTo>
                  <a:lnTo>
                    <a:pt x="0" y="44634"/>
                  </a:lnTo>
                  <a:lnTo>
                    <a:pt x="10982" y="79494"/>
                  </a:lnTo>
                  <a:lnTo>
                    <a:pt x="34368" y="117336"/>
                  </a:lnTo>
                  <a:lnTo>
                    <a:pt x="67678" y="154634"/>
                  </a:lnTo>
                  <a:lnTo>
                    <a:pt x="108433" y="187862"/>
                  </a:lnTo>
                  <a:lnTo>
                    <a:pt x="154154" y="213493"/>
                  </a:lnTo>
                  <a:lnTo>
                    <a:pt x="202360" y="228000"/>
                  </a:lnTo>
                  <a:lnTo>
                    <a:pt x="250573" y="227858"/>
                  </a:lnTo>
                  <a:lnTo>
                    <a:pt x="259454" y="192053"/>
                  </a:lnTo>
                  <a:lnTo>
                    <a:pt x="259426" y="167431"/>
                  </a:lnTo>
                  <a:lnTo>
                    <a:pt x="221883" y="106061"/>
                  </a:lnTo>
                  <a:lnTo>
                    <a:pt x="159894" y="53302"/>
                  </a:lnTo>
                  <a:lnTo>
                    <a:pt x="113865" y="25299"/>
                  </a:lnTo>
                  <a:lnTo>
                    <a:pt x="67620" y="5268"/>
                  </a:lnTo>
                  <a:lnTo>
                    <a:pt x="2851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2485452" y="7583199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250573" y="227858"/>
                  </a:moveTo>
                  <a:lnTo>
                    <a:pt x="259454" y="192053"/>
                  </a:lnTo>
                  <a:lnTo>
                    <a:pt x="259426" y="167431"/>
                  </a:lnTo>
                  <a:lnTo>
                    <a:pt x="247799" y="142573"/>
                  </a:lnTo>
                  <a:lnTo>
                    <a:pt x="221883" y="106061"/>
                  </a:lnTo>
                  <a:lnTo>
                    <a:pt x="159894" y="53302"/>
                  </a:lnTo>
                  <a:lnTo>
                    <a:pt x="113865" y="25299"/>
                  </a:lnTo>
                  <a:lnTo>
                    <a:pt x="67620" y="5268"/>
                  </a:lnTo>
                  <a:lnTo>
                    <a:pt x="28514" y="0"/>
                  </a:lnTo>
                  <a:lnTo>
                    <a:pt x="3900" y="16283"/>
                  </a:lnTo>
                  <a:lnTo>
                    <a:pt x="0" y="44634"/>
                  </a:lnTo>
                  <a:lnTo>
                    <a:pt x="10982" y="79494"/>
                  </a:lnTo>
                  <a:lnTo>
                    <a:pt x="34368" y="117336"/>
                  </a:lnTo>
                  <a:lnTo>
                    <a:pt x="67678" y="154634"/>
                  </a:lnTo>
                  <a:lnTo>
                    <a:pt x="108433" y="187862"/>
                  </a:lnTo>
                  <a:lnTo>
                    <a:pt x="154154" y="213493"/>
                  </a:lnTo>
                  <a:lnTo>
                    <a:pt x="202360" y="228000"/>
                  </a:lnTo>
                  <a:lnTo>
                    <a:pt x="250573" y="227858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2589999" y="7670968"/>
              <a:ext cx="146050" cy="140335"/>
            </a:xfrm>
            <a:custGeom>
              <a:avLst/>
              <a:gdLst/>
              <a:ahLst/>
              <a:cxnLst/>
              <a:rect l="l" t="t" r="r" b="b"/>
              <a:pathLst>
                <a:path w="146050" h="140334">
                  <a:moveTo>
                    <a:pt x="146026" y="140089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2792453" y="6918799"/>
              <a:ext cx="102235" cy="165735"/>
            </a:xfrm>
            <a:custGeom>
              <a:avLst/>
              <a:gdLst/>
              <a:ahLst/>
              <a:cxnLst/>
              <a:rect l="l" t="t" r="r" b="b"/>
              <a:pathLst>
                <a:path w="102234" h="165734">
                  <a:moveTo>
                    <a:pt x="101640" y="165523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2572880" y="6740647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28514" y="0"/>
                  </a:moveTo>
                  <a:lnTo>
                    <a:pt x="3900" y="16283"/>
                  </a:lnTo>
                  <a:lnTo>
                    <a:pt x="0" y="44634"/>
                  </a:lnTo>
                  <a:lnTo>
                    <a:pt x="10982" y="79494"/>
                  </a:lnTo>
                  <a:lnTo>
                    <a:pt x="34368" y="117336"/>
                  </a:lnTo>
                  <a:lnTo>
                    <a:pt x="67678" y="154634"/>
                  </a:lnTo>
                  <a:lnTo>
                    <a:pt x="108433" y="187862"/>
                  </a:lnTo>
                  <a:lnTo>
                    <a:pt x="154154" y="213493"/>
                  </a:lnTo>
                  <a:lnTo>
                    <a:pt x="202360" y="228000"/>
                  </a:lnTo>
                  <a:lnTo>
                    <a:pt x="250573" y="227858"/>
                  </a:lnTo>
                  <a:lnTo>
                    <a:pt x="259454" y="192053"/>
                  </a:lnTo>
                  <a:lnTo>
                    <a:pt x="259426" y="167431"/>
                  </a:lnTo>
                  <a:lnTo>
                    <a:pt x="221883" y="106061"/>
                  </a:lnTo>
                  <a:lnTo>
                    <a:pt x="159894" y="53302"/>
                  </a:lnTo>
                  <a:lnTo>
                    <a:pt x="113865" y="25299"/>
                  </a:lnTo>
                  <a:lnTo>
                    <a:pt x="67620" y="5268"/>
                  </a:lnTo>
                  <a:lnTo>
                    <a:pt x="2851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2572880" y="6740647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250573" y="227858"/>
                  </a:moveTo>
                  <a:lnTo>
                    <a:pt x="259454" y="192053"/>
                  </a:lnTo>
                  <a:lnTo>
                    <a:pt x="259426" y="167431"/>
                  </a:lnTo>
                  <a:lnTo>
                    <a:pt x="247799" y="142573"/>
                  </a:lnTo>
                  <a:lnTo>
                    <a:pt x="221883" y="106061"/>
                  </a:lnTo>
                  <a:lnTo>
                    <a:pt x="159894" y="53302"/>
                  </a:lnTo>
                  <a:lnTo>
                    <a:pt x="113865" y="25299"/>
                  </a:lnTo>
                  <a:lnTo>
                    <a:pt x="67620" y="5268"/>
                  </a:lnTo>
                  <a:lnTo>
                    <a:pt x="28514" y="0"/>
                  </a:lnTo>
                  <a:lnTo>
                    <a:pt x="3900" y="16283"/>
                  </a:lnTo>
                  <a:lnTo>
                    <a:pt x="0" y="44634"/>
                  </a:lnTo>
                  <a:lnTo>
                    <a:pt x="10982" y="79494"/>
                  </a:lnTo>
                  <a:lnTo>
                    <a:pt x="34368" y="117336"/>
                  </a:lnTo>
                  <a:lnTo>
                    <a:pt x="67678" y="154634"/>
                  </a:lnTo>
                  <a:lnTo>
                    <a:pt x="108433" y="187862"/>
                  </a:lnTo>
                  <a:lnTo>
                    <a:pt x="154154" y="213493"/>
                  </a:lnTo>
                  <a:lnTo>
                    <a:pt x="202360" y="228000"/>
                  </a:lnTo>
                  <a:lnTo>
                    <a:pt x="250573" y="227858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2677427" y="6828416"/>
              <a:ext cx="146050" cy="140335"/>
            </a:xfrm>
            <a:custGeom>
              <a:avLst/>
              <a:gdLst/>
              <a:ahLst/>
              <a:cxnLst/>
              <a:rect l="l" t="t" r="r" b="b"/>
              <a:pathLst>
                <a:path w="146050" h="140334">
                  <a:moveTo>
                    <a:pt x="146026" y="140089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2846803" y="6395012"/>
              <a:ext cx="102235" cy="165735"/>
            </a:xfrm>
            <a:custGeom>
              <a:avLst/>
              <a:gdLst/>
              <a:ahLst/>
              <a:cxnLst/>
              <a:rect l="l" t="t" r="r" b="b"/>
              <a:pathLst>
                <a:path w="102234" h="165734">
                  <a:moveTo>
                    <a:pt x="101640" y="165523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2627231" y="6216860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28514" y="0"/>
                  </a:moveTo>
                  <a:lnTo>
                    <a:pt x="3900" y="16283"/>
                  </a:lnTo>
                  <a:lnTo>
                    <a:pt x="0" y="44634"/>
                  </a:lnTo>
                  <a:lnTo>
                    <a:pt x="10982" y="79494"/>
                  </a:lnTo>
                  <a:lnTo>
                    <a:pt x="34368" y="117336"/>
                  </a:lnTo>
                  <a:lnTo>
                    <a:pt x="67678" y="154634"/>
                  </a:lnTo>
                  <a:lnTo>
                    <a:pt x="108433" y="187862"/>
                  </a:lnTo>
                  <a:lnTo>
                    <a:pt x="154154" y="213493"/>
                  </a:lnTo>
                  <a:lnTo>
                    <a:pt x="202360" y="228000"/>
                  </a:lnTo>
                  <a:lnTo>
                    <a:pt x="250573" y="227858"/>
                  </a:lnTo>
                  <a:lnTo>
                    <a:pt x="259454" y="192053"/>
                  </a:lnTo>
                  <a:lnTo>
                    <a:pt x="259426" y="167431"/>
                  </a:lnTo>
                  <a:lnTo>
                    <a:pt x="221883" y="106061"/>
                  </a:lnTo>
                  <a:lnTo>
                    <a:pt x="159894" y="53302"/>
                  </a:lnTo>
                  <a:lnTo>
                    <a:pt x="113865" y="25299"/>
                  </a:lnTo>
                  <a:lnTo>
                    <a:pt x="67620" y="5268"/>
                  </a:lnTo>
                  <a:lnTo>
                    <a:pt x="2851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2627231" y="6216860"/>
              <a:ext cx="259715" cy="228600"/>
            </a:xfrm>
            <a:custGeom>
              <a:avLst/>
              <a:gdLst/>
              <a:ahLst/>
              <a:cxnLst/>
              <a:rect l="l" t="t" r="r" b="b"/>
              <a:pathLst>
                <a:path w="259715" h="228600">
                  <a:moveTo>
                    <a:pt x="250573" y="227858"/>
                  </a:moveTo>
                  <a:lnTo>
                    <a:pt x="259454" y="192053"/>
                  </a:lnTo>
                  <a:lnTo>
                    <a:pt x="259426" y="167431"/>
                  </a:lnTo>
                  <a:lnTo>
                    <a:pt x="247799" y="142573"/>
                  </a:lnTo>
                  <a:lnTo>
                    <a:pt x="221883" y="106061"/>
                  </a:lnTo>
                  <a:lnTo>
                    <a:pt x="159894" y="53302"/>
                  </a:lnTo>
                  <a:lnTo>
                    <a:pt x="113865" y="25299"/>
                  </a:lnTo>
                  <a:lnTo>
                    <a:pt x="67620" y="5268"/>
                  </a:lnTo>
                  <a:lnTo>
                    <a:pt x="28514" y="0"/>
                  </a:lnTo>
                  <a:lnTo>
                    <a:pt x="3900" y="16283"/>
                  </a:lnTo>
                  <a:lnTo>
                    <a:pt x="0" y="44634"/>
                  </a:lnTo>
                  <a:lnTo>
                    <a:pt x="10982" y="79494"/>
                  </a:lnTo>
                  <a:lnTo>
                    <a:pt x="34368" y="117336"/>
                  </a:lnTo>
                  <a:lnTo>
                    <a:pt x="67678" y="154634"/>
                  </a:lnTo>
                  <a:lnTo>
                    <a:pt x="108433" y="187862"/>
                  </a:lnTo>
                  <a:lnTo>
                    <a:pt x="154154" y="213493"/>
                  </a:lnTo>
                  <a:lnTo>
                    <a:pt x="202360" y="228000"/>
                  </a:lnTo>
                  <a:lnTo>
                    <a:pt x="250573" y="227858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2731778" y="6304618"/>
              <a:ext cx="146050" cy="140335"/>
            </a:xfrm>
            <a:custGeom>
              <a:avLst/>
              <a:gdLst/>
              <a:ahLst/>
              <a:cxnLst/>
              <a:rect l="l" t="t" r="r" b="b"/>
              <a:pathLst>
                <a:path w="146050" h="140335">
                  <a:moveTo>
                    <a:pt x="146026" y="14010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2775832" y="8057616"/>
              <a:ext cx="133985" cy="141605"/>
            </a:xfrm>
            <a:custGeom>
              <a:avLst/>
              <a:gdLst/>
              <a:ahLst/>
              <a:cxnLst/>
              <a:rect l="l" t="t" r="r" b="b"/>
              <a:pathLst>
                <a:path w="133984" h="141604">
                  <a:moveTo>
                    <a:pt x="0" y="141126"/>
                  </a:moveTo>
                  <a:lnTo>
                    <a:pt x="133461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2867402" y="7919618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226105" y="0"/>
                  </a:moveTo>
                  <a:lnTo>
                    <a:pt x="176733" y="10108"/>
                  </a:lnTo>
                  <a:lnTo>
                    <a:pt x="125936" y="28064"/>
                  </a:lnTo>
                  <a:lnTo>
                    <a:pt x="82304" y="48731"/>
                  </a:lnTo>
                  <a:lnTo>
                    <a:pt x="21566" y="97381"/>
                  </a:lnTo>
                  <a:lnTo>
                    <a:pt x="0" y="143412"/>
                  </a:lnTo>
                  <a:lnTo>
                    <a:pt x="1343" y="180280"/>
                  </a:lnTo>
                  <a:lnTo>
                    <a:pt x="48500" y="190318"/>
                  </a:lnTo>
                  <a:lnTo>
                    <a:pt x="98658" y="186017"/>
                  </a:lnTo>
                  <a:lnTo>
                    <a:pt x="148668" y="170320"/>
                  </a:lnTo>
                  <a:lnTo>
                    <a:pt x="195377" y="146168"/>
                  </a:lnTo>
                  <a:lnTo>
                    <a:pt x="235636" y="116505"/>
                  </a:lnTo>
                  <a:lnTo>
                    <a:pt x="266293" y="84272"/>
                  </a:lnTo>
                  <a:lnTo>
                    <a:pt x="286204" y="23866"/>
                  </a:lnTo>
                  <a:lnTo>
                    <a:pt x="265459" y="2873"/>
                  </a:lnTo>
                  <a:lnTo>
                    <a:pt x="226105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2867402" y="7919618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1343" y="180280"/>
                  </a:moveTo>
                  <a:lnTo>
                    <a:pt x="5081" y="119320"/>
                  </a:lnTo>
                  <a:lnTo>
                    <a:pt x="54431" y="66974"/>
                  </a:lnTo>
                  <a:lnTo>
                    <a:pt x="125936" y="28064"/>
                  </a:lnTo>
                  <a:lnTo>
                    <a:pt x="176733" y="10108"/>
                  </a:lnTo>
                  <a:lnTo>
                    <a:pt x="226105" y="0"/>
                  </a:lnTo>
                  <a:lnTo>
                    <a:pt x="265459" y="2873"/>
                  </a:lnTo>
                  <a:lnTo>
                    <a:pt x="286204" y="23866"/>
                  </a:lnTo>
                  <a:lnTo>
                    <a:pt x="284200" y="52411"/>
                  </a:lnTo>
                  <a:lnTo>
                    <a:pt x="235636" y="116505"/>
                  </a:lnTo>
                  <a:lnTo>
                    <a:pt x="195377" y="146168"/>
                  </a:lnTo>
                  <a:lnTo>
                    <a:pt x="148668" y="170320"/>
                  </a:lnTo>
                  <a:lnTo>
                    <a:pt x="98658" y="186017"/>
                  </a:lnTo>
                  <a:lnTo>
                    <a:pt x="48500" y="190318"/>
                  </a:lnTo>
                  <a:lnTo>
                    <a:pt x="1343" y="180280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2868746" y="7987096"/>
              <a:ext cx="182245" cy="113030"/>
            </a:xfrm>
            <a:custGeom>
              <a:avLst/>
              <a:gdLst/>
              <a:ahLst/>
              <a:cxnLst/>
              <a:rect l="l" t="t" r="r" b="b"/>
              <a:pathLst>
                <a:path w="182244" h="113029">
                  <a:moveTo>
                    <a:pt x="0" y="112802"/>
                  </a:moveTo>
                  <a:lnTo>
                    <a:pt x="181764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2863498" y="7212778"/>
              <a:ext cx="133985" cy="141605"/>
            </a:xfrm>
            <a:custGeom>
              <a:avLst/>
              <a:gdLst/>
              <a:ahLst/>
              <a:cxnLst/>
              <a:rect l="l" t="t" r="r" b="b"/>
              <a:pathLst>
                <a:path w="133984" h="141604">
                  <a:moveTo>
                    <a:pt x="0" y="141137"/>
                  </a:moveTo>
                  <a:lnTo>
                    <a:pt x="133461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2955066" y="7074788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226105" y="0"/>
                  </a:moveTo>
                  <a:lnTo>
                    <a:pt x="176733" y="10108"/>
                  </a:lnTo>
                  <a:lnTo>
                    <a:pt x="125936" y="28064"/>
                  </a:lnTo>
                  <a:lnTo>
                    <a:pt x="82304" y="48731"/>
                  </a:lnTo>
                  <a:lnTo>
                    <a:pt x="21566" y="97381"/>
                  </a:lnTo>
                  <a:lnTo>
                    <a:pt x="0" y="143412"/>
                  </a:lnTo>
                  <a:lnTo>
                    <a:pt x="1343" y="180280"/>
                  </a:lnTo>
                  <a:lnTo>
                    <a:pt x="48500" y="190318"/>
                  </a:lnTo>
                  <a:lnTo>
                    <a:pt x="98658" y="186017"/>
                  </a:lnTo>
                  <a:lnTo>
                    <a:pt x="148668" y="170320"/>
                  </a:lnTo>
                  <a:lnTo>
                    <a:pt x="195377" y="146168"/>
                  </a:lnTo>
                  <a:lnTo>
                    <a:pt x="235636" y="116505"/>
                  </a:lnTo>
                  <a:lnTo>
                    <a:pt x="266293" y="84272"/>
                  </a:lnTo>
                  <a:lnTo>
                    <a:pt x="286204" y="23866"/>
                  </a:lnTo>
                  <a:lnTo>
                    <a:pt x="265459" y="2873"/>
                  </a:lnTo>
                  <a:lnTo>
                    <a:pt x="226105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2955066" y="7074788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1343" y="180280"/>
                  </a:moveTo>
                  <a:lnTo>
                    <a:pt x="5081" y="119320"/>
                  </a:lnTo>
                  <a:lnTo>
                    <a:pt x="54431" y="66974"/>
                  </a:lnTo>
                  <a:lnTo>
                    <a:pt x="125936" y="28064"/>
                  </a:lnTo>
                  <a:lnTo>
                    <a:pt x="176733" y="10108"/>
                  </a:lnTo>
                  <a:lnTo>
                    <a:pt x="226105" y="0"/>
                  </a:lnTo>
                  <a:lnTo>
                    <a:pt x="265459" y="2873"/>
                  </a:lnTo>
                  <a:lnTo>
                    <a:pt x="286204" y="23866"/>
                  </a:lnTo>
                  <a:lnTo>
                    <a:pt x="284200" y="52411"/>
                  </a:lnTo>
                  <a:lnTo>
                    <a:pt x="235636" y="116505"/>
                  </a:lnTo>
                  <a:lnTo>
                    <a:pt x="195377" y="146168"/>
                  </a:lnTo>
                  <a:lnTo>
                    <a:pt x="148668" y="170320"/>
                  </a:lnTo>
                  <a:lnTo>
                    <a:pt x="98658" y="186017"/>
                  </a:lnTo>
                  <a:lnTo>
                    <a:pt x="48500" y="190318"/>
                  </a:lnTo>
                  <a:lnTo>
                    <a:pt x="1343" y="180280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2956410" y="7142266"/>
              <a:ext cx="182245" cy="113030"/>
            </a:xfrm>
            <a:custGeom>
              <a:avLst/>
              <a:gdLst/>
              <a:ahLst/>
              <a:cxnLst/>
              <a:rect l="l" t="t" r="r" b="b"/>
              <a:pathLst>
                <a:path w="182244" h="113029">
                  <a:moveTo>
                    <a:pt x="0" y="112802"/>
                  </a:moveTo>
                  <a:lnTo>
                    <a:pt x="181774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2902022" y="6841519"/>
              <a:ext cx="133985" cy="141605"/>
            </a:xfrm>
            <a:custGeom>
              <a:avLst/>
              <a:gdLst/>
              <a:ahLst/>
              <a:cxnLst/>
              <a:rect l="l" t="t" r="r" b="b"/>
              <a:pathLst>
                <a:path w="133984" h="141604">
                  <a:moveTo>
                    <a:pt x="0" y="141126"/>
                  </a:moveTo>
                  <a:lnTo>
                    <a:pt x="133461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2993597" y="6703521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226099" y="0"/>
                  </a:moveTo>
                  <a:lnTo>
                    <a:pt x="176727" y="10108"/>
                  </a:lnTo>
                  <a:lnTo>
                    <a:pt x="125930" y="28064"/>
                  </a:lnTo>
                  <a:lnTo>
                    <a:pt x="82298" y="48731"/>
                  </a:lnTo>
                  <a:lnTo>
                    <a:pt x="21566" y="97381"/>
                  </a:lnTo>
                  <a:lnTo>
                    <a:pt x="0" y="143412"/>
                  </a:lnTo>
                  <a:lnTo>
                    <a:pt x="1337" y="180280"/>
                  </a:lnTo>
                  <a:lnTo>
                    <a:pt x="48494" y="190318"/>
                  </a:lnTo>
                  <a:lnTo>
                    <a:pt x="98653" y="186017"/>
                  </a:lnTo>
                  <a:lnTo>
                    <a:pt x="148662" y="170320"/>
                  </a:lnTo>
                  <a:lnTo>
                    <a:pt x="195371" y="146168"/>
                  </a:lnTo>
                  <a:lnTo>
                    <a:pt x="235630" y="116505"/>
                  </a:lnTo>
                  <a:lnTo>
                    <a:pt x="266288" y="84272"/>
                  </a:lnTo>
                  <a:lnTo>
                    <a:pt x="286198" y="23866"/>
                  </a:lnTo>
                  <a:lnTo>
                    <a:pt x="265453" y="2873"/>
                  </a:lnTo>
                  <a:lnTo>
                    <a:pt x="226099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2993597" y="6703521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1337" y="180280"/>
                  </a:moveTo>
                  <a:lnTo>
                    <a:pt x="5083" y="119320"/>
                  </a:lnTo>
                  <a:lnTo>
                    <a:pt x="54425" y="66974"/>
                  </a:lnTo>
                  <a:lnTo>
                    <a:pt x="125930" y="28064"/>
                  </a:lnTo>
                  <a:lnTo>
                    <a:pt x="176727" y="10108"/>
                  </a:lnTo>
                  <a:lnTo>
                    <a:pt x="226099" y="0"/>
                  </a:lnTo>
                  <a:lnTo>
                    <a:pt x="265453" y="2873"/>
                  </a:lnTo>
                  <a:lnTo>
                    <a:pt x="286198" y="23866"/>
                  </a:lnTo>
                  <a:lnTo>
                    <a:pt x="284194" y="52411"/>
                  </a:lnTo>
                  <a:lnTo>
                    <a:pt x="235630" y="116505"/>
                  </a:lnTo>
                  <a:lnTo>
                    <a:pt x="195371" y="146168"/>
                  </a:lnTo>
                  <a:lnTo>
                    <a:pt x="148662" y="170320"/>
                  </a:lnTo>
                  <a:lnTo>
                    <a:pt x="98653" y="186017"/>
                  </a:lnTo>
                  <a:lnTo>
                    <a:pt x="48494" y="190318"/>
                  </a:lnTo>
                  <a:lnTo>
                    <a:pt x="1337" y="180280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2994934" y="6770999"/>
              <a:ext cx="182245" cy="113030"/>
            </a:xfrm>
            <a:custGeom>
              <a:avLst/>
              <a:gdLst/>
              <a:ahLst/>
              <a:cxnLst/>
              <a:rect l="l" t="t" r="r" b="b"/>
              <a:pathLst>
                <a:path w="182244" h="113029">
                  <a:moveTo>
                    <a:pt x="0" y="112802"/>
                  </a:moveTo>
                  <a:lnTo>
                    <a:pt x="181774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2958500" y="6297236"/>
              <a:ext cx="133985" cy="141605"/>
            </a:xfrm>
            <a:custGeom>
              <a:avLst/>
              <a:gdLst/>
              <a:ahLst/>
              <a:cxnLst/>
              <a:rect l="l" t="t" r="r" b="b"/>
              <a:pathLst>
                <a:path w="133984" h="141604">
                  <a:moveTo>
                    <a:pt x="0" y="141126"/>
                  </a:moveTo>
                  <a:lnTo>
                    <a:pt x="133461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3050068" y="6159237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226105" y="0"/>
                  </a:moveTo>
                  <a:lnTo>
                    <a:pt x="176733" y="10108"/>
                  </a:lnTo>
                  <a:lnTo>
                    <a:pt x="125936" y="28064"/>
                  </a:lnTo>
                  <a:lnTo>
                    <a:pt x="82304" y="48731"/>
                  </a:lnTo>
                  <a:lnTo>
                    <a:pt x="21566" y="97381"/>
                  </a:lnTo>
                  <a:lnTo>
                    <a:pt x="0" y="143412"/>
                  </a:lnTo>
                  <a:lnTo>
                    <a:pt x="1343" y="180280"/>
                  </a:lnTo>
                  <a:lnTo>
                    <a:pt x="48500" y="190318"/>
                  </a:lnTo>
                  <a:lnTo>
                    <a:pt x="98658" y="186017"/>
                  </a:lnTo>
                  <a:lnTo>
                    <a:pt x="148668" y="170320"/>
                  </a:lnTo>
                  <a:lnTo>
                    <a:pt x="195377" y="146168"/>
                  </a:lnTo>
                  <a:lnTo>
                    <a:pt x="235636" y="116505"/>
                  </a:lnTo>
                  <a:lnTo>
                    <a:pt x="266293" y="84272"/>
                  </a:lnTo>
                  <a:lnTo>
                    <a:pt x="286204" y="23866"/>
                  </a:lnTo>
                  <a:lnTo>
                    <a:pt x="265459" y="2873"/>
                  </a:lnTo>
                  <a:lnTo>
                    <a:pt x="226105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3050068" y="6159237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1343" y="180280"/>
                  </a:moveTo>
                  <a:lnTo>
                    <a:pt x="5081" y="119320"/>
                  </a:lnTo>
                  <a:lnTo>
                    <a:pt x="54431" y="66974"/>
                  </a:lnTo>
                  <a:lnTo>
                    <a:pt x="125936" y="28064"/>
                  </a:lnTo>
                  <a:lnTo>
                    <a:pt x="176733" y="10108"/>
                  </a:lnTo>
                  <a:lnTo>
                    <a:pt x="226105" y="0"/>
                  </a:lnTo>
                  <a:lnTo>
                    <a:pt x="265459" y="2873"/>
                  </a:lnTo>
                  <a:lnTo>
                    <a:pt x="286204" y="23866"/>
                  </a:lnTo>
                  <a:lnTo>
                    <a:pt x="284200" y="52411"/>
                  </a:lnTo>
                  <a:lnTo>
                    <a:pt x="235636" y="116505"/>
                  </a:lnTo>
                  <a:lnTo>
                    <a:pt x="195377" y="146168"/>
                  </a:lnTo>
                  <a:lnTo>
                    <a:pt x="148668" y="170320"/>
                  </a:lnTo>
                  <a:lnTo>
                    <a:pt x="98658" y="186017"/>
                  </a:lnTo>
                  <a:lnTo>
                    <a:pt x="48500" y="190318"/>
                  </a:lnTo>
                  <a:lnTo>
                    <a:pt x="1343" y="180280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3051412" y="6226715"/>
              <a:ext cx="182245" cy="113030"/>
            </a:xfrm>
            <a:custGeom>
              <a:avLst/>
              <a:gdLst/>
              <a:ahLst/>
              <a:cxnLst/>
              <a:rect l="l" t="t" r="r" b="b"/>
              <a:pathLst>
                <a:path w="182244" h="113029">
                  <a:moveTo>
                    <a:pt x="0" y="112802"/>
                  </a:moveTo>
                  <a:lnTo>
                    <a:pt x="181774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2986307" y="5908623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226099" y="0"/>
                  </a:moveTo>
                  <a:lnTo>
                    <a:pt x="176727" y="10108"/>
                  </a:lnTo>
                  <a:lnTo>
                    <a:pt x="125930" y="28064"/>
                  </a:lnTo>
                  <a:lnTo>
                    <a:pt x="82298" y="48731"/>
                  </a:lnTo>
                  <a:lnTo>
                    <a:pt x="21566" y="97387"/>
                  </a:lnTo>
                  <a:lnTo>
                    <a:pt x="0" y="143418"/>
                  </a:lnTo>
                  <a:lnTo>
                    <a:pt x="1337" y="180280"/>
                  </a:lnTo>
                  <a:lnTo>
                    <a:pt x="48494" y="190318"/>
                  </a:lnTo>
                  <a:lnTo>
                    <a:pt x="98653" y="186017"/>
                  </a:lnTo>
                  <a:lnTo>
                    <a:pt x="148662" y="170320"/>
                  </a:lnTo>
                  <a:lnTo>
                    <a:pt x="195371" y="146168"/>
                  </a:lnTo>
                  <a:lnTo>
                    <a:pt x="235630" y="116505"/>
                  </a:lnTo>
                  <a:lnTo>
                    <a:pt x="266288" y="84272"/>
                  </a:lnTo>
                  <a:lnTo>
                    <a:pt x="286198" y="23866"/>
                  </a:lnTo>
                  <a:lnTo>
                    <a:pt x="265453" y="2873"/>
                  </a:lnTo>
                  <a:lnTo>
                    <a:pt x="226099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2986307" y="5908623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1337" y="180280"/>
                  </a:moveTo>
                  <a:lnTo>
                    <a:pt x="5083" y="119328"/>
                  </a:lnTo>
                  <a:lnTo>
                    <a:pt x="54425" y="66974"/>
                  </a:lnTo>
                  <a:lnTo>
                    <a:pt x="125930" y="28064"/>
                  </a:lnTo>
                  <a:lnTo>
                    <a:pt x="176727" y="10108"/>
                  </a:lnTo>
                  <a:lnTo>
                    <a:pt x="226099" y="0"/>
                  </a:lnTo>
                  <a:lnTo>
                    <a:pt x="265453" y="2873"/>
                  </a:lnTo>
                  <a:lnTo>
                    <a:pt x="286198" y="23866"/>
                  </a:lnTo>
                  <a:lnTo>
                    <a:pt x="284194" y="52411"/>
                  </a:lnTo>
                  <a:lnTo>
                    <a:pt x="235630" y="116505"/>
                  </a:lnTo>
                  <a:lnTo>
                    <a:pt x="195371" y="146168"/>
                  </a:lnTo>
                  <a:lnTo>
                    <a:pt x="148662" y="170320"/>
                  </a:lnTo>
                  <a:lnTo>
                    <a:pt x="98653" y="186017"/>
                  </a:lnTo>
                  <a:lnTo>
                    <a:pt x="48494" y="190318"/>
                  </a:lnTo>
                  <a:lnTo>
                    <a:pt x="1337" y="180280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2987645" y="5976100"/>
              <a:ext cx="182245" cy="113030"/>
            </a:xfrm>
            <a:custGeom>
              <a:avLst/>
              <a:gdLst/>
              <a:ahLst/>
              <a:cxnLst/>
              <a:rect l="l" t="t" r="r" b="b"/>
              <a:pathLst>
                <a:path w="182244" h="113029">
                  <a:moveTo>
                    <a:pt x="0" y="112802"/>
                  </a:moveTo>
                  <a:lnTo>
                    <a:pt x="181774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2839384" y="5797291"/>
              <a:ext cx="172085" cy="299720"/>
            </a:xfrm>
            <a:custGeom>
              <a:avLst/>
              <a:gdLst/>
              <a:ahLst/>
              <a:cxnLst/>
              <a:rect l="l" t="t" r="r" b="b"/>
              <a:pathLst>
                <a:path w="172084" h="299720">
                  <a:moveTo>
                    <a:pt x="30036" y="0"/>
                  </a:moveTo>
                  <a:lnTo>
                    <a:pt x="6985" y="18434"/>
                  </a:lnTo>
                  <a:lnTo>
                    <a:pt x="0" y="57273"/>
                  </a:lnTo>
                  <a:lnTo>
                    <a:pt x="4874" y="107433"/>
                  </a:lnTo>
                  <a:lnTo>
                    <a:pt x="17403" y="159833"/>
                  </a:lnTo>
                  <a:lnTo>
                    <a:pt x="33381" y="205389"/>
                  </a:lnTo>
                  <a:lnTo>
                    <a:pt x="75401" y="270891"/>
                  </a:lnTo>
                  <a:lnTo>
                    <a:pt x="118917" y="297167"/>
                  </a:lnTo>
                  <a:lnTo>
                    <a:pt x="155718" y="299697"/>
                  </a:lnTo>
                  <a:lnTo>
                    <a:pt x="170646" y="253852"/>
                  </a:lnTo>
                  <a:lnTo>
                    <a:pt x="171630" y="203518"/>
                  </a:lnTo>
                  <a:lnTo>
                    <a:pt x="161264" y="152138"/>
                  </a:lnTo>
                  <a:lnTo>
                    <a:pt x="142144" y="103153"/>
                  </a:lnTo>
                  <a:lnTo>
                    <a:pt x="116865" y="60006"/>
                  </a:lnTo>
                  <a:lnTo>
                    <a:pt x="88024" y="26136"/>
                  </a:lnTo>
                  <a:lnTo>
                    <a:pt x="30036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2839384" y="5797291"/>
              <a:ext cx="172085" cy="299720"/>
            </a:xfrm>
            <a:custGeom>
              <a:avLst/>
              <a:gdLst/>
              <a:ahLst/>
              <a:cxnLst/>
              <a:rect l="l" t="t" r="r" b="b"/>
              <a:pathLst>
                <a:path w="172084" h="299720">
                  <a:moveTo>
                    <a:pt x="155718" y="299697"/>
                  </a:moveTo>
                  <a:lnTo>
                    <a:pt x="95492" y="289586"/>
                  </a:lnTo>
                  <a:lnTo>
                    <a:pt x="48601" y="235019"/>
                  </a:lnTo>
                  <a:lnTo>
                    <a:pt x="17403" y="159833"/>
                  </a:lnTo>
                  <a:lnTo>
                    <a:pt x="4874" y="107433"/>
                  </a:lnTo>
                  <a:lnTo>
                    <a:pt x="0" y="57273"/>
                  </a:lnTo>
                  <a:lnTo>
                    <a:pt x="6985" y="18434"/>
                  </a:lnTo>
                  <a:lnTo>
                    <a:pt x="30036" y="0"/>
                  </a:lnTo>
                  <a:lnTo>
                    <a:pt x="58216" y="4987"/>
                  </a:lnTo>
                  <a:lnTo>
                    <a:pt x="116865" y="60006"/>
                  </a:lnTo>
                  <a:lnTo>
                    <a:pt x="142144" y="103153"/>
                  </a:lnTo>
                  <a:lnTo>
                    <a:pt x="161264" y="152138"/>
                  </a:lnTo>
                  <a:lnTo>
                    <a:pt x="171630" y="203518"/>
                  </a:lnTo>
                  <a:lnTo>
                    <a:pt x="170646" y="253852"/>
                  </a:lnTo>
                  <a:lnTo>
                    <a:pt x="155718" y="299697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2901984" y="5904387"/>
              <a:ext cx="93345" cy="193040"/>
            </a:xfrm>
            <a:custGeom>
              <a:avLst/>
              <a:gdLst/>
              <a:ahLst/>
              <a:cxnLst/>
              <a:rect l="l" t="t" r="r" b="b"/>
              <a:pathLst>
                <a:path w="93345" h="193039">
                  <a:moveTo>
                    <a:pt x="93117" y="192601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2651169" y="4955272"/>
              <a:ext cx="0" cy="3569970"/>
            </a:xfrm>
            <a:custGeom>
              <a:avLst/>
              <a:gdLst/>
              <a:ahLst/>
              <a:cxnLst/>
              <a:rect l="l" t="t" r="r" b="b"/>
              <a:pathLst>
                <a:path w="0" h="3569970">
                  <a:moveTo>
                    <a:pt x="0" y="0"/>
                  </a:moveTo>
                  <a:lnTo>
                    <a:pt x="0" y="3569702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2535826" y="7834091"/>
              <a:ext cx="118745" cy="154305"/>
            </a:xfrm>
            <a:custGeom>
              <a:avLst/>
              <a:gdLst/>
              <a:ahLst/>
              <a:cxnLst/>
              <a:rect l="l" t="t" r="r" b="b"/>
              <a:pathLst>
                <a:path w="118745" h="154304">
                  <a:moveTo>
                    <a:pt x="118184" y="154152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2303645" y="7676618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5">
                  <a:moveTo>
                    <a:pt x="23757" y="0"/>
                  </a:moveTo>
                  <a:lnTo>
                    <a:pt x="954" y="18741"/>
                  </a:lnTo>
                  <a:lnTo>
                    <a:pt x="0" y="47341"/>
                  </a:lnTo>
                  <a:lnTo>
                    <a:pt x="14520" y="80880"/>
                  </a:lnTo>
                  <a:lnTo>
                    <a:pt x="41687" y="116105"/>
                  </a:lnTo>
                  <a:lnTo>
                    <a:pt x="78669" y="149766"/>
                  </a:lnTo>
                  <a:lnTo>
                    <a:pt x="122636" y="178609"/>
                  </a:lnTo>
                  <a:lnTo>
                    <a:pt x="170759" y="199383"/>
                  </a:lnTo>
                  <a:lnTo>
                    <a:pt x="220207" y="208837"/>
                  </a:lnTo>
                  <a:lnTo>
                    <a:pt x="268150" y="203719"/>
                  </a:lnTo>
                  <a:lnTo>
                    <a:pt x="273286" y="167187"/>
                  </a:lnTo>
                  <a:lnTo>
                    <a:pt x="270716" y="142699"/>
                  </a:lnTo>
                  <a:lnTo>
                    <a:pt x="227042" y="85535"/>
                  </a:lnTo>
                  <a:lnTo>
                    <a:pt x="159938" y="39453"/>
                  </a:lnTo>
                  <a:lnTo>
                    <a:pt x="111265" y="16351"/>
                  </a:lnTo>
                  <a:lnTo>
                    <a:pt x="63199" y="1201"/>
                  </a:lnTo>
                  <a:lnTo>
                    <a:pt x="23757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2303645" y="7676618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5">
                  <a:moveTo>
                    <a:pt x="268150" y="203719"/>
                  </a:moveTo>
                  <a:lnTo>
                    <a:pt x="273286" y="167187"/>
                  </a:lnTo>
                  <a:lnTo>
                    <a:pt x="270716" y="142699"/>
                  </a:lnTo>
                  <a:lnTo>
                    <a:pt x="256585" y="119175"/>
                  </a:lnTo>
                  <a:lnTo>
                    <a:pt x="227042" y="85535"/>
                  </a:lnTo>
                  <a:lnTo>
                    <a:pt x="159938" y="39453"/>
                  </a:lnTo>
                  <a:lnTo>
                    <a:pt x="111265" y="16351"/>
                  </a:lnTo>
                  <a:lnTo>
                    <a:pt x="63199" y="1201"/>
                  </a:lnTo>
                  <a:lnTo>
                    <a:pt x="23757" y="0"/>
                  </a:lnTo>
                  <a:lnTo>
                    <a:pt x="954" y="18741"/>
                  </a:lnTo>
                  <a:lnTo>
                    <a:pt x="0" y="47341"/>
                  </a:lnTo>
                  <a:lnTo>
                    <a:pt x="14520" y="80880"/>
                  </a:lnTo>
                  <a:lnTo>
                    <a:pt x="41687" y="116105"/>
                  </a:lnTo>
                  <a:lnTo>
                    <a:pt x="78669" y="149766"/>
                  </a:lnTo>
                  <a:lnTo>
                    <a:pt x="122636" y="178609"/>
                  </a:lnTo>
                  <a:lnTo>
                    <a:pt x="170759" y="199383"/>
                  </a:lnTo>
                  <a:lnTo>
                    <a:pt x="220207" y="208837"/>
                  </a:lnTo>
                  <a:lnTo>
                    <a:pt x="268150" y="20371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2412083" y="7756059"/>
              <a:ext cx="160020" cy="124460"/>
            </a:xfrm>
            <a:custGeom>
              <a:avLst/>
              <a:gdLst/>
              <a:ahLst/>
              <a:cxnLst/>
              <a:rect l="l" t="t" r="r" b="b"/>
              <a:pathLst>
                <a:path w="160020" h="124459">
                  <a:moveTo>
                    <a:pt x="159712" y="124278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2535826" y="7163249"/>
              <a:ext cx="118745" cy="154305"/>
            </a:xfrm>
            <a:custGeom>
              <a:avLst/>
              <a:gdLst/>
              <a:ahLst/>
              <a:cxnLst/>
              <a:rect l="l" t="t" r="r" b="b"/>
              <a:pathLst>
                <a:path w="118745" h="154304">
                  <a:moveTo>
                    <a:pt x="118184" y="154152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2303645" y="7005774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5">
                  <a:moveTo>
                    <a:pt x="23757" y="0"/>
                  </a:moveTo>
                  <a:lnTo>
                    <a:pt x="954" y="18741"/>
                  </a:lnTo>
                  <a:lnTo>
                    <a:pt x="0" y="47341"/>
                  </a:lnTo>
                  <a:lnTo>
                    <a:pt x="14520" y="80880"/>
                  </a:lnTo>
                  <a:lnTo>
                    <a:pt x="41687" y="116105"/>
                  </a:lnTo>
                  <a:lnTo>
                    <a:pt x="78669" y="149766"/>
                  </a:lnTo>
                  <a:lnTo>
                    <a:pt x="122636" y="178609"/>
                  </a:lnTo>
                  <a:lnTo>
                    <a:pt x="170759" y="199383"/>
                  </a:lnTo>
                  <a:lnTo>
                    <a:pt x="220207" y="208837"/>
                  </a:lnTo>
                  <a:lnTo>
                    <a:pt x="268150" y="203719"/>
                  </a:lnTo>
                  <a:lnTo>
                    <a:pt x="273286" y="167187"/>
                  </a:lnTo>
                  <a:lnTo>
                    <a:pt x="270716" y="142699"/>
                  </a:lnTo>
                  <a:lnTo>
                    <a:pt x="227042" y="85535"/>
                  </a:lnTo>
                  <a:lnTo>
                    <a:pt x="159938" y="39453"/>
                  </a:lnTo>
                  <a:lnTo>
                    <a:pt x="111265" y="16351"/>
                  </a:lnTo>
                  <a:lnTo>
                    <a:pt x="63199" y="1201"/>
                  </a:lnTo>
                  <a:lnTo>
                    <a:pt x="23757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2303645" y="7005774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5">
                  <a:moveTo>
                    <a:pt x="268150" y="203719"/>
                  </a:moveTo>
                  <a:lnTo>
                    <a:pt x="273286" y="167187"/>
                  </a:lnTo>
                  <a:lnTo>
                    <a:pt x="270716" y="142699"/>
                  </a:lnTo>
                  <a:lnTo>
                    <a:pt x="256585" y="119175"/>
                  </a:lnTo>
                  <a:lnTo>
                    <a:pt x="227042" y="85535"/>
                  </a:lnTo>
                  <a:lnTo>
                    <a:pt x="159938" y="39453"/>
                  </a:lnTo>
                  <a:lnTo>
                    <a:pt x="111265" y="16351"/>
                  </a:lnTo>
                  <a:lnTo>
                    <a:pt x="63199" y="1201"/>
                  </a:lnTo>
                  <a:lnTo>
                    <a:pt x="23757" y="0"/>
                  </a:lnTo>
                  <a:lnTo>
                    <a:pt x="954" y="18741"/>
                  </a:lnTo>
                  <a:lnTo>
                    <a:pt x="0" y="47341"/>
                  </a:lnTo>
                  <a:lnTo>
                    <a:pt x="14520" y="80880"/>
                  </a:lnTo>
                  <a:lnTo>
                    <a:pt x="41687" y="116105"/>
                  </a:lnTo>
                  <a:lnTo>
                    <a:pt x="78669" y="149766"/>
                  </a:lnTo>
                  <a:lnTo>
                    <a:pt x="122636" y="178609"/>
                  </a:lnTo>
                  <a:lnTo>
                    <a:pt x="170759" y="199383"/>
                  </a:lnTo>
                  <a:lnTo>
                    <a:pt x="220207" y="208837"/>
                  </a:lnTo>
                  <a:lnTo>
                    <a:pt x="268150" y="20371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2412083" y="7085215"/>
              <a:ext cx="160020" cy="124460"/>
            </a:xfrm>
            <a:custGeom>
              <a:avLst/>
              <a:gdLst/>
              <a:ahLst/>
              <a:cxnLst/>
              <a:rect l="l" t="t" r="r" b="b"/>
              <a:pathLst>
                <a:path w="160020" h="124459">
                  <a:moveTo>
                    <a:pt x="159712" y="124278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2535826" y="6375640"/>
              <a:ext cx="118745" cy="154305"/>
            </a:xfrm>
            <a:custGeom>
              <a:avLst/>
              <a:gdLst/>
              <a:ahLst/>
              <a:cxnLst/>
              <a:rect l="l" t="t" r="r" b="b"/>
              <a:pathLst>
                <a:path w="118745" h="154304">
                  <a:moveTo>
                    <a:pt x="118184" y="154152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2303645" y="6218165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4">
                  <a:moveTo>
                    <a:pt x="23757" y="0"/>
                  </a:moveTo>
                  <a:lnTo>
                    <a:pt x="954" y="18741"/>
                  </a:lnTo>
                  <a:lnTo>
                    <a:pt x="0" y="47341"/>
                  </a:lnTo>
                  <a:lnTo>
                    <a:pt x="14520" y="80880"/>
                  </a:lnTo>
                  <a:lnTo>
                    <a:pt x="41687" y="116105"/>
                  </a:lnTo>
                  <a:lnTo>
                    <a:pt x="78669" y="149766"/>
                  </a:lnTo>
                  <a:lnTo>
                    <a:pt x="122636" y="178609"/>
                  </a:lnTo>
                  <a:lnTo>
                    <a:pt x="170759" y="199383"/>
                  </a:lnTo>
                  <a:lnTo>
                    <a:pt x="220207" y="208837"/>
                  </a:lnTo>
                  <a:lnTo>
                    <a:pt x="268150" y="203719"/>
                  </a:lnTo>
                  <a:lnTo>
                    <a:pt x="273286" y="167187"/>
                  </a:lnTo>
                  <a:lnTo>
                    <a:pt x="270716" y="142699"/>
                  </a:lnTo>
                  <a:lnTo>
                    <a:pt x="227042" y="85535"/>
                  </a:lnTo>
                  <a:lnTo>
                    <a:pt x="159938" y="39453"/>
                  </a:lnTo>
                  <a:lnTo>
                    <a:pt x="111265" y="16351"/>
                  </a:lnTo>
                  <a:lnTo>
                    <a:pt x="63199" y="1201"/>
                  </a:lnTo>
                  <a:lnTo>
                    <a:pt x="23757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2303645" y="6218165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4">
                  <a:moveTo>
                    <a:pt x="268150" y="203719"/>
                  </a:moveTo>
                  <a:lnTo>
                    <a:pt x="273286" y="167187"/>
                  </a:lnTo>
                  <a:lnTo>
                    <a:pt x="270716" y="142699"/>
                  </a:lnTo>
                  <a:lnTo>
                    <a:pt x="256585" y="119175"/>
                  </a:lnTo>
                  <a:lnTo>
                    <a:pt x="227042" y="85535"/>
                  </a:lnTo>
                  <a:lnTo>
                    <a:pt x="159938" y="39453"/>
                  </a:lnTo>
                  <a:lnTo>
                    <a:pt x="111265" y="16351"/>
                  </a:lnTo>
                  <a:lnTo>
                    <a:pt x="63199" y="1201"/>
                  </a:lnTo>
                  <a:lnTo>
                    <a:pt x="23757" y="0"/>
                  </a:lnTo>
                  <a:lnTo>
                    <a:pt x="954" y="18741"/>
                  </a:lnTo>
                  <a:lnTo>
                    <a:pt x="0" y="47341"/>
                  </a:lnTo>
                  <a:lnTo>
                    <a:pt x="14520" y="80880"/>
                  </a:lnTo>
                  <a:lnTo>
                    <a:pt x="41687" y="116105"/>
                  </a:lnTo>
                  <a:lnTo>
                    <a:pt x="78669" y="149766"/>
                  </a:lnTo>
                  <a:lnTo>
                    <a:pt x="122636" y="178609"/>
                  </a:lnTo>
                  <a:lnTo>
                    <a:pt x="170759" y="199383"/>
                  </a:lnTo>
                  <a:lnTo>
                    <a:pt x="220207" y="208837"/>
                  </a:lnTo>
                  <a:lnTo>
                    <a:pt x="268150" y="20371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2412083" y="6297606"/>
              <a:ext cx="160020" cy="124460"/>
            </a:xfrm>
            <a:custGeom>
              <a:avLst/>
              <a:gdLst/>
              <a:ahLst/>
              <a:cxnLst/>
              <a:rect l="l" t="t" r="r" b="b"/>
              <a:pathLst>
                <a:path w="160020" h="124460">
                  <a:moveTo>
                    <a:pt x="159712" y="124278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2535826" y="5851329"/>
              <a:ext cx="118745" cy="154305"/>
            </a:xfrm>
            <a:custGeom>
              <a:avLst/>
              <a:gdLst/>
              <a:ahLst/>
              <a:cxnLst/>
              <a:rect l="l" t="t" r="r" b="b"/>
              <a:pathLst>
                <a:path w="118745" h="154304">
                  <a:moveTo>
                    <a:pt x="118184" y="154152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2303645" y="5693855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4">
                  <a:moveTo>
                    <a:pt x="23757" y="0"/>
                  </a:moveTo>
                  <a:lnTo>
                    <a:pt x="954" y="18741"/>
                  </a:lnTo>
                  <a:lnTo>
                    <a:pt x="0" y="47341"/>
                  </a:lnTo>
                  <a:lnTo>
                    <a:pt x="14520" y="80880"/>
                  </a:lnTo>
                  <a:lnTo>
                    <a:pt x="41687" y="116105"/>
                  </a:lnTo>
                  <a:lnTo>
                    <a:pt x="78669" y="149766"/>
                  </a:lnTo>
                  <a:lnTo>
                    <a:pt x="122636" y="178609"/>
                  </a:lnTo>
                  <a:lnTo>
                    <a:pt x="170759" y="199383"/>
                  </a:lnTo>
                  <a:lnTo>
                    <a:pt x="220207" y="208837"/>
                  </a:lnTo>
                  <a:lnTo>
                    <a:pt x="268150" y="203719"/>
                  </a:lnTo>
                  <a:lnTo>
                    <a:pt x="273286" y="167187"/>
                  </a:lnTo>
                  <a:lnTo>
                    <a:pt x="270716" y="142699"/>
                  </a:lnTo>
                  <a:lnTo>
                    <a:pt x="227042" y="85535"/>
                  </a:lnTo>
                  <a:lnTo>
                    <a:pt x="159938" y="39453"/>
                  </a:lnTo>
                  <a:lnTo>
                    <a:pt x="111265" y="16351"/>
                  </a:lnTo>
                  <a:lnTo>
                    <a:pt x="63199" y="1201"/>
                  </a:lnTo>
                  <a:lnTo>
                    <a:pt x="23757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2303645" y="5693855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4">
                  <a:moveTo>
                    <a:pt x="268150" y="203719"/>
                  </a:moveTo>
                  <a:lnTo>
                    <a:pt x="273286" y="167187"/>
                  </a:lnTo>
                  <a:lnTo>
                    <a:pt x="270716" y="142699"/>
                  </a:lnTo>
                  <a:lnTo>
                    <a:pt x="256585" y="119175"/>
                  </a:lnTo>
                  <a:lnTo>
                    <a:pt x="227042" y="85535"/>
                  </a:lnTo>
                  <a:lnTo>
                    <a:pt x="159938" y="39453"/>
                  </a:lnTo>
                  <a:lnTo>
                    <a:pt x="111265" y="16351"/>
                  </a:lnTo>
                  <a:lnTo>
                    <a:pt x="63199" y="1201"/>
                  </a:lnTo>
                  <a:lnTo>
                    <a:pt x="23757" y="0"/>
                  </a:lnTo>
                  <a:lnTo>
                    <a:pt x="954" y="18741"/>
                  </a:lnTo>
                  <a:lnTo>
                    <a:pt x="0" y="47341"/>
                  </a:lnTo>
                  <a:lnTo>
                    <a:pt x="14520" y="80880"/>
                  </a:lnTo>
                  <a:lnTo>
                    <a:pt x="41687" y="116105"/>
                  </a:lnTo>
                  <a:lnTo>
                    <a:pt x="78669" y="149766"/>
                  </a:lnTo>
                  <a:lnTo>
                    <a:pt x="122636" y="178609"/>
                  </a:lnTo>
                  <a:lnTo>
                    <a:pt x="170759" y="199383"/>
                  </a:lnTo>
                  <a:lnTo>
                    <a:pt x="220207" y="208837"/>
                  </a:lnTo>
                  <a:lnTo>
                    <a:pt x="268150" y="20371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2412083" y="5773296"/>
              <a:ext cx="160020" cy="124460"/>
            </a:xfrm>
            <a:custGeom>
              <a:avLst/>
              <a:gdLst/>
              <a:ahLst/>
              <a:cxnLst/>
              <a:rect l="l" t="t" r="r" b="b"/>
              <a:pathLst>
                <a:path w="160020" h="124460">
                  <a:moveTo>
                    <a:pt x="159712" y="124278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2535826" y="5324729"/>
              <a:ext cx="118745" cy="154305"/>
            </a:xfrm>
            <a:custGeom>
              <a:avLst/>
              <a:gdLst/>
              <a:ahLst/>
              <a:cxnLst/>
              <a:rect l="l" t="t" r="r" b="b"/>
              <a:pathLst>
                <a:path w="118745" h="154304">
                  <a:moveTo>
                    <a:pt x="118184" y="154152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2303645" y="5167255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4">
                  <a:moveTo>
                    <a:pt x="23757" y="0"/>
                  </a:moveTo>
                  <a:lnTo>
                    <a:pt x="954" y="18741"/>
                  </a:lnTo>
                  <a:lnTo>
                    <a:pt x="0" y="47341"/>
                  </a:lnTo>
                  <a:lnTo>
                    <a:pt x="14520" y="80880"/>
                  </a:lnTo>
                  <a:lnTo>
                    <a:pt x="41687" y="116105"/>
                  </a:lnTo>
                  <a:lnTo>
                    <a:pt x="78669" y="149766"/>
                  </a:lnTo>
                  <a:lnTo>
                    <a:pt x="122636" y="178609"/>
                  </a:lnTo>
                  <a:lnTo>
                    <a:pt x="170759" y="199383"/>
                  </a:lnTo>
                  <a:lnTo>
                    <a:pt x="220207" y="208837"/>
                  </a:lnTo>
                  <a:lnTo>
                    <a:pt x="268150" y="203719"/>
                  </a:lnTo>
                  <a:lnTo>
                    <a:pt x="273286" y="167187"/>
                  </a:lnTo>
                  <a:lnTo>
                    <a:pt x="270716" y="142699"/>
                  </a:lnTo>
                  <a:lnTo>
                    <a:pt x="227042" y="85535"/>
                  </a:lnTo>
                  <a:lnTo>
                    <a:pt x="159938" y="39453"/>
                  </a:lnTo>
                  <a:lnTo>
                    <a:pt x="111265" y="16351"/>
                  </a:lnTo>
                  <a:lnTo>
                    <a:pt x="63199" y="1201"/>
                  </a:lnTo>
                  <a:lnTo>
                    <a:pt x="23757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2303645" y="5167255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4">
                  <a:moveTo>
                    <a:pt x="268150" y="203719"/>
                  </a:moveTo>
                  <a:lnTo>
                    <a:pt x="273286" y="167187"/>
                  </a:lnTo>
                  <a:lnTo>
                    <a:pt x="270716" y="142699"/>
                  </a:lnTo>
                  <a:lnTo>
                    <a:pt x="256585" y="119175"/>
                  </a:lnTo>
                  <a:lnTo>
                    <a:pt x="227042" y="85535"/>
                  </a:lnTo>
                  <a:lnTo>
                    <a:pt x="159938" y="39453"/>
                  </a:lnTo>
                  <a:lnTo>
                    <a:pt x="111265" y="16351"/>
                  </a:lnTo>
                  <a:lnTo>
                    <a:pt x="63199" y="1201"/>
                  </a:lnTo>
                  <a:lnTo>
                    <a:pt x="23757" y="0"/>
                  </a:lnTo>
                  <a:lnTo>
                    <a:pt x="954" y="18741"/>
                  </a:lnTo>
                  <a:lnTo>
                    <a:pt x="0" y="47341"/>
                  </a:lnTo>
                  <a:lnTo>
                    <a:pt x="14520" y="80880"/>
                  </a:lnTo>
                  <a:lnTo>
                    <a:pt x="41687" y="116105"/>
                  </a:lnTo>
                  <a:lnTo>
                    <a:pt x="78669" y="149766"/>
                  </a:lnTo>
                  <a:lnTo>
                    <a:pt x="122636" y="178609"/>
                  </a:lnTo>
                  <a:lnTo>
                    <a:pt x="170759" y="199383"/>
                  </a:lnTo>
                  <a:lnTo>
                    <a:pt x="220207" y="208837"/>
                  </a:lnTo>
                  <a:lnTo>
                    <a:pt x="268150" y="20371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2412083" y="5246696"/>
              <a:ext cx="160020" cy="124460"/>
            </a:xfrm>
            <a:custGeom>
              <a:avLst/>
              <a:gdLst/>
              <a:ahLst/>
              <a:cxnLst/>
              <a:rect l="l" t="t" r="r" b="b"/>
              <a:pathLst>
                <a:path w="160020" h="124460">
                  <a:moveTo>
                    <a:pt x="159712" y="124278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2651401" y="8038941"/>
              <a:ext cx="118745" cy="154305"/>
            </a:xfrm>
            <a:custGeom>
              <a:avLst/>
              <a:gdLst/>
              <a:ahLst/>
              <a:cxnLst/>
              <a:rect l="l" t="t" r="r" b="b"/>
              <a:pathLst>
                <a:path w="118745" h="154304">
                  <a:moveTo>
                    <a:pt x="0" y="154152"/>
                  </a:moveTo>
                  <a:lnTo>
                    <a:pt x="118184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2728480" y="7881467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5">
                  <a:moveTo>
                    <a:pt x="249528" y="0"/>
                  </a:moveTo>
                  <a:lnTo>
                    <a:pt x="210086" y="1201"/>
                  </a:lnTo>
                  <a:lnTo>
                    <a:pt x="162020" y="16351"/>
                  </a:lnTo>
                  <a:lnTo>
                    <a:pt x="113347" y="39453"/>
                  </a:lnTo>
                  <a:lnTo>
                    <a:pt x="72083" y="64513"/>
                  </a:lnTo>
                  <a:lnTo>
                    <a:pt x="16700" y="119175"/>
                  </a:lnTo>
                  <a:lnTo>
                    <a:pt x="0" y="167187"/>
                  </a:lnTo>
                  <a:lnTo>
                    <a:pt x="5135" y="203719"/>
                  </a:lnTo>
                  <a:lnTo>
                    <a:pt x="53078" y="208837"/>
                  </a:lnTo>
                  <a:lnTo>
                    <a:pt x="102526" y="199383"/>
                  </a:lnTo>
                  <a:lnTo>
                    <a:pt x="150649" y="178609"/>
                  </a:lnTo>
                  <a:lnTo>
                    <a:pt x="194616" y="149766"/>
                  </a:lnTo>
                  <a:lnTo>
                    <a:pt x="231598" y="116105"/>
                  </a:lnTo>
                  <a:lnTo>
                    <a:pt x="258765" y="80880"/>
                  </a:lnTo>
                  <a:lnTo>
                    <a:pt x="273286" y="47341"/>
                  </a:lnTo>
                  <a:lnTo>
                    <a:pt x="272331" y="18741"/>
                  </a:lnTo>
                  <a:lnTo>
                    <a:pt x="24952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2728480" y="7881467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5">
                  <a:moveTo>
                    <a:pt x="5135" y="203719"/>
                  </a:moveTo>
                  <a:lnTo>
                    <a:pt x="0" y="167187"/>
                  </a:lnTo>
                  <a:lnTo>
                    <a:pt x="2570" y="142699"/>
                  </a:lnTo>
                  <a:lnTo>
                    <a:pt x="16700" y="119175"/>
                  </a:lnTo>
                  <a:lnTo>
                    <a:pt x="46244" y="85535"/>
                  </a:lnTo>
                  <a:lnTo>
                    <a:pt x="113347" y="39453"/>
                  </a:lnTo>
                  <a:lnTo>
                    <a:pt x="162020" y="16351"/>
                  </a:lnTo>
                  <a:lnTo>
                    <a:pt x="210086" y="1201"/>
                  </a:lnTo>
                  <a:lnTo>
                    <a:pt x="249528" y="0"/>
                  </a:lnTo>
                  <a:lnTo>
                    <a:pt x="272331" y="18741"/>
                  </a:lnTo>
                  <a:lnTo>
                    <a:pt x="273286" y="47341"/>
                  </a:lnTo>
                  <a:lnTo>
                    <a:pt x="258765" y="80880"/>
                  </a:lnTo>
                  <a:lnTo>
                    <a:pt x="231598" y="116105"/>
                  </a:lnTo>
                  <a:lnTo>
                    <a:pt x="194616" y="149766"/>
                  </a:lnTo>
                  <a:lnTo>
                    <a:pt x="150649" y="178609"/>
                  </a:lnTo>
                  <a:lnTo>
                    <a:pt x="102526" y="199383"/>
                  </a:lnTo>
                  <a:lnTo>
                    <a:pt x="53078" y="208837"/>
                  </a:lnTo>
                  <a:lnTo>
                    <a:pt x="5135" y="20371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2733616" y="7954227"/>
              <a:ext cx="169545" cy="131445"/>
            </a:xfrm>
            <a:custGeom>
              <a:avLst/>
              <a:gdLst/>
              <a:ahLst/>
              <a:cxnLst/>
              <a:rect l="l" t="t" r="r" b="b"/>
              <a:pathLst>
                <a:path w="169545" h="131445">
                  <a:moveTo>
                    <a:pt x="0" y="130959"/>
                  </a:moveTo>
                  <a:lnTo>
                    <a:pt x="169157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2651401" y="6972005"/>
              <a:ext cx="118745" cy="154305"/>
            </a:xfrm>
            <a:custGeom>
              <a:avLst/>
              <a:gdLst/>
              <a:ahLst/>
              <a:cxnLst/>
              <a:rect l="l" t="t" r="r" b="b"/>
              <a:pathLst>
                <a:path w="118745" h="154304">
                  <a:moveTo>
                    <a:pt x="0" y="154152"/>
                  </a:moveTo>
                  <a:lnTo>
                    <a:pt x="118184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2728480" y="6814531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5">
                  <a:moveTo>
                    <a:pt x="249528" y="0"/>
                  </a:moveTo>
                  <a:lnTo>
                    <a:pt x="210086" y="1201"/>
                  </a:lnTo>
                  <a:lnTo>
                    <a:pt x="162020" y="16351"/>
                  </a:lnTo>
                  <a:lnTo>
                    <a:pt x="113347" y="39453"/>
                  </a:lnTo>
                  <a:lnTo>
                    <a:pt x="72083" y="64513"/>
                  </a:lnTo>
                  <a:lnTo>
                    <a:pt x="16700" y="119175"/>
                  </a:lnTo>
                  <a:lnTo>
                    <a:pt x="0" y="167187"/>
                  </a:lnTo>
                  <a:lnTo>
                    <a:pt x="5135" y="203719"/>
                  </a:lnTo>
                  <a:lnTo>
                    <a:pt x="53078" y="208837"/>
                  </a:lnTo>
                  <a:lnTo>
                    <a:pt x="102526" y="199383"/>
                  </a:lnTo>
                  <a:lnTo>
                    <a:pt x="150649" y="178609"/>
                  </a:lnTo>
                  <a:lnTo>
                    <a:pt x="194616" y="149766"/>
                  </a:lnTo>
                  <a:lnTo>
                    <a:pt x="231598" y="116105"/>
                  </a:lnTo>
                  <a:lnTo>
                    <a:pt x="258765" y="80880"/>
                  </a:lnTo>
                  <a:lnTo>
                    <a:pt x="273286" y="47341"/>
                  </a:lnTo>
                  <a:lnTo>
                    <a:pt x="272331" y="18741"/>
                  </a:lnTo>
                  <a:lnTo>
                    <a:pt x="24952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2728480" y="6814531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5">
                  <a:moveTo>
                    <a:pt x="5135" y="203719"/>
                  </a:moveTo>
                  <a:lnTo>
                    <a:pt x="0" y="167187"/>
                  </a:lnTo>
                  <a:lnTo>
                    <a:pt x="2570" y="142699"/>
                  </a:lnTo>
                  <a:lnTo>
                    <a:pt x="16700" y="119175"/>
                  </a:lnTo>
                  <a:lnTo>
                    <a:pt x="46244" y="85535"/>
                  </a:lnTo>
                  <a:lnTo>
                    <a:pt x="113347" y="39453"/>
                  </a:lnTo>
                  <a:lnTo>
                    <a:pt x="162020" y="16351"/>
                  </a:lnTo>
                  <a:lnTo>
                    <a:pt x="210086" y="1201"/>
                  </a:lnTo>
                  <a:lnTo>
                    <a:pt x="249528" y="0"/>
                  </a:lnTo>
                  <a:lnTo>
                    <a:pt x="272331" y="18741"/>
                  </a:lnTo>
                  <a:lnTo>
                    <a:pt x="273286" y="47341"/>
                  </a:lnTo>
                  <a:lnTo>
                    <a:pt x="258765" y="80880"/>
                  </a:lnTo>
                  <a:lnTo>
                    <a:pt x="231598" y="116105"/>
                  </a:lnTo>
                  <a:lnTo>
                    <a:pt x="194616" y="149766"/>
                  </a:lnTo>
                  <a:lnTo>
                    <a:pt x="150649" y="178609"/>
                  </a:lnTo>
                  <a:lnTo>
                    <a:pt x="102526" y="199383"/>
                  </a:lnTo>
                  <a:lnTo>
                    <a:pt x="53078" y="208837"/>
                  </a:lnTo>
                  <a:lnTo>
                    <a:pt x="5135" y="20371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2733616" y="6887291"/>
              <a:ext cx="169545" cy="131445"/>
            </a:xfrm>
            <a:custGeom>
              <a:avLst/>
              <a:gdLst/>
              <a:ahLst/>
              <a:cxnLst/>
              <a:rect l="l" t="t" r="r" b="b"/>
              <a:pathLst>
                <a:path w="169545" h="131445">
                  <a:moveTo>
                    <a:pt x="0" y="130959"/>
                  </a:moveTo>
                  <a:lnTo>
                    <a:pt x="169157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2651401" y="6445405"/>
              <a:ext cx="118745" cy="154305"/>
            </a:xfrm>
            <a:custGeom>
              <a:avLst/>
              <a:gdLst/>
              <a:ahLst/>
              <a:cxnLst/>
              <a:rect l="l" t="t" r="r" b="b"/>
              <a:pathLst>
                <a:path w="118745" h="154304">
                  <a:moveTo>
                    <a:pt x="0" y="154152"/>
                  </a:moveTo>
                  <a:lnTo>
                    <a:pt x="118184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2728480" y="6287931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4">
                  <a:moveTo>
                    <a:pt x="249528" y="0"/>
                  </a:moveTo>
                  <a:lnTo>
                    <a:pt x="210086" y="1201"/>
                  </a:lnTo>
                  <a:lnTo>
                    <a:pt x="162020" y="16351"/>
                  </a:lnTo>
                  <a:lnTo>
                    <a:pt x="113347" y="39453"/>
                  </a:lnTo>
                  <a:lnTo>
                    <a:pt x="72083" y="64513"/>
                  </a:lnTo>
                  <a:lnTo>
                    <a:pt x="16700" y="119175"/>
                  </a:lnTo>
                  <a:lnTo>
                    <a:pt x="0" y="167187"/>
                  </a:lnTo>
                  <a:lnTo>
                    <a:pt x="5135" y="203719"/>
                  </a:lnTo>
                  <a:lnTo>
                    <a:pt x="53078" y="208837"/>
                  </a:lnTo>
                  <a:lnTo>
                    <a:pt x="102526" y="199383"/>
                  </a:lnTo>
                  <a:lnTo>
                    <a:pt x="150649" y="178609"/>
                  </a:lnTo>
                  <a:lnTo>
                    <a:pt x="194616" y="149766"/>
                  </a:lnTo>
                  <a:lnTo>
                    <a:pt x="231598" y="116105"/>
                  </a:lnTo>
                  <a:lnTo>
                    <a:pt x="258765" y="80880"/>
                  </a:lnTo>
                  <a:lnTo>
                    <a:pt x="273286" y="47341"/>
                  </a:lnTo>
                  <a:lnTo>
                    <a:pt x="272331" y="18741"/>
                  </a:lnTo>
                  <a:lnTo>
                    <a:pt x="24952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2728480" y="6287931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4">
                  <a:moveTo>
                    <a:pt x="5135" y="203719"/>
                  </a:moveTo>
                  <a:lnTo>
                    <a:pt x="0" y="167187"/>
                  </a:lnTo>
                  <a:lnTo>
                    <a:pt x="2570" y="142699"/>
                  </a:lnTo>
                  <a:lnTo>
                    <a:pt x="16700" y="119175"/>
                  </a:lnTo>
                  <a:lnTo>
                    <a:pt x="46244" y="85535"/>
                  </a:lnTo>
                  <a:lnTo>
                    <a:pt x="113347" y="39453"/>
                  </a:lnTo>
                  <a:lnTo>
                    <a:pt x="162020" y="16351"/>
                  </a:lnTo>
                  <a:lnTo>
                    <a:pt x="210086" y="1201"/>
                  </a:lnTo>
                  <a:lnTo>
                    <a:pt x="249528" y="0"/>
                  </a:lnTo>
                  <a:lnTo>
                    <a:pt x="272331" y="18741"/>
                  </a:lnTo>
                  <a:lnTo>
                    <a:pt x="273286" y="47341"/>
                  </a:lnTo>
                  <a:lnTo>
                    <a:pt x="258765" y="80880"/>
                  </a:lnTo>
                  <a:lnTo>
                    <a:pt x="231598" y="116105"/>
                  </a:lnTo>
                  <a:lnTo>
                    <a:pt x="194616" y="149766"/>
                  </a:lnTo>
                  <a:lnTo>
                    <a:pt x="150649" y="178609"/>
                  </a:lnTo>
                  <a:lnTo>
                    <a:pt x="102526" y="199383"/>
                  </a:lnTo>
                  <a:lnTo>
                    <a:pt x="53078" y="208837"/>
                  </a:lnTo>
                  <a:lnTo>
                    <a:pt x="5135" y="20371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2733616" y="6360692"/>
              <a:ext cx="169545" cy="131445"/>
            </a:xfrm>
            <a:custGeom>
              <a:avLst/>
              <a:gdLst/>
              <a:ahLst/>
              <a:cxnLst/>
              <a:rect l="l" t="t" r="r" b="b"/>
              <a:pathLst>
                <a:path w="169545" h="131445">
                  <a:moveTo>
                    <a:pt x="0" y="130959"/>
                  </a:moveTo>
                  <a:lnTo>
                    <a:pt x="169157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2651401" y="5749379"/>
              <a:ext cx="118745" cy="154305"/>
            </a:xfrm>
            <a:custGeom>
              <a:avLst/>
              <a:gdLst/>
              <a:ahLst/>
              <a:cxnLst/>
              <a:rect l="l" t="t" r="r" b="b"/>
              <a:pathLst>
                <a:path w="118745" h="154304">
                  <a:moveTo>
                    <a:pt x="0" y="154152"/>
                  </a:moveTo>
                  <a:lnTo>
                    <a:pt x="118184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2728480" y="5591903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4">
                  <a:moveTo>
                    <a:pt x="249528" y="0"/>
                  </a:moveTo>
                  <a:lnTo>
                    <a:pt x="210086" y="1201"/>
                  </a:lnTo>
                  <a:lnTo>
                    <a:pt x="162020" y="16351"/>
                  </a:lnTo>
                  <a:lnTo>
                    <a:pt x="113347" y="39453"/>
                  </a:lnTo>
                  <a:lnTo>
                    <a:pt x="72083" y="64513"/>
                  </a:lnTo>
                  <a:lnTo>
                    <a:pt x="16700" y="119175"/>
                  </a:lnTo>
                  <a:lnTo>
                    <a:pt x="0" y="167187"/>
                  </a:lnTo>
                  <a:lnTo>
                    <a:pt x="5135" y="203719"/>
                  </a:lnTo>
                  <a:lnTo>
                    <a:pt x="53078" y="208837"/>
                  </a:lnTo>
                  <a:lnTo>
                    <a:pt x="102526" y="199383"/>
                  </a:lnTo>
                  <a:lnTo>
                    <a:pt x="150649" y="178609"/>
                  </a:lnTo>
                  <a:lnTo>
                    <a:pt x="194616" y="149766"/>
                  </a:lnTo>
                  <a:lnTo>
                    <a:pt x="231598" y="116105"/>
                  </a:lnTo>
                  <a:lnTo>
                    <a:pt x="258765" y="80880"/>
                  </a:lnTo>
                  <a:lnTo>
                    <a:pt x="273286" y="47341"/>
                  </a:lnTo>
                  <a:lnTo>
                    <a:pt x="272331" y="18741"/>
                  </a:lnTo>
                  <a:lnTo>
                    <a:pt x="24952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2728480" y="5591903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4">
                  <a:moveTo>
                    <a:pt x="5135" y="203719"/>
                  </a:moveTo>
                  <a:lnTo>
                    <a:pt x="0" y="167187"/>
                  </a:lnTo>
                  <a:lnTo>
                    <a:pt x="2570" y="142699"/>
                  </a:lnTo>
                  <a:lnTo>
                    <a:pt x="16700" y="119175"/>
                  </a:lnTo>
                  <a:lnTo>
                    <a:pt x="46244" y="85535"/>
                  </a:lnTo>
                  <a:lnTo>
                    <a:pt x="113347" y="39453"/>
                  </a:lnTo>
                  <a:lnTo>
                    <a:pt x="162020" y="16351"/>
                  </a:lnTo>
                  <a:lnTo>
                    <a:pt x="210086" y="1201"/>
                  </a:lnTo>
                  <a:lnTo>
                    <a:pt x="249528" y="0"/>
                  </a:lnTo>
                  <a:lnTo>
                    <a:pt x="272331" y="18741"/>
                  </a:lnTo>
                  <a:lnTo>
                    <a:pt x="273286" y="47341"/>
                  </a:lnTo>
                  <a:lnTo>
                    <a:pt x="258765" y="80880"/>
                  </a:lnTo>
                  <a:lnTo>
                    <a:pt x="231598" y="116105"/>
                  </a:lnTo>
                  <a:lnTo>
                    <a:pt x="194616" y="149766"/>
                  </a:lnTo>
                  <a:lnTo>
                    <a:pt x="150649" y="178609"/>
                  </a:lnTo>
                  <a:lnTo>
                    <a:pt x="102526" y="199383"/>
                  </a:lnTo>
                  <a:lnTo>
                    <a:pt x="53078" y="208837"/>
                  </a:lnTo>
                  <a:lnTo>
                    <a:pt x="5135" y="20371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2733616" y="5664664"/>
              <a:ext cx="169545" cy="131445"/>
            </a:xfrm>
            <a:custGeom>
              <a:avLst/>
              <a:gdLst/>
              <a:ahLst/>
              <a:cxnLst/>
              <a:rect l="l" t="t" r="r" b="b"/>
              <a:pathLst>
                <a:path w="169545" h="131445">
                  <a:moveTo>
                    <a:pt x="0" y="130959"/>
                  </a:moveTo>
                  <a:lnTo>
                    <a:pt x="169157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2651401" y="5202172"/>
              <a:ext cx="118745" cy="154305"/>
            </a:xfrm>
            <a:custGeom>
              <a:avLst/>
              <a:gdLst/>
              <a:ahLst/>
              <a:cxnLst/>
              <a:rect l="l" t="t" r="r" b="b"/>
              <a:pathLst>
                <a:path w="118745" h="154304">
                  <a:moveTo>
                    <a:pt x="0" y="154152"/>
                  </a:moveTo>
                  <a:lnTo>
                    <a:pt x="118184" y="0"/>
                  </a:lnTo>
                </a:path>
              </a:pathLst>
            </a:custGeom>
            <a:ln w="20941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2728480" y="5044699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4">
                  <a:moveTo>
                    <a:pt x="249528" y="0"/>
                  </a:moveTo>
                  <a:lnTo>
                    <a:pt x="210086" y="1201"/>
                  </a:lnTo>
                  <a:lnTo>
                    <a:pt x="162020" y="16351"/>
                  </a:lnTo>
                  <a:lnTo>
                    <a:pt x="113347" y="39453"/>
                  </a:lnTo>
                  <a:lnTo>
                    <a:pt x="72083" y="64513"/>
                  </a:lnTo>
                  <a:lnTo>
                    <a:pt x="16700" y="119175"/>
                  </a:lnTo>
                  <a:lnTo>
                    <a:pt x="0" y="167187"/>
                  </a:lnTo>
                  <a:lnTo>
                    <a:pt x="5135" y="203719"/>
                  </a:lnTo>
                  <a:lnTo>
                    <a:pt x="53078" y="208837"/>
                  </a:lnTo>
                  <a:lnTo>
                    <a:pt x="102526" y="199383"/>
                  </a:lnTo>
                  <a:lnTo>
                    <a:pt x="150649" y="178609"/>
                  </a:lnTo>
                  <a:lnTo>
                    <a:pt x="194616" y="149766"/>
                  </a:lnTo>
                  <a:lnTo>
                    <a:pt x="231598" y="116105"/>
                  </a:lnTo>
                  <a:lnTo>
                    <a:pt x="258765" y="80880"/>
                  </a:lnTo>
                  <a:lnTo>
                    <a:pt x="273286" y="47341"/>
                  </a:lnTo>
                  <a:lnTo>
                    <a:pt x="272331" y="18741"/>
                  </a:lnTo>
                  <a:lnTo>
                    <a:pt x="24952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12728480" y="5044699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4">
                  <a:moveTo>
                    <a:pt x="5135" y="203719"/>
                  </a:moveTo>
                  <a:lnTo>
                    <a:pt x="0" y="167187"/>
                  </a:lnTo>
                  <a:lnTo>
                    <a:pt x="2570" y="142699"/>
                  </a:lnTo>
                  <a:lnTo>
                    <a:pt x="16700" y="119175"/>
                  </a:lnTo>
                  <a:lnTo>
                    <a:pt x="46244" y="85535"/>
                  </a:lnTo>
                  <a:lnTo>
                    <a:pt x="113347" y="39453"/>
                  </a:lnTo>
                  <a:lnTo>
                    <a:pt x="162020" y="16351"/>
                  </a:lnTo>
                  <a:lnTo>
                    <a:pt x="210086" y="1201"/>
                  </a:lnTo>
                  <a:lnTo>
                    <a:pt x="249528" y="0"/>
                  </a:lnTo>
                  <a:lnTo>
                    <a:pt x="272331" y="18741"/>
                  </a:lnTo>
                  <a:lnTo>
                    <a:pt x="273286" y="47341"/>
                  </a:lnTo>
                  <a:lnTo>
                    <a:pt x="258765" y="80880"/>
                  </a:lnTo>
                  <a:lnTo>
                    <a:pt x="231598" y="116105"/>
                  </a:lnTo>
                  <a:lnTo>
                    <a:pt x="194616" y="149766"/>
                  </a:lnTo>
                  <a:lnTo>
                    <a:pt x="150649" y="178609"/>
                  </a:lnTo>
                  <a:lnTo>
                    <a:pt x="102526" y="199383"/>
                  </a:lnTo>
                  <a:lnTo>
                    <a:pt x="53078" y="208837"/>
                  </a:lnTo>
                  <a:lnTo>
                    <a:pt x="5135" y="20371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2733616" y="5117459"/>
              <a:ext cx="169545" cy="131445"/>
            </a:xfrm>
            <a:custGeom>
              <a:avLst/>
              <a:gdLst/>
              <a:ahLst/>
              <a:cxnLst/>
              <a:rect l="l" t="t" r="r" b="b"/>
              <a:pathLst>
                <a:path w="169545" h="131445">
                  <a:moveTo>
                    <a:pt x="0" y="130959"/>
                  </a:moveTo>
                  <a:lnTo>
                    <a:pt x="169157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2639188" y="4802004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4">
                  <a:moveTo>
                    <a:pt x="249528" y="0"/>
                  </a:moveTo>
                  <a:lnTo>
                    <a:pt x="210086" y="1201"/>
                  </a:lnTo>
                  <a:lnTo>
                    <a:pt x="162020" y="16351"/>
                  </a:lnTo>
                  <a:lnTo>
                    <a:pt x="113347" y="39453"/>
                  </a:lnTo>
                  <a:lnTo>
                    <a:pt x="72083" y="64513"/>
                  </a:lnTo>
                  <a:lnTo>
                    <a:pt x="16700" y="119175"/>
                  </a:lnTo>
                  <a:lnTo>
                    <a:pt x="0" y="167187"/>
                  </a:lnTo>
                  <a:lnTo>
                    <a:pt x="5135" y="203719"/>
                  </a:lnTo>
                  <a:lnTo>
                    <a:pt x="53078" y="208837"/>
                  </a:lnTo>
                  <a:lnTo>
                    <a:pt x="102526" y="199383"/>
                  </a:lnTo>
                  <a:lnTo>
                    <a:pt x="150649" y="178609"/>
                  </a:lnTo>
                  <a:lnTo>
                    <a:pt x="194616" y="149766"/>
                  </a:lnTo>
                  <a:lnTo>
                    <a:pt x="231598" y="116105"/>
                  </a:lnTo>
                  <a:lnTo>
                    <a:pt x="258765" y="80880"/>
                  </a:lnTo>
                  <a:lnTo>
                    <a:pt x="273286" y="47341"/>
                  </a:lnTo>
                  <a:lnTo>
                    <a:pt x="272331" y="18741"/>
                  </a:lnTo>
                  <a:lnTo>
                    <a:pt x="24952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2639188" y="4802004"/>
              <a:ext cx="273685" cy="208915"/>
            </a:xfrm>
            <a:custGeom>
              <a:avLst/>
              <a:gdLst/>
              <a:ahLst/>
              <a:cxnLst/>
              <a:rect l="l" t="t" r="r" b="b"/>
              <a:pathLst>
                <a:path w="273684" h="208914">
                  <a:moveTo>
                    <a:pt x="5135" y="203719"/>
                  </a:moveTo>
                  <a:lnTo>
                    <a:pt x="0" y="167187"/>
                  </a:lnTo>
                  <a:lnTo>
                    <a:pt x="2570" y="142699"/>
                  </a:lnTo>
                  <a:lnTo>
                    <a:pt x="16700" y="119175"/>
                  </a:lnTo>
                  <a:lnTo>
                    <a:pt x="46244" y="85535"/>
                  </a:lnTo>
                  <a:lnTo>
                    <a:pt x="113347" y="39453"/>
                  </a:lnTo>
                  <a:lnTo>
                    <a:pt x="162020" y="16351"/>
                  </a:lnTo>
                  <a:lnTo>
                    <a:pt x="210086" y="1201"/>
                  </a:lnTo>
                  <a:lnTo>
                    <a:pt x="249528" y="0"/>
                  </a:lnTo>
                  <a:lnTo>
                    <a:pt x="272331" y="18741"/>
                  </a:lnTo>
                  <a:lnTo>
                    <a:pt x="273286" y="47341"/>
                  </a:lnTo>
                  <a:lnTo>
                    <a:pt x="258765" y="80880"/>
                  </a:lnTo>
                  <a:lnTo>
                    <a:pt x="231598" y="116105"/>
                  </a:lnTo>
                  <a:lnTo>
                    <a:pt x="194616" y="149766"/>
                  </a:lnTo>
                  <a:lnTo>
                    <a:pt x="150649" y="178609"/>
                  </a:lnTo>
                  <a:lnTo>
                    <a:pt x="102526" y="199383"/>
                  </a:lnTo>
                  <a:lnTo>
                    <a:pt x="53078" y="208837"/>
                  </a:lnTo>
                  <a:lnTo>
                    <a:pt x="5135" y="203719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12644323" y="4874764"/>
              <a:ext cx="169545" cy="131445"/>
            </a:xfrm>
            <a:custGeom>
              <a:avLst/>
              <a:gdLst/>
              <a:ahLst/>
              <a:cxnLst/>
              <a:rect l="l" t="t" r="r" b="b"/>
              <a:pathLst>
                <a:path w="169545" h="131445">
                  <a:moveTo>
                    <a:pt x="0" y="130959"/>
                  </a:moveTo>
                  <a:lnTo>
                    <a:pt x="169157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2472666" y="4727873"/>
              <a:ext cx="190500" cy="287020"/>
            </a:xfrm>
            <a:custGeom>
              <a:avLst/>
              <a:gdLst/>
              <a:ahLst/>
              <a:cxnLst/>
              <a:rect l="l" t="t" r="r" b="b"/>
              <a:pathLst>
                <a:path w="190500" h="287020">
                  <a:moveTo>
                    <a:pt x="23966" y="0"/>
                  </a:moveTo>
                  <a:lnTo>
                    <a:pt x="2939" y="20709"/>
                  </a:lnTo>
                  <a:lnTo>
                    <a:pt x="0" y="60059"/>
                  </a:lnTo>
                  <a:lnTo>
                    <a:pt x="10027" y="109448"/>
                  </a:lnTo>
                  <a:lnTo>
                    <a:pt x="27899" y="160275"/>
                  </a:lnTo>
                  <a:lnTo>
                    <a:pt x="48493" y="203942"/>
                  </a:lnTo>
                  <a:lnTo>
                    <a:pt x="97046" y="264760"/>
                  </a:lnTo>
                  <a:lnTo>
                    <a:pt x="143042" y="286404"/>
                  </a:lnTo>
                  <a:lnTo>
                    <a:pt x="179909" y="285122"/>
                  </a:lnTo>
                  <a:lnTo>
                    <a:pt x="190026" y="237982"/>
                  </a:lnTo>
                  <a:lnTo>
                    <a:pt x="185810" y="187817"/>
                  </a:lnTo>
                  <a:lnTo>
                    <a:pt x="170197" y="137782"/>
                  </a:lnTo>
                  <a:lnTo>
                    <a:pt x="146123" y="91032"/>
                  </a:lnTo>
                  <a:lnTo>
                    <a:pt x="116527" y="50723"/>
                  </a:lnTo>
                  <a:lnTo>
                    <a:pt x="84344" y="20011"/>
                  </a:lnTo>
                  <a:lnTo>
                    <a:pt x="23966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2472666" y="4727873"/>
              <a:ext cx="190500" cy="287020"/>
            </a:xfrm>
            <a:custGeom>
              <a:avLst/>
              <a:gdLst/>
              <a:ahLst/>
              <a:cxnLst/>
              <a:rect l="l" t="t" r="r" b="b"/>
              <a:pathLst>
                <a:path w="190500" h="287020">
                  <a:moveTo>
                    <a:pt x="179909" y="285122"/>
                  </a:moveTo>
                  <a:lnTo>
                    <a:pt x="118959" y="281282"/>
                  </a:lnTo>
                  <a:lnTo>
                    <a:pt x="66687" y="231846"/>
                  </a:lnTo>
                  <a:lnTo>
                    <a:pt x="27899" y="160275"/>
                  </a:lnTo>
                  <a:lnTo>
                    <a:pt x="10027" y="109448"/>
                  </a:lnTo>
                  <a:lnTo>
                    <a:pt x="0" y="60059"/>
                  </a:lnTo>
                  <a:lnTo>
                    <a:pt x="2939" y="20709"/>
                  </a:lnTo>
                  <a:lnTo>
                    <a:pt x="23966" y="0"/>
                  </a:lnTo>
                  <a:lnTo>
                    <a:pt x="52512" y="2051"/>
                  </a:lnTo>
                  <a:lnTo>
                    <a:pt x="116527" y="50723"/>
                  </a:lnTo>
                  <a:lnTo>
                    <a:pt x="146123" y="91032"/>
                  </a:lnTo>
                  <a:lnTo>
                    <a:pt x="170197" y="137782"/>
                  </a:lnTo>
                  <a:lnTo>
                    <a:pt x="185810" y="187817"/>
                  </a:lnTo>
                  <a:lnTo>
                    <a:pt x="190026" y="237982"/>
                  </a:lnTo>
                  <a:lnTo>
                    <a:pt x="179909" y="285122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2540076" y="4831033"/>
              <a:ext cx="113030" cy="182245"/>
            </a:xfrm>
            <a:custGeom>
              <a:avLst/>
              <a:gdLst/>
              <a:ahLst/>
              <a:cxnLst/>
              <a:rect l="l" t="t" r="r" b="b"/>
              <a:pathLst>
                <a:path w="113029" h="182245">
                  <a:moveTo>
                    <a:pt x="112499" y="181963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2372720" y="8496048"/>
              <a:ext cx="473075" cy="955040"/>
            </a:xfrm>
            <a:custGeom>
              <a:avLst/>
              <a:gdLst/>
              <a:ahLst/>
              <a:cxnLst/>
              <a:rect l="l" t="t" r="r" b="b"/>
              <a:pathLst>
                <a:path w="473075" h="955040">
                  <a:moveTo>
                    <a:pt x="472561" y="0"/>
                  </a:moveTo>
                  <a:lnTo>
                    <a:pt x="0" y="0"/>
                  </a:lnTo>
                  <a:lnTo>
                    <a:pt x="47255" y="954766"/>
                  </a:lnTo>
                  <a:lnTo>
                    <a:pt x="425306" y="954766"/>
                  </a:lnTo>
                  <a:lnTo>
                    <a:pt x="472561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2372720" y="8496048"/>
              <a:ext cx="473075" cy="955040"/>
            </a:xfrm>
            <a:custGeom>
              <a:avLst/>
              <a:gdLst/>
              <a:ahLst/>
              <a:cxnLst/>
              <a:rect l="l" t="t" r="r" b="b"/>
              <a:pathLst>
                <a:path w="473075" h="955040">
                  <a:moveTo>
                    <a:pt x="425306" y="954766"/>
                  </a:moveTo>
                  <a:lnTo>
                    <a:pt x="47255" y="954766"/>
                  </a:lnTo>
                  <a:lnTo>
                    <a:pt x="0" y="0"/>
                  </a:lnTo>
                  <a:lnTo>
                    <a:pt x="472561" y="0"/>
                  </a:lnTo>
                  <a:lnTo>
                    <a:pt x="425306" y="954766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6047012" y="5570880"/>
              <a:ext cx="1437640" cy="1000760"/>
            </a:xfrm>
            <a:custGeom>
              <a:avLst/>
              <a:gdLst/>
              <a:ahLst/>
              <a:cxnLst/>
              <a:rect l="l" t="t" r="r" b="b"/>
              <a:pathLst>
                <a:path w="1437640" h="1000759">
                  <a:moveTo>
                    <a:pt x="1437233" y="0"/>
                  </a:moveTo>
                  <a:lnTo>
                    <a:pt x="271510" y="0"/>
                  </a:lnTo>
                  <a:lnTo>
                    <a:pt x="0" y="1000178"/>
                  </a:lnTo>
                  <a:lnTo>
                    <a:pt x="1165713" y="1000178"/>
                  </a:lnTo>
                  <a:lnTo>
                    <a:pt x="1437233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6047012" y="5570880"/>
              <a:ext cx="1437640" cy="1000760"/>
            </a:xfrm>
            <a:custGeom>
              <a:avLst/>
              <a:gdLst/>
              <a:ahLst/>
              <a:cxnLst/>
              <a:rect l="l" t="t" r="r" b="b"/>
              <a:pathLst>
                <a:path w="1437640" h="1000759">
                  <a:moveTo>
                    <a:pt x="271510" y="0"/>
                  </a:moveTo>
                  <a:lnTo>
                    <a:pt x="1437233" y="0"/>
                  </a:lnTo>
                  <a:lnTo>
                    <a:pt x="1165713" y="1000178"/>
                  </a:lnTo>
                  <a:lnTo>
                    <a:pt x="0" y="1000178"/>
                  </a:lnTo>
                  <a:lnTo>
                    <a:pt x="271510" y="0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6100562" y="5608147"/>
              <a:ext cx="1330325" cy="925830"/>
            </a:xfrm>
            <a:custGeom>
              <a:avLst/>
              <a:gdLst/>
              <a:ahLst/>
              <a:cxnLst/>
              <a:rect l="l" t="t" r="r" b="b"/>
              <a:pathLst>
                <a:path w="1330325" h="925829">
                  <a:moveTo>
                    <a:pt x="1330127" y="0"/>
                  </a:moveTo>
                  <a:lnTo>
                    <a:pt x="251280" y="0"/>
                  </a:lnTo>
                  <a:lnTo>
                    <a:pt x="0" y="925636"/>
                  </a:lnTo>
                  <a:lnTo>
                    <a:pt x="1078846" y="925636"/>
                  </a:lnTo>
                  <a:lnTo>
                    <a:pt x="1330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6100562" y="5608147"/>
              <a:ext cx="1330325" cy="925830"/>
            </a:xfrm>
            <a:custGeom>
              <a:avLst/>
              <a:gdLst/>
              <a:ahLst/>
              <a:cxnLst/>
              <a:rect l="l" t="t" r="r" b="b"/>
              <a:pathLst>
                <a:path w="1330325" h="925829">
                  <a:moveTo>
                    <a:pt x="251280" y="0"/>
                  </a:moveTo>
                  <a:lnTo>
                    <a:pt x="1330127" y="0"/>
                  </a:lnTo>
                  <a:lnTo>
                    <a:pt x="1078846" y="925636"/>
                  </a:lnTo>
                  <a:lnTo>
                    <a:pt x="0" y="925636"/>
                  </a:lnTo>
                  <a:lnTo>
                    <a:pt x="251280" y="0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5578509" y="6517916"/>
              <a:ext cx="883285" cy="53340"/>
            </a:xfrm>
            <a:custGeom>
              <a:avLst/>
              <a:gdLst/>
              <a:ahLst/>
              <a:cxnLst/>
              <a:rect l="l" t="t" r="r" b="b"/>
              <a:pathLst>
                <a:path w="883284" h="53340">
                  <a:moveTo>
                    <a:pt x="0" y="53150"/>
                  </a:moveTo>
                  <a:lnTo>
                    <a:pt x="883261" y="53150"/>
                  </a:lnTo>
                  <a:lnTo>
                    <a:pt x="883261" y="0"/>
                  </a:lnTo>
                  <a:lnTo>
                    <a:pt x="0" y="0"/>
                  </a:lnTo>
                  <a:lnTo>
                    <a:pt x="0" y="5315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5578509" y="6517916"/>
              <a:ext cx="1634489" cy="53340"/>
            </a:xfrm>
            <a:custGeom>
              <a:avLst/>
              <a:gdLst/>
              <a:ahLst/>
              <a:cxnLst/>
              <a:rect l="l" t="t" r="r" b="b"/>
              <a:pathLst>
                <a:path w="1634490" h="53340">
                  <a:moveTo>
                    <a:pt x="0" y="0"/>
                  </a:moveTo>
                  <a:lnTo>
                    <a:pt x="1634212" y="0"/>
                  </a:lnTo>
                  <a:lnTo>
                    <a:pt x="1634212" y="53150"/>
                  </a:lnTo>
                  <a:lnTo>
                    <a:pt x="0" y="5315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6461770" y="6517916"/>
              <a:ext cx="751205" cy="53340"/>
            </a:xfrm>
            <a:custGeom>
              <a:avLst/>
              <a:gdLst/>
              <a:ahLst/>
              <a:cxnLst/>
              <a:rect l="l" t="t" r="r" b="b"/>
              <a:pathLst>
                <a:path w="751205" h="53340">
                  <a:moveTo>
                    <a:pt x="750950" y="0"/>
                  </a:moveTo>
                  <a:lnTo>
                    <a:pt x="0" y="0"/>
                  </a:lnTo>
                  <a:lnTo>
                    <a:pt x="0" y="53150"/>
                  </a:lnTo>
                  <a:lnTo>
                    <a:pt x="750950" y="53150"/>
                  </a:lnTo>
                  <a:lnTo>
                    <a:pt x="75095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6461770" y="6517916"/>
              <a:ext cx="751205" cy="53340"/>
            </a:xfrm>
            <a:custGeom>
              <a:avLst/>
              <a:gdLst/>
              <a:ahLst/>
              <a:cxnLst/>
              <a:rect l="l" t="t" r="r" b="b"/>
              <a:pathLst>
                <a:path w="751205" h="53340">
                  <a:moveTo>
                    <a:pt x="0" y="0"/>
                  </a:moveTo>
                  <a:lnTo>
                    <a:pt x="750950" y="0"/>
                  </a:lnTo>
                  <a:lnTo>
                    <a:pt x="750950" y="53150"/>
                  </a:lnTo>
                  <a:lnTo>
                    <a:pt x="0" y="5315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5055824" y="6655818"/>
              <a:ext cx="88265" cy="2788920"/>
            </a:xfrm>
            <a:custGeom>
              <a:avLst/>
              <a:gdLst/>
              <a:ahLst/>
              <a:cxnLst/>
              <a:rect l="l" t="t" r="r" b="b"/>
              <a:pathLst>
                <a:path w="88265" h="2788920">
                  <a:moveTo>
                    <a:pt x="87840" y="0"/>
                  </a:moveTo>
                  <a:lnTo>
                    <a:pt x="0" y="0"/>
                  </a:lnTo>
                  <a:lnTo>
                    <a:pt x="0" y="2788815"/>
                  </a:lnTo>
                  <a:lnTo>
                    <a:pt x="87840" y="2788815"/>
                  </a:lnTo>
                  <a:lnTo>
                    <a:pt x="878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5055824" y="6655818"/>
              <a:ext cx="88265" cy="2788920"/>
            </a:xfrm>
            <a:custGeom>
              <a:avLst/>
              <a:gdLst/>
              <a:ahLst/>
              <a:cxnLst/>
              <a:rect l="l" t="t" r="r" b="b"/>
              <a:pathLst>
                <a:path w="88265" h="2788920">
                  <a:moveTo>
                    <a:pt x="87840" y="2788815"/>
                  </a:moveTo>
                  <a:lnTo>
                    <a:pt x="0" y="2788815"/>
                  </a:lnTo>
                  <a:lnTo>
                    <a:pt x="0" y="0"/>
                  </a:lnTo>
                  <a:lnTo>
                    <a:pt x="87840" y="0"/>
                  </a:lnTo>
                  <a:lnTo>
                    <a:pt x="87840" y="2788815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14980789" y="6655818"/>
              <a:ext cx="75565" cy="2788920"/>
            </a:xfrm>
            <a:custGeom>
              <a:avLst/>
              <a:gdLst/>
              <a:ahLst/>
              <a:cxnLst/>
              <a:rect l="l" t="t" r="r" b="b"/>
              <a:pathLst>
                <a:path w="75565" h="2788920">
                  <a:moveTo>
                    <a:pt x="75034" y="0"/>
                  </a:moveTo>
                  <a:lnTo>
                    <a:pt x="0" y="0"/>
                  </a:lnTo>
                  <a:lnTo>
                    <a:pt x="0" y="2788815"/>
                  </a:lnTo>
                  <a:lnTo>
                    <a:pt x="75034" y="2788815"/>
                  </a:lnTo>
                  <a:lnTo>
                    <a:pt x="75034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4980789" y="6655818"/>
              <a:ext cx="75565" cy="2788920"/>
            </a:xfrm>
            <a:custGeom>
              <a:avLst/>
              <a:gdLst/>
              <a:ahLst/>
              <a:cxnLst/>
              <a:rect l="l" t="t" r="r" b="b"/>
              <a:pathLst>
                <a:path w="75565" h="2788920">
                  <a:moveTo>
                    <a:pt x="0" y="2788815"/>
                  </a:moveTo>
                  <a:lnTo>
                    <a:pt x="75034" y="2788815"/>
                  </a:lnTo>
                  <a:lnTo>
                    <a:pt x="75034" y="0"/>
                  </a:lnTo>
                  <a:lnTo>
                    <a:pt x="0" y="0"/>
                  </a:lnTo>
                  <a:lnTo>
                    <a:pt x="0" y="2788815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7306132" y="8115040"/>
              <a:ext cx="88265" cy="1329690"/>
            </a:xfrm>
            <a:custGeom>
              <a:avLst/>
              <a:gdLst/>
              <a:ahLst/>
              <a:cxnLst/>
              <a:rect l="l" t="t" r="r" b="b"/>
              <a:pathLst>
                <a:path w="88265" h="1329690">
                  <a:moveTo>
                    <a:pt x="87840" y="0"/>
                  </a:moveTo>
                  <a:lnTo>
                    <a:pt x="0" y="0"/>
                  </a:lnTo>
                  <a:lnTo>
                    <a:pt x="0" y="1329593"/>
                  </a:lnTo>
                  <a:lnTo>
                    <a:pt x="87840" y="1329593"/>
                  </a:lnTo>
                  <a:lnTo>
                    <a:pt x="878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7306132" y="8115040"/>
              <a:ext cx="88265" cy="1329690"/>
            </a:xfrm>
            <a:custGeom>
              <a:avLst/>
              <a:gdLst/>
              <a:ahLst/>
              <a:cxnLst/>
              <a:rect l="l" t="t" r="r" b="b"/>
              <a:pathLst>
                <a:path w="88265" h="1329690">
                  <a:moveTo>
                    <a:pt x="87840" y="1329593"/>
                  </a:moveTo>
                  <a:lnTo>
                    <a:pt x="0" y="1329593"/>
                  </a:lnTo>
                  <a:lnTo>
                    <a:pt x="0" y="0"/>
                  </a:lnTo>
                  <a:lnTo>
                    <a:pt x="87840" y="0"/>
                  </a:lnTo>
                  <a:lnTo>
                    <a:pt x="87840" y="1329593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17231093" y="8115052"/>
              <a:ext cx="75565" cy="1329690"/>
            </a:xfrm>
            <a:custGeom>
              <a:avLst/>
              <a:gdLst/>
              <a:ahLst/>
              <a:cxnLst/>
              <a:rect l="l" t="t" r="r" b="b"/>
              <a:pathLst>
                <a:path w="75565" h="1329690">
                  <a:moveTo>
                    <a:pt x="75031" y="0"/>
                  </a:moveTo>
                  <a:lnTo>
                    <a:pt x="0" y="0"/>
                  </a:lnTo>
                  <a:lnTo>
                    <a:pt x="0" y="75882"/>
                  </a:lnTo>
                  <a:lnTo>
                    <a:pt x="0" y="1329588"/>
                  </a:lnTo>
                  <a:lnTo>
                    <a:pt x="75031" y="1329588"/>
                  </a:lnTo>
                  <a:lnTo>
                    <a:pt x="75031" y="75882"/>
                  </a:lnTo>
                  <a:lnTo>
                    <a:pt x="75031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17231098" y="8115040"/>
              <a:ext cx="75565" cy="1329690"/>
            </a:xfrm>
            <a:custGeom>
              <a:avLst/>
              <a:gdLst/>
              <a:ahLst/>
              <a:cxnLst/>
              <a:rect l="l" t="t" r="r" b="b"/>
              <a:pathLst>
                <a:path w="75565" h="1329690">
                  <a:moveTo>
                    <a:pt x="0" y="1329593"/>
                  </a:moveTo>
                  <a:lnTo>
                    <a:pt x="75034" y="1329593"/>
                  </a:lnTo>
                  <a:lnTo>
                    <a:pt x="75034" y="0"/>
                  </a:lnTo>
                  <a:lnTo>
                    <a:pt x="0" y="0"/>
                  </a:lnTo>
                  <a:lnTo>
                    <a:pt x="0" y="1329593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18246731" y="8115040"/>
              <a:ext cx="88265" cy="1329690"/>
            </a:xfrm>
            <a:custGeom>
              <a:avLst/>
              <a:gdLst/>
              <a:ahLst/>
              <a:cxnLst/>
              <a:rect l="l" t="t" r="r" b="b"/>
              <a:pathLst>
                <a:path w="88265" h="1329690">
                  <a:moveTo>
                    <a:pt x="87840" y="0"/>
                  </a:moveTo>
                  <a:lnTo>
                    <a:pt x="0" y="0"/>
                  </a:lnTo>
                  <a:lnTo>
                    <a:pt x="0" y="1329593"/>
                  </a:lnTo>
                  <a:lnTo>
                    <a:pt x="87840" y="1329593"/>
                  </a:lnTo>
                  <a:lnTo>
                    <a:pt x="878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8246731" y="8115040"/>
              <a:ext cx="88265" cy="1329690"/>
            </a:xfrm>
            <a:custGeom>
              <a:avLst/>
              <a:gdLst/>
              <a:ahLst/>
              <a:cxnLst/>
              <a:rect l="l" t="t" r="r" b="b"/>
              <a:pathLst>
                <a:path w="88265" h="1329690">
                  <a:moveTo>
                    <a:pt x="87840" y="1329593"/>
                  </a:moveTo>
                  <a:lnTo>
                    <a:pt x="0" y="1329593"/>
                  </a:lnTo>
                  <a:lnTo>
                    <a:pt x="0" y="0"/>
                  </a:lnTo>
                  <a:lnTo>
                    <a:pt x="87840" y="0"/>
                  </a:lnTo>
                  <a:lnTo>
                    <a:pt x="87840" y="1329593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18171697" y="8190933"/>
              <a:ext cx="75565" cy="1254125"/>
            </a:xfrm>
            <a:custGeom>
              <a:avLst/>
              <a:gdLst/>
              <a:ahLst/>
              <a:cxnLst/>
              <a:rect l="l" t="t" r="r" b="b"/>
              <a:pathLst>
                <a:path w="75565" h="1254125">
                  <a:moveTo>
                    <a:pt x="0" y="1253700"/>
                  </a:moveTo>
                  <a:lnTo>
                    <a:pt x="75034" y="1253700"/>
                  </a:lnTo>
                  <a:lnTo>
                    <a:pt x="75034" y="0"/>
                  </a:lnTo>
                  <a:lnTo>
                    <a:pt x="0" y="0"/>
                  </a:lnTo>
                  <a:lnTo>
                    <a:pt x="0" y="125370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18171697" y="8115040"/>
              <a:ext cx="75565" cy="1329690"/>
            </a:xfrm>
            <a:custGeom>
              <a:avLst/>
              <a:gdLst/>
              <a:ahLst/>
              <a:cxnLst/>
              <a:rect l="l" t="t" r="r" b="b"/>
              <a:pathLst>
                <a:path w="75565" h="1329690">
                  <a:moveTo>
                    <a:pt x="0" y="1329593"/>
                  </a:moveTo>
                  <a:lnTo>
                    <a:pt x="75034" y="1329593"/>
                  </a:lnTo>
                  <a:lnTo>
                    <a:pt x="75034" y="0"/>
                  </a:lnTo>
                  <a:lnTo>
                    <a:pt x="0" y="0"/>
                  </a:lnTo>
                  <a:lnTo>
                    <a:pt x="0" y="1329593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16435478" y="6682938"/>
              <a:ext cx="857250" cy="1508125"/>
            </a:xfrm>
            <a:custGeom>
              <a:avLst/>
              <a:gdLst/>
              <a:ahLst/>
              <a:cxnLst/>
              <a:rect l="l" t="t" r="r" b="b"/>
              <a:pathLst>
                <a:path w="857250" h="1508125">
                  <a:moveTo>
                    <a:pt x="856968" y="0"/>
                  </a:moveTo>
                  <a:lnTo>
                    <a:pt x="0" y="0"/>
                  </a:lnTo>
                  <a:lnTo>
                    <a:pt x="0" y="1507995"/>
                  </a:lnTo>
                  <a:lnTo>
                    <a:pt x="856968" y="1507995"/>
                  </a:lnTo>
                  <a:lnTo>
                    <a:pt x="856968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16435478" y="6682938"/>
              <a:ext cx="857250" cy="1508125"/>
            </a:xfrm>
            <a:custGeom>
              <a:avLst/>
              <a:gdLst/>
              <a:ahLst/>
              <a:cxnLst/>
              <a:rect l="l" t="t" r="r" b="b"/>
              <a:pathLst>
                <a:path w="857250" h="1508125">
                  <a:moveTo>
                    <a:pt x="856968" y="1507995"/>
                  </a:moveTo>
                  <a:lnTo>
                    <a:pt x="0" y="1507995"/>
                  </a:lnTo>
                  <a:lnTo>
                    <a:pt x="0" y="0"/>
                  </a:lnTo>
                  <a:lnTo>
                    <a:pt x="856968" y="0"/>
                  </a:lnTo>
                  <a:lnTo>
                    <a:pt x="856968" y="1507995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17292446" y="6682938"/>
              <a:ext cx="1129665" cy="1508125"/>
            </a:xfrm>
            <a:custGeom>
              <a:avLst/>
              <a:gdLst/>
              <a:ahLst/>
              <a:cxnLst/>
              <a:rect l="l" t="t" r="r" b="b"/>
              <a:pathLst>
                <a:path w="1129665" h="1508125">
                  <a:moveTo>
                    <a:pt x="1129337" y="0"/>
                  </a:moveTo>
                  <a:lnTo>
                    <a:pt x="0" y="0"/>
                  </a:lnTo>
                  <a:lnTo>
                    <a:pt x="0" y="1507995"/>
                  </a:lnTo>
                  <a:lnTo>
                    <a:pt x="1129337" y="1507995"/>
                  </a:lnTo>
                  <a:lnTo>
                    <a:pt x="1129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17292446" y="6682938"/>
              <a:ext cx="1129665" cy="1508125"/>
            </a:xfrm>
            <a:custGeom>
              <a:avLst/>
              <a:gdLst/>
              <a:ahLst/>
              <a:cxnLst/>
              <a:rect l="l" t="t" r="r" b="b"/>
              <a:pathLst>
                <a:path w="1129665" h="1508125">
                  <a:moveTo>
                    <a:pt x="0" y="1507995"/>
                  </a:moveTo>
                  <a:lnTo>
                    <a:pt x="1129337" y="1507995"/>
                  </a:lnTo>
                  <a:lnTo>
                    <a:pt x="1129337" y="0"/>
                  </a:lnTo>
                  <a:lnTo>
                    <a:pt x="0" y="0"/>
                  </a:lnTo>
                  <a:lnTo>
                    <a:pt x="0" y="1507995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6435476" y="6682939"/>
              <a:ext cx="1986914" cy="73660"/>
            </a:xfrm>
            <a:custGeom>
              <a:avLst/>
              <a:gdLst/>
              <a:ahLst/>
              <a:cxnLst/>
              <a:rect l="l" t="t" r="r" b="b"/>
              <a:pathLst>
                <a:path w="1986915" h="73659">
                  <a:moveTo>
                    <a:pt x="1986306" y="0"/>
                  </a:moveTo>
                  <a:lnTo>
                    <a:pt x="856968" y="0"/>
                  </a:lnTo>
                  <a:lnTo>
                    <a:pt x="0" y="0"/>
                  </a:lnTo>
                  <a:lnTo>
                    <a:pt x="0" y="73432"/>
                  </a:lnTo>
                  <a:lnTo>
                    <a:pt x="1986306" y="73432"/>
                  </a:lnTo>
                  <a:lnTo>
                    <a:pt x="1986306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16435476" y="6682939"/>
              <a:ext cx="1986914" cy="73660"/>
            </a:xfrm>
            <a:custGeom>
              <a:avLst/>
              <a:gdLst/>
              <a:ahLst/>
              <a:cxnLst/>
              <a:rect l="l" t="t" r="r" b="b"/>
              <a:pathLst>
                <a:path w="1986915" h="73659">
                  <a:moveTo>
                    <a:pt x="856968" y="0"/>
                  </a:moveTo>
                  <a:lnTo>
                    <a:pt x="0" y="0"/>
                  </a:lnTo>
                  <a:lnTo>
                    <a:pt x="0" y="73432"/>
                  </a:lnTo>
                  <a:lnTo>
                    <a:pt x="856968" y="73432"/>
                  </a:lnTo>
                  <a:lnTo>
                    <a:pt x="1986306" y="73432"/>
                  </a:lnTo>
                  <a:lnTo>
                    <a:pt x="1986306" y="0"/>
                  </a:lnTo>
                  <a:lnTo>
                    <a:pt x="856968" y="0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16508554" y="6769301"/>
              <a:ext cx="730885" cy="352425"/>
            </a:xfrm>
            <a:custGeom>
              <a:avLst/>
              <a:gdLst/>
              <a:ahLst/>
              <a:cxnLst/>
              <a:rect l="l" t="t" r="r" b="b"/>
              <a:pathLst>
                <a:path w="730884" h="352425">
                  <a:moveTo>
                    <a:pt x="730742" y="0"/>
                  </a:moveTo>
                  <a:lnTo>
                    <a:pt x="0" y="0"/>
                  </a:lnTo>
                  <a:lnTo>
                    <a:pt x="0" y="352083"/>
                  </a:lnTo>
                  <a:lnTo>
                    <a:pt x="730742" y="352083"/>
                  </a:lnTo>
                  <a:lnTo>
                    <a:pt x="7307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16508554" y="6769301"/>
              <a:ext cx="730885" cy="352425"/>
            </a:xfrm>
            <a:custGeom>
              <a:avLst/>
              <a:gdLst/>
              <a:ahLst/>
              <a:cxnLst/>
              <a:rect l="l" t="t" r="r" b="b"/>
              <a:pathLst>
                <a:path w="730884" h="352425">
                  <a:moveTo>
                    <a:pt x="730742" y="352083"/>
                  </a:moveTo>
                  <a:lnTo>
                    <a:pt x="0" y="352083"/>
                  </a:lnTo>
                  <a:lnTo>
                    <a:pt x="0" y="0"/>
                  </a:lnTo>
                  <a:lnTo>
                    <a:pt x="730742" y="0"/>
                  </a:lnTo>
                  <a:lnTo>
                    <a:pt x="730742" y="352083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6777593" y="6912135"/>
              <a:ext cx="193040" cy="66675"/>
            </a:xfrm>
            <a:custGeom>
              <a:avLst/>
              <a:gdLst/>
              <a:ahLst/>
              <a:cxnLst/>
              <a:rect l="l" t="t" r="r" b="b"/>
              <a:pathLst>
                <a:path w="193040" h="66675">
                  <a:moveTo>
                    <a:pt x="192653" y="0"/>
                  </a:moveTo>
                  <a:lnTo>
                    <a:pt x="0" y="0"/>
                  </a:lnTo>
                  <a:lnTo>
                    <a:pt x="0" y="66427"/>
                  </a:lnTo>
                  <a:lnTo>
                    <a:pt x="192653" y="66427"/>
                  </a:lnTo>
                  <a:lnTo>
                    <a:pt x="192653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6508554" y="7254250"/>
              <a:ext cx="730885" cy="352425"/>
            </a:xfrm>
            <a:custGeom>
              <a:avLst/>
              <a:gdLst/>
              <a:ahLst/>
              <a:cxnLst/>
              <a:rect l="l" t="t" r="r" b="b"/>
              <a:pathLst>
                <a:path w="730884" h="352425">
                  <a:moveTo>
                    <a:pt x="730742" y="0"/>
                  </a:moveTo>
                  <a:lnTo>
                    <a:pt x="0" y="0"/>
                  </a:lnTo>
                  <a:lnTo>
                    <a:pt x="0" y="352083"/>
                  </a:lnTo>
                  <a:lnTo>
                    <a:pt x="730742" y="352083"/>
                  </a:lnTo>
                  <a:lnTo>
                    <a:pt x="7307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6508554" y="7254250"/>
              <a:ext cx="730885" cy="352425"/>
            </a:xfrm>
            <a:custGeom>
              <a:avLst/>
              <a:gdLst/>
              <a:ahLst/>
              <a:cxnLst/>
              <a:rect l="l" t="t" r="r" b="b"/>
              <a:pathLst>
                <a:path w="730884" h="352425">
                  <a:moveTo>
                    <a:pt x="730742" y="352083"/>
                  </a:moveTo>
                  <a:lnTo>
                    <a:pt x="0" y="352083"/>
                  </a:lnTo>
                  <a:lnTo>
                    <a:pt x="0" y="0"/>
                  </a:lnTo>
                  <a:lnTo>
                    <a:pt x="730742" y="0"/>
                  </a:lnTo>
                  <a:lnTo>
                    <a:pt x="730742" y="352083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6777593" y="7390445"/>
              <a:ext cx="193040" cy="66675"/>
            </a:xfrm>
            <a:custGeom>
              <a:avLst/>
              <a:gdLst/>
              <a:ahLst/>
              <a:cxnLst/>
              <a:rect l="l" t="t" r="r" b="b"/>
              <a:pathLst>
                <a:path w="193040" h="66675">
                  <a:moveTo>
                    <a:pt x="192653" y="0"/>
                  </a:moveTo>
                  <a:lnTo>
                    <a:pt x="0" y="0"/>
                  </a:lnTo>
                  <a:lnTo>
                    <a:pt x="0" y="66427"/>
                  </a:lnTo>
                  <a:lnTo>
                    <a:pt x="192653" y="66427"/>
                  </a:lnTo>
                  <a:lnTo>
                    <a:pt x="192653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6508554" y="7739199"/>
              <a:ext cx="730885" cy="352425"/>
            </a:xfrm>
            <a:custGeom>
              <a:avLst/>
              <a:gdLst/>
              <a:ahLst/>
              <a:cxnLst/>
              <a:rect l="l" t="t" r="r" b="b"/>
              <a:pathLst>
                <a:path w="730884" h="352425">
                  <a:moveTo>
                    <a:pt x="730742" y="0"/>
                  </a:moveTo>
                  <a:lnTo>
                    <a:pt x="0" y="0"/>
                  </a:lnTo>
                  <a:lnTo>
                    <a:pt x="0" y="352083"/>
                  </a:lnTo>
                  <a:lnTo>
                    <a:pt x="730742" y="352083"/>
                  </a:lnTo>
                  <a:lnTo>
                    <a:pt x="7307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16508554" y="7739199"/>
              <a:ext cx="730885" cy="352425"/>
            </a:xfrm>
            <a:custGeom>
              <a:avLst/>
              <a:gdLst/>
              <a:ahLst/>
              <a:cxnLst/>
              <a:rect l="l" t="t" r="r" b="b"/>
              <a:pathLst>
                <a:path w="730884" h="352425">
                  <a:moveTo>
                    <a:pt x="730742" y="352083"/>
                  </a:moveTo>
                  <a:lnTo>
                    <a:pt x="0" y="352083"/>
                  </a:lnTo>
                  <a:lnTo>
                    <a:pt x="0" y="0"/>
                  </a:lnTo>
                  <a:lnTo>
                    <a:pt x="730742" y="0"/>
                  </a:lnTo>
                  <a:lnTo>
                    <a:pt x="730742" y="352083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16777593" y="7868744"/>
              <a:ext cx="193040" cy="66675"/>
            </a:xfrm>
            <a:custGeom>
              <a:avLst/>
              <a:gdLst/>
              <a:ahLst/>
              <a:cxnLst/>
              <a:rect l="l" t="t" r="r" b="b"/>
              <a:pathLst>
                <a:path w="193040" h="66675">
                  <a:moveTo>
                    <a:pt x="192653" y="0"/>
                  </a:moveTo>
                  <a:lnTo>
                    <a:pt x="0" y="0"/>
                  </a:lnTo>
                  <a:lnTo>
                    <a:pt x="0" y="66427"/>
                  </a:lnTo>
                  <a:lnTo>
                    <a:pt x="192653" y="66427"/>
                  </a:lnTo>
                  <a:lnTo>
                    <a:pt x="192653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14859610" y="6616699"/>
              <a:ext cx="2567940" cy="88265"/>
            </a:xfrm>
            <a:custGeom>
              <a:avLst/>
              <a:gdLst/>
              <a:ahLst/>
              <a:cxnLst/>
              <a:rect l="l" t="t" r="r" b="b"/>
              <a:pathLst>
                <a:path w="2567940" h="88265">
                  <a:moveTo>
                    <a:pt x="0" y="87693"/>
                  </a:moveTo>
                  <a:lnTo>
                    <a:pt x="2567900" y="87693"/>
                  </a:lnTo>
                  <a:lnTo>
                    <a:pt x="2567900" y="0"/>
                  </a:lnTo>
                  <a:lnTo>
                    <a:pt x="0" y="0"/>
                  </a:lnTo>
                  <a:lnTo>
                    <a:pt x="0" y="87693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4859610" y="6616699"/>
              <a:ext cx="3679190" cy="88265"/>
            </a:xfrm>
            <a:custGeom>
              <a:avLst/>
              <a:gdLst/>
              <a:ahLst/>
              <a:cxnLst/>
              <a:rect l="l" t="t" r="r" b="b"/>
              <a:pathLst>
                <a:path w="3679190" h="88265">
                  <a:moveTo>
                    <a:pt x="3678652" y="87693"/>
                  </a:moveTo>
                  <a:lnTo>
                    <a:pt x="0" y="87693"/>
                  </a:lnTo>
                  <a:lnTo>
                    <a:pt x="0" y="0"/>
                  </a:lnTo>
                  <a:lnTo>
                    <a:pt x="3678652" y="0"/>
                  </a:lnTo>
                  <a:lnTo>
                    <a:pt x="3678652" y="87693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17427510" y="6616699"/>
              <a:ext cx="1111250" cy="88265"/>
            </a:xfrm>
            <a:custGeom>
              <a:avLst/>
              <a:gdLst/>
              <a:ahLst/>
              <a:cxnLst/>
              <a:rect l="l" t="t" r="r" b="b"/>
              <a:pathLst>
                <a:path w="1111250" h="88265">
                  <a:moveTo>
                    <a:pt x="1110751" y="0"/>
                  </a:moveTo>
                  <a:lnTo>
                    <a:pt x="0" y="0"/>
                  </a:lnTo>
                  <a:lnTo>
                    <a:pt x="0" y="87693"/>
                  </a:lnTo>
                  <a:lnTo>
                    <a:pt x="1110751" y="87693"/>
                  </a:lnTo>
                  <a:lnTo>
                    <a:pt x="1110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17427510" y="6616699"/>
              <a:ext cx="1111250" cy="88265"/>
            </a:xfrm>
            <a:custGeom>
              <a:avLst/>
              <a:gdLst/>
              <a:ahLst/>
              <a:cxnLst/>
              <a:rect l="l" t="t" r="r" b="b"/>
              <a:pathLst>
                <a:path w="1111250" h="88265">
                  <a:moveTo>
                    <a:pt x="1110751" y="87693"/>
                  </a:moveTo>
                  <a:lnTo>
                    <a:pt x="0" y="87693"/>
                  </a:lnTo>
                  <a:lnTo>
                    <a:pt x="0" y="0"/>
                  </a:lnTo>
                  <a:lnTo>
                    <a:pt x="1110751" y="0"/>
                  </a:lnTo>
                  <a:lnTo>
                    <a:pt x="1110751" y="87693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13471972" y="7857705"/>
              <a:ext cx="393065" cy="1634489"/>
            </a:xfrm>
            <a:custGeom>
              <a:avLst/>
              <a:gdLst/>
              <a:ahLst/>
              <a:cxnLst/>
              <a:rect l="l" t="t" r="r" b="b"/>
              <a:pathLst>
                <a:path w="393065" h="1634490">
                  <a:moveTo>
                    <a:pt x="243521" y="0"/>
                  </a:moveTo>
                  <a:lnTo>
                    <a:pt x="0" y="1618568"/>
                  </a:lnTo>
                  <a:lnTo>
                    <a:pt x="1982" y="1628727"/>
                  </a:lnTo>
                  <a:lnTo>
                    <a:pt x="9778" y="1633905"/>
                  </a:lnTo>
                  <a:lnTo>
                    <a:pt x="19096" y="1633025"/>
                  </a:lnTo>
                  <a:lnTo>
                    <a:pt x="25643" y="1625008"/>
                  </a:lnTo>
                  <a:lnTo>
                    <a:pt x="392584" y="26616"/>
                  </a:lnTo>
                  <a:lnTo>
                    <a:pt x="243521" y="0"/>
                  </a:lnTo>
                  <a:close/>
                </a:path>
              </a:pathLst>
            </a:custGeom>
            <a:solidFill>
              <a:srgbClr val="9C9C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13471972" y="7857705"/>
              <a:ext cx="393065" cy="1634489"/>
            </a:xfrm>
            <a:custGeom>
              <a:avLst/>
              <a:gdLst/>
              <a:ahLst/>
              <a:cxnLst/>
              <a:rect l="l" t="t" r="r" b="b"/>
              <a:pathLst>
                <a:path w="393065" h="1634490">
                  <a:moveTo>
                    <a:pt x="243521" y="0"/>
                  </a:moveTo>
                  <a:lnTo>
                    <a:pt x="0" y="1618568"/>
                  </a:lnTo>
                  <a:lnTo>
                    <a:pt x="1982" y="1628727"/>
                  </a:lnTo>
                  <a:lnTo>
                    <a:pt x="9778" y="1633905"/>
                  </a:lnTo>
                  <a:lnTo>
                    <a:pt x="19096" y="1633025"/>
                  </a:lnTo>
                  <a:lnTo>
                    <a:pt x="25643" y="1625008"/>
                  </a:lnTo>
                  <a:lnTo>
                    <a:pt x="392584" y="26616"/>
                  </a:lnTo>
                  <a:lnTo>
                    <a:pt x="243521" y="0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14078973" y="7854995"/>
              <a:ext cx="151130" cy="1630680"/>
            </a:xfrm>
            <a:custGeom>
              <a:avLst/>
              <a:gdLst/>
              <a:ahLst/>
              <a:cxnLst/>
              <a:rect l="l" t="t" r="r" b="b"/>
              <a:pathLst>
                <a:path w="151130" h="1630679">
                  <a:moveTo>
                    <a:pt x="150843" y="0"/>
                  </a:moveTo>
                  <a:lnTo>
                    <a:pt x="0" y="13287"/>
                  </a:lnTo>
                  <a:lnTo>
                    <a:pt x="105986" y="1618212"/>
                  </a:lnTo>
                  <a:lnTo>
                    <a:pt x="110557" y="1627500"/>
                  </a:lnTo>
                  <a:lnTo>
                    <a:pt x="119437" y="1630462"/>
                  </a:lnTo>
                  <a:lnTo>
                    <a:pt x="128201" y="1627178"/>
                  </a:lnTo>
                  <a:lnTo>
                    <a:pt x="132425" y="1617730"/>
                  </a:lnTo>
                  <a:lnTo>
                    <a:pt x="150843" y="0"/>
                  </a:lnTo>
                  <a:close/>
                </a:path>
              </a:pathLst>
            </a:custGeom>
            <a:solidFill>
              <a:srgbClr val="9C9C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4078973" y="7854995"/>
              <a:ext cx="151130" cy="1630680"/>
            </a:xfrm>
            <a:custGeom>
              <a:avLst/>
              <a:gdLst/>
              <a:ahLst/>
              <a:cxnLst/>
              <a:rect l="l" t="t" r="r" b="b"/>
              <a:pathLst>
                <a:path w="151130" h="1630679">
                  <a:moveTo>
                    <a:pt x="0" y="13287"/>
                  </a:moveTo>
                  <a:lnTo>
                    <a:pt x="105986" y="1618212"/>
                  </a:lnTo>
                  <a:lnTo>
                    <a:pt x="110557" y="1627500"/>
                  </a:lnTo>
                  <a:lnTo>
                    <a:pt x="119437" y="1630462"/>
                  </a:lnTo>
                  <a:lnTo>
                    <a:pt x="128201" y="1627178"/>
                  </a:lnTo>
                  <a:lnTo>
                    <a:pt x="132425" y="1617730"/>
                  </a:lnTo>
                  <a:lnTo>
                    <a:pt x="150843" y="0"/>
                  </a:lnTo>
                  <a:lnTo>
                    <a:pt x="0" y="13287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4436207" y="7858190"/>
              <a:ext cx="316865" cy="1621790"/>
            </a:xfrm>
            <a:custGeom>
              <a:avLst/>
              <a:gdLst/>
              <a:ahLst/>
              <a:cxnLst/>
              <a:rect l="l" t="t" r="r" b="b"/>
              <a:pathLst>
                <a:path w="316865" h="1621790">
                  <a:moveTo>
                    <a:pt x="147482" y="0"/>
                  </a:moveTo>
                  <a:lnTo>
                    <a:pt x="0" y="34354"/>
                  </a:lnTo>
                  <a:lnTo>
                    <a:pt x="290713" y="1611280"/>
                  </a:lnTo>
                  <a:lnTo>
                    <a:pt x="296538" y="1619832"/>
                  </a:lnTo>
                  <a:lnTo>
                    <a:pt x="305744" y="1621514"/>
                  </a:lnTo>
                  <a:lnTo>
                    <a:pt x="313960" y="1617030"/>
                  </a:lnTo>
                  <a:lnTo>
                    <a:pt x="316817" y="1607081"/>
                  </a:lnTo>
                  <a:lnTo>
                    <a:pt x="147482" y="0"/>
                  </a:lnTo>
                  <a:close/>
                </a:path>
              </a:pathLst>
            </a:custGeom>
            <a:solidFill>
              <a:srgbClr val="9C9C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14436207" y="7858190"/>
              <a:ext cx="316865" cy="1621790"/>
            </a:xfrm>
            <a:custGeom>
              <a:avLst/>
              <a:gdLst/>
              <a:ahLst/>
              <a:cxnLst/>
              <a:rect l="l" t="t" r="r" b="b"/>
              <a:pathLst>
                <a:path w="316865" h="1621790">
                  <a:moveTo>
                    <a:pt x="0" y="34354"/>
                  </a:moveTo>
                  <a:lnTo>
                    <a:pt x="290713" y="1611280"/>
                  </a:lnTo>
                  <a:lnTo>
                    <a:pt x="296538" y="1619832"/>
                  </a:lnTo>
                  <a:lnTo>
                    <a:pt x="305744" y="1621514"/>
                  </a:lnTo>
                  <a:lnTo>
                    <a:pt x="313960" y="1617030"/>
                  </a:lnTo>
                  <a:lnTo>
                    <a:pt x="316817" y="1607081"/>
                  </a:lnTo>
                  <a:lnTo>
                    <a:pt x="147482" y="0"/>
                  </a:lnTo>
                  <a:lnTo>
                    <a:pt x="0" y="34354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4998119" y="7850830"/>
              <a:ext cx="264160" cy="1626870"/>
            </a:xfrm>
            <a:custGeom>
              <a:avLst/>
              <a:gdLst/>
              <a:ahLst/>
              <a:cxnLst/>
              <a:rect l="l" t="t" r="r" b="b"/>
              <a:pathLst>
                <a:path w="264159" h="1626870">
                  <a:moveTo>
                    <a:pt x="148749" y="0"/>
                  </a:moveTo>
                  <a:lnTo>
                    <a:pt x="0" y="28323"/>
                  </a:lnTo>
                  <a:lnTo>
                    <a:pt x="237835" y="1615992"/>
                  </a:lnTo>
                  <a:lnTo>
                    <a:pt x="243311" y="1624775"/>
                  </a:lnTo>
                  <a:lnTo>
                    <a:pt x="252442" y="1626831"/>
                  </a:lnTo>
                  <a:lnTo>
                    <a:pt x="260835" y="1622685"/>
                  </a:lnTo>
                  <a:lnTo>
                    <a:pt x="264096" y="1612861"/>
                  </a:lnTo>
                  <a:lnTo>
                    <a:pt x="148749" y="0"/>
                  </a:lnTo>
                  <a:close/>
                </a:path>
              </a:pathLst>
            </a:custGeom>
            <a:solidFill>
              <a:srgbClr val="9C9C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4998119" y="7850830"/>
              <a:ext cx="264160" cy="1626870"/>
            </a:xfrm>
            <a:custGeom>
              <a:avLst/>
              <a:gdLst/>
              <a:ahLst/>
              <a:cxnLst/>
              <a:rect l="l" t="t" r="r" b="b"/>
              <a:pathLst>
                <a:path w="264159" h="1626870">
                  <a:moveTo>
                    <a:pt x="0" y="28323"/>
                  </a:moveTo>
                  <a:lnTo>
                    <a:pt x="237835" y="1615992"/>
                  </a:lnTo>
                  <a:lnTo>
                    <a:pt x="243311" y="1624775"/>
                  </a:lnTo>
                  <a:lnTo>
                    <a:pt x="252442" y="1626831"/>
                  </a:lnTo>
                  <a:lnTo>
                    <a:pt x="260835" y="1622685"/>
                  </a:lnTo>
                  <a:lnTo>
                    <a:pt x="264096" y="1612861"/>
                  </a:lnTo>
                  <a:lnTo>
                    <a:pt x="148749" y="0"/>
                  </a:lnTo>
                  <a:lnTo>
                    <a:pt x="0" y="28323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3406184" y="6121131"/>
              <a:ext cx="2074545" cy="1976755"/>
            </a:xfrm>
            <a:custGeom>
              <a:avLst/>
              <a:gdLst/>
              <a:ahLst/>
              <a:cxnLst/>
              <a:rect l="l" t="t" r="r" b="b"/>
              <a:pathLst>
                <a:path w="2074544" h="1976754">
                  <a:moveTo>
                    <a:pt x="385586" y="0"/>
                  </a:moveTo>
                  <a:lnTo>
                    <a:pt x="329104" y="5638"/>
                  </a:lnTo>
                  <a:lnTo>
                    <a:pt x="270386" y="26932"/>
                  </a:lnTo>
                  <a:lnTo>
                    <a:pt x="211892" y="65000"/>
                  </a:lnTo>
                  <a:lnTo>
                    <a:pt x="183497" y="90673"/>
                  </a:lnTo>
                  <a:lnTo>
                    <a:pt x="156081" y="120960"/>
                  </a:lnTo>
                  <a:lnTo>
                    <a:pt x="129951" y="155998"/>
                  </a:lnTo>
                  <a:lnTo>
                    <a:pt x="105415" y="195930"/>
                  </a:lnTo>
                  <a:lnTo>
                    <a:pt x="82779" y="240893"/>
                  </a:lnTo>
                  <a:lnTo>
                    <a:pt x="62353" y="291028"/>
                  </a:lnTo>
                  <a:lnTo>
                    <a:pt x="44442" y="346475"/>
                  </a:lnTo>
                  <a:lnTo>
                    <a:pt x="29355" y="407374"/>
                  </a:lnTo>
                  <a:lnTo>
                    <a:pt x="17399" y="473864"/>
                  </a:lnTo>
                  <a:lnTo>
                    <a:pt x="8881" y="546086"/>
                  </a:lnTo>
                  <a:lnTo>
                    <a:pt x="4110" y="624178"/>
                  </a:lnTo>
                  <a:lnTo>
                    <a:pt x="1956" y="697011"/>
                  </a:lnTo>
                  <a:lnTo>
                    <a:pt x="583" y="768056"/>
                  </a:lnTo>
                  <a:lnTo>
                    <a:pt x="0" y="837238"/>
                  </a:lnTo>
                  <a:lnTo>
                    <a:pt x="213" y="904483"/>
                  </a:lnTo>
                  <a:lnTo>
                    <a:pt x="1231" y="969718"/>
                  </a:lnTo>
                  <a:lnTo>
                    <a:pt x="3063" y="1032868"/>
                  </a:lnTo>
                  <a:lnTo>
                    <a:pt x="5717" y="1093859"/>
                  </a:lnTo>
                  <a:lnTo>
                    <a:pt x="9200" y="1152617"/>
                  </a:lnTo>
                  <a:lnTo>
                    <a:pt x="13520" y="1209068"/>
                  </a:lnTo>
                  <a:lnTo>
                    <a:pt x="18686" y="1263139"/>
                  </a:lnTo>
                  <a:lnTo>
                    <a:pt x="24706" y="1314754"/>
                  </a:lnTo>
                  <a:lnTo>
                    <a:pt x="31588" y="1363840"/>
                  </a:lnTo>
                  <a:lnTo>
                    <a:pt x="39340" y="1410323"/>
                  </a:lnTo>
                  <a:lnTo>
                    <a:pt x="47970" y="1454129"/>
                  </a:lnTo>
                  <a:lnTo>
                    <a:pt x="57486" y="1495183"/>
                  </a:lnTo>
                  <a:lnTo>
                    <a:pt x="67897" y="1533413"/>
                  </a:lnTo>
                  <a:lnTo>
                    <a:pt x="91433" y="1601099"/>
                  </a:lnTo>
                  <a:lnTo>
                    <a:pt x="118643" y="1656594"/>
                  </a:lnTo>
                  <a:lnTo>
                    <a:pt x="149592" y="1699308"/>
                  </a:lnTo>
                  <a:lnTo>
                    <a:pt x="184145" y="1735234"/>
                  </a:lnTo>
                  <a:lnTo>
                    <a:pt x="225405" y="1772054"/>
                  </a:lnTo>
                  <a:lnTo>
                    <a:pt x="275609" y="1808746"/>
                  </a:lnTo>
                  <a:lnTo>
                    <a:pt x="336993" y="1844287"/>
                  </a:lnTo>
                  <a:lnTo>
                    <a:pt x="372576" y="1861308"/>
                  </a:lnTo>
                  <a:lnTo>
                    <a:pt x="411793" y="1877657"/>
                  </a:lnTo>
                  <a:lnTo>
                    <a:pt x="454922" y="1893208"/>
                  </a:lnTo>
                  <a:lnTo>
                    <a:pt x="502244" y="1907832"/>
                  </a:lnTo>
                  <a:lnTo>
                    <a:pt x="554039" y="1921403"/>
                  </a:lnTo>
                  <a:lnTo>
                    <a:pt x="610584" y="1933791"/>
                  </a:lnTo>
                  <a:lnTo>
                    <a:pt x="672161" y="1944870"/>
                  </a:lnTo>
                  <a:lnTo>
                    <a:pt x="739048" y="1954511"/>
                  </a:lnTo>
                  <a:lnTo>
                    <a:pt x="811526" y="1962587"/>
                  </a:lnTo>
                  <a:lnTo>
                    <a:pt x="889872" y="1968971"/>
                  </a:lnTo>
                  <a:lnTo>
                    <a:pt x="974368" y="1973533"/>
                  </a:lnTo>
                  <a:lnTo>
                    <a:pt x="1065292" y="1976147"/>
                  </a:lnTo>
                  <a:lnTo>
                    <a:pt x="1151138" y="1975846"/>
                  </a:lnTo>
                  <a:lnTo>
                    <a:pt x="1231625" y="1972150"/>
                  </a:lnTo>
                  <a:lnTo>
                    <a:pt x="1306913" y="1965381"/>
                  </a:lnTo>
                  <a:lnTo>
                    <a:pt x="1377158" y="1955856"/>
                  </a:lnTo>
                  <a:lnTo>
                    <a:pt x="1442519" y="1943895"/>
                  </a:lnTo>
                  <a:lnTo>
                    <a:pt x="1503153" y="1929817"/>
                  </a:lnTo>
                  <a:lnTo>
                    <a:pt x="1559218" y="1913940"/>
                  </a:lnTo>
                  <a:lnTo>
                    <a:pt x="1610872" y="1896585"/>
                  </a:lnTo>
                  <a:lnTo>
                    <a:pt x="1658273" y="1878070"/>
                  </a:lnTo>
                  <a:lnTo>
                    <a:pt x="1701579" y="1858713"/>
                  </a:lnTo>
                  <a:lnTo>
                    <a:pt x="1740947" y="1838835"/>
                  </a:lnTo>
                  <a:lnTo>
                    <a:pt x="1776535" y="1818754"/>
                  </a:lnTo>
                  <a:lnTo>
                    <a:pt x="1837004" y="1779260"/>
                  </a:lnTo>
                  <a:lnTo>
                    <a:pt x="1884247" y="1742783"/>
                  </a:lnTo>
                  <a:lnTo>
                    <a:pt x="1919528" y="1711875"/>
                  </a:lnTo>
                  <a:lnTo>
                    <a:pt x="1964613" y="1668150"/>
                  </a:lnTo>
                  <a:lnTo>
                    <a:pt x="1997200" y="1632377"/>
                  </a:lnTo>
                  <a:lnTo>
                    <a:pt x="2027639" y="1594691"/>
                  </a:lnTo>
                  <a:lnTo>
                    <a:pt x="2052728" y="1557796"/>
                  </a:lnTo>
                  <a:lnTo>
                    <a:pt x="2074063" y="1497191"/>
                  </a:lnTo>
                  <a:lnTo>
                    <a:pt x="2063909" y="1478886"/>
                  </a:lnTo>
                  <a:lnTo>
                    <a:pt x="2035608" y="1472184"/>
                  </a:lnTo>
                  <a:lnTo>
                    <a:pt x="1966817" y="1472048"/>
                  </a:lnTo>
                  <a:lnTo>
                    <a:pt x="1918946" y="1471726"/>
                  </a:lnTo>
                  <a:lnTo>
                    <a:pt x="1864434" y="1471098"/>
                  </a:lnTo>
                  <a:lnTo>
                    <a:pt x="1805035" y="1470063"/>
                  </a:lnTo>
                  <a:lnTo>
                    <a:pt x="1742505" y="1468519"/>
                  </a:lnTo>
                  <a:lnTo>
                    <a:pt x="1678602" y="1466364"/>
                  </a:lnTo>
                  <a:lnTo>
                    <a:pt x="1615080" y="1463497"/>
                  </a:lnTo>
                  <a:lnTo>
                    <a:pt x="1553696" y="1459815"/>
                  </a:lnTo>
                  <a:lnTo>
                    <a:pt x="1496205" y="1455217"/>
                  </a:lnTo>
                  <a:lnTo>
                    <a:pt x="1444364" y="1449601"/>
                  </a:lnTo>
                  <a:lnTo>
                    <a:pt x="1399929" y="1442865"/>
                  </a:lnTo>
                  <a:lnTo>
                    <a:pt x="1200994" y="1375790"/>
                  </a:lnTo>
                  <a:lnTo>
                    <a:pt x="1103730" y="1311431"/>
                  </a:lnTo>
                  <a:lnTo>
                    <a:pt x="1034420" y="1201643"/>
                  </a:lnTo>
                  <a:lnTo>
                    <a:pt x="954625" y="1006240"/>
                  </a:lnTo>
                  <a:lnTo>
                    <a:pt x="876045" y="803705"/>
                  </a:lnTo>
                  <a:lnTo>
                    <a:pt x="854430" y="748713"/>
                  </a:lnTo>
                  <a:lnTo>
                    <a:pt x="832196" y="692818"/>
                  </a:lnTo>
                  <a:lnTo>
                    <a:pt x="809426" y="636440"/>
                  </a:lnTo>
                  <a:lnTo>
                    <a:pt x="786204" y="579998"/>
                  </a:lnTo>
                  <a:lnTo>
                    <a:pt x="762615" y="523914"/>
                  </a:lnTo>
                  <a:lnTo>
                    <a:pt x="738742" y="468607"/>
                  </a:lnTo>
                  <a:lnTo>
                    <a:pt x="714669" y="414497"/>
                  </a:lnTo>
                  <a:lnTo>
                    <a:pt x="690481" y="362005"/>
                  </a:lnTo>
                  <a:lnTo>
                    <a:pt x="666262" y="311550"/>
                  </a:lnTo>
                  <a:lnTo>
                    <a:pt x="642095" y="263552"/>
                  </a:lnTo>
                  <a:lnTo>
                    <a:pt x="618065" y="218432"/>
                  </a:lnTo>
                  <a:lnTo>
                    <a:pt x="594255" y="176609"/>
                  </a:lnTo>
                  <a:lnTo>
                    <a:pt x="570750" y="138504"/>
                  </a:lnTo>
                  <a:lnTo>
                    <a:pt x="547633" y="104537"/>
                  </a:lnTo>
                  <a:lnTo>
                    <a:pt x="502903" y="50697"/>
                  </a:lnTo>
                  <a:lnTo>
                    <a:pt x="460735" y="18448"/>
                  </a:lnTo>
                  <a:lnTo>
                    <a:pt x="412220" y="2701"/>
                  </a:lnTo>
                  <a:lnTo>
                    <a:pt x="3855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3406184" y="6121131"/>
              <a:ext cx="2074545" cy="1976755"/>
            </a:xfrm>
            <a:custGeom>
              <a:avLst/>
              <a:gdLst/>
              <a:ahLst/>
              <a:cxnLst/>
              <a:rect l="l" t="t" r="r" b="b"/>
              <a:pathLst>
                <a:path w="2074544" h="1976754">
                  <a:moveTo>
                    <a:pt x="1364655" y="1434907"/>
                  </a:moveTo>
                  <a:lnTo>
                    <a:pt x="1200994" y="1375790"/>
                  </a:lnTo>
                  <a:lnTo>
                    <a:pt x="1103730" y="1311431"/>
                  </a:lnTo>
                  <a:lnTo>
                    <a:pt x="1034420" y="1201643"/>
                  </a:lnTo>
                  <a:lnTo>
                    <a:pt x="954625" y="1006240"/>
                  </a:lnTo>
                  <a:lnTo>
                    <a:pt x="936330" y="959061"/>
                  </a:lnTo>
                  <a:lnTo>
                    <a:pt x="917079" y="909299"/>
                  </a:lnTo>
                  <a:lnTo>
                    <a:pt x="896956" y="857374"/>
                  </a:lnTo>
                  <a:lnTo>
                    <a:pt x="876045" y="803705"/>
                  </a:lnTo>
                  <a:lnTo>
                    <a:pt x="854430" y="748713"/>
                  </a:lnTo>
                  <a:lnTo>
                    <a:pt x="832196" y="692818"/>
                  </a:lnTo>
                  <a:lnTo>
                    <a:pt x="809426" y="636440"/>
                  </a:lnTo>
                  <a:lnTo>
                    <a:pt x="786204" y="579998"/>
                  </a:lnTo>
                  <a:lnTo>
                    <a:pt x="762615" y="523914"/>
                  </a:lnTo>
                  <a:lnTo>
                    <a:pt x="738742" y="468607"/>
                  </a:lnTo>
                  <a:lnTo>
                    <a:pt x="714669" y="414497"/>
                  </a:lnTo>
                  <a:lnTo>
                    <a:pt x="690481" y="362005"/>
                  </a:lnTo>
                  <a:lnTo>
                    <a:pt x="666262" y="311550"/>
                  </a:lnTo>
                  <a:lnTo>
                    <a:pt x="642095" y="263552"/>
                  </a:lnTo>
                  <a:lnTo>
                    <a:pt x="618065" y="218432"/>
                  </a:lnTo>
                  <a:lnTo>
                    <a:pt x="594255" y="176609"/>
                  </a:lnTo>
                  <a:lnTo>
                    <a:pt x="570750" y="138504"/>
                  </a:lnTo>
                  <a:lnTo>
                    <a:pt x="547633" y="104537"/>
                  </a:lnTo>
                  <a:lnTo>
                    <a:pt x="502903" y="50697"/>
                  </a:lnTo>
                  <a:lnTo>
                    <a:pt x="460735" y="18448"/>
                  </a:lnTo>
                  <a:lnTo>
                    <a:pt x="412220" y="2701"/>
                  </a:lnTo>
                  <a:lnTo>
                    <a:pt x="385586" y="0"/>
                  </a:lnTo>
                  <a:lnTo>
                    <a:pt x="357779" y="932"/>
                  </a:lnTo>
                  <a:lnTo>
                    <a:pt x="299871" y="14259"/>
                  </a:lnTo>
                  <a:lnTo>
                    <a:pt x="240957" y="43800"/>
                  </a:lnTo>
                  <a:lnTo>
                    <a:pt x="183497" y="90673"/>
                  </a:lnTo>
                  <a:lnTo>
                    <a:pt x="156081" y="120960"/>
                  </a:lnTo>
                  <a:lnTo>
                    <a:pt x="129951" y="155998"/>
                  </a:lnTo>
                  <a:lnTo>
                    <a:pt x="105415" y="195930"/>
                  </a:lnTo>
                  <a:lnTo>
                    <a:pt x="82779" y="240893"/>
                  </a:lnTo>
                  <a:lnTo>
                    <a:pt x="62353" y="291028"/>
                  </a:lnTo>
                  <a:lnTo>
                    <a:pt x="44442" y="346475"/>
                  </a:lnTo>
                  <a:lnTo>
                    <a:pt x="29355" y="407374"/>
                  </a:lnTo>
                  <a:lnTo>
                    <a:pt x="17399" y="473864"/>
                  </a:lnTo>
                  <a:lnTo>
                    <a:pt x="8881" y="546086"/>
                  </a:lnTo>
                  <a:lnTo>
                    <a:pt x="4110" y="624178"/>
                  </a:lnTo>
                  <a:lnTo>
                    <a:pt x="1956" y="697011"/>
                  </a:lnTo>
                  <a:lnTo>
                    <a:pt x="583" y="768056"/>
                  </a:lnTo>
                  <a:lnTo>
                    <a:pt x="0" y="837238"/>
                  </a:lnTo>
                  <a:lnTo>
                    <a:pt x="213" y="904483"/>
                  </a:lnTo>
                  <a:lnTo>
                    <a:pt x="1231" y="969718"/>
                  </a:lnTo>
                  <a:lnTo>
                    <a:pt x="3063" y="1032868"/>
                  </a:lnTo>
                  <a:lnTo>
                    <a:pt x="5717" y="1093859"/>
                  </a:lnTo>
                  <a:lnTo>
                    <a:pt x="9200" y="1152617"/>
                  </a:lnTo>
                  <a:lnTo>
                    <a:pt x="13520" y="1209068"/>
                  </a:lnTo>
                  <a:lnTo>
                    <a:pt x="18686" y="1263139"/>
                  </a:lnTo>
                  <a:lnTo>
                    <a:pt x="24706" y="1314754"/>
                  </a:lnTo>
                  <a:lnTo>
                    <a:pt x="31588" y="1363840"/>
                  </a:lnTo>
                  <a:lnTo>
                    <a:pt x="39340" y="1410323"/>
                  </a:lnTo>
                  <a:lnTo>
                    <a:pt x="47970" y="1454129"/>
                  </a:lnTo>
                  <a:lnTo>
                    <a:pt x="57486" y="1495183"/>
                  </a:lnTo>
                  <a:lnTo>
                    <a:pt x="67897" y="1533413"/>
                  </a:lnTo>
                  <a:lnTo>
                    <a:pt x="91433" y="1601099"/>
                  </a:lnTo>
                  <a:lnTo>
                    <a:pt x="118643" y="1656594"/>
                  </a:lnTo>
                  <a:lnTo>
                    <a:pt x="149592" y="1699308"/>
                  </a:lnTo>
                  <a:lnTo>
                    <a:pt x="184145" y="1735234"/>
                  </a:lnTo>
                  <a:lnTo>
                    <a:pt x="225405" y="1772054"/>
                  </a:lnTo>
                  <a:lnTo>
                    <a:pt x="275609" y="1808746"/>
                  </a:lnTo>
                  <a:lnTo>
                    <a:pt x="336993" y="1844287"/>
                  </a:lnTo>
                  <a:lnTo>
                    <a:pt x="372576" y="1861308"/>
                  </a:lnTo>
                  <a:lnTo>
                    <a:pt x="411793" y="1877657"/>
                  </a:lnTo>
                  <a:lnTo>
                    <a:pt x="454922" y="1893208"/>
                  </a:lnTo>
                  <a:lnTo>
                    <a:pt x="502244" y="1907832"/>
                  </a:lnTo>
                  <a:lnTo>
                    <a:pt x="554039" y="1921403"/>
                  </a:lnTo>
                  <a:lnTo>
                    <a:pt x="610584" y="1933791"/>
                  </a:lnTo>
                  <a:lnTo>
                    <a:pt x="672161" y="1944870"/>
                  </a:lnTo>
                  <a:lnTo>
                    <a:pt x="739048" y="1954511"/>
                  </a:lnTo>
                  <a:lnTo>
                    <a:pt x="811526" y="1962587"/>
                  </a:lnTo>
                  <a:lnTo>
                    <a:pt x="889872" y="1968971"/>
                  </a:lnTo>
                  <a:lnTo>
                    <a:pt x="974368" y="1973533"/>
                  </a:lnTo>
                  <a:lnTo>
                    <a:pt x="1065292" y="1976147"/>
                  </a:lnTo>
                  <a:lnTo>
                    <a:pt x="1151138" y="1975846"/>
                  </a:lnTo>
                  <a:lnTo>
                    <a:pt x="1231625" y="1972150"/>
                  </a:lnTo>
                  <a:lnTo>
                    <a:pt x="1306913" y="1965381"/>
                  </a:lnTo>
                  <a:lnTo>
                    <a:pt x="1377158" y="1955856"/>
                  </a:lnTo>
                  <a:lnTo>
                    <a:pt x="1442519" y="1943895"/>
                  </a:lnTo>
                  <a:lnTo>
                    <a:pt x="1503153" y="1929817"/>
                  </a:lnTo>
                  <a:lnTo>
                    <a:pt x="1559218" y="1913940"/>
                  </a:lnTo>
                  <a:lnTo>
                    <a:pt x="1610872" y="1896585"/>
                  </a:lnTo>
                  <a:lnTo>
                    <a:pt x="1658273" y="1878070"/>
                  </a:lnTo>
                  <a:lnTo>
                    <a:pt x="1701579" y="1858713"/>
                  </a:lnTo>
                  <a:lnTo>
                    <a:pt x="1740947" y="1838835"/>
                  </a:lnTo>
                  <a:lnTo>
                    <a:pt x="1776535" y="1818754"/>
                  </a:lnTo>
                  <a:lnTo>
                    <a:pt x="1837004" y="1779260"/>
                  </a:lnTo>
                  <a:lnTo>
                    <a:pt x="1884247" y="1742783"/>
                  </a:lnTo>
                  <a:lnTo>
                    <a:pt x="1919528" y="1711875"/>
                  </a:lnTo>
                  <a:lnTo>
                    <a:pt x="1964613" y="1668150"/>
                  </a:lnTo>
                  <a:lnTo>
                    <a:pt x="1997200" y="1632377"/>
                  </a:lnTo>
                  <a:lnTo>
                    <a:pt x="2027639" y="1594691"/>
                  </a:lnTo>
                  <a:lnTo>
                    <a:pt x="2052728" y="1557796"/>
                  </a:lnTo>
                  <a:lnTo>
                    <a:pt x="2074063" y="1497191"/>
                  </a:lnTo>
                  <a:lnTo>
                    <a:pt x="2063909" y="1478886"/>
                  </a:lnTo>
                  <a:lnTo>
                    <a:pt x="2035608" y="1472184"/>
                  </a:lnTo>
                  <a:lnTo>
                    <a:pt x="2006290" y="1472167"/>
                  </a:lnTo>
                  <a:lnTo>
                    <a:pt x="1966817" y="1472048"/>
                  </a:lnTo>
                  <a:lnTo>
                    <a:pt x="1918946" y="1471726"/>
                  </a:lnTo>
                  <a:lnTo>
                    <a:pt x="1864434" y="1471098"/>
                  </a:lnTo>
                  <a:lnTo>
                    <a:pt x="1805035" y="1470063"/>
                  </a:lnTo>
                  <a:lnTo>
                    <a:pt x="1742505" y="1468519"/>
                  </a:lnTo>
                  <a:lnTo>
                    <a:pt x="1678602" y="1466364"/>
                  </a:lnTo>
                  <a:lnTo>
                    <a:pt x="1615080" y="1463497"/>
                  </a:lnTo>
                  <a:lnTo>
                    <a:pt x="1553696" y="1459815"/>
                  </a:lnTo>
                  <a:lnTo>
                    <a:pt x="1496205" y="1455217"/>
                  </a:lnTo>
                  <a:lnTo>
                    <a:pt x="1444364" y="1449601"/>
                  </a:lnTo>
                  <a:lnTo>
                    <a:pt x="1399929" y="1442865"/>
                  </a:lnTo>
                  <a:lnTo>
                    <a:pt x="1364655" y="1434907"/>
                  </a:lnTo>
                  <a:close/>
                </a:path>
              </a:pathLst>
            </a:custGeom>
            <a:ln w="10470">
              <a:solidFill>
                <a:srgbClr val="1A2D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8" name="object 22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1511" y="5337809"/>
            <a:ext cx="2666962" cy="4324287"/>
          </a:xfrm>
          <a:prstGeom prst="rect">
            <a:avLst/>
          </a:prstGeom>
        </p:spPr>
      </p:pic>
      <p:grpSp>
        <p:nvGrpSpPr>
          <p:cNvPr id="229" name="object 229" descr=""/>
          <p:cNvGrpSpPr/>
          <p:nvPr/>
        </p:nvGrpSpPr>
        <p:grpSpPr>
          <a:xfrm>
            <a:off x="929447" y="8334751"/>
            <a:ext cx="1144905" cy="1346835"/>
            <a:chOff x="929447" y="8334751"/>
            <a:chExt cx="1144905" cy="1346835"/>
          </a:xfrm>
        </p:grpSpPr>
        <p:sp>
          <p:nvSpPr>
            <p:cNvPr id="230" name="object 230" descr=""/>
            <p:cNvSpPr/>
            <p:nvPr/>
          </p:nvSpPr>
          <p:spPr>
            <a:xfrm>
              <a:off x="1189305" y="9008290"/>
              <a:ext cx="647700" cy="530860"/>
            </a:xfrm>
            <a:custGeom>
              <a:avLst/>
              <a:gdLst/>
              <a:ahLst/>
              <a:cxnLst/>
              <a:rect l="l" t="t" r="r" b="b"/>
              <a:pathLst>
                <a:path w="647700" h="530859">
                  <a:moveTo>
                    <a:pt x="439138" y="0"/>
                  </a:moveTo>
                  <a:lnTo>
                    <a:pt x="388085" y="6173"/>
                  </a:lnTo>
                  <a:lnTo>
                    <a:pt x="340940" y="27363"/>
                  </a:lnTo>
                  <a:lnTo>
                    <a:pt x="300223" y="60453"/>
                  </a:lnTo>
                  <a:lnTo>
                    <a:pt x="268452" y="102331"/>
                  </a:lnTo>
                  <a:lnTo>
                    <a:pt x="247972" y="143545"/>
                  </a:lnTo>
                  <a:lnTo>
                    <a:pt x="229397" y="185940"/>
                  </a:lnTo>
                  <a:lnTo>
                    <a:pt x="207903" y="225867"/>
                  </a:lnTo>
                  <a:lnTo>
                    <a:pt x="178665" y="259677"/>
                  </a:lnTo>
                  <a:lnTo>
                    <a:pt x="137895" y="284937"/>
                  </a:lnTo>
                  <a:lnTo>
                    <a:pt x="93285" y="303906"/>
                  </a:lnTo>
                  <a:lnTo>
                    <a:pt x="70775" y="313762"/>
                  </a:lnTo>
                  <a:lnTo>
                    <a:pt x="49018" y="325390"/>
                  </a:lnTo>
                  <a:lnTo>
                    <a:pt x="29929" y="339991"/>
                  </a:lnTo>
                  <a:lnTo>
                    <a:pt x="15423" y="358763"/>
                  </a:lnTo>
                  <a:lnTo>
                    <a:pt x="0" y="414188"/>
                  </a:lnTo>
                  <a:lnTo>
                    <a:pt x="8942" y="462292"/>
                  </a:lnTo>
                  <a:lnTo>
                    <a:pt x="30363" y="499829"/>
                  </a:lnTo>
                  <a:lnTo>
                    <a:pt x="52375" y="523554"/>
                  </a:lnTo>
                  <a:lnTo>
                    <a:pt x="61893" y="516979"/>
                  </a:lnTo>
                  <a:lnTo>
                    <a:pt x="497231" y="530350"/>
                  </a:lnTo>
                  <a:lnTo>
                    <a:pt x="559107" y="527824"/>
                  </a:lnTo>
                  <a:lnTo>
                    <a:pt x="612997" y="503670"/>
                  </a:lnTo>
                  <a:lnTo>
                    <a:pt x="642395" y="446994"/>
                  </a:lnTo>
                  <a:lnTo>
                    <a:pt x="647142" y="379527"/>
                  </a:lnTo>
                  <a:lnTo>
                    <a:pt x="646486" y="331273"/>
                  </a:lnTo>
                  <a:lnTo>
                    <a:pt x="644354" y="282979"/>
                  </a:lnTo>
                  <a:lnTo>
                    <a:pt x="639371" y="235146"/>
                  </a:lnTo>
                  <a:lnTo>
                    <a:pt x="630163" y="188274"/>
                  </a:lnTo>
                  <a:lnTo>
                    <a:pt x="615353" y="142864"/>
                  </a:lnTo>
                  <a:lnTo>
                    <a:pt x="593110" y="99867"/>
                  </a:lnTo>
                  <a:lnTo>
                    <a:pt x="563259" y="61571"/>
                  </a:lnTo>
                  <a:lnTo>
                    <a:pt x="526907" y="30487"/>
                  </a:lnTo>
                  <a:lnTo>
                    <a:pt x="485164" y="9127"/>
                  </a:lnTo>
                  <a:lnTo>
                    <a:pt x="439138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929447" y="8334751"/>
              <a:ext cx="1144905" cy="1346835"/>
            </a:xfrm>
            <a:custGeom>
              <a:avLst/>
              <a:gdLst/>
              <a:ahLst/>
              <a:cxnLst/>
              <a:rect l="l" t="t" r="r" b="b"/>
              <a:pathLst>
                <a:path w="1144905" h="1346834">
                  <a:moveTo>
                    <a:pt x="1144855" y="0"/>
                  </a:moveTo>
                  <a:lnTo>
                    <a:pt x="0" y="0"/>
                  </a:lnTo>
                  <a:lnTo>
                    <a:pt x="206234" y="1229690"/>
                  </a:lnTo>
                  <a:lnTo>
                    <a:pt x="218297" y="1267436"/>
                  </a:lnTo>
                  <a:lnTo>
                    <a:pt x="239785" y="1299184"/>
                  </a:lnTo>
                  <a:lnTo>
                    <a:pt x="303980" y="1339173"/>
                  </a:lnTo>
                  <a:lnTo>
                    <a:pt x="306660" y="1339885"/>
                  </a:lnTo>
                  <a:lnTo>
                    <a:pt x="307990" y="1340273"/>
                  </a:lnTo>
                  <a:lnTo>
                    <a:pt x="311393" y="1341142"/>
                  </a:lnTo>
                  <a:lnTo>
                    <a:pt x="314681" y="1342294"/>
                  </a:lnTo>
                  <a:lnTo>
                    <a:pt x="318178" y="1342901"/>
                  </a:lnTo>
                  <a:lnTo>
                    <a:pt x="325728" y="1344461"/>
                  </a:lnTo>
                  <a:lnTo>
                    <a:pt x="333529" y="1345257"/>
                  </a:lnTo>
                  <a:lnTo>
                    <a:pt x="341466" y="1345582"/>
                  </a:lnTo>
                  <a:lnTo>
                    <a:pt x="341644" y="1346754"/>
                  </a:lnTo>
                  <a:lnTo>
                    <a:pt x="347235" y="1345875"/>
                  </a:lnTo>
                  <a:lnTo>
                    <a:pt x="857513" y="1345875"/>
                  </a:lnTo>
                  <a:lnTo>
                    <a:pt x="864664" y="1345691"/>
                  </a:lnTo>
                  <a:lnTo>
                    <a:pt x="928031" y="1329158"/>
                  </a:lnTo>
                  <a:lnTo>
                    <a:pt x="963301" y="1302930"/>
                  </a:lnTo>
                  <a:lnTo>
                    <a:pt x="988647" y="1266730"/>
                  </a:lnTo>
                  <a:lnTo>
                    <a:pt x="1001362" y="1222894"/>
                  </a:lnTo>
                  <a:lnTo>
                    <a:pt x="1006392" y="1180026"/>
                  </a:lnTo>
                  <a:lnTo>
                    <a:pt x="209428" y="1180026"/>
                  </a:lnTo>
                  <a:lnTo>
                    <a:pt x="157429" y="869983"/>
                  </a:lnTo>
                  <a:lnTo>
                    <a:pt x="1042773" y="869983"/>
                  </a:lnTo>
                  <a:lnTo>
                    <a:pt x="1052816" y="784394"/>
                  </a:lnTo>
                  <a:lnTo>
                    <a:pt x="143074" y="784394"/>
                  </a:lnTo>
                  <a:lnTo>
                    <a:pt x="83222" y="427515"/>
                  </a:lnTo>
                  <a:lnTo>
                    <a:pt x="1094692" y="427515"/>
                  </a:lnTo>
                  <a:lnTo>
                    <a:pt x="1100783" y="375611"/>
                  </a:lnTo>
                  <a:lnTo>
                    <a:pt x="1105264" y="341926"/>
                  </a:lnTo>
                  <a:lnTo>
                    <a:pt x="68867" y="341926"/>
                  </a:lnTo>
                  <a:lnTo>
                    <a:pt x="13434" y="11423"/>
                  </a:lnTo>
                  <a:lnTo>
                    <a:pt x="1143514" y="11423"/>
                  </a:lnTo>
                  <a:lnTo>
                    <a:pt x="1144855" y="0"/>
                  </a:lnTo>
                  <a:close/>
                </a:path>
                <a:path w="1144905" h="1346834">
                  <a:moveTo>
                    <a:pt x="278494" y="869983"/>
                  </a:moveTo>
                  <a:lnTo>
                    <a:pt x="266997" y="869983"/>
                  </a:lnTo>
                  <a:lnTo>
                    <a:pt x="315582" y="1180026"/>
                  </a:lnTo>
                  <a:lnTo>
                    <a:pt x="327079" y="1180026"/>
                  </a:lnTo>
                  <a:lnTo>
                    <a:pt x="278494" y="869983"/>
                  </a:lnTo>
                  <a:close/>
                </a:path>
                <a:path w="1144905" h="1346834">
                  <a:moveTo>
                    <a:pt x="452216" y="869983"/>
                  </a:moveTo>
                  <a:lnTo>
                    <a:pt x="440824" y="869983"/>
                  </a:lnTo>
                  <a:lnTo>
                    <a:pt x="464917" y="1180026"/>
                  </a:lnTo>
                  <a:lnTo>
                    <a:pt x="476310" y="1180026"/>
                  </a:lnTo>
                  <a:lnTo>
                    <a:pt x="452216" y="869983"/>
                  </a:lnTo>
                  <a:close/>
                </a:path>
                <a:path w="1144905" h="1346834">
                  <a:moveTo>
                    <a:pt x="627980" y="869983"/>
                  </a:moveTo>
                  <a:lnTo>
                    <a:pt x="616609" y="869983"/>
                  </a:lnTo>
                  <a:lnTo>
                    <a:pt x="623750" y="1180026"/>
                  </a:lnTo>
                  <a:lnTo>
                    <a:pt x="635122" y="1180026"/>
                  </a:lnTo>
                  <a:lnTo>
                    <a:pt x="627980" y="869983"/>
                  </a:lnTo>
                  <a:close/>
                </a:path>
                <a:path w="1144905" h="1346834">
                  <a:moveTo>
                    <a:pt x="808551" y="869983"/>
                  </a:moveTo>
                  <a:lnTo>
                    <a:pt x="797169" y="869983"/>
                  </a:lnTo>
                  <a:lnTo>
                    <a:pt x="786876" y="1180026"/>
                  </a:lnTo>
                  <a:lnTo>
                    <a:pt x="798247" y="1180026"/>
                  </a:lnTo>
                  <a:lnTo>
                    <a:pt x="808551" y="869983"/>
                  </a:lnTo>
                  <a:close/>
                </a:path>
                <a:path w="1144905" h="1346834">
                  <a:moveTo>
                    <a:pt x="932966" y="869983"/>
                  </a:moveTo>
                  <a:lnTo>
                    <a:pt x="921574" y="869983"/>
                  </a:lnTo>
                  <a:lnTo>
                    <a:pt x="895082" y="1180026"/>
                  </a:lnTo>
                  <a:lnTo>
                    <a:pt x="906485" y="1180026"/>
                  </a:lnTo>
                  <a:lnTo>
                    <a:pt x="932966" y="869983"/>
                  </a:lnTo>
                  <a:close/>
                </a:path>
                <a:path w="1144905" h="1346834">
                  <a:moveTo>
                    <a:pt x="1042773" y="869983"/>
                  </a:moveTo>
                  <a:lnTo>
                    <a:pt x="1031340" y="869983"/>
                  </a:lnTo>
                  <a:lnTo>
                    <a:pt x="994964" y="1180026"/>
                  </a:lnTo>
                  <a:lnTo>
                    <a:pt x="1006392" y="1180026"/>
                  </a:lnTo>
                  <a:lnTo>
                    <a:pt x="1042773" y="869983"/>
                  </a:lnTo>
                  <a:close/>
                </a:path>
                <a:path w="1144905" h="1346834">
                  <a:moveTo>
                    <a:pt x="208831" y="427515"/>
                  </a:moveTo>
                  <a:lnTo>
                    <a:pt x="197323" y="427515"/>
                  </a:lnTo>
                  <a:lnTo>
                    <a:pt x="228746" y="626668"/>
                  </a:lnTo>
                  <a:lnTo>
                    <a:pt x="253552" y="784394"/>
                  </a:lnTo>
                  <a:lnTo>
                    <a:pt x="265049" y="784394"/>
                  </a:lnTo>
                  <a:lnTo>
                    <a:pt x="224134" y="524424"/>
                  </a:lnTo>
                  <a:lnTo>
                    <a:pt x="208831" y="427515"/>
                  </a:lnTo>
                  <a:close/>
                </a:path>
                <a:path w="1144905" h="1346834">
                  <a:moveTo>
                    <a:pt x="417830" y="427515"/>
                  </a:moveTo>
                  <a:lnTo>
                    <a:pt x="406437" y="427515"/>
                  </a:lnTo>
                  <a:lnTo>
                    <a:pt x="434175" y="784394"/>
                  </a:lnTo>
                  <a:lnTo>
                    <a:pt x="445557" y="784394"/>
                  </a:lnTo>
                  <a:lnTo>
                    <a:pt x="417830" y="427515"/>
                  </a:lnTo>
                  <a:close/>
                </a:path>
                <a:path w="1144905" h="1346834">
                  <a:moveTo>
                    <a:pt x="617782" y="427515"/>
                  </a:moveTo>
                  <a:lnTo>
                    <a:pt x="606421" y="427515"/>
                  </a:lnTo>
                  <a:lnTo>
                    <a:pt x="614640" y="784394"/>
                  </a:lnTo>
                  <a:lnTo>
                    <a:pt x="626012" y="784394"/>
                  </a:lnTo>
                  <a:lnTo>
                    <a:pt x="617782" y="427515"/>
                  </a:lnTo>
                  <a:close/>
                </a:path>
                <a:path w="1144905" h="1346834">
                  <a:moveTo>
                    <a:pt x="823252" y="427515"/>
                  </a:moveTo>
                  <a:lnTo>
                    <a:pt x="811870" y="427515"/>
                  </a:lnTo>
                  <a:lnTo>
                    <a:pt x="800017" y="784394"/>
                  </a:lnTo>
                  <a:lnTo>
                    <a:pt x="811388" y="784394"/>
                  </a:lnTo>
                  <a:lnTo>
                    <a:pt x="823252" y="427515"/>
                  </a:lnTo>
                  <a:close/>
                </a:path>
                <a:path w="1144905" h="1346834">
                  <a:moveTo>
                    <a:pt x="970776" y="427515"/>
                  </a:moveTo>
                  <a:lnTo>
                    <a:pt x="959373" y="427515"/>
                  </a:lnTo>
                  <a:lnTo>
                    <a:pt x="928882" y="784394"/>
                  </a:lnTo>
                  <a:lnTo>
                    <a:pt x="940285" y="784394"/>
                  </a:lnTo>
                  <a:lnTo>
                    <a:pt x="970776" y="427515"/>
                  </a:lnTo>
                  <a:close/>
                </a:path>
                <a:path w="1144905" h="1346834">
                  <a:moveTo>
                    <a:pt x="1094692" y="427515"/>
                  </a:moveTo>
                  <a:lnTo>
                    <a:pt x="1083254" y="427515"/>
                  </a:lnTo>
                  <a:lnTo>
                    <a:pt x="1041381" y="784394"/>
                  </a:lnTo>
                  <a:lnTo>
                    <a:pt x="1052816" y="784394"/>
                  </a:lnTo>
                  <a:lnTo>
                    <a:pt x="1094692" y="427515"/>
                  </a:lnTo>
                  <a:close/>
                </a:path>
                <a:path w="1144905" h="1346834">
                  <a:moveTo>
                    <a:pt x="141178" y="11423"/>
                  </a:moveTo>
                  <a:lnTo>
                    <a:pt x="130352" y="11423"/>
                  </a:lnTo>
                  <a:lnTo>
                    <a:pt x="133270" y="27989"/>
                  </a:lnTo>
                  <a:lnTo>
                    <a:pt x="138029" y="56510"/>
                  </a:lnTo>
                  <a:lnTo>
                    <a:pt x="144469" y="95943"/>
                  </a:lnTo>
                  <a:lnTo>
                    <a:pt x="152425" y="145244"/>
                  </a:lnTo>
                  <a:lnTo>
                    <a:pt x="161736" y="203371"/>
                  </a:lnTo>
                  <a:lnTo>
                    <a:pt x="172240" y="269279"/>
                  </a:lnTo>
                  <a:lnTo>
                    <a:pt x="183774" y="341926"/>
                  </a:lnTo>
                  <a:lnTo>
                    <a:pt x="195292" y="341926"/>
                  </a:lnTo>
                  <a:lnTo>
                    <a:pt x="174978" y="214192"/>
                  </a:lnTo>
                  <a:lnTo>
                    <a:pt x="161325" y="128797"/>
                  </a:lnTo>
                  <a:lnTo>
                    <a:pt x="151749" y="69788"/>
                  </a:lnTo>
                  <a:lnTo>
                    <a:pt x="145338" y="32289"/>
                  </a:lnTo>
                  <a:lnTo>
                    <a:pt x="141178" y="11423"/>
                  </a:lnTo>
                  <a:close/>
                </a:path>
                <a:path w="1144905" h="1346834">
                  <a:moveTo>
                    <a:pt x="385485" y="11423"/>
                  </a:moveTo>
                  <a:lnTo>
                    <a:pt x="374093" y="11423"/>
                  </a:lnTo>
                  <a:lnTo>
                    <a:pt x="399778" y="341926"/>
                  </a:lnTo>
                  <a:lnTo>
                    <a:pt x="411170" y="341926"/>
                  </a:lnTo>
                  <a:lnTo>
                    <a:pt x="385485" y="11423"/>
                  </a:lnTo>
                  <a:close/>
                </a:path>
                <a:path w="1144905" h="1346834">
                  <a:moveTo>
                    <a:pt x="608201" y="11423"/>
                  </a:moveTo>
                  <a:lnTo>
                    <a:pt x="596840" y="11423"/>
                  </a:lnTo>
                  <a:lnTo>
                    <a:pt x="604452" y="341926"/>
                  </a:lnTo>
                  <a:lnTo>
                    <a:pt x="615813" y="341926"/>
                  </a:lnTo>
                  <a:lnTo>
                    <a:pt x="608201" y="11423"/>
                  </a:lnTo>
                  <a:close/>
                </a:path>
                <a:path w="1144905" h="1346834">
                  <a:moveTo>
                    <a:pt x="837063" y="11423"/>
                  </a:moveTo>
                  <a:lnTo>
                    <a:pt x="825692" y="11423"/>
                  </a:lnTo>
                  <a:lnTo>
                    <a:pt x="814708" y="341926"/>
                  </a:lnTo>
                  <a:lnTo>
                    <a:pt x="826090" y="341926"/>
                  </a:lnTo>
                  <a:lnTo>
                    <a:pt x="837063" y="11423"/>
                  </a:lnTo>
                  <a:close/>
                </a:path>
                <a:path w="1144905" h="1346834">
                  <a:moveTo>
                    <a:pt x="1006325" y="11423"/>
                  </a:moveTo>
                  <a:lnTo>
                    <a:pt x="994922" y="11423"/>
                  </a:lnTo>
                  <a:lnTo>
                    <a:pt x="966682" y="341926"/>
                  </a:lnTo>
                  <a:lnTo>
                    <a:pt x="978085" y="341926"/>
                  </a:lnTo>
                  <a:lnTo>
                    <a:pt x="1006325" y="11423"/>
                  </a:lnTo>
                  <a:close/>
                </a:path>
                <a:path w="1144905" h="1346834">
                  <a:moveTo>
                    <a:pt x="1143514" y="11423"/>
                  </a:moveTo>
                  <a:lnTo>
                    <a:pt x="1132080" y="11423"/>
                  </a:lnTo>
                  <a:lnTo>
                    <a:pt x="1093296" y="341926"/>
                  </a:lnTo>
                  <a:lnTo>
                    <a:pt x="1104730" y="341926"/>
                  </a:lnTo>
                  <a:lnTo>
                    <a:pt x="1143514" y="11423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2" name="object 232" descr=""/>
          <p:cNvGrpSpPr/>
          <p:nvPr/>
        </p:nvGrpSpPr>
        <p:grpSpPr>
          <a:xfrm>
            <a:off x="6888460" y="2196448"/>
            <a:ext cx="1680845" cy="1504950"/>
            <a:chOff x="6888460" y="2196448"/>
            <a:chExt cx="1680845" cy="1504950"/>
          </a:xfrm>
        </p:grpSpPr>
        <p:sp>
          <p:nvSpPr>
            <p:cNvPr id="233" name="object 233" descr=""/>
            <p:cNvSpPr/>
            <p:nvPr/>
          </p:nvSpPr>
          <p:spPr>
            <a:xfrm>
              <a:off x="6892931" y="2200917"/>
              <a:ext cx="1672589" cy="1496060"/>
            </a:xfrm>
            <a:custGeom>
              <a:avLst/>
              <a:gdLst/>
              <a:ahLst/>
              <a:cxnLst/>
              <a:rect l="l" t="t" r="r" b="b"/>
              <a:pathLst>
                <a:path w="1672590" h="1496060">
                  <a:moveTo>
                    <a:pt x="1672074" y="0"/>
                  </a:moveTo>
                  <a:lnTo>
                    <a:pt x="0" y="0"/>
                  </a:lnTo>
                  <a:lnTo>
                    <a:pt x="0" y="1495933"/>
                  </a:lnTo>
                  <a:lnTo>
                    <a:pt x="1672074" y="1495933"/>
                  </a:lnTo>
                  <a:lnTo>
                    <a:pt x="1672074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6888454" y="2196458"/>
              <a:ext cx="1680845" cy="1504950"/>
            </a:xfrm>
            <a:custGeom>
              <a:avLst/>
              <a:gdLst/>
              <a:ahLst/>
              <a:cxnLst/>
              <a:rect l="l" t="t" r="r" b="b"/>
              <a:pathLst>
                <a:path w="1680845" h="1504950">
                  <a:moveTo>
                    <a:pt x="325805" y="572833"/>
                  </a:moveTo>
                  <a:lnTo>
                    <a:pt x="255358" y="572833"/>
                  </a:lnTo>
                  <a:lnTo>
                    <a:pt x="255358" y="643280"/>
                  </a:lnTo>
                  <a:lnTo>
                    <a:pt x="325805" y="643280"/>
                  </a:lnTo>
                  <a:lnTo>
                    <a:pt x="325805" y="572833"/>
                  </a:lnTo>
                  <a:close/>
                </a:path>
                <a:path w="1680845" h="1504950">
                  <a:moveTo>
                    <a:pt x="499198" y="572833"/>
                  </a:moveTo>
                  <a:lnTo>
                    <a:pt x="428752" y="572833"/>
                  </a:lnTo>
                  <a:lnTo>
                    <a:pt x="428752" y="643280"/>
                  </a:lnTo>
                  <a:lnTo>
                    <a:pt x="499198" y="643280"/>
                  </a:lnTo>
                  <a:lnTo>
                    <a:pt x="499198" y="572833"/>
                  </a:lnTo>
                  <a:close/>
                </a:path>
                <a:path w="1680845" h="1504950">
                  <a:moveTo>
                    <a:pt x="645604" y="270256"/>
                  </a:moveTo>
                  <a:lnTo>
                    <a:pt x="630148" y="268528"/>
                  </a:lnTo>
                  <a:lnTo>
                    <a:pt x="588035" y="267106"/>
                  </a:lnTo>
                  <a:lnTo>
                    <a:pt x="525551" y="266141"/>
                  </a:lnTo>
                  <a:lnTo>
                    <a:pt x="449046" y="265785"/>
                  </a:lnTo>
                  <a:lnTo>
                    <a:pt x="372529" y="266141"/>
                  </a:lnTo>
                  <a:lnTo>
                    <a:pt x="310045" y="267106"/>
                  </a:lnTo>
                  <a:lnTo>
                    <a:pt x="267931" y="268528"/>
                  </a:lnTo>
                  <a:lnTo>
                    <a:pt x="252476" y="270256"/>
                  </a:lnTo>
                  <a:lnTo>
                    <a:pt x="267931" y="272008"/>
                  </a:lnTo>
                  <a:lnTo>
                    <a:pt x="310045" y="273418"/>
                  </a:lnTo>
                  <a:lnTo>
                    <a:pt x="372529" y="274383"/>
                  </a:lnTo>
                  <a:lnTo>
                    <a:pt x="449046" y="274739"/>
                  </a:lnTo>
                  <a:lnTo>
                    <a:pt x="525551" y="274383"/>
                  </a:lnTo>
                  <a:lnTo>
                    <a:pt x="588035" y="273418"/>
                  </a:lnTo>
                  <a:lnTo>
                    <a:pt x="630148" y="272008"/>
                  </a:lnTo>
                  <a:lnTo>
                    <a:pt x="645604" y="270256"/>
                  </a:lnTo>
                  <a:close/>
                </a:path>
                <a:path w="1680845" h="1504950">
                  <a:moveTo>
                    <a:pt x="675805" y="569645"/>
                  </a:moveTo>
                  <a:lnTo>
                    <a:pt x="605358" y="569645"/>
                  </a:lnTo>
                  <a:lnTo>
                    <a:pt x="605358" y="640092"/>
                  </a:lnTo>
                  <a:lnTo>
                    <a:pt x="675805" y="640092"/>
                  </a:lnTo>
                  <a:lnTo>
                    <a:pt x="675805" y="569645"/>
                  </a:lnTo>
                  <a:close/>
                </a:path>
                <a:path w="1680845" h="1504950">
                  <a:moveTo>
                    <a:pt x="846010" y="572833"/>
                  </a:moveTo>
                  <a:lnTo>
                    <a:pt x="775550" y="572833"/>
                  </a:lnTo>
                  <a:lnTo>
                    <a:pt x="775550" y="643280"/>
                  </a:lnTo>
                  <a:lnTo>
                    <a:pt x="846010" y="643280"/>
                  </a:lnTo>
                  <a:lnTo>
                    <a:pt x="846010" y="572833"/>
                  </a:lnTo>
                  <a:close/>
                </a:path>
                <a:path w="1680845" h="1504950">
                  <a:moveTo>
                    <a:pt x="1019416" y="572833"/>
                  </a:moveTo>
                  <a:lnTo>
                    <a:pt x="948969" y="572833"/>
                  </a:lnTo>
                  <a:lnTo>
                    <a:pt x="948969" y="643280"/>
                  </a:lnTo>
                  <a:lnTo>
                    <a:pt x="1019416" y="643280"/>
                  </a:lnTo>
                  <a:lnTo>
                    <a:pt x="1019416" y="572833"/>
                  </a:lnTo>
                  <a:close/>
                </a:path>
                <a:path w="1680845" h="1504950">
                  <a:moveTo>
                    <a:pt x="1192809" y="572833"/>
                  </a:moveTo>
                  <a:lnTo>
                    <a:pt x="1122362" y="572833"/>
                  </a:lnTo>
                  <a:lnTo>
                    <a:pt x="1122362" y="643280"/>
                  </a:lnTo>
                  <a:lnTo>
                    <a:pt x="1192809" y="643280"/>
                  </a:lnTo>
                  <a:lnTo>
                    <a:pt x="1192809" y="572833"/>
                  </a:lnTo>
                  <a:close/>
                </a:path>
                <a:path w="1680845" h="1504950">
                  <a:moveTo>
                    <a:pt x="1348460" y="382587"/>
                  </a:moveTo>
                  <a:lnTo>
                    <a:pt x="1348435" y="381317"/>
                  </a:lnTo>
                  <a:lnTo>
                    <a:pt x="1302169" y="381317"/>
                  </a:lnTo>
                  <a:lnTo>
                    <a:pt x="1302169" y="380047"/>
                  </a:lnTo>
                  <a:lnTo>
                    <a:pt x="1188415" y="380047"/>
                  </a:lnTo>
                  <a:lnTo>
                    <a:pt x="1188415" y="378777"/>
                  </a:lnTo>
                  <a:lnTo>
                    <a:pt x="441261" y="378777"/>
                  </a:lnTo>
                  <a:lnTo>
                    <a:pt x="441261" y="380047"/>
                  </a:lnTo>
                  <a:lnTo>
                    <a:pt x="326288" y="380047"/>
                  </a:lnTo>
                  <a:lnTo>
                    <a:pt x="326288" y="381317"/>
                  </a:lnTo>
                  <a:lnTo>
                    <a:pt x="279717" y="381317"/>
                  </a:lnTo>
                  <a:lnTo>
                    <a:pt x="279717" y="382587"/>
                  </a:lnTo>
                  <a:lnTo>
                    <a:pt x="279704" y="383857"/>
                  </a:lnTo>
                  <a:lnTo>
                    <a:pt x="325551" y="383857"/>
                  </a:lnTo>
                  <a:lnTo>
                    <a:pt x="325551" y="385127"/>
                  </a:lnTo>
                  <a:lnTo>
                    <a:pt x="438772" y="385127"/>
                  </a:lnTo>
                  <a:lnTo>
                    <a:pt x="438772" y="386397"/>
                  </a:lnTo>
                  <a:lnTo>
                    <a:pt x="1188161" y="386397"/>
                  </a:lnTo>
                  <a:lnTo>
                    <a:pt x="1188161" y="385127"/>
                  </a:lnTo>
                  <a:lnTo>
                    <a:pt x="1302372" y="385127"/>
                  </a:lnTo>
                  <a:lnTo>
                    <a:pt x="1302372" y="383857"/>
                  </a:lnTo>
                  <a:lnTo>
                    <a:pt x="1348460" y="383857"/>
                  </a:lnTo>
                  <a:lnTo>
                    <a:pt x="1348460" y="382587"/>
                  </a:lnTo>
                  <a:close/>
                </a:path>
                <a:path w="1680845" h="1504950">
                  <a:moveTo>
                    <a:pt x="1680349" y="673"/>
                  </a:moveTo>
                  <a:lnTo>
                    <a:pt x="0" y="0"/>
                  </a:lnTo>
                  <a:lnTo>
                    <a:pt x="533" y="1504340"/>
                  </a:lnTo>
                  <a:lnTo>
                    <a:pt x="1674063" y="1500543"/>
                  </a:lnTo>
                  <a:lnTo>
                    <a:pt x="1676539" y="1500403"/>
                  </a:lnTo>
                  <a:lnTo>
                    <a:pt x="1673758" y="1500251"/>
                  </a:lnTo>
                  <a:lnTo>
                    <a:pt x="8394" y="1496466"/>
                  </a:lnTo>
                  <a:lnTo>
                    <a:pt x="8928" y="8928"/>
                  </a:lnTo>
                  <a:lnTo>
                    <a:pt x="1672767" y="8255"/>
                  </a:lnTo>
                  <a:lnTo>
                    <a:pt x="1674710" y="1091222"/>
                  </a:lnTo>
                  <a:lnTo>
                    <a:pt x="1675688" y="1394028"/>
                  </a:lnTo>
                  <a:lnTo>
                    <a:pt x="1676120" y="1472628"/>
                  </a:lnTo>
                  <a:lnTo>
                    <a:pt x="1676539" y="1500403"/>
                  </a:lnTo>
                  <a:lnTo>
                    <a:pt x="1676704" y="1493647"/>
                  </a:lnTo>
                  <a:lnTo>
                    <a:pt x="1677403" y="1392478"/>
                  </a:lnTo>
                  <a:lnTo>
                    <a:pt x="1678393" y="1088821"/>
                  </a:lnTo>
                  <a:lnTo>
                    <a:pt x="1680337" y="4470"/>
                  </a:lnTo>
                  <a:lnTo>
                    <a:pt x="1680349" y="673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7143813" y="2769291"/>
              <a:ext cx="1111250" cy="220345"/>
            </a:xfrm>
            <a:custGeom>
              <a:avLst/>
              <a:gdLst/>
              <a:ahLst/>
              <a:cxnLst/>
              <a:rect l="l" t="t" r="r" b="b"/>
              <a:pathLst>
                <a:path w="1111250" h="220344">
                  <a:moveTo>
                    <a:pt x="70446" y="149771"/>
                  </a:moveTo>
                  <a:lnTo>
                    <a:pt x="0" y="149771"/>
                  </a:lnTo>
                  <a:lnTo>
                    <a:pt x="0" y="220218"/>
                  </a:lnTo>
                  <a:lnTo>
                    <a:pt x="70446" y="220218"/>
                  </a:lnTo>
                  <a:lnTo>
                    <a:pt x="70446" y="149771"/>
                  </a:lnTo>
                  <a:close/>
                </a:path>
                <a:path w="1111250" h="220344">
                  <a:moveTo>
                    <a:pt x="1110856" y="0"/>
                  </a:moveTo>
                  <a:lnTo>
                    <a:pt x="1040409" y="0"/>
                  </a:lnTo>
                  <a:lnTo>
                    <a:pt x="1040409" y="70446"/>
                  </a:lnTo>
                  <a:lnTo>
                    <a:pt x="1110856" y="70446"/>
                  </a:lnTo>
                  <a:lnTo>
                    <a:pt x="111085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7317211" y="2919052"/>
              <a:ext cx="70485" cy="70485"/>
            </a:xfrm>
            <a:custGeom>
              <a:avLst/>
              <a:gdLst/>
              <a:ahLst/>
              <a:cxnLst/>
              <a:rect l="l" t="t" r="r" b="b"/>
              <a:pathLst>
                <a:path w="70484" h="70485">
                  <a:moveTo>
                    <a:pt x="70448" y="0"/>
                  </a:moveTo>
                  <a:lnTo>
                    <a:pt x="0" y="0"/>
                  </a:lnTo>
                  <a:lnTo>
                    <a:pt x="0" y="70448"/>
                  </a:lnTo>
                  <a:lnTo>
                    <a:pt x="70448" y="70448"/>
                  </a:lnTo>
                  <a:lnTo>
                    <a:pt x="7044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7490619" y="2919052"/>
              <a:ext cx="70485" cy="70485"/>
            </a:xfrm>
            <a:custGeom>
              <a:avLst/>
              <a:gdLst/>
              <a:ahLst/>
              <a:cxnLst/>
              <a:rect l="l" t="t" r="r" b="b"/>
              <a:pathLst>
                <a:path w="70484" h="70485">
                  <a:moveTo>
                    <a:pt x="70448" y="0"/>
                  </a:moveTo>
                  <a:lnTo>
                    <a:pt x="0" y="0"/>
                  </a:lnTo>
                  <a:lnTo>
                    <a:pt x="0" y="70448"/>
                  </a:lnTo>
                  <a:lnTo>
                    <a:pt x="70448" y="70448"/>
                  </a:lnTo>
                  <a:lnTo>
                    <a:pt x="70448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7143813" y="2915862"/>
              <a:ext cx="1111250" cy="223520"/>
            </a:xfrm>
            <a:custGeom>
              <a:avLst/>
              <a:gdLst/>
              <a:ahLst/>
              <a:cxnLst/>
              <a:rect l="l" t="t" r="r" b="b"/>
              <a:pathLst>
                <a:path w="1111250" h="223519">
                  <a:moveTo>
                    <a:pt x="70446" y="152958"/>
                  </a:moveTo>
                  <a:lnTo>
                    <a:pt x="0" y="152958"/>
                  </a:lnTo>
                  <a:lnTo>
                    <a:pt x="0" y="223405"/>
                  </a:lnTo>
                  <a:lnTo>
                    <a:pt x="70446" y="223405"/>
                  </a:lnTo>
                  <a:lnTo>
                    <a:pt x="70446" y="152958"/>
                  </a:lnTo>
                  <a:close/>
                </a:path>
                <a:path w="1111250" h="223519">
                  <a:moveTo>
                    <a:pt x="247040" y="149758"/>
                  </a:moveTo>
                  <a:lnTo>
                    <a:pt x="176593" y="149758"/>
                  </a:lnTo>
                  <a:lnTo>
                    <a:pt x="176593" y="220205"/>
                  </a:lnTo>
                  <a:lnTo>
                    <a:pt x="247040" y="220205"/>
                  </a:lnTo>
                  <a:lnTo>
                    <a:pt x="247040" y="149758"/>
                  </a:lnTo>
                  <a:close/>
                </a:path>
                <a:path w="1111250" h="223519">
                  <a:moveTo>
                    <a:pt x="417245" y="152958"/>
                  </a:moveTo>
                  <a:lnTo>
                    <a:pt x="346798" y="152958"/>
                  </a:lnTo>
                  <a:lnTo>
                    <a:pt x="346798" y="223405"/>
                  </a:lnTo>
                  <a:lnTo>
                    <a:pt x="417245" y="223405"/>
                  </a:lnTo>
                  <a:lnTo>
                    <a:pt x="417245" y="152958"/>
                  </a:lnTo>
                  <a:close/>
                </a:path>
                <a:path w="1111250" h="223519">
                  <a:moveTo>
                    <a:pt x="590651" y="3200"/>
                  </a:moveTo>
                  <a:lnTo>
                    <a:pt x="520192" y="3200"/>
                  </a:lnTo>
                  <a:lnTo>
                    <a:pt x="520192" y="73647"/>
                  </a:lnTo>
                  <a:lnTo>
                    <a:pt x="590651" y="73647"/>
                  </a:lnTo>
                  <a:lnTo>
                    <a:pt x="590651" y="3200"/>
                  </a:lnTo>
                  <a:close/>
                </a:path>
                <a:path w="1111250" h="223519">
                  <a:moveTo>
                    <a:pt x="764057" y="3200"/>
                  </a:moveTo>
                  <a:lnTo>
                    <a:pt x="693610" y="3200"/>
                  </a:lnTo>
                  <a:lnTo>
                    <a:pt x="693610" y="73647"/>
                  </a:lnTo>
                  <a:lnTo>
                    <a:pt x="764057" y="73647"/>
                  </a:lnTo>
                  <a:lnTo>
                    <a:pt x="764057" y="3200"/>
                  </a:lnTo>
                  <a:close/>
                </a:path>
                <a:path w="1111250" h="223519">
                  <a:moveTo>
                    <a:pt x="940650" y="0"/>
                  </a:moveTo>
                  <a:lnTo>
                    <a:pt x="870204" y="0"/>
                  </a:lnTo>
                  <a:lnTo>
                    <a:pt x="870204" y="70446"/>
                  </a:lnTo>
                  <a:lnTo>
                    <a:pt x="940650" y="70446"/>
                  </a:lnTo>
                  <a:lnTo>
                    <a:pt x="940650" y="0"/>
                  </a:lnTo>
                  <a:close/>
                </a:path>
                <a:path w="1111250" h="223519">
                  <a:moveTo>
                    <a:pt x="1110856" y="3200"/>
                  </a:moveTo>
                  <a:lnTo>
                    <a:pt x="1040409" y="3200"/>
                  </a:lnTo>
                  <a:lnTo>
                    <a:pt x="1040409" y="73647"/>
                  </a:lnTo>
                  <a:lnTo>
                    <a:pt x="1110856" y="73647"/>
                  </a:lnTo>
                  <a:lnTo>
                    <a:pt x="1110856" y="320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7664017" y="3068817"/>
              <a:ext cx="70485" cy="70485"/>
            </a:xfrm>
            <a:custGeom>
              <a:avLst/>
              <a:gdLst/>
              <a:ahLst/>
              <a:cxnLst/>
              <a:rect l="l" t="t" r="r" b="b"/>
              <a:pathLst>
                <a:path w="70484" h="70485">
                  <a:moveTo>
                    <a:pt x="70448" y="0"/>
                  </a:moveTo>
                  <a:lnTo>
                    <a:pt x="0" y="0"/>
                  </a:lnTo>
                  <a:lnTo>
                    <a:pt x="0" y="70448"/>
                  </a:lnTo>
                  <a:lnTo>
                    <a:pt x="70448" y="70448"/>
                  </a:lnTo>
                  <a:lnTo>
                    <a:pt x="70448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7143813" y="3068821"/>
              <a:ext cx="1111250" cy="220345"/>
            </a:xfrm>
            <a:custGeom>
              <a:avLst/>
              <a:gdLst/>
              <a:ahLst/>
              <a:cxnLst/>
              <a:rect l="l" t="t" r="r" b="b"/>
              <a:pathLst>
                <a:path w="1111250" h="220345">
                  <a:moveTo>
                    <a:pt x="70446" y="149758"/>
                  </a:moveTo>
                  <a:lnTo>
                    <a:pt x="0" y="149758"/>
                  </a:lnTo>
                  <a:lnTo>
                    <a:pt x="0" y="220205"/>
                  </a:lnTo>
                  <a:lnTo>
                    <a:pt x="70446" y="220205"/>
                  </a:lnTo>
                  <a:lnTo>
                    <a:pt x="70446" y="149758"/>
                  </a:lnTo>
                  <a:close/>
                </a:path>
                <a:path w="1111250" h="220345">
                  <a:moveTo>
                    <a:pt x="243840" y="149758"/>
                  </a:moveTo>
                  <a:lnTo>
                    <a:pt x="173393" y="149758"/>
                  </a:lnTo>
                  <a:lnTo>
                    <a:pt x="173393" y="220205"/>
                  </a:lnTo>
                  <a:lnTo>
                    <a:pt x="243840" y="220205"/>
                  </a:lnTo>
                  <a:lnTo>
                    <a:pt x="243840" y="149758"/>
                  </a:lnTo>
                  <a:close/>
                </a:path>
                <a:path w="1111250" h="220345">
                  <a:moveTo>
                    <a:pt x="417245" y="149758"/>
                  </a:moveTo>
                  <a:lnTo>
                    <a:pt x="346798" y="149758"/>
                  </a:lnTo>
                  <a:lnTo>
                    <a:pt x="346798" y="220205"/>
                  </a:lnTo>
                  <a:lnTo>
                    <a:pt x="417245" y="220205"/>
                  </a:lnTo>
                  <a:lnTo>
                    <a:pt x="417245" y="149758"/>
                  </a:lnTo>
                  <a:close/>
                </a:path>
                <a:path w="1111250" h="220345">
                  <a:moveTo>
                    <a:pt x="593852" y="146558"/>
                  </a:moveTo>
                  <a:lnTo>
                    <a:pt x="523405" y="146558"/>
                  </a:lnTo>
                  <a:lnTo>
                    <a:pt x="523405" y="217004"/>
                  </a:lnTo>
                  <a:lnTo>
                    <a:pt x="593852" y="217004"/>
                  </a:lnTo>
                  <a:lnTo>
                    <a:pt x="593852" y="146558"/>
                  </a:lnTo>
                  <a:close/>
                </a:path>
                <a:path w="1111250" h="220345">
                  <a:moveTo>
                    <a:pt x="764057" y="149758"/>
                  </a:moveTo>
                  <a:lnTo>
                    <a:pt x="693610" y="149758"/>
                  </a:lnTo>
                  <a:lnTo>
                    <a:pt x="693610" y="220205"/>
                  </a:lnTo>
                  <a:lnTo>
                    <a:pt x="764057" y="220205"/>
                  </a:lnTo>
                  <a:lnTo>
                    <a:pt x="764057" y="149758"/>
                  </a:lnTo>
                  <a:close/>
                </a:path>
                <a:path w="1111250" h="220345">
                  <a:moveTo>
                    <a:pt x="764057" y="0"/>
                  </a:moveTo>
                  <a:lnTo>
                    <a:pt x="693610" y="0"/>
                  </a:lnTo>
                  <a:lnTo>
                    <a:pt x="693610" y="70446"/>
                  </a:lnTo>
                  <a:lnTo>
                    <a:pt x="764057" y="70446"/>
                  </a:lnTo>
                  <a:lnTo>
                    <a:pt x="764057" y="0"/>
                  </a:lnTo>
                  <a:close/>
                </a:path>
                <a:path w="1111250" h="220345">
                  <a:moveTo>
                    <a:pt x="937450" y="0"/>
                  </a:moveTo>
                  <a:lnTo>
                    <a:pt x="867003" y="0"/>
                  </a:lnTo>
                  <a:lnTo>
                    <a:pt x="867003" y="70446"/>
                  </a:lnTo>
                  <a:lnTo>
                    <a:pt x="937450" y="70446"/>
                  </a:lnTo>
                  <a:lnTo>
                    <a:pt x="937450" y="0"/>
                  </a:lnTo>
                  <a:close/>
                </a:path>
                <a:path w="1111250" h="220345">
                  <a:moveTo>
                    <a:pt x="1110856" y="0"/>
                  </a:moveTo>
                  <a:lnTo>
                    <a:pt x="1040409" y="0"/>
                  </a:lnTo>
                  <a:lnTo>
                    <a:pt x="1040409" y="70446"/>
                  </a:lnTo>
                  <a:lnTo>
                    <a:pt x="1110856" y="70446"/>
                  </a:lnTo>
                  <a:lnTo>
                    <a:pt x="1110856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8010823" y="3218572"/>
              <a:ext cx="70485" cy="70485"/>
            </a:xfrm>
            <a:custGeom>
              <a:avLst/>
              <a:gdLst/>
              <a:ahLst/>
              <a:cxnLst/>
              <a:rect l="l" t="t" r="r" b="b"/>
              <a:pathLst>
                <a:path w="70484" h="70485">
                  <a:moveTo>
                    <a:pt x="70448" y="0"/>
                  </a:moveTo>
                  <a:lnTo>
                    <a:pt x="0" y="0"/>
                  </a:lnTo>
                  <a:lnTo>
                    <a:pt x="0" y="70448"/>
                  </a:lnTo>
                  <a:lnTo>
                    <a:pt x="70448" y="70448"/>
                  </a:lnTo>
                  <a:lnTo>
                    <a:pt x="70448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7143813" y="3218579"/>
              <a:ext cx="1111250" cy="220345"/>
            </a:xfrm>
            <a:custGeom>
              <a:avLst/>
              <a:gdLst/>
              <a:ahLst/>
              <a:cxnLst/>
              <a:rect l="l" t="t" r="r" b="b"/>
              <a:pathLst>
                <a:path w="1111250" h="220345">
                  <a:moveTo>
                    <a:pt x="70446" y="149758"/>
                  </a:moveTo>
                  <a:lnTo>
                    <a:pt x="0" y="149758"/>
                  </a:lnTo>
                  <a:lnTo>
                    <a:pt x="0" y="220205"/>
                  </a:lnTo>
                  <a:lnTo>
                    <a:pt x="70446" y="220205"/>
                  </a:lnTo>
                  <a:lnTo>
                    <a:pt x="70446" y="149758"/>
                  </a:lnTo>
                  <a:close/>
                </a:path>
                <a:path w="1111250" h="220345">
                  <a:moveTo>
                    <a:pt x="1110856" y="0"/>
                  </a:moveTo>
                  <a:lnTo>
                    <a:pt x="1040409" y="0"/>
                  </a:lnTo>
                  <a:lnTo>
                    <a:pt x="1040409" y="70446"/>
                  </a:lnTo>
                  <a:lnTo>
                    <a:pt x="1110856" y="70446"/>
                  </a:lnTo>
                  <a:lnTo>
                    <a:pt x="1110856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7317211" y="3368337"/>
              <a:ext cx="70485" cy="70485"/>
            </a:xfrm>
            <a:custGeom>
              <a:avLst/>
              <a:gdLst/>
              <a:ahLst/>
              <a:cxnLst/>
              <a:rect l="l" t="t" r="r" b="b"/>
              <a:pathLst>
                <a:path w="70484" h="70485">
                  <a:moveTo>
                    <a:pt x="70448" y="0"/>
                  </a:moveTo>
                  <a:lnTo>
                    <a:pt x="0" y="0"/>
                  </a:lnTo>
                  <a:lnTo>
                    <a:pt x="0" y="70448"/>
                  </a:lnTo>
                  <a:lnTo>
                    <a:pt x="70448" y="70448"/>
                  </a:lnTo>
                  <a:lnTo>
                    <a:pt x="70448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7490612" y="3365137"/>
              <a:ext cx="764540" cy="73660"/>
            </a:xfrm>
            <a:custGeom>
              <a:avLst/>
              <a:gdLst/>
              <a:ahLst/>
              <a:cxnLst/>
              <a:rect l="l" t="t" r="r" b="b"/>
              <a:pathLst>
                <a:path w="764540" h="73660">
                  <a:moveTo>
                    <a:pt x="70446" y="3200"/>
                  </a:moveTo>
                  <a:lnTo>
                    <a:pt x="0" y="3200"/>
                  </a:lnTo>
                  <a:lnTo>
                    <a:pt x="0" y="73647"/>
                  </a:lnTo>
                  <a:lnTo>
                    <a:pt x="70446" y="73647"/>
                  </a:lnTo>
                  <a:lnTo>
                    <a:pt x="70446" y="3200"/>
                  </a:lnTo>
                  <a:close/>
                </a:path>
                <a:path w="764540" h="73660">
                  <a:moveTo>
                    <a:pt x="243852" y="3200"/>
                  </a:moveTo>
                  <a:lnTo>
                    <a:pt x="173393" y="3200"/>
                  </a:lnTo>
                  <a:lnTo>
                    <a:pt x="173393" y="73647"/>
                  </a:lnTo>
                  <a:lnTo>
                    <a:pt x="243852" y="73647"/>
                  </a:lnTo>
                  <a:lnTo>
                    <a:pt x="243852" y="3200"/>
                  </a:lnTo>
                  <a:close/>
                </a:path>
                <a:path w="764540" h="73660">
                  <a:moveTo>
                    <a:pt x="417258" y="3200"/>
                  </a:moveTo>
                  <a:lnTo>
                    <a:pt x="346811" y="3200"/>
                  </a:lnTo>
                  <a:lnTo>
                    <a:pt x="346811" y="73647"/>
                  </a:lnTo>
                  <a:lnTo>
                    <a:pt x="417258" y="73647"/>
                  </a:lnTo>
                  <a:lnTo>
                    <a:pt x="417258" y="3200"/>
                  </a:lnTo>
                  <a:close/>
                </a:path>
                <a:path w="764540" h="73660">
                  <a:moveTo>
                    <a:pt x="593852" y="0"/>
                  </a:moveTo>
                  <a:lnTo>
                    <a:pt x="523405" y="0"/>
                  </a:lnTo>
                  <a:lnTo>
                    <a:pt x="523405" y="70446"/>
                  </a:lnTo>
                  <a:lnTo>
                    <a:pt x="593852" y="70446"/>
                  </a:lnTo>
                  <a:lnTo>
                    <a:pt x="593852" y="0"/>
                  </a:lnTo>
                  <a:close/>
                </a:path>
                <a:path w="764540" h="73660">
                  <a:moveTo>
                    <a:pt x="764057" y="3200"/>
                  </a:moveTo>
                  <a:lnTo>
                    <a:pt x="693610" y="3200"/>
                  </a:lnTo>
                  <a:lnTo>
                    <a:pt x="693610" y="73647"/>
                  </a:lnTo>
                  <a:lnTo>
                    <a:pt x="764057" y="73647"/>
                  </a:lnTo>
                  <a:lnTo>
                    <a:pt x="764057" y="320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5" name="object 245" descr=""/>
          <p:cNvGrpSpPr/>
          <p:nvPr/>
        </p:nvGrpSpPr>
        <p:grpSpPr>
          <a:xfrm>
            <a:off x="1089600" y="2156936"/>
            <a:ext cx="1186815" cy="1591310"/>
            <a:chOff x="1089600" y="2156936"/>
            <a:chExt cx="1186815" cy="1591310"/>
          </a:xfrm>
        </p:grpSpPr>
        <p:sp>
          <p:nvSpPr>
            <p:cNvPr id="246" name="object 246" descr=""/>
            <p:cNvSpPr/>
            <p:nvPr/>
          </p:nvSpPr>
          <p:spPr>
            <a:xfrm>
              <a:off x="1089596" y="2156935"/>
              <a:ext cx="1186815" cy="1591310"/>
            </a:xfrm>
            <a:custGeom>
              <a:avLst/>
              <a:gdLst/>
              <a:ahLst/>
              <a:cxnLst/>
              <a:rect l="l" t="t" r="r" b="b"/>
              <a:pathLst>
                <a:path w="1186814" h="1591310">
                  <a:moveTo>
                    <a:pt x="963358" y="1409166"/>
                  </a:moveTo>
                  <a:lnTo>
                    <a:pt x="962571" y="181825"/>
                  </a:lnTo>
                  <a:lnTo>
                    <a:pt x="962571" y="178714"/>
                  </a:lnTo>
                  <a:lnTo>
                    <a:pt x="962571" y="175615"/>
                  </a:lnTo>
                  <a:lnTo>
                    <a:pt x="147281" y="178498"/>
                  </a:lnTo>
                  <a:lnTo>
                    <a:pt x="142532" y="178714"/>
                  </a:lnTo>
                  <a:lnTo>
                    <a:pt x="147726" y="178943"/>
                  </a:lnTo>
                  <a:lnTo>
                    <a:pt x="956360" y="181813"/>
                  </a:lnTo>
                  <a:lnTo>
                    <a:pt x="955586" y="1409166"/>
                  </a:lnTo>
                  <a:lnTo>
                    <a:pt x="146088" y="1409484"/>
                  </a:lnTo>
                  <a:lnTo>
                    <a:pt x="144335" y="522160"/>
                  </a:lnTo>
                  <a:lnTo>
                    <a:pt x="143370" y="268617"/>
                  </a:lnTo>
                  <a:lnTo>
                    <a:pt x="142938" y="201536"/>
                  </a:lnTo>
                  <a:lnTo>
                    <a:pt x="142786" y="188976"/>
                  </a:lnTo>
                  <a:lnTo>
                    <a:pt x="142659" y="180848"/>
                  </a:lnTo>
                  <a:lnTo>
                    <a:pt x="142532" y="178714"/>
                  </a:lnTo>
                  <a:lnTo>
                    <a:pt x="142379" y="180848"/>
                  </a:lnTo>
                  <a:lnTo>
                    <a:pt x="141668" y="270141"/>
                  </a:lnTo>
                  <a:lnTo>
                    <a:pt x="140716" y="524510"/>
                  </a:lnTo>
                  <a:lnTo>
                    <a:pt x="138950" y="1416634"/>
                  </a:lnTo>
                  <a:lnTo>
                    <a:pt x="963358" y="1416951"/>
                  </a:lnTo>
                  <a:lnTo>
                    <a:pt x="963358" y="1413065"/>
                  </a:lnTo>
                  <a:lnTo>
                    <a:pt x="963358" y="1409166"/>
                  </a:lnTo>
                  <a:close/>
                </a:path>
                <a:path w="1186814" h="1591310">
                  <a:moveTo>
                    <a:pt x="1186802" y="584"/>
                  </a:moveTo>
                  <a:lnTo>
                    <a:pt x="1101991" y="584"/>
                  </a:lnTo>
                  <a:lnTo>
                    <a:pt x="1101991" y="0"/>
                  </a:lnTo>
                  <a:lnTo>
                    <a:pt x="1094524" y="0"/>
                  </a:lnTo>
                  <a:lnTo>
                    <a:pt x="1094524" y="15240"/>
                  </a:lnTo>
                  <a:lnTo>
                    <a:pt x="1094524" y="15532"/>
                  </a:lnTo>
                  <a:lnTo>
                    <a:pt x="1087056" y="15532"/>
                  </a:lnTo>
                  <a:lnTo>
                    <a:pt x="1087056" y="1576070"/>
                  </a:lnTo>
                  <a:lnTo>
                    <a:pt x="14947" y="1576070"/>
                  </a:lnTo>
                  <a:lnTo>
                    <a:pt x="14947" y="15240"/>
                  </a:lnTo>
                  <a:lnTo>
                    <a:pt x="1094524" y="15240"/>
                  </a:lnTo>
                  <a:lnTo>
                    <a:pt x="1094524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1576070"/>
                  </a:lnTo>
                  <a:lnTo>
                    <a:pt x="0" y="1591310"/>
                  </a:lnTo>
                  <a:lnTo>
                    <a:pt x="1101991" y="1591310"/>
                  </a:lnTo>
                  <a:lnTo>
                    <a:pt x="1101991" y="1591183"/>
                  </a:lnTo>
                  <a:lnTo>
                    <a:pt x="1186802" y="1591183"/>
                  </a:lnTo>
                  <a:lnTo>
                    <a:pt x="1186802" y="584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7" name="object 24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4020" y="3569986"/>
              <a:ext cx="138110" cy="170654"/>
            </a:xfrm>
            <a:prstGeom prst="rect">
              <a:avLst/>
            </a:prstGeom>
          </p:spPr>
        </p:pic>
        <p:pic>
          <p:nvPicPr>
            <p:cNvPr id="248" name="object 24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7071" y="2164996"/>
              <a:ext cx="135053" cy="170654"/>
            </a:xfrm>
            <a:prstGeom prst="rect">
              <a:avLst/>
            </a:prstGeom>
          </p:spPr>
        </p:pic>
        <p:pic>
          <p:nvPicPr>
            <p:cNvPr id="249" name="object 24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41898" y="2166240"/>
              <a:ext cx="142383" cy="175680"/>
            </a:xfrm>
            <a:prstGeom prst="rect">
              <a:avLst/>
            </a:prstGeom>
          </p:spPr>
        </p:pic>
        <p:pic>
          <p:nvPicPr>
            <p:cNvPr id="250" name="object 25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0541" y="3571735"/>
              <a:ext cx="133587" cy="168905"/>
            </a:xfrm>
            <a:prstGeom prst="rect">
              <a:avLst/>
            </a:prstGeom>
          </p:spPr>
        </p:pic>
        <p:sp>
          <p:nvSpPr>
            <p:cNvPr id="251" name="object 251" descr=""/>
            <p:cNvSpPr/>
            <p:nvPr/>
          </p:nvSpPr>
          <p:spPr>
            <a:xfrm>
              <a:off x="1442368" y="2671309"/>
              <a:ext cx="432434" cy="415925"/>
            </a:xfrm>
            <a:custGeom>
              <a:avLst/>
              <a:gdLst/>
              <a:ahLst/>
              <a:cxnLst/>
              <a:rect l="l" t="t" r="r" b="b"/>
              <a:pathLst>
                <a:path w="432435" h="415925">
                  <a:moveTo>
                    <a:pt x="222087" y="0"/>
                  </a:moveTo>
                  <a:lnTo>
                    <a:pt x="216380" y="0"/>
                  </a:lnTo>
                  <a:lnTo>
                    <a:pt x="70825" y="324733"/>
                  </a:lnTo>
                  <a:lnTo>
                    <a:pt x="60885" y="346015"/>
                  </a:lnTo>
                  <a:lnTo>
                    <a:pt x="36009" y="386113"/>
                  </a:lnTo>
                  <a:lnTo>
                    <a:pt x="0" y="404270"/>
                  </a:lnTo>
                  <a:lnTo>
                    <a:pt x="0" y="415369"/>
                  </a:lnTo>
                  <a:lnTo>
                    <a:pt x="135357" y="415369"/>
                  </a:lnTo>
                  <a:lnTo>
                    <a:pt x="135357" y="404270"/>
                  </a:lnTo>
                  <a:lnTo>
                    <a:pt x="120930" y="402915"/>
                  </a:lnTo>
                  <a:lnTo>
                    <a:pt x="109470" y="401265"/>
                  </a:lnTo>
                  <a:lnTo>
                    <a:pt x="81728" y="372753"/>
                  </a:lnTo>
                  <a:lnTo>
                    <a:pt x="81699" y="370952"/>
                  </a:lnTo>
                  <a:lnTo>
                    <a:pt x="82157" y="364967"/>
                  </a:lnTo>
                  <a:lnTo>
                    <a:pt x="83734" y="357220"/>
                  </a:lnTo>
                  <a:lnTo>
                    <a:pt x="86362" y="348612"/>
                  </a:lnTo>
                  <a:lnTo>
                    <a:pt x="90039" y="339141"/>
                  </a:lnTo>
                  <a:lnTo>
                    <a:pt x="107148" y="299519"/>
                  </a:lnTo>
                  <a:lnTo>
                    <a:pt x="353809" y="299519"/>
                  </a:lnTo>
                  <a:lnTo>
                    <a:pt x="344042" y="277310"/>
                  </a:lnTo>
                  <a:lnTo>
                    <a:pt x="117640" y="277310"/>
                  </a:lnTo>
                  <a:lnTo>
                    <a:pt x="180078" y="137147"/>
                  </a:lnTo>
                  <a:lnTo>
                    <a:pt x="282401" y="137147"/>
                  </a:lnTo>
                  <a:lnTo>
                    <a:pt x="222087" y="0"/>
                  </a:lnTo>
                  <a:close/>
                </a:path>
                <a:path w="432435" h="415925">
                  <a:moveTo>
                    <a:pt x="353809" y="299519"/>
                  </a:moveTo>
                  <a:lnTo>
                    <a:pt x="250903" y="299519"/>
                  </a:lnTo>
                  <a:lnTo>
                    <a:pt x="272515" y="350240"/>
                  </a:lnTo>
                  <a:lnTo>
                    <a:pt x="278117" y="363444"/>
                  </a:lnTo>
                  <a:lnTo>
                    <a:pt x="281111" y="370952"/>
                  </a:lnTo>
                  <a:lnTo>
                    <a:pt x="281520" y="372753"/>
                  </a:lnTo>
                  <a:lnTo>
                    <a:pt x="282713" y="376553"/>
                  </a:lnTo>
                  <a:lnTo>
                    <a:pt x="283244" y="379842"/>
                  </a:lnTo>
                  <a:lnTo>
                    <a:pt x="283310" y="389862"/>
                  </a:lnTo>
                  <a:lnTo>
                    <a:pt x="281111" y="394469"/>
                  </a:lnTo>
                  <a:lnTo>
                    <a:pt x="243406" y="404270"/>
                  </a:lnTo>
                  <a:lnTo>
                    <a:pt x="235301" y="404270"/>
                  </a:lnTo>
                  <a:lnTo>
                    <a:pt x="235301" y="415369"/>
                  </a:lnTo>
                  <a:lnTo>
                    <a:pt x="432185" y="415369"/>
                  </a:lnTo>
                  <a:lnTo>
                    <a:pt x="432185" y="404270"/>
                  </a:lnTo>
                  <a:lnTo>
                    <a:pt x="423404" y="403029"/>
                  </a:lnTo>
                  <a:lnTo>
                    <a:pt x="415673" y="400813"/>
                  </a:lnTo>
                  <a:lnTo>
                    <a:pt x="387986" y="372380"/>
                  </a:lnTo>
                  <a:lnTo>
                    <a:pt x="368857" y="333738"/>
                  </a:lnTo>
                  <a:lnTo>
                    <a:pt x="353809" y="299519"/>
                  </a:lnTo>
                  <a:close/>
                </a:path>
                <a:path w="432435" h="415925">
                  <a:moveTo>
                    <a:pt x="282401" y="137147"/>
                  </a:moveTo>
                  <a:lnTo>
                    <a:pt x="180078" y="137147"/>
                  </a:lnTo>
                  <a:lnTo>
                    <a:pt x="240704" y="277310"/>
                  </a:lnTo>
                  <a:lnTo>
                    <a:pt x="344042" y="277310"/>
                  </a:lnTo>
                  <a:lnTo>
                    <a:pt x="282401" y="137147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2" name="object 252" descr=""/>
          <p:cNvSpPr/>
          <p:nvPr/>
        </p:nvSpPr>
        <p:spPr>
          <a:xfrm>
            <a:off x="971518" y="9681505"/>
            <a:ext cx="7592695" cy="0"/>
          </a:xfrm>
          <a:custGeom>
            <a:avLst/>
            <a:gdLst/>
            <a:ahLst/>
            <a:cxnLst/>
            <a:rect l="l" t="t" r="r" b="b"/>
            <a:pathLst>
              <a:path w="7592695" h="0">
                <a:moveTo>
                  <a:pt x="7592627" y="0"/>
                </a:moveTo>
                <a:lnTo>
                  <a:pt x="0" y="0"/>
                </a:lnTo>
                <a:lnTo>
                  <a:pt x="7592627" y="0"/>
                </a:lnTo>
                <a:close/>
              </a:path>
            </a:pathLst>
          </a:custGeom>
          <a:solidFill>
            <a:srgbClr val="30343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3" name="object 253" descr=""/>
          <p:cNvGrpSpPr/>
          <p:nvPr/>
        </p:nvGrpSpPr>
        <p:grpSpPr>
          <a:xfrm>
            <a:off x="3163933" y="2517579"/>
            <a:ext cx="3100070" cy="3134995"/>
            <a:chOff x="3163933" y="2517579"/>
            <a:chExt cx="3100070" cy="3134995"/>
          </a:xfrm>
        </p:grpSpPr>
        <p:pic>
          <p:nvPicPr>
            <p:cNvPr id="254" name="object 25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76587" y="2549023"/>
              <a:ext cx="3077183" cy="3073400"/>
            </a:xfrm>
            <a:prstGeom prst="rect">
              <a:avLst/>
            </a:prstGeom>
          </p:spPr>
        </p:pic>
        <p:sp>
          <p:nvSpPr>
            <p:cNvPr id="255" name="object 255" descr=""/>
            <p:cNvSpPr/>
            <p:nvPr/>
          </p:nvSpPr>
          <p:spPr>
            <a:xfrm>
              <a:off x="3191484" y="2536107"/>
              <a:ext cx="3072765" cy="3072765"/>
            </a:xfrm>
            <a:custGeom>
              <a:avLst/>
              <a:gdLst/>
              <a:ahLst/>
              <a:cxnLst/>
              <a:rect l="l" t="t" r="r" b="b"/>
              <a:pathLst>
                <a:path w="3072765" h="3072765">
                  <a:moveTo>
                    <a:pt x="3072295" y="1546326"/>
                  </a:moveTo>
                  <a:lnTo>
                    <a:pt x="2993987" y="1544916"/>
                  </a:lnTo>
                  <a:lnTo>
                    <a:pt x="2622385" y="1543177"/>
                  </a:lnTo>
                  <a:lnTo>
                    <a:pt x="1548053" y="1542211"/>
                  </a:lnTo>
                  <a:lnTo>
                    <a:pt x="1542021" y="1536153"/>
                  </a:lnTo>
                  <a:lnTo>
                    <a:pt x="1705203" y="1373263"/>
                  </a:lnTo>
                  <a:lnTo>
                    <a:pt x="2404338" y="671576"/>
                  </a:lnTo>
                  <a:lnTo>
                    <a:pt x="2587675" y="485851"/>
                  </a:lnTo>
                  <a:lnTo>
                    <a:pt x="2612059" y="460121"/>
                  </a:lnTo>
                  <a:lnTo>
                    <a:pt x="2610269" y="461556"/>
                  </a:lnTo>
                  <a:lnTo>
                    <a:pt x="2605328" y="466153"/>
                  </a:lnTo>
                  <a:lnTo>
                    <a:pt x="2555671" y="514502"/>
                  </a:lnTo>
                  <a:lnTo>
                    <a:pt x="2291677" y="776046"/>
                  </a:lnTo>
                  <a:lnTo>
                    <a:pt x="1540268" y="1526082"/>
                  </a:lnTo>
                  <a:lnTo>
                    <a:pt x="1540497" y="1286929"/>
                  </a:lnTo>
                  <a:lnTo>
                    <a:pt x="1538706" y="296392"/>
                  </a:lnTo>
                  <a:lnTo>
                    <a:pt x="1537017" y="35433"/>
                  </a:lnTo>
                  <a:lnTo>
                    <a:pt x="1536293" y="2273"/>
                  </a:lnTo>
                  <a:lnTo>
                    <a:pt x="1536052" y="0"/>
                  </a:lnTo>
                  <a:lnTo>
                    <a:pt x="1535811" y="2273"/>
                  </a:lnTo>
                  <a:lnTo>
                    <a:pt x="1535569" y="9017"/>
                  </a:lnTo>
                  <a:lnTo>
                    <a:pt x="1534642" y="78320"/>
                  </a:lnTo>
                  <a:lnTo>
                    <a:pt x="1532902" y="449935"/>
                  </a:lnTo>
                  <a:lnTo>
                    <a:pt x="1531924" y="1526044"/>
                  </a:lnTo>
                  <a:lnTo>
                    <a:pt x="1363052" y="1356855"/>
                  </a:lnTo>
                  <a:lnTo>
                    <a:pt x="661289" y="657644"/>
                  </a:lnTo>
                  <a:lnTo>
                    <a:pt x="475576" y="474332"/>
                  </a:lnTo>
                  <a:lnTo>
                    <a:pt x="451624" y="451396"/>
                  </a:lnTo>
                  <a:lnTo>
                    <a:pt x="449846" y="449961"/>
                  </a:lnTo>
                  <a:lnTo>
                    <a:pt x="451281" y="451739"/>
                  </a:lnTo>
                  <a:lnTo>
                    <a:pt x="455879" y="456679"/>
                  </a:lnTo>
                  <a:lnTo>
                    <a:pt x="504215" y="506323"/>
                  </a:lnTo>
                  <a:lnTo>
                    <a:pt x="765746" y="770305"/>
                  </a:lnTo>
                  <a:lnTo>
                    <a:pt x="1530197" y="1536141"/>
                  </a:lnTo>
                  <a:lnTo>
                    <a:pt x="1524139" y="1542186"/>
                  </a:lnTo>
                  <a:lnTo>
                    <a:pt x="1286941" y="1541970"/>
                  </a:lnTo>
                  <a:lnTo>
                    <a:pt x="296405" y="1543761"/>
                  </a:lnTo>
                  <a:lnTo>
                    <a:pt x="35433" y="1545450"/>
                  </a:lnTo>
                  <a:lnTo>
                    <a:pt x="0" y="1546415"/>
                  </a:lnTo>
                  <a:lnTo>
                    <a:pt x="2273" y="1546656"/>
                  </a:lnTo>
                  <a:lnTo>
                    <a:pt x="9017" y="1546898"/>
                  </a:lnTo>
                  <a:lnTo>
                    <a:pt x="78320" y="1547825"/>
                  </a:lnTo>
                  <a:lnTo>
                    <a:pt x="449948" y="1549565"/>
                  </a:lnTo>
                  <a:lnTo>
                    <a:pt x="1515783" y="1550530"/>
                  </a:lnTo>
                  <a:lnTo>
                    <a:pt x="1346581" y="1719427"/>
                  </a:lnTo>
                  <a:lnTo>
                    <a:pt x="647382" y="2421178"/>
                  </a:lnTo>
                  <a:lnTo>
                    <a:pt x="464058" y="2606891"/>
                  </a:lnTo>
                  <a:lnTo>
                    <a:pt x="441121" y="2630843"/>
                  </a:lnTo>
                  <a:lnTo>
                    <a:pt x="439686" y="2632621"/>
                  </a:lnTo>
                  <a:lnTo>
                    <a:pt x="441477" y="2631186"/>
                  </a:lnTo>
                  <a:lnTo>
                    <a:pt x="446405" y="2626588"/>
                  </a:lnTo>
                  <a:lnTo>
                    <a:pt x="496062" y="2578239"/>
                  </a:lnTo>
                  <a:lnTo>
                    <a:pt x="760044" y="2316708"/>
                  </a:lnTo>
                  <a:lnTo>
                    <a:pt x="1527606" y="1550543"/>
                  </a:lnTo>
                  <a:lnTo>
                    <a:pt x="1531899" y="1550543"/>
                  </a:lnTo>
                  <a:lnTo>
                    <a:pt x="1531696" y="1785277"/>
                  </a:lnTo>
                  <a:lnTo>
                    <a:pt x="1533499" y="2775915"/>
                  </a:lnTo>
                  <a:lnTo>
                    <a:pt x="1535188" y="3036862"/>
                  </a:lnTo>
                  <a:lnTo>
                    <a:pt x="1536141" y="3072282"/>
                  </a:lnTo>
                  <a:lnTo>
                    <a:pt x="1536395" y="3070009"/>
                  </a:lnTo>
                  <a:lnTo>
                    <a:pt x="1536636" y="3063265"/>
                  </a:lnTo>
                  <a:lnTo>
                    <a:pt x="1537563" y="2993974"/>
                  </a:lnTo>
                  <a:lnTo>
                    <a:pt x="1539290" y="2622385"/>
                  </a:lnTo>
                  <a:lnTo>
                    <a:pt x="1540243" y="1550555"/>
                  </a:lnTo>
                  <a:lnTo>
                    <a:pt x="1544561" y="1550555"/>
                  </a:lnTo>
                  <a:lnTo>
                    <a:pt x="1709204" y="1715465"/>
                  </a:lnTo>
                  <a:lnTo>
                    <a:pt x="2410891" y="2414613"/>
                  </a:lnTo>
                  <a:lnTo>
                    <a:pt x="2596616" y="2597950"/>
                  </a:lnTo>
                  <a:lnTo>
                    <a:pt x="2622346" y="2622321"/>
                  </a:lnTo>
                  <a:lnTo>
                    <a:pt x="2620911" y="2620543"/>
                  </a:lnTo>
                  <a:lnTo>
                    <a:pt x="2616314" y="2615603"/>
                  </a:lnTo>
                  <a:lnTo>
                    <a:pt x="2567965" y="2565946"/>
                  </a:lnTo>
                  <a:lnTo>
                    <a:pt x="2306421" y="2301938"/>
                  </a:lnTo>
                  <a:lnTo>
                    <a:pt x="1556397" y="1550568"/>
                  </a:lnTo>
                  <a:lnTo>
                    <a:pt x="1785289" y="1550771"/>
                  </a:lnTo>
                  <a:lnTo>
                    <a:pt x="2775928" y="1548968"/>
                  </a:lnTo>
                  <a:lnTo>
                    <a:pt x="3036862" y="1547279"/>
                  </a:lnTo>
                  <a:lnTo>
                    <a:pt x="3070021" y="1546567"/>
                  </a:lnTo>
                  <a:lnTo>
                    <a:pt x="3072295" y="1546326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4684717" y="2517579"/>
              <a:ext cx="86360" cy="520700"/>
            </a:xfrm>
            <a:custGeom>
              <a:avLst/>
              <a:gdLst/>
              <a:ahLst/>
              <a:cxnLst/>
              <a:rect l="l" t="t" r="r" b="b"/>
              <a:pathLst>
                <a:path w="86360" h="520700">
                  <a:moveTo>
                    <a:pt x="42920" y="0"/>
                  </a:moveTo>
                  <a:lnTo>
                    <a:pt x="13412" y="10351"/>
                  </a:lnTo>
                  <a:lnTo>
                    <a:pt x="0" y="41460"/>
                  </a:lnTo>
                  <a:lnTo>
                    <a:pt x="0" y="478641"/>
                  </a:lnTo>
                  <a:lnTo>
                    <a:pt x="13412" y="509723"/>
                  </a:lnTo>
                  <a:lnTo>
                    <a:pt x="42920" y="520101"/>
                  </a:lnTo>
                  <a:lnTo>
                    <a:pt x="72427" y="509750"/>
                  </a:lnTo>
                  <a:lnTo>
                    <a:pt x="85840" y="478641"/>
                  </a:lnTo>
                  <a:lnTo>
                    <a:pt x="85840" y="41460"/>
                  </a:lnTo>
                  <a:lnTo>
                    <a:pt x="72427" y="10378"/>
                  </a:lnTo>
                  <a:lnTo>
                    <a:pt x="42920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7" name="object 25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99155" y="3969577"/>
              <a:ext cx="222055" cy="288836"/>
            </a:xfrm>
            <a:prstGeom prst="rect">
              <a:avLst/>
            </a:prstGeom>
          </p:spPr>
        </p:pic>
        <p:pic>
          <p:nvPicPr>
            <p:cNvPr id="258" name="object 25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04779" y="2953486"/>
              <a:ext cx="1848432" cy="2698578"/>
            </a:xfrm>
            <a:prstGeom prst="rect">
              <a:avLst/>
            </a:prstGeom>
          </p:spPr>
        </p:pic>
        <p:pic>
          <p:nvPicPr>
            <p:cNvPr id="259" name="object 25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56754" y="4163376"/>
              <a:ext cx="102352" cy="101557"/>
            </a:xfrm>
            <a:prstGeom prst="rect">
              <a:avLst/>
            </a:prstGeom>
          </p:spPr>
        </p:pic>
        <p:sp>
          <p:nvSpPr>
            <p:cNvPr id="260" name="object 260" descr=""/>
            <p:cNvSpPr/>
            <p:nvPr/>
          </p:nvSpPr>
          <p:spPr>
            <a:xfrm>
              <a:off x="3163933" y="4039596"/>
              <a:ext cx="499745" cy="86360"/>
            </a:xfrm>
            <a:custGeom>
              <a:avLst/>
              <a:gdLst/>
              <a:ahLst/>
              <a:cxnLst/>
              <a:rect l="l" t="t" r="r" b="b"/>
              <a:pathLst>
                <a:path w="499745" h="86360">
                  <a:moveTo>
                    <a:pt x="458181" y="0"/>
                  </a:moveTo>
                  <a:lnTo>
                    <a:pt x="41460" y="0"/>
                  </a:lnTo>
                  <a:lnTo>
                    <a:pt x="10378" y="13412"/>
                  </a:lnTo>
                  <a:lnTo>
                    <a:pt x="0" y="42920"/>
                  </a:lnTo>
                  <a:lnTo>
                    <a:pt x="10351" y="72427"/>
                  </a:lnTo>
                  <a:lnTo>
                    <a:pt x="41460" y="85840"/>
                  </a:lnTo>
                  <a:lnTo>
                    <a:pt x="458181" y="85840"/>
                  </a:lnTo>
                  <a:lnTo>
                    <a:pt x="489261" y="72427"/>
                  </a:lnTo>
                  <a:lnTo>
                    <a:pt x="499637" y="42920"/>
                  </a:lnTo>
                  <a:lnTo>
                    <a:pt x="489285" y="13412"/>
                  </a:lnTo>
                  <a:lnTo>
                    <a:pt x="458181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1" name="object 261" descr=""/>
          <p:cNvGrpSpPr/>
          <p:nvPr/>
        </p:nvGrpSpPr>
        <p:grpSpPr>
          <a:xfrm>
            <a:off x="2668929" y="2158787"/>
            <a:ext cx="3767454" cy="3608704"/>
            <a:chOff x="2668929" y="2158787"/>
            <a:chExt cx="3767454" cy="3608704"/>
          </a:xfrm>
        </p:grpSpPr>
        <p:sp>
          <p:nvSpPr>
            <p:cNvPr id="262" name="object 262" descr=""/>
            <p:cNvSpPr/>
            <p:nvPr/>
          </p:nvSpPr>
          <p:spPr>
            <a:xfrm>
              <a:off x="2682347" y="2318568"/>
              <a:ext cx="162560" cy="3437254"/>
            </a:xfrm>
            <a:custGeom>
              <a:avLst/>
              <a:gdLst/>
              <a:ahLst/>
              <a:cxnLst/>
              <a:rect l="l" t="t" r="r" b="b"/>
              <a:pathLst>
                <a:path w="162560" h="3437254">
                  <a:moveTo>
                    <a:pt x="0" y="3436712"/>
                  </a:moveTo>
                  <a:lnTo>
                    <a:pt x="162518" y="3436712"/>
                  </a:lnTo>
                  <a:lnTo>
                    <a:pt x="162518" y="0"/>
                  </a:lnTo>
                  <a:lnTo>
                    <a:pt x="0" y="0"/>
                  </a:lnTo>
                  <a:lnTo>
                    <a:pt x="0" y="3436712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2682347" y="2172206"/>
              <a:ext cx="3742690" cy="146685"/>
            </a:xfrm>
            <a:custGeom>
              <a:avLst/>
              <a:gdLst/>
              <a:ahLst/>
              <a:cxnLst/>
              <a:rect l="l" t="t" r="r" b="b"/>
              <a:pathLst>
                <a:path w="3742690" h="146685">
                  <a:moveTo>
                    <a:pt x="3742461" y="0"/>
                  </a:moveTo>
                  <a:lnTo>
                    <a:pt x="0" y="0"/>
                  </a:lnTo>
                  <a:lnTo>
                    <a:pt x="0" y="146362"/>
                  </a:lnTo>
                  <a:lnTo>
                    <a:pt x="3742461" y="146362"/>
                  </a:lnTo>
                  <a:lnTo>
                    <a:pt x="3742461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2682341" y="2214962"/>
              <a:ext cx="3742690" cy="244475"/>
            </a:xfrm>
            <a:custGeom>
              <a:avLst/>
              <a:gdLst/>
              <a:ahLst/>
              <a:cxnLst/>
              <a:rect l="l" t="t" r="r" b="b"/>
              <a:pathLst>
                <a:path w="3742690" h="244475">
                  <a:moveTo>
                    <a:pt x="110210" y="25019"/>
                  </a:moveTo>
                  <a:lnTo>
                    <a:pt x="108242" y="15278"/>
                  </a:lnTo>
                  <a:lnTo>
                    <a:pt x="102882" y="7327"/>
                  </a:lnTo>
                  <a:lnTo>
                    <a:pt x="94919" y="1968"/>
                  </a:lnTo>
                  <a:lnTo>
                    <a:pt x="85178" y="0"/>
                  </a:lnTo>
                  <a:lnTo>
                    <a:pt x="75438" y="1968"/>
                  </a:lnTo>
                  <a:lnTo>
                    <a:pt x="67487" y="7327"/>
                  </a:lnTo>
                  <a:lnTo>
                    <a:pt x="62128" y="15278"/>
                  </a:lnTo>
                  <a:lnTo>
                    <a:pt x="60159" y="25019"/>
                  </a:lnTo>
                  <a:lnTo>
                    <a:pt x="62128" y="34759"/>
                  </a:lnTo>
                  <a:lnTo>
                    <a:pt x="67487" y="42722"/>
                  </a:lnTo>
                  <a:lnTo>
                    <a:pt x="75438" y="48082"/>
                  </a:lnTo>
                  <a:lnTo>
                    <a:pt x="85178" y="50050"/>
                  </a:lnTo>
                  <a:lnTo>
                    <a:pt x="94919" y="48082"/>
                  </a:lnTo>
                  <a:lnTo>
                    <a:pt x="102882" y="42722"/>
                  </a:lnTo>
                  <a:lnTo>
                    <a:pt x="108242" y="34759"/>
                  </a:lnTo>
                  <a:lnTo>
                    <a:pt x="110210" y="25019"/>
                  </a:lnTo>
                  <a:close/>
                </a:path>
                <a:path w="3742690" h="244475">
                  <a:moveTo>
                    <a:pt x="189560" y="25019"/>
                  </a:moveTo>
                  <a:lnTo>
                    <a:pt x="187591" y="15278"/>
                  </a:lnTo>
                  <a:lnTo>
                    <a:pt x="182232" y="7327"/>
                  </a:lnTo>
                  <a:lnTo>
                    <a:pt x="174269" y="1968"/>
                  </a:lnTo>
                  <a:lnTo>
                    <a:pt x="164528" y="0"/>
                  </a:lnTo>
                  <a:lnTo>
                    <a:pt x="154787" y="1968"/>
                  </a:lnTo>
                  <a:lnTo>
                    <a:pt x="146837" y="7327"/>
                  </a:lnTo>
                  <a:lnTo>
                    <a:pt x="141478" y="15278"/>
                  </a:lnTo>
                  <a:lnTo>
                    <a:pt x="139509" y="25019"/>
                  </a:lnTo>
                  <a:lnTo>
                    <a:pt x="141478" y="34759"/>
                  </a:lnTo>
                  <a:lnTo>
                    <a:pt x="146837" y="42722"/>
                  </a:lnTo>
                  <a:lnTo>
                    <a:pt x="154787" y="48082"/>
                  </a:lnTo>
                  <a:lnTo>
                    <a:pt x="164528" y="50050"/>
                  </a:lnTo>
                  <a:lnTo>
                    <a:pt x="174269" y="48082"/>
                  </a:lnTo>
                  <a:lnTo>
                    <a:pt x="182232" y="42722"/>
                  </a:lnTo>
                  <a:lnTo>
                    <a:pt x="187591" y="34759"/>
                  </a:lnTo>
                  <a:lnTo>
                    <a:pt x="189560" y="25019"/>
                  </a:lnTo>
                  <a:close/>
                </a:path>
                <a:path w="3742690" h="244475">
                  <a:moveTo>
                    <a:pt x="268909" y="25019"/>
                  </a:moveTo>
                  <a:lnTo>
                    <a:pt x="266941" y="15278"/>
                  </a:lnTo>
                  <a:lnTo>
                    <a:pt x="261581" y="7327"/>
                  </a:lnTo>
                  <a:lnTo>
                    <a:pt x="253619" y="1968"/>
                  </a:lnTo>
                  <a:lnTo>
                    <a:pt x="243878" y="0"/>
                  </a:lnTo>
                  <a:lnTo>
                    <a:pt x="234137" y="1968"/>
                  </a:lnTo>
                  <a:lnTo>
                    <a:pt x="226187" y="7327"/>
                  </a:lnTo>
                  <a:lnTo>
                    <a:pt x="220827" y="15278"/>
                  </a:lnTo>
                  <a:lnTo>
                    <a:pt x="218859" y="25019"/>
                  </a:lnTo>
                  <a:lnTo>
                    <a:pt x="220827" y="34759"/>
                  </a:lnTo>
                  <a:lnTo>
                    <a:pt x="226187" y="42722"/>
                  </a:lnTo>
                  <a:lnTo>
                    <a:pt x="234137" y="48082"/>
                  </a:lnTo>
                  <a:lnTo>
                    <a:pt x="243878" y="50050"/>
                  </a:lnTo>
                  <a:lnTo>
                    <a:pt x="253619" y="48082"/>
                  </a:lnTo>
                  <a:lnTo>
                    <a:pt x="261581" y="42722"/>
                  </a:lnTo>
                  <a:lnTo>
                    <a:pt x="266941" y="34759"/>
                  </a:lnTo>
                  <a:lnTo>
                    <a:pt x="268909" y="25019"/>
                  </a:lnTo>
                  <a:close/>
                </a:path>
                <a:path w="3742690" h="244475">
                  <a:moveTo>
                    <a:pt x="3742461" y="103606"/>
                  </a:moveTo>
                  <a:lnTo>
                    <a:pt x="0" y="103606"/>
                  </a:lnTo>
                  <a:lnTo>
                    <a:pt x="0" y="243928"/>
                  </a:lnTo>
                  <a:lnTo>
                    <a:pt x="3742461" y="243928"/>
                  </a:lnTo>
                  <a:lnTo>
                    <a:pt x="3742461" y="103606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2722867" y="2362536"/>
              <a:ext cx="264160" cy="215900"/>
            </a:xfrm>
            <a:custGeom>
              <a:avLst/>
              <a:gdLst/>
              <a:ahLst/>
              <a:cxnLst/>
              <a:rect l="l" t="t" r="r" b="b"/>
              <a:pathLst>
                <a:path w="264160" h="215900">
                  <a:moveTo>
                    <a:pt x="223659" y="95262"/>
                  </a:moveTo>
                  <a:lnTo>
                    <a:pt x="214858" y="93510"/>
                  </a:lnTo>
                  <a:lnTo>
                    <a:pt x="190893" y="92100"/>
                  </a:lnTo>
                  <a:lnTo>
                    <a:pt x="155346" y="91135"/>
                  </a:lnTo>
                  <a:lnTo>
                    <a:pt x="126314" y="90906"/>
                  </a:lnTo>
                  <a:lnTo>
                    <a:pt x="126111" y="65760"/>
                  </a:lnTo>
                  <a:lnTo>
                    <a:pt x="125158" y="31534"/>
                  </a:lnTo>
                  <a:lnTo>
                    <a:pt x="123736" y="8458"/>
                  </a:lnTo>
                  <a:lnTo>
                    <a:pt x="121996" y="0"/>
                  </a:lnTo>
                  <a:lnTo>
                    <a:pt x="120256" y="8458"/>
                  </a:lnTo>
                  <a:lnTo>
                    <a:pt x="118833" y="31534"/>
                  </a:lnTo>
                  <a:lnTo>
                    <a:pt x="117868" y="65760"/>
                  </a:lnTo>
                  <a:lnTo>
                    <a:pt x="117652" y="90830"/>
                  </a:lnTo>
                  <a:lnTo>
                    <a:pt x="111823" y="90779"/>
                  </a:lnTo>
                  <a:lnTo>
                    <a:pt x="68287" y="91135"/>
                  </a:lnTo>
                  <a:lnTo>
                    <a:pt x="32740" y="92100"/>
                  </a:lnTo>
                  <a:lnTo>
                    <a:pt x="8788" y="93510"/>
                  </a:lnTo>
                  <a:lnTo>
                    <a:pt x="0" y="95262"/>
                  </a:lnTo>
                  <a:lnTo>
                    <a:pt x="8788" y="97002"/>
                  </a:lnTo>
                  <a:lnTo>
                    <a:pt x="32740" y="98425"/>
                  </a:lnTo>
                  <a:lnTo>
                    <a:pt x="68287" y="99377"/>
                  </a:lnTo>
                  <a:lnTo>
                    <a:pt x="111823" y="99733"/>
                  </a:lnTo>
                  <a:lnTo>
                    <a:pt x="117589" y="99695"/>
                  </a:lnTo>
                  <a:lnTo>
                    <a:pt x="117525" y="107683"/>
                  </a:lnTo>
                  <a:lnTo>
                    <a:pt x="117868" y="149606"/>
                  </a:lnTo>
                  <a:lnTo>
                    <a:pt x="118833" y="183832"/>
                  </a:lnTo>
                  <a:lnTo>
                    <a:pt x="120256" y="206908"/>
                  </a:lnTo>
                  <a:lnTo>
                    <a:pt x="121996" y="215366"/>
                  </a:lnTo>
                  <a:lnTo>
                    <a:pt x="123736" y="206908"/>
                  </a:lnTo>
                  <a:lnTo>
                    <a:pt x="125158" y="183832"/>
                  </a:lnTo>
                  <a:lnTo>
                    <a:pt x="126111" y="149606"/>
                  </a:lnTo>
                  <a:lnTo>
                    <a:pt x="126466" y="107683"/>
                  </a:lnTo>
                  <a:lnTo>
                    <a:pt x="126390" y="99618"/>
                  </a:lnTo>
                  <a:lnTo>
                    <a:pt x="155346" y="99377"/>
                  </a:lnTo>
                  <a:lnTo>
                    <a:pt x="190893" y="98425"/>
                  </a:lnTo>
                  <a:lnTo>
                    <a:pt x="214858" y="97002"/>
                  </a:lnTo>
                  <a:lnTo>
                    <a:pt x="223659" y="95262"/>
                  </a:lnTo>
                  <a:close/>
                </a:path>
                <a:path w="264160" h="215900">
                  <a:moveTo>
                    <a:pt x="263931" y="63754"/>
                  </a:moveTo>
                  <a:lnTo>
                    <a:pt x="263575" y="52374"/>
                  </a:lnTo>
                  <a:lnTo>
                    <a:pt x="262623" y="43078"/>
                  </a:lnTo>
                  <a:lnTo>
                    <a:pt x="261200" y="36804"/>
                  </a:lnTo>
                  <a:lnTo>
                    <a:pt x="259461" y="34505"/>
                  </a:lnTo>
                  <a:lnTo>
                    <a:pt x="257721" y="36804"/>
                  </a:lnTo>
                  <a:lnTo>
                    <a:pt x="256298" y="43078"/>
                  </a:lnTo>
                  <a:lnTo>
                    <a:pt x="255333" y="52374"/>
                  </a:lnTo>
                  <a:lnTo>
                    <a:pt x="254990" y="63754"/>
                  </a:lnTo>
                  <a:lnTo>
                    <a:pt x="255333" y="75133"/>
                  </a:lnTo>
                  <a:lnTo>
                    <a:pt x="256298" y="84429"/>
                  </a:lnTo>
                  <a:lnTo>
                    <a:pt x="257721" y="90690"/>
                  </a:lnTo>
                  <a:lnTo>
                    <a:pt x="259461" y="92989"/>
                  </a:lnTo>
                  <a:lnTo>
                    <a:pt x="261200" y="90690"/>
                  </a:lnTo>
                  <a:lnTo>
                    <a:pt x="262623" y="84429"/>
                  </a:lnTo>
                  <a:lnTo>
                    <a:pt x="263575" y="75133"/>
                  </a:lnTo>
                  <a:lnTo>
                    <a:pt x="263931" y="63754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3140372" y="2359114"/>
              <a:ext cx="0" cy="99695"/>
            </a:xfrm>
            <a:custGeom>
              <a:avLst/>
              <a:gdLst/>
              <a:ahLst/>
              <a:cxnLst/>
              <a:rect l="l" t="t" r="r" b="b"/>
              <a:pathLst>
                <a:path w="0" h="99694">
                  <a:moveTo>
                    <a:pt x="0" y="0"/>
                  </a:moveTo>
                  <a:lnTo>
                    <a:pt x="0" y="99567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3286038" y="2397042"/>
              <a:ext cx="9525" cy="59055"/>
            </a:xfrm>
            <a:custGeom>
              <a:avLst/>
              <a:gdLst/>
              <a:ahLst/>
              <a:cxnLst/>
              <a:rect l="l" t="t" r="r" b="b"/>
              <a:pathLst>
                <a:path w="9525" h="59055">
                  <a:moveTo>
                    <a:pt x="4471" y="0"/>
                  </a:moveTo>
                  <a:lnTo>
                    <a:pt x="2729" y="2297"/>
                  </a:lnTo>
                  <a:lnTo>
                    <a:pt x="1308" y="8563"/>
                  </a:lnTo>
                  <a:lnTo>
                    <a:pt x="351" y="17859"/>
                  </a:lnTo>
                  <a:lnTo>
                    <a:pt x="0" y="29245"/>
                  </a:lnTo>
                  <a:lnTo>
                    <a:pt x="351" y="40624"/>
                  </a:lnTo>
                  <a:lnTo>
                    <a:pt x="1308" y="49917"/>
                  </a:lnTo>
                  <a:lnTo>
                    <a:pt x="2729" y="56182"/>
                  </a:lnTo>
                  <a:lnTo>
                    <a:pt x="4471" y="58479"/>
                  </a:lnTo>
                  <a:lnTo>
                    <a:pt x="6212" y="56182"/>
                  </a:lnTo>
                  <a:lnTo>
                    <a:pt x="7633" y="49917"/>
                  </a:lnTo>
                  <a:lnTo>
                    <a:pt x="8591" y="40624"/>
                  </a:lnTo>
                  <a:lnTo>
                    <a:pt x="8942" y="29245"/>
                  </a:lnTo>
                  <a:lnTo>
                    <a:pt x="8591" y="17859"/>
                  </a:lnTo>
                  <a:lnTo>
                    <a:pt x="7633" y="8563"/>
                  </a:lnTo>
                  <a:lnTo>
                    <a:pt x="6212" y="2297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3448547" y="2359114"/>
              <a:ext cx="0" cy="99695"/>
            </a:xfrm>
            <a:custGeom>
              <a:avLst/>
              <a:gdLst/>
              <a:ahLst/>
              <a:cxnLst/>
              <a:rect l="l" t="t" r="r" b="b"/>
              <a:pathLst>
                <a:path w="0" h="99694">
                  <a:moveTo>
                    <a:pt x="0" y="0"/>
                  </a:moveTo>
                  <a:lnTo>
                    <a:pt x="0" y="99567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3594212" y="2397042"/>
              <a:ext cx="9525" cy="59055"/>
            </a:xfrm>
            <a:custGeom>
              <a:avLst/>
              <a:gdLst/>
              <a:ahLst/>
              <a:cxnLst/>
              <a:rect l="l" t="t" r="r" b="b"/>
              <a:pathLst>
                <a:path w="9525" h="59055">
                  <a:moveTo>
                    <a:pt x="4471" y="0"/>
                  </a:moveTo>
                  <a:lnTo>
                    <a:pt x="2729" y="2297"/>
                  </a:lnTo>
                  <a:lnTo>
                    <a:pt x="1308" y="8563"/>
                  </a:lnTo>
                  <a:lnTo>
                    <a:pt x="351" y="17859"/>
                  </a:lnTo>
                  <a:lnTo>
                    <a:pt x="0" y="29245"/>
                  </a:lnTo>
                  <a:lnTo>
                    <a:pt x="351" y="40624"/>
                  </a:lnTo>
                  <a:lnTo>
                    <a:pt x="1308" y="49917"/>
                  </a:lnTo>
                  <a:lnTo>
                    <a:pt x="2729" y="56182"/>
                  </a:lnTo>
                  <a:lnTo>
                    <a:pt x="4471" y="58479"/>
                  </a:lnTo>
                  <a:lnTo>
                    <a:pt x="6212" y="56182"/>
                  </a:lnTo>
                  <a:lnTo>
                    <a:pt x="7633" y="49917"/>
                  </a:lnTo>
                  <a:lnTo>
                    <a:pt x="8591" y="40624"/>
                  </a:lnTo>
                  <a:lnTo>
                    <a:pt x="8942" y="29245"/>
                  </a:lnTo>
                  <a:lnTo>
                    <a:pt x="8591" y="17859"/>
                  </a:lnTo>
                  <a:lnTo>
                    <a:pt x="7633" y="8563"/>
                  </a:lnTo>
                  <a:lnTo>
                    <a:pt x="6212" y="2297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3756724" y="2359114"/>
              <a:ext cx="0" cy="99695"/>
            </a:xfrm>
            <a:custGeom>
              <a:avLst/>
              <a:gdLst/>
              <a:ahLst/>
              <a:cxnLst/>
              <a:rect l="l" t="t" r="r" b="b"/>
              <a:pathLst>
                <a:path w="0" h="99694">
                  <a:moveTo>
                    <a:pt x="0" y="0"/>
                  </a:moveTo>
                  <a:lnTo>
                    <a:pt x="0" y="99567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3902390" y="2397042"/>
              <a:ext cx="9525" cy="59055"/>
            </a:xfrm>
            <a:custGeom>
              <a:avLst/>
              <a:gdLst/>
              <a:ahLst/>
              <a:cxnLst/>
              <a:rect l="l" t="t" r="r" b="b"/>
              <a:pathLst>
                <a:path w="9525" h="59055">
                  <a:moveTo>
                    <a:pt x="4471" y="0"/>
                  </a:moveTo>
                  <a:lnTo>
                    <a:pt x="2729" y="2297"/>
                  </a:lnTo>
                  <a:lnTo>
                    <a:pt x="1308" y="8563"/>
                  </a:lnTo>
                  <a:lnTo>
                    <a:pt x="351" y="17859"/>
                  </a:lnTo>
                  <a:lnTo>
                    <a:pt x="0" y="29245"/>
                  </a:lnTo>
                  <a:lnTo>
                    <a:pt x="351" y="40624"/>
                  </a:lnTo>
                  <a:lnTo>
                    <a:pt x="1308" y="49917"/>
                  </a:lnTo>
                  <a:lnTo>
                    <a:pt x="2729" y="56182"/>
                  </a:lnTo>
                  <a:lnTo>
                    <a:pt x="4471" y="58479"/>
                  </a:lnTo>
                  <a:lnTo>
                    <a:pt x="6212" y="56182"/>
                  </a:lnTo>
                  <a:lnTo>
                    <a:pt x="7633" y="49917"/>
                  </a:lnTo>
                  <a:lnTo>
                    <a:pt x="8591" y="40624"/>
                  </a:lnTo>
                  <a:lnTo>
                    <a:pt x="8942" y="29245"/>
                  </a:lnTo>
                  <a:lnTo>
                    <a:pt x="8591" y="17859"/>
                  </a:lnTo>
                  <a:lnTo>
                    <a:pt x="7633" y="8563"/>
                  </a:lnTo>
                  <a:lnTo>
                    <a:pt x="6212" y="2297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4064899" y="2359114"/>
              <a:ext cx="0" cy="99695"/>
            </a:xfrm>
            <a:custGeom>
              <a:avLst/>
              <a:gdLst/>
              <a:ahLst/>
              <a:cxnLst/>
              <a:rect l="l" t="t" r="r" b="b"/>
              <a:pathLst>
                <a:path w="0" h="99694">
                  <a:moveTo>
                    <a:pt x="0" y="0"/>
                  </a:moveTo>
                  <a:lnTo>
                    <a:pt x="0" y="99567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4210564" y="2397042"/>
              <a:ext cx="9525" cy="59055"/>
            </a:xfrm>
            <a:custGeom>
              <a:avLst/>
              <a:gdLst/>
              <a:ahLst/>
              <a:cxnLst/>
              <a:rect l="l" t="t" r="r" b="b"/>
              <a:pathLst>
                <a:path w="9525" h="59055">
                  <a:moveTo>
                    <a:pt x="4471" y="0"/>
                  </a:moveTo>
                  <a:lnTo>
                    <a:pt x="2729" y="2297"/>
                  </a:lnTo>
                  <a:lnTo>
                    <a:pt x="1308" y="8563"/>
                  </a:lnTo>
                  <a:lnTo>
                    <a:pt x="351" y="17859"/>
                  </a:lnTo>
                  <a:lnTo>
                    <a:pt x="0" y="29245"/>
                  </a:lnTo>
                  <a:lnTo>
                    <a:pt x="351" y="40624"/>
                  </a:lnTo>
                  <a:lnTo>
                    <a:pt x="1308" y="49917"/>
                  </a:lnTo>
                  <a:lnTo>
                    <a:pt x="2729" y="56182"/>
                  </a:lnTo>
                  <a:lnTo>
                    <a:pt x="4471" y="58479"/>
                  </a:lnTo>
                  <a:lnTo>
                    <a:pt x="6212" y="56182"/>
                  </a:lnTo>
                  <a:lnTo>
                    <a:pt x="7633" y="49917"/>
                  </a:lnTo>
                  <a:lnTo>
                    <a:pt x="8591" y="40624"/>
                  </a:lnTo>
                  <a:lnTo>
                    <a:pt x="8942" y="29245"/>
                  </a:lnTo>
                  <a:lnTo>
                    <a:pt x="8591" y="17859"/>
                  </a:lnTo>
                  <a:lnTo>
                    <a:pt x="7633" y="8563"/>
                  </a:lnTo>
                  <a:lnTo>
                    <a:pt x="6212" y="2297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4373076" y="2359114"/>
              <a:ext cx="0" cy="99695"/>
            </a:xfrm>
            <a:custGeom>
              <a:avLst/>
              <a:gdLst/>
              <a:ahLst/>
              <a:cxnLst/>
              <a:rect l="l" t="t" r="r" b="b"/>
              <a:pathLst>
                <a:path w="0" h="99694">
                  <a:moveTo>
                    <a:pt x="0" y="0"/>
                  </a:moveTo>
                  <a:lnTo>
                    <a:pt x="0" y="99567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4518742" y="2397042"/>
              <a:ext cx="9525" cy="59055"/>
            </a:xfrm>
            <a:custGeom>
              <a:avLst/>
              <a:gdLst/>
              <a:ahLst/>
              <a:cxnLst/>
              <a:rect l="l" t="t" r="r" b="b"/>
              <a:pathLst>
                <a:path w="9525" h="59055">
                  <a:moveTo>
                    <a:pt x="4471" y="0"/>
                  </a:moveTo>
                  <a:lnTo>
                    <a:pt x="2729" y="2297"/>
                  </a:lnTo>
                  <a:lnTo>
                    <a:pt x="1308" y="8563"/>
                  </a:lnTo>
                  <a:lnTo>
                    <a:pt x="351" y="17859"/>
                  </a:lnTo>
                  <a:lnTo>
                    <a:pt x="0" y="29245"/>
                  </a:lnTo>
                  <a:lnTo>
                    <a:pt x="351" y="40624"/>
                  </a:lnTo>
                  <a:lnTo>
                    <a:pt x="1308" y="49917"/>
                  </a:lnTo>
                  <a:lnTo>
                    <a:pt x="2729" y="56182"/>
                  </a:lnTo>
                  <a:lnTo>
                    <a:pt x="4471" y="58479"/>
                  </a:lnTo>
                  <a:lnTo>
                    <a:pt x="6212" y="56182"/>
                  </a:lnTo>
                  <a:lnTo>
                    <a:pt x="7633" y="49917"/>
                  </a:lnTo>
                  <a:lnTo>
                    <a:pt x="8591" y="40624"/>
                  </a:lnTo>
                  <a:lnTo>
                    <a:pt x="8942" y="29245"/>
                  </a:lnTo>
                  <a:lnTo>
                    <a:pt x="8591" y="17859"/>
                  </a:lnTo>
                  <a:lnTo>
                    <a:pt x="7633" y="8563"/>
                  </a:lnTo>
                  <a:lnTo>
                    <a:pt x="6212" y="2297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4681251" y="2359114"/>
              <a:ext cx="0" cy="99695"/>
            </a:xfrm>
            <a:custGeom>
              <a:avLst/>
              <a:gdLst/>
              <a:ahLst/>
              <a:cxnLst/>
              <a:rect l="l" t="t" r="r" b="b"/>
              <a:pathLst>
                <a:path w="0" h="99694">
                  <a:moveTo>
                    <a:pt x="0" y="0"/>
                  </a:moveTo>
                  <a:lnTo>
                    <a:pt x="0" y="99567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4826916" y="2397042"/>
              <a:ext cx="9525" cy="59055"/>
            </a:xfrm>
            <a:custGeom>
              <a:avLst/>
              <a:gdLst/>
              <a:ahLst/>
              <a:cxnLst/>
              <a:rect l="l" t="t" r="r" b="b"/>
              <a:pathLst>
                <a:path w="9525" h="59055">
                  <a:moveTo>
                    <a:pt x="4471" y="0"/>
                  </a:moveTo>
                  <a:lnTo>
                    <a:pt x="2729" y="2297"/>
                  </a:lnTo>
                  <a:lnTo>
                    <a:pt x="1308" y="8563"/>
                  </a:lnTo>
                  <a:lnTo>
                    <a:pt x="351" y="17859"/>
                  </a:lnTo>
                  <a:lnTo>
                    <a:pt x="0" y="29245"/>
                  </a:lnTo>
                  <a:lnTo>
                    <a:pt x="351" y="40624"/>
                  </a:lnTo>
                  <a:lnTo>
                    <a:pt x="1308" y="49917"/>
                  </a:lnTo>
                  <a:lnTo>
                    <a:pt x="2729" y="56182"/>
                  </a:lnTo>
                  <a:lnTo>
                    <a:pt x="4471" y="58479"/>
                  </a:lnTo>
                  <a:lnTo>
                    <a:pt x="6212" y="56182"/>
                  </a:lnTo>
                  <a:lnTo>
                    <a:pt x="7633" y="49917"/>
                  </a:lnTo>
                  <a:lnTo>
                    <a:pt x="8591" y="40624"/>
                  </a:lnTo>
                  <a:lnTo>
                    <a:pt x="8942" y="29245"/>
                  </a:lnTo>
                  <a:lnTo>
                    <a:pt x="8591" y="17859"/>
                  </a:lnTo>
                  <a:lnTo>
                    <a:pt x="7633" y="8563"/>
                  </a:lnTo>
                  <a:lnTo>
                    <a:pt x="6212" y="2297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4989428" y="2359114"/>
              <a:ext cx="0" cy="99695"/>
            </a:xfrm>
            <a:custGeom>
              <a:avLst/>
              <a:gdLst/>
              <a:ahLst/>
              <a:cxnLst/>
              <a:rect l="l" t="t" r="r" b="b"/>
              <a:pathLst>
                <a:path w="0" h="99694">
                  <a:moveTo>
                    <a:pt x="0" y="0"/>
                  </a:moveTo>
                  <a:lnTo>
                    <a:pt x="0" y="99567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5135093" y="2397042"/>
              <a:ext cx="9525" cy="59055"/>
            </a:xfrm>
            <a:custGeom>
              <a:avLst/>
              <a:gdLst/>
              <a:ahLst/>
              <a:cxnLst/>
              <a:rect l="l" t="t" r="r" b="b"/>
              <a:pathLst>
                <a:path w="9525" h="59055">
                  <a:moveTo>
                    <a:pt x="4471" y="0"/>
                  </a:moveTo>
                  <a:lnTo>
                    <a:pt x="2729" y="2297"/>
                  </a:lnTo>
                  <a:lnTo>
                    <a:pt x="1308" y="8563"/>
                  </a:lnTo>
                  <a:lnTo>
                    <a:pt x="351" y="17859"/>
                  </a:lnTo>
                  <a:lnTo>
                    <a:pt x="0" y="29245"/>
                  </a:lnTo>
                  <a:lnTo>
                    <a:pt x="351" y="40624"/>
                  </a:lnTo>
                  <a:lnTo>
                    <a:pt x="1308" y="49917"/>
                  </a:lnTo>
                  <a:lnTo>
                    <a:pt x="2729" y="56182"/>
                  </a:lnTo>
                  <a:lnTo>
                    <a:pt x="4471" y="58479"/>
                  </a:lnTo>
                  <a:lnTo>
                    <a:pt x="6212" y="56182"/>
                  </a:lnTo>
                  <a:lnTo>
                    <a:pt x="7633" y="49917"/>
                  </a:lnTo>
                  <a:lnTo>
                    <a:pt x="8591" y="40624"/>
                  </a:lnTo>
                  <a:lnTo>
                    <a:pt x="8942" y="29245"/>
                  </a:lnTo>
                  <a:lnTo>
                    <a:pt x="8591" y="17859"/>
                  </a:lnTo>
                  <a:lnTo>
                    <a:pt x="7633" y="8563"/>
                  </a:lnTo>
                  <a:lnTo>
                    <a:pt x="6212" y="2297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5297604" y="2359114"/>
              <a:ext cx="0" cy="99695"/>
            </a:xfrm>
            <a:custGeom>
              <a:avLst/>
              <a:gdLst/>
              <a:ahLst/>
              <a:cxnLst/>
              <a:rect l="l" t="t" r="r" b="b"/>
              <a:pathLst>
                <a:path w="0" h="99694">
                  <a:moveTo>
                    <a:pt x="0" y="0"/>
                  </a:moveTo>
                  <a:lnTo>
                    <a:pt x="0" y="99567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5443268" y="2397042"/>
              <a:ext cx="9525" cy="59055"/>
            </a:xfrm>
            <a:custGeom>
              <a:avLst/>
              <a:gdLst/>
              <a:ahLst/>
              <a:cxnLst/>
              <a:rect l="l" t="t" r="r" b="b"/>
              <a:pathLst>
                <a:path w="9525" h="59055">
                  <a:moveTo>
                    <a:pt x="4471" y="0"/>
                  </a:moveTo>
                  <a:lnTo>
                    <a:pt x="2729" y="2297"/>
                  </a:lnTo>
                  <a:lnTo>
                    <a:pt x="1308" y="8563"/>
                  </a:lnTo>
                  <a:lnTo>
                    <a:pt x="351" y="17859"/>
                  </a:lnTo>
                  <a:lnTo>
                    <a:pt x="0" y="29245"/>
                  </a:lnTo>
                  <a:lnTo>
                    <a:pt x="351" y="40624"/>
                  </a:lnTo>
                  <a:lnTo>
                    <a:pt x="1308" y="49917"/>
                  </a:lnTo>
                  <a:lnTo>
                    <a:pt x="2729" y="56182"/>
                  </a:lnTo>
                  <a:lnTo>
                    <a:pt x="4471" y="58479"/>
                  </a:lnTo>
                  <a:lnTo>
                    <a:pt x="6212" y="56182"/>
                  </a:lnTo>
                  <a:lnTo>
                    <a:pt x="7633" y="49917"/>
                  </a:lnTo>
                  <a:lnTo>
                    <a:pt x="8591" y="40624"/>
                  </a:lnTo>
                  <a:lnTo>
                    <a:pt x="8942" y="29245"/>
                  </a:lnTo>
                  <a:lnTo>
                    <a:pt x="8591" y="17859"/>
                  </a:lnTo>
                  <a:lnTo>
                    <a:pt x="7633" y="8563"/>
                  </a:lnTo>
                  <a:lnTo>
                    <a:pt x="6212" y="2297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5605780" y="2359114"/>
              <a:ext cx="0" cy="99695"/>
            </a:xfrm>
            <a:custGeom>
              <a:avLst/>
              <a:gdLst/>
              <a:ahLst/>
              <a:cxnLst/>
              <a:rect l="l" t="t" r="r" b="b"/>
              <a:pathLst>
                <a:path w="0" h="99694">
                  <a:moveTo>
                    <a:pt x="0" y="0"/>
                  </a:moveTo>
                  <a:lnTo>
                    <a:pt x="0" y="99567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5751445" y="2397042"/>
              <a:ext cx="9525" cy="59055"/>
            </a:xfrm>
            <a:custGeom>
              <a:avLst/>
              <a:gdLst/>
              <a:ahLst/>
              <a:cxnLst/>
              <a:rect l="l" t="t" r="r" b="b"/>
              <a:pathLst>
                <a:path w="9525" h="59055">
                  <a:moveTo>
                    <a:pt x="4471" y="0"/>
                  </a:moveTo>
                  <a:lnTo>
                    <a:pt x="2729" y="2297"/>
                  </a:lnTo>
                  <a:lnTo>
                    <a:pt x="1308" y="8563"/>
                  </a:lnTo>
                  <a:lnTo>
                    <a:pt x="351" y="17859"/>
                  </a:lnTo>
                  <a:lnTo>
                    <a:pt x="0" y="29245"/>
                  </a:lnTo>
                  <a:lnTo>
                    <a:pt x="351" y="40624"/>
                  </a:lnTo>
                  <a:lnTo>
                    <a:pt x="1308" y="49917"/>
                  </a:lnTo>
                  <a:lnTo>
                    <a:pt x="2729" y="56182"/>
                  </a:lnTo>
                  <a:lnTo>
                    <a:pt x="4471" y="58479"/>
                  </a:lnTo>
                  <a:lnTo>
                    <a:pt x="6212" y="56182"/>
                  </a:lnTo>
                  <a:lnTo>
                    <a:pt x="7633" y="49917"/>
                  </a:lnTo>
                  <a:lnTo>
                    <a:pt x="8591" y="40624"/>
                  </a:lnTo>
                  <a:lnTo>
                    <a:pt x="8942" y="29245"/>
                  </a:lnTo>
                  <a:lnTo>
                    <a:pt x="8591" y="17859"/>
                  </a:lnTo>
                  <a:lnTo>
                    <a:pt x="7633" y="8563"/>
                  </a:lnTo>
                  <a:lnTo>
                    <a:pt x="6212" y="2297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5913956" y="2359114"/>
              <a:ext cx="0" cy="99695"/>
            </a:xfrm>
            <a:custGeom>
              <a:avLst/>
              <a:gdLst/>
              <a:ahLst/>
              <a:cxnLst/>
              <a:rect l="l" t="t" r="r" b="b"/>
              <a:pathLst>
                <a:path w="0" h="99694">
                  <a:moveTo>
                    <a:pt x="0" y="0"/>
                  </a:moveTo>
                  <a:lnTo>
                    <a:pt x="0" y="99567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2780042" y="2397041"/>
              <a:ext cx="3288665" cy="3282950"/>
            </a:xfrm>
            <a:custGeom>
              <a:avLst/>
              <a:gdLst/>
              <a:ahLst/>
              <a:cxnLst/>
              <a:rect l="l" t="t" r="r" b="b"/>
              <a:pathLst>
                <a:path w="3288665" h="3282950">
                  <a:moveTo>
                    <a:pt x="58470" y="3278200"/>
                  </a:moveTo>
                  <a:lnTo>
                    <a:pt x="56172" y="3276460"/>
                  </a:lnTo>
                  <a:lnTo>
                    <a:pt x="49911" y="3275038"/>
                  </a:lnTo>
                  <a:lnTo>
                    <a:pt x="40614" y="3274085"/>
                  </a:lnTo>
                  <a:lnTo>
                    <a:pt x="29235" y="3273729"/>
                  </a:lnTo>
                  <a:lnTo>
                    <a:pt x="17856" y="3274085"/>
                  </a:lnTo>
                  <a:lnTo>
                    <a:pt x="8559" y="3275038"/>
                  </a:lnTo>
                  <a:lnTo>
                    <a:pt x="2298" y="3276460"/>
                  </a:lnTo>
                  <a:lnTo>
                    <a:pt x="0" y="3278200"/>
                  </a:lnTo>
                  <a:lnTo>
                    <a:pt x="2298" y="3279952"/>
                  </a:lnTo>
                  <a:lnTo>
                    <a:pt x="8559" y="3281362"/>
                  </a:lnTo>
                  <a:lnTo>
                    <a:pt x="17856" y="3282327"/>
                  </a:lnTo>
                  <a:lnTo>
                    <a:pt x="29235" y="3282670"/>
                  </a:lnTo>
                  <a:lnTo>
                    <a:pt x="40614" y="3282327"/>
                  </a:lnTo>
                  <a:lnTo>
                    <a:pt x="49911" y="3281362"/>
                  </a:lnTo>
                  <a:lnTo>
                    <a:pt x="56172" y="3279952"/>
                  </a:lnTo>
                  <a:lnTo>
                    <a:pt x="58470" y="3278200"/>
                  </a:lnTo>
                  <a:close/>
                </a:path>
                <a:path w="3288665" h="3282950">
                  <a:moveTo>
                    <a:pt x="3288512" y="29248"/>
                  </a:moveTo>
                  <a:lnTo>
                    <a:pt x="3288157" y="17868"/>
                  </a:lnTo>
                  <a:lnTo>
                    <a:pt x="3287204" y="8572"/>
                  </a:lnTo>
                  <a:lnTo>
                    <a:pt x="3285782" y="2298"/>
                  </a:lnTo>
                  <a:lnTo>
                    <a:pt x="3284042" y="0"/>
                  </a:lnTo>
                  <a:lnTo>
                    <a:pt x="3282302" y="2298"/>
                  </a:lnTo>
                  <a:lnTo>
                    <a:pt x="3280880" y="8572"/>
                  </a:lnTo>
                  <a:lnTo>
                    <a:pt x="3279927" y="17868"/>
                  </a:lnTo>
                  <a:lnTo>
                    <a:pt x="3279571" y="29248"/>
                  </a:lnTo>
                  <a:lnTo>
                    <a:pt x="3279927" y="40627"/>
                  </a:lnTo>
                  <a:lnTo>
                    <a:pt x="3280880" y="49923"/>
                  </a:lnTo>
                  <a:lnTo>
                    <a:pt x="3282302" y="56184"/>
                  </a:lnTo>
                  <a:lnTo>
                    <a:pt x="3284042" y="58483"/>
                  </a:lnTo>
                  <a:lnTo>
                    <a:pt x="3285782" y="56184"/>
                  </a:lnTo>
                  <a:lnTo>
                    <a:pt x="3287204" y="49923"/>
                  </a:lnTo>
                  <a:lnTo>
                    <a:pt x="3288157" y="40627"/>
                  </a:lnTo>
                  <a:lnTo>
                    <a:pt x="3288512" y="29248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2742111" y="5517203"/>
              <a:ext cx="99695" cy="0"/>
            </a:xfrm>
            <a:custGeom>
              <a:avLst/>
              <a:gdLst/>
              <a:ahLst/>
              <a:cxnLst/>
              <a:rect l="l" t="t" r="r" b="b"/>
              <a:pathLst>
                <a:path w="99694" h="0">
                  <a:moveTo>
                    <a:pt x="0" y="0"/>
                  </a:moveTo>
                  <a:lnTo>
                    <a:pt x="99567" y="0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2780048" y="5362595"/>
              <a:ext cx="59055" cy="9525"/>
            </a:xfrm>
            <a:custGeom>
              <a:avLst/>
              <a:gdLst/>
              <a:ahLst/>
              <a:cxnLst/>
              <a:rect l="l" t="t" r="r" b="b"/>
              <a:pathLst>
                <a:path w="59055" h="9525">
                  <a:moveTo>
                    <a:pt x="29234" y="0"/>
                  </a:moveTo>
                  <a:lnTo>
                    <a:pt x="17850" y="351"/>
                  </a:lnTo>
                  <a:lnTo>
                    <a:pt x="8558" y="1308"/>
                  </a:lnTo>
                  <a:lnTo>
                    <a:pt x="2295" y="2729"/>
                  </a:lnTo>
                  <a:lnTo>
                    <a:pt x="0" y="4471"/>
                  </a:lnTo>
                  <a:lnTo>
                    <a:pt x="2295" y="6212"/>
                  </a:lnTo>
                  <a:lnTo>
                    <a:pt x="8558" y="7633"/>
                  </a:lnTo>
                  <a:lnTo>
                    <a:pt x="17850" y="8591"/>
                  </a:lnTo>
                  <a:lnTo>
                    <a:pt x="29234" y="8942"/>
                  </a:lnTo>
                  <a:lnTo>
                    <a:pt x="40614" y="8591"/>
                  </a:lnTo>
                  <a:lnTo>
                    <a:pt x="49906" y="7633"/>
                  </a:lnTo>
                  <a:lnTo>
                    <a:pt x="56172" y="6212"/>
                  </a:lnTo>
                  <a:lnTo>
                    <a:pt x="58469" y="4471"/>
                  </a:lnTo>
                  <a:lnTo>
                    <a:pt x="56172" y="2729"/>
                  </a:lnTo>
                  <a:lnTo>
                    <a:pt x="49906" y="1308"/>
                  </a:lnTo>
                  <a:lnTo>
                    <a:pt x="40614" y="351"/>
                  </a:lnTo>
                  <a:lnTo>
                    <a:pt x="29234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2742111" y="5209026"/>
              <a:ext cx="99695" cy="0"/>
            </a:xfrm>
            <a:custGeom>
              <a:avLst/>
              <a:gdLst/>
              <a:ahLst/>
              <a:cxnLst/>
              <a:rect l="l" t="t" r="r" b="b"/>
              <a:pathLst>
                <a:path w="99694" h="0">
                  <a:moveTo>
                    <a:pt x="0" y="0"/>
                  </a:moveTo>
                  <a:lnTo>
                    <a:pt x="99567" y="0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2780048" y="5054418"/>
              <a:ext cx="59055" cy="9525"/>
            </a:xfrm>
            <a:custGeom>
              <a:avLst/>
              <a:gdLst/>
              <a:ahLst/>
              <a:cxnLst/>
              <a:rect l="l" t="t" r="r" b="b"/>
              <a:pathLst>
                <a:path w="59055" h="9525">
                  <a:moveTo>
                    <a:pt x="29234" y="0"/>
                  </a:moveTo>
                  <a:lnTo>
                    <a:pt x="17850" y="351"/>
                  </a:lnTo>
                  <a:lnTo>
                    <a:pt x="8558" y="1308"/>
                  </a:lnTo>
                  <a:lnTo>
                    <a:pt x="2295" y="2729"/>
                  </a:lnTo>
                  <a:lnTo>
                    <a:pt x="0" y="4471"/>
                  </a:lnTo>
                  <a:lnTo>
                    <a:pt x="2295" y="6212"/>
                  </a:lnTo>
                  <a:lnTo>
                    <a:pt x="8558" y="7633"/>
                  </a:lnTo>
                  <a:lnTo>
                    <a:pt x="17850" y="8591"/>
                  </a:lnTo>
                  <a:lnTo>
                    <a:pt x="29234" y="8942"/>
                  </a:lnTo>
                  <a:lnTo>
                    <a:pt x="40614" y="8591"/>
                  </a:lnTo>
                  <a:lnTo>
                    <a:pt x="49906" y="7633"/>
                  </a:lnTo>
                  <a:lnTo>
                    <a:pt x="56172" y="6212"/>
                  </a:lnTo>
                  <a:lnTo>
                    <a:pt x="58469" y="4471"/>
                  </a:lnTo>
                  <a:lnTo>
                    <a:pt x="56172" y="2729"/>
                  </a:lnTo>
                  <a:lnTo>
                    <a:pt x="49906" y="1308"/>
                  </a:lnTo>
                  <a:lnTo>
                    <a:pt x="40614" y="351"/>
                  </a:lnTo>
                  <a:lnTo>
                    <a:pt x="29234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2742111" y="4900851"/>
              <a:ext cx="99695" cy="0"/>
            </a:xfrm>
            <a:custGeom>
              <a:avLst/>
              <a:gdLst/>
              <a:ahLst/>
              <a:cxnLst/>
              <a:rect l="l" t="t" r="r" b="b"/>
              <a:pathLst>
                <a:path w="99694" h="0">
                  <a:moveTo>
                    <a:pt x="0" y="0"/>
                  </a:moveTo>
                  <a:lnTo>
                    <a:pt x="99567" y="0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2780048" y="4746243"/>
              <a:ext cx="59055" cy="9525"/>
            </a:xfrm>
            <a:custGeom>
              <a:avLst/>
              <a:gdLst/>
              <a:ahLst/>
              <a:cxnLst/>
              <a:rect l="l" t="t" r="r" b="b"/>
              <a:pathLst>
                <a:path w="59055" h="9525">
                  <a:moveTo>
                    <a:pt x="29234" y="0"/>
                  </a:moveTo>
                  <a:lnTo>
                    <a:pt x="17850" y="351"/>
                  </a:lnTo>
                  <a:lnTo>
                    <a:pt x="8558" y="1308"/>
                  </a:lnTo>
                  <a:lnTo>
                    <a:pt x="2295" y="2729"/>
                  </a:lnTo>
                  <a:lnTo>
                    <a:pt x="0" y="4471"/>
                  </a:lnTo>
                  <a:lnTo>
                    <a:pt x="2295" y="6212"/>
                  </a:lnTo>
                  <a:lnTo>
                    <a:pt x="8558" y="7633"/>
                  </a:lnTo>
                  <a:lnTo>
                    <a:pt x="17850" y="8591"/>
                  </a:lnTo>
                  <a:lnTo>
                    <a:pt x="29234" y="8942"/>
                  </a:lnTo>
                  <a:lnTo>
                    <a:pt x="40614" y="8591"/>
                  </a:lnTo>
                  <a:lnTo>
                    <a:pt x="49906" y="7633"/>
                  </a:lnTo>
                  <a:lnTo>
                    <a:pt x="56172" y="6212"/>
                  </a:lnTo>
                  <a:lnTo>
                    <a:pt x="58469" y="4471"/>
                  </a:lnTo>
                  <a:lnTo>
                    <a:pt x="56172" y="2729"/>
                  </a:lnTo>
                  <a:lnTo>
                    <a:pt x="49906" y="1308"/>
                  </a:lnTo>
                  <a:lnTo>
                    <a:pt x="40614" y="351"/>
                  </a:lnTo>
                  <a:lnTo>
                    <a:pt x="29234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2742111" y="4592674"/>
              <a:ext cx="99695" cy="0"/>
            </a:xfrm>
            <a:custGeom>
              <a:avLst/>
              <a:gdLst/>
              <a:ahLst/>
              <a:cxnLst/>
              <a:rect l="l" t="t" r="r" b="b"/>
              <a:pathLst>
                <a:path w="99694" h="0">
                  <a:moveTo>
                    <a:pt x="0" y="0"/>
                  </a:moveTo>
                  <a:lnTo>
                    <a:pt x="99567" y="0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2780048" y="4438066"/>
              <a:ext cx="59055" cy="9525"/>
            </a:xfrm>
            <a:custGeom>
              <a:avLst/>
              <a:gdLst/>
              <a:ahLst/>
              <a:cxnLst/>
              <a:rect l="l" t="t" r="r" b="b"/>
              <a:pathLst>
                <a:path w="59055" h="9525">
                  <a:moveTo>
                    <a:pt x="29234" y="0"/>
                  </a:moveTo>
                  <a:lnTo>
                    <a:pt x="17850" y="351"/>
                  </a:lnTo>
                  <a:lnTo>
                    <a:pt x="8558" y="1308"/>
                  </a:lnTo>
                  <a:lnTo>
                    <a:pt x="2295" y="2729"/>
                  </a:lnTo>
                  <a:lnTo>
                    <a:pt x="0" y="4471"/>
                  </a:lnTo>
                  <a:lnTo>
                    <a:pt x="2295" y="6212"/>
                  </a:lnTo>
                  <a:lnTo>
                    <a:pt x="8558" y="7633"/>
                  </a:lnTo>
                  <a:lnTo>
                    <a:pt x="17850" y="8591"/>
                  </a:lnTo>
                  <a:lnTo>
                    <a:pt x="29234" y="8942"/>
                  </a:lnTo>
                  <a:lnTo>
                    <a:pt x="40614" y="8591"/>
                  </a:lnTo>
                  <a:lnTo>
                    <a:pt x="49906" y="7633"/>
                  </a:lnTo>
                  <a:lnTo>
                    <a:pt x="56172" y="6212"/>
                  </a:lnTo>
                  <a:lnTo>
                    <a:pt x="58469" y="4471"/>
                  </a:lnTo>
                  <a:lnTo>
                    <a:pt x="56172" y="2729"/>
                  </a:lnTo>
                  <a:lnTo>
                    <a:pt x="49906" y="1308"/>
                  </a:lnTo>
                  <a:lnTo>
                    <a:pt x="40614" y="351"/>
                  </a:lnTo>
                  <a:lnTo>
                    <a:pt x="29234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2742111" y="4284499"/>
              <a:ext cx="99695" cy="0"/>
            </a:xfrm>
            <a:custGeom>
              <a:avLst/>
              <a:gdLst/>
              <a:ahLst/>
              <a:cxnLst/>
              <a:rect l="l" t="t" r="r" b="b"/>
              <a:pathLst>
                <a:path w="99694" h="0">
                  <a:moveTo>
                    <a:pt x="0" y="0"/>
                  </a:moveTo>
                  <a:lnTo>
                    <a:pt x="99567" y="0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2780048" y="4129889"/>
              <a:ext cx="59055" cy="9525"/>
            </a:xfrm>
            <a:custGeom>
              <a:avLst/>
              <a:gdLst/>
              <a:ahLst/>
              <a:cxnLst/>
              <a:rect l="l" t="t" r="r" b="b"/>
              <a:pathLst>
                <a:path w="59055" h="9525">
                  <a:moveTo>
                    <a:pt x="29234" y="0"/>
                  </a:moveTo>
                  <a:lnTo>
                    <a:pt x="17850" y="351"/>
                  </a:lnTo>
                  <a:lnTo>
                    <a:pt x="8558" y="1308"/>
                  </a:lnTo>
                  <a:lnTo>
                    <a:pt x="2295" y="2729"/>
                  </a:lnTo>
                  <a:lnTo>
                    <a:pt x="0" y="4471"/>
                  </a:lnTo>
                  <a:lnTo>
                    <a:pt x="2295" y="6212"/>
                  </a:lnTo>
                  <a:lnTo>
                    <a:pt x="8558" y="7633"/>
                  </a:lnTo>
                  <a:lnTo>
                    <a:pt x="17850" y="8591"/>
                  </a:lnTo>
                  <a:lnTo>
                    <a:pt x="29234" y="8942"/>
                  </a:lnTo>
                  <a:lnTo>
                    <a:pt x="40614" y="8591"/>
                  </a:lnTo>
                  <a:lnTo>
                    <a:pt x="49906" y="7633"/>
                  </a:lnTo>
                  <a:lnTo>
                    <a:pt x="56172" y="6212"/>
                  </a:lnTo>
                  <a:lnTo>
                    <a:pt x="58469" y="4471"/>
                  </a:lnTo>
                  <a:lnTo>
                    <a:pt x="56172" y="2729"/>
                  </a:lnTo>
                  <a:lnTo>
                    <a:pt x="49906" y="1308"/>
                  </a:lnTo>
                  <a:lnTo>
                    <a:pt x="40614" y="351"/>
                  </a:lnTo>
                  <a:lnTo>
                    <a:pt x="29234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2742111" y="3976322"/>
              <a:ext cx="99695" cy="0"/>
            </a:xfrm>
            <a:custGeom>
              <a:avLst/>
              <a:gdLst/>
              <a:ahLst/>
              <a:cxnLst/>
              <a:rect l="l" t="t" r="r" b="b"/>
              <a:pathLst>
                <a:path w="99694" h="0">
                  <a:moveTo>
                    <a:pt x="0" y="0"/>
                  </a:moveTo>
                  <a:lnTo>
                    <a:pt x="99567" y="0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2780048" y="3821714"/>
              <a:ext cx="59055" cy="9525"/>
            </a:xfrm>
            <a:custGeom>
              <a:avLst/>
              <a:gdLst/>
              <a:ahLst/>
              <a:cxnLst/>
              <a:rect l="l" t="t" r="r" b="b"/>
              <a:pathLst>
                <a:path w="59055" h="9525">
                  <a:moveTo>
                    <a:pt x="29234" y="0"/>
                  </a:moveTo>
                  <a:lnTo>
                    <a:pt x="17850" y="351"/>
                  </a:lnTo>
                  <a:lnTo>
                    <a:pt x="8558" y="1308"/>
                  </a:lnTo>
                  <a:lnTo>
                    <a:pt x="2295" y="2729"/>
                  </a:lnTo>
                  <a:lnTo>
                    <a:pt x="0" y="4471"/>
                  </a:lnTo>
                  <a:lnTo>
                    <a:pt x="2295" y="6212"/>
                  </a:lnTo>
                  <a:lnTo>
                    <a:pt x="8558" y="7633"/>
                  </a:lnTo>
                  <a:lnTo>
                    <a:pt x="17850" y="8591"/>
                  </a:lnTo>
                  <a:lnTo>
                    <a:pt x="29234" y="8942"/>
                  </a:lnTo>
                  <a:lnTo>
                    <a:pt x="40614" y="8591"/>
                  </a:lnTo>
                  <a:lnTo>
                    <a:pt x="49906" y="7633"/>
                  </a:lnTo>
                  <a:lnTo>
                    <a:pt x="56172" y="6212"/>
                  </a:lnTo>
                  <a:lnTo>
                    <a:pt x="58469" y="4471"/>
                  </a:lnTo>
                  <a:lnTo>
                    <a:pt x="56172" y="2729"/>
                  </a:lnTo>
                  <a:lnTo>
                    <a:pt x="49906" y="1308"/>
                  </a:lnTo>
                  <a:lnTo>
                    <a:pt x="40614" y="351"/>
                  </a:lnTo>
                  <a:lnTo>
                    <a:pt x="29234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2742111" y="3668147"/>
              <a:ext cx="99695" cy="0"/>
            </a:xfrm>
            <a:custGeom>
              <a:avLst/>
              <a:gdLst/>
              <a:ahLst/>
              <a:cxnLst/>
              <a:rect l="l" t="t" r="r" b="b"/>
              <a:pathLst>
                <a:path w="99694" h="0">
                  <a:moveTo>
                    <a:pt x="0" y="0"/>
                  </a:moveTo>
                  <a:lnTo>
                    <a:pt x="99567" y="0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2780048" y="3513537"/>
              <a:ext cx="59055" cy="9525"/>
            </a:xfrm>
            <a:custGeom>
              <a:avLst/>
              <a:gdLst/>
              <a:ahLst/>
              <a:cxnLst/>
              <a:rect l="l" t="t" r="r" b="b"/>
              <a:pathLst>
                <a:path w="59055" h="9525">
                  <a:moveTo>
                    <a:pt x="29234" y="0"/>
                  </a:moveTo>
                  <a:lnTo>
                    <a:pt x="17850" y="351"/>
                  </a:lnTo>
                  <a:lnTo>
                    <a:pt x="8558" y="1308"/>
                  </a:lnTo>
                  <a:lnTo>
                    <a:pt x="2295" y="2729"/>
                  </a:lnTo>
                  <a:lnTo>
                    <a:pt x="0" y="4471"/>
                  </a:lnTo>
                  <a:lnTo>
                    <a:pt x="2295" y="6212"/>
                  </a:lnTo>
                  <a:lnTo>
                    <a:pt x="8558" y="7633"/>
                  </a:lnTo>
                  <a:lnTo>
                    <a:pt x="17850" y="8591"/>
                  </a:lnTo>
                  <a:lnTo>
                    <a:pt x="29234" y="8942"/>
                  </a:lnTo>
                  <a:lnTo>
                    <a:pt x="40614" y="8591"/>
                  </a:lnTo>
                  <a:lnTo>
                    <a:pt x="49906" y="7633"/>
                  </a:lnTo>
                  <a:lnTo>
                    <a:pt x="56172" y="6212"/>
                  </a:lnTo>
                  <a:lnTo>
                    <a:pt x="58469" y="4471"/>
                  </a:lnTo>
                  <a:lnTo>
                    <a:pt x="56172" y="2729"/>
                  </a:lnTo>
                  <a:lnTo>
                    <a:pt x="49906" y="1308"/>
                  </a:lnTo>
                  <a:lnTo>
                    <a:pt x="40614" y="351"/>
                  </a:lnTo>
                  <a:lnTo>
                    <a:pt x="29234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2742111" y="3359970"/>
              <a:ext cx="99695" cy="0"/>
            </a:xfrm>
            <a:custGeom>
              <a:avLst/>
              <a:gdLst/>
              <a:ahLst/>
              <a:cxnLst/>
              <a:rect l="l" t="t" r="r" b="b"/>
              <a:pathLst>
                <a:path w="99694" h="0">
                  <a:moveTo>
                    <a:pt x="0" y="0"/>
                  </a:moveTo>
                  <a:lnTo>
                    <a:pt x="99567" y="0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2780048" y="3205363"/>
              <a:ext cx="59055" cy="9525"/>
            </a:xfrm>
            <a:custGeom>
              <a:avLst/>
              <a:gdLst/>
              <a:ahLst/>
              <a:cxnLst/>
              <a:rect l="l" t="t" r="r" b="b"/>
              <a:pathLst>
                <a:path w="59055" h="9525">
                  <a:moveTo>
                    <a:pt x="29234" y="0"/>
                  </a:moveTo>
                  <a:lnTo>
                    <a:pt x="17850" y="351"/>
                  </a:lnTo>
                  <a:lnTo>
                    <a:pt x="8558" y="1308"/>
                  </a:lnTo>
                  <a:lnTo>
                    <a:pt x="2295" y="2729"/>
                  </a:lnTo>
                  <a:lnTo>
                    <a:pt x="0" y="4471"/>
                  </a:lnTo>
                  <a:lnTo>
                    <a:pt x="2295" y="6212"/>
                  </a:lnTo>
                  <a:lnTo>
                    <a:pt x="8558" y="7633"/>
                  </a:lnTo>
                  <a:lnTo>
                    <a:pt x="17850" y="8591"/>
                  </a:lnTo>
                  <a:lnTo>
                    <a:pt x="29234" y="8942"/>
                  </a:lnTo>
                  <a:lnTo>
                    <a:pt x="40614" y="8591"/>
                  </a:lnTo>
                  <a:lnTo>
                    <a:pt x="49906" y="7633"/>
                  </a:lnTo>
                  <a:lnTo>
                    <a:pt x="56172" y="6212"/>
                  </a:lnTo>
                  <a:lnTo>
                    <a:pt x="58469" y="4471"/>
                  </a:lnTo>
                  <a:lnTo>
                    <a:pt x="56172" y="2729"/>
                  </a:lnTo>
                  <a:lnTo>
                    <a:pt x="49906" y="1308"/>
                  </a:lnTo>
                  <a:lnTo>
                    <a:pt x="40614" y="351"/>
                  </a:lnTo>
                  <a:lnTo>
                    <a:pt x="29234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2742111" y="3051794"/>
              <a:ext cx="99695" cy="0"/>
            </a:xfrm>
            <a:custGeom>
              <a:avLst/>
              <a:gdLst/>
              <a:ahLst/>
              <a:cxnLst/>
              <a:rect l="l" t="t" r="r" b="b"/>
              <a:pathLst>
                <a:path w="99694" h="0">
                  <a:moveTo>
                    <a:pt x="0" y="0"/>
                  </a:moveTo>
                  <a:lnTo>
                    <a:pt x="99567" y="0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2780048" y="2897186"/>
              <a:ext cx="59055" cy="9525"/>
            </a:xfrm>
            <a:custGeom>
              <a:avLst/>
              <a:gdLst/>
              <a:ahLst/>
              <a:cxnLst/>
              <a:rect l="l" t="t" r="r" b="b"/>
              <a:pathLst>
                <a:path w="59055" h="9525">
                  <a:moveTo>
                    <a:pt x="29234" y="0"/>
                  </a:moveTo>
                  <a:lnTo>
                    <a:pt x="17850" y="351"/>
                  </a:lnTo>
                  <a:lnTo>
                    <a:pt x="8558" y="1308"/>
                  </a:lnTo>
                  <a:lnTo>
                    <a:pt x="2295" y="2729"/>
                  </a:lnTo>
                  <a:lnTo>
                    <a:pt x="0" y="4471"/>
                  </a:lnTo>
                  <a:lnTo>
                    <a:pt x="2295" y="6212"/>
                  </a:lnTo>
                  <a:lnTo>
                    <a:pt x="8558" y="7633"/>
                  </a:lnTo>
                  <a:lnTo>
                    <a:pt x="17850" y="8591"/>
                  </a:lnTo>
                  <a:lnTo>
                    <a:pt x="29234" y="8942"/>
                  </a:lnTo>
                  <a:lnTo>
                    <a:pt x="40614" y="8591"/>
                  </a:lnTo>
                  <a:lnTo>
                    <a:pt x="49906" y="7633"/>
                  </a:lnTo>
                  <a:lnTo>
                    <a:pt x="56172" y="6212"/>
                  </a:lnTo>
                  <a:lnTo>
                    <a:pt x="58469" y="4471"/>
                  </a:lnTo>
                  <a:lnTo>
                    <a:pt x="56172" y="2729"/>
                  </a:lnTo>
                  <a:lnTo>
                    <a:pt x="49906" y="1308"/>
                  </a:lnTo>
                  <a:lnTo>
                    <a:pt x="40614" y="351"/>
                  </a:lnTo>
                  <a:lnTo>
                    <a:pt x="29234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2742111" y="2743619"/>
              <a:ext cx="99695" cy="0"/>
            </a:xfrm>
            <a:custGeom>
              <a:avLst/>
              <a:gdLst/>
              <a:ahLst/>
              <a:cxnLst/>
              <a:rect l="l" t="t" r="r" b="b"/>
              <a:pathLst>
                <a:path w="99694" h="0">
                  <a:moveTo>
                    <a:pt x="0" y="0"/>
                  </a:moveTo>
                  <a:lnTo>
                    <a:pt x="99567" y="0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2668917" y="2158789"/>
              <a:ext cx="3767454" cy="3608704"/>
            </a:xfrm>
            <a:custGeom>
              <a:avLst/>
              <a:gdLst/>
              <a:ahLst/>
              <a:cxnLst/>
              <a:rect l="l" t="t" r="r" b="b"/>
              <a:pathLst>
                <a:path w="3767454" h="3608704">
                  <a:moveTo>
                    <a:pt x="169595" y="434695"/>
                  </a:moveTo>
                  <a:lnTo>
                    <a:pt x="167297" y="432955"/>
                  </a:lnTo>
                  <a:lnTo>
                    <a:pt x="161036" y="431533"/>
                  </a:lnTo>
                  <a:lnTo>
                    <a:pt x="151739" y="430580"/>
                  </a:lnTo>
                  <a:lnTo>
                    <a:pt x="140360" y="430225"/>
                  </a:lnTo>
                  <a:lnTo>
                    <a:pt x="128981" y="430580"/>
                  </a:lnTo>
                  <a:lnTo>
                    <a:pt x="119684" y="431533"/>
                  </a:lnTo>
                  <a:lnTo>
                    <a:pt x="113423" y="432955"/>
                  </a:lnTo>
                  <a:lnTo>
                    <a:pt x="111125" y="434695"/>
                  </a:lnTo>
                  <a:lnTo>
                    <a:pt x="113423" y="436435"/>
                  </a:lnTo>
                  <a:lnTo>
                    <a:pt x="119684" y="437857"/>
                  </a:lnTo>
                  <a:lnTo>
                    <a:pt x="128981" y="438823"/>
                  </a:lnTo>
                  <a:lnTo>
                    <a:pt x="140360" y="439166"/>
                  </a:lnTo>
                  <a:lnTo>
                    <a:pt x="151739" y="438823"/>
                  </a:lnTo>
                  <a:lnTo>
                    <a:pt x="161036" y="437857"/>
                  </a:lnTo>
                  <a:lnTo>
                    <a:pt x="167297" y="436435"/>
                  </a:lnTo>
                  <a:lnTo>
                    <a:pt x="169595" y="434695"/>
                  </a:lnTo>
                  <a:close/>
                </a:path>
                <a:path w="3767454" h="3608704">
                  <a:moveTo>
                    <a:pt x="3767429" y="1905"/>
                  </a:moveTo>
                  <a:lnTo>
                    <a:pt x="3755885" y="1905"/>
                  </a:lnTo>
                  <a:lnTo>
                    <a:pt x="3755885" y="3596500"/>
                  </a:lnTo>
                  <a:lnTo>
                    <a:pt x="3754209" y="3596284"/>
                  </a:lnTo>
                  <a:lnTo>
                    <a:pt x="3751186" y="3596170"/>
                  </a:lnTo>
                  <a:lnTo>
                    <a:pt x="3737826" y="3595840"/>
                  </a:lnTo>
                  <a:lnTo>
                    <a:pt x="25107" y="3584841"/>
                  </a:lnTo>
                  <a:lnTo>
                    <a:pt x="26822" y="26835"/>
                  </a:lnTo>
                  <a:lnTo>
                    <a:pt x="13423" y="26835"/>
                  </a:lnTo>
                  <a:lnTo>
                    <a:pt x="26822" y="26822"/>
                  </a:lnTo>
                  <a:lnTo>
                    <a:pt x="3744404" y="24930"/>
                  </a:lnTo>
                  <a:lnTo>
                    <a:pt x="3750272" y="2608364"/>
                  </a:lnTo>
                  <a:lnTo>
                    <a:pt x="3753256" y="3336925"/>
                  </a:lnTo>
                  <a:lnTo>
                    <a:pt x="3754602" y="3529546"/>
                  </a:lnTo>
                  <a:lnTo>
                    <a:pt x="3755237" y="3579266"/>
                  </a:lnTo>
                  <a:lnTo>
                    <a:pt x="3755885" y="1905"/>
                  </a:lnTo>
                  <a:lnTo>
                    <a:pt x="0" y="0"/>
                  </a:lnTo>
                  <a:lnTo>
                    <a:pt x="1739" y="3608209"/>
                  </a:lnTo>
                  <a:lnTo>
                    <a:pt x="3688308" y="3597821"/>
                  </a:lnTo>
                  <a:lnTo>
                    <a:pt x="3739146" y="3597160"/>
                  </a:lnTo>
                  <a:lnTo>
                    <a:pt x="3756012" y="3596602"/>
                  </a:lnTo>
                  <a:lnTo>
                    <a:pt x="3756114" y="3595179"/>
                  </a:lnTo>
                  <a:lnTo>
                    <a:pt x="3757180" y="3532073"/>
                  </a:lnTo>
                  <a:lnTo>
                    <a:pt x="3758514" y="3341662"/>
                  </a:lnTo>
                  <a:lnTo>
                    <a:pt x="3761511" y="2615679"/>
                  </a:lnTo>
                  <a:lnTo>
                    <a:pt x="3767404" y="13411"/>
                  </a:lnTo>
                  <a:lnTo>
                    <a:pt x="3767429" y="1905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06" name="object 30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40552" y="4102245"/>
            <a:ext cx="1513161" cy="1823138"/>
          </a:xfrm>
          <a:prstGeom prst="rect">
            <a:avLst/>
          </a:prstGeom>
        </p:spPr>
      </p:pic>
      <p:grpSp>
        <p:nvGrpSpPr>
          <p:cNvPr id="307" name="object 307" descr=""/>
          <p:cNvGrpSpPr/>
          <p:nvPr/>
        </p:nvGrpSpPr>
        <p:grpSpPr>
          <a:xfrm>
            <a:off x="1784871" y="5517701"/>
            <a:ext cx="1986914" cy="4164329"/>
            <a:chOff x="1784871" y="5517701"/>
            <a:chExt cx="1986914" cy="4164329"/>
          </a:xfrm>
        </p:grpSpPr>
        <p:sp>
          <p:nvSpPr>
            <p:cNvPr id="308" name="object 308" descr=""/>
            <p:cNvSpPr/>
            <p:nvPr/>
          </p:nvSpPr>
          <p:spPr>
            <a:xfrm>
              <a:off x="1963991" y="7930788"/>
              <a:ext cx="1504315" cy="1610360"/>
            </a:xfrm>
            <a:custGeom>
              <a:avLst/>
              <a:gdLst/>
              <a:ahLst/>
              <a:cxnLst/>
              <a:rect l="l" t="t" r="r" b="b"/>
              <a:pathLst>
                <a:path w="1504314" h="1610359">
                  <a:moveTo>
                    <a:pt x="1504200" y="0"/>
                  </a:moveTo>
                  <a:lnTo>
                    <a:pt x="0" y="1143"/>
                  </a:lnTo>
                  <a:lnTo>
                    <a:pt x="66471" y="28600"/>
                  </a:lnTo>
                  <a:lnTo>
                    <a:pt x="238899" y="89014"/>
                  </a:lnTo>
                  <a:lnTo>
                    <a:pt x="476796" y="149428"/>
                  </a:lnTo>
                  <a:lnTo>
                    <a:pt x="700189" y="172770"/>
                  </a:lnTo>
                  <a:lnTo>
                    <a:pt x="700189" y="1518069"/>
                  </a:lnTo>
                  <a:lnTo>
                    <a:pt x="104635" y="1518069"/>
                  </a:lnTo>
                  <a:lnTo>
                    <a:pt x="104635" y="1609890"/>
                  </a:lnTo>
                  <a:lnTo>
                    <a:pt x="1431645" y="1609890"/>
                  </a:lnTo>
                  <a:lnTo>
                    <a:pt x="1431645" y="1518069"/>
                  </a:lnTo>
                  <a:lnTo>
                    <a:pt x="849706" y="1518069"/>
                  </a:lnTo>
                  <a:lnTo>
                    <a:pt x="849706" y="175526"/>
                  </a:lnTo>
                  <a:lnTo>
                    <a:pt x="963663" y="174117"/>
                  </a:lnTo>
                  <a:lnTo>
                    <a:pt x="1117968" y="154774"/>
                  </a:lnTo>
                  <a:lnTo>
                    <a:pt x="1274267" y="102260"/>
                  </a:lnTo>
                  <a:lnTo>
                    <a:pt x="150420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9" name="object 30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40064" y="9478958"/>
              <a:ext cx="202548" cy="202548"/>
            </a:xfrm>
            <a:prstGeom prst="rect">
              <a:avLst/>
            </a:prstGeom>
          </p:spPr>
        </p:pic>
        <p:pic>
          <p:nvPicPr>
            <p:cNvPr id="310" name="object 31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50412" y="9478958"/>
              <a:ext cx="202548" cy="202548"/>
            </a:xfrm>
            <a:prstGeom prst="rect">
              <a:avLst/>
            </a:prstGeom>
          </p:spPr>
        </p:pic>
        <p:pic>
          <p:nvPicPr>
            <p:cNvPr id="311" name="object 31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67369" y="9478958"/>
              <a:ext cx="202548" cy="202548"/>
            </a:xfrm>
            <a:prstGeom prst="rect">
              <a:avLst/>
            </a:prstGeom>
          </p:spPr>
        </p:pic>
        <p:sp>
          <p:nvSpPr>
            <p:cNvPr id="312" name="object 312" descr=""/>
            <p:cNvSpPr/>
            <p:nvPr/>
          </p:nvSpPr>
          <p:spPr>
            <a:xfrm>
              <a:off x="2703652" y="8452376"/>
              <a:ext cx="240665" cy="202565"/>
            </a:xfrm>
            <a:custGeom>
              <a:avLst/>
              <a:gdLst/>
              <a:ahLst/>
              <a:cxnLst/>
              <a:rect l="l" t="t" r="r" b="b"/>
              <a:pathLst>
                <a:path w="240664" h="202565">
                  <a:moveTo>
                    <a:pt x="240385" y="0"/>
                  </a:moveTo>
                  <a:lnTo>
                    <a:pt x="166331" y="0"/>
                  </a:lnTo>
                  <a:lnTo>
                    <a:pt x="166331" y="58915"/>
                  </a:lnTo>
                  <a:lnTo>
                    <a:pt x="0" y="58915"/>
                  </a:lnTo>
                  <a:lnTo>
                    <a:pt x="0" y="143078"/>
                  </a:lnTo>
                  <a:lnTo>
                    <a:pt x="166331" y="143078"/>
                  </a:lnTo>
                  <a:lnTo>
                    <a:pt x="166331" y="201980"/>
                  </a:lnTo>
                  <a:lnTo>
                    <a:pt x="240385" y="201980"/>
                  </a:lnTo>
                  <a:lnTo>
                    <a:pt x="240385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784870" y="5517711"/>
              <a:ext cx="1918970" cy="2413635"/>
            </a:xfrm>
            <a:custGeom>
              <a:avLst/>
              <a:gdLst/>
              <a:ahLst/>
              <a:cxnLst/>
              <a:rect l="l" t="t" r="r" b="b"/>
              <a:pathLst>
                <a:path w="1918970" h="2413634">
                  <a:moveTo>
                    <a:pt x="1918360" y="2300668"/>
                  </a:moveTo>
                  <a:lnTo>
                    <a:pt x="1909521" y="2256917"/>
                  </a:lnTo>
                  <a:lnTo>
                    <a:pt x="1885429" y="2221192"/>
                  </a:lnTo>
                  <a:lnTo>
                    <a:pt x="1849704" y="2197112"/>
                  </a:lnTo>
                  <a:lnTo>
                    <a:pt x="1805952" y="2188273"/>
                  </a:lnTo>
                  <a:lnTo>
                    <a:pt x="1576768" y="2188273"/>
                  </a:lnTo>
                  <a:lnTo>
                    <a:pt x="1400454" y="97358"/>
                  </a:lnTo>
                  <a:lnTo>
                    <a:pt x="1389557" y="58610"/>
                  </a:lnTo>
                  <a:lnTo>
                    <a:pt x="1365973" y="27584"/>
                  </a:lnTo>
                  <a:lnTo>
                    <a:pt x="1332826" y="7099"/>
                  </a:lnTo>
                  <a:lnTo>
                    <a:pt x="1293215" y="0"/>
                  </a:lnTo>
                  <a:lnTo>
                    <a:pt x="121513" y="14465"/>
                  </a:lnTo>
                  <a:lnTo>
                    <a:pt x="80759" y="23114"/>
                  </a:lnTo>
                  <a:lnTo>
                    <a:pt x="47485" y="45758"/>
                  </a:lnTo>
                  <a:lnTo>
                    <a:pt x="24980" y="79121"/>
                  </a:lnTo>
                  <a:lnTo>
                    <a:pt x="16522" y="119913"/>
                  </a:lnTo>
                  <a:lnTo>
                    <a:pt x="0" y="2188273"/>
                  </a:lnTo>
                  <a:lnTo>
                    <a:pt x="0" y="2267381"/>
                  </a:lnTo>
                  <a:lnTo>
                    <a:pt x="7429" y="2313432"/>
                  </a:lnTo>
                  <a:lnTo>
                    <a:pt x="28105" y="2353424"/>
                  </a:lnTo>
                  <a:lnTo>
                    <a:pt x="59651" y="2384971"/>
                  </a:lnTo>
                  <a:lnTo>
                    <a:pt x="99644" y="2405646"/>
                  </a:lnTo>
                  <a:lnTo>
                    <a:pt x="145694" y="2413076"/>
                  </a:lnTo>
                  <a:lnTo>
                    <a:pt x="1805952" y="2413076"/>
                  </a:lnTo>
                  <a:lnTo>
                    <a:pt x="1849704" y="2404237"/>
                  </a:lnTo>
                  <a:lnTo>
                    <a:pt x="1885429" y="2380157"/>
                  </a:lnTo>
                  <a:lnTo>
                    <a:pt x="1909521" y="2344420"/>
                  </a:lnTo>
                  <a:lnTo>
                    <a:pt x="1918360" y="2300668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3333202" y="6555156"/>
              <a:ext cx="23495" cy="321945"/>
            </a:xfrm>
            <a:custGeom>
              <a:avLst/>
              <a:gdLst/>
              <a:ahLst/>
              <a:cxnLst/>
              <a:rect l="l" t="t" r="r" b="b"/>
              <a:pathLst>
                <a:path w="23495" h="321945">
                  <a:moveTo>
                    <a:pt x="0" y="0"/>
                  </a:moveTo>
                  <a:lnTo>
                    <a:pt x="23130" y="321529"/>
                  </a:lnTo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2040724" y="7756188"/>
              <a:ext cx="1597660" cy="7620"/>
            </a:xfrm>
            <a:custGeom>
              <a:avLst/>
              <a:gdLst/>
              <a:ahLst/>
              <a:cxnLst/>
              <a:rect l="l" t="t" r="r" b="b"/>
              <a:pathLst>
                <a:path w="1597660" h="7620">
                  <a:moveTo>
                    <a:pt x="1597088" y="2540"/>
                  </a:moveTo>
                  <a:lnTo>
                    <a:pt x="1514055" y="2540"/>
                  </a:lnTo>
                  <a:lnTo>
                    <a:pt x="1514055" y="1270"/>
                  </a:lnTo>
                  <a:lnTo>
                    <a:pt x="1324394" y="1270"/>
                  </a:lnTo>
                  <a:lnTo>
                    <a:pt x="1324394" y="0"/>
                  </a:lnTo>
                  <a:lnTo>
                    <a:pt x="284937" y="0"/>
                  </a:lnTo>
                  <a:lnTo>
                    <a:pt x="284937" y="1270"/>
                  </a:lnTo>
                  <a:lnTo>
                    <a:pt x="79946" y="1270"/>
                  </a:lnTo>
                  <a:lnTo>
                    <a:pt x="79946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83019" y="5080"/>
                  </a:lnTo>
                  <a:lnTo>
                    <a:pt x="83019" y="6350"/>
                  </a:lnTo>
                  <a:lnTo>
                    <a:pt x="272669" y="6350"/>
                  </a:lnTo>
                  <a:lnTo>
                    <a:pt x="272669" y="7620"/>
                  </a:lnTo>
                  <a:lnTo>
                    <a:pt x="1312125" y="7620"/>
                  </a:lnTo>
                  <a:lnTo>
                    <a:pt x="1312125" y="6350"/>
                  </a:lnTo>
                  <a:lnTo>
                    <a:pt x="1517129" y="6350"/>
                  </a:lnTo>
                  <a:lnTo>
                    <a:pt x="1517129" y="5080"/>
                  </a:lnTo>
                  <a:lnTo>
                    <a:pt x="1597088" y="5080"/>
                  </a:lnTo>
                  <a:lnTo>
                    <a:pt x="1597088" y="3810"/>
                  </a:lnTo>
                  <a:lnTo>
                    <a:pt x="1597088" y="254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2025372" y="6879249"/>
              <a:ext cx="0" cy="872490"/>
            </a:xfrm>
            <a:custGeom>
              <a:avLst/>
              <a:gdLst/>
              <a:ahLst/>
              <a:cxnLst/>
              <a:rect l="l" t="t" r="r" b="b"/>
              <a:pathLst>
                <a:path w="0" h="872490">
                  <a:moveTo>
                    <a:pt x="0" y="0"/>
                  </a:moveTo>
                  <a:lnTo>
                    <a:pt x="0" y="872489"/>
                  </a:lnTo>
                </a:path>
              </a:pathLst>
            </a:custGeom>
            <a:ln w="7327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799437" y="6728286"/>
              <a:ext cx="1017905" cy="1203325"/>
            </a:xfrm>
            <a:custGeom>
              <a:avLst/>
              <a:gdLst/>
              <a:ahLst/>
              <a:cxnLst/>
              <a:rect l="l" t="t" r="r" b="b"/>
              <a:pathLst>
                <a:path w="1017905" h="1203325">
                  <a:moveTo>
                    <a:pt x="0" y="0"/>
                  </a:moveTo>
                  <a:lnTo>
                    <a:pt x="12188" y="148403"/>
                  </a:lnTo>
                  <a:lnTo>
                    <a:pt x="829021" y="158183"/>
                  </a:lnTo>
                  <a:lnTo>
                    <a:pt x="837736" y="160391"/>
                  </a:lnTo>
                  <a:lnTo>
                    <a:pt x="844513" y="165754"/>
                  </a:lnTo>
                  <a:lnTo>
                    <a:pt x="848596" y="173370"/>
                  </a:lnTo>
                  <a:lnTo>
                    <a:pt x="849230" y="182339"/>
                  </a:lnTo>
                  <a:lnTo>
                    <a:pt x="726752" y="1202874"/>
                  </a:lnTo>
                  <a:lnTo>
                    <a:pt x="918506" y="1202874"/>
                  </a:lnTo>
                  <a:lnTo>
                    <a:pt x="1017497" y="79474"/>
                  </a:lnTo>
                  <a:lnTo>
                    <a:pt x="1015057" y="51949"/>
                  </a:lnTo>
                  <a:lnTo>
                    <a:pt x="1002210" y="28677"/>
                  </a:lnTo>
                  <a:lnTo>
                    <a:pt x="981242" y="12335"/>
                  </a:lnTo>
                  <a:lnTo>
                    <a:pt x="954442" y="5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888794" y="6719931"/>
              <a:ext cx="623570" cy="167005"/>
            </a:xfrm>
            <a:custGeom>
              <a:avLst/>
              <a:gdLst/>
              <a:ahLst/>
              <a:cxnLst/>
              <a:rect l="l" t="t" r="r" b="b"/>
              <a:pathLst>
                <a:path w="623569" h="167004">
                  <a:moveTo>
                    <a:pt x="365569" y="4305"/>
                  </a:moveTo>
                  <a:lnTo>
                    <a:pt x="351193" y="2628"/>
                  </a:lnTo>
                  <a:lnTo>
                    <a:pt x="312026" y="1257"/>
                  </a:lnTo>
                  <a:lnTo>
                    <a:pt x="253936" y="330"/>
                  </a:lnTo>
                  <a:lnTo>
                    <a:pt x="182791" y="0"/>
                  </a:lnTo>
                  <a:lnTo>
                    <a:pt x="111633" y="330"/>
                  </a:lnTo>
                  <a:lnTo>
                    <a:pt x="53530" y="1257"/>
                  </a:lnTo>
                  <a:lnTo>
                    <a:pt x="14351" y="2628"/>
                  </a:lnTo>
                  <a:lnTo>
                    <a:pt x="0" y="4305"/>
                  </a:lnTo>
                  <a:lnTo>
                    <a:pt x="14351" y="5981"/>
                  </a:lnTo>
                  <a:lnTo>
                    <a:pt x="53530" y="7340"/>
                  </a:lnTo>
                  <a:lnTo>
                    <a:pt x="111633" y="8267"/>
                  </a:lnTo>
                  <a:lnTo>
                    <a:pt x="182791" y="8610"/>
                  </a:lnTo>
                  <a:lnTo>
                    <a:pt x="253936" y="8267"/>
                  </a:lnTo>
                  <a:lnTo>
                    <a:pt x="312026" y="7340"/>
                  </a:lnTo>
                  <a:lnTo>
                    <a:pt x="351193" y="5981"/>
                  </a:lnTo>
                  <a:lnTo>
                    <a:pt x="365569" y="4305"/>
                  </a:lnTo>
                  <a:close/>
                </a:path>
                <a:path w="623569" h="167004">
                  <a:moveTo>
                    <a:pt x="623506" y="161442"/>
                  </a:moveTo>
                  <a:lnTo>
                    <a:pt x="595744" y="161442"/>
                  </a:lnTo>
                  <a:lnTo>
                    <a:pt x="595744" y="160172"/>
                  </a:lnTo>
                  <a:lnTo>
                    <a:pt x="527596" y="160172"/>
                  </a:lnTo>
                  <a:lnTo>
                    <a:pt x="527596" y="158902"/>
                  </a:lnTo>
                  <a:lnTo>
                    <a:pt x="118224" y="158902"/>
                  </a:lnTo>
                  <a:lnTo>
                    <a:pt x="118224" y="160172"/>
                  </a:lnTo>
                  <a:lnTo>
                    <a:pt x="50088" y="160172"/>
                  </a:lnTo>
                  <a:lnTo>
                    <a:pt x="50088" y="161442"/>
                  </a:lnTo>
                  <a:lnTo>
                    <a:pt x="22326" y="161442"/>
                  </a:lnTo>
                  <a:lnTo>
                    <a:pt x="22326" y="162712"/>
                  </a:lnTo>
                  <a:lnTo>
                    <a:pt x="22326" y="163982"/>
                  </a:lnTo>
                  <a:lnTo>
                    <a:pt x="50088" y="163982"/>
                  </a:lnTo>
                  <a:lnTo>
                    <a:pt x="50088" y="165252"/>
                  </a:lnTo>
                  <a:lnTo>
                    <a:pt x="118224" y="165252"/>
                  </a:lnTo>
                  <a:lnTo>
                    <a:pt x="118224" y="166522"/>
                  </a:lnTo>
                  <a:lnTo>
                    <a:pt x="527596" y="166522"/>
                  </a:lnTo>
                  <a:lnTo>
                    <a:pt x="527596" y="165252"/>
                  </a:lnTo>
                  <a:lnTo>
                    <a:pt x="595744" y="165252"/>
                  </a:lnTo>
                  <a:lnTo>
                    <a:pt x="595744" y="163982"/>
                  </a:lnTo>
                  <a:lnTo>
                    <a:pt x="623506" y="163982"/>
                  </a:lnTo>
                  <a:lnTo>
                    <a:pt x="623506" y="162712"/>
                  </a:lnTo>
                  <a:lnTo>
                    <a:pt x="623506" y="161442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3261762" y="6574899"/>
              <a:ext cx="505459" cy="143510"/>
            </a:xfrm>
            <a:custGeom>
              <a:avLst/>
              <a:gdLst/>
              <a:ahLst/>
              <a:cxnLst/>
              <a:rect l="l" t="t" r="r" b="b"/>
              <a:pathLst>
                <a:path w="505460" h="143509">
                  <a:moveTo>
                    <a:pt x="248239" y="0"/>
                  </a:moveTo>
                  <a:lnTo>
                    <a:pt x="186503" y="6672"/>
                  </a:lnTo>
                  <a:lnTo>
                    <a:pt x="131899" y="20681"/>
                  </a:lnTo>
                  <a:lnTo>
                    <a:pt x="84466" y="39851"/>
                  </a:lnTo>
                  <a:lnTo>
                    <a:pt x="44244" y="62009"/>
                  </a:lnTo>
                  <a:lnTo>
                    <a:pt x="11272" y="84981"/>
                  </a:lnTo>
                  <a:lnTo>
                    <a:pt x="0" y="101629"/>
                  </a:lnTo>
                  <a:lnTo>
                    <a:pt x="761" y="120273"/>
                  </a:lnTo>
                  <a:lnTo>
                    <a:pt x="11662" y="135478"/>
                  </a:lnTo>
                  <a:lnTo>
                    <a:pt x="30811" y="141807"/>
                  </a:lnTo>
                  <a:lnTo>
                    <a:pt x="473499" y="143409"/>
                  </a:lnTo>
                  <a:lnTo>
                    <a:pt x="491386" y="138088"/>
                  </a:lnTo>
                  <a:lnTo>
                    <a:pt x="502656" y="124754"/>
                  </a:lnTo>
                  <a:lnTo>
                    <a:pt x="505376" y="107562"/>
                  </a:lnTo>
                  <a:lnTo>
                    <a:pt x="497613" y="90667"/>
                  </a:lnTo>
                  <a:lnTo>
                    <a:pt x="446329" y="47049"/>
                  </a:lnTo>
                  <a:lnTo>
                    <a:pt x="409777" y="27471"/>
                  </a:lnTo>
                  <a:lnTo>
                    <a:pt x="365037" y="11862"/>
                  </a:lnTo>
                  <a:lnTo>
                    <a:pt x="311420" y="2084"/>
                  </a:lnTo>
                  <a:lnTo>
                    <a:pt x="248239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3258083" y="6570706"/>
              <a:ext cx="513715" cy="152400"/>
            </a:xfrm>
            <a:custGeom>
              <a:avLst/>
              <a:gdLst/>
              <a:ahLst/>
              <a:cxnLst/>
              <a:rect l="l" t="t" r="r" b="b"/>
              <a:pathLst>
                <a:path w="513714" h="152400">
                  <a:moveTo>
                    <a:pt x="513588" y="118275"/>
                  </a:moveTo>
                  <a:lnTo>
                    <a:pt x="511111" y="102425"/>
                  </a:lnTo>
                  <a:lnTo>
                    <a:pt x="509155" y="97548"/>
                  </a:lnTo>
                  <a:lnTo>
                    <a:pt x="505612" y="92671"/>
                  </a:lnTo>
                  <a:lnTo>
                    <a:pt x="502297" y="89433"/>
                  </a:lnTo>
                  <a:lnTo>
                    <a:pt x="498525" y="85305"/>
                  </a:lnTo>
                  <a:lnTo>
                    <a:pt x="469836" y="59753"/>
                  </a:lnTo>
                  <a:lnTo>
                    <a:pt x="419773" y="29768"/>
                  </a:lnTo>
                  <a:lnTo>
                    <a:pt x="366395" y="11023"/>
                  </a:lnTo>
                  <a:lnTo>
                    <a:pt x="312674" y="1879"/>
                  </a:lnTo>
                  <a:lnTo>
                    <a:pt x="260578" y="0"/>
                  </a:lnTo>
                  <a:lnTo>
                    <a:pt x="211124" y="3657"/>
                  </a:lnTo>
                  <a:lnTo>
                    <a:pt x="165227" y="12522"/>
                  </a:lnTo>
                  <a:lnTo>
                    <a:pt x="123507" y="25476"/>
                  </a:lnTo>
                  <a:lnTo>
                    <a:pt x="86550" y="41376"/>
                  </a:lnTo>
                  <a:lnTo>
                    <a:pt x="40309" y="67945"/>
                  </a:lnTo>
                  <a:lnTo>
                    <a:pt x="5740" y="96037"/>
                  </a:lnTo>
                  <a:lnTo>
                    <a:pt x="0" y="112966"/>
                  </a:lnTo>
                  <a:lnTo>
                    <a:pt x="1511" y="120243"/>
                  </a:lnTo>
                  <a:lnTo>
                    <a:pt x="30416" y="147027"/>
                  </a:lnTo>
                  <a:lnTo>
                    <a:pt x="34480" y="146011"/>
                  </a:lnTo>
                  <a:lnTo>
                    <a:pt x="34480" y="145757"/>
                  </a:lnTo>
                  <a:lnTo>
                    <a:pt x="34531" y="145440"/>
                  </a:lnTo>
                  <a:lnTo>
                    <a:pt x="4927" y="119595"/>
                  </a:lnTo>
                  <a:lnTo>
                    <a:pt x="3822" y="112953"/>
                  </a:lnTo>
                  <a:lnTo>
                    <a:pt x="4914" y="105143"/>
                  </a:lnTo>
                  <a:lnTo>
                    <a:pt x="43230" y="72428"/>
                  </a:lnTo>
                  <a:lnTo>
                    <a:pt x="89293" y="47078"/>
                  </a:lnTo>
                  <a:lnTo>
                    <a:pt x="125869" y="31965"/>
                  </a:lnTo>
                  <a:lnTo>
                    <a:pt x="167005" y="19723"/>
                  </a:lnTo>
                  <a:lnTo>
                    <a:pt x="212140" y="11442"/>
                  </a:lnTo>
                  <a:lnTo>
                    <a:pt x="260718" y="8229"/>
                  </a:lnTo>
                  <a:lnTo>
                    <a:pt x="286016" y="8572"/>
                  </a:lnTo>
                  <a:lnTo>
                    <a:pt x="309829" y="10248"/>
                  </a:lnTo>
                  <a:lnTo>
                    <a:pt x="304139" y="16395"/>
                  </a:lnTo>
                  <a:lnTo>
                    <a:pt x="293497" y="33299"/>
                  </a:lnTo>
                  <a:lnTo>
                    <a:pt x="284861" y="56476"/>
                  </a:lnTo>
                  <a:lnTo>
                    <a:pt x="281355" y="80975"/>
                  </a:lnTo>
                  <a:lnTo>
                    <a:pt x="282625" y="100914"/>
                  </a:lnTo>
                  <a:lnTo>
                    <a:pt x="285965" y="114122"/>
                  </a:lnTo>
                  <a:lnTo>
                    <a:pt x="288683" y="118440"/>
                  </a:lnTo>
                  <a:lnTo>
                    <a:pt x="289382" y="113385"/>
                  </a:lnTo>
                  <a:lnTo>
                    <a:pt x="288937" y="100380"/>
                  </a:lnTo>
                  <a:lnTo>
                    <a:pt x="289572" y="81470"/>
                  </a:lnTo>
                  <a:lnTo>
                    <a:pt x="293522" y="58686"/>
                  </a:lnTo>
                  <a:lnTo>
                    <a:pt x="300939" y="36804"/>
                  </a:lnTo>
                  <a:lnTo>
                    <a:pt x="309422" y="19888"/>
                  </a:lnTo>
                  <a:lnTo>
                    <a:pt x="314782" y="10782"/>
                  </a:lnTo>
                  <a:lnTo>
                    <a:pt x="337959" y="13931"/>
                  </a:lnTo>
                  <a:lnTo>
                    <a:pt x="390347" y="27432"/>
                  </a:lnTo>
                  <a:lnTo>
                    <a:pt x="440867" y="50901"/>
                  </a:lnTo>
                  <a:lnTo>
                    <a:pt x="475462" y="75831"/>
                  </a:lnTo>
                  <a:lnTo>
                    <a:pt x="502869" y="105765"/>
                  </a:lnTo>
                  <a:lnTo>
                    <a:pt x="504736" y="117614"/>
                  </a:lnTo>
                  <a:lnTo>
                    <a:pt x="503072" y="122961"/>
                  </a:lnTo>
                  <a:lnTo>
                    <a:pt x="483311" y="122961"/>
                  </a:lnTo>
                  <a:lnTo>
                    <a:pt x="483311" y="121691"/>
                  </a:lnTo>
                  <a:lnTo>
                    <a:pt x="431749" y="121691"/>
                  </a:lnTo>
                  <a:lnTo>
                    <a:pt x="431749" y="120421"/>
                  </a:lnTo>
                  <a:lnTo>
                    <a:pt x="267550" y="120421"/>
                  </a:lnTo>
                  <a:lnTo>
                    <a:pt x="267550" y="119151"/>
                  </a:lnTo>
                  <a:lnTo>
                    <a:pt x="249313" y="119151"/>
                  </a:lnTo>
                  <a:lnTo>
                    <a:pt x="249313" y="120421"/>
                  </a:lnTo>
                  <a:lnTo>
                    <a:pt x="85077" y="120421"/>
                  </a:lnTo>
                  <a:lnTo>
                    <a:pt x="85077" y="121691"/>
                  </a:lnTo>
                  <a:lnTo>
                    <a:pt x="33515" y="121691"/>
                  </a:lnTo>
                  <a:lnTo>
                    <a:pt x="33515" y="122961"/>
                  </a:lnTo>
                  <a:lnTo>
                    <a:pt x="12128" y="122961"/>
                  </a:lnTo>
                  <a:lnTo>
                    <a:pt x="12128" y="124231"/>
                  </a:lnTo>
                  <a:lnTo>
                    <a:pt x="12128" y="125501"/>
                  </a:lnTo>
                  <a:lnTo>
                    <a:pt x="33515" y="125501"/>
                  </a:lnTo>
                  <a:lnTo>
                    <a:pt x="33515" y="126771"/>
                  </a:lnTo>
                  <a:lnTo>
                    <a:pt x="85077" y="126771"/>
                  </a:lnTo>
                  <a:lnTo>
                    <a:pt x="85077" y="128041"/>
                  </a:lnTo>
                  <a:lnTo>
                    <a:pt x="249313" y="128041"/>
                  </a:lnTo>
                  <a:lnTo>
                    <a:pt x="249313" y="129311"/>
                  </a:lnTo>
                  <a:lnTo>
                    <a:pt x="267550" y="129311"/>
                  </a:lnTo>
                  <a:lnTo>
                    <a:pt x="267550" y="128041"/>
                  </a:lnTo>
                  <a:lnTo>
                    <a:pt x="431749" y="128041"/>
                  </a:lnTo>
                  <a:lnTo>
                    <a:pt x="431749" y="126771"/>
                  </a:lnTo>
                  <a:lnTo>
                    <a:pt x="483311" y="126771"/>
                  </a:lnTo>
                  <a:lnTo>
                    <a:pt x="483311" y="125501"/>
                  </a:lnTo>
                  <a:lnTo>
                    <a:pt x="502285" y="125501"/>
                  </a:lnTo>
                  <a:lnTo>
                    <a:pt x="501205" y="129019"/>
                  </a:lnTo>
                  <a:lnTo>
                    <a:pt x="493445" y="138023"/>
                  </a:lnTo>
                  <a:lnTo>
                    <a:pt x="482650" y="142659"/>
                  </a:lnTo>
                  <a:lnTo>
                    <a:pt x="478967" y="143395"/>
                  </a:lnTo>
                  <a:lnTo>
                    <a:pt x="474510" y="143230"/>
                  </a:lnTo>
                  <a:lnTo>
                    <a:pt x="377977" y="143129"/>
                  </a:lnTo>
                  <a:lnTo>
                    <a:pt x="78676" y="144424"/>
                  </a:lnTo>
                  <a:lnTo>
                    <a:pt x="38417" y="145415"/>
                  </a:lnTo>
                  <a:lnTo>
                    <a:pt x="34480" y="146316"/>
                  </a:lnTo>
                  <a:lnTo>
                    <a:pt x="38404" y="146634"/>
                  </a:lnTo>
                  <a:lnTo>
                    <a:pt x="45910" y="146951"/>
                  </a:lnTo>
                  <a:lnTo>
                    <a:pt x="78676" y="147904"/>
                  </a:lnTo>
                  <a:lnTo>
                    <a:pt x="469823" y="151930"/>
                  </a:lnTo>
                  <a:lnTo>
                    <a:pt x="474205" y="151930"/>
                  </a:lnTo>
                  <a:lnTo>
                    <a:pt x="478955" y="152222"/>
                  </a:lnTo>
                  <a:lnTo>
                    <a:pt x="484276" y="151269"/>
                  </a:lnTo>
                  <a:lnTo>
                    <a:pt x="498640" y="145135"/>
                  </a:lnTo>
                  <a:lnTo>
                    <a:pt x="500151" y="143395"/>
                  </a:lnTo>
                  <a:lnTo>
                    <a:pt x="508914" y="133324"/>
                  </a:lnTo>
                  <a:lnTo>
                    <a:pt x="513588" y="118275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1" name="object 32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34564" y="6584780"/>
              <a:ext cx="82248" cy="115441"/>
            </a:xfrm>
            <a:prstGeom prst="rect">
              <a:avLst/>
            </a:prstGeom>
          </p:spPr>
        </p:pic>
      </p:grpSp>
      <p:grpSp>
        <p:nvGrpSpPr>
          <p:cNvPr id="322" name="object 322" descr=""/>
          <p:cNvGrpSpPr/>
          <p:nvPr/>
        </p:nvGrpSpPr>
        <p:grpSpPr>
          <a:xfrm>
            <a:off x="3920728" y="6659671"/>
            <a:ext cx="1096645" cy="60325"/>
            <a:chOff x="3920728" y="6659671"/>
            <a:chExt cx="1096645" cy="60325"/>
          </a:xfrm>
        </p:grpSpPr>
        <p:sp>
          <p:nvSpPr>
            <p:cNvPr id="323" name="object 323" descr=""/>
            <p:cNvSpPr/>
            <p:nvPr/>
          </p:nvSpPr>
          <p:spPr>
            <a:xfrm>
              <a:off x="3920728" y="6659671"/>
              <a:ext cx="1096645" cy="60325"/>
            </a:xfrm>
            <a:custGeom>
              <a:avLst/>
              <a:gdLst/>
              <a:ahLst/>
              <a:cxnLst/>
              <a:rect l="l" t="t" r="r" b="b"/>
              <a:pathLst>
                <a:path w="1096645" h="60325">
                  <a:moveTo>
                    <a:pt x="1096647" y="0"/>
                  </a:moveTo>
                  <a:lnTo>
                    <a:pt x="0" y="0"/>
                  </a:lnTo>
                  <a:lnTo>
                    <a:pt x="0" y="60113"/>
                  </a:lnTo>
                  <a:lnTo>
                    <a:pt x="1096647" y="60113"/>
                  </a:lnTo>
                  <a:lnTo>
                    <a:pt x="1096647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4502363" y="6661948"/>
              <a:ext cx="8890" cy="54610"/>
            </a:xfrm>
            <a:custGeom>
              <a:avLst/>
              <a:gdLst/>
              <a:ahLst/>
              <a:cxnLst/>
              <a:rect l="l" t="t" r="r" b="b"/>
              <a:pathLst>
                <a:path w="8889" h="54609">
                  <a:moveTo>
                    <a:pt x="4303" y="0"/>
                  </a:moveTo>
                  <a:lnTo>
                    <a:pt x="2628" y="2137"/>
                  </a:lnTo>
                  <a:lnTo>
                    <a:pt x="1260" y="7968"/>
                  </a:lnTo>
                  <a:lnTo>
                    <a:pt x="338" y="16618"/>
                  </a:lnTo>
                  <a:lnTo>
                    <a:pt x="0" y="27213"/>
                  </a:lnTo>
                  <a:lnTo>
                    <a:pt x="338" y="37811"/>
                  </a:lnTo>
                  <a:lnTo>
                    <a:pt x="1260" y="46464"/>
                  </a:lnTo>
                  <a:lnTo>
                    <a:pt x="2628" y="52298"/>
                  </a:lnTo>
                  <a:lnTo>
                    <a:pt x="4303" y="54438"/>
                  </a:lnTo>
                  <a:lnTo>
                    <a:pt x="5978" y="52298"/>
                  </a:lnTo>
                  <a:lnTo>
                    <a:pt x="7346" y="46464"/>
                  </a:lnTo>
                  <a:lnTo>
                    <a:pt x="8268" y="37811"/>
                  </a:lnTo>
                  <a:lnTo>
                    <a:pt x="8607" y="27213"/>
                  </a:lnTo>
                  <a:lnTo>
                    <a:pt x="8268" y="16618"/>
                  </a:lnTo>
                  <a:lnTo>
                    <a:pt x="7346" y="7968"/>
                  </a:lnTo>
                  <a:lnTo>
                    <a:pt x="5978" y="2137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5" name="object 325" descr=""/>
          <p:cNvGrpSpPr/>
          <p:nvPr/>
        </p:nvGrpSpPr>
        <p:grpSpPr>
          <a:xfrm>
            <a:off x="3418061" y="6804525"/>
            <a:ext cx="454025" cy="2861310"/>
            <a:chOff x="3418061" y="6804525"/>
            <a:chExt cx="454025" cy="2861310"/>
          </a:xfrm>
        </p:grpSpPr>
        <p:sp>
          <p:nvSpPr>
            <p:cNvPr id="326" name="object 326" descr=""/>
            <p:cNvSpPr/>
            <p:nvPr/>
          </p:nvSpPr>
          <p:spPr>
            <a:xfrm>
              <a:off x="3423045" y="6805794"/>
              <a:ext cx="447675" cy="2855595"/>
            </a:xfrm>
            <a:custGeom>
              <a:avLst/>
              <a:gdLst/>
              <a:ahLst/>
              <a:cxnLst/>
              <a:rect l="l" t="t" r="r" b="b"/>
              <a:pathLst>
                <a:path w="447675" h="2855595">
                  <a:moveTo>
                    <a:pt x="447567" y="0"/>
                  </a:moveTo>
                  <a:lnTo>
                    <a:pt x="314210" y="0"/>
                  </a:lnTo>
                  <a:lnTo>
                    <a:pt x="0" y="2854970"/>
                  </a:lnTo>
                  <a:lnTo>
                    <a:pt x="155649" y="2854970"/>
                  </a:lnTo>
                  <a:lnTo>
                    <a:pt x="447567" y="29234"/>
                  </a:lnTo>
                  <a:lnTo>
                    <a:pt x="447567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3418061" y="6804525"/>
              <a:ext cx="454025" cy="2861310"/>
            </a:xfrm>
            <a:custGeom>
              <a:avLst/>
              <a:gdLst/>
              <a:ahLst/>
              <a:cxnLst/>
              <a:rect l="l" t="t" r="r" b="b"/>
              <a:pathLst>
                <a:path w="454025" h="2861309">
                  <a:moveTo>
                    <a:pt x="319194" y="1266"/>
                  </a:moveTo>
                  <a:lnTo>
                    <a:pt x="312283" y="58050"/>
                  </a:lnTo>
                  <a:lnTo>
                    <a:pt x="293519" y="222453"/>
                  </a:lnTo>
                  <a:lnTo>
                    <a:pt x="225260" y="830383"/>
                  </a:lnTo>
                  <a:lnTo>
                    <a:pt x="0" y="2860698"/>
                  </a:lnTo>
                  <a:lnTo>
                    <a:pt x="164666" y="2860698"/>
                  </a:lnTo>
                  <a:lnTo>
                    <a:pt x="165076" y="2856719"/>
                  </a:lnTo>
                  <a:lnTo>
                    <a:pt x="9423" y="2856719"/>
                  </a:lnTo>
                  <a:lnTo>
                    <a:pt x="4984" y="2851766"/>
                  </a:lnTo>
                  <a:lnTo>
                    <a:pt x="9964" y="2851766"/>
                  </a:lnTo>
                  <a:lnTo>
                    <a:pt x="230233" y="834037"/>
                  </a:lnTo>
                  <a:lnTo>
                    <a:pt x="295917" y="224851"/>
                  </a:lnTo>
                  <a:lnTo>
                    <a:pt x="313466" y="59338"/>
                  </a:lnTo>
                  <a:lnTo>
                    <a:pt x="317949" y="15528"/>
                  </a:lnTo>
                  <a:lnTo>
                    <a:pt x="318848" y="6429"/>
                  </a:lnTo>
                  <a:lnTo>
                    <a:pt x="319194" y="1266"/>
                  </a:lnTo>
                  <a:close/>
                </a:path>
                <a:path w="454025" h="2861309">
                  <a:moveTo>
                    <a:pt x="9964" y="2851766"/>
                  </a:moveTo>
                  <a:lnTo>
                    <a:pt x="4984" y="2851766"/>
                  </a:lnTo>
                  <a:lnTo>
                    <a:pt x="9423" y="2856719"/>
                  </a:lnTo>
                  <a:lnTo>
                    <a:pt x="9964" y="2851766"/>
                  </a:lnTo>
                  <a:close/>
                </a:path>
                <a:path w="454025" h="2861309">
                  <a:moveTo>
                    <a:pt x="156598" y="2851766"/>
                  </a:moveTo>
                  <a:lnTo>
                    <a:pt x="9964" y="2851766"/>
                  </a:lnTo>
                  <a:lnTo>
                    <a:pt x="9423" y="2856719"/>
                  </a:lnTo>
                  <a:lnTo>
                    <a:pt x="165076" y="2856719"/>
                  </a:lnTo>
                  <a:lnTo>
                    <a:pt x="165173" y="2855776"/>
                  </a:lnTo>
                  <a:lnTo>
                    <a:pt x="156183" y="2855776"/>
                  </a:lnTo>
                  <a:lnTo>
                    <a:pt x="156598" y="2851766"/>
                  </a:lnTo>
                  <a:close/>
                </a:path>
                <a:path w="454025" h="2861309">
                  <a:moveTo>
                    <a:pt x="451290" y="2514"/>
                  </a:moveTo>
                  <a:lnTo>
                    <a:pt x="451179" y="30501"/>
                  </a:lnTo>
                  <a:lnTo>
                    <a:pt x="451149" y="30648"/>
                  </a:lnTo>
                  <a:lnTo>
                    <a:pt x="441398" y="121392"/>
                  </a:lnTo>
                  <a:lnTo>
                    <a:pt x="426112" y="265039"/>
                  </a:lnTo>
                  <a:lnTo>
                    <a:pt x="399229" y="519693"/>
                  </a:lnTo>
                  <a:lnTo>
                    <a:pt x="361537" y="878985"/>
                  </a:lnTo>
                  <a:lnTo>
                    <a:pt x="305446" y="1416391"/>
                  </a:lnTo>
                  <a:lnTo>
                    <a:pt x="234426" y="2099857"/>
                  </a:lnTo>
                  <a:lnTo>
                    <a:pt x="156183" y="2855776"/>
                  </a:lnTo>
                  <a:lnTo>
                    <a:pt x="160633" y="2851766"/>
                  </a:lnTo>
                  <a:lnTo>
                    <a:pt x="165587" y="2851766"/>
                  </a:lnTo>
                  <a:lnTo>
                    <a:pt x="229358" y="2233536"/>
                  </a:lnTo>
                  <a:lnTo>
                    <a:pt x="301157" y="1534963"/>
                  </a:lnTo>
                  <a:lnTo>
                    <a:pt x="357966" y="979833"/>
                  </a:lnTo>
                  <a:lnTo>
                    <a:pt x="400567" y="561383"/>
                  </a:lnTo>
                  <a:lnTo>
                    <a:pt x="427185" y="298211"/>
                  </a:lnTo>
                  <a:lnTo>
                    <a:pt x="444952" y="121032"/>
                  </a:lnTo>
                  <a:lnTo>
                    <a:pt x="453912" y="30648"/>
                  </a:lnTo>
                  <a:lnTo>
                    <a:pt x="453807" y="2523"/>
                  </a:lnTo>
                  <a:lnTo>
                    <a:pt x="451290" y="2514"/>
                  </a:lnTo>
                  <a:close/>
                </a:path>
                <a:path w="454025" h="2861309">
                  <a:moveTo>
                    <a:pt x="165587" y="2851766"/>
                  </a:moveTo>
                  <a:lnTo>
                    <a:pt x="160633" y="2851766"/>
                  </a:lnTo>
                  <a:lnTo>
                    <a:pt x="156183" y="2855776"/>
                  </a:lnTo>
                  <a:lnTo>
                    <a:pt x="165173" y="2855776"/>
                  </a:lnTo>
                  <a:lnTo>
                    <a:pt x="165587" y="2851766"/>
                  </a:lnTo>
                  <a:close/>
                </a:path>
                <a:path w="454025" h="2861309">
                  <a:moveTo>
                    <a:pt x="451179" y="30365"/>
                  </a:moveTo>
                  <a:lnTo>
                    <a:pt x="451165" y="30501"/>
                  </a:lnTo>
                  <a:lnTo>
                    <a:pt x="451179" y="30365"/>
                  </a:lnTo>
                  <a:close/>
                </a:path>
                <a:path w="454025" h="2861309">
                  <a:moveTo>
                    <a:pt x="451295" y="1266"/>
                  </a:moveTo>
                  <a:lnTo>
                    <a:pt x="451290" y="2514"/>
                  </a:lnTo>
                  <a:lnTo>
                    <a:pt x="452551" y="2523"/>
                  </a:lnTo>
                  <a:lnTo>
                    <a:pt x="451295" y="1266"/>
                  </a:lnTo>
                  <a:close/>
                </a:path>
                <a:path w="454025" h="2861309">
                  <a:moveTo>
                    <a:pt x="453802" y="1266"/>
                  </a:moveTo>
                  <a:lnTo>
                    <a:pt x="451295" y="1266"/>
                  </a:lnTo>
                  <a:lnTo>
                    <a:pt x="452551" y="2523"/>
                  </a:lnTo>
                  <a:lnTo>
                    <a:pt x="453807" y="2523"/>
                  </a:lnTo>
                  <a:lnTo>
                    <a:pt x="453802" y="1266"/>
                  </a:lnTo>
                  <a:close/>
                </a:path>
                <a:path w="454025" h="2861309">
                  <a:moveTo>
                    <a:pt x="453797" y="0"/>
                  </a:moveTo>
                  <a:lnTo>
                    <a:pt x="321676" y="1109"/>
                  </a:lnTo>
                  <a:lnTo>
                    <a:pt x="319194" y="1266"/>
                  </a:lnTo>
                  <a:lnTo>
                    <a:pt x="321958" y="1424"/>
                  </a:lnTo>
                  <a:lnTo>
                    <a:pt x="451290" y="2514"/>
                  </a:lnTo>
                  <a:lnTo>
                    <a:pt x="451295" y="1266"/>
                  </a:lnTo>
                  <a:lnTo>
                    <a:pt x="453802" y="1266"/>
                  </a:lnTo>
                  <a:lnTo>
                    <a:pt x="453797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8" name="object 328" descr=""/>
          <p:cNvGrpSpPr/>
          <p:nvPr/>
        </p:nvGrpSpPr>
        <p:grpSpPr>
          <a:xfrm>
            <a:off x="3180158" y="6714888"/>
            <a:ext cx="4754880" cy="2966720"/>
            <a:chOff x="3180158" y="6714888"/>
            <a:chExt cx="4754880" cy="2966720"/>
          </a:xfrm>
        </p:grpSpPr>
        <p:sp>
          <p:nvSpPr>
            <p:cNvPr id="329" name="object 329" descr=""/>
            <p:cNvSpPr/>
            <p:nvPr/>
          </p:nvSpPr>
          <p:spPr>
            <a:xfrm>
              <a:off x="5811869" y="6805794"/>
              <a:ext cx="415290" cy="2875915"/>
            </a:xfrm>
            <a:custGeom>
              <a:avLst/>
              <a:gdLst/>
              <a:ahLst/>
              <a:cxnLst/>
              <a:rect l="l" t="t" r="r" b="b"/>
              <a:pathLst>
                <a:path w="415289" h="2875915">
                  <a:moveTo>
                    <a:pt x="414804" y="0"/>
                  </a:moveTo>
                  <a:lnTo>
                    <a:pt x="281446" y="0"/>
                  </a:lnTo>
                  <a:lnTo>
                    <a:pt x="0" y="2875713"/>
                  </a:lnTo>
                  <a:lnTo>
                    <a:pt x="136959" y="2875713"/>
                  </a:lnTo>
                  <a:lnTo>
                    <a:pt x="414804" y="30187"/>
                  </a:lnTo>
                  <a:lnTo>
                    <a:pt x="414804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3180156" y="6714889"/>
              <a:ext cx="4754880" cy="2966720"/>
            </a:xfrm>
            <a:custGeom>
              <a:avLst/>
              <a:gdLst/>
              <a:ahLst/>
              <a:cxnLst/>
              <a:rect l="l" t="t" r="r" b="b"/>
              <a:pathLst>
                <a:path w="4754880" h="2966720">
                  <a:moveTo>
                    <a:pt x="4754778" y="0"/>
                  </a:moveTo>
                  <a:lnTo>
                    <a:pt x="0" y="0"/>
                  </a:lnTo>
                  <a:lnTo>
                    <a:pt x="0" y="120357"/>
                  </a:lnTo>
                  <a:lnTo>
                    <a:pt x="3951389" y="124574"/>
                  </a:lnTo>
                  <a:lnTo>
                    <a:pt x="4228909" y="2966631"/>
                  </a:lnTo>
                  <a:lnTo>
                    <a:pt x="4365866" y="2966631"/>
                  </a:lnTo>
                  <a:lnTo>
                    <a:pt x="4087723" y="124726"/>
                  </a:lnTo>
                  <a:lnTo>
                    <a:pt x="4753051" y="125425"/>
                  </a:lnTo>
                  <a:lnTo>
                    <a:pt x="4754778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7136074" y="6841994"/>
              <a:ext cx="416559" cy="2839720"/>
            </a:xfrm>
            <a:custGeom>
              <a:avLst/>
              <a:gdLst/>
              <a:ahLst/>
              <a:cxnLst/>
              <a:rect l="l" t="t" r="r" b="b"/>
              <a:pathLst>
                <a:path w="416559" h="2839720">
                  <a:moveTo>
                    <a:pt x="104" y="0"/>
                  </a:moveTo>
                  <a:lnTo>
                    <a:pt x="0" y="31245"/>
                  </a:lnTo>
                  <a:lnTo>
                    <a:pt x="271499" y="2839515"/>
                  </a:lnTo>
                  <a:lnTo>
                    <a:pt x="415934" y="2839505"/>
                  </a:lnTo>
                  <a:lnTo>
                    <a:pt x="415604" y="2836154"/>
                  </a:lnTo>
                  <a:lnTo>
                    <a:pt x="408134" y="2836154"/>
                  </a:lnTo>
                  <a:lnTo>
                    <a:pt x="408064" y="2835431"/>
                  </a:lnTo>
                  <a:lnTo>
                    <a:pt x="278588" y="2835431"/>
                  </a:lnTo>
                  <a:lnTo>
                    <a:pt x="274881" y="2832070"/>
                  </a:lnTo>
                  <a:lnTo>
                    <a:pt x="278257" y="2832070"/>
                  </a:lnTo>
                  <a:lnTo>
                    <a:pt x="2313" y="31245"/>
                  </a:lnTo>
                  <a:lnTo>
                    <a:pt x="2202" y="2115"/>
                  </a:lnTo>
                  <a:lnTo>
                    <a:pt x="1151" y="2115"/>
                  </a:lnTo>
                  <a:lnTo>
                    <a:pt x="2198" y="1057"/>
                  </a:lnTo>
                  <a:lnTo>
                    <a:pt x="134508" y="1057"/>
                  </a:lnTo>
                  <a:lnTo>
                    <a:pt x="132006" y="921"/>
                  </a:lnTo>
                  <a:lnTo>
                    <a:pt x="104" y="0"/>
                  </a:lnTo>
                  <a:close/>
                </a:path>
                <a:path w="416559" h="2839720">
                  <a:moveTo>
                    <a:pt x="134508" y="1057"/>
                  </a:moveTo>
                  <a:lnTo>
                    <a:pt x="139587" y="58647"/>
                  </a:lnTo>
                  <a:lnTo>
                    <a:pt x="155115" y="222956"/>
                  </a:lnTo>
                  <a:lnTo>
                    <a:pt x="213166" y="827870"/>
                  </a:lnTo>
                  <a:lnTo>
                    <a:pt x="408134" y="2836154"/>
                  </a:lnTo>
                  <a:lnTo>
                    <a:pt x="411830" y="2832070"/>
                  </a:lnTo>
                  <a:lnTo>
                    <a:pt x="415202" y="2832070"/>
                  </a:lnTo>
                  <a:lnTo>
                    <a:pt x="217333" y="824854"/>
                  </a:lnTo>
                  <a:lnTo>
                    <a:pt x="157115" y="220967"/>
                  </a:lnTo>
                  <a:lnTo>
                    <a:pt x="140582" y="57579"/>
                  </a:lnTo>
                  <a:lnTo>
                    <a:pt x="136173" y="15277"/>
                  </a:lnTo>
                  <a:lnTo>
                    <a:pt x="135158" y="5779"/>
                  </a:lnTo>
                  <a:lnTo>
                    <a:pt x="134508" y="1057"/>
                  </a:lnTo>
                  <a:close/>
                </a:path>
                <a:path w="416559" h="2839720">
                  <a:moveTo>
                    <a:pt x="415202" y="2832070"/>
                  </a:moveTo>
                  <a:lnTo>
                    <a:pt x="411830" y="2832070"/>
                  </a:lnTo>
                  <a:lnTo>
                    <a:pt x="408134" y="2836154"/>
                  </a:lnTo>
                  <a:lnTo>
                    <a:pt x="415604" y="2836154"/>
                  </a:lnTo>
                  <a:lnTo>
                    <a:pt x="415202" y="2832070"/>
                  </a:lnTo>
                  <a:close/>
                </a:path>
                <a:path w="416559" h="2839720">
                  <a:moveTo>
                    <a:pt x="278257" y="2832070"/>
                  </a:moveTo>
                  <a:lnTo>
                    <a:pt x="274881" y="2832070"/>
                  </a:lnTo>
                  <a:lnTo>
                    <a:pt x="278588" y="2835431"/>
                  </a:lnTo>
                  <a:lnTo>
                    <a:pt x="278257" y="2832070"/>
                  </a:lnTo>
                  <a:close/>
                </a:path>
                <a:path w="416559" h="2839720">
                  <a:moveTo>
                    <a:pt x="407737" y="2832070"/>
                  </a:moveTo>
                  <a:lnTo>
                    <a:pt x="278257" y="2832070"/>
                  </a:lnTo>
                  <a:lnTo>
                    <a:pt x="278588" y="2835431"/>
                  </a:lnTo>
                  <a:lnTo>
                    <a:pt x="408064" y="2835431"/>
                  </a:lnTo>
                  <a:lnTo>
                    <a:pt x="407737" y="2832070"/>
                  </a:lnTo>
                  <a:close/>
                </a:path>
                <a:path w="416559" h="2839720">
                  <a:moveTo>
                    <a:pt x="2198" y="1057"/>
                  </a:moveTo>
                  <a:lnTo>
                    <a:pt x="1151" y="2115"/>
                  </a:lnTo>
                  <a:lnTo>
                    <a:pt x="2202" y="2108"/>
                  </a:lnTo>
                  <a:lnTo>
                    <a:pt x="2198" y="1057"/>
                  </a:lnTo>
                  <a:close/>
                </a:path>
                <a:path w="416559" h="2839720">
                  <a:moveTo>
                    <a:pt x="134508" y="1057"/>
                  </a:moveTo>
                  <a:lnTo>
                    <a:pt x="2198" y="1057"/>
                  </a:lnTo>
                  <a:lnTo>
                    <a:pt x="2202" y="2108"/>
                  </a:lnTo>
                  <a:lnTo>
                    <a:pt x="131765" y="1193"/>
                  </a:lnTo>
                  <a:lnTo>
                    <a:pt x="134508" y="1057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5057089" y="6816722"/>
              <a:ext cx="415290" cy="2865120"/>
            </a:xfrm>
            <a:custGeom>
              <a:avLst/>
              <a:gdLst/>
              <a:ahLst/>
              <a:cxnLst/>
              <a:rect l="l" t="t" r="r" b="b"/>
              <a:pathLst>
                <a:path w="415289" h="2865120">
                  <a:moveTo>
                    <a:pt x="414804" y="0"/>
                  </a:moveTo>
                  <a:lnTo>
                    <a:pt x="281446" y="0"/>
                  </a:lnTo>
                  <a:lnTo>
                    <a:pt x="0" y="2864781"/>
                  </a:lnTo>
                  <a:lnTo>
                    <a:pt x="136959" y="2864781"/>
                  </a:lnTo>
                  <a:lnTo>
                    <a:pt x="414804" y="30072"/>
                  </a:lnTo>
                  <a:lnTo>
                    <a:pt x="414804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5051108" y="6852792"/>
              <a:ext cx="416559" cy="2828925"/>
            </a:xfrm>
            <a:custGeom>
              <a:avLst/>
              <a:gdLst/>
              <a:ahLst/>
              <a:cxnLst/>
              <a:rect l="l" t="t" r="r" b="b"/>
              <a:pathLst>
                <a:path w="416560" h="2828925">
                  <a:moveTo>
                    <a:pt x="281425" y="1047"/>
                  </a:moveTo>
                  <a:lnTo>
                    <a:pt x="275244" y="58417"/>
                  </a:lnTo>
                  <a:lnTo>
                    <a:pt x="258808" y="220118"/>
                  </a:lnTo>
                  <a:lnTo>
                    <a:pt x="198601" y="821713"/>
                  </a:lnTo>
                  <a:lnTo>
                    <a:pt x="0" y="2828709"/>
                  </a:lnTo>
                  <a:lnTo>
                    <a:pt x="144435" y="2828709"/>
                  </a:lnTo>
                  <a:lnTo>
                    <a:pt x="144759" y="2825369"/>
                  </a:lnTo>
                  <a:lnTo>
                    <a:pt x="7800" y="2825369"/>
                  </a:lnTo>
                  <a:lnTo>
                    <a:pt x="4104" y="2821306"/>
                  </a:lnTo>
                  <a:lnTo>
                    <a:pt x="202768" y="824718"/>
                  </a:lnTo>
                  <a:lnTo>
                    <a:pt x="260819" y="222097"/>
                  </a:lnTo>
                  <a:lnTo>
                    <a:pt x="276444" y="57349"/>
                  </a:lnTo>
                  <a:lnTo>
                    <a:pt x="281134" y="5748"/>
                  </a:lnTo>
                  <a:lnTo>
                    <a:pt x="281425" y="1047"/>
                  </a:lnTo>
                  <a:close/>
                </a:path>
                <a:path w="416560" h="2828925">
                  <a:moveTo>
                    <a:pt x="137677" y="2821296"/>
                  </a:moveTo>
                  <a:lnTo>
                    <a:pt x="4104" y="2821306"/>
                  </a:lnTo>
                  <a:lnTo>
                    <a:pt x="7800" y="2825369"/>
                  </a:lnTo>
                  <a:lnTo>
                    <a:pt x="8196" y="2821306"/>
                  </a:lnTo>
                  <a:lnTo>
                    <a:pt x="137677" y="2821296"/>
                  </a:lnTo>
                  <a:close/>
                </a:path>
                <a:path w="416560" h="2828925">
                  <a:moveTo>
                    <a:pt x="137676" y="2821306"/>
                  </a:moveTo>
                  <a:lnTo>
                    <a:pt x="8196" y="2821306"/>
                  </a:lnTo>
                  <a:lnTo>
                    <a:pt x="7800" y="2825369"/>
                  </a:lnTo>
                  <a:lnTo>
                    <a:pt x="144759" y="2825369"/>
                  </a:lnTo>
                  <a:lnTo>
                    <a:pt x="144829" y="2824646"/>
                  </a:lnTo>
                  <a:lnTo>
                    <a:pt x="137346" y="2824646"/>
                  </a:lnTo>
                  <a:lnTo>
                    <a:pt x="137676" y="2821306"/>
                  </a:lnTo>
                  <a:close/>
                </a:path>
                <a:path w="416560" h="2828925">
                  <a:moveTo>
                    <a:pt x="141053" y="2821296"/>
                  </a:moveTo>
                  <a:lnTo>
                    <a:pt x="137676" y="2821306"/>
                  </a:lnTo>
                  <a:lnTo>
                    <a:pt x="137346" y="2824646"/>
                  </a:lnTo>
                  <a:lnTo>
                    <a:pt x="141053" y="2821296"/>
                  </a:lnTo>
                  <a:close/>
                </a:path>
                <a:path w="416560" h="2828925">
                  <a:moveTo>
                    <a:pt x="145154" y="2821296"/>
                  </a:moveTo>
                  <a:lnTo>
                    <a:pt x="141041" y="2821306"/>
                  </a:lnTo>
                  <a:lnTo>
                    <a:pt x="137346" y="2824646"/>
                  </a:lnTo>
                  <a:lnTo>
                    <a:pt x="144829" y="2824646"/>
                  </a:lnTo>
                  <a:lnTo>
                    <a:pt x="145154" y="2821296"/>
                  </a:lnTo>
                  <a:close/>
                </a:path>
                <a:path w="416560" h="2828925">
                  <a:moveTo>
                    <a:pt x="413732" y="2087"/>
                  </a:moveTo>
                  <a:lnTo>
                    <a:pt x="413631" y="31119"/>
                  </a:lnTo>
                  <a:lnTo>
                    <a:pt x="137677" y="2821296"/>
                  </a:lnTo>
                  <a:lnTo>
                    <a:pt x="145154" y="2821296"/>
                  </a:lnTo>
                  <a:lnTo>
                    <a:pt x="415934" y="31119"/>
                  </a:lnTo>
                  <a:lnTo>
                    <a:pt x="415837" y="2094"/>
                  </a:lnTo>
                  <a:lnTo>
                    <a:pt x="413732" y="2087"/>
                  </a:lnTo>
                  <a:close/>
                </a:path>
                <a:path w="416560" h="2828925">
                  <a:moveTo>
                    <a:pt x="413631" y="31004"/>
                  </a:moveTo>
                  <a:close/>
                </a:path>
                <a:path w="416560" h="2828925">
                  <a:moveTo>
                    <a:pt x="413736" y="1047"/>
                  </a:moveTo>
                  <a:lnTo>
                    <a:pt x="413732" y="2087"/>
                  </a:lnTo>
                  <a:lnTo>
                    <a:pt x="414783" y="2094"/>
                  </a:lnTo>
                  <a:lnTo>
                    <a:pt x="413736" y="1047"/>
                  </a:lnTo>
                  <a:close/>
                </a:path>
                <a:path w="416560" h="2828925">
                  <a:moveTo>
                    <a:pt x="415833" y="1047"/>
                  </a:moveTo>
                  <a:lnTo>
                    <a:pt x="413736" y="1047"/>
                  </a:lnTo>
                  <a:lnTo>
                    <a:pt x="414783" y="2094"/>
                  </a:lnTo>
                  <a:lnTo>
                    <a:pt x="415837" y="2094"/>
                  </a:lnTo>
                  <a:lnTo>
                    <a:pt x="415833" y="1047"/>
                  </a:lnTo>
                  <a:close/>
                </a:path>
                <a:path w="416560" h="2828925">
                  <a:moveTo>
                    <a:pt x="415830" y="0"/>
                  </a:moveTo>
                  <a:lnTo>
                    <a:pt x="283928" y="910"/>
                  </a:lnTo>
                  <a:lnTo>
                    <a:pt x="281425" y="1047"/>
                  </a:lnTo>
                  <a:lnTo>
                    <a:pt x="284169" y="1183"/>
                  </a:lnTo>
                  <a:lnTo>
                    <a:pt x="413732" y="2087"/>
                  </a:lnTo>
                  <a:lnTo>
                    <a:pt x="413736" y="1047"/>
                  </a:lnTo>
                  <a:lnTo>
                    <a:pt x="415833" y="1047"/>
                  </a:lnTo>
                  <a:lnTo>
                    <a:pt x="415830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4" name="object 334" descr=""/>
          <p:cNvGrpSpPr/>
          <p:nvPr/>
        </p:nvGrpSpPr>
        <p:grpSpPr>
          <a:xfrm>
            <a:off x="3197944" y="4903373"/>
            <a:ext cx="4280535" cy="1937385"/>
            <a:chOff x="3197944" y="4903373"/>
            <a:chExt cx="4280535" cy="1937385"/>
          </a:xfrm>
        </p:grpSpPr>
        <p:sp>
          <p:nvSpPr>
            <p:cNvPr id="335" name="object 335" descr=""/>
            <p:cNvSpPr/>
            <p:nvPr/>
          </p:nvSpPr>
          <p:spPr>
            <a:xfrm>
              <a:off x="5295773" y="4905139"/>
              <a:ext cx="1663700" cy="1810385"/>
            </a:xfrm>
            <a:custGeom>
              <a:avLst/>
              <a:gdLst/>
              <a:ahLst/>
              <a:cxnLst/>
              <a:rect l="l" t="t" r="r" b="b"/>
              <a:pathLst>
                <a:path w="1663700" h="1810384">
                  <a:moveTo>
                    <a:pt x="1663306" y="47040"/>
                  </a:moveTo>
                  <a:lnTo>
                    <a:pt x="1659293" y="28727"/>
                  </a:lnTo>
                  <a:lnTo>
                    <a:pt x="1648345" y="13779"/>
                  </a:lnTo>
                  <a:lnTo>
                    <a:pt x="1632115" y="3695"/>
                  </a:lnTo>
                  <a:lnTo>
                    <a:pt x="1612226" y="0"/>
                  </a:lnTo>
                  <a:lnTo>
                    <a:pt x="51079" y="0"/>
                  </a:lnTo>
                  <a:lnTo>
                    <a:pt x="31203" y="3695"/>
                  </a:lnTo>
                  <a:lnTo>
                    <a:pt x="14960" y="13779"/>
                  </a:lnTo>
                  <a:lnTo>
                    <a:pt x="4025" y="28727"/>
                  </a:lnTo>
                  <a:lnTo>
                    <a:pt x="0" y="47040"/>
                  </a:lnTo>
                  <a:lnTo>
                    <a:pt x="0" y="1418577"/>
                  </a:lnTo>
                  <a:lnTo>
                    <a:pt x="4114" y="1437093"/>
                  </a:lnTo>
                  <a:lnTo>
                    <a:pt x="15303" y="1452143"/>
                  </a:lnTo>
                  <a:lnTo>
                    <a:pt x="31851" y="1462163"/>
                  </a:lnTo>
                  <a:lnTo>
                    <a:pt x="52044" y="1465605"/>
                  </a:lnTo>
                  <a:lnTo>
                    <a:pt x="695109" y="1454480"/>
                  </a:lnTo>
                  <a:lnTo>
                    <a:pt x="695109" y="1764728"/>
                  </a:lnTo>
                  <a:lnTo>
                    <a:pt x="349796" y="1764728"/>
                  </a:lnTo>
                  <a:lnTo>
                    <a:pt x="304736" y="1792224"/>
                  </a:lnTo>
                  <a:lnTo>
                    <a:pt x="300888" y="1809762"/>
                  </a:lnTo>
                  <a:lnTo>
                    <a:pt x="1089317" y="1809762"/>
                  </a:lnTo>
                  <a:lnTo>
                    <a:pt x="1089317" y="1447647"/>
                  </a:lnTo>
                  <a:lnTo>
                    <a:pt x="1613192" y="1438567"/>
                  </a:lnTo>
                  <a:lnTo>
                    <a:pt x="1632762" y="1434617"/>
                  </a:lnTo>
                  <a:lnTo>
                    <a:pt x="1648688" y="1424482"/>
                  </a:lnTo>
                  <a:lnTo>
                    <a:pt x="1659394" y="1409636"/>
                  </a:lnTo>
                  <a:lnTo>
                    <a:pt x="1663306" y="1391539"/>
                  </a:lnTo>
                  <a:lnTo>
                    <a:pt x="1663306" y="4704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5595785" y="6011182"/>
              <a:ext cx="488950" cy="704215"/>
            </a:xfrm>
            <a:custGeom>
              <a:avLst/>
              <a:gdLst/>
              <a:ahLst/>
              <a:cxnLst/>
              <a:rect l="l" t="t" r="r" b="b"/>
              <a:pathLst>
                <a:path w="488950" h="704215">
                  <a:moveTo>
                    <a:pt x="399745" y="522947"/>
                  </a:moveTo>
                  <a:lnTo>
                    <a:pt x="398386" y="153149"/>
                  </a:lnTo>
                  <a:lnTo>
                    <a:pt x="396900" y="41097"/>
                  </a:lnTo>
                  <a:lnTo>
                    <a:pt x="395414" y="0"/>
                  </a:lnTo>
                  <a:lnTo>
                    <a:pt x="394779" y="0"/>
                  </a:lnTo>
                  <a:lnTo>
                    <a:pt x="393280" y="41097"/>
                  </a:lnTo>
                  <a:lnTo>
                    <a:pt x="391795" y="153149"/>
                  </a:lnTo>
                  <a:lnTo>
                    <a:pt x="390436" y="522947"/>
                  </a:lnTo>
                  <a:lnTo>
                    <a:pt x="390588" y="654545"/>
                  </a:lnTo>
                  <a:lnTo>
                    <a:pt x="49618" y="656564"/>
                  </a:lnTo>
                  <a:lnTo>
                    <a:pt x="10185" y="677164"/>
                  </a:lnTo>
                  <a:lnTo>
                    <a:pt x="0" y="697191"/>
                  </a:lnTo>
                  <a:lnTo>
                    <a:pt x="876" y="703707"/>
                  </a:lnTo>
                  <a:lnTo>
                    <a:pt x="1651" y="703859"/>
                  </a:lnTo>
                  <a:lnTo>
                    <a:pt x="1714" y="697331"/>
                  </a:lnTo>
                  <a:lnTo>
                    <a:pt x="7035" y="686904"/>
                  </a:lnTo>
                  <a:lnTo>
                    <a:pt x="12547" y="678853"/>
                  </a:lnTo>
                  <a:lnTo>
                    <a:pt x="21628" y="670953"/>
                  </a:lnTo>
                  <a:lnTo>
                    <a:pt x="34137" y="664502"/>
                  </a:lnTo>
                  <a:lnTo>
                    <a:pt x="49961" y="660806"/>
                  </a:lnTo>
                  <a:lnTo>
                    <a:pt x="399580" y="662825"/>
                  </a:lnTo>
                  <a:lnTo>
                    <a:pt x="399580" y="660806"/>
                  </a:lnTo>
                  <a:lnTo>
                    <a:pt x="399580" y="658685"/>
                  </a:lnTo>
                  <a:lnTo>
                    <a:pt x="399592" y="654532"/>
                  </a:lnTo>
                  <a:lnTo>
                    <a:pt x="399745" y="522947"/>
                  </a:lnTo>
                  <a:close/>
                </a:path>
                <a:path w="488950" h="704215">
                  <a:moveTo>
                    <a:pt x="488848" y="668147"/>
                  </a:moveTo>
                  <a:lnTo>
                    <a:pt x="485749" y="668147"/>
                  </a:lnTo>
                  <a:lnTo>
                    <a:pt x="485749" y="694817"/>
                  </a:lnTo>
                  <a:lnTo>
                    <a:pt x="486791" y="694817"/>
                  </a:lnTo>
                  <a:lnTo>
                    <a:pt x="486791" y="703707"/>
                  </a:lnTo>
                  <a:lnTo>
                    <a:pt x="487819" y="703707"/>
                  </a:lnTo>
                  <a:lnTo>
                    <a:pt x="487819" y="694817"/>
                  </a:lnTo>
                  <a:lnTo>
                    <a:pt x="488848" y="694817"/>
                  </a:lnTo>
                  <a:lnTo>
                    <a:pt x="488848" y="668147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6083090" y="6046866"/>
              <a:ext cx="0" cy="632460"/>
            </a:xfrm>
            <a:custGeom>
              <a:avLst/>
              <a:gdLst/>
              <a:ahLst/>
              <a:cxnLst/>
              <a:rect l="l" t="t" r="r" b="b"/>
              <a:pathLst>
                <a:path w="0" h="632459">
                  <a:moveTo>
                    <a:pt x="0" y="0"/>
                  </a:moveTo>
                  <a:lnTo>
                    <a:pt x="0" y="632460"/>
                  </a:lnTo>
                </a:path>
              </a:pathLst>
            </a:custGeom>
            <a:ln w="8709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6081534" y="6011309"/>
              <a:ext cx="3175" cy="35560"/>
            </a:xfrm>
            <a:custGeom>
              <a:avLst/>
              <a:gdLst/>
              <a:ahLst/>
              <a:cxnLst/>
              <a:rect l="l" t="t" r="r" b="b"/>
              <a:pathLst>
                <a:path w="3175" h="35560">
                  <a:moveTo>
                    <a:pt x="3098" y="8890"/>
                  </a:moveTo>
                  <a:lnTo>
                    <a:pt x="2082" y="8890"/>
                  </a:lnTo>
                  <a:lnTo>
                    <a:pt x="2082" y="0"/>
                  </a:lnTo>
                  <a:lnTo>
                    <a:pt x="1028" y="0"/>
                  </a:lnTo>
                  <a:lnTo>
                    <a:pt x="1028" y="8890"/>
                  </a:lnTo>
                  <a:lnTo>
                    <a:pt x="0" y="8890"/>
                  </a:lnTo>
                  <a:lnTo>
                    <a:pt x="0" y="35560"/>
                  </a:lnTo>
                  <a:lnTo>
                    <a:pt x="3098" y="35560"/>
                  </a:lnTo>
                  <a:lnTo>
                    <a:pt x="3098" y="889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5416406" y="4903373"/>
              <a:ext cx="0" cy="1454150"/>
            </a:xfrm>
            <a:custGeom>
              <a:avLst/>
              <a:gdLst/>
              <a:ahLst/>
              <a:cxnLst/>
              <a:rect l="l" t="t" r="r" b="b"/>
              <a:pathLst>
                <a:path w="0" h="1454150">
                  <a:moveTo>
                    <a:pt x="0" y="0"/>
                  </a:moveTo>
                  <a:lnTo>
                    <a:pt x="0" y="1454150"/>
                  </a:lnTo>
                </a:path>
              </a:pathLst>
            </a:custGeom>
            <a:ln w="889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6383655" y="6679202"/>
              <a:ext cx="3175" cy="35560"/>
            </a:xfrm>
            <a:custGeom>
              <a:avLst/>
              <a:gdLst/>
              <a:ahLst/>
              <a:cxnLst/>
              <a:rect l="l" t="t" r="r" b="b"/>
              <a:pathLst>
                <a:path w="3175" h="35559">
                  <a:moveTo>
                    <a:pt x="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952" y="26670"/>
                  </a:lnTo>
                  <a:lnTo>
                    <a:pt x="952" y="35560"/>
                  </a:lnTo>
                  <a:lnTo>
                    <a:pt x="1917" y="35560"/>
                  </a:lnTo>
                  <a:lnTo>
                    <a:pt x="1917" y="26670"/>
                  </a:lnTo>
                  <a:lnTo>
                    <a:pt x="2870" y="26670"/>
                  </a:lnTo>
                  <a:lnTo>
                    <a:pt x="2870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6385096" y="6046742"/>
              <a:ext cx="0" cy="632460"/>
            </a:xfrm>
            <a:custGeom>
              <a:avLst/>
              <a:gdLst/>
              <a:ahLst/>
              <a:cxnLst/>
              <a:rect l="l" t="t" r="r" b="b"/>
              <a:pathLst>
                <a:path w="0" h="632459">
                  <a:moveTo>
                    <a:pt x="0" y="0"/>
                  </a:moveTo>
                  <a:lnTo>
                    <a:pt x="0" y="632460"/>
                  </a:lnTo>
                </a:path>
              </a:pathLst>
            </a:custGeom>
            <a:ln w="8057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6383655" y="6011182"/>
              <a:ext cx="3175" cy="35560"/>
            </a:xfrm>
            <a:custGeom>
              <a:avLst/>
              <a:gdLst/>
              <a:ahLst/>
              <a:cxnLst/>
              <a:rect l="l" t="t" r="r" b="b"/>
              <a:pathLst>
                <a:path w="3175" h="35560">
                  <a:moveTo>
                    <a:pt x="2870" y="8890"/>
                  </a:moveTo>
                  <a:lnTo>
                    <a:pt x="1905" y="8890"/>
                  </a:lnTo>
                  <a:lnTo>
                    <a:pt x="1905" y="0"/>
                  </a:lnTo>
                  <a:lnTo>
                    <a:pt x="965" y="0"/>
                  </a:lnTo>
                  <a:lnTo>
                    <a:pt x="965" y="8890"/>
                  </a:lnTo>
                  <a:lnTo>
                    <a:pt x="0" y="8890"/>
                  </a:lnTo>
                  <a:lnTo>
                    <a:pt x="0" y="35560"/>
                  </a:lnTo>
                  <a:lnTo>
                    <a:pt x="2870" y="35560"/>
                  </a:lnTo>
                  <a:lnTo>
                    <a:pt x="2870" y="889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3" name="object 34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52275" y="5511265"/>
              <a:ext cx="172109" cy="171450"/>
            </a:xfrm>
            <a:prstGeom prst="rect">
              <a:avLst/>
            </a:prstGeom>
          </p:spPr>
        </p:pic>
        <p:sp>
          <p:nvSpPr>
            <p:cNvPr id="344" name="object 344" descr=""/>
            <p:cNvSpPr/>
            <p:nvPr/>
          </p:nvSpPr>
          <p:spPr>
            <a:xfrm>
              <a:off x="5763432" y="6714881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w="0" h="121920">
                  <a:moveTo>
                    <a:pt x="0" y="0"/>
                  </a:moveTo>
                  <a:lnTo>
                    <a:pt x="0" y="121881"/>
                  </a:lnTo>
                </a:path>
              </a:pathLst>
            </a:custGeom>
            <a:ln w="8942">
              <a:solidFill>
                <a:srgbClr val="3034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3197944" y="6831740"/>
              <a:ext cx="4280535" cy="8890"/>
            </a:xfrm>
            <a:custGeom>
              <a:avLst/>
              <a:gdLst/>
              <a:ahLst/>
              <a:cxnLst/>
              <a:rect l="l" t="t" r="r" b="b"/>
              <a:pathLst>
                <a:path w="4280534" h="8890">
                  <a:moveTo>
                    <a:pt x="2224189" y="0"/>
                  </a:moveTo>
                  <a:lnTo>
                    <a:pt x="217547" y="2403"/>
                  </a:lnTo>
                  <a:lnTo>
                    <a:pt x="6439" y="3954"/>
                  </a:lnTo>
                  <a:lnTo>
                    <a:pt x="0" y="4289"/>
                  </a:lnTo>
                  <a:lnTo>
                    <a:pt x="6439" y="4624"/>
                  </a:lnTo>
                  <a:lnTo>
                    <a:pt x="153058" y="5883"/>
                  </a:lnTo>
                  <a:lnTo>
                    <a:pt x="1972899" y="8559"/>
                  </a:lnTo>
                  <a:lnTo>
                    <a:pt x="4062961" y="6173"/>
                  </a:lnTo>
                  <a:lnTo>
                    <a:pt x="4274038" y="4624"/>
                  </a:lnTo>
                  <a:lnTo>
                    <a:pt x="4280476" y="4289"/>
                  </a:lnTo>
                  <a:lnTo>
                    <a:pt x="4274038" y="3954"/>
                  </a:lnTo>
                  <a:lnTo>
                    <a:pt x="4127443" y="2694"/>
                  </a:lnTo>
                  <a:lnTo>
                    <a:pt x="2224189" y="0"/>
                  </a:lnTo>
                  <a:close/>
                </a:path>
              </a:pathLst>
            </a:custGeom>
            <a:solidFill>
              <a:srgbClr val="30343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6" name="object 346" descr=""/>
          <p:cNvSpPr txBox="1"/>
          <p:nvPr/>
        </p:nvSpPr>
        <p:spPr>
          <a:xfrm>
            <a:off x="624158" y="728636"/>
            <a:ext cx="293941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4380" y="7772066"/>
            <a:ext cx="7902575" cy="4445"/>
          </a:xfrm>
          <a:custGeom>
            <a:avLst/>
            <a:gdLst/>
            <a:ahLst/>
            <a:cxnLst/>
            <a:rect l="l" t="t" r="r" b="b"/>
            <a:pathLst>
              <a:path w="7902575" h="4445">
                <a:moveTo>
                  <a:pt x="7901968" y="0"/>
                </a:moveTo>
                <a:lnTo>
                  <a:pt x="0" y="0"/>
                </a:lnTo>
                <a:lnTo>
                  <a:pt x="0" y="3957"/>
                </a:lnTo>
                <a:lnTo>
                  <a:pt x="7901968" y="3957"/>
                </a:lnTo>
                <a:lnTo>
                  <a:pt x="7901968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501132" y="8026457"/>
            <a:ext cx="523875" cy="4445"/>
          </a:xfrm>
          <a:custGeom>
            <a:avLst/>
            <a:gdLst/>
            <a:ahLst/>
            <a:cxnLst/>
            <a:rect l="l" t="t" r="r" b="b"/>
            <a:pathLst>
              <a:path w="523875" h="4445">
                <a:moveTo>
                  <a:pt x="523450" y="0"/>
                </a:moveTo>
                <a:lnTo>
                  <a:pt x="0" y="0"/>
                </a:lnTo>
                <a:lnTo>
                  <a:pt x="0" y="3947"/>
                </a:lnTo>
                <a:lnTo>
                  <a:pt x="523450" y="3947"/>
                </a:lnTo>
                <a:lnTo>
                  <a:pt x="52345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011576" y="8069335"/>
            <a:ext cx="137795" cy="4445"/>
          </a:xfrm>
          <a:custGeom>
            <a:avLst/>
            <a:gdLst/>
            <a:ahLst/>
            <a:cxnLst/>
            <a:rect l="l" t="t" r="r" b="b"/>
            <a:pathLst>
              <a:path w="137795" h="4445">
                <a:moveTo>
                  <a:pt x="137388" y="0"/>
                </a:moveTo>
                <a:lnTo>
                  <a:pt x="0" y="0"/>
                </a:lnTo>
                <a:lnTo>
                  <a:pt x="0" y="3957"/>
                </a:lnTo>
                <a:lnTo>
                  <a:pt x="137388" y="3957"/>
                </a:lnTo>
                <a:lnTo>
                  <a:pt x="137388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182001" y="7879697"/>
            <a:ext cx="303530" cy="4445"/>
          </a:xfrm>
          <a:custGeom>
            <a:avLst/>
            <a:gdLst/>
            <a:ahLst/>
            <a:cxnLst/>
            <a:rect l="l" t="t" r="r" b="b"/>
            <a:pathLst>
              <a:path w="303529" h="4445">
                <a:moveTo>
                  <a:pt x="303310" y="0"/>
                </a:moveTo>
                <a:lnTo>
                  <a:pt x="0" y="0"/>
                </a:lnTo>
                <a:lnTo>
                  <a:pt x="0" y="3947"/>
                </a:lnTo>
                <a:lnTo>
                  <a:pt x="303310" y="3947"/>
                </a:lnTo>
                <a:lnTo>
                  <a:pt x="30331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743444" y="7906240"/>
            <a:ext cx="682625" cy="4445"/>
          </a:xfrm>
          <a:custGeom>
            <a:avLst/>
            <a:gdLst/>
            <a:ahLst/>
            <a:cxnLst/>
            <a:rect l="l" t="t" r="r" b="b"/>
            <a:pathLst>
              <a:path w="682625" h="4445">
                <a:moveTo>
                  <a:pt x="682617" y="0"/>
                </a:moveTo>
                <a:lnTo>
                  <a:pt x="0" y="0"/>
                </a:lnTo>
                <a:lnTo>
                  <a:pt x="0" y="3957"/>
                </a:lnTo>
                <a:lnTo>
                  <a:pt x="682617" y="3957"/>
                </a:lnTo>
                <a:lnTo>
                  <a:pt x="682617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566770" y="7906240"/>
            <a:ext cx="100330" cy="4445"/>
          </a:xfrm>
          <a:custGeom>
            <a:avLst/>
            <a:gdLst/>
            <a:ahLst/>
            <a:cxnLst/>
            <a:rect l="l" t="t" r="r" b="b"/>
            <a:pathLst>
              <a:path w="100330" h="4445">
                <a:moveTo>
                  <a:pt x="100091" y="0"/>
                </a:moveTo>
                <a:lnTo>
                  <a:pt x="0" y="0"/>
                </a:lnTo>
                <a:lnTo>
                  <a:pt x="0" y="3957"/>
                </a:lnTo>
                <a:lnTo>
                  <a:pt x="100091" y="3957"/>
                </a:lnTo>
                <a:lnTo>
                  <a:pt x="100091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992139" y="7972972"/>
            <a:ext cx="1480820" cy="4445"/>
          </a:xfrm>
          <a:custGeom>
            <a:avLst/>
            <a:gdLst/>
            <a:ahLst/>
            <a:cxnLst/>
            <a:rect l="l" t="t" r="r" b="b"/>
            <a:pathLst>
              <a:path w="1480820" h="4445">
                <a:moveTo>
                  <a:pt x="1480447" y="0"/>
                </a:moveTo>
                <a:lnTo>
                  <a:pt x="0" y="0"/>
                </a:lnTo>
                <a:lnTo>
                  <a:pt x="0" y="3947"/>
                </a:lnTo>
                <a:lnTo>
                  <a:pt x="1480447" y="3947"/>
                </a:lnTo>
                <a:lnTo>
                  <a:pt x="1480447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518201" y="2597141"/>
            <a:ext cx="3232150" cy="4470400"/>
          </a:xfrm>
          <a:custGeom>
            <a:avLst/>
            <a:gdLst/>
            <a:ahLst/>
            <a:cxnLst/>
            <a:rect l="l" t="t" r="r" b="b"/>
            <a:pathLst>
              <a:path w="3232150" h="4470400">
                <a:moveTo>
                  <a:pt x="3141925" y="0"/>
                </a:moveTo>
                <a:lnTo>
                  <a:pt x="90206" y="0"/>
                </a:lnTo>
                <a:lnTo>
                  <a:pt x="55129" y="7098"/>
                </a:lnTo>
                <a:lnTo>
                  <a:pt x="26452" y="26446"/>
                </a:lnTo>
                <a:lnTo>
                  <a:pt x="7100" y="55120"/>
                </a:lnTo>
                <a:lnTo>
                  <a:pt x="0" y="90196"/>
                </a:lnTo>
                <a:lnTo>
                  <a:pt x="0" y="4379887"/>
                </a:lnTo>
                <a:lnTo>
                  <a:pt x="7100" y="4414969"/>
                </a:lnTo>
                <a:lnTo>
                  <a:pt x="26452" y="4443646"/>
                </a:lnTo>
                <a:lnTo>
                  <a:pt x="55129" y="4462995"/>
                </a:lnTo>
                <a:lnTo>
                  <a:pt x="90206" y="4470094"/>
                </a:lnTo>
                <a:lnTo>
                  <a:pt x="3141925" y="4470094"/>
                </a:lnTo>
                <a:lnTo>
                  <a:pt x="3161427" y="4466146"/>
                </a:lnTo>
                <a:lnTo>
                  <a:pt x="90206" y="4466146"/>
                </a:lnTo>
                <a:lnTo>
                  <a:pt x="56660" y="4459358"/>
                </a:lnTo>
                <a:lnTo>
                  <a:pt x="29238" y="4440855"/>
                </a:lnTo>
                <a:lnTo>
                  <a:pt x="10736" y="4413433"/>
                </a:lnTo>
                <a:lnTo>
                  <a:pt x="3947" y="4379887"/>
                </a:lnTo>
                <a:lnTo>
                  <a:pt x="3947" y="90196"/>
                </a:lnTo>
                <a:lnTo>
                  <a:pt x="10736" y="56655"/>
                </a:lnTo>
                <a:lnTo>
                  <a:pt x="29238" y="29237"/>
                </a:lnTo>
                <a:lnTo>
                  <a:pt x="56660" y="10735"/>
                </a:lnTo>
                <a:lnTo>
                  <a:pt x="90206" y="3947"/>
                </a:lnTo>
                <a:lnTo>
                  <a:pt x="3161427" y="3947"/>
                </a:lnTo>
                <a:lnTo>
                  <a:pt x="3141925" y="0"/>
                </a:lnTo>
                <a:close/>
              </a:path>
              <a:path w="3232150" h="4470400">
                <a:moveTo>
                  <a:pt x="3161427" y="3947"/>
                </a:moveTo>
                <a:lnTo>
                  <a:pt x="3141925" y="3947"/>
                </a:lnTo>
                <a:lnTo>
                  <a:pt x="3175461" y="10735"/>
                </a:lnTo>
                <a:lnTo>
                  <a:pt x="3202880" y="29237"/>
                </a:lnTo>
                <a:lnTo>
                  <a:pt x="3221384" y="56655"/>
                </a:lnTo>
                <a:lnTo>
                  <a:pt x="3228173" y="90196"/>
                </a:lnTo>
                <a:lnTo>
                  <a:pt x="3228173" y="4379887"/>
                </a:lnTo>
                <a:lnTo>
                  <a:pt x="3221384" y="4413433"/>
                </a:lnTo>
                <a:lnTo>
                  <a:pt x="3202880" y="4440855"/>
                </a:lnTo>
                <a:lnTo>
                  <a:pt x="3175461" y="4459358"/>
                </a:lnTo>
                <a:lnTo>
                  <a:pt x="3141925" y="4466146"/>
                </a:lnTo>
                <a:lnTo>
                  <a:pt x="3161427" y="4466146"/>
                </a:lnTo>
                <a:lnTo>
                  <a:pt x="3176996" y="4462995"/>
                </a:lnTo>
                <a:lnTo>
                  <a:pt x="3205670" y="4443646"/>
                </a:lnTo>
                <a:lnTo>
                  <a:pt x="3225021" y="4414969"/>
                </a:lnTo>
                <a:lnTo>
                  <a:pt x="3232121" y="4379887"/>
                </a:lnTo>
                <a:lnTo>
                  <a:pt x="3232121" y="90196"/>
                </a:lnTo>
                <a:lnTo>
                  <a:pt x="3225021" y="55120"/>
                </a:lnTo>
                <a:lnTo>
                  <a:pt x="3205670" y="26446"/>
                </a:lnTo>
                <a:lnTo>
                  <a:pt x="3176996" y="7098"/>
                </a:lnTo>
                <a:lnTo>
                  <a:pt x="3161427" y="3947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4124764" y="2597141"/>
            <a:ext cx="4044315" cy="4674235"/>
            <a:chOff x="4124764" y="2597141"/>
            <a:chExt cx="4044315" cy="4674235"/>
          </a:xfrm>
        </p:grpSpPr>
        <p:sp>
          <p:nvSpPr>
            <p:cNvPr id="11" name="object 11" descr=""/>
            <p:cNvSpPr/>
            <p:nvPr/>
          </p:nvSpPr>
          <p:spPr>
            <a:xfrm>
              <a:off x="4936556" y="2597141"/>
              <a:ext cx="3232150" cy="4470400"/>
            </a:xfrm>
            <a:custGeom>
              <a:avLst/>
              <a:gdLst/>
              <a:ahLst/>
              <a:cxnLst/>
              <a:rect l="l" t="t" r="r" b="b"/>
              <a:pathLst>
                <a:path w="3232150" h="4470400">
                  <a:moveTo>
                    <a:pt x="3141914" y="0"/>
                  </a:moveTo>
                  <a:lnTo>
                    <a:pt x="90196" y="0"/>
                  </a:lnTo>
                  <a:lnTo>
                    <a:pt x="55124" y="7098"/>
                  </a:lnTo>
                  <a:lnTo>
                    <a:pt x="26450" y="26446"/>
                  </a:lnTo>
                  <a:lnTo>
                    <a:pt x="7100" y="55120"/>
                  </a:lnTo>
                  <a:lnTo>
                    <a:pt x="0" y="90196"/>
                  </a:lnTo>
                  <a:lnTo>
                    <a:pt x="0" y="4379887"/>
                  </a:lnTo>
                  <a:lnTo>
                    <a:pt x="7100" y="4414969"/>
                  </a:lnTo>
                  <a:lnTo>
                    <a:pt x="26450" y="4443646"/>
                  </a:lnTo>
                  <a:lnTo>
                    <a:pt x="55124" y="4462995"/>
                  </a:lnTo>
                  <a:lnTo>
                    <a:pt x="90196" y="4470094"/>
                  </a:lnTo>
                  <a:lnTo>
                    <a:pt x="3141914" y="4470094"/>
                  </a:lnTo>
                  <a:lnTo>
                    <a:pt x="3161422" y="4466146"/>
                  </a:lnTo>
                  <a:lnTo>
                    <a:pt x="90196" y="4466146"/>
                  </a:lnTo>
                  <a:lnTo>
                    <a:pt x="56662" y="4459358"/>
                  </a:lnTo>
                  <a:lnTo>
                    <a:pt x="29246" y="4440855"/>
                  </a:lnTo>
                  <a:lnTo>
                    <a:pt x="10746" y="4413433"/>
                  </a:lnTo>
                  <a:lnTo>
                    <a:pt x="3957" y="4379887"/>
                  </a:lnTo>
                  <a:lnTo>
                    <a:pt x="3957" y="90196"/>
                  </a:lnTo>
                  <a:lnTo>
                    <a:pt x="10746" y="56655"/>
                  </a:lnTo>
                  <a:lnTo>
                    <a:pt x="29246" y="29237"/>
                  </a:lnTo>
                  <a:lnTo>
                    <a:pt x="56662" y="10735"/>
                  </a:lnTo>
                  <a:lnTo>
                    <a:pt x="90196" y="3947"/>
                  </a:lnTo>
                  <a:lnTo>
                    <a:pt x="3161422" y="3947"/>
                  </a:lnTo>
                  <a:lnTo>
                    <a:pt x="3141914" y="0"/>
                  </a:lnTo>
                  <a:close/>
                </a:path>
                <a:path w="3232150" h="4470400">
                  <a:moveTo>
                    <a:pt x="3161422" y="3947"/>
                  </a:moveTo>
                  <a:lnTo>
                    <a:pt x="3141914" y="3947"/>
                  </a:lnTo>
                  <a:lnTo>
                    <a:pt x="3175461" y="10735"/>
                  </a:lnTo>
                  <a:lnTo>
                    <a:pt x="3202882" y="29237"/>
                  </a:lnTo>
                  <a:lnTo>
                    <a:pt x="3221385" y="56655"/>
                  </a:lnTo>
                  <a:lnTo>
                    <a:pt x="3228173" y="90196"/>
                  </a:lnTo>
                  <a:lnTo>
                    <a:pt x="3228173" y="4379887"/>
                  </a:lnTo>
                  <a:lnTo>
                    <a:pt x="3221385" y="4413433"/>
                  </a:lnTo>
                  <a:lnTo>
                    <a:pt x="3202882" y="4440855"/>
                  </a:lnTo>
                  <a:lnTo>
                    <a:pt x="3175461" y="4459358"/>
                  </a:lnTo>
                  <a:lnTo>
                    <a:pt x="3141914" y="4466146"/>
                  </a:lnTo>
                  <a:lnTo>
                    <a:pt x="3161422" y="4466146"/>
                  </a:lnTo>
                  <a:lnTo>
                    <a:pt x="3176996" y="4462995"/>
                  </a:lnTo>
                  <a:lnTo>
                    <a:pt x="3205673" y="4443646"/>
                  </a:lnTo>
                  <a:lnTo>
                    <a:pt x="3225022" y="4414969"/>
                  </a:lnTo>
                  <a:lnTo>
                    <a:pt x="3232121" y="4379887"/>
                  </a:lnTo>
                  <a:lnTo>
                    <a:pt x="3232121" y="90196"/>
                  </a:lnTo>
                  <a:lnTo>
                    <a:pt x="3225022" y="55120"/>
                  </a:lnTo>
                  <a:lnTo>
                    <a:pt x="3205673" y="26446"/>
                  </a:lnTo>
                  <a:lnTo>
                    <a:pt x="3176996" y="7098"/>
                  </a:lnTo>
                  <a:lnTo>
                    <a:pt x="3161422" y="3947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124764" y="3580508"/>
              <a:ext cx="3829050" cy="3691254"/>
            </a:xfrm>
            <a:custGeom>
              <a:avLst/>
              <a:gdLst/>
              <a:ahLst/>
              <a:cxnLst/>
              <a:rect l="l" t="t" r="r" b="b"/>
              <a:pathLst>
                <a:path w="3829050" h="3691254">
                  <a:moveTo>
                    <a:pt x="3828993" y="0"/>
                  </a:moveTo>
                  <a:lnTo>
                    <a:pt x="0" y="0"/>
                  </a:lnTo>
                  <a:lnTo>
                    <a:pt x="0" y="3690840"/>
                  </a:lnTo>
                  <a:lnTo>
                    <a:pt x="3828993" y="3690840"/>
                  </a:lnTo>
                  <a:lnTo>
                    <a:pt x="3828993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186218" y="3647532"/>
              <a:ext cx="3768090" cy="3559810"/>
            </a:xfrm>
            <a:custGeom>
              <a:avLst/>
              <a:gdLst/>
              <a:ahLst/>
              <a:cxnLst/>
              <a:rect l="l" t="t" r="r" b="b"/>
              <a:pathLst>
                <a:path w="3768090" h="3559809">
                  <a:moveTo>
                    <a:pt x="3767539" y="0"/>
                  </a:moveTo>
                  <a:lnTo>
                    <a:pt x="0" y="0"/>
                  </a:lnTo>
                  <a:lnTo>
                    <a:pt x="0" y="3559441"/>
                  </a:lnTo>
                  <a:lnTo>
                    <a:pt x="3767539" y="3559441"/>
                  </a:lnTo>
                  <a:lnTo>
                    <a:pt x="3767539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186211" y="4412262"/>
              <a:ext cx="3768090" cy="2795270"/>
            </a:xfrm>
            <a:custGeom>
              <a:avLst/>
              <a:gdLst/>
              <a:ahLst/>
              <a:cxnLst/>
              <a:rect l="l" t="t" r="r" b="b"/>
              <a:pathLst>
                <a:path w="3768090" h="2795270">
                  <a:moveTo>
                    <a:pt x="3128417" y="0"/>
                  </a:moveTo>
                  <a:lnTo>
                    <a:pt x="3086701" y="0"/>
                  </a:lnTo>
                  <a:lnTo>
                    <a:pt x="3086701" y="639582"/>
                  </a:lnTo>
                  <a:lnTo>
                    <a:pt x="2947669" y="639582"/>
                  </a:lnTo>
                  <a:lnTo>
                    <a:pt x="2947669" y="806436"/>
                  </a:lnTo>
                  <a:lnTo>
                    <a:pt x="2892048" y="806436"/>
                  </a:lnTo>
                  <a:lnTo>
                    <a:pt x="2892048" y="1640683"/>
                  </a:lnTo>
                  <a:lnTo>
                    <a:pt x="2600067" y="1640683"/>
                  </a:lnTo>
                  <a:lnTo>
                    <a:pt x="2600067" y="1390407"/>
                  </a:lnTo>
                  <a:lnTo>
                    <a:pt x="2697394" y="1390407"/>
                  </a:lnTo>
                  <a:lnTo>
                    <a:pt x="2697394" y="1348691"/>
                  </a:lnTo>
                  <a:lnTo>
                    <a:pt x="2600067" y="1348691"/>
                  </a:lnTo>
                  <a:lnTo>
                    <a:pt x="2600067" y="1279175"/>
                  </a:lnTo>
                  <a:lnTo>
                    <a:pt x="2321981" y="1279175"/>
                  </a:lnTo>
                  <a:lnTo>
                    <a:pt x="2321981" y="639582"/>
                  </a:lnTo>
                  <a:lnTo>
                    <a:pt x="2252465" y="639582"/>
                  </a:lnTo>
                  <a:lnTo>
                    <a:pt x="2252465" y="542255"/>
                  </a:lnTo>
                  <a:lnTo>
                    <a:pt x="1918758" y="542255"/>
                  </a:lnTo>
                  <a:lnTo>
                    <a:pt x="1918758" y="639582"/>
                  </a:lnTo>
                  <a:lnTo>
                    <a:pt x="1877052" y="639582"/>
                  </a:lnTo>
                  <a:lnTo>
                    <a:pt x="1877052" y="1529440"/>
                  </a:lnTo>
                  <a:lnTo>
                    <a:pt x="1724104" y="1529440"/>
                  </a:lnTo>
                  <a:lnTo>
                    <a:pt x="1724104" y="1932663"/>
                  </a:lnTo>
                  <a:lnTo>
                    <a:pt x="1640683" y="1932663"/>
                  </a:lnTo>
                  <a:lnTo>
                    <a:pt x="1640683" y="1612872"/>
                  </a:lnTo>
                  <a:lnTo>
                    <a:pt x="1571166" y="1612872"/>
                  </a:lnTo>
                  <a:lnTo>
                    <a:pt x="1571166" y="1529440"/>
                  </a:lnTo>
                  <a:lnTo>
                    <a:pt x="1418218" y="1529440"/>
                  </a:lnTo>
                  <a:lnTo>
                    <a:pt x="1418218" y="1237459"/>
                  </a:lnTo>
                  <a:lnTo>
                    <a:pt x="1334797" y="1237459"/>
                  </a:lnTo>
                  <a:lnTo>
                    <a:pt x="1334797" y="1042805"/>
                  </a:lnTo>
                  <a:lnTo>
                    <a:pt x="1237459" y="1042805"/>
                  </a:lnTo>
                  <a:lnTo>
                    <a:pt x="1237459" y="750814"/>
                  </a:lnTo>
                  <a:lnTo>
                    <a:pt x="1195754" y="750814"/>
                  </a:lnTo>
                  <a:lnTo>
                    <a:pt x="1195754" y="1042805"/>
                  </a:lnTo>
                  <a:lnTo>
                    <a:pt x="1098427" y="1042805"/>
                  </a:lnTo>
                  <a:lnTo>
                    <a:pt x="1098427" y="1237459"/>
                  </a:lnTo>
                  <a:lnTo>
                    <a:pt x="1014995" y="1237459"/>
                  </a:lnTo>
                  <a:lnTo>
                    <a:pt x="1014995" y="1529440"/>
                  </a:lnTo>
                  <a:lnTo>
                    <a:pt x="862057" y="1529440"/>
                  </a:lnTo>
                  <a:lnTo>
                    <a:pt x="862057" y="1612872"/>
                  </a:lnTo>
                  <a:lnTo>
                    <a:pt x="792530" y="1612872"/>
                  </a:lnTo>
                  <a:lnTo>
                    <a:pt x="792530" y="1932663"/>
                  </a:lnTo>
                  <a:lnTo>
                    <a:pt x="695203" y="1932663"/>
                  </a:lnTo>
                  <a:lnTo>
                    <a:pt x="695203" y="1084511"/>
                  </a:lnTo>
                  <a:lnTo>
                    <a:pt x="653498" y="1084511"/>
                  </a:lnTo>
                  <a:lnTo>
                    <a:pt x="653498" y="1376502"/>
                  </a:lnTo>
                  <a:lnTo>
                    <a:pt x="528360" y="1376502"/>
                  </a:lnTo>
                  <a:lnTo>
                    <a:pt x="528360" y="1932663"/>
                  </a:lnTo>
                  <a:lnTo>
                    <a:pt x="472739" y="1932663"/>
                  </a:lnTo>
                  <a:lnTo>
                    <a:pt x="472739" y="862047"/>
                  </a:lnTo>
                  <a:lnTo>
                    <a:pt x="431023" y="862047"/>
                  </a:lnTo>
                  <a:lnTo>
                    <a:pt x="431023" y="458834"/>
                  </a:lnTo>
                  <a:lnTo>
                    <a:pt x="389317" y="458834"/>
                  </a:lnTo>
                  <a:lnTo>
                    <a:pt x="389317" y="603573"/>
                  </a:lnTo>
                  <a:lnTo>
                    <a:pt x="139042" y="720648"/>
                  </a:lnTo>
                  <a:lnTo>
                    <a:pt x="139042" y="862047"/>
                  </a:lnTo>
                  <a:lnTo>
                    <a:pt x="27810" y="862047"/>
                  </a:lnTo>
                  <a:lnTo>
                    <a:pt x="27810" y="1932663"/>
                  </a:lnTo>
                  <a:lnTo>
                    <a:pt x="0" y="1932663"/>
                  </a:lnTo>
                  <a:lnTo>
                    <a:pt x="0" y="2794710"/>
                  </a:lnTo>
                  <a:lnTo>
                    <a:pt x="3767550" y="2794710"/>
                  </a:lnTo>
                  <a:lnTo>
                    <a:pt x="3767550" y="806436"/>
                  </a:lnTo>
                  <a:lnTo>
                    <a:pt x="3225744" y="806436"/>
                  </a:lnTo>
                  <a:lnTo>
                    <a:pt x="3225744" y="639582"/>
                  </a:lnTo>
                  <a:lnTo>
                    <a:pt x="3128417" y="639582"/>
                  </a:lnTo>
                  <a:lnTo>
                    <a:pt x="312841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249439" y="5262301"/>
              <a:ext cx="415290" cy="1360805"/>
            </a:xfrm>
            <a:custGeom>
              <a:avLst/>
              <a:gdLst/>
              <a:ahLst/>
              <a:cxnLst/>
              <a:rect l="l" t="t" r="r" b="b"/>
              <a:pathLst>
                <a:path w="415290" h="1360804">
                  <a:moveTo>
                    <a:pt x="39395" y="528358"/>
                  </a:moveTo>
                  <a:lnTo>
                    <a:pt x="0" y="528358"/>
                  </a:lnTo>
                  <a:lnTo>
                    <a:pt x="0" y="567740"/>
                  </a:lnTo>
                  <a:lnTo>
                    <a:pt x="39395" y="567740"/>
                  </a:lnTo>
                  <a:lnTo>
                    <a:pt x="39395" y="528358"/>
                  </a:lnTo>
                  <a:close/>
                </a:path>
                <a:path w="415290" h="1360804">
                  <a:moveTo>
                    <a:pt x="39395" y="462305"/>
                  </a:moveTo>
                  <a:lnTo>
                    <a:pt x="0" y="462305"/>
                  </a:lnTo>
                  <a:lnTo>
                    <a:pt x="0" y="501700"/>
                  </a:lnTo>
                  <a:lnTo>
                    <a:pt x="39395" y="501700"/>
                  </a:lnTo>
                  <a:lnTo>
                    <a:pt x="39395" y="462305"/>
                  </a:lnTo>
                  <a:close/>
                </a:path>
                <a:path w="415290" h="1360804">
                  <a:moveTo>
                    <a:pt x="39395" y="396265"/>
                  </a:moveTo>
                  <a:lnTo>
                    <a:pt x="0" y="396265"/>
                  </a:lnTo>
                  <a:lnTo>
                    <a:pt x="0" y="435660"/>
                  </a:lnTo>
                  <a:lnTo>
                    <a:pt x="39395" y="435660"/>
                  </a:lnTo>
                  <a:lnTo>
                    <a:pt x="39395" y="396265"/>
                  </a:lnTo>
                  <a:close/>
                </a:path>
                <a:path w="415290" h="1360804">
                  <a:moveTo>
                    <a:pt x="39395" y="330225"/>
                  </a:moveTo>
                  <a:lnTo>
                    <a:pt x="0" y="330225"/>
                  </a:lnTo>
                  <a:lnTo>
                    <a:pt x="0" y="369620"/>
                  </a:lnTo>
                  <a:lnTo>
                    <a:pt x="39395" y="369620"/>
                  </a:lnTo>
                  <a:lnTo>
                    <a:pt x="39395" y="330225"/>
                  </a:lnTo>
                  <a:close/>
                </a:path>
                <a:path w="415290" h="1360804">
                  <a:moveTo>
                    <a:pt x="39395" y="264172"/>
                  </a:moveTo>
                  <a:lnTo>
                    <a:pt x="0" y="264172"/>
                  </a:lnTo>
                  <a:lnTo>
                    <a:pt x="0" y="303568"/>
                  </a:lnTo>
                  <a:lnTo>
                    <a:pt x="39395" y="303568"/>
                  </a:lnTo>
                  <a:lnTo>
                    <a:pt x="39395" y="264172"/>
                  </a:lnTo>
                  <a:close/>
                </a:path>
                <a:path w="415290" h="1360804">
                  <a:moveTo>
                    <a:pt x="39395" y="198132"/>
                  </a:moveTo>
                  <a:lnTo>
                    <a:pt x="0" y="198132"/>
                  </a:lnTo>
                  <a:lnTo>
                    <a:pt x="0" y="237528"/>
                  </a:lnTo>
                  <a:lnTo>
                    <a:pt x="39395" y="237528"/>
                  </a:lnTo>
                  <a:lnTo>
                    <a:pt x="39395" y="198132"/>
                  </a:lnTo>
                  <a:close/>
                </a:path>
                <a:path w="415290" h="1360804">
                  <a:moveTo>
                    <a:pt x="39395" y="132080"/>
                  </a:moveTo>
                  <a:lnTo>
                    <a:pt x="0" y="132080"/>
                  </a:lnTo>
                  <a:lnTo>
                    <a:pt x="0" y="171475"/>
                  </a:lnTo>
                  <a:lnTo>
                    <a:pt x="39395" y="171475"/>
                  </a:lnTo>
                  <a:lnTo>
                    <a:pt x="39395" y="132080"/>
                  </a:lnTo>
                  <a:close/>
                </a:path>
                <a:path w="415290" h="1360804">
                  <a:moveTo>
                    <a:pt x="39395" y="66040"/>
                  </a:moveTo>
                  <a:lnTo>
                    <a:pt x="0" y="66040"/>
                  </a:lnTo>
                  <a:lnTo>
                    <a:pt x="0" y="105435"/>
                  </a:lnTo>
                  <a:lnTo>
                    <a:pt x="39395" y="105435"/>
                  </a:lnTo>
                  <a:lnTo>
                    <a:pt x="39395" y="66040"/>
                  </a:lnTo>
                  <a:close/>
                </a:path>
                <a:path w="415290" h="1360804">
                  <a:moveTo>
                    <a:pt x="39395" y="0"/>
                  </a:moveTo>
                  <a:lnTo>
                    <a:pt x="0" y="0"/>
                  </a:lnTo>
                  <a:lnTo>
                    <a:pt x="0" y="39382"/>
                  </a:lnTo>
                  <a:lnTo>
                    <a:pt x="39395" y="39382"/>
                  </a:lnTo>
                  <a:lnTo>
                    <a:pt x="39395" y="0"/>
                  </a:lnTo>
                  <a:close/>
                </a:path>
                <a:path w="415290" h="1360804">
                  <a:moveTo>
                    <a:pt x="101968" y="1320888"/>
                  </a:moveTo>
                  <a:lnTo>
                    <a:pt x="62572" y="1320888"/>
                  </a:lnTo>
                  <a:lnTo>
                    <a:pt x="62572" y="1360271"/>
                  </a:lnTo>
                  <a:lnTo>
                    <a:pt x="101968" y="1360271"/>
                  </a:lnTo>
                  <a:lnTo>
                    <a:pt x="101968" y="1320888"/>
                  </a:lnTo>
                  <a:close/>
                </a:path>
                <a:path w="415290" h="1360804">
                  <a:moveTo>
                    <a:pt x="101968" y="1056703"/>
                  </a:moveTo>
                  <a:lnTo>
                    <a:pt x="62572" y="1056703"/>
                  </a:lnTo>
                  <a:lnTo>
                    <a:pt x="62572" y="1096098"/>
                  </a:lnTo>
                  <a:lnTo>
                    <a:pt x="101968" y="1096098"/>
                  </a:lnTo>
                  <a:lnTo>
                    <a:pt x="101968" y="1056703"/>
                  </a:lnTo>
                  <a:close/>
                </a:path>
                <a:path w="415290" h="1360804">
                  <a:moveTo>
                    <a:pt x="101968" y="990663"/>
                  </a:moveTo>
                  <a:lnTo>
                    <a:pt x="62572" y="990663"/>
                  </a:lnTo>
                  <a:lnTo>
                    <a:pt x="62572" y="1030058"/>
                  </a:lnTo>
                  <a:lnTo>
                    <a:pt x="101968" y="1030058"/>
                  </a:lnTo>
                  <a:lnTo>
                    <a:pt x="101968" y="990663"/>
                  </a:lnTo>
                  <a:close/>
                </a:path>
                <a:path w="415290" h="1360804">
                  <a:moveTo>
                    <a:pt x="101968" y="924610"/>
                  </a:moveTo>
                  <a:lnTo>
                    <a:pt x="62572" y="924610"/>
                  </a:lnTo>
                  <a:lnTo>
                    <a:pt x="62572" y="964006"/>
                  </a:lnTo>
                  <a:lnTo>
                    <a:pt x="101968" y="964006"/>
                  </a:lnTo>
                  <a:lnTo>
                    <a:pt x="101968" y="924610"/>
                  </a:lnTo>
                  <a:close/>
                </a:path>
                <a:path w="415290" h="1360804">
                  <a:moveTo>
                    <a:pt x="101968" y="858570"/>
                  </a:moveTo>
                  <a:lnTo>
                    <a:pt x="62572" y="858570"/>
                  </a:lnTo>
                  <a:lnTo>
                    <a:pt x="62572" y="897966"/>
                  </a:lnTo>
                  <a:lnTo>
                    <a:pt x="101968" y="897966"/>
                  </a:lnTo>
                  <a:lnTo>
                    <a:pt x="101968" y="858570"/>
                  </a:lnTo>
                  <a:close/>
                </a:path>
                <a:path w="415290" h="1360804">
                  <a:moveTo>
                    <a:pt x="101968" y="792530"/>
                  </a:moveTo>
                  <a:lnTo>
                    <a:pt x="62572" y="792530"/>
                  </a:lnTo>
                  <a:lnTo>
                    <a:pt x="62572" y="831926"/>
                  </a:lnTo>
                  <a:lnTo>
                    <a:pt x="101968" y="831926"/>
                  </a:lnTo>
                  <a:lnTo>
                    <a:pt x="101968" y="792530"/>
                  </a:lnTo>
                  <a:close/>
                </a:path>
                <a:path w="415290" h="1360804">
                  <a:moveTo>
                    <a:pt x="101968" y="594398"/>
                  </a:moveTo>
                  <a:lnTo>
                    <a:pt x="62572" y="594398"/>
                  </a:lnTo>
                  <a:lnTo>
                    <a:pt x="62572" y="633780"/>
                  </a:lnTo>
                  <a:lnTo>
                    <a:pt x="101968" y="633780"/>
                  </a:lnTo>
                  <a:lnTo>
                    <a:pt x="101968" y="594398"/>
                  </a:lnTo>
                  <a:close/>
                </a:path>
                <a:path w="415290" h="1360804">
                  <a:moveTo>
                    <a:pt x="101968" y="528358"/>
                  </a:moveTo>
                  <a:lnTo>
                    <a:pt x="62572" y="528358"/>
                  </a:lnTo>
                  <a:lnTo>
                    <a:pt x="62572" y="567740"/>
                  </a:lnTo>
                  <a:lnTo>
                    <a:pt x="101968" y="567740"/>
                  </a:lnTo>
                  <a:lnTo>
                    <a:pt x="101968" y="528358"/>
                  </a:lnTo>
                  <a:close/>
                </a:path>
                <a:path w="415290" h="1360804">
                  <a:moveTo>
                    <a:pt x="101968" y="462305"/>
                  </a:moveTo>
                  <a:lnTo>
                    <a:pt x="62572" y="462305"/>
                  </a:lnTo>
                  <a:lnTo>
                    <a:pt x="62572" y="501700"/>
                  </a:lnTo>
                  <a:lnTo>
                    <a:pt x="101968" y="501700"/>
                  </a:lnTo>
                  <a:lnTo>
                    <a:pt x="101968" y="462305"/>
                  </a:lnTo>
                  <a:close/>
                </a:path>
                <a:path w="415290" h="1360804">
                  <a:moveTo>
                    <a:pt x="101968" y="396265"/>
                  </a:moveTo>
                  <a:lnTo>
                    <a:pt x="62572" y="396265"/>
                  </a:lnTo>
                  <a:lnTo>
                    <a:pt x="62572" y="435660"/>
                  </a:lnTo>
                  <a:lnTo>
                    <a:pt x="101968" y="435660"/>
                  </a:lnTo>
                  <a:lnTo>
                    <a:pt x="101968" y="396265"/>
                  </a:lnTo>
                  <a:close/>
                </a:path>
                <a:path w="415290" h="1360804">
                  <a:moveTo>
                    <a:pt x="101968" y="330225"/>
                  </a:moveTo>
                  <a:lnTo>
                    <a:pt x="62572" y="330225"/>
                  </a:lnTo>
                  <a:lnTo>
                    <a:pt x="62572" y="369620"/>
                  </a:lnTo>
                  <a:lnTo>
                    <a:pt x="101968" y="369620"/>
                  </a:lnTo>
                  <a:lnTo>
                    <a:pt x="101968" y="330225"/>
                  </a:lnTo>
                  <a:close/>
                </a:path>
                <a:path w="415290" h="1360804">
                  <a:moveTo>
                    <a:pt x="101968" y="264172"/>
                  </a:moveTo>
                  <a:lnTo>
                    <a:pt x="62572" y="264172"/>
                  </a:lnTo>
                  <a:lnTo>
                    <a:pt x="62572" y="303568"/>
                  </a:lnTo>
                  <a:lnTo>
                    <a:pt x="101968" y="303568"/>
                  </a:lnTo>
                  <a:lnTo>
                    <a:pt x="101968" y="264172"/>
                  </a:lnTo>
                  <a:close/>
                </a:path>
                <a:path w="415290" h="1360804">
                  <a:moveTo>
                    <a:pt x="101968" y="198132"/>
                  </a:moveTo>
                  <a:lnTo>
                    <a:pt x="62572" y="198132"/>
                  </a:lnTo>
                  <a:lnTo>
                    <a:pt x="62572" y="237528"/>
                  </a:lnTo>
                  <a:lnTo>
                    <a:pt x="101968" y="237528"/>
                  </a:lnTo>
                  <a:lnTo>
                    <a:pt x="101968" y="198132"/>
                  </a:lnTo>
                  <a:close/>
                </a:path>
                <a:path w="415290" h="1360804">
                  <a:moveTo>
                    <a:pt x="101968" y="132080"/>
                  </a:moveTo>
                  <a:lnTo>
                    <a:pt x="62572" y="132080"/>
                  </a:lnTo>
                  <a:lnTo>
                    <a:pt x="62572" y="171475"/>
                  </a:lnTo>
                  <a:lnTo>
                    <a:pt x="101968" y="171475"/>
                  </a:lnTo>
                  <a:lnTo>
                    <a:pt x="101968" y="132080"/>
                  </a:lnTo>
                  <a:close/>
                </a:path>
                <a:path w="415290" h="1360804">
                  <a:moveTo>
                    <a:pt x="101968" y="66040"/>
                  </a:moveTo>
                  <a:lnTo>
                    <a:pt x="62572" y="66040"/>
                  </a:lnTo>
                  <a:lnTo>
                    <a:pt x="62572" y="105435"/>
                  </a:lnTo>
                  <a:lnTo>
                    <a:pt x="101968" y="105435"/>
                  </a:lnTo>
                  <a:lnTo>
                    <a:pt x="101968" y="66040"/>
                  </a:lnTo>
                  <a:close/>
                </a:path>
                <a:path w="415290" h="1360804">
                  <a:moveTo>
                    <a:pt x="101968" y="0"/>
                  </a:moveTo>
                  <a:lnTo>
                    <a:pt x="62572" y="0"/>
                  </a:lnTo>
                  <a:lnTo>
                    <a:pt x="62572" y="39382"/>
                  </a:lnTo>
                  <a:lnTo>
                    <a:pt x="101968" y="39382"/>
                  </a:lnTo>
                  <a:lnTo>
                    <a:pt x="101968" y="0"/>
                  </a:lnTo>
                  <a:close/>
                </a:path>
                <a:path w="415290" h="1360804">
                  <a:moveTo>
                    <a:pt x="164528" y="1320888"/>
                  </a:moveTo>
                  <a:lnTo>
                    <a:pt x="125133" y="1320888"/>
                  </a:lnTo>
                  <a:lnTo>
                    <a:pt x="125133" y="1360271"/>
                  </a:lnTo>
                  <a:lnTo>
                    <a:pt x="164528" y="1360271"/>
                  </a:lnTo>
                  <a:lnTo>
                    <a:pt x="164528" y="1320888"/>
                  </a:lnTo>
                  <a:close/>
                </a:path>
                <a:path w="415290" h="1360804">
                  <a:moveTo>
                    <a:pt x="164528" y="1056703"/>
                  </a:moveTo>
                  <a:lnTo>
                    <a:pt x="125133" y="1056703"/>
                  </a:lnTo>
                  <a:lnTo>
                    <a:pt x="125133" y="1096098"/>
                  </a:lnTo>
                  <a:lnTo>
                    <a:pt x="164528" y="1096098"/>
                  </a:lnTo>
                  <a:lnTo>
                    <a:pt x="164528" y="1056703"/>
                  </a:lnTo>
                  <a:close/>
                </a:path>
                <a:path w="415290" h="1360804">
                  <a:moveTo>
                    <a:pt x="164528" y="990663"/>
                  </a:moveTo>
                  <a:lnTo>
                    <a:pt x="125133" y="990663"/>
                  </a:lnTo>
                  <a:lnTo>
                    <a:pt x="125133" y="1030058"/>
                  </a:lnTo>
                  <a:lnTo>
                    <a:pt x="164528" y="1030058"/>
                  </a:lnTo>
                  <a:lnTo>
                    <a:pt x="164528" y="990663"/>
                  </a:lnTo>
                  <a:close/>
                </a:path>
                <a:path w="415290" h="1360804">
                  <a:moveTo>
                    <a:pt x="164528" y="924610"/>
                  </a:moveTo>
                  <a:lnTo>
                    <a:pt x="125133" y="924610"/>
                  </a:lnTo>
                  <a:lnTo>
                    <a:pt x="125133" y="964006"/>
                  </a:lnTo>
                  <a:lnTo>
                    <a:pt x="164528" y="964006"/>
                  </a:lnTo>
                  <a:lnTo>
                    <a:pt x="164528" y="924610"/>
                  </a:lnTo>
                  <a:close/>
                </a:path>
                <a:path w="415290" h="1360804">
                  <a:moveTo>
                    <a:pt x="164528" y="858570"/>
                  </a:moveTo>
                  <a:lnTo>
                    <a:pt x="125133" y="858570"/>
                  </a:lnTo>
                  <a:lnTo>
                    <a:pt x="125133" y="897966"/>
                  </a:lnTo>
                  <a:lnTo>
                    <a:pt x="164528" y="897966"/>
                  </a:lnTo>
                  <a:lnTo>
                    <a:pt x="164528" y="858570"/>
                  </a:lnTo>
                  <a:close/>
                </a:path>
                <a:path w="415290" h="1360804">
                  <a:moveTo>
                    <a:pt x="164528" y="462305"/>
                  </a:moveTo>
                  <a:lnTo>
                    <a:pt x="125133" y="462305"/>
                  </a:lnTo>
                  <a:lnTo>
                    <a:pt x="125133" y="501700"/>
                  </a:lnTo>
                  <a:lnTo>
                    <a:pt x="164528" y="501700"/>
                  </a:lnTo>
                  <a:lnTo>
                    <a:pt x="164528" y="462305"/>
                  </a:lnTo>
                  <a:close/>
                </a:path>
                <a:path w="415290" h="1360804">
                  <a:moveTo>
                    <a:pt x="164528" y="396265"/>
                  </a:moveTo>
                  <a:lnTo>
                    <a:pt x="125133" y="396265"/>
                  </a:lnTo>
                  <a:lnTo>
                    <a:pt x="125133" y="435660"/>
                  </a:lnTo>
                  <a:lnTo>
                    <a:pt x="164528" y="435660"/>
                  </a:lnTo>
                  <a:lnTo>
                    <a:pt x="164528" y="396265"/>
                  </a:lnTo>
                  <a:close/>
                </a:path>
                <a:path w="415290" h="1360804">
                  <a:moveTo>
                    <a:pt x="164528" y="330225"/>
                  </a:moveTo>
                  <a:lnTo>
                    <a:pt x="125133" y="330225"/>
                  </a:lnTo>
                  <a:lnTo>
                    <a:pt x="125133" y="369620"/>
                  </a:lnTo>
                  <a:lnTo>
                    <a:pt x="164528" y="369620"/>
                  </a:lnTo>
                  <a:lnTo>
                    <a:pt x="164528" y="330225"/>
                  </a:lnTo>
                  <a:close/>
                </a:path>
                <a:path w="415290" h="1360804">
                  <a:moveTo>
                    <a:pt x="164528" y="264172"/>
                  </a:moveTo>
                  <a:lnTo>
                    <a:pt x="125133" y="264172"/>
                  </a:lnTo>
                  <a:lnTo>
                    <a:pt x="125133" y="303568"/>
                  </a:lnTo>
                  <a:lnTo>
                    <a:pt x="164528" y="303568"/>
                  </a:lnTo>
                  <a:lnTo>
                    <a:pt x="164528" y="264172"/>
                  </a:lnTo>
                  <a:close/>
                </a:path>
                <a:path w="415290" h="1360804">
                  <a:moveTo>
                    <a:pt x="164528" y="198132"/>
                  </a:moveTo>
                  <a:lnTo>
                    <a:pt x="125133" y="198132"/>
                  </a:lnTo>
                  <a:lnTo>
                    <a:pt x="125133" y="237528"/>
                  </a:lnTo>
                  <a:lnTo>
                    <a:pt x="164528" y="237528"/>
                  </a:lnTo>
                  <a:lnTo>
                    <a:pt x="164528" y="198132"/>
                  </a:lnTo>
                  <a:close/>
                </a:path>
                <a:path w="415290" h="1360804">
                  <a:moveTo>
                    <a:pt x="164528" y="132080"/>
                  </a:moveTo>
                  <a:lnTo>
                    <a:pt x="125133" y="132080"/>
                  </a:lnTo>
                  <a:lnTo>
                    <a:pt x="125133" y="171475"/>
                  </a:lnTo>
                  <a:lnTo>
                    <a:pt x="164528" y="171475"/>
                  </a:lnTo>
                  <a:lnTo>
                    <a:pt x="164528" y="132080"/>
                  </a:lnTo>
                  <a:close/>
                </a:path>
                <a:path w="415290" h="1360804">
                  <a:moveTo>
                    <a:pt x="164528" y="66040"/>
                  </a:moveTo>
                  <a:lnTo>
                    <a:pt x="125133" y="66040"/>
                  </a:lnTo>
                  <a:lnTo>
                    <a:pt x="125133" y="105435"/>
                  </a:lnTo>
                  <a:lnTo>
                    <a:pt x="164528" y="105435"/>
                  </a:lnTo>
                  <a:lnTo>
                    <a:pt x="164528" y="66040"/>
                  </a:lnTo>
                  <a:close/>
                </a:path>
                <a:path w="415290" h="1360804">
                  <a:moveTo>
                    <a:pt x="164528" y="0"/>
                  </a:moveTo>
                  <a:lnTo>
                    <a:pt x="125133" y="0"/>
                  </a:lnTo>
                  <a:lnTo>
                    <a:pt x="125133" y="39382"/>
                  </a:lnTo>
                  <a:lnTo>
                    <a:pt x="164528" y="39382"/>
                  </a:lnTo>
                  <a:lnTo>
                    <a:pt x="164528" y="0"/>
                  </a:lnTo>
                  <a:close/>
                </a:path>
                <a:path w="415290" h="1360804">
                  <a:moveTo>
                    <a:pt x="227101" y="990663"/>
                  </a:moveTo>
                  <a:lnTo>
                    <a:pt x="187706" y="990663"/>
                  </a:lnTo>
                  <a:lnTo>
                    <a:pt x="187706" y="1030058"/>
                  </a:lnTo>
                  <a:lnTo>
                    <a:pt x="227101" y="1030058"/>
                  </a:lnTo>
                  <a:lnTo>
                    <a:pt x="227101" y="990663"/>
                  </a:lnTo>
                  <a:close/>
                </a:path>
                <a:path w="415290" h="1360804">
                  <a:moveTo>
                    <a:pt x="227101" y="396265"/>
                  </a:moveTo>
                  <a:lnTo>
                    <a:pt x="187706" y="396265"/>
                  </a:lnTo>
                  <a:lnTo>
                    <a:pt x="187706" y="435660"/>
                  </a:lnTo>
                  <a:lnTo>
                    <a:pt x="227101" y="435660"/>
                  </a:lnTo>
                  <a:lnTo>
                    <a:pt x="227101" y="396265"/>
                  </a:lnTo>
                  <a:close/>
                </a:path>
                <a:path w="415290" h="1360804">
                  <a:moveTo>
                    <a:pt x="227101" y="330225"/>
                  </a:moveTo>
                  <a:lnTo>
                    <a:pt x="187706" y="330225"/>
                  </a:lnTo>
                  <a:lnTo>
                    <a:pt x="187706" y="369620"/>
                  </a:lnTo>
                  <a:lnTo>
                    <a:pt x="227101" y="369620"/>
                  </a:lnTo>
                  <a:lnTo>
                    <a:pt x="227101" y="330225"/>
                  </a:lnTo>
                  <a:close/>
                </a:path>
                <a:path w="415290" h="1360804">
                  <a:moveTo>
                    <a:pt x="227101" y="264172"/>
                  </a:moveTo>
                  <a:lnTo>
                    <a:pt x="187706" y="264172"/>
                  </a:lnTo>
                  <a:lnTo>
                    <a:pt x="187706" y="303568"/>
                  </a:lnTo>
                  <a:lnTo>
                    <a:pt x="227101" y="303568"/>
                  </a:lnTo>
                  <a:lnTo>
                    <a:pt x="227101" y="264172"/>
                  </a:lnTo>
                  <a:close/>
                </a:path>
                <a:path w="415290" h="1360804">
                  <a:moveTo>
                    <a:pt x="227101" y="198132"/>
                  </a:moveTo>
                  <a:lnTo>
                    <a:pt x="187706" y="198132"/>
                  </a:lnTo>
                  <a:lnTo>
                    <a:pt x="187706" y="237528"/>
                  </a:lnTo>
                  <a:lnTo>
                    <a:pt x="227101" y="237528"/>
                  </a:lnTo>
                  <a:lnTo>
                    <a:pt x="227101" y="198132"/>
                  </a:lnTo>
                  <a:close/>
                </a:path>
                <a:path w="415290" h="1360804">
                  <a:moveTo>
                    <a:pt x="227101" y="132080"/>
                  </a:moveTo>
                  <a:lnTo>
                    <a:pt x="187706" y="132080"/>
                  </a:lnTo>
                  <a:lnTo>
                    <a:pt x="187706" y="171475"/>
                  </a:lnTo>
                  <a:lnTo>
                    <a:pt x="227101" y="171475"/>
                  </a:lnTo>
                  <a:lnTo>
                    <a:pt x="227101" y="132080"/>
                  </a:lnTo>
                  <a:close/>
                </a:path>
                <a:path w="415290" h="1360804">
                  <a:moveTo>
                    <a:pt x="227101" y="66040"/>
                  </a:moveTo>
                  <a:lnTo>
                    <a:pt x="187706" y="66040"/>
                  </a:lnTo>
                  <a:lnTo>
                    <a:pt x="187706" y="105435"/>
                  </a:lnTo>
                  <a:lnTo>
                    <a:pt x="227101" y="105435"/>
                  </a:lnTo>
                  <a:lnTo>
                    <a:pt x="227101" y="66040"/>
                  </a:lnTo>
                  <a:close/>
                </a:path>
                <a:path w="415290" h="1360804">
                  <a:moveTo>
                    <a:pt x="227101" y="0"/>
                  </a:moveTo>
                  <a:lnTo>
                    <a:pt x="187706" y="0"/>
                  </a:lnTo>
                  <a:lnTo>
                    <a:pt x="187706" y="39382"/>
                  </a:lnTo>
                  <a:lnTo>
                    <a:pt x="227101" y="39382"/>
                  </a:lnTo>
                  <a:lnTo>
                    <a:pt x="227101" y="0"/>
                  </a:lnTo>
                  <a:close/>
                </a:path>
                <a:path w="415290" h="1360804">
                  <a:moveTo>
                    <a:pt x="289661" y="726490"/>
                  </a:moveTo>
                  <a:lnTo>
                    <a:pt x="250278" y="726490"/>
                  </a:lnTo>
                  <a:lnTo>
                    <a:pt x="250278" y="765873"/>
                  </a:lnTo>
                  <a:lnTo>
                    <a:pt x="289661" y="765873"/>
                  </a:lnTo>
                  <a:lnTo>
                    <a:pt x="289661" y="726490"/>
                  </a:lnTo>
                  <a:close/>
                </a:path>
                <a:path w="415290" h="1360804">
                  <a:moveTo>
                    <a:pt x="289661" y="594398"/>
                  </a:moveTo>
                  <a:lnTo>
                    <a:pt x="250278" y="594398"/>
                  </a:lnTo>
                  <a:lnTo>
                    <a:pt x="250278" y="633780"/>
                  </a:lnTo>
                  <a:lnTo>
                    <a:pt x="289661" y="633780"/>
                  </a:lnTo>
                  <a:lnTo>
                    <a:pt x="289661" y="594398"/>
                  </a:lnTo>
                  <a:close/>
                </a:path>
                <a:path w="415290" h="1360804">
                  <a:moveTo>
                    <a:pt x="289661" y="528358"/>
                  </a:moveTo>
                  <a:lnTo>
                    <a:pt x="250278" y="528358"/>
                  </a:lnTo>
                  <a:lnTo>
                    <a:pt x="250278" y="567740"/>
                  </a:lnTo>
                  <a:lnTo>
                    <a:pt x="289661" y="567740"/>
                  </a:lnTo>
                  <a:lnTo>
                    <a:pt x="289661" y="528358"/>
                  </a:lnTo>
                  <a:close/>
                </a:path>
                <a:path w="415290" h="1360804">
                  <a:moveTo>
                    <a:pt x="289661" y="462305"/>
                  </a:moveTo>
                  <a:lnTo>
                    <a:pt x="250278" y="462305"/>
                  </a:lnTo>
                  <a:lnTo>
                    <a:pt x="250278" y="501700"/>
                  </a:lnTo>
                  <a:lnTo>
                    <a:pt x="289661" y="501700"/>
                  </a:lnTo>
                  <a:lnTo>
                    <a:pt x="289661" y="462305"/>
                  </a:lnTo>
                  <a:close/>
                </a:path>
                <a:path w="415290" h="1360804">
                  <a:moveTo>
                    <a:pt x="289661" y="396265"/>
                  </a:moveTo>
                  <a:lnTo>
                    <a:pt x="250278" y="396265"/>
                  </a:lnTo>
                  <a:lnTo>
                    <a:pt x="250278" y="435660"/>
                  </a:lnTo>
                  <a:lnTo>
                    <a:pt x="289661" y="435660"/>
                  </a:lnTo>
                  <a:lnTo>
                    <a:pt x="289661" y="396265"/>
                  </a:lnTo>
                  <a:close/>
                </a:path>
                <a:path w="415290" h="1360804">
                  <a:moveTo>
                    <a:pt x="289661" y="330225"/>
                  </a:moveTo>
                  <a:lnTo>
                    <a:pt x="250278" y="330225"/>
                  </a:lnTo>
                  <a:lnTo>
                    <a:pt x="250278" y="369620"/>
                  </a:lnTo>
                  <a:lnTo>
                    <a:pt x="289661" y="369620"/>
                  </a:lnTo>
                  <a:lnTo>
                    <a:pt x="289661" y="330225"/>
                  </a:lnTo>
                  <a:close/>
                </a:path>
                <a:path w="415290" h="1360804">
                  <a:moveTo>
                    <a:pt x="289661" y="264172"/>
                  </a:moveTo>
                  <a:lnTo>
                    <a:pt x="250278" y="264172"/>
                  </a:lnTo>
                  <a:lnTo>
                    <a:pt x="250278" y="303568"/>
                  </a:lnTo>
                  <a:lnTo>
                    <a:pt x="289661" y="303568"/>
                  </a:lnTo>
                  <a:lnTo>
                    <a:pt x="289661" y="264172"/>
                  </a:lnTo>
                  <a:close/>
                </a:path>
                <a:path w="415290" h="1360804">
                  <a:moveTo>
                    <a:pt x="289661" y="198132"/>
                  </a:moveTo>
                  <a:lnTo>
                    <a:pt x="250278" y="198132"/>
                  </a:lnTo>
                  <a:lnTo>
                    <a:pt x="250278" y="237528"/>
                  </a:lnTo>
                  <a:lnTo>
                    <a:pt x="289661" y="237528"/>
                  </a:lnTo>
                  <a:lnTo>
                    <a:pt x="289661" y="198132"/>
                  </a:lnTo>
                  <a:close/>
                </a:path>
                <a:path w="415290" h="1360804">
                  <a:moveTo>
                    <a:pt x="289661" y="132080"/>
                  </a:moveTo>
                  <a:lnTo>
                    <a:pt x="250278" y="132080"/>
                  </a:lnTo>
                  <a:lnTo>
                    <a:pt x="250278" y="171475"/>
                  </a:lnTo>
                  <a:lnTo>
                    <a:pt x="289661" y="171475"/>
                  </a:lnTo>
                  <a:lnTo>
                    <a:pt x="289661" y="132080"/>
                  </a:lnTo>
                  <a:close/>
                </a:path>
                <a:path w="415290" h="1360804">
                  <a:moveTo>
                    <a:pt x="289661" y="66040"/>
                  </a:moveTo>
                  <a:lnTo>
                    <a:pt x="250278" y="66040"/>
                  </a:lnTo>
                  <a:lnTo>
                    <a:pt x="250278" y="105435"/>
                  </a:lnTo>
                  <a:lnTo>
                    <a:pt x="289661" y="105435"/>
                  </a:lnTo>
                  <a:lnTo>
                    <a:pt x="289661" y="66040"/>
                  </a:lnTo>
                  <a:close/>
                </a:path>
                <a:path w="415290" h="1360804">
                  <a:moveTo>
                    <a:pt x="289661" y="0"/>
                  </a:moveTo>
                  <a:lnTo>
                    <a:pt x="250278" y="0"/>
                  </a:lnTo>
                  <a:lnTo>
                    <a:pt x="250278" y="39382"/>
                  </a:lnTo>
                  <a:lnTo>
                    <a:pt x="289661" y="39382"/>
                  </a:lnTo>
                  <a:lnTo>
                    <a:pt x="289661" y="0"/>
                  </a:lnTo>
                  <a:close/>
                </a:path>
                <a:path w="415290" h="1360804">
                  <a:moveTo>
                    <a:pt x="352234" y="726490"/>
                  </a:moveTo>
                  <a:lnTo>
                    <a:pt x="312839" y="726490"/>
                  </a:lnTo>
                  <a:lnTo>
                    <a:pt x="312839" y="765873"/>
                  </a:lnTo>
                  <a:lnTo>
                    <a:pt x="352234" y="765873"/>
                  </a:lnTo>
                  <a:lnTo>
                    <a:pt x="352234" y="726490"/>
                  </a:lnTo>
                  <a:close/>
                </a:path>
                <a:path w="415290" h="1360804">
                  <a:moveTo>
                    <a:pt x="352234" y="660450"/>
                  </a:moveTo>
                  <a:lnTo>
                    <a:pt x="312839" y="660450"/>
                  </a:lnTo>
                  <a:lnTo>
                    <a:pt x="312839" y="699833"/>
                  </a:lnTo>
                  <a:lnTo>
                    <a:pt x="352234" y="699833"/>
                  </a:lnTo>
                  <a:lnTo>
                    <a:pt x="352234" y="660450"/>
                  </a:lnTo>
                  <a:close/>
                </a:path>
                <a:path w="415290" h="1360804">
                  <a:moveTo>
                    <a:pt x="352234" y="528358"/>
                  </a:moveTo>
                  <a:lnTo>
                    <a:pt x="312839" y="528358"/>
                  </a:lnTo>
                  <a:lnTo>
                    <a:pt x="312839" y="567740"/>
                  </a:lnTo>
                  <a:lnTo>
                    <a:pt x="352234" y="567740"/>
                  </a:lnTo>
                  <a:lnTo>
                    <a:pt x="352234" y="528358"/>
                  </a:lnTo>
                  <a:close/>
                </a:path>
                <a:path w="415290" h="1360804">
                  <a:moveTo>
                    <a:pt x="352234" y="462305"/>
                  </a:moveTo>
                  <a:lnTo>
                    <a:pt x="312839" y="462305"/>
                  </a:lnTo>
                  <a:lnTo>
                    <a:pt x="312839" y="501700"/>
                  </a:lnTo>
                  <a:lnTo>
                    <a:pt x="352234" y="501700"/>
                  </a:lnTo>
                  <a:lnTo>
                    <a:pt x="352234" y="462305"/>
                  </a:lnTo>
                  <a:close/>
                </a:path>
                <a:path w="415290" h="1360804">
                  <a:moveTo>
                    <a:pt x="352234" y="396265"/>
                  </a:moveTo>
                  <a:lnTo>
                    <a:pt x="312839" y="396265"/>
                  </a:lnTo>
                  <a:lnTo>
                    <a:pt x="312839" y="435660"/>
                  </a:lnTo>
                  <a:lnTo>
                    <a:pt x="352234" y="435660"/>
                  </a:lnTo>
                  <a:lnTo>
                    <a:pt x="352234" y="396265"/>
                  </a:lnTo>
                  <a:close/>
                </a:path>
                <a:path w="415290" h="1360804">
                  <a:moveTo>
                    <a:pt x="352234" y="330225"/>
                  </a:moveTo>
                  <a:lnTo>
                    <a:pt x="312839" y="330225"/>
                  </a:lnTo>
                  <a:lnTo>
                    <a:pt x="312839" y="369620"/>
                  </a:lnTo>
                  <a:lnTo>
                    <a:pt x="352234" y="369620"/>
                  </a:lnTo>
                  <a:lnTo>
                    <a:pt x="352234" y="330225"/>
                  </a:lnTo>
                  <a:close/>
                </a:path>
                <a:path w="415290" h="1360804">
                  <a:moveTo>
                    <a:pt x="352234" y="264172"/>
                  </a:moveTo>
                  <a:lnTo>
                    <a:pt x="312839" y="264172"/>
                  </a:lnTo>
                  <a:lnTo>
                    <a:pt x="312839" y="303568"/>
                  </a:lnTo>
                  <a:lnTo>
                    <a:pt x="352234" y="303568"/>
                  </a:lnTo>
                  <a:lnTo>
                    <a:pt x="352234" y="264172"/>
                  </a:lnTo>
                  <a:close/>
                </a:path>
                <a:path w="415290" h="1360804">
                  <a:moveTo>
                    <a:pt x="414807" y="726490"/>
                  </a:moveTo>
                  <a:lnTo>
                    <a:pt x="375412" y="726490"/>
                  </a:lnTo>
                  <a:lnTo>
                    <a:pt x="375412" y="765873"/>
                  </a:lnTo>
                  <a:lnTo>
                    <a:pt x="414807" y="765873"/>
                  </a:lnTo>
                  <a:lnTo>
                    <a:pt x="414807" y="726490"/>
                  </a:lnTo>
                  <a:close/>
                </a:path>
                <a:path w="415290" h="1360804">
                  <a:moveTo>
                    <a:pt x="414807" y="660450"/>
                  </a:moveTo>
                  <a:lnTo>
                    <a:pt x="375412" y="660450"/>
                  </a:lnTo>
                  <a:lnTo>
                    <a:pt x="375412" y="699833"/>
                  </a:lnTo>
                  <a:lnTo>
                    <a:pt x="414807" y="699833"/>
                  </a:lnTo>
                  <a:lnTo>
                    <a:pt x="414807" y="660450"/>
                  </a:lnTo>
                  <a:close/>
                </a:path>
                <a:path w="415290" h="1360804">
                  <a:moveTo>
                    <a:pt x="414807" y="462305"/>
                  </a:moveTo>
                  <a:lnTo>
                    <a:pt x="375412" y="462305"/>
                  </a:lnTo>
                  <a:lnTo>
                    <a:pt x="375412" y="501700"/>
                  </a:lnTo>
                  <a:lnTo>
                    <a:pt x="414807" y="501700"/>
                  </a:lnTo>
                  <a:lnTo>
                    <a:pt x="414807" y="462305"/>
                  </a:lnTo>
                  <a:close/>
                </a:path>
                <a:path w="415290" h="1360804">
                  <a:moveTo>
                    <a:pt x="414807" y="396265"/>
                  </a:moveTo>
                  <a:lnTo>
                    <a:pt x="375412" y="396265"/>
                  </a:lnTo>
                  <a:lnTo>
                    <a:pt x="375412" y="435660"/>
                  </a:lnTo>
                  <a:lnTo>
                    <a:pt x="414807" y="435660"/>
                  </a:lnTo>
                  <a:lnTo>
                    <a:pt x="414807" y="396265"/>
                  </a:lnTo>
                  <a:close/>
                </a:path>
                <a:path w="415290" h="1360804">
                  <a:moveTo>
                    <a:pt x="414807" y="330225"/>
                  </a:moveTo>
                  <a:lnTo>
                    <a:pt x="375412" y="330225"/>
                  </a:lnTo>
                  <a:lnTo>
                    <a:pt x="375412" y="369620"/>
                  </a:lnTo>
                  <a:lnTo>
                    <a:pt x="414807" y="369620"/>
                  </a:lnTo>
                  <a:lnTo>
                    <a:pt x="414807" y="330225"/>
                  </a:lnTo>
                  <a:close/>
                </a:path>
                <a:path w="415290" h="1360804">
                  <a:moveTo>
                    <a:pt x="414807" y="66040"/>
                  </a:moveTo>
                  <a:lnTo>
                    <a:pt x="375412" y="66040"/>
                  </a:lnTo>
                  <a:lnTo>
                    <a:pt x="375412" y="105435"/>
                  </a:lnTo>
                  <a:lnTo>
                    <a:pt x="414807" y="105435"/>
                  </a:lnTo>
                  <a:lnTo>
                    <a:pt x="414807" y="66040"/>
                  </a:lnTo>
                  <a:close/>
                </a:path>
                <a:path w="415290" h="1360804">
                  <a:moveTo>
                    <a:pt x="414807" y="0"/>
                  </a:moveTo>
                  <a:lnTo>
                    <a:pt x="375412" y="0"/>
                  </a:lnTo>
                  <a:lnTo>
                    <a:pt x="375412" y="39382"/>
                  </a:lnTo>
                  <a:lnTo>
                    <a:pt x="414807" y="39382"/>
                  </a:lnTo>
                  <a:lnTo>
                    <a:pt x="414807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232119" y="5090813"/>
              <a:ext cx="1057275" cy="1334135"/>
            </a:xfrm>
            <a:custGeom>
              <a:avLst/>
              <a:gdLst/>
              <a:ahLst/>
              <a:cxnLst/>
              <a:rect l="l" t="t" r="r" b="b"/>
              <a:pathLst>
                <a:path w="1057275" h="1334135">
                  <a:moveTo>
                    <a:pt x="39395" y="462305"/>
                  </a:moveTo>
                  <a:lnTo>
                    <a:pt x="0" y="462305"/>
                  </a:lnTo>
                  <a:lnTo>
                    <a:pt x="0" y="501700"/>
                  </a:lnTo>
                  <a:lnTo>
                    <a:pt x="39395" y="501700"/>
                  </a:lnTo>
                  <a:lnTo>
                    <a:pt x="39395" y="462305"/>
                  </a:lnTo>
                  <a:close/>
                </a:path>
                <a:path w="1057275" h="1334135">
                  <a:moveTo>
                    <a:pt x="39395" y="330225"/>
                  </a:moveTo>
                  <a:lnTo>
                    <a:pt x="0" y="330225"/>
                  </a:lnTo>
                  <a:lnTo>
                    <a:pt x="0" y="369608"/>
                  </a:lnTo>
                  <a:lnTo>
                    <a:pt x="39395" y="369608"/>
                  </a:lnTo>
                  <a:lnTo>
                    <a:pt x="39395" y="330225"/>
                  </a:lnTo>
                  <a:close/>
                </a:path>
                <a:path w="1057275" h="1334135">
                  <a:moveTo>
                    <a:pt x="39395" y="264185"/>
                  </a:moveTo>
                  <a:lnTo>
                    <a:pt x="0" y="264185"/>
                  </a:lnTo>
                  <a:lnTo>
                    <a:pt x="0" y="303568"/>
                  </a:lnTo>
                  <a:lnTo>
                    <a:pt x="39395" y="303568"/>
                  </a:lnTo>
                  <a:lnTo>
                    <a:pt x="39395" y="264185"/>
                  </a:lnTo>
                  <a:close/>
                </a:path>
                <a:path w="1057275" h="1334135">
                  <a:moveTo>
                    <a:pt x="39395" y="198132"/>
                  </a:moveTo>
                  <a:lnTo>
                    <a:pt x="0" y="198132"/>
                  </a:lnTo>
                  <a:lnTo>
                    <a:pt x="0" y="237528"/>
                  </a:lnTo>
                  <a:lnTo>
                    <a:pt x="39395" y="237528"/>
                  </a:lnTo>
                  <a:lnTo>
                    <a:pt x="39395" y="198132"/>
                  </a:lnTo>
                  <a:close/>
                </a:path>
                <a:path w="1057275" h="1334135">
                  <a:moveTo>
                    <a:pt x="39395" y="132092"/>
                  </a:moveTo>
                  <a:lnTo>
                    <a:pt x="0" y="132092"/>
                  </a:lnTo>
                  <a:lnTo>
                    <a:pt x="0" y="171488"/>
                  </a:lnTo>
                  <a:lnTo>
                    <a:pt x="39395" y="171488"/>
                  </a:lnTo>
                  <a:lnTo>
                    <a:pt x="39395" y="132092"/>
                  </a:lnTo>
                  <a:close/>
                </a:path>
                <a:path w="1057275" h="1334135">
                  <a:moveTo>
                    <a:pt x="39395" y="66052"/>
                  </a:moveTo>
                  <a:lnTo>
                    <a:pt x="0" y="66052"/>
                  </a:lnTo>
                  <a:lnTo>
                    <a:pt x="0" y="105448"/>
                  </a:lnTo>
                  <a:lnTo>
                    <a:pt x="39395" y="105448"/>
                  </a:lnTo>
                  <a:lnTo>
                    <a:pt x="39395" y="66052"/>
                  </a:lnTo>
                  <a:close/>
                </a:path>
                <a:path w="1057275" h="1334135">
                  <a:moveTo>
                    <a:pt x="39395" y="0"/>
                  </a:moveTo>
                  <a:lnTo>
                    <a:pt x="0" y="0"/>
                  </a:lnTo>
                  <a:lnTo>
                    <a:pt x="0" y="39395"/>
                  </a:lnTo>
                  <a:lnTo>
                    <a:pt x="39395" y="39395"/>
                  </a:lnTo>
                  <a:lnTo>
                    <a:pt x="39395" y="0"/>
                  </a:lnTo>
                  <a:close/>
                </a:path>
                <a:path w="1057275" h="1334135">
                  <a:moveTo>
                    <a:pt x="101968" y="462305"/>
                  </a:moveTo>
                  <a:lnTo>
                    <a:pt x="62572" y="462305"/>
                  </a:lnTo>
                  <a:lnTo>
                    <a:pt x="62572" y="501700"/>
                  </a:lnTo>
                  <a:lnTo>
                    <a:pt x="101968" y="501700"/>
                  </a:lnTo>
                  <a:lnTo>
                    <a:pt x="101968" y="462305"/>
                  </a:lnTo>
                  <a:close/>
                </a:path>
                <a:path w="1057275" h="1334135">
                  <a:moveTo>
                    <a:pt x="101968" y="396265"/>
                  </a:moveTo>
                  <a:lnTo>
                    <a:pt x="62572" y="396265"/>
                  </a:lnTo>
                  <a:lnTo>
                    <a:pt x="62572" y="435660"/>
                  </a:lnTo>
                  <a:lnTo>
                    <a:pt x="101968" y="435660"/>
                  </a:lnTo>
                  <a:lnTo>
                    <a:pt x="101968" y="396265"/>
                  </a:lnTo>
                  <a:close/>
                </a:path>
                <a:path w="1057275" h="1334135">
                  <a:moveTo>
                    <a:pt x="101968" y="330225"/>
                  </a:moveTo>
                  <a:lnTo>
                    <a:pt x="62572" y="330225"/>
                  </a:lnTo>
                  <a:lnTo>
                    <a:pt x="62572" y="369608"/>
                  </a:lnTo>
                  <a:lnTo>
                    <a:pt x="101968" y="369608"/>
                  </a:lnTo>
                  <a:lnTo>
                    <a:pt x="101968" y="330225"/>
                  </a:lnTo>
                  <a:close/>
                </a:path>
                <a:path w="1057275" h="1334135">
                  <a:moveTo>
                    <a:pt x="101968" y="264185"/>
                  </a:moveTo>
                  <a:lnTo>
                    <a:pt x="62572" y="264185"/>
                  </a:lnTo>
                  <a:lnTo>
                    <a:pt x="62572" y="303568"/>
                  </a:lnTo>
                  <a:lnTo>
                    <a:pt x="101968" y="303568"/>
                  </a:lnTo>
                  <a:lnTo>
                    <a:pt x="101968" y="264185"/>
                  </a:lnTo>
                  <a:close/>
                </a:path>
                <a:path w="1057275" h="1334135">
                  <a:moveTo>
                    <a:pt x="101968" y="198132"/>
                  </a:moveTo>
                  <a:lnTo>
                    <a:pt x="62572" y="198132"/>
                  </a:lnTo>
                  <a:lnTo>
                    <a:pt x="62572" y="237528"/>
                  </a:lnTo>
                  <a:lnTo>
                    <a:pt x="101968" y="237528"/>
                  </a:lnTo>
                  <a:lnTo>
                    <a:pt x="101968" y="198132"/>
                  </a:lnTo>
                  <a:close/>
                </a:path>
                <a:path w="1057275" h="1334135">
                  <a:moveTo>
                    <a:pt x="101968" y="132092"/>
                  </a:moveTo>
                  <a:lnTo>
                    <a:pt x="62572" y="132092"/>
                  </a:lnTo>
                  <a:lnTo>
                    <a:pt x="62572" y="171488"/>
                  </a:lnTo>
                  <a:lnTo>
                    <a:pt x="101968" y="171488"/>
                  </a:lnTo>
                  <a:lnTo>
                    <a:pt x="101968" y="132092"/>
                  </a:lnTo>
                  <a:close/>
                </a:path>
                <a:path w="1057275" h="1334135">
                  <a:moveTo>
                    <a:pt x="101968" y="66052"/>
                  </a:moveTo>
                  <a:lnTo>
                    <a:pt x="62572" y="66052"/>
                  </a:lnTo>
                  <a:lnTo>
                    <a:pt x="62572" y="105448"/>
                  </a:lnTo>
                  <a:lnTo>
                    <a:pt x="101968" y="105448"/>
                  </a:lnTo>
                  <a:lnTo>
                    <a:pt x="101968" y="66052"/>
                  </a:lnTo>
                  <a:close/>
                </a:path>
                <a:path w="1057275" h="1334135">
                  <a:moveTo>
                    <a:pt x="101968" y="0"/>
                  </a:moveTo>
                  <a:lnTo>
                    <a:pt x="62572" y="0"/>
                  </a:lnTo>
                  <a:lnTo>
                    <a:pt x="62572" y="39395"/>
                  </a:lnTo>
                  <a:lnTo>
                    <a:pt x="101968" y="39395"/>
                  </a:lnTo>
                  <a:lnTo>
                    <a:pt x="101968" y="0"/>
                  </a:lnTo>
                  <a:close/>
                </a:path>
                <a:path w="1057275" h="1334135">
                  <a:moveTo>
                    <a:pt x="164541" y="726490"/>
                  </a:moveTo>
                  <a:lnTo>
                    <a:pt x="125133" y="726490"/>
                  </a:lnTo>
                  <a:lnTo>
                    <a:pt x="125133" y="765886"/>
                  </a:lnTo>
                  <a:lnTo>
                    <a:pt x="164541" y="765886"/>
                  </a:lnTo>
                  <a:lnTo>
                    <a:pt x="164541" y="726490"/>
                  </a:lnTo>
                  <a:close/>
                </a:path>
                <a:path w="1057275" h="1334135">
                  <a:moveTo>
                    <a:pt x="164541" y="462305"/>
                  </a:moveTo>
                  <a:lnTo>
                    <a:pt x="125133" y="462305"/>
                  </a:lnTo>
                  <a:lnTo>
                    <a:pt x="125133" y="501700"/>
                  </a:lnTo>
                  <a:lnTo>
                    <a:pt x="164541" y="501700"/>
                  </a:lnTo>
                  <a:lnTo>
                    <a:pt x="164541" y="462305"/>
                  </a:lnTo>
                  <a:close/>
                </a:path>
                <a:path w="1057275" h="1334135">
                  <a:moveTo>
                    <a:pt x="164541" y="396265"/>
                  </a:moveTo>
                  <a:lnTo>
                    <a:pt x="125133" y="396265"/>
                  </a:lnTo>
                  <a:lnTo>
                    <a:pt x="125133" y="435660"/>
                  </a:lnTo>
                  <a:lnTo>
                    <a:pt x="164541" y="435660"/>
                  </a:lnTo>
                  <a:lnTo>
                    <a:pt x="164541" y="396265"/>
                  </a:lnTo>
                  <a:close/>
                </a:path>
                <a:path w="1057275" h="1334135">
                  <a:moveTo>
                    <a:pt x="164541" y="330225"/>
                  </a:moveTo>
                  <a:lnTo>
                    <a:pt x="125133" y="330225"/>
                  </a:lnTo>
                  <a:lnTo>
                    <a:pt x="125133" y="369608"/>
                  </a:lnTo>
                  <a:lnTo>
                    <a:pt x="164541" y="369608"/>
                  </a:lnTo>
                  <a:lnTo>
                    <a:pt x="164541" y="330225"/>
                  </a:lnTo>
                  <a:close/>
                </a:path>
                <a:path w="1057275" h="1334135">
                  <a:moveTo>
                    <a:pt x="164541" y="264185"/>
                  </a:moveTo>
                  <a:lnTo>
                    <a:pt x="125133" y="264185"/>
                  </a:lnTo>
                  <a:lnTo>
                    <a:pt x="125133" y="303568"/>
                  </a:lnTo>
                  <a:lnTo>
                    <a:pt x="164541" y="303568"/>
                  </a:lnTo>
                  <a:lnTo>
                    <a:pt x="164541" y="264185"/>
                  </a:lnTo>
                  <a:close/>
                </a:path>
                <a:path w="1057275" h="1334135">
                  <a:moveTo>
                    <a:pt x="164541" y="198132"/>
                  </a:moveTo>
                  <a:lnTo>
                    <a:pt x="125133" y="198132"/>
                  </a:lnTo>
                  <a:lnTo>
                    <a:pt x="125133" y="237528"/>
                  </a:lnTo>
                  <a:lnTo>
                    <a:pt x="164541" y="237528"/>
                  </a:lnTo>
                  <a:lnTo>
                    <a:pt x="164541" y="198132"/>
                  </a:lnTo>
                  <a:close/>
                </a:path>
                <a:path w="1057275" h="1334135">
                  <a:moveTo>
                    <a:pt x="164541" y="132092"/>
                  </a:moveTo>
                  <a:lnTo>
                    <a:pt x="125133" y="132092"/>
                  </a:lnTo>
                  <a:lnTo>
                    <a:pt x="125133" y="171488"/>
                  </a:lnTo>
                  <a:lnTo>
                    <a:pt x="164541" y="171488"/>
                  </a:lnTo>
                  <a:lnTo>
                    <a:pt x="164541" y="132092"/>
                  </a:lnTo>
                  <a:close/>
                </a:path>
                <a:path w="1057275" h="1334135">
                  <a:moveTo>
                    <a:pt x="164541" y="66052"/>
                  </a:moveTo>
                  <a:lnTo>
                    <a:pt x="125133" y="66052"/>
                  </a:lnTo>
                  <a:lnTo>
                    <a:pt x="125133" y="105448"/>
                  </a:lnTo>
                  <a:lnTo>
                    <a:pt x="164541" y="105448"/>
                  </a:lnTo>
                  <a:lnTo>
                    <a:pt x="164541" y="66052"/>
                  </a:lnTo>
                  <a:close/>
                </a:path>
                <a:path w="1057275" h="1334135">
                  <a:moveTo>
                    <a:pt x="164541" y="0"/>
                  </a:moveTo>
                  <a:lnTo>
                    <a:pt x="125133" y="0"/>
                  </a:lnTo>
                  <a:lnTo>
                    <a:pt x="125133" y="39395"/>
                  </a:lnTo>
                  <a:lnTo>
                    <a:pt x="164541" y="39395"/>
                  </a:lnTo>
                  <a:lnTo>
                    <a:pt x="164541" y="0"/>
                  </a:lnTo>
                  <a:close/>
                </a:path>
                <a:path w="1057275" h="1334135">
                  <a:moveTo>
                    <a:pt x="227101" y="726490"/>
                  </a:moveTo>
                  <a:lnTo>
                    <a:pt x="187706" y="726490"/>
                  </a:lnTo>
                  <a:lnTo>
                    <a:pt x="187706" y="765886"/>
                  </a:lnTo>
                  <a:lnTo>
                    <a:pt x="227101" y="765886"/>
                  </a:lnTo>
                  <a:lnTo>
                    <a:pt x="227101" y="726490"/>
                  </a:lnTo>
                  <a:close/>
                </a:path>
                <a:path w="1057275" h="1334135">
                  <a:moveTo>
                    <a:pt x="227101" y="660438"/>
                  </a:moveTo>
                  <a:lnTo>
                    <a:pt x="187706" y="660438"/>
                  </a:lnTo>
                  <a:lnTo>
                    <a:pt x="187706" y="699833"/>
                  </a:lnTo>
                  <a:lnTo>
                    <a:pt x="227101" y="699833"/>
                  </a:lnTo>
                  <a:lnTo>
                    <a:pt x="227101" y="660438"/>
                  </a:lnTo>
                  <a:close/>
                </a:path>
                <a:path w="1057275" h="1334135">
                  <a:moveTo>
                    <a:pt x="227101" y="462305"/>
                  </a:moveTo>
                  <a:lnTo>
                    <a:pt x="187706" y="462305"/>
                  </a:lnTo>
                  <a:lnTo>
                    <a:pt x="187706" y="501700"/>
                  </a:lnTo>
                  <a:lnTo>
                    <a:pt x="227101" y="501700"/>
                  </a:lnTo>
                  <a:lnTo>
                    <a:pt x="227101" y="462305"/>
                  </a:lnTo>
                  <a:close/>
                </a:path>
                <a:path w="1057275" h="1334135">
                  <a:moveTo>
                    <a:pt x="227101" y="396265"/>
                  </a:moveTo>
                  <a:lnTo>
                    <a:pt x="187706" y="396265"/>
                  </a:lnTo>
                  <a:lnTo>
                    <a:pt x="187706" y="435660"/>
                  </a:lnTo>
                  <a:lnTo>
                    <a:pt x="227101" y="435660"/>
                  </a:lnTo>
                  <a:lnTo>
                    <a:pt x="227101" y="396265"/>
                  </a:lnTo>
                  <a:close/>
                </a:path>
                <a:path w="1057275" h="1334135">
                  <a:moveTo>
                    <a:pt x="227101" y="330225"/>
                  </a:moveTo>
                  <a:lnTo>
                    <a:pt x="187706" y="330225"/>
                  </a:lnTo>
                  <a:lnTo>
                    <a:pt x="187706" y="369608"/>
                  </a:lnTo>
                  <a:lnTo>
                    <a:pt x="227101" y="369608"/>
                  </a:lnTo>
                  <a:lnTo>
                    <a:pt x="227101" y="330225"/>
                  </a:lnTo>
                  <a:close/>
                </a:path>
                <a:path w="1057275" h="1334135">
                  <a:moveTo>
                    <a:pt x="227101" y="264185"/>
                  </a:moveTo>
                  <a:lnTo>
                    <a:pt x="187706" y="264185"/>
                  </a:lnTo>
                  <a:lnTo>
                    <a:pt x="187706" y="303568"/>
                  </a:lnTo>
                  <a:lnTo>
                    <a:pt x="227101" y="303568"/>
                  </a:lnTo>
                  <a:lnTo>
                    <a:pt x="227101" y="264185"/>
                  </a:lnTo>
                  <a:close/>
                </a:path>
                <a:path w="1057275" h="1334135">
                  <a:moveTo>
                    <a:pt x="227101" y="198132"/>
                  </a:moveTo>
                  <a:lnTo>
                    <a:pt x="187706" y="198132"/>
                  </a:lnTo>
                  <a:lnTo>
                    <a:pt x="187706" y="237528"/>
                  </a:lnTo>
                  <a:lnTo>
                    <a:pt x="227101" y="237528"/>
                  </a:lnTo>
                  <a:lnTo>
                    <a:pt x="227101" y="198132"/>
                  </a:lnTo>
                  <a:close/>
                </a:path>
                <a:path w="1057275" h="1334135">
                  <a:moveTo>
                    <a:pt x="227101" y="132092"/>
                  </a:moveTo>
                  <a:lnTo>
                    <a:pt x="187706" y="132092"/>
                  </a:lnTo>
                  <a:lnTo>
                    <a:pt x="187706" y="171488"/>
                  </a:lnTo>
                  <a:lnTo>
                    <a:pt x="227101" y="171488"/>
                  </a:lnTo>
                  <a:lnTo>
                    <a:pt x="227101" y="132092"/>
                  </a:lnTo>
                  <a:close/>
                </a:path>
                <a:path w="1057275" h="1334135">
                  <a:moveTo>
                    <a:pt x="227101" y="66052"/>
                  </a:moveTo>
                  <a:lnTo>
                    <a:pt x="187706" y="66052"/>
                  </a:lnTo>
                  <a:lnTo>
                    <a:pt x="187706" y="105448"/>
                  </a:lnTo>
                  <a:lnTo>
                    <a:pt x="227101" y="105448"/>
                  </a:lnTo>
                  <a:lnTo>
                    <a:pt x="227101" y="66052"/>
                  </a:lnTo>
                  <a:close/>
                </a:path>
                <a:path w="1057275" h="1334135">
                  <a:moveTo>
                    <a:pt x="227101" y="0"/>
                  </a:moveTo>
                  <a:lnTo>
                    <a:pt x="187706" y="0"/>
                  </a:lnTo>
                  <a:lnTo>
                    <a:pt x="187706" y="39395"/>
                  </a:lnTo>
                  <a:lnTo>
                    <a:pt x="227101" y="39395"/>
                  </a:lnTo>
                  <a:lnTo>
                    <a:pt x="227101" y="0"/>
                  </a:lnTo>
                  <a:close/>
                </a:path>
                <a:path w="1057275" h="1334135">
                  <a:moveTo>
                    <a:pt x="931570" y="1096098"/>
                  </a:moveTo>
                  <a:lnTo>
                    <a:pt x="892187" y="1096098"/>
                  </a:lnTo>
                  <a:lnTo>
                    <a:pt x="892187" y="1135494"/>
                  </a:lnTo>
                  <a:lnTo>
                    <a:pt x="931570" y="1135494"/>
                  </a:lnTo>
                  <a:lnTo>
                    <a:pt x="931570" y="1096098"/>
                  </a:lnTo>
                  <a:close/>
                </a:path>
                <a:path w="1057275" h="1334135">
                  <a:moveTo>
                    <a:pt x="931570" y="1030058"/>
                  </a:moveTo>
                  <a:lnTo>
                    <a:pt x="892187" y="1030058"/>
                  </a:lnTo>
                  <a:lnTo>
                    <a:pt x="892187" y="1069454"/>
                  </a:lnTo>
                  <a:lnTo>
                    <a:pt x="931570" y="1069454"/>
                  </a:lnTo>
                  <a:lnTo>
                    <a:pt x="931570" y="1030058"/>
                  </a:lnTo>
                  <a:close/>
                </a:path>
                <a:path w="1057275" h="1334135">
                  <a:moveTo>
                    <a:pt x="931570" y="964018"/>
                  </a:moveTo>
                  <a:lnTo>
                    <a:pt x="892187" y="964018"/>
                  </a:lnTo>
                  <a:lnTo>
                    <a:pt x="892187" y="1003414"/>
                  </a:lnTo>
                  <a:lnTo>
                    <a:pt x="931570" y="1003414"/>
                  </a:lnTo>
                  <a:lnTo>
                    <a:pt x="931570" y="964018"/>
                  </a:lnTo>
                  <a:close/>
                </a:path>
                <a:path w="1057275" h="1334135">
                  <a:moveTo>
                    <a:pt x="931570" y="765886"/>
                  </a:moveTo>
                  <a:lnTo>
                    <a:pt x="892187" y="765886"/>
                  </a:lnTo>
                  <a:lnTo>
                    <a:pt x="892187" y="805268"/>
                  </a:lnTo>
                  <a:lnTo>
                    <a:pt x="931570" y="805268"/>
                  </a:lnTo>
                  <a:lnTo>
                    <a:pt x="931570" y="765886"/>
                  </a:lnTo>
                  <a:close/>
                </a:path>
                <a:path w="1057275" h="1334135">
                  <a:moveTo>
                    <a:pt x="931570" y="699846"/>
                  </a:moveTo>
                  <a:lnTo>
                    <a:pt x="892187" y="699846"/>
                  </a:lnTo>
                  <a:lnTo>
                    <a:pt x="892187" y="739228"/>
                  </a:lnTo>
                  <a:lnTo>
                    <a:pt x="931570" y="739228"/>
                  </a:lnTo>
                  <a:lnTo>
                    <a:pt x="931570" y="699846"/>
                  </a:lnTo>
                  <a:close/>
                </a:path>
                <a:path w="1057275" h="1334135">
                  <a:moveTo>
                    <a:pt x="931570" y="633793"/>
                  </a:moveTo>
                  <a:lnTo>
                    <a:pt x="892187" y="633793"/>
                  </a:lnTo>
                  <a:lnTo>
                    <a:pt x="892187" y="673188"/>
                  </a:lnTo>
                  <a:lnTo>
                    <a:pt x="931570" y="673188"/>
                  </a:lnTo>
                  <a:lnTo>
                    <a:pt x="931570" y="633793"/>
                  </a:lnTo>
                  <a:close/>
                </a:path>
                <a:path w="1057275" h="1334135">
                  <a:moveTo>
                    <a:pt x="931570" y="567753"/>
                  </a:moveTo>
                  <a:lnTo>
                    <a:pt x="892187" y="567753"/>
                  </a:lnTo>
                  <a:lnTo>
                    <a:pt x="892187" y="607148"/>
                  </a:lnTo>
                  <a:lnTo>
                    <a:pt x="931570" y="607148"/>
                  </a:lnTo>
                  <a:lnTo>
                    <a:pt x="931570" y="567753"/>
                  </a:lnTo>
                  <a:close/>
                </a:path>
                <a:path w="1057275" h="1334135">
                  <a:moveTo>
                    <a:pt x="931570" y="501713"/>
                  </a:moveTo>
                  <a:lnTo>
                    <a:pt x="892187" y="501713"/>
                  </a:lnTo>
                  <a:lnTo>
                    <a:pt x="892187" y="541108"/>
                  </a:lnTo>
                  <a:lnTo>
                    <a:pt x="931570" y="541108"/>
                  </a:lnTo>
                  <a:lnTo>
                    <a:pt x="931570" y="501713"/>
                  </a:lnTo>
                  <a:close/>
                </a:path>
                <a:path w="1057275" h="1334135">
                  <a:moveTo>
                    <a:pt x="931570" y="435660"/>
                  </a:moveTo>
                  <a:lnTo>
                    <a:pt x="892187" y="435660"/>
                  </a:lnTo>
                  <a:lnTo>
                    <a:pt x="892187" y="475056"/>
                  </a:lnTo>
                  <a:lnTo>
                    <a:pt x="931570" y="475056"/>
                  </a:lnTo>
                  <a:lnTo>
                    <a:pt x="931570" y="435660"/>
                  </a:lnTo>
                  <a:close/>
                </a:path>
                <a:path w="1057275" h="1334135">
                  <a:moveTo>
                    <a:pt x="931570" y="369620"/>
                  </a:moveTo>
                  <a:lnTo>
                    <a:pt x="892187" y="369620"/>
                  </a:lnTo>
                  <a:lnTo>
                    <a:pt x="892187" y="409016"/>
                  </a:lnTo>
                  <a:lnTo>
                    <a:pt x="931570" y="409016"/>
                  </a:lnTo>
                  <a:lnTo>
                    <a:pt x="931570" y="369620"/>
                  </a:lnTo>
                  <a:close/>
                </a:path>
                <a:path w="1057275" h="1334135">
                  <a:moveTo>
                    <a:pt x="931570" y="303568"/>
                  </a:moveTo>
                  <a:lnTo>
                    <a:pt x="892187" y="303568"/>
                  </a:lnTo>
                  <a:lnTo>
                    <a:pt x="892187" y="342963"/>
                  </a:lnTo>
                  <a:lnTo>
                    <a:pt x="931570" y="342963"/>
                  </a:lnTo>
                  <a:lnTo>
                    <a:pt x="931570" y="303568"/>
                  </a:lnTo>
                  <a:close/>
                </a:path>
                <a:path w="1057275" h="1334135">
                  <a:moveTo>
                    <a:pt x="931570" y="237528"/>
                  </a:moveTo>
                  <a:lnTo>
                    <a:pt x="892187" y="237528"/>
                  </a:lnTo>
                  <a:lnTo>
                    <a:pt x="892187" y="276923"/>
                  </a:lnTo>
                  <a:lnTo>
                    <a:pt x="931570" y="276923"/>
                  </a:lnTo>
                  <a:lnTo>
                    <a:pt x="931570" y="237528"/>
                  </a:lnTo>
                  <a:close/>
                </a:path>
                <a:path w="1057275" h="1334135">
                  <a:moveTo>
                    <a:pt x="931570" y="171488"/>
                  </a:moveTo>
                  <a:lnTo>
                    <a:pt x="892187" y="171488"/>
                  </a:lnTo>
                  <a:lnTo>
                    <a:pt x="892187" y="210870"/>
                  </a:lnTo>
                  <a:lnTo>
                    <a:pt x="931570" y="210870"/>
                  </a:lnTo>
                  <a:lnTo>
                    <a:pt x="931570" y="171488"/>
                  </a:lnTo>
                  <a:close/>
                </a:path>
                <a:path w="1057275" h="1334135">
                  <a:moveTo>
                    <a:pt x="994143" y="1162151"/>
                  </a:moveTo>
                  <a:lnTo>
                    <a:pt x="954760" y="1162151"/>
                  </a:lnTo>
                  <a:lnTo>
                    <a:pt x="954760" y="1201547"/>
                  </a:lnTo>
                  <a:lnTo>
                    <a:pt x="994143" y="1201547"/>
                  </a:lnTo>
                  <a:lnTo>
                    <a:pt x="994143" y="1162151"/>
                  </a:lnTo>
                  <a:close/>
                </a:path>
                <a:path w="1057275" h="1334135">
                  <a:moveTo>
                    <a:pt x="994143" y="1096098"/>
                  </a:moveTo>
                  <a:lnTo>
                    <a:pt x="954760" y="1096098"/>
                  </a:lnTo>
                  <a:lnTo>
                    <a:pt x="954760" y="1135494"/>
                  </a:lnTo>
                  <a:lnTo>
                    <a:pt x="994143" y="1135494"/>
                  </a:lnTo>
                  <a:lnTo>
                    <a:pt x="994143" y="1096098"/>
                  </a:lnTo>
                  <a:close/>
                </a:path>
                <a:path w="1057275" h="1334135">
                  <a:moveTo>
                    <a:pt x="994143" y="1030058"/>
                  </a:moveTo>
                  <a:lnTo>
                    <a:pt x="954760" y="1030058"/>
                  </a:lnTo>
                  <a:lnTo>
                    <a:pt x="954760" y="1069454"/>
                  </a:lnTo>
                  <a:lnTo>
                    <a:pt x="994143" y="1069454"/>
                  </a:lnTo>
                  <a:lnTo>
                    <a:pt x="994143" y="1030058"/>
                  </a:lnTo>
                  <a:close/>
                </a:path>
                <a:path w="1057275" h="1334135">
                  <a:moveTo>
                    <a:pt x="994143" y="964018"/>
                  </a:moveTo>
                  <a:lnTo>
                    <a:pt x="954760" y="964018"/>
                  </a:lnTo>
                  <a:lnTo>
                    <a:pt x="954760" y="1003414"/>
                  </a:lnTo>
                  <a:lnTo>
                    <a:pt x="994143" y="1003414"/>
                  </a:lnTo>
                  <a:lnTo>
                    <a:pt x="994143" y="964018"/>
                  </a:lnTo>
                  <a:close/>
                </a:path>
                <a:path w="1057275" h="1334135">
                  <a:moveTo>
                    <a:pt x="994143" y="765886"/>
                  </a:moveTo>
                  <a:lnTo>
                    <a:pt x="954760" y="765886"/>
                  </a:lnTo>
                  <a:lnTo>
                    <a:pt x="954760" y="805268"/>
                  </a:lnTo>
                  <a:lnTo>
                    <a:pt x="994143" y="805268"/>
                  </a:lnTo>
                  <a:lnTo>
                    <a:pt x="994143" y="765886"/>
                  </a:lnTo>
                  <a:close/>
                </a:path>
                <a:path w="1057275" h="1334135">
                  <a:moveTo>
                    <a:pt x="994143" y="699846"/>
                  </a:moveTo>
                  <a:lnTo>
                    <a:pt x="954760" y="699846"/>
                  </a:lnTo>
                  <a:lnTo>
                    <a:pt x="954760" y="739228"/>
                  </a:lnTo>
                  <a:lnTo>
                    <a:pt x="994143" y="739228"/>
                  </a:lnTo>
                  <a:lnTo>
                    <a:pt x="994143" y="699846"/>
                  </a:lnTo>
                  <a:close/>
                </a:path>
                <a:path w="1057275" h="1334135">
                  <a:moveTo>
                    <a:pt x="994143" y="633793"/>
                  </a:moveTo>
                  <a:lnTo>
                    <a:pt x="954760" y="633793"/>
                  </a:lnTo>
                  <a:lnTo>
                    <a:pt x="954760" y="673188"/>
                  </a:lnTo>
                  <a:lnTo>
                    <a:pt x="994143" y="673188"/>
                  </a:lnTo>
                  <a:lnTo>
                    <a:pt x="994143" y="633793"/>
                  </a:lnTo>
                  <a:close/>
                </a:path>
                <a:path w="1057275" h="1334135">
                  <a:moveTo>
                    <a:pt x="994143" y="567753"/>
                  </a:moveTo>
                  <a:lnTo>
                    <a:pt x="954760" y="567753"/>
                  </a:lnTo>
                  <a:lnTo>
                    <a:pt x="954760" y="607148"/>
                  </a:lnTo>
                  <a:lnTo>
                    <a:pt x="994143" y="607148"/>
                  </a:lnTo>
                  <a:lnTo>
                    <a:pt x="994143" y="567753"/>
                  </a:lnTo>
                  <a:close/>
                </a:path>
                <a:path w="1057275" h="1334135">
                  <a:moveTo>
                    <a:pt x="994143" y="501713"/>
                  </a:moveTo>
                  <a:lnTo>
                    <a:pt x="954760" y="501713"/>
                  </a:lnTo>
                  <a:lnTo>
                    <a:pt x="954760" y="541108"/>
                  </a:lnTo>
                  <a:lnTo>
                    <a:pt x="994143" y="541108"/>
                  </a:lnTo>
                  <a:lnTo>
                    <a:pt x="994143" y="501713"/>
                  </a:lnTo>
                  <a:close/>
                </a:path>
                <a:path w="1057275" h="1334135">
                  <a:moveTo>
                    <a:pt x="994143" y="435660"/>
                  </a:moveTo>
                  <a:lnTo>
                    <a:pt x="954760" y="435660"/>
                  </a:lnTo>
                  <a:lnTo>
                    <a:pt x="954760" y="475056"/>
                  </a:lnTo>
                  <a:lnTo>
                    <a:pt x="994143" y="475056"/>
                  </a:lnTo>
                  <a:lnTo>
                    <a:pt x="994143" y="435660"/>
                  </a:lnTo>
                  <a:close/>
                </a:path>
                <a:path w="1057275" h="1334135">
                  <a:moveTo>
                    <a:pt x="994143" y="369620"/>
                  </a:moveTo>
                  <a:lnTo>
                    <a:pt x="954760" y="369620"/>
                  </a:lnTo>
                  <a:lnTo>
                    <a:pt x="954760" y="409016"/>
                  </a:lnTo>
                  <a:lnTo>
                    <a:pt x="994143" y="409016"/>
                  </a:lnTo>
                  <a:lnTo>
                    <a:pt x="994143" y="369620"/>
                  </a:lnTo>
                  <a:close/>
                </a:path>
                <a:path w="1057275" h="1334135">
                  <a:moveTo>
                    <a:pt x="994143" y="303568"/>
                  </a:moveTo>
                  <a:lnTo>
                    <a:pt x="954760" y="303568"/>
                  </a:lnTo>
                  <a:lnTo>
                    <a:pt x="954760" y="342963"/>
                  </a:lnTo>
                  <a:lnTo>
                    <a:pt x="994143" y="342963"/>
                  </a:lnTo>
                  <a:lnTo>
                    <a:pt x="994143" y="303568"/>
                  </a:lnTo>
                  <a:close/>
                </a:path>
                <a:path w="1057275" h="1334135">
                  <a:moveTo>
                    <a:pt x="994143" y="237528"/>
                  </a:moveTo>
                  <a:lnTo>
                    <a:pt x="954760" y="237528"/>
                  </a:lnTo>
                  <a:lnTo>
                    <a:pt x="954760" y="276923"/>
                  </a:lnTo>
                  <a:lnTo>
                    <a:pt x="994143" y="276923"/>
                  </a:lnTo>
                  <a:lnTo>
                    <a:pt x="994143" y="237528"/>
                  </a:lnTo>
                  <a:close/>
                </a:path>
                <a:path w="1057275" h="1334135">
                  <a:moveTo>
                    <a:pt x="994143" y="171488"/>
                  </a:moveTo>
                  <a:lnTo>
                    <a:pt x="954760" y="171488"/>
                  </a:lnTo>
                  <a:lnTo>
                    <a:pt x="954760" y="210870"/>
                  </a:lnTo>
                  <a:lnTo>
                    <a:pt x="994143" y="210870"/>
                  </a:lnTo>
                  <a:lnTo>
                    <a:pt x="994143" y="171488"/>
                  </a:lnTo>
                  <a:close/>
                </a:path>
                <a:path w="1057275" h="1334135">
                  <a:moveTo>
                    <a:pt x="1056716" y="1294244"/>
                  </a:moveTo>
                  <a:lnTo>
                    <a:pt x="1017320" y="1294244"/>
                  </a:lnTo>
                  <a:lnTo>
                    <a:pt x="1017320" y="1333639"/>
                  </a:lnTo>
                  <a:lnTo>
                    <a:pt x="1056716" y="1333639"/>
                  </a:lnTo>
                  <a:lnTo>
                    <a:pt x="1056716" y="1294244"/>
                  </a:lnTo>
                  <a:close/>
                </a:path>
                <a:path w="1057275" h="1334135">
                  <a:moveTo>
                    <a:pt x="1056716" y="1228191"/>
                  </a:moveTo>
                  <a:lnTo>
                    <a:pt x="1017320" y="1228191"/>
                  </a:lnTo>
                  <a:lnTo>
                    <a:pt x="1017320" y="1267587"/>
                  </a:lnTo>
                  <a:lnTo>
                    <a:pt x="1056716" y="1267587"/>
                  </a:lnTo>
                  <a:lnTo>
                    <a:pt x="1056716" y="1228191"/>
                  </a:lnTo>
                  <a:close/>
                </a:path>
                <a:path w="1057275" h="1334135">
                  <a:moveTo>
                    <a:pt x="1056716" y="1162151"/>
                  </a:moveTo>
                  <a:lnTo>
                    <a:pt x="1017320" y="1162151"/>
                  </a:lnTo>
                  <a:lnTo>
                    <a:pt x="1017320" y="1201547"/>
                  </a:lnTo>
                  <a:lnTo>
                    <a:pt x="1056716" y="1201547"/>
                  </a:lnTo>
                  <a:lnTo>
                    <a:pt x="1056716" y="1162151"/>
                  </a:lnTo>
                  <a:close/>
                </a:path>
                <a:path w="1057275" h="1334135">
                  <a:moveTo>
                    <a:pt x="1056716" y="1096098"/>
                  </a:moveTo>
                  <a:lnTo>
                    <a:pt x="1017320" y="1096098"/>
                  </a:lnTo>
                  <a:lnTo>
                    <a:pt x="1017320" y="1135494"/>
                  </a:lnTo>
                  <a:lnTo>
                    <a:pt x="1056716" y="1135494"/>
                  </a:lnTo>
                  <a:lnTo>
                    <a:pt x="1056716" y="1096098"/>
                  </a:lnTo>
                  <a:close/>
                </a:path>
                <a:path w="1057275" h="1334135">
                  <a:moveTo>
                    <a:pt x="1056716" y="1030058"/>
                  </a:moveTo>
                  <a:lnTo>
                    <a:pt x="1017320" y="1030058"/>
                  </a:lnTo>
                  <a:lnTo>
                    <a:pt x="1017320" y="1069454"/>
                  </a:lnTo>
                  <a:lnTo>
                    <a:pt x="1056716" y="1069454"/>
                  </a:lnTo>
                  <a:lnTo>
                    <a:pt x="1056716" y="1030058"/>
                  </a:lnTo>
                  <a:close/>
                </a:path>
                <a:path w="1057275" h="1334135">
                  <a:moveTo>
                    <a:pt x="1056716" y="964018"/>
                  </a:moveTo>
                  <a:lnTo>
                    <a:pt x="1017320" y="964018"/>
                  </a:lnTo>
                  <a:lnTo>
                    <a:pt x="1017320" y="1003414"/>
                  </a:lnTo>
                  <a:lnTo>
                    <a:pt x="1056716" y="1003414"/>
                  </a:lnTo>
                  <a:lnTo>
                    <a:pt x="1056716" y="964018"/>
                  </a:lnTo>
                  <a:close/>
                </a:path>
                <a:path w="1057275" h="1334135">
                  <a:moveTo>
                    <a:pt x="1056716" y="897978"/>
                  </a:moveTo>
                  <a:lnTo>
                    <a:pt x="1017320" y="897978"/>
                  </a:lnTo>
                  <a:lnTo>
                    <a:pt x="1017320" y="937361"/>
                  </a:lnTo>
                  <a:lnTo>
                    <a:pt x="1056716" y="937361"/>
                  </a:lnTo>
                  <a:lnTo>
                    <a:pt x="1056716" y="897978"/>
                  </a:lnTo>
                  <a:close/>
                </a:path>
                <a:path w="1057275" h="1334135">
                  <a:moveTo>
                    <a:pt x="1056716" y="831938"/>
                  </a:moveTo>
                  <a:lnTo>
                    <a:pt x="1017320" y="831938"/>
                  </a:lnTo>
                  <a:lnTo>
                    <a:pt x="1017320" y="871321"/>
                  </a:lnTo>
                  <a:lnTo>
                    <a:pt x="1056716" y="871321"/>
                  </a:lnTo>
                  <a:lnTo>
                    <a:pt x="1056716" y="831938"/>
                  </a:lnTo>
                  <a:close/>
                </a:path>
                <a:path w="1057275" h="1334135">
                  <a:moveTo>
                    <a:pt x="1056716" y="765886"/>
                  </a:moveTo>
                  <a:lnTo>
                    <a:pt x="1017320" y="765886"/>
                  </a:lnTo>
                  <a:lnTo>
                    <a:pt x="1017320" y="805268"/>
                  </a:lnTo>
                  <a:lnTo>
                    <a:pt x="1056716" y="805268"/>
                  </a:lnTo>
                  <a:lnTo>
                    <a:pt x="1056716" y="765886"/>
                  </a:lnTo>
                  <a:close/>
                </a:path>
                <a:path w="1057275" h="1334135">
                  <a:moveTo>
                    <a:pt x="1056716" y="699846"/>
                  </a:moveTo>
                  <a:lnTo>
                    <a:pt x="1017320" y="699846"/>
                  </a:lnTo>
                  <a:lnTo>
                    <a:pt x="1017320" y="739228"/>
                  </a:lnTo>
                  <a:lnTo>
                    <a:pt x="1056716" y="739228"/>
                  </a:lnTo>
                  <a:lnTo>
                    <a:pt x="1056716" y="699846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351539" y="5090813"/>
              <a:ext cx="920115" cy="1426845"/>
            </a:xfrm>
            <a:custGeom>
              <a:avLst/>
              <a:gdLst/>
              <a:ahLst/>
              <a:cxnLst/>
              <a:rect l="l" t="t" r="r" b="b"/>
              <a:pathLst>
                <a:path w="920114" h="1426845">
                  <a:moveTo>
                    <a:pt x="39395" y="1208493"/>
                  </a:moveTo>
                  <a:lnTo>
                    <a:pt x="0" y="1208493"/>
                  </a:lnTo>
                  <a:lnTo>
                    <a:pt x="0" y="1247889"/>
                  </a:lnTo>
                  <a:lnTo>
                    <a:pt x="39395" y="1247889"/>
                  </a:lnTo>
                  <a:lnTo>
                    <a:pt x="39395" y="1208493"/>
                  </a:lnTo>
                  <a:close/>
                </a:path>
                <a:path w="920114" h="1426845">
                  <a:moveTo>
                    <a:pt x="39395" y="1142453"/>
                  </a:moveTo>
                  <a:lnTo>
                    <a:pt x="0" y="1142453"/>
                  </a:lnTo>
                  <a:lnTo>
                    <a:pt x="0" y="1181849"/>
                  </a:lnTo>
                  <a:lnTo>
                    <a:pt x="39395" y="1181849"/>
                  </a:lnTo>
                  <a:lnTo>
                    <a:pt x="39395" y="1142453"/>
                  </a:lnTo>
                  <a:close/>
                </a:path>
                <a:path w="920114" h="1426845">
                  <a:moveTo>
                    <a:pt x="39395" y="1076413"/>
                  </a:moveTo>
                  <a:lnTo>
                    <a:pt x="0" y="1076413"/>
                  </a:lnTo>
                  <a:lnTo>
                    <a:pt x="0" y="1115796"/>
                  </a:lnTo>
                  <a:lnTo>
                    <a:pt x="39395" y="1115796"/>
                  </a:lnTo>
                  <a:lnTo>
                    <a:pt x="39395" y="1076413"/>
                  </a:lnTo>
                  <a:close/>
                </a:path>
                <a:path w="920114" h="1426845">
                  <a:moveTo>
                    <a:pt x="39395" y="1010373"/>
                  </a:moveTo>
                  <a:lnTo>
                    <a:pt x="0" y="1010373"/>
                  </a:lnTo>
                  <a:lnTo>
                    <a:pt x="0" y="1049756"/>
                  </a:lnTo>
                  <a:lnTo>
                    <a:pt x="39395" y="1049756"/>
                  </a:lnTo>
                  <a:lnTo>
                    <a:pt x="39395" y="1010373"/>
                  </a:lnTo>
                  <a:close/>
                </a:path>
                <a:path w="920114" h="1426845">
                  <a:moveTo>
                    <a:pt x="39395" y="944321"/>
                  </a:moveTo>
                  <a:lnTo>
                    <a:pt x="0" y="944321"/>
                  </a:lnTo>
                  <a:lnTo>
                    <a:pt x="0" y="983703"/>
                  </a:lnTo>
                  <a:lnTo>
                    <a:pt x="39395" y="983703"/>
                  </a:lnTo>
                  <a:lnTo>
                    <a:pt x="39395" y="944321"/>
                  </a:lnTo>
                  <a:close/>
                </a:path>
                <a:path w="920114" h="1426845">
                  <a:moveTo>
                    <a:pt x="39395" y="878281"/>
                  </a:moveTo>
                  <a:lnTo>
                    <a:pt x="0" y="878281"/>
                  </a:lnTo>
                  <a:lnTo>
                    <a:pt x="0" y="917663"/>
                  </a:lnTo>
                  <a:lnTo>
                    <a:pt x="39395" y="917663"/>
                  </a:lnTo>
                  <a:lnTo>
                    <a:pt x="39395" y="878281"/>
                  </a:lnTo>
                  <a:close/>
                </a:path>
                <a:path w="920114" h="1426845">
                  <a:moveTo>
                    <a:pt x="39395" y="812228"/>
                  </a:moveTo>
                  <a:lnTo>
                    <a:pt x="0" y="812228"/>
                  </a:lnTo>
                  <a:lnTo>
                    <a:pt x="0" y="851623"/>
                  </a:lnTo>
                  <a:lnTo>
                    <a:pt x="39395" y="851623"/>
                  </a:lnTo>
                  <a:lnTo>
                    <a:pt x="39395" y="812228"/>
                  </a:lnTo>
                  <a:close/>
                </a:path>
                <a:path w="920114" h="1426845">
                  <a:moveTo>
                    <a:pt x="39395" y="746188"/>
                  </a:moveTo>
                  <a:lnTo>
                    <a:pt x="0" y="746188"/>
                  </a:lnTo>
                  <a:lnTo>
                    <a:pt x="0" y="785583"/>
                  </a:lnTo>
                  <a:lnTo>
                    <a:pt x="39395" y="785583"/>
                  </a:lnTo>
                  <a:lnTo>
                    <a:pt x="39395" y="746188"/>
                  </a:lnTo>
                  <a:close/>
                </a:path>
                <a:path w="920114" h="1426845">
                  <a:moveTo>
                    <a:pt x="39395" y="680148"/>
                  </a:moveTo>
                  <a:lnTo>
                    <a:pt x="0" y="680148"/>
                  </a:lnTo>
                  <a:lnTo>
                    <a:pt x="0" y="719543"/>
                  </a:lnTo>
                  <a:lnTo>
                    <a:pt x="39395" y="719543"/>
                  </a:lnTo>
                  <a:lnTo>
                    <a:pt x="39395" y="680148"/>
                  </a:lnTo>
                  <a:close/>
                </a:path>
                <a:path w="920114" h="1426845">
                  <a:moveTo>
                    <a:pt x="39395" y="614095"/>
                  </a:moveTo>
                  <a:lnTo>
                    <a:pt x="0" y="614095"/>
                  </a:lnTo>
                  <a:lnTo>
                    <a:pt x="0" y="653491"/>
                  </a:lnTo>
                  <a:lnTo>
                    <a:pt x="39395" y="653491"/>
                  </a:lnTo>
                  <a:lnTo>
                    <a:pt x="39395" y="614095"/>
                  </a:lnTo>
                  <a:close/>
                </a:path>
                <a:path w="920114" h="1426845">
                  <a:moveTo>
                    <a:pt x="164528" y="1010373"/>
                  </a:moveTo>
                  <a:lnTo>
                    <a:pt x="125133" y="1010373"/>
                  </a:lnTo>
                  <a:lnTo>
                    <a:pt x="125133" y="1049756"/>
                  </a:lnTo>
                  <a:lnTo>
                    <a:pt x="164528" y="1049756"/>
                  </a:lnTo>
                  <a:lnTo>
                    <a:pt x="164528" y="1010373"/>
                  </a:lnTo>
                  <a:close/>
                </a:path>
                <a:path w="920114" h="1426845">
                  <a:moveTo>
                    <a:pt x="164528" y="944321"/>
                  </a:moveTo>
                  <a:lnTo>
                    <a:pt x="125133" y="944321"/>
                  </a:lnTo>
                  <a:lnTo>
                    <a:pt x="125133" y="983703"/>
                  </a:lnTo>
                  <a:lnTo>
                    <a:pt x="164528" y="983703"/>
                  </a:lnTo>
                  <a:lnTo>
                    <a:pt x="164528" y="944321"/>
                  </a:lnTo>
                  <a:close/>
                </a:path>
                <a:path w="920114" h="1426845">
                  <a:moveTo>
                    <a:pt x="164528" y="878281"/>
                  </a:moveTo>
                  <a:lnTo>
                    <a:pt x="125133" y="878281"/>
                  </a:lnTo>
                  <a:lnTo>
                    <a:pt x="125133" y="917663"/>
                  </a:lnTo>
                  <a:lnTo>
                    <a:pt x="164528" y="917663"/>
                  </a:lnTo>
                  <a:lnTo>
                    <a:pt x="164528" y="878281"/>
                  </a:lnTo>
                  <a:close/>
                </a:path>
                <a:path w="920114" h="1426845">
                  <a:moveTo>
                    <a:pt x="164528" y="812228"/>
                  </a:moveTo>
                  <a:lnTo>
                    <a:pt x="125133" y="812228"/>
                  </a:lnTo>
                  <a:lnTo>
                    <a:pt x="125133" y="851623"/>
                  </a:lnTo>
                  <a:lnTo>
                    <a:pt x="164528" y="851623"/>
                  </a:lnTo>
                  <a:lnTo>
                    <a:pt x="164528" y="812228"/>
                  </a:lnTo>
                  <a:close/>
                </a:path>
                <a:path w="920114" h="1426845">
                  <a:moveTo>
                    <a:pt x="164528" y="746188"/>
                  </a:moveTo>
                  <a:lnTo>
                    <a:pt x="125133" y="746188"/>
                  </a:lnTo>
                  <a:lnTo>
                    <a:pt x="125133" y="785583"/>
                  </a:lnTo>
                  <a:lnTo>
                    <a:pt x="164528" y="785583"/>
                  </a:lnTo>
                  <a:lnTo>
                    <a:pt x="164528" y="746188"/>
                  </a:lnTo>
                  <a:close/>
                </a:path>
                <a:path w="920114" h="1426845">
                  <a:moveTo>
                    <a:pt x="164528" y="680148"/>
                  </a:moveTo>
                  <a:lnTo>
                    <a:pt x="125133" y="680148"/>
                  </a:lnTo>
                  <a:lnTo>
                    <a:pt x="125133" y="719543"/>
                  </a:lnTo>
                  <a:lnTo>
                    <a:pt x="164528" y="719543"/>
                  </a:lnTo>
                  <a:lnTo>
                    <a:pt x="164528" y="680148"/>
                  </a:lnTo>
                  <a:close/>
                </a:path>
                <a:path w="920114" h="1426845">
                  <a:moveTo>
                    <a:pt x="164528" y="614095"/>
                  </a:moveTo>
                  <a:lnTo>
                    <a:pt x="125133" y="614095"/>
                  </a:lnTo>
                  <a:lnTo>
                    <a:pt x="125133" y="653491"/>
                  </a:lnTo>
                  <a:lnTo>
                    <a:pt x="164528" y="653491"/>
                  </a:lnTo>
                  <a:lnTo>
                    <a:pt x="164528" y="614095"/>
                  </a:lnTo>
                  <a:close/>
                </a:path>
                <a:path w="920114" h="1426845">
                  <a:moveTo>
                    <a:pt x="227088" y="1340586"/>
                  </a:moveTo>
                  <a:lnTo>
                    <a:pt x="187706" y="1340586"/>
                  </a:lnTo>
                  <a:lnTo>
                    <a:pt x="187706" y="1379982"/>
                  </a:lnTo>
                  <a:lnTo>
                    <a:pt x="227088" y="1379982"/>
                  </a:lnTo>
                  <a:lnTo>
                    <a:pt x="227088" y="1340586"/>
                  </a:lnTo>
                  <a:close/>
                </a:path>
                <a:path w="920114" h="1426845">
                  <a:moveTo>
                    <a:pt x="227088" y="1274533"/>
                  </a:moveTo>
                  <a:lnTo>
                    <a:pt x="187706" y="1274533"/>
                  </a:lnTo>
                  <a:lnTo>
                    <a:pt x="187706" y="1313929"/>
                  </a:lnTo>
                  <a:lnTo>
                    <a:pt x="227088" y="1313929"/>
                  </a:lnTo>
                  <a:lnTo>
                    <a:pt x="227088" y="1274533"/>
                  </a:lnTo>
                  <a:close/>
                </a:path>
                <a:path w="920114" h="1426845">
                  <a:moveTo>
                    <a:pt x="227088" y="1208493"/>
                  </a:moveTo>
                  <a:lnTo>
                    <a:pt x="187706" y="1208493"/>
                  </a:lnTo>
                  <a:lnTo>
                    <a:pt x="187706" y="1247889"/>
                  </a:lnTo>
                  <a:lnTo>
                    <a:pt x="227088" y="1247889"/>
                  </a:lnTo>
                  <a:lnTo>
                    <a:pt x="227088" y="1208493"/>
                  </a:lnTo>
                  <a:close/>
                </a:path>
                <a:path w="920114" h="1426845">
                  <a:moveTo>
                    <a:pt x="227088" y="1010373"/>
                  </a:moveTo>
                  <a:lnTo>
                    <a:pt x="187706" y="1010373"/>
                  </a:lnTo>
                  <a:lnTo>
                    <a:pt x="187706" y="1049756"/>
                  </a:lnTo>
                  <a:lnTo>
                    <a:pt x="227088" y="1049756"/>
                  </a:lnTo>
                  <a:lnTo>
                    <a:pt x="227088" y="1010373"/>
                  </a:lnTo>
                  <a:close/>
                </a:path>
                <a:path w="920114" h="1426845">
                  <a:moveTo>
                    <a:pt x="227088" y="944321"/>
                  </a:moveTo>
                  <a:lnTo>
                    <a:pt x="187706" y="944321"/>
                  </a:lnTo>
                  <a:lnTo>
                    <a:pt x="187706" y="983703"/>
                  </a:lnTo>
                  <a:lnTo>
                    <a:pt x="227088" y="983703"/>
                  </a:lnTo>
                  <a:lnTo>
                    <a:pt x="227088" y="944321"/>
                  </a:lnTo>
                  <a:close/>
                </a:path>
                <a:path w="920114" h="1426845">
                  <a:moveTo>
                    <a:pt x="227088" y="878281"/>
                  </a:moveTo>
                  <a:lnTo>
                    <a:pt x="187706" y="878281"/>
                  </a:lnTo>
                  <a:lnTo>
                    <a:pt x="187706" y="917663"/>
                  </a:lnTo>
                  <a:lnTo>
                    <a:pt x="227088" y="917663"/>
                  </a:lnTo>
                  <a:lnTo>
                    <a:pt x="227088" y="878281"/>
                  </a:lnTo>
                  <a:close/>
                </a:path>
                <a:path w="920114" h="1426845">
                  <a:moveTo>
                    <a:pt x="227088" y="812228"/>
                  </a:moveTo>
                  <a:lnTo>
                    <a:pt x="187706" y="812228"/>
                  </a:lnTo>
                  <a:lnTo>
                    <a:pt x="187706" y="851623"/>
                  </a:lnTo>
                  <a:lnTo>
                    <a:pt x="227088" y="851623"/>
                  </a:lnTo>
                  <a:lnTo>
                    <a:pt x="227088" y="812228"/>
                  </a:lnTo>
                  <a:close/>
                </a:path>
                <a:path w="920114" h="1426845">
                  <a:moveTo>
                    <a:pt x="227088" y="746188"/>
                  </a:moveTo>
                  <a:lnTo>
                    <a:pt x="187706" y="746188"/>
                  </a:lnTo>
                  <a:lnTo>
                    <a:pt x="187706" y="785583"/>
                  </a:lnTo>
                  <a:lnTo>
                    <a:pt x="227088" y="785583"/>
                  </a:lnTo>
                  <a:lnTo>
                    <a:pt x="227088" y="746188"/>
                  </a:lnTo>
                  <a:close/>
                </a:path>
                <a:path w="920114" h="1426845">
                  <a:moveTo>
                    <a:pt x="227088" y="680148"/>
                  </a:moveTo>
                  <a:lnTo>
                    <a:pt x="187706" y="680148"/>
                  </a:lnTo>
                  <a:lnTo>
                    <a:pt x="187706" y="719543"/>
                  </a:lnTo>
                  <a:lnTo>
                    <a:pt x="227088" y="719543"/>
                  </a:lnTo>
                  <a:lnTo>
                    <a:pt x="227088" y="680148"/>
                  </a:lnTo>
                  <a:close/>
                </a:path>
                <a:path w="920114" h="1426845">
                  <a:moveTo>
                    <a:pt x="227088" y="614095"/>
                  </a:moveTo>
                  <a:lnTo>
                    <a:pt x="187706" y="614095"/>
                  </a:lnTo>
                  <a:lnTo>
                    <a:pt x="187706" y="653491"/>
                  </a:lnTo>
                  <a:lnTo>
                    <a:pt x="227088" y="653491"/>
                  </a:lnTo>
                  <a:lnTo>
                    <a:pt x="227088" y="614095"/>
                  </a:lnTo>
                  <a:close/>
                </a:path>
                <a:path w="920114" h="1426845">
                  <a:moveTo>
                    <a:pt x="794842" y="1386928"/>
                  </a:moveTo>
                  <a:lnTo>
                    <a:pt x="755446" y="1386928"/>
                  </a:lnTo>
                  <a:lnTo>
                    <a:pt x="755446" y="1426324"/>
                  </a:lnTo>
                  <a:lnTo>
                    <a:pt x="794842" y="1426324"/>
                  </a:lnTo>
                  <a:lnTo>
                    <a:pt x="794842" y="1386928"/>
                  </a:lnTo>
                  <a:close/>
                </a:path>
                <a:path w="920114" h="1426845">
                  <a:moveTo>
                    <a:pt x="794842" y="1320888"/>
                  </a:moveTo>
                  <a:lnTo>
                    <a:pt x="755446" y="1320888"/>
                  </a:lnTo>
                  <a:lnTo>
                    <a:pt x="755446" y="1360284"/>
                  </a:lnTo>
                  <a:lnTo>
                    <a:pt x="794842" y="1360284"/>
                  </a:lnTo>
                  <a:lnTo>
                    <a:pt x="794842" y="1320888"/>
                  </a:lnTo>
                  <a:close/>
                </a:path>
                <a:path w="920114" h="1426845">
                  <a:moveTo>
                    <a:pt x="794842" y="1188796"/>
                  </a:moveTo>
                  <a:lnTo>
                    <a:pt x="755446" y="1188796"/>
                  </a:lnTo>
                  <a:lnTo>
                    <a:pt x="755446" y="1228191"/>
                  </a:lnTo>
                  <a:lnTo>
                    <a:pt x="794842" y="1228191"/>
                  </a:lnTo>
                  <a:lnTo>
                    <a:pt x="794842" y="1188796"/>
                  </a:lnTo>
                  <a:close/>
                </a:path>
                <a:path w="920114" h="1426845">
                  <a:moveTo>
                    <a:pt x="794842" y="1122756"/>
                  </a:moveTo>
                  <a:lnTo>
                    <a:pt x="755446" y="1122756"/>
                  </a:lnTo>
                  <a:lnTo>
                    <a:pt x="755446" y="1162138"/>
                  </a:lnTo>
                  <a:lnTo>
                    <a:pt x="794842" y="1162138"/>
                  </a:lnTo>
                  <a:lnTo>
                    <a:pt x="794842" y="1122756"/>
                  </a:lnTo>
                  <a:close/>
                </a:path>
                <a:path w="920114" h="1426845">
                  <a:moveTo>
                    <a:pt x="794842" y="1056716"/>
                  </a:moveTo>
                  <a:lnTo>
                    <a:pt x="755446" y="1056716"/>
                  </a:lnTo>
                  <a:lnTo>
                    <a:pt x="755446" y="1096098"/>
                  </a:lnTo>
                  <a:lnTo>
                    <a:pt x="794842" y="1096098"/>
                  </a:lnTo>
                  <a:lnTo>
                    <a:pt x="794842" y="1056716"/>
                  </a:lnTo>
                  <a:close/>
                </a:path>
                <a:path w="920114" h="1426845">
                  <a:moveTo>
                    <a:pt x="794842" y="990676"/>
                  </a:moveTo>
                  <a:lnTo>
                    <a:pt x="755446" y="990676"/>
                  </a:lnTo>
                  <a:lnTo>
                    <a:pt x="755446" y="1030058"/>
                  </a:lnTo>
                  <a:lnTo>
                    <a:pt x="794842" y="1030058"/>
                  </a:lnTo>
                  <a:lnTo>
                    <a:pt x="794842" y="990676"/>
                  </a:lnTo>
                  <a:close/>
                </a:path>
                <a:path w="920114" h="1426845">
                  <a:moveTo>
                    <a:pt x="794842" y="924623"/>
                  </a:moveTo>
                  <a:lnTo>
                    <a:pt x="755446" y="924623"/>
                  </a:lnTo>
                  <a:lnTo>
                    <a:pt x="755446" y="964018"/>
                  </a:lnTo>
                  <a:lnTo>
                    <a:pt x="794842" y="964018"/>
                  </a:lnTo>
                  <a:lnTo>
                    <a:pt x="794842" y="924623"/>
                  </a:lnTo>
                  <a:close/>
                </a:path>
                <a:path w="920114" h="1426845">
                  <a:moveTo>
                    <a:pt x="794842" y="726490"/>
                  </a:moveTo>
                  <a:lnTo>
                    <a:pt x="755446" y="726490"/>
                  </a:lnTo>
                  <a:lnTo>
                    <a:pt x="755446" y="765886"/>
                  </a:lnTo>
                  <a:lnTo>
                    <a:pt x="794842" y="765886"/>
                  </a:lnTo>
                  <a:lnTo>
                    <a:pt x="794842" y="726490"/>
                  </a:lnTo>
                  <a:close/>
                </a:path>
                <a:path w="920114" h="1426845">
                  <a:moveTo>
                    <a:pt x="794842" y="660438"/>
                  </a:moveTo>
                  <a:lnTo>
                    <a:pt x="755446" y="660438"/>
                  </a:lnTo>
                  <a:lnTo>
                    <a:pt x="755446" y="699833"/>
                  </a:lnTo>
                  <a:lnTo>
                    <a:pt x="794842" y="699833"/>
                  </a:lnTo>
                  <a:lnTo>
                    <a:pt x="794842" y="660438"/>
                  </a:lnTo>
                  <a:close/>
                </a:path>
                <a:path w="920114" h="1426845">
                  <a:moveTo>
                    <a:pt x="794842" y="594398"/>
                  </a:moveTo>
                  <a:lnTo>
                    <a:pt x="755446" y="594398"/>
                  </a:lnTo>
                  <a:lnTo>
                    <a:pt x="755446" y="633793"/>
                  </a:lnTo>
                  <a:lnTo>
                    <a:pt x="794842" y="633793"/>
                  </a:lnTo>
                  <a:lnTo>
                    <a:pt x="794842" y="594398"/>
                  </a:lnTo>
                  <a:close/>
                </a:path>
                <a:path w="920114" h="1426845">
                  <a:moveTo>
                    <a:pt x="794842" y="528358"/>
                  </a:moveTo>
                  <a:lnTo>
                    <a:pt x="755446" y="528358"/>
                  </a:lnTo>
                  <a:lnTo>
                    <a:pt x="755446" y="567753"/>
                  </a:lnTo>
                  <a:lnTo>
                    <a:pt x="794842" y="567753"/>
                  </a:lnTo>
                  <a:lnTo>
                    <a:pt x="794842" y="528358"/>
                  </a:lnTo>
                  <a:close/>
                </a:path>
                <a:path w="920114" h="1426845">
                  <a:moveTo>
                    <a:pt x="794842" y="330225"/>
                  </a:moveTo>
                  <a:lnTo>
                    <a:pt x="755446" y="330225"/>
                  </a:lnTo>
                  <a:lnTo>
                    <a:pt x="755446" y="369608"/>
                  </a:lnTo>
                  <a:lnTo>
                    <a:pt x="794842" y="369608"/>
                  </a:lnTo>
                  <a:lnTo>
                    <a:pt x="794842" y="330225"/>
                  </a:lnTo>
                  <a:close/>
                </a:path>
                <a:path w="920114" h="1426845">
                  <a:moveTo>
                    <a:pt x="794842" y="264185"/>
                  </a:moveTo>
                  <a:lnTo>
                    <a:pt x="755446" y="264185"/>
                  </a:lnTo>
                  <a:lnTo>
                    <a:pt x="755446" y="303568"/>
                  </a:lnTo>
                  <a:lnTo>
                    <a:pt x="794842" y="303568"/>
                  </a:lnTo>
                  <a:lnTo>
                    <a:pt x="794842" y="264185"/>
                  </a:lnTo>
                  <a:close/>
                </a:path>
                <a:path w="920114" h="1426845">
                  <a:moveTo>
                    <a:pt x="794842" y="198132"/>
                  </a:moveTo>
                  <a:lnTo>
                    <a:pt x="755446" y="198132"/>
                  </a:lnTo>
                  <a:lnTo>
                    <a:pt x="755446" y="237528"/>
                  </a:lnTo>
                  <a:lnTo>
                    <a:pt x="794842" y="237528"/>
                  </a:lnTo>
                  <a:lnTo>
                    <a:pt x="794842" y="198132"/>
                  </a:lnTo>
                  <a:close/>
                </a:path>
                <a:path w="920114" h="1426845">
                  <a:moveTo>
                    <a:pt x="794842" y="132092"/>
                  </a:moveTo>
                  <a:lnTo>
                    <a:pt x="755446" y="132092"/>
                  </a:lnTo>
                  <a:lnTo>
                    <a:pt x="755446" y="171488"/>
                  </a:lnTo>
                  <a:lnTo>
                    <a:pt x="794842" y="171488"/>
                  </a:lnTo>
                  <a:lnTo>
                    <a:pt x="794842" y="132092"/>
                  </a:lnTo>
                  <a:close/>
                </a:path>
                <a:path w="920114" h="1426845">
                  <a:moveTo>
                    <a:pt x="794842" y="66052"/>
                  </a:moveTo>
                  <a:lnTo>
                    <a:pt x="755446" y="66052"/>
                  </a:lnTo>
                  <a:lnTo>
                    <a:pt x="755446" y="105448"/>
                  </a:lnTo>
                  <a:lnTo>
                    <a:pt x="794842" y="105448"/>
                  </a:lnTo>
                  <a:lnTo>
                    <a:pt x="794842" y="66052"/>
                  </a:lnTo>
                  <a:close/>
                </a:path>
                <a:path w="920114" h="1426845">
                  <a:moveTo>
                    <a:pt x="794842" y="0"/>
                  </a:moveTo>
                  <a:lnTo>
                    <a:pt x="755446" y="0"/>
                  </a:lnTo>
                  <a:lnTo>
                    <a:pt x="755446" y="39395"/>
                  </a:lnTo>
                  <a:lnTo>
                    <a:pt x="794842" y="39395"/>
                  </a:lnTo>
                  <a:lnTo>
                    <a:pt x="794842" y="0"/>
                  </a:lnTo>
                  <a:close/>
                </a:path>
                <a:path w="920114" h="1426845">
                  <a:moveTo>
                    <a:pt x="857415" y="1320888"/>
                  </a:moveTo>
                  <a:lnTo>
                    <a:pt x="818019" y="1320888"/>
                  </a:lnTo>
                  <a:lnTo>
                    <a:pt x="818019" y="1360284"/>
                  </a:lnTo>
                  <a:lnTo>
                    <a:pt x="857415" y="1360284"/>
                  </a:lnTo>
                  <a:lnTo>
                    <a:pt x="857415" y="1320888"/>
                  </a:lnTo>
                  <a:close/>
                </a:path>
                <a:path w="920114" h="1426845">
                  <a:moveTo>
                    <a:pt x="857415" y="1188796"/>
                  </a:moveTo>
                  <a:lnTo>
                    <a:pt x="818019" y="1188796"/>
                  </a:lnTo>
                  <a:lnTo>
                    <a:pt x="818019" y="1228191"/>
                  </a:lnTo>
                  <a:lnTo>
                    <a:pt x="857415" y="1228191"/>
                  </a:lnTo>
                  <a:lnTo>
                    <a:pt x="857415" y="1188796"/>
                  </a:lnTo>
                  <a:close/>
                </a:path>
                <a:path w="920114" h="1426845">
                  <a:moveTo>
                    <a:pt x="857415" y="1122756"/>
                  </a:moveTo>
                  <a:lnTo>
                    <a:pt x="818019" y="1122756"/>
                  </a:lnTo>
                  <a:lnTo>
                    <a:pt x="818019" y="1162138"/>
                  </a:lnTo>
                  <a:lnTo>
                    <a:pt x="857415" y="1162138"/>
                  </a:lnTo>
                  <a:lnTo>
                    <a:pt x="857415" y="1122756"/>
                  </a:lnTo>
                  <a:close/>
                </a:path>
                <a:path w="920114" h="1426845">
                  <a:moveTo>
                    <a:pt x="857415" y="1056716"/>
                  </a:moveTo>
                  <a:lnTo>
                    <a:pt x="818019" y="1056716"/>
                  </a:lnTo>
                  <a:lnTo>
                    <a:pt x="818019" y="1096098"/>
                  </a:lnTo>
                  <a:lnTo>
                    <a:pt x="857415" y="1096098"/>
                  </a:lnTo>
                  <a:lnTo>
                    <a:pt x="857415" y="1056716"/>
                  </a:lnTo>
                  <a:close/>
                </a:path>
                <a:path w="920114" h="1426845">
                  <a:moveTo>
                    <a:pt x="857415" y="990676"/>
                  </a:moveTo>
                  <a:lnTo>
                    <a:pt x="818019" y="990676"/>
                  </a:lnTo>
                  <a:lnTo>
                    <a:pt x="818019" y="1030058"/>
                  </a:lnTo>
                  <a:lnTo>
                    <a:pt x="857415" y="1030058"/>
                  </a:lnTo>
                  <a:lnTo>
                    <a:pt x="857415" y="990676"/>
                  </a:lnTo>
                  <a:close/>
                </a:path>
                <a:path w="920114" h="1426845">
                  <a:moveTo>
                    <a:pt x="857415" y="924623"/>
                  </a:moveTo>
                  <a:lnTo>
                    <a:pt x="818019" y="924623"/>
                  </a:lnTo>
                  <a:lnTo>
                    <a:pt x="818019" y="964018"/>
                  </a:lnTo>
                  <a:lnTo>
                    <a:pt x="857415" y="964018"/>
                  </a:lnTo>
                  <a:lnTo>
                    <a:pt x="857415" y="924623"/>
                  </a:lnTo>
                  <a:close/>
                </a:path>
                <a:path w="920114" h="1426845">
                  <a:moveTo>
                    <a:pt x="857415" y="858583"/>
                  </a:moveTo>
                  <a:lnTo>
                    <a:pt x="818019" y="858583"/>
                  </a:lnTo>
                  <a:lnTo>
                    <a:pt x="818019" y="897978"/>
                  </a:lnTo>
                  <a:lnTo>
                    <a:pt x="857415" y="897978"/>
                  </a:lnTo>
                  <a:lnTo>
                    <a:pt x="857415" y="858583"/>
                  </a:lnTo>
                  <a:close/>
                </a:path>
                <a:path w="920114" h="1426845">
                  <a:moveTo>
                    <a:pt x="857415" y="792530"/>
                  </a:moveTo>
                  <a:lnTo>
                    <a:pt x="818019" y="792530"/>
                  </a:lnTo>
                  <a:lnTo>
                    <a:pt x="818019" y="831926"/>
                  </a:lnTo>
                  <a:lnTo>
                    <a:pt x="857415" y="831926"/>
                  </a:lnTo>
                  <a:lnTo>
                    <a:pt x="857415" y="792530"/>
                  </a:lnTo>
                  <a:close/>
                </a:path>
                <a:path w="920114" h="1426845">
                  <a:moveTo>
                    <a:pt x="857415" y="726490"/>
                  </a:moveTo>
                  <a:lnTo>
                    <a:pt x="818019" y="726490"/>
                  </a:lnTo>
                  <a:lnTo>
                    <a:pt x="818019" y="765886"/>
                  </a:lnTo>
                  <a:lnTo>
                    <a:pt x="857415" y="765886"/>
                  </a:lnTo>
                  <a:lnTo>
                    <a:pt x="857415" y="726490"/>
                  </a:lnTo>
                  <a:close/>
                </a:path>
                <a:path w="920114" h="1426845">
                  <a:moveTo>
                    <a:pt x="857415" y="660438"/>
                  </a:moveTo>
                  <a:lnTo>
                    <a:pt x="818019" y="660438"/>
                  </a:lnTo>
                  <a:lnTo>
                    <a:pt x="818019" y="699833"/>
                  </a:lnTo>
                  <a:lnTo>
                    <a:pt x="857415" y="699833"/>
                  </a:lnTo>
                  <a:lnTo>
                    <a:pt x="857415" y="660438"/>
                  </a:lnTo>
                  <a:close/>
                </a:path>
                <a:path w="920114" h="1426845">
                  <a:moveTo>
                    <a:pt x="857415" y="594398"/>
                  </a:moveTo>
                  <a:lnTo>
                    <a:pt x="818019" y="594398"/>
                  </a:lnTo>
                  <a:lnTo>
                    <a:pt x="818019" y="633793"/>
                  </a:lnTo>
                  <a:lnTo>
                    <a:pt x="857415" y="633793"/>
                  </a:lnTo>
                  <a:lnTo>
                    <a:pt x="857415" y="594398"/>
                  </a:lnTo>
                  <a:close/>
                </a:path>
                <a:path w="920114" h="1426845">
                  <a:moveTo>
                    <a:pt x="857415" y="528358"/>
                  </a:moveTo>
                  <a:lnTo>
                    <a:pt x="818019" y="528358"/>
                  </a:lnTo>
                  <a:lnTo>
                    <a:pt x="818019" y="567753"/>
                  </a:lnTo>
                  <a:lnTo>
                    <a:pt x="857415" y="567753"/>
                  </a:lnTo>
                  <a:lnTo>
                    <a:pt x="857415" y="528358"/>
                  </a:lnTo>
                  <a:close/>
                </a:path>
                <a:path w="920114" h="1426845">
                  <a:moveTo>
                    <a:pt x="857415" y="330225"/>
                  </a:moveTo>
                  <a:lnTo>
                    <a:pt x="818019" y="330225"/>
                  </a:lnTo>
                  <a:lnTo>
                    <a:pt x="818019" y="369608"/>
                  </a:lnTo>
                  <a:lnTo>
                    <a:pt x="857415" y="369608"/>
                  </a:lnTo>
                  <a:lnTo>
                    <a:pt x="857415" y="330225"/>
                  </a:lnTo>
                  <a:close/>
                </a:path>
                <a:path w="920114" h="1426845">
                  <a:moveTo>
                    <a:pt x="857415" y="264185"/>
                  </a:moveTo>
                  <a:lnTo>
                    <a:pt x="818019" y="264185"/>
                  </a:lnTo>
                  <a:lnTo>
                    <a:pt x="818019" y="303568"/>
                  </a:lnTo>
                  <a:lnTo>
                    <a:pt x="857415" y="303568"/>
                  </a:lnTo>
                  <a:lnTo>
                    <a:pt x="857415" y="264185"/>
                  </a:lnTo>
                  <a:close/>
                </a:path>
                <a:path w="920114" h="1426845">
                  <a:moveTo>
                    <a:pt x="857415" y="198132"/>
                  </a:moveTo>
                  <a:lnTo>
                    <a:pt x="818019" y="198132"/>
                  </a:lnTo>
                  <a:lnTo>
                    <a:pt x="818019" y="237528"/>
                  </a:lnTo>
                  <a:lnTo>
                    <a:pt x="857415" y="237528"/>
                  </a:lnTo>
                  <a:lnTo>
                    <a:pt x="857415" y="198132"/>
                  </a:lnTo>
                  <a:close/>
                </a:path>
                <a:path w="920114" h="1426845">
                  <a:moveTo>
                    <a:pt x="857415" y="132092"/>
                  </a:moveTo>
                  <a:lnTo>
                    <a:pt x="818019" y="132092"/>
                  </a:lnTo>
                  <a:lnTo>
                    <a:pt x="818019" y="171488"/>
                  </a:lnTo>
                  <a:lnTo>
                    <a:pt x="857415" y="171488"/>
                  </a:lnTo>
                  <a:lnTo>
                    <a:pt x="857415" y="132092"/>
                  </a:lnTo>
                  <a:close/>
                </a:path>
                <a:path w="920114" h="1426845">
                  <a:moveTo>
                    <a:pt x="857415" y="66052"/>
                  </a:moveTo>
                  <a:lnTo>
                    <a:pt x="818019" y="66052"/>
                  </a:lnTo>
                  <a:lnTo>
                    <a:pt x="818019" y="105448"/>
                  </a:lnTo>
                  <a:lnTo>
                    <a:pt x="857415" y="105448"/>
                  </a:lnTo>
                  <a:lnTo>
                    <a:pt x="857415" y="66052"/>
                  </a:lnTo>
                  <a:close/>
                </a:path>
                <a:path w="920114" h="1426845">
                  <a:moveTo>
                    <a:pt x="857415" y="0"/>
                  </a:moveTo>
                  <a:lnTo>
                    <a:pt x="818019" y="0"/>
                  </a:lnTo>
                  <a:lnTo>
                    <a:pt x="818019" y="39395"/>
                  </a:lnTo>
                  <a:lnTo>
                    <a:pt x="857415" y="39395"/>
                  </a:lnTo>
                  <a:lnTo>
                    <a:pt x="857415" y="0"/>
                  </a:lnTo>
                  <a:close/>
                </a:path>
                <a:path w="920114" h="1426845">
                  <a:moveTo>
                    <a:pt x="919975" y="1122756"/>
                  </a:moveTo>
                  <a:lnTo>
                    <a:pt x="880579" y="1122756"/>
                  </a:lnTo>
                  <a:lnTo>
                    <a:pt x="880579" y="1162138"/>
                  </a:lnTo>
                  <a:lnTo>
                    <a:pt x="919975" y="1162138"/>
                  </a:lnTo>
                  <a:lnTo>
                    <a:pt x="919975" y="1122756"/>
                  </a:lnTo>
                  <a:close/>
                </a:path>
                <a:path w="920114" h="1426845">
                  <a:moveTo>
                    <a:pt x="919975" y="1056716"/>
                  </a:moveTo>
                  <a:lnTo>
                    <a:pt x="880579" y="1056716"/>
                  </a:lnTo>
                  <a:lnTo>
                    <a:pt x="880579" y="1096098"/>
                  </a:lnTo>
                  <a:lnTo>
                    <a:pt x="919975" y="1096098"/>
                  </a:lnTo>
                  <a:lnTo>
                    <a:pt x="919975" y="1056716"/>
                  </a:lnTo>
                  <a:close/>
                </a:path>
                <a:path w="920114" h="1426845">
                  <a:moveTo>
                    <a:pt x="919975" y="990676"/>
                  </a:moveTo>
                  <a:lnTo>
                    <a:pt x="880579" y="990676"/>
                  </a:lnTo>
                  <a:lnTo>
                    <a:pt x="880579" y="1030058"/>
                  </a:lnTo>
                  <a:lnTo>
                    <a:pt x="919975" y="1030058"/>
                  </a:lnTo>
                  <a:lnTo>
                    <a:pt x="919975" y="990676"/>
                  </a:lnTo>
                  <a:close/>
                </a:path>
                <a:path w="920114" h="1426845">
                  <a:moveTo>
                    <a:pt x="919975" y="924623"/>
                  </a:moveTo>
                  <a:lnTo>
                    <a:pt x="880579" y="924623"/>
                  </a:lnTo>
                  <a:lnTo>
                    <a:pt x="880579" y="964018"/>
                  </a:lnTo>
                  <a:lnTo>
                    <a:pt x="919975" y="964018"/>
                  </a:lnTo>
                  <a:lnTo>
                    <a:pt x="919975" y="924623"/>
                  </a:lnTo>
                  <a:close/>
                </a:path>
                <a:path w="920114" h="1426845">
                  <a:moveTo>
                    <a:pt x="919975" y="858583"/>
                  </a:moveTo>
                  <a:lnTo>
                    <a:pt x="880579" y="858583"/>
                  </a:lnTo>
                  <a:lnTo>
                    <a:pt x="880579" y="897978"/>
                  </a:lnTo>
                  <a:lnTo>
                    <a:pt x="919975" y="897978"/>
                  </a:lnTo>
                  <a:lnTo>
                    <a:pt x="919975" y="858583"/>
                  </a:lnTo>
                  <a:close/>
                </a:path>
                <a:path w="920114" h="1426845">
                  <a:moveTo>
                    <a:pt x="919975" y="792530"/>
                  </a:moveTo>
                  <a:lnTo>
                    <a:pt x="880579" y="792530"/>
                  </a:lnTo>
                  <a:lnTo>
                    <a:pt x="880579" y="831926"/>
                  </a:lnTo>
                  <a:lnTo>
                    <a:pt x="919975" y="831926"/>
                  </a:lnTo>
                  <a:lnTo>
                    <a:pt x="919975" y="792530"/>
                  </a:lnTo>
                  <a:close/>
                </a:path>
                <a:path w="920114" h="1426845">
                  <a:moveTo>
                    <a:pt x="919975" y="726490"/>
                  </a:moveTo>
                  <a:lnTo>
                    <a:pt x="880579" y="726490"/>
                  </a:lnTo>
                  <a:lnTo>
                    <a:pt x="880579" y="765886"/>
                  </a:lnTo>
                  <a:lnTo>
                    <a:pt x="919975" y="765886"/>
                  </a:lnTo>
                  <a:lnTo>
                    <a:pt x="919975" y="726490"/>
                  </a:lnTo>
                  <a:close/>
                </a:path>
                <a:path w="920114" h="1426845">
                  <a:moveTo>
                    <a:pt x="919975" y="528358"/>
                  </a:moveTo>
                  <a:lnTo>
                    <a:pt x="880579" y="528358"/>
                  </a:lnTo>
                  <a:lnTo>
                    <a:pt x="880579" y="567753"/>
                  </a:lnTo>
                  <a:lnTo>
                    <a:pt x="919975" y="567753"/>
                  </a:lnTo>
                  <a:lnTo>
                    <a:pt x="919975" y="528358"/>
                  </a:lnTo>
                  <a:close/>
                </a:path>
                <a:path w="920114" h="1426845">
                  <a:moveTo>
                    <a:pt x="919975" y="462305"/>
                  </a:moveTo>
                  <a:lnTo>
                    <a:pt x="880579" y="462305"/>
                  </a:lnTo>
                  <a:lnTo>
                    <a:pt x="880579" y="501700"/>
                  </a:lnTo>
                  <a:lnTo>
                    <a:pt x="919975" y="501700"/>
                  </a:lnTo>
                  <a:lnTo>
                    <a:pt x="919975" y="462305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508017" y="5308656"/>
              <a:ext cx="883285" cy="1492885"/>
            </a:xfrm>
            <a:custGeom>
              <a:avLst/>
              <a:gdLst/>
              <a:ahLst/>
              <a:cxnLst/>
              <a:rect l="l" t="t" r="r" b="b"/>
              <a:pathLst>
                <a:path w="883285" h="1492884">
                  <a:moveTo>
                    <a:pt x="39395" y="1188783"/>
                  </a:moveTo>
                  <a:lnTo>
                    <a:pt x="0" y="1188783"/>
                  </a:lnTo>
                  <a:lnTo>
                    <a:pt x="0" y="1228178"/>
                  </a:lnTo>
                  <a:lnTo>
                    <a:pt x="39395" y="1228178"/>
                  </a:lnTo>
                  <a:lnTo>
                    <a:pt x="39395" y="1188783"/>
                  </a:lnTo>
                  <a:close/>
                </a:path>
                <a:path w="883285" h="1492884">
                  <a:moveTo>
                    <a:pt x="39395" y="1122743"/>
                  </a:moveTo>
                  <a:lnTo>
                    <a:pt x="0" y="1122743"/>
                  </a:lnTo>
                  <a:lnTo>
                    <a:pt x="0" y="1162138"/>
                  </a:lnTo>
                  <a:lnTo>
                    <a:pt x="39395" y="1162138"/>
                  </a:lnTo>
                  <a:lnTo>
                    <a:pt x="39395" y="1122743"/>
                  </a:lnTo>
                  <a:close/>
                </a:path>
                <a:path w="883285" h="1492884">
                  <a:moveTo>
                    <a:pt x="39395" y="1056690"/>
                  </a:moveTo>
                  <a:lnTo>
                    <a:pt x="0" y="1056690"/>
                  </a:lnTo>
                  <a:lnTo>
                    <a:pt x="0" y="1096086"/>
                  </a:lnTo>
                  <a:lnTo>
                    <a:pt x="39395" y="1096086"/>
                  </a:lnTo>
                  <a:lnTo>
                    <a:pt x="39395" y="1056690"/>
                  </a:lnTo>
                  <a:close/>
                </a:path>
                <a:path w="883285" h="1492884">
                  <a:moveTo>
                    <a:pt x="39395" y="990650"/>
                  </a:moveTo>
                  <a:lnTo>
                    <a:pt x="0" y="990650"/>
                  </a:lnTo>
                  <a:lnTo>
                    <a:pt x="0" y="1030046"/>
                  </a:lnTo>
                  <a:lnTo>
                    <a:pt x="39395" y="1030046"/>
                  </a:lnTo>
                  <a:lnTo>
                    <a:pt x="39395" y="990650"/>
                  </a:lnTo>
                  <a:close/>
                </a:path>
                <a:path w="883285" h="1492884">
                  <a:moveTo>
                    <a:pt x="39395" y="924610"/>
                  </a:moveTo>
                  <a:lnTo>
                    <a:pt x="0" y="924610"/>
                  </a:lnTo>
                  <a:lnTo>
                    <a:pt x="0" y="964006"/>
                  </a:lnTo>
                  <a:lnTo>
                    <a:pt x="39395" y="964006"/>
                  </a:lnTo>
                  <a:lnTo>
                    <a:pt x="39395" y="924610"/>
                  </a:lnTo>
                  <a:close/>
                </a:path>
                <a:path w="883285" h="1492884">
                  <a:moveTo>
                    <a:pt x="39395" y="858570"/>
                  </a:moveTo>
                  <a:lnTo>
                    <a:pt x="0" y="858570"/>
                  </a:lnTo>
                  <a:lnTo>
                    <a:pt x="0" y="897953"/>
                  </a:lnTo>
                  <a:lnTo>
                    <a:pt x="39395" y="897953"/>
                  </a:lnTo>
                  <a:lnTo>
                    <a:pt x="39395" y="858570"/>
                  </a:lnTo>
                  <a:close/>
                </a:path>
                <a:path w="883285" h="1492884">
                  <a:moveTo>
                    <a:pt x="39395" y="792530"/>
                  </a:moveTo>
                  <a:lnTo>
                    <a:pt x="0" y="792530"/>
                  </a:lnTo>
                  <a:lnTo>
                    <a:pt x="0" y="831913"/>
                  </a:lnTo>
                  <a:lnTo>
                    <a:pt x="39395" y="831913"/>
                  </a:lnTo>
                  <a:lnTo>
                    <a:pt x="39395" y="792530"/>
                  </a:lnTo>
                  <a:close/>
                </a:path>
                <a:path w="883285" h="1492884">
                  <a:moveTo>
                    <a:pt x="39395" y="726478"/>
                  </a:moveTo>
                  <a:lnTo>
                    <a:pt x="0" y="726478"/>
                  </a:lnTo>
                  <a:lnTo>
                    <a:pt x="0" y="765860"/>
                  </a:lnTo>
                  <a:lnTo>
                    <a:pt x="39395" y="765860"/>
                  </a:lnTo>
                  <a:lnTo>
                    <a:pt x="39395" y="726478"/>
                  </a:lnTo>
                  <a:close/>
                </a:path>
                <a:path w="883285" h="1492884">
                  <a:moveTo>
                    <a:pt x="39395" y="675043"/>
                  </a:moveTo>
                  <a:lnTo>
                    <a:pt x="0" y="675043"/>
                  </a:lnTo>
                  <a:lnTo>
                    <a:pt x="0" y="699820"/>
                  </a:lnTo>
                  <a:lnTo>
                    <a:pt x="39395" y="699820"/>
                  </a:lnTo>
                  <a:lnTo>
                    <a:pt x="39395" y="675043"/>
                  </a:lnTo>
                  <a:close/>
                </a:path>
                <a:path w="883285" h="1492884">
                  <a:moveTo>
                    <a:pt x="39395" y="594385"/>
                  </a:moveTo>
                  <a:lnTo>
                    <a:pt x="0" y="594385"/>
                  </a:lnTo>
                  <a:lnTo>
                    <a:pt x="0" y="620725"/>
                  </a:lnTo>
                  <a:lnTo>
                    <a:pt x="39395" y="620725"/>
                  </a:lnTo>
                  <a:lnTo>
                    <a:pt x="39395" y="594385"/>
                  </a:lnTo>
                  <a:close/>
                </a:path>
                <a:path w="883285" h="1492884">
                  <a:moveTo>
                    <a:pt x="39395" y="528345"/>
                  </a:moveTo>
                  <a:lnTo>
                    <a:pt x="0" y="528345"/>
                  </a:lnTo>
                  <a:lnTo>
                    <a:pt x="0" y="567740"/>
                  </a:lnTo>
                  <a:lnTo>
                    <a:pt x="39395" y="567740"/>
                  </a:lnTo>
                  <a:lnTo>
                    <a:pt x="39395" y="528345"/>
                  </a:lnTo>
                  <a:close/>
                </a:path>
                <a:path w="883285" h="1492884">
                  <a:moveTo>
                    <a:pt x="39395" y="462305"/>
                  </a:moveTo>
                  <a:lnTo>
                    <a:pt x="0" y="462305"/>
                  </a:lnTo>
                  <a:lnTo>
                    <a:pt x="0" y="501700"/>
                  </a:lnTo>
                  <a:lnTo>
                    <a:pt x="39395" y="501700"/>
                  </a:lnTo>
                  <a:lnTo>
                    <a:pt x="39395" y="462305"/>
                  </a:lnTo>
                  <a:close/>
                </a:path>
                <a:path w="883285" h="1492884">
                  <a:moveTo>
                    <a:pt x="39395" y="396252"/>
                  </a:moveTo>
                  <a:lnTo>
                    <a:pt x="0" y="396252"/>
                  </a:lnTo>
                  <a:lnTo>
                    <a:pt x="0" y="435648"/>
                  </a:lnTo>
                  <a:lnTo>
                    <a:pt x="39395" y="435648"/>
                  </a:lnTo>
                  <a:lnTo>
                    <a:pt x="39395" y="396252"/>
                  </a:lnTo>
                  <a:close/>
                </a:path>
                <a:path w="883285" h="1492884">
                  <a:moveTo>
                    <a:pt x="39395" y="330212"/>
                  </a:moveTo>
                  <a:lnTo>
                    <a:pt x="0" y="330212"/>
                  </a:lnTo>
                  <a:lnTo>
                    <a:pt x="0" y="369608"/>
                  </a:lnTo>
                  <a:lnTo>
                    <a:pt x="39395" y="369608"/>
                  </a:lnTo>
                  <a:lnTo>
                    <a:pt x="39395" y="330212"/>
                  </a:lnTo>
                  <a:close/>
                </a:path>
                <a:path w="883285" h="1492884">
                  <a:moveTo>
                    <a:pt x="39395" y="264160"/>
                  </a:moveTo>
                  <a:lnTo>
                    <a:pt x="0" y="264160"/>
                  </a:lnTo>
                  <a:lnTo>
                    <a:pt x="0" y="303555"/>
                  </a:lnTo>
                  <a:lnTo>
                    <a:pt x="39395" y="303555"/>
                  </a:lnTo>
                  <a:lnTo>
                    <a:pt x="39395" y="264160"/>
                  </a:lnTo>
                  <a:close/>
                </a:path>
                <a:path w="883285" h="1492884">
                  <a:moveTo>
                    <a:pt x="39395" y="198120"/>
                  </a:moveTo>
                  <a:lnTo>
                    <a:pt x="0" y="198120"/>
                  </a:lnTo>
                  <a:lnTo>
                    <a:pt x="0" y="237515"/>
                  </a:lnTo>
                  <a:lnTo>
                    <a:pt x="39395" y="237515"/>
                  </a:lnTo>
                  <a:lnTo>
                    <a:pt x="39395" y="198120"/>
                  </a:lnTo>
                  <a:close/>
                </a:path>
                <a:path w="883285" h="1492884">
                  <a:moveTo>
                    <a:pt x="39395" y="132067"/>
                  </a:moveTo>
                  <a:lnTo>
                    <a:pt x="0" y="132067"/>
                  </a:lnTo>
                  <a:lnTo>
                    <a:pt x="0" y="171462"/>
                  </a:lnTo>
                  <a:lnTo>
                    <a:pt x="39395" y="171462"/>
                  </a:lnTo>
                  <a:lnTo>
                    <a:pt x="39395" y="132067"/>
                  </a:lnTo>
                  <a:close/>
                </a:path>
                <a:path w="883285" h="1492884">
                  <a:moveTo>
                    <a:pt x="39395" y="66027"/>
                  </a:moveTo>
                  <a:lnTo>
                    <a:pt x="0" y="66027"/>
                  </a:lnTo>
                  <a:lnTo>
                    <a:pt x="0" y="105422"/>
                  </a:lnTo>
                  <a:lnTo>
                    <a:pt x="39395" y="105422"/>
                  </a:lnTo>
                  <a:lnTo>
                    <a:pt x="39395" y="66027"/>
                  </a:lnTo>
                  <a:close/>
                </a:path>
                <a:path w="883285" h="1492884">
                  <a:moveTo>
                    <a:pt x="39395" y="0"/>
                  </a:moveTo>
                  <a:lnTo>
                    <a:pt x="0" y="0"/>
                  </a:lnTo>
                  <a:lnTo>
                    <a:pt x="0" y="39382"/>
                  </a:lnTo>
                  <a:lnTo>
                    <a:pt x="39395" y="39382"/>
                  </a:lnTo>
                  <a:lnTo>
                    <a:pt x="39395" y="0"/>
                  </a:lnTo>
                  <a:close/>
                </a:path>
                <a:path w="883285" h="1492884">
                  <a:moveTo>
                    <a:pt x="101955" y="1452968"/>
                  </a:moveTo>
                  <a:lnTo>
                    <a:pt x="62560" y="1452968"/>
                  </a:lnTo>
                  <a:lnTo>
                    <a:pt x="62560" y="1492351"/>
                  </a:lnTo>
                  <a:lnTo>
                    <a:pt x="101955" y="1492351"/>
                  </a:lnTo>
                  <a:lnTo>
                    <a:pt x="101955" y="1452968"/>
                  </a:lnTo>
                  <a:close/>
                </a:path>
                <a:path w="883285" h="1492884">
                  <a:moveTo>
                    <a:pt x="101955" y="1386916"/>
                  </a:moveTo>
                  <a:lnTo>
                    <a:pt x="62560" y="1386916"/>
                  </a:lnTo>
                  <a:lnTo>
                    <a:pt x="62560" y="1426311"/>
                  </a:lnTo>
                  <a:lnTo>
                    <a:pt x="101955" y="1426311"/>
                  </a:lnTo>
                  <a:lnTo>
                    <a:pt x="101955" y="1386916"/>
                  </a:lnTo>
                  <a:close/>
                </a:path>
                <a:path w="883285" h="1492884">
                  <a:moveTo>
                    <a:pt x="101955" y="1320876"/>
                  </a:moveTo>
                  <a:lnTo>
                    <a:pt x="62560" y="1320876"/>
                  </a:lnTo>
                  <a:lnTo>
                    <a:pt x="62560" y="1360271"/>
                  </a:lnTo>
                  <a:lnTo>
                    <a:pt x="101955" y="1360271"/>
                  </a:lnTo>
                  <a:lnTo>
                    <a:pt x="101955" y="1320876"/>
                  </a:lnTo>
                  <a:close/>
                </a:path>
                <a:path w="883285" h="1492884">
                  <a:moveTo>
                    <a:pt x="101955" y="1254836"/>
                  </a:moveTo>
                  <a:lnTo>
                    <a:pt x="62560" y="1254836"/>
                  </a:lnTo>
                  <a:lnTo>
                    <a:pt x="62560" y="1294231"/>
                  </a:lnTo>
                  <a:lnTo>
                    <a:pt x="101955" y="1294231"/>
                  </a:lnTo>
                  <a:lnTo>
                    <a:pt x="101955" y="1254836"/>
                  </a:lnTo>
                  <a:close/>
                </a:path>
                <a:path w="883285" h="1492884">
                  <a:moveTo>
                    <a:pt x="101955" y="1188783"/>
                  </a:moveTo>
                  <a:lnTo>
                    <a:pt x="62560" y="1188783"/>
                  </a:lnTo>
                  <a:lnTo>
                    <a:pt x="62560" y="1228178"/>
                  </a:lnTo>
                  <a:lnTo>
                    <a:pt x="101955" y="1228178"/>
                  </a:lnTo>
                  <a:lnTo>
                    <a:pt x="101955" y="1188783"/>
                  </a:lnTo>
                  <a:close/>
                </a:path>
                <a:path w="883285" h="1492884">
                  <a:moveTo>
                    <a:pt x="101955" y="1122743"/>
                  </a:moveTo>
                  <a:lnTo>
                    <a:pt x="62560" y="1122743"/>
                  </a:lnTo>
                  <a:lnTo>
                    <a:pt x="62560" y="1162138"/>
                  </a:lnTo>
                  <a:lnTo>
                    <a:pt x="101955" y="1162138"/>
                  </a:lnTo>
                  <a:lnTo>
                    <a:pt x="101955" y="1122743"/>
                  </a:lnTo>
                  <a:close/>
                </a:path>
                <a:path w="883285" h="1492884">
                  <a:moveTo>
                    <a:pt x="101955" y="1056690"/>
                  </a:moveTo>
                  <a:lnTo>
                    <a:pt x="62560" y="1056690"/>
                  </a:lnTo>
                  <a:lnTo>
                    <a:pt x="62560" y="1096086"/>
                  </a:lnTo>
                  <a:lnTo>
                    <a:pt x="101955" y="1096086"/>
                  </a:lnTo>
                  <a:lnTo>
                    <a:pt x="101955" y="1056690"/>
                  </a:lnTo>
                  <a:close/>
                </a:path>
                <a:path w="883285" h="1492884">
                  <a:moveTo>
                    <a:pt x="101955" y="990650"/>
                  </a:moveTo>
                  <a:lnTo>
                    <a:pt x="62560" y="990650"/>
                  </a:lnTo>
                  <a:lnTo>
                    <a:pt x="62560" y="1030046"/>
                  </a:lnTo>
                  <a:lnTo>
                    <a:pt x="101955" y="1030046"/>
                  </a:lnTo>
                  <a:lnTo>
                    <a:pt x="101955" y="990650"/>
                  </a:lnTo>
                  <a:close/>
                </a:path>
                <a:path w="883285" h="1492884">
                  <a:moveTo>
                    <a:pt x="101955" y="924610"/>
                  </a:moveTo>
                  <a:lnTo>
                    <a:pt x="62560" y="924610"/>
                  </a:lnTo>
                  <a:lnTo>
                    <a:pt x="62560" y="964006"/>
                  </a:lnTo>
                  <a:lnTo>
                    <a:pt x="101955" y="964006"/>
                  </a:lnTo>
                  <a:lnTo>
                    <a:pt x="101955" y="924610"/>
                  </a:lnTo>
                  <a:close/>
                </a:path>
                <a:path w="883285" h="1492884">
                  <a:moveTo>
                    <a:pt x="101955" y="858570"/>
                  </a:moveTo>
                  <a:lnTo>
                    <a:pt x="62560" y="858570"/>
                  </a:lnTo>
                  <a:lnTo>
                    <a:pt x="62560" y="897953"/>
                  </a:lnTo>
                  <a:lnTo>
                    <a:pt x="101955" y="897953"/>
                  </a:lnTo>
                  <a:lnTo>
                    <a:pt x="101955" y="858570"/>
                  </a:lnTo>
                  <a:close/>
                </a:path>
                <a:path w="883285" h="1492884">
                  <a:moveTo>
                    <a:pt x="101955" y="792530"/>
                  </a:moveTo>
                  <a:lnTo>
                    <a:pt x="62560" y="792530"/>
                  </a:lnTo>
                  <a:lnTo>
                    <a:pt x="62560" y="831913"/>
                  </a:lnTo>
                  <a:lnTo>
                    <a:pt x="101955" y="831913"/>
                  </a:lnTo>
                  <a:lnTo>
                    <a:pt x="101955" y="792530"/>
                  </a:lnTo>
                  <a:close/>
                </a:path>
                <a:path w="883285" h="1492884">
                  <a:moveTo>
                    <a:pt x="101955" y="726478"/>
                  </a:moveTo>
                  <a:lnTo>
                    <a:pt x="62560" y="726478"/>
                  </a:lnTo>
                  <a:lnTo>
                    <a:pt x="62560" y="765860"/>
                  </a:lnTo>
                  <a:lnTo>
                    <a:pt x="101955" y="765860"/>
                  </a:lnTo>
                  <a:lnTo>
                    <a:pt x="101955" y="726478"/>
                  </a:lnTo>
                  <a:close/>
                </a:path>
                <a:path w="883285" h="1492884">
                  <a:moveTo>
                    <a:pt x="101955" y="675043"/>
                  </a:moveTo>
                  <a:lnTo>
                    <a:pt x="62560" y="675043"/>
                  </a:lnTo>
                  <a:lnTo>
                    <a:pt x="62560" y="699820"/>
                  </a:lnTo>
                  <a:lnTo>
                    <a:pt x="101955" y="699820"/>
                  </a:lnTo>
                  <a:lnTo>
                    <a:pt x="101955" y="675043"/>
                  </a:lnTo>
                  <a:close/>
                </a:path>
                <a:path w="883285" h="1492884">
                  <a:moveTo>
                    <a:pt x="101955" y="594385"/>
                  </a:moveTo>
                  <a:lnTo>
                    <a:pt x="62560" y="594385"/>
                  </a:lnTo>
                  <a:lnTo>
                    <a:pt x="62560" y="620725"/>
                  </a:lnTo>
                  <a:lnTo>
                    <a:pt x="101955" y="620725"/>
                  </a:lnTo>
                  <a:lnTo>
                    <a:pt x="101955" y="594385"/>
                  </a:lnTo>
                  <a:close/>
                </a:path>
                <a:path w="883285" h="1492884">
                  <a:moveTo>
                    <a:pt x="101955" y="528345"/>
                  </a:moveTo>
                  <a:lnTo>
                    <a:pt x="62560" y="528345"/>
                  </a:lnTo>
                  <a:lnTo>
                    <a:pt x="62560" y="567740"/>
                  </a:lnTo>
                  <a:lnTo>
                    <a:pt x="101955" y="567740"/>
                  </a:lnTo>
                  <a:lnTo>
                    <a:pt x="101955" y="528345"/>
                  </a:lnTo>
                  <a:close/>
                </a:path>
                <a:path w="883285" h="1492884">
                  <a:moveTo>
                    <a:pt x="101955" y="462305"/>
                  </a:moveTo>
                  <a:lnTo>
                    <a:pt x="62560" y="462305"/>
                  </a:lnTo>
                  <a:lnTo>
                    <a:pt x="62560" y="501700"/>
                  </a:lnTo>
                  <a:lnTo>
                    <a:pt x="101955" y="501700"/>
                  </a:lnTo>
                  <a:lnTo>
                    <a:pt x="101955" y="462305"/>
                  </a:lnTo>
                  <a:close/>
                </a:path>
                <a:path w="883285" h="1492884">
                  <a:moveTo>
                    <a:pt x="101955" y="396252"/>
                  </a:moveTo>
                  <a:lnTo>
                    <a:pt x="62560" y="396252"/>
                  </a:lnTo>
                  <a:lnTo>
                    <a:pt x="62560" y="435648"/>
                  </a:lnTo>
                  <a:lnTo>
                    <a:pt x="101955" y="435648"/>
                  </a:lnTo>
                  <a:lnTo>
                    <a:pt x="101955" y="396252"/>
                  </a:lnTo>
                  <a:close/>
                </a:path>
                <a:path w="883285" h="1492884">
                  <a:moveTo>
                    <a:pt x="101955" y="330212"/>
                  </a:moveTo>
                  <a:lnTo>
                    <a:pt x="62560" y="330212"/>
                  </a:lnTo>
                  <a:lnTo>
                    <a:pt x="62560" y="369608"/>
                  </a:lnTo>
                  <a:lnTo>
                    <a:pt x="101955" y="369608"/>
                  </a:lnTo>
                  <a:lnTo>
                    <a:pt x="101955" y="330212"/>
                  </a:lnTo>
                  <a:close/>
                </a:path>
                <a:path w="883285" h="1492884">
                  <a:moveTo>
                    <a:pt x="101955" y="264160"/>
                  </a:moveTo>
                  <a:lnTo>
                    <a:pt x="62560" y="264160"/>
                  </a:lnTo>
                  <a:lnTo>
                    <a:pt x="62560" y="303555"/>
                  </a:lnTo>
                  <a:lnTo>
                    <a:pt x="101955" y="303555"/>
                  </a:lnTo>
                  <a:lnTo>
                    <a:pt x="101955" y="264160"/>
                  </a:lnTo>
                  <a:close/>
                </a:path>
                <a:path w="883285" h="1492884">
                  <a:moveTo>
                    <a:pt x="101955" y="198120"/>
                  </a:moveTo>
                  <a:lnTo>
                    <a:pt x="62560" y="198120"/>
                  </a:lnTo>
                  <a:lnTo>
                    <a:pt x="62560" y="237515"/>
                  </a:lnTo>
                  <a:lnTo>
                    <a:pt x="101955" y="237515"/>
                  </a:lnTo>
                  <a:lnTo>
                    <a:pt x="101955" y="198120"/>
                  </a:lnTo>
                  <a:close/>
                </a:path>
                <a:path w="883285" h="1492884">
                  <a:moveTo>
                    <a:pt x="101955" y="132067"/>
                  </a:moveTo>
                  <a:lnTo>
                    <a:pt x="62560" y="132067"/>
                  </a:lnTo>
                  <a:lnTo>
                    <a:pt x="62560" y="171462"/>
                  </a:lnTo>
                  <a:lnTo>
                    <a:pt x="101955" y="171462"/>
                  </a:lnTo>
                  <a:lnTo>
                    <a:pt x="101955" y="132067"/>
                  </a:lnTo>
                  <a:close/>
                </a:path>
                <a:path w="883285" h="1492884">
                  <a:moveTo>
                    <a:pt x="101955" y="66027"/>
                  </a:moveTo>
                  <a:lnTo>
                    <a:pt x="62560" y="66027"/>
                  </a:lnTo>
                  <a:lnTo>
                    <a:pt x="62560" y="105422"/>
                  </a:lnTo>
                  <a:lnTo>
                    <a:pt x="101955" y="105422"/>
                  </a:lnTo>
                  <a:lnTo>
                    <a:pt x="101955" y="66027"/>
                  </a:lnTo>
                  <a:close/>
                </a:path>
                <a:path w="883285" h="1492884">
                  <a:moveTo>
                    <a:pt x="101955" y="0"/>
                  </a:moveTo>
                  <a:lnTo>
                    <a:pt x="62560" y="0"/>
                  </a:lnTo>
                  <a:lnTo>
                    <a:pt x="62560" y="39382"/>
                  </a:lnTo>
                  <a:lnTo>
                    <a:pt x="101955" y="39382"/>
                  </a:lnTo>
                  <a:lnTo>
                    <a:pt x="101955" y="0"/>
                  </a:lnTo>
                  <a:close/>
                </a:path>
                <a:path w="883285" h="1492884">
                  <a:moveTo>
                    <a:pt x="757770" y="1452968"/>
                  </a:moveTo>
                  <a:lnTo>
                    <a:pt x="718388" y="1452968"/>
                  </a:lnTo>
                  <a:lnTo>
                    <a:pt x="718388" y="1492351"/>
                  </a:lnTo>
                  <a:lnTo>
                    <a:pt x="757770" y="1492351"/>
                  </a:lnTo>
                  <a:lnTo>
                    <a:pt x="757770" y="1452968"/>
                  </a:lnTo>
                  <a:close/>
                </a:path>
                <a:path w="883285" h="1492884">
                  <a:moveTo>
                    <a:pt x="757770" y="1386916"/>
                  </a:moveTo>
                  <a:lnTo>
                    <a:pt x="718388" y="1386916"/>
                  </a:lnTo>
                  <a:lnTo>
                    <a:pt x="718388" y="1426311"/>
                  </a:lnTo>
                  <a:lnTo>
                    <a:pt x="757770" y="1426311"/>
                  </a:lnTo>
                  <a:lnTo>
                    <a:pt x="757770" y="1386916"/>
                  </a:lnTo>
                  <a:close/>
                </a:path>
                <a:path w="883285" h="1492884">
                  <a:moveTo>
                    <a:pt x="757770" y="1320876"/>
                  </a:moveTo>
                  <a:lnTo>
                    <a:pt x="718388" y="1320876"/>
                  </a:lnTo>
                  <a:lnTo>
                    <a:pt x="718388" y="1360271"/>
                  </a:lnTo>
                  <a:lnTo>
                    <a:pt x="757770" y="1360271"/>
                  </a:lnTo>
                  <a:lnTo>
                    <a:pt x="757770" y="1320876"/>
                  </a:lnTo>
                  <a:close/>
                </a:path>
                <a:path w="883285" h="1492884">
                  <a:moveTo>
                    <a:pt x="757770" y="1122743"/>
                  </a:moveTo>
                  <a:lnTo>
                    <a:pt x="718388" y="1122743"/>
                  </a:lnTo>
                  <a:lnTo>
                    <a:pt x="718388" y="1162138"/>
                  </a:lnTo>
                  <a:lnTo>
                    <a:pt x="757770" y="1162138"/>
                  </a:lnTo>
                  <a:lnTo>
                    <a:pt x="757770" y="1122743"/>
                  </a:lnTo>
                  <a:close/>
                </a:path>
                <a:path w="883285" h="1492884">
                  <a:moveTo>
                    <a:pt x="757770" y="1056690"/>
                  </a:moveTo>
                  <a:lnTo>
                    <a:pt x="718388" y="1056690"/>
                  </a:lnTo>
                  <a:lnTo>
                    <a:pt x="718388" y="1096086"/>
                  </a:lnTo>
                  <a:lnTo>
                    <a:pt x="757770" y="1096086"/>
                  </a:lnTo>
                  <a:lnTo>
                    <a:pt x="757770" y="1056690"/>
                  </a:lnTo>
                  <a:close/>
                </a:path>
                <a:path w="883285" h="1492884">
                  <a:moveTo>
                    <a:pt x="757770" y="990650"/>
                  </a:moveTo>
                  <a:lnTo>
                    <a:pt x="718388" y="990650"/>
                  </a:lnTo>
                  <a:lnTo>
                    <a:pt x="718388" y="1030046"/>
                  </a:lnTo>
                  <a:lnTo>
                    <a:pt x="757770" y="1030046"/>
                  </a:lnTo>
                  <a:lnTo>
                    <a:pt x="757770" y="990650"/>
                  </a:lnTo>
                  <a:close/>
                </a:path>
                <a:path w="883285" h="1492884">
                  <a:moveTo>
                    <a:pt x="757770" y="924610"/>
                  </a:moveTo>
                  <a:lnTo>
                    <a:pt x="718388" y="924610"/>
                  </a:lnTo>
                  <a:lnTo>
                    <a:pt x="718388" y="964006"/>
                  </a:lnTo>
                  <a:lnTo>
                    <a:pt x="757770" y="964006"/>
                  </a:lnTo>
                  <a:lnTo>
                    <a:pt x="757770" y="924610"/>
                  </a:lnTo>
                  <a:close/>
                </a:path>
                <a:path w="883285" h="1492884">
                  <a:moveTo>
                    <a:pt x="757770" y="858570"/>
                  </a:moveTo>
                  <a:lnTo>
                    <a:pt x="718388" y="858570"/>
                  </a:lnTo>
                  <a:lnTo>
                    <a:pt x="718388" y="897953"/>
                  </a:lnTo>
                  <a:lnTo>
                    <a:pt x="757770" y="897953"/>
                  </a:lnTo>
                  <a:lnTo>
                    <a:pt x="757770" y="858570"/>
                  </a:lnTo>
                  <a:close/>
                </a:path>
                <a:path w="883285" h="1492884">
                  <a:moveTo>
                    <a:pt x="757770" y="792530"/>
                  </a:moveTo>
                  <a:lnTo>
                    <a:pt x="718388" y="792530"/>
                  </a:lnTo>
                  <a:lnTo>
                    <a:pt x="718388" y="831913"/>
                  </a:lnTo>
                  <a:lnTo>
                    <a:pt x="757770" y="831913"/>
                  </a:lnTo>
                  <a:lnTo>
                    <a:pt x="757770" y="792530"/>
                  </a:lnTo>
                  <a:close/>
                </a:path>
                <a:path w="883285" h="1492884">
                  <a:moveTo>
                    <a:pt x="757770" y="726478"/>
                  </a:moveTo>
                  <a:lnTo>
                    <a:pt x="718388" y="726478"/>
                  </a:lnTo>
                  <a:lnTo>
                    <a:pt x="718388" y="765860"/>
                  </a:lnTo>
                  <a:lnTo>
                    <a:pt x="757770" y="765860"/>
                  </a:lnTo>
                  <a:lnTo>
                    <a:pt x="757770" y="726478"/>
                  </a:lnTo>
                  <a:close/>
                </a:path>
                <a:path w="883285" h="1492884">
                  <a:moveTo>
                    <a:pt x="757770" y="528345"/>
                  </a:moveTo>
                  <a:lnTo>
                    <a:pt x="718388" y="528345"/>
                  </a:lnTo>
                  <a:lnTo>
                    <a:pt x="718388" y="567740"/>
                  </a:lnTo>
                  <a:lnTo>
                    <a:pt x="757770" y="567740"/>
                  </a:lnTo>
                  <a:lnTo>
                    <a:pt x="757770" y="528345"/>
                  </a:lnTo>
                  <a:close/>
                </a:path>
                <a:path w="883285" h="1492884">
                  <a:moveTo>
                    <a:pt x="757770" y="462305"/>
                  </a:moveTo>
                  <a:lnTo>
                    <a:pt x="718388" y="462305"/>
                  </a:lnTo>
                  <a:lnTo>
                    <a:pt x="718388" y="501700"/>
                  </a:lnTo>
                  <a:lnTo>
                    <a:pt x="757770" y="501700"/>
                  </a:lnTo>
                  <a:lnTo>
                    <a:pt x="757770" y="462305"/>
                  </a:lnTo>
                  <a:close/>
                </a:path>
                <a:path w="883285" h="1492884">
                  <a:moveTo>
                    <a:pt x="757770" y="396252"/>
                  </a:moveTo>
                  <a:lnTo>
                    <a:pt x="718388" y="396252"/>
                  </a:lnTo>
                  <a:lnTo>
                    <a:pt x="718388" y="435648"/>
                  </a:lnTo>
                  <a:lnTo>
                    <a:pt x="757770" y="435648"/>
                  </a:lnTo>
                  <a:lnTo>
                    <a:pt x="757770" y="396252"/>
                  </a:lnTo>
                  <a:close/>
                </a:path>
                <a:path w="883285" h="1492884">
                  <a:moveTo>
                    <a:pt x="820343" y="1386916"/>
                  </a:moveTo>
                  <a:lnTo>
                    <a:pt x="780948" y="1386916"/>
                  </a:lnTo>
                  <a:lnTo>
                    <a:pt x="780948" y="1426311"/>
                  </a:lnTo>
                  <a:lnTo>
                    <a:pt x="820343" y="1426311"/>
                  </a:lnTo>
                  <a:lnTo>
                    <a:pt x="820343" y="1386916"/>
                  </a:lnTo>
                  <a:close/>
                </a:path>
                <a:path w="883285" h="1492884">
                  <a:moveTo>
                    <a:pt x="820343" y="1320876"/>
                  </a:moveTo>
                  <a:lnTo>
                    <a:pt x="780948" y="1320876"/>
                  </a:lnTo>
                  <a:lnTo>
                    <a:pt x="780948" y="1360271"/>
                  </a:lnTo>
                  <a:lnTo>
                    <a:pt x="820343" y="1360271"/>
                  </a:lnTo>
                  <a:lnTo>
                    <a:pt x="820343" y="1320876"/>
                  </a:lnTo>
                  <a:close/>
                </a:path>
                <a:path w="883285" h="1492884">
                  <a:moveTo>
                    <a:pt x="820343" y="1122743"/>
                  </a:moveTo>
                  <a:lnTo>
                    <a:pt x="780948" y="1122743"/>
                  </a:lnTo>
                  <a:lnTo>
                    <a:pt x="780948" y="1162138"/>
                  </a:lnTo>
                  <a:lnTo>
                    <a:pt x="820343" y="1162138"/>
                  </a:lnTo>
                  <a:lnTo>
                    <a:pt x="820343" y="1122743"/>
                  </a:lnTo>
                  <a:close/>
                </a:path>
                <a:path w="883285" h="1492884">
                  <a:moveTo>
                    <a:pt x="820343" y="1056690"/>
                  </a:moveTo>
                  <a:lnTo>
                    <a:pt x="780948" y="1056690"/>
                  </a:lnTo>
                  <a:lnTo>
                    <a:pt x="780948" y="1096086"/>
                  </a:lnTo>
                  <a:lnTo>
                    <a:pt x="820343" y="1096086"/>
                  </a:lnTo>
                  <a:lnTo>
                    <a:pt x="820343" y="1056690"/>
                  </a:lnTo>
                  <a:close/>
                </a:path>
                <a:path w="883285" h="1492884">
                  <a:moveTo>
                    <a:pt x="820343" y="990650"/>
                  </a:moveTo>
                  <a:lnTo>
                    <a:pt x="780948" y="990650"/>
                  </a:lnTo>
                  <a:lnTo>
                    <a:pt x="780948" y="1030046"/>
                  </a:lnTo>
                  <a:lnTo>
                    <a:pt x="820343" y="1030046"/>
                  </a:lnTo>
                  <a:lnTo>
                    <a:pt x="820343" y="990650"/>
                  </a:lnTo>
                  <a:close/>
                </a:path>
                <a:path w="883285" h="1492884">
                  <a:moveTo>
                    <a:pt x="820343" y="924610"/>
                  </a:moveTo>
                  <a:lnTo>
                    <a:pt x="780948" y="924610"/>
                  </a:lnTo>
                  <a:lnTo>
                    <a:pt x="780948" y="964006"/>
                  </a:lnTo>
                  <a:lnTo>
                    <a:pt x="820343" y="964006"/>
                  </a:lnTo>
                  <a:lnTo>
                    <a:pt x="820343" y="924610"/>
                  </a:lnTo>
                  <a:close/>
                </a:path>
                <a:path w="883285" h="1492884">
                  <a:moveTo>
                    <a:pt x="820343" y="858570"/>
                  </a:moveTo>
                  <a:lnTo>
                    <a:pt x="780948" y="858570"/>
                  </a:lnTo>
                  <a:lnTo>
                    <a:pt x="780948" y="897953"/>
                  </a:lnTo>
                  <a:lnTo>
                    <a:pt x="820343" y="897953"/>
                  </a:lnTo>
                  <a:lnTo>
                    <a:pt x="820343" y="858570"/>
                  </a:lnTo>
                  <a:close/>
                </a:path>
                <a:path w="883285" h="1492884">
                  <a:moveTo>
                    <a:pt x="820343" y="792530"/>
                  </a:moveTo>
                  <a:lnTo>
                    <a:pt x="780948" y="792530"/>
                  </a:lnTo>
                  <a:lnTo>
                    <a:pt x="780948" y="831913"/>
                  </a:lnTo>
                  <a:lnTo>
                    <a:pt x="820343" y="831913"/>
                  </a:lnTo>
                  <a:lnTo>
                    <a:pt x="820343" y="792530"/>
                  </a:lnTo>
                  <a:close/>
                </a:path>
                <a:path w="883285" h="1492884">
                  <a:moveTo>
                    <a:pt x="820343" y="726478"/>
                  </a:moveTo>
                  <a:lnTo>
                    <a:pt x="780948" y="726478"/>
                  </a:lnTo>
                  <a:lnTo>
                    <a:pt x="780948" y="765860"/>
                  </a:lnTo>
                  <a:lnTo>
                    <a:pt x="820343" y="765860"/>
                  </a:lnTo>
                  <a:lnTo>
                    <a:pt x="820343" y="726478"/>
                  </a:lnTo>
                  <a:close/>
                </a:path>
                <a:path w="883285" h="1492884">
                  <a:moveTo>
                    <a:pt x="820343" y="660438"/>
                  </a:moveTo>
                  <a:lnTo>
                    <a:pt x="780948" y="660438"/>
                  </a:lnTo>
                  <a:lnTo>
                    <a:pt x="780948" y="699820"/>
                  </a:lnTo>
                  <a:lnTo>
                    <a:pt x="820343" y="699820"/>
                  </a:lnTo>
                  <a:lnTo>
                    <a:pt x="820343" y="660438"/>
                  </a:lnTo>
                  <a:close/>
                </a:path>
                <a:path w="883285" h="1492884">
                  <a:moveTo>
                    <a:pt x="820343" y="594385"/>
                  </a:moveTo>
                  <a:lnTo>
                    <a:pt x="780948" y="594385"/>
                  </a:lnTo>
                  <a:lnTo>
                    <a:pt x="780948" y="633780"/>
                  </a:lnTo>
                  <a:lnTo>
                    <a:pt x="820343" y="633780"/>
                  </a:lnTo>
                  <a:lnTo>
                    <a:pt x="820343" y="594385"/>
                  </a:lnTo>
                  <a:close/>
                </a:path>
                <a:path w="883285" h="1492884">
                  <a:moveTo>
                    <a:pt x="820343" y="528345"/>
                  </a:moveTo>
                  <a:lnTo>
                    <a:pt x="780948" y="528345"/>
                  </a:lnTo>
                  <a:lnTo>
                    <a:pt x="780948" y="567740"/>
                  </a:lnTo>
                  <a:lnTo>
                    <a:pt x="820343" y="567740"/>
                  </a:lnTo>
                  <a:lnTo>
                    <a:pt x="820343" y="528345"/>
                  </a:lnTo>
                  <a:close/>
                </a:path>
                <a:path w="883285" h="1492884">
                  <a:moveTo>
                    <a:pt x="820343" y="462305"/>
                  </a:moveTo>
                  <a:lnTo>
                    <a:pt x="780948" y="462305"/>
                  </a:lnTo>
                  <a:lnTo>
                    <a:pt x="780948" y="501700"/>
                  </a:lnTo>
                  <a:lnTo>
                    <a:pt x="820343" y="501700"/>
                  </a:lnTo>
                  <a:lnTo>
                    <a:pt x="820343" y="462305"/>
                  </a:lnTo>
                  <a:close/>
                </a:path>
                <a:path w="883285" h="1492884">
                  <a:moveTo>
                    <a:pt x="820343" y="396252"/>
                  </a:moveTo>
                  <a:lnTo>
                    <a:pt x="780948" y="396252"/>
                  </a:lnTo>
                  <a:lnTo>
                    <a:pt x="780948" y="435648"/>
                  </a:lnTo>
                  <a:lnTo>
                    <a:pt x="820343" y="435648"/>
                  </a:lnTo>
                  <a:lnTo>
                    <a:pt x="820343" y="396252"/>
                  </a:lnTo>
                  <a:close/>
                </a:path>
                <a:path w="883285" h="1492884">
                  <a:moveTo>
                    <a:pt x="882916" y="1056690"/>
                  </a:moveTo>
                  <a:lnTo>
                    <a:pt x="843521" y="1056690"/>
                  </a:lnTo>
                  <a:lnTo>
                    <a:pt x="843521" y="1096086"/>
                  </a:lnTo>
                  <a:lnTo>
                    <a:pt x="882916" y="1096086"/>
                  </a:lnTo>
                  <a:lnTo>
                    <a:pt x="882916" y="1056690"/>
                  </a:lnTo>
                  <a:close/>
                </a:path>
                <a:path w="883285" h="1492884">
                  <a:moveTo>
                    <a:pt x="882916" y="990650"/>
                  </a:moveTo>
                  <a:lnTo>
                    <a:pt x="843521" y="990650"/>
                  </a:lnTo>
                  <a:lnTo>
                    <a:pt x="843521" y="1030046"/>
                  </a:lnTo>
                  <a:lnTo>
                    <a:pt x="882916" y="1030046"/>
                  </a:lnTo>
                  <a:lnTo>
                    <a:pt x="882916" y="99065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257738" y="5288946"/>
              <a:ext cx="3628390" cy="1248410"/>
            </a:xfrm>
            <a:custGeom>
              <a:avLst/>
              <a:gdLst/>
              <a:ahLst/>
              <a:cxnLst/>
              <a:rect l="l" t="t" r="r" b="b"/>
              <a:pathLst>
                <a:path w="3628390" h="1248409">
                  <a:moveTo>
                    <a:pt x="39408" y="746188"/>
                  </a:moveTo>
                  <a:lnTo>
                    <a:pt x="0" y="746188"/>
                  </a:lnTo>
                  <a:lnTo>
                    <a:pt x="0" y="785571"/>
                  </a:lnTo>
                  <a:lnTo>
                    <a:pt x="39408" y="785571"/>
                  </a:lnTo>
                  <a:lnTo>
                    <a:pt x="39408" y="746188"/>
                  </a:lnTo>
                  <a:close/>
                </a:path>
                <a:path w="3628390" h="1248409">
                  <a:moveTo>
                    <a:pt x="39408" y="694753"/>
                  </a:moveTo>
                  <a:lnTo>
                    <a:pt x="0" y="694753"/>
                  </a:lnTo>
                  <a:lnTo>
                    <a:pt x="0" y="719531"/>
                  </a:lnTo>
                  <a:lnTo>
                    <a:pt x="39408" y="719531"/>
                  </a:lnTo>
                  <a:lnTo>
                    <a:pt x="39408" y="694753"/>
                  </a:lnTo>
                  <a:close/>
                </a:path>
                <a:path w="3628390" h="1248409">
                  <a:moveTo>
                    <a:pt x="39408" y="614095"/>
                  </a:moveTo>
                  <a:lnTo>
                    <a:pt x="0" y="614095"/>
                  </a:lnTo>
                  <a:lnTo>
                    <a:pt x="0" y="640435"/>
                  </a:lnTo>
                  <a:lnTo>
                    <a:pt x="39408" y="640435"/>
                  </a:lnTo>
                  <a:lnTo>
                    <a:pt x="39408" y="614095"/>
                  </a:lnTo>
                  <a:close/>
                </a:path>
                <a:path w="3628390" h="1248409">
                  <a:moveTo>
                    <a:pt x="39408" y="548055"/>
                  </a:moveTo>
                  <a:lnTo>
                    <a:pt x="0" y="548055"/>
                  </a:lnTo>
                  <a:lnTo>
                    <a:pt x="0" y="587451"/>
                  </a:lnTo>
                  <a:lnTo>
                    <a:pt x="39408" y="587451"/>
                  </a:lnTo>
                  <a:lnTo>
                    <a:pt x="39408" y="548055"/>
                  </a:lnTo>
                  <a:close/>
                </a:path>
                <a:path w="3628390" h="1248409">
                  <a:moveTo>
                    <a:pt x="39408" y="482015"/>
                  </a:moveTo>
                  <a:lnTo>
                    <a:pt x="0" y="482015"/>
                  </a:lnTo>
                  <a:lnTo>
                    <a:pt x="0" y="521411"/>
                  </a:lnTo>
                  <a:lnTo>
                    <a:pt x="39408" y="521411"/>
                  </a:lnTo>
                  <a:lnTo>
                    <a:pt x="39408" y="482015"/>
                  </a:lnTo>
                  <a:close/>
                </a:path>
                <a:path w="3628390" h="1248409">
                  <a:moveTo>
                    <a:pt x="39408" y="415963"/>
                  </a:moveTo>
                  <a:lnTo>
                    <a:pt x="0" y="415963"/>
                  </a:lnTo>
                  <a:lnTo>
                    <a:pt x="0" y="455358"/>
                  </a:lnTo>
                  <a:lnTo>
                    <a:pt x="39408" y="455358"/>
                  </a:lnTo>
                  <a:lnTo>
                    <a:pt x="39408" y="415963"/>
                  </a:lnTo>
                  <a:close/>
                </a:path>
                <a:path w="3628390" h="1248409">
                  <a:moveTo>
                    <a:pt x="39408" y="349923"/>
                  </a:moveTo>
                  <a:lnTo>
                    <a:pt x="0" y="349923"/>
                  </a:lnTo>
                  <a:lnTo>
                    <a:pt x="0" y="389318"/>
                  </a:lnTo>
                  <a:lnTo>
                    <a:pt x="39408" y="389318"/>
                  </a:lnTo>
                  <a:lnTo>
                    <a:pt x="39408" y="349923"/>
                  </a:lnTo>
                  <a:close/>
                </a:path>
                <a:path w="3628390" h="1248409">
                  <a:moveTo>
                    <a:pt x="39408" y="283870"/>
                  </a:moveTo>
                  <a:lnTo>
                    <a:pt x="0" y="283870"/>
                  </a:lnTo>
                  <a:lnTo>
                    <a:pt x="0" y="323265"/>
                  </a:lnTo>
                  <a:lnTo>
                    <a:pt x="39408" y="323265"/>
                  </a:lnTo>
                  <a:lnTo>
                    <a:pt x="39408" y="283870"/>
                  </a:lnTo>
                  <a:close/>
                </a:path>
                <a:path w="3628390" h="1248409">
                  <a:moveTo>
                    <a:pt x="39408" y="217830"/>
                  </a:moveTo>
                  <a:lnTo>
                    <a:pt x="0" y="217830"/>
                  </a:lnTo>
                  <a:lnTo>
                    <a:pt x="0" y="257225"/>
                  </a:lnTo>
                  <a:lnTo>
                    <a:pt x="39408" y="257225"/>
                  </a:lnTo>
                  <a:lnTo>
                    <a:pt x="39408" y="217830"/>
                  </a:lnTo>
                  <a:close/>
                </a:path>
                <a:path w="3628390" h="1248409">
                  <a:moveTo>
                    <a:pt x="39408" y="151777"/>
                  </a:moveTo>
                  <a:lnTo>
                    <a:pt x="0" y="151777"/>
                  </a:lnTo>
                  <a:lnTo>
                    <a:pt x="0" y="191173"/>
                  </a:lnTo>
                  <a:lnTo>
                    <a:pt x="39408" y="191173"/>
                  </a:lnTo>
                  <a:lnTo>
                    <a:pt x="39408" y="151777"/>
                  </a:lnTo>
                  <a:close/>
                </a:path>
                <a:path w="3628390" h="1248409">
                  <a:moveTo>
                    <a:pt x="39408" y="85737"/>
                  </a:moveTo>
                  <a:lnTo>
                    <a:pt x="0" y="85737"/>
                  </a:lnTo>
                  <a:lnTo>
                    <a:pt x="0" y="125133"/>
                  </a:lnTo>
                  <a:lnTo>
                    <a:pt x="39408" y="125133"/>
                  </a:lnTo>
                  <a:lnTo>
                    <a:pt x="39408" y="85737"/>
                  </a:lnTo>
                  <a:close/>
                </a:path>
                <a:path w="3628390" h="1248409">
                  <a:moveTo>
                    <a:pt x="39408" y="19710"/>
                  </a:moveTo>
                  <a:lnTo>
                    <a:pt x="0" y="19710"/>
                  </a:lnTo>
                  <a:lnTo>
                    <a:pt x="0" y="59093"/>
                  </a:lnTo>
                  <a:lnTo>
                    <a:pt x="39408" y="59093"/>
                  </a:lnTo>
                  <a:lnTo>
                    <a:pt x="39408" y="19710"/>
                  </a:lnTo>
                  <a:close/>
                </a:path>
                <a:path w="3628390" h="1248409">
                  <a:moveTo>
                    <a:pt x="101981" y="812241"/>
                  </a:moveTo>
                  <a:lnTo>
                    <a:pt x="62572" y="812241"/>
                  </a:lnTo>
                  <a:lnTo>
                    <a:pt x="62572" y="851623"/>
                  </a:lnTo>
                  <a:lnTo>
                    <a:pt x="101981" y="851623"/>
                  </a:lnTo>
                  <a:lnTo>
                    <a:pt x="101981" y="812241"/>
                  </a:lnTo>
                  <a:close/>
                </a:path>
                <a:path w="3628390" h="1248409">
                  <a:moveTo>
                    <a:pt x="101981" y="746188"/>
                  </a:moveTo>
                  <a:lnTo>
                    <a:pt x="62572" y="746188"/>
                  </a:lnTo>
                  <a:lnTo>
                    <a:pt x="62572" y="785571"/>
                  </a:lnTo>
                  <a:lnTo>
                    <a:pt x="101981" y="785571"/>
                  </a:lnTo>
                  <a:lnTo>
                    <a:pt x="101981" y="746188"/>
                  </a:lnTo>
                  <a:close/>
                </a:path>
                <a:path w="3628390" h="1248409">
                  <a:moveTo>
                    <a:pt x="101981" y="694753"/>
                  </a:moveTo>
                  <a:lnTo>
                    <a:pt x="62572" y="694753"/>
                  </a:lnTo>
                  <a:lnTo>
                    <a:pt x="62572" y="719531"/>
                  </a:lnTo>
                  <a:lnTo>
                    <a:pt x="101981" y="719531"/>
                  </a:lnTo>
                  <a:lnTo>
                    <a:pt x="101981" y="694753"/>
                  </a:lnTo>
                  <a:close/>
                </a:path>
                <a:path w="3628390" h="1248409">
                  <a:moveTo>
                    <a:pt x="101981" y="614095"/>
                  </a:moveTo>
                  <a:lnTo>
                    <a:pt x="62572" y="614095"/>
                  </a:lnTo>
                  <a:lnTo>
                    <a:pt x="62572" y="640435"/>
                  </a:lnTo>
                  <a:lnTo>
                    <a:pt x="101981" y="640435"/>
                  </a:lnTo>
                  <a:lnTo>
                    <a:pt x="101981" y="614095"/>
                  </a:lnTo>
                  <a:close/>
                </a:path>
                <a:path w="3628390" h="1248409">
                  <a:moveTo>
                    <a:pt x="101981" y="548055"/>
                  </a:moveTo>
                  <a:lnTo>
                    <a:pt x="62572" y="548055"/>
                  </a:lnTo>
                  <a:lnTo>
                    <a:pt x="62572" y="587451"/>
                  </a:lnTo>
                  <a:lnTo>
                    <a:pt x="101981" y="587451"/>
                  </a:lnTo>
                  <a:lnTo>
                    <a:pt x="101981" y="548055"/>
                  </a:lnTo>
                  <a:close/>
                </a:path>
                <a:path w="3628390" h="1248409">
                  <a:moveTo>
                    <a:pt x="101981" y="482015"/>
                  </a:moveTo>
                  <a:lnTo>
                    <a:pt x="62572" y="482015"/>
                  </a:lnTo>
                  <a:lnTo>
                    <a:pt x="62572" y="521411"/>
                  </a:lnTo>
                  <a:lnTo>
                    <a:pt x="101981" y="521411"/>
                  </a:lnTo>
                  <a:lnTo>
                    <a:pt x="101981" y="482015"/>
                  </a:lnTo>
                  <a:close/>
                </a:path>
                <a:path w="3628390" h="1248409">
                  <a:moveTo>
                    <a:pt x="101981" y="415963"/>
                  </a:moveTo>
                  <a:lnTo>
                    <a:pt x="62572" y="415963"/>
                  </a:lnTo>
                  <a:lnTo>
                    <a:pt x="62572" y="455358"/>
                  </a:lnTo>
                  <a:lnTo>
                    <a:pt x="101981" y="455358"/>
                  </a:lnTo>
                  <a:lnTo>
                    <a:pt x="101981" y="415963"/>
                  </a:lnTo>
                  <a:close/>
                </a:path>
                <a:path w="3628390" h="1248409">
                  <a:moveTo>
                    <a:pt x="101981" y="349923"/>
                  </a:moveTo>
                  <a:lnTo>
                    <a:pt x="62572" y="349923"/>
                  </a:lnTo>
                  <a:lnTo>
                    <a:pt x="62572" y="389318"/>
                  </a:lnTo>
                  <a:lnTo>
                    <a:pt x="101981" y="389318"/>
                  </a:lnTo>
                  <a:lnTo>
                    <a:pt x="101981" y="349923"/>
                  </a:lnTo>
                  <a:close/>
                </a:path>
                <a:path w="3628390" h="1248409">
                  <a:moveTo>
                    <a:pt x="101981" y="283870"/>
                  </a:moveTo>
                  <a:lnTo>
                    <a:pt x="62572" y="283870"/>
                  </a:lnTo>
                  <a:lnTo>
                    <a:pt x="62572" y="323265"/>
                  </a:lnTo>
                  <a:lnTo>
                    <a:pt x="101981" y="323265"/>
                  </a:lnTo>
                  <a:lnTo>
                    <a:pt x="101981" y="283870"/>
                  </a:lnTo>
                  <a:close/>
                </a:path>
                <a:path w="3628390" h="1248409">
                  <a:moveTo>
                    <a:pt x="101981" y="217830"/>
                  </a:moveTo>
                  <a:lnTo>
                    <a:pt x="62572" y="217830"/>
                  </a:lnTo>
                  <a:lnTo>
                    <a:pt x="62572" y="257225"/>
                  </a:lnTo>
                  <a:lnTo>
                    <a:pt x="101981" y="257225"/>
                  </a:lnTo>
                  <a:lnTo>
                    <a:pt x="101981" y="217830"/>
                  </a:lnTo>
                  <a:close/>
                </a:path>
                <a:path w="3628390" h="1248409">
                  <a:moveTo>
                    <a:pt x="101981" y="151777"/>
                  </a:moveTo>
                  <a:lnTo>
                    <a:pt x="62572" y="151777"/>
                  </a:lnTo>
                  <a:lnTo>
                    <a:pt x="62572" y="191173"/>
                  </a:lnTo>
                  <a:lnTo>
                    <a:pt x="101981" y="191173"/>
                  </a:lnTo>
                  <a:lnTo>
                    <a:pt x="101981" y="151777"/>
                  </a:lnTo>
                  <a:close/>
                </a:path>
                <a:path w="3628390" h="1248409">
                  <a:moveTo>
                    <a:pt x="101981" y="85737"/>
                  </a:moveTo>
                  <a:lnTo>
                    <a:pt x="62572" y="85737"/>
                  </a:lnTo>
                  <a:lnTo>
                    <a:pt x="62572" y="125133"/>
                  </a:lnTo>
                  <a:lnTo>
                    <a:pt x="101981" y="125133"/>
                  </a:lnTo>
                  <a:lnTo>
                    <a:pt x="101981" y="85737"/>
                  </a:lnTo>
                  <a:close/>
                </a:path>
                <a:path w="3628390" h="1248409">
                  <a:moveTo>
                    <a:pt x="101981" y="19710"/>
                  </a:moveTo>
                  <a:lnTo>
                    <a:pt x="62572" y="19710"/>
                  </a:lnTo>
                  <a:lnTo>
                    <a:pt x="62572" y="59093"/>
                  </a:lnTo>
                  <a:lnTo>
                    <a:pt x="101981" y="59093"/>
                  </a:lnTo>
                  <a:lnTo>
                    <a:pt x="101981" y="19710"/>
                  </a:lnTo>
                  <a:close/>
                </a:path>
                <a:path w="3628390" h="1248409">
                  <a:moveTo>
                    <a:pt x="164541" y="944321"/>
                  </a:moveTo>
                  <a:lnTo>
                    <a:pt x="125145" y="944321"/>
                  </a:lnTo>
                  <a:lnTo>
                    <a:pt x="125145" y="983716"/>
                  </a:lnTo>
                  <a:lnTo>
                    <a:pt x="164541" y="983716"/>
                  </a:lnTo>
                  <a:lnTo>
                    <a:pt x="164541" y="944321"/>
                  </a:lnTo>
                  <a:close/>
                </a:path>
                <a:path w="3628390" h="1248409">
                  <a:moveTo>
                    <a:pt x="164541" y="878281"/>
                  </a:moveTo>
                  <a:lnTo>
                    <a:pt x="125145" y="878281"/>
                  </a:lnTo>
                  <a:lnTo>
                    <a:pt x="125145" y="917663"/>
                  </a:lnTo>
                  <a:lnTo>
                    <a:pt x="164541" y="917663"/>
                  </a:lnTo>
                  <a:lnTo>
                    <a:pt x="164541" y="878281"/>
                  </a:lnTo>
                  <a:close/>
                </a:path>
                <a:path w="3628390" h="1248409">
                  <a:moveTo>
                    <a:pt x="164541" y="812241"/>
                  </a:moveTo>
                  <a:lnTo>
                    <a:pt x="125145" y="812241"/>
                  </a:lnTo>
                  <a:lnTo>
                    <a:pt x="125145" y="851623"/>
                  </a:lnTo>
                  <a:lnTo>
                    <a:pt x="164541" y="851623"/>
                  </a:lnTo>
                  <a:lnTo>
                    <a:pt x="164541" y="812241"/>
                  </a:lnTo>
                  <a:close/>
                </a:path>
                <a:path w="3628390" h="1248409">
                  <a:moveTo>
                    <a:pt x="164541" y="746188"/>
                  </a:moveTo>
                  <a:lnTo>
                    <a:pt x="125145" y="746188"/>
                  </a:lnTo>
                  <a:lnTo>
                    <a:pt x="125145" y="785571"/>
                  </a:lnTo>
                  <a:lnTo>
                    <a:pt x="164541" y="785571"/>
                  </a:lnTo>
                  <a:lnTo>
                    <a:pt x="164541" y="746188"/>
                  </a:lnTo>
                  <a:close/>
                </a:path>
                <a:path w="3628390" h="1248409">
                  <a:moveTo>
                    <a:pt x="164541" y="694753"/>
                  </a:moveTo>
                  <a:lnTo>
                    <a:pt x="125145" y="694753"/>
                  </a:lnTo>
                  <a:lnTo>
                    <a:pt x="125145" y="719531"/>
                  </a:lnTo>
                  <a:lnTo>
                    <a:pt x="164541" y="719531"/>
                  </a:lnTo>
                  <a:lnTo>
                    <a:pt x="164541" y="694753"/>
                  </a:lnTo>
                  <a:close/>
                </a:path>
                <a:path w="3628390" h="1248409">
                  <a:moveTo>
                    <a:pt x="164541" y="614095"/>
                  </a:moveTo>
                  <a:lnTo>
                    <a:pt x="125145" y="614095"/>
                  </a:lnTo>
                  <a:lnTo>
                    <a:pt x="125145" y="640435"/>
                  </a:lnTo>
                  <a:lnTo>
                    <a:pt x="164541" y="640435"/>
                  </a:lnTo>
                  <a:lnTo>
                    <a:pt x="164541" y="614095"/>
                  </a:lnTo>
                  <a:close/>
                </a:path>
                <a:path w="3628390" h="1248409">
                  <a:moveTo>
                    <a:pt x="164541" y="548055"/>
                  </a:moveTo>
                  <a:lnTo>
                    <a:pt x="125145" y="548055"/>
                  </a:lnTo>
                  <a:lnTo>
                    <a:pt x="125145" y="587451"/>
                  </a:lnTo>
                  <a:lnTo>
                    <a:pt x="164541" y="587451"/>
                  </a:lnTo>
                  <a:lnTo>
                    <a:pt x="164541" y="548055"/>
                  </a:lnTo>
                  <a:close/>
                </a:path>
                <a:path w="3628390" h="1248409">
                  <a:moveTo>
                    <a:pt x="164541" y="482015"/>
                  </a:moveTo>
                  <a:lnTo>
                    <a:pt x="125145" y="482015"/>
                  </a:lnTo>
                  <a:lnTo>
                    <a:pt x="125145" y="521411"/>
                  </a:lnTo>
                  <a:lnTo>
                    <a:pt x="164541" y="521411"/>
                  </a:lnTo>
                  <a:lnTo>
                    <a:pt x="164541" y="482015"/>
                  </a:lnTo>
                  <a:close/>
                </a:path>
                <a:path w="3628390" h="1248409">
                  <a:moveTo>
                    <a:pt x="164541" y="415963"/>
                  </a:moveTo>
                  <a:lnTo>
                    <a:pt x="125145" y="415963"/>
                  </a:lnTo>
                  <a:lnTo>
                    <a:pt x="125145" y="455358"/>
                  </a:lnTo>
                  <a:lnTo>
                    <a:pt x="164541" y="455358"/>
                  </a:lnTo>
                  <a:lnTo>
                    <a:pt x="164541" y="415963"/>
                  </a:lnTo>
                  <a:close/>
                </a:path>
                <a:path w="3628390" h="1248409">
                  <a:moveTo>
                    <a:pt x="164541" y="349923"/>
                  </a:moveTo>
                  <a:lnTo>
                    <a:pt x="125145" y="349923"/>
                  </a:lnTo>
                  <a:lnTo>
                    <a:pt x="125145" y="389318"/>
                  </a:lnTo>
                  <a:lnTo>
                    <a:pt x="164541" y="389318"/>
                  </a:lnTo>
                  <a:lnTo>
                    <a:pt x="164541" y="349923"/>
                  </a:lnTo>
                  <a:close/>
                </a:path>
                <a:path w="3628390" h="1248409">
                  <a:moveTo>
                    <a:pt x="164541" y="283870"/>
                  </a:moveTo>
                  <a:lnTo>
                    <a:pt x="125145" y="283870"/>
                  </a:lnTo>
                  <a:lnTo>
                    <a:pt x="125145" y="323265"/>
                  </a:lnTo>
                  <a:lnTo>
                    <a:pt x="164541" y="323265"/>
                  </a:lnTo>
                  <a:lnTo>
                    <a:pt x="164541" y="283870"/>
                  </a:lnTo>
                  <a:close/>
                </a:path>
                <a:path w="3628390" h="1248409">
                  <a:moveTo>
                    <a:pt x="164541" y="217830"/>
                  </a:moveTo>
                  <a:lnTo>
                    <a:pt x="125145" y="217830"/>
                  </a:lnTo>
                  <a:lnTo>
                    <a:pt x="125145" y="257225"/>
                  </a:lnTo>
                  <a:lnTo>
                    <a:pt x="164541" y="257225"/>
                  </a:lnTo>
                  <a:lnTo>
                    <a:pt x="164541" y="217830"/>
                  </a:lnTo>
                  <a:close/>
                </a:path>
                <a:path w="3628390" h="1248409">
                  <a:moveTo>
                    <a:pt x="164541" y="151777"/>
                  </a:moveTo>
                  <a:lnTo>
                    <a:pt x="125145" y="151777"/>
                  </a:lnTo>
                  <a:lnTo>
                    <a:pt x="125145" y="191173"/>
                  </a:lnTo>
                  <a:lnTo>
                    <a:pt x="164541" y="191173"/>
                  </a:lnTo>
                  <a:lnTo>
                    <a:pt x="164541" y="151777"/>
                  </a:lnTo>
                  <a:close/>
                </a:path>
                <a:path w="3628390" h="1248409">
                  <a:moveTo>
                    <a:pt x="164541" y="85737"/>
                  </a:moveTo>
                  <a:lnTo>
                    <a:pt x="125145" y="85737"/>
                  </a:lnTo>
                  <a:lnTo>
                    <a:pt x="125145" y="125133"/>
                  </a:lnTo>
                  <a:lnTo>
                    <a:pt x="164541" y="125133"/>
                  </a:lnTo>
                  <a:lnTo>
                    <a:pt x="164541" y="85737"/>
                  </a:lnTo>
                  <a:close/>
                </a:path>
                <a:path w="3628390" h="1248409">
                  <a:moveTo>
                    <a:pt x="164541" y="19710"/>
                  </a:moveTo>
                  <a:lnTo>
                    <a:pt x="125145" y="19710"/>
                  </a:lnTo>
                  <a:lnTo>
                    <a:pt x="125145" y="59093"/>
                  </a:lnTo>
                  <a:lnTo>
                    <a:pt x="164541" y="59093"/>
                  </a:lnTo>
                  <a:lnTo>
                    <a:pt x="164541" y="19710"/>
                  </a:lnTo>
                  <a:close/>
                </a:path>
                <a:path w="3628390" h="1248409">
                  <a:moveTo>
                    <a:pt x="227114" y="1208493"/>
                  </a:moveTo>
                  <a:lnTo>
                    <a:pt x="187706" y="1208493"/>
                  </a:lnTo>
                  <a:lnTo>
                    <a:pt x="187706" y="1247889"/>
                  </a:lnTo>
                  <a:lnTo>
                    <a:pt x="227114" y="1247889"/>
                  </a:lnTo>
                  <a:lnTo>
                    <a:pt x="227114" y="1208493"/>
                  </a:lnTo>
                  <a:close/>
                </a:path>
                <a:path w="3628390" h="1248409">
                  <a:moveTo>
                    <a:pt x="227114" y="1142453"/>
                  </a:moveTo>
                  <a:lnTo>
                    <a:pt x="187706" y="1142453"/>
                  </a:lnTo>
                  <a:lnTo>
                    <a:pt x="187706" y="1181849"/>
                  </a:lnTo>
                  <a:lnTo>
                    <a:pt x="227114" y="1181849"/>
                  </a:lnTo>
                  <a:lnTo>
                    <a:pt x="227114" y="1142453"/>
                  </a:lnTo>
                  <a:close/>
                </a:path>
                <a:path w="3628390" h="1248409">
                  <a:moveTo>
                    <a:pt x="227114" y="1076401"/>
                  </a:moveTo>
                  <a:lnTo>
                    <a:pt x="187706" y="1076401"/>
                  </a:lnTo>
                  <a:lnTo>
                    <a:pt x="187706" y="1115796"/>
                  </a:lnTo>
                  <a:lnTo>
                    <a:pt x="227114" y="1115796"/>
                  </a:lnTo>
                  <a:lnTo>
                    <a:pt x="227114" y="1076401"/>
                  </a:lnTo>
                  <a:close/>
                </a:path>
                <a:path w="3628390" h="1248409">
                  <a:moveTo>
                    <a:pt x="227114" y="1010361"/>
                  </a:moveTo>
                  <a:lnTo>
                    <a:pt x="187706" y="1010361"/>
                  </a:lnTo>
                  <a:lnTo>
                    <a:pt x="187706" y="1049756"/>
                  </a:lnTo>
                  <a:lnTo>
                    <a:pt x="227114" y="1049756"/>
                  </a:lnTo>
                  <a:lnTo>
                    <a:pt x="227114" y="1010361"/>
                  </a:lnTo>
                  <a:close/>
                </a:path>
                <a:path w="3628390" h="1248409">
                  <a:moveTo>
                    <a:pt x="227114" y="944321"/>
                  </a:moveTo>
                  <a:lnTo>
                    <a:pt x="187706" y="944321"/>
                  </a:lnTo>
                  <a:lnTo>
                    <a:pt x="187706" y="983716"/>
                  </a:lnTo>
                  <a:lnTo>
                    <a:pt x="227114" y="983716"/>
                  </a:lnTo>
                  <a:lnTo>
                    <a:pt x="227114" y="944321"/>
                  </a:lnTo>
                  <a:close/>
                </a:path>
                <a:path w="3628390" h="1248409">
                  <a:moveTo>
                    <a:pt x="227114" y="878281"/>
                  </a:moveTo>
                  <a:lnTo>
                    <a:pt x="187706" y="878281"/>
                  </a:lnTo>
                  <a:lnTo>
                    <a:pt x="187706" y="917663"/>
                  </a:lnTo>
                  <a:lnTo>
                    <a:pt x="227114" y="917663"/>
                  </a:lnTo>
                  <a:lnTo>
                    <a:pt x="227114" y="878281"/>
                  </a:lnTo>
                  <a:close/>
                </a:path>
                <a:path w="3628390" h="1248409">
                  <a:moveTo>
                    <a:pt x="227114" y="812241"/>
                  </a:moveTo>
                  <a:lnTo>
                    <a:pt x="187706" y="812241"/>
                  </a:lnTo>
                  <a:lnTo>
                    <a:pt x="187706" y="851623"/>
                  </a:lnTo>
                  <a:lnTo>
                    <a:pt x="227114" y="851623"/>
                  </a:lnTo>
                  <a:lnTo>
                    <a:pt x="227114" y="812241"/>
                  </a:lnTo>
                  <a:close/>
                </a:path>
                <a:path w="3628390" h="1248409">
                  <a:moveTo>
                    <a:pt x="227114" y="746188"/>
                  </a:moveTo>
                  <a:lnTo>
                    <a:pt x="187706" y="746188"/>
                  </a:lnTo>
                  <a:lnTo>
                    <a:pt x="187706" y="785571"/>
                  </a:lnTo>
                  <a:lnTo>
                    <a:pt x="227114" y="785571"/>
                  </a:lnTo>
                  <a:lnTo>
                    <a:pt x="227114" y="746188"/>
                  </a:lnTo>
                  <a:close/>
                </a:path>
                <a:path w="3628390" h="1248409">
                  <a:moveTo>
                    <a:pt x="227114" y="694753"/>
                  </a:moveTo>
                  <a:lnTo>
                    <a:pt x="187706" y="694753"/>
                  </a:lnTo>
                  <a:lnTo>
                    <a:pt x="187706" y="719531"/>
                  </a:lnTo>
                  <a:lnTo>
                    <a:pt x="227114" y="719531"/>
                  </a:lnTo>
                  <a:lnTo>
                    <a:pt x="227114" y="694753"/>
                  </a:lnTo>
                  <a:close/>
                </a:path>
                <a:path w="3628390" h="1248409">
                  <a:moveTo>
                    <a:pt x="227114" y="614095"/>
                  </a:moveTo>
                  <a:lnTo>
                    <a:pt x="187706" y="614095"/>
                  </a:lnTo>
                  <a:lnTo>
                    <a:pt x="187706" y="640435"/>
                  </a:lnTo>
                  <a:lnTo>
                    <a:pt x="227114" y="640435"/>
                  </a:lnTo>
                  <a:lnTo>
                    <a:pt x="227114" y="614095"/>
                  </a:lnTo>
                  <a:close/>
                </a:path>
                <a:path w="3628390" h="1248409">
                  <a:moveTo>
                    <a:pt x="227114" y="548055"/>
                  </a:moveTo>
                  <a:lnTo>
                    <a:pt x="187706" y="548055"/>
                  </a:lnTo>
                  <a:lnTo>
                    <a:pt x="187706" y="587451"/>
                  </a:lnTo>
                  <a:lnTo>
                    <a:pt x="227114" y="587451"/>
                  </a:lnTo>
                  <a:lnTo>
                    <a:pt x="227114" y="548055"/>
                  </a:lnTo>
                  <a:close/>
                </a:path>
                <a:path w="3628390" h="1248409">
                  <a:moveTo>
                    <a:pt x="227114" y="482015"/>
                  </a:moveTo>
                  <a:lnTo>
                    <a:pt x="187706" y="482015"/>
                  </a:lnTo>
                  <a:lnTo>
                    <a:pt x="187706" y="521411"/>
                  </a:lnTo>
                  <a:lnTo>
                    <a:pt x="227114" y="521411"/>
                  </a:lnTo>
                  <a:lnTo>
                    <a:pt x="227114" y="482015"/>
                  </a:lnTo>
                  <a:close/>
                </a:path>
                <a:path w="3628390" h="1248409">
                  <a:moveTo>
                    <a:pt x="227114" y="415963"/>
                  </a:moveTo>
                  <a:lnTo>
                    <a:pt x="187706" y="415963"/>
                  </a:lnTo>
                  <a:lnTo>
                    <a:pt x="187706" y="455358"/>
                  </a:lnTo>
                  <a:lnTo>
                    <a:pt x="227114" y="455358"/>
                  </a:lnTo>
                  <a:lnTo>
                    <a:pt x="227114" y="415963"/>
                  </a:lnTo>
                  <a:close/>
                </a:path>
                <a:path w="3628390" h="1248409">
                  <a:moveTo>
                    <a:pt x="227114" y="349923"/>
                  </a:moveTo>
                  <a:lnTo>
                    <a:pt x="187706" y="349923"/>
                  </a:lnTo>
                  <a:lnTo>
                    <a:pt x="187706" y="389318"/>
                  </a:lnTo>
                  <a:lnTo>
                    <a:pt x="227114" y="389318"/>
                  </a:lnTo>
                  <a:lnTo>
                    <a:pt x="227114" y="349923"/>
                  </a:lnTo>
                  <a:close/>
                </a:path>
                <a:path w="3628390" h="1248409">
                  <a:moveTo>
                    <a:pt x="227114" y="283870"/>
                  </a:moveTo>
                  <a:lnTo>
                    <a:pt x="187706" y="283870"/>
                  </a:lnTo>
                  <a:lnTo>
                    <a:pt x="187706" y="323265"/>
                  </a:lnTo>
                  <a:lnTo>
                    <a:pt x="227114" y="323265"/>
                  </a:lnTo>
                  <a:lnTo>
                    <a:pt x="227114" y="283870"/>
                  </a:lnTo>
                  <a:close/>
                </a:path>
                <a:path w="3628390" h="1248409">
                  <a:moveTo>
                    <a:pt x="227114" y="217830"/>
                  </a:moveTo>
                  <a:lnTo>
                    <a:pt x="187706" y="217830"/>
                  </a:lnTo>
                  <a:lnTo>
                    <a:pt x="187706" y="257225"/>
                  </a:lnTo>
                  <a:lnTo>
                    <a:pt x="227114" y="257225"/>
                  </a:lnTo>
                  <a:lnTo>
                    <a:pt x="227114" y="217830"/>
                  </a:lnTo>
                  <a:close/>
                </a:path>
                <a:path w="3628390" h="1248409">
                  <a:moveTo>
                    <a:pt x="227114" y="151777"/>
                  </a:moveTo>
                  <a:lnTo>
                    <a:pt x="187706" y="151777"/>
                  </a:lnTo>
                  <a:lnTo>
                    <a:pt x="187706" y="191173"/>
                  </a:lnTo>
                  <a:lnTo>
                    <a:pt x="227114" y="191173"/>
                  </a:lnTo>
                  <a:lnTo>
                    <a:pt x="227114" y="151777"/>
                  </a:lnTo>
                  <a:close/>
                </a:path>
                <a:path w="3628390" h="1248409">
                  <a:moveTo>
                    <a:pt x="227114" y="85737"/>
                  </a:moveTo>
                  <a:lnTo>
                    <a:pt x="187706" y="85737"/>
                  </a:lnTo>
                  <a:lnTo>
                    <a:pt x="187706" y="125133"/>
                  </a:lnTo>
                  <a:lnTo>
                    <a:pt x="227114" y="125133"/>
                  </a:lnTo>
                  <a:lnTo>
                    <a:pt x="227114" y="85737"/>
                  </a:lnTo>
                  <a:close/>
                </a:path>
                <a:path w="3628390" h="1248409">
                  <a:moveTo>
                    <a:pt x="227114" y="19710"/>
                  </a:moveTo>
                  <a:lnTo>
                    <a:pt x="187706" y="19710"/>
                  </a:lnTo>
                  <a:lnTo>
                    <a:pt x="187706" y="59093"/>
                  </a:lnTo>
                  <a:lnTo>
                    <a:pt x="227114" y="59093"/>
                  </a:lnTo>
                  <a:lnTo>
                    <a:pt x="227114" y="19710"/>
                  </a:lnTo>
                  <a:close/>
                </a:path>
                <a:path w="3628390" h="1248409">
                  <a:moveTo>
                    <a:pt x="289674" y="1208493"/>
                  </a:moveTo>
                  <a:lnTo>
                    <a:pt x="250278" y="1208493"/>
                  </a:lnTo>
                  <a:lnTo>
                    <a:pt x="250278" y="1247889"/>
                  </a:lnTo>
                  <a:lnTo>
                    <a:pt x="289674" y="1247889"/>
                  </a:lnTo>
                  <a:lnTo>
                    <a:pt x="289674" y="1208493"/>
                  </a:lnTo>
                  <a:close/>
                </a:path>
                <a:path w="3628390" h="1248409">
                  <a:moveTo>
                    <a:pt x="3628047" y="660450"/>
                  </a:moveTo>
                  <a:lnTo>
                    <a:pt x="3589578" y="660450"/>
                  </a:lnTo>
                  <a:lnTo>
                    <a:pt x="3589578" y="699846"/>
                  </a:lnTo>
                  <a:lnTo>
                    <a:pt x="3628047" y="699846"/>
                  </a:lnTo>
                  <a:lnTo>
                    <a:pt x="3628047" y="660450"/>
                  </a:lnTo>
                  <a:close/>
                </a:path>
                <a:path w="3628390" h="1248409">
                  <a:moveTo>
                    <a:pt x="3628047" y="594398"/>
                  </a:moveTo>
                  <a:lnTo>
                    <a:pt x="3589578" y="594398"/>
                  </a:lnTo>
                  <a:lnTo>
                    <a:pt x="3589578" y="633793"/>
                  </a:lnTo>
                  <a:lnTo>
                    <a:pt x="3628047" y="633793"/>
                  </a:lnTo>
                  <a:lnTo>
                    <a:pt x="3628047" y="594398"/>
                  </a:lnTo>
                  <a:close/>
                </a:path>
                <a:path w="3628390" h="1248409">
                  <a:moveTo>
                    <a:pt x="3628047" y="528358"/>
                  </a:moveTo>
                  <a:lnTo>
                    <a:pt x="3589578" y="528358"/>
                  </a:lnTo>
                  <a:lnTo>
                    <a:pt x="3589578" y="567753"/>
                  </a:lnTo>
                  <a:lnTo>
                    <a:pt x="3628047" y="567753"/>
                  </a:lnTo>
                  <a:lnTo>
                    <a:pt x="3628047" y="528358"/>
                  </a:lnTo>
                  <a:close/>
                </a:path>
                <a:path w="3628390" h="1248409">
                  <a:moveTo>
                    <a:pt x="3628047" y="462305"/>
                  </a:moveTo>
                  <a:lnTo>
                    <a:pt x="3589578" y="462305"/>
                  </a:lnTo>
                  <a:lnTo>
                    <a:pt x="3589578" y="501700"/>
                  </a:lnTo>
                  <a:lnTo>
                    <a:pt x="3628047" y="501700"/>
                  </a:lnTo>
                  <a:lnTo>
                    <a:pt x="3628047" y="462305"/>
                  </a:lnTo>
                  <a:close/>
                </a:path>
                <a:path w="3628390" h="1248409">
                  <a:moveTo>
                    <a:pt x="3628047" y="396265"/>
                  </a:moveTo>
                  <a:lnTo>
                    <a:pt x="3589578" y="396265"/>
                  </a:lnTo>
                  <a:lnTo>
                    <a:pt x="3589578" y="435660"/>
                  </a:lnTo>
                  <a:lnTo>
                    <a:pt x="3628047" y="435660"/>
                  </a:lnTo>
                  <a:lnTo>
                    <a:pt x="3628047" y="396265"/>
                  </a:lnTo>
                  <a:close/>
                </a:path>
                <a:path w="3628390" h="1248409">
                  <a:moveTo>
                    <a:pt x="3628047" y="330225"/>
                  </a:moveTo>
                  <a:lnTo>
                    <a:pt x="3589578" y="330225"/>
                  </a:lnTo>
                  <a:lnTo>
                    <a:pt x="3589578" y="369620"/>
                  </a:lnTo>
                  <a:lnTo>
                    <a:pt x="3628047" y="369620"/>
                  </a:lnTo>
                  <a:lnTo>
                    <a:pt x="3628047" y="330225"/>
                  </a:lnTo>
                  <a:close/>
                </a:path>
                <a:path w="3628390" h="1248409">
                  <a:moveTo>
                    <a:pt x="3628047" y="264172"/>
                  </a:moveTo>
                  <a:lnTo>
                    <a:pt x="3589578" y="264172"/>
                  </a:lnTo>
                  <a:lnTo>
                    <a:pt x="3589578" y="303568"/>
                  </a:lnTo>
                  <a:lnTo>
                    <a:pt x="3628047" y="303568"/>
                  </a:lnTo>
                  <a:lnTo>
                    <a:pt x="3628047" y="264172"/>
                  </a:lnTo>
                  <a:close/>
                </a:path>
                <a:path w="3628390" h="1248409">
                  <a:moveTo>
                    <a:pt x="3628047" y="198132"/>
                  </a:moveTo>
                  <a:lnTo>
                    <a:pt x="3589578" y="198132"/>
                  </a:lnTo>
                  <a:lnTo>
                    <a:pt x="3589578" y="237528"/>
                  </a:lnTo>
                  <a:lnTo>
                    <a:pt x="3628047" y="237528"/>
                  </a:lnTo>
                  <a:lnTo>
                    <a:pt x="3628047" y="198132"/>
                  </a:lnTo>
                  <a:close/>
                </a:path>
                <a:path w="3628390" h="1248409">
                  <a:moveTo>
                    <a:pt x="3628047" y="132092"/>
                  </a:moveTo>
                  <a:lnTo>
                    <a:pt x="3589578" y="132092"/>
                  </a:lnTo>
                  <a:lnTo>
                    <a:pt x="3589578" y="171475"/>
                  </a:lnTo>
                  <a:lnTo>
                    <a:pt x="3628047" y="171475"/>
                  </a:lnTo>
                  <a:lnTo>
                    <a:pt x="3628047" y="132092"/>
                  </a:lnTo>
                  <a:close/>
                </a:path>
                <a:path w="3628390" h="1248409">
                  <a:moveTo>
                    <a:pt x="3628047" y="66052"/>
                  </a:moveTo>
                  <a:lnTo>
                    <a:pt x="3589578" y="66052"/>
                  </a:lnTo>
                  <a:lnTo>
                    <a:pt x="3589578" y="105435"/>
                  </a:lnTo>
                  <a:lnTo>
                    <a:pt x="3628047" y="105435"/>
                  </a:lnTo>
                  <a:lnTo>
                    <a:pt x="3628047" y="66052"/>
                  </a:lnTo>
                  <a:close/>
                </a:path>
                <a:path w="3628390" h="1248409">
                  <a:moveTo>
                    <a:pt x="3628047" y="0"/>
                  </a:moveTo>
                  <a:lnTo>
                    <a:pt x="3589578" y="0"/>
                  </a:lnTo>
                  <a:lnTo>
                    <a:pt x="3589578" y="39395"/>
                  </a:lnTo>
                  <a:lnTo>
                    <a:pt x="3628047" y="39395"/>
                  </a:lnTo>
                  <a:lnTo>
                    <a:pt x="3628047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568135" y="5288946"/>
              <a:ext cx="1318260" cy="1889125"/>
            </a:xfrm>
            <a:custGeom>
              <a:avLst/>
              <a:gdLst/>
              <a:ahLst/>
              <a:cxnLst/>
              <a:rect l="l" t="t" r="r" b="b"/>
              <a:pathLst>
                <a:path w="1318259" h="1889125">
                  <a:moveTo>
                    <a:pt x="39395" y="594398"/>
                  </a:moveTo>
                  <a:lnTo>
                    <a:pt x="0" y="594398"/>
                  </a:lnTo>
                  <a:lnTo>
                    <a:pt x="0" y="633793"/>
                  </a:lnTo>
                  <a:lnTo>
                    <a:pt x="39395" y="633793"/>
                  </a:lnTo>
                  <a:lnTo>
                    <a:pt x="39395" y="594398"/>
                  </a:lnTo>
                  <a:close/>
                </a:path>
                <a:path w="1318259" h="1889125">
                  <a:moveTo>
                    <a:pt x="39395" y="528358"/>
                  </a:moveTo>
                  <a:lnTo>
                    <a:pt x="0" y="528358"/>
                  </a:lnTo>
                  <a:lnTo>
                    <a:pt x="0" y="567753"/>
                  </a:lnTo>
                  <a:lnTo>
                    <a:pt x="39395" y="567753"/>
                  </a:lnTo>
                  <a:lnTo>
                    <a:pt x="39395" y="528358"/>
                  </a:lnTo>
                  <a:close/>
                </a:path>
                <a:path w="1318259" h="1889125">
                  <a:moveTo>
                    <a:pt x="39395" y="462305"/>
                  </a:moveTo>
                  <a:lnTo>
                    <a:pt x="0" y="462305"/>
                  </a:lnTo>
                  <a:lnTo>
                    <a:pt x="0" y="501700"/>
                  </a:lnTo>
                  <a:lnTo>
                    <a:pt x="39395" y="501700"/>
                  </a:lnTo>
                  <a:lnTo>
                    <a:pt x="39395" y="462305"/>
                  </a:lnTo>
                  <a:close/>
                </a:path>
                <a:path w="1318259" h="1889125">
                  <a:moveTo>
                    <a:pt x="73837" y="1849234"/>
                  </a:moveTo>
                  <a:lnTo>
                    <a:pt x="62572" y="1849234"/>
                  </a:lnTo>
                  <a:lnTo>
                    <a:pt x="62572" y="1888629"/>
                  </a:lnTo>
                  <a:lnTo>
                    <a:pt x="73837" y="1888629"/>
                  </a:lnTo>
                  <a:lnTo>
                    <a:pt x="73837" y="1849234"/>
                  </a:lnTo>
                  <a:close/>
                </a:path>
                <a:path w="1318259" h="1889125">
                  <a:moveTo>
                    <a:pt x="73837" y="1783194"/>
                  </a:moveTo>
                  <a:lnTo>
                    <a:pt x="62572" y="1783194"/>
                  </a:lnTo>
                  <a:lnTo>
                    <a:pt x="62572" y="1822589"/>
                  </a:lnTo>
                  <a:lnTo>
                    <a:pt x="73837" y="1822589"/>
                  </a:lnTo>
                  <a:lnTo>
                    <a:pt x="73837" y="1783194"/>
                  </a:lnTo>
                  <a:close/>
                </a:path>
                <a:path w="1318259" h="1889125">
                  <a:moveTo>
                    <a:pt x="73837" y="1717154"/>
                  </a:moveTo>
                  <a:lnTo>
                    <a:pt x="62572" y="1717154"/>
                  </a:lnTo>
                  <a:lnTo>
                    <a:pt x="62572" y="1756537"/>
                  </a:lnTo>
                  <a:lnTo>
                    <a:pt x="73837" y="1756537"/>
                  </a:lnTo>
                  <a:lnTo>
                    <a:pt x="73837" y="1717154"/>
                  </a:lnTo>
                  <a:close/>
                </a:path>
                <a:path w="1318259" h="1889125">
                  <a:moveTo>
                    <a:pt x="73837" y="1651114"/>
                  </a:moveTo>
                  <a:lnTo>
                    <a:pt x="62572" y="1651114"/>
                  </a:lnTo>
                  <a:lnTo>
                    <a:pt x="62572" y="1690497"/>
                  </a:lnTo>
                  <a:lnTo>
                    <a:pt x="73837" y="1690497"/>
                  </a:lnTo>
                  <a:lnTo>
                    <a:pt x="73837" y="1651114"/>
                  </a:lnTo>
                  <a:close/>
                </a:path>
                <a:path w="1318259" h="1889125">
                  <a:moveTo>
                    <a:pt x="73837" y="1519021"/>
                  </a:moveTo>
                  <a:lnTo>
                    <a:pt x="62572" y="1519021"/>
                  </a:lnTo>
                  <a:lnTo>
                    <a:pt x="62572" y="1558417"/>
                  </a:lnTo>
                  <a:lnTo>
                    <a:pt x="73837" y="1558417"/>
                  </a:lnTo>
                  <a:lnTo>
                    <a:pt x="73837" y="1519021"/>
                  </a:lnTo>
                  <a:close/>
                </a:path>
                <a:path w="1318259" h="1889125">
                  <a:moveTo>
                    <a:pt x="73837" y="1452981"/>
                  </a:moveTo>
                  <a:lnTo>
                    <a:pt x="62572" y="1452981"/>
                  </a:lnTo>
                  <a:lnTo>
                    <a:pt x="62572" y="1492377"/>
                  </a:lnTo>
                  <a:lnTo>
                    <a:pt x="73837" y="1492377"/>
                  </a:lnTo>
                  <a:lnTo>
                    <a:pt x="73837" y="1452981"/>
                  </a:lnTo>
                  <a:close/>
                </a:path>
                <a:path w="1318259" h="1889125">
                  <a:moveTo>
                    <a:pt x="73837" y="1254836"/>
                  </a:moveTo>
                  <a:lnTo>
                    <a:pt x="62572" y="1254836"/>
                  </a:lnTo>
                  <a:lnTo>
                    <a:pt x="62572" y="1294231"/>
                  </a:lnTo>
                  <a:lnTo>
                    <a:pt x="73837" y="1294231"/>
                  </a:lnTo>
                  <a:lnTo>
                    <a:pt x="73837" y="1254836"/>
                  </a:lnTo>
                  <a:close/>
                </a:path>
                <a:path w="1318259" h="1889125">
                  <a:moveTo>
                    <a:pt x="73837" y="1188796"/>
                  </a:moveTo>
                  <a:lnTo>
                    <a:pt x="62572" y="1188796"/>
                  </a:lnTo>
                  <a:lnTo>
                    <a:pt x="62572" y="1228191"/>
                  </a:lnTo>
                  <a:lnTo>
                    <a:pt x="73837" y="1228191"/>
                  </a:lnTo>
                  <a:lnTo>
                    <a:pt x="73837" y="1188796"/>
                  </a:lnTo>
                  <a:close/>
                </a:path>
                <a:path w="1318259" h="1889125">
                  <a:moveTo>
                    <a:pt x="73837" y="1122756"/>
                  </a:moveTo>
                  <a:lnTo>
                    <a:pt x="62572" y="1122756"/>
                  </a:lnTo>
                  <a:lnTo>
                    <a:pt x="62572" y="1162151"/>
                  </a:lnTo>
                  <a:lnTo>
                    <a:pt x="73837" y="1162151"/>
                  </a:lnTo>
                  <a:lnTo>
                    <a:pt x="73837" y="1122756"/>
                  </a:lnTo>
                  <a:close/>
                </a:path>
                <a:path w="1318259" h="1889125">
                  <a:moveTo>
                    <a:pt x="73837" y="1056703"/>
                  </a:moveTo>
                  <a:lnTo>
                    <a:pt x="62572" y="1056703"/>
                  </a:lnTo>
                  <a:lnTo>
                    <a:pt x="62572" y="1096098"/>
                  </a:lnTo>
                  <a:lnTo>
                    <a:pt x="73837" y="1096098"/>
                  </a:lnTo>
                  <a:lnTo>
                    <a:pt x="73837" y="1056703"/>
                  </a:lnTo>
                  <a:close/>
                </a:path>
                <a:path w="1318259" h="1889125">
                  <a:moveTo>
                    <a:pt x="73837" y="990663"/>
                  </a:moveTo>
                  <a:lnTo>
                    <a:pt x="62572" y="990663"/>
                  </a:lnTo>
                  <a:lnTo>
                    <a:pt x="62572" y="1030058"/>
                  </a:lnTo>
                  <a:lnTo>
                    <a:pt x="73837" y="1030058"/>
                  </a:lnTo>
                  <a:lnTo>
                    <a:pt x="73837" y="990663"/>
                  </a:lnTo>
                  <a:close/>
                </a:path>
                <a:path w="1318259" h="1889125">
                  <a:moveTo>
                    <a:pt x="73837" y="924623"/>
                  </a:moveTo>
                  <a:lnTo>
                    <a:pt x="62572" y="924623"/>
                  </a:lnTo>
                  <a:lnTo>
                    <a:pt x="62572" y="964006"/>
                  </a:lnTo>
                  <a:lnTo>
                    <a:pt x="73837" y="964006"/>
                  </a:lnTo>
                  <a:lnTo>
                    <a:pt x="73837" y="924623"/>
                  </a:lnTo>
                  <a:close/>
                </a:path>
                <a:path w="1318259" h="1889125">
                  <a:moveTo>
                    <a:pt x="73837" y="858583"/>
                  </a:moveTo>
                  <a:lnTo>
                    <a:pt x="62572" y="858583"/>
                  </a:lnTo>
                  <a:lnTo>
                    <a:pt x="62572" y="897966"/>
                  </a:lnTo>
                  <a:lnTo>
                    <a:pt x="73837" y="897966"/>
                  </a:lnTo>
                  <a:lnTo>
                    <a:pt x="73837" y="858583"/>
                  </a:lnTo>
                  <a:close/>
                </a:path>
                <a:path w="1318259" h="1889125">
                  <a:moveTo>
                    <a:pt x="73837" y="792543"/>
                  </a:moveTo>
                  <a:lnTo>
                    <a:pt x="62572" y="792543"/>
                  </a:lnTo>
                  <a:lnTo>
                    <a:pt x="62572" y="831926"/>
                  </a:lnTo>
                  <a:lnTo>
                    <a:pt x="73837" y="831926"/>
                  </a:lnTo>
                  <a:lnTo>
                    <a:pt x="73837" y="792543"/>
                  </a:lnTo>
                  <a:close/>
                </a:path>
                <a:path w="1318259" h="1889125">
                  <a:moveTo>
                    <a:pt x="73837" y="726490"/>
                  </a:moveTo>
                  <a:lnTo>
                    <a:pt x="62572" y="726490"/>
                  </a:lnTo>
                  <a:lnTo>
                    <a:pt x="62572" y="765886"/>
                  </a:lnTo>
                  <a:lnTo>
                    <a:pt x="73837" y="765886"/>
                  </a:lnTo>
                  <a:lnTo>
                    <a:pt x="73837" y="726490"/>
                  </a:lnTo>
                  <a:close/>
                </a:path>
                <a:path w="1318259" h="1889125">
                  <a:moveTo>
                    <a:pt x="73837" y="660450"/>
                  </a:moveTo>
                  <a:lnTo>
                    <a:pt x="62572" y="660450"/>
                  </a:lnTo>
                  <a:lnTo>
                    <a:pt x="62572" y="699846"/>
                  </a:lnTo>
                  <a:lnTo>
                    <a:pt x="73837" y="699846"/>
                  </a:lnTo>
                  <a:lnTo>
                    <a:pt x="73837" y="660450"/>
                  </a:lnTo>
                  <a:close/>
                </a:path>
                <a:path w="1318259" h="1889125">
                  <a:moveTo>
                    <a:pt x="73837" y="594398"/>
                  </a:moveTo>
                  <a:lnTo>
                    <a:pt x="62572" y="594398"/>
                  </a:lnTo>
                  <a:lnTo>
                    <a:pt x="62572" y="633793"/>
                  </a:lnTo>
                  <a:lnTo>
                    <a:pt x="73837" y="633793"/>
                  </a:lnTo>
                  <a:lnTo>
                    <a:pt x="73837" y="594398"/>
                  </a:lnTo>
                  <a:close/>
                </a:path>
                <a:path w="1318259" h="1889125">
                  <a:moveTo>
                    <a:pt x="73837" y="528358"/>
                  </a:moveTo>
                  <a:lnTo>
                    <a:pt x="62572" y="528358"/>
                  </a:lnTo>
                  <a:lnTo>
                    <a:pt x="62572" y="567753"/>
                  </a:lnTo>
                  <a:lnTo>
                    <a:pt x="73837" y="567753"/>
                  </a:lnTo>
                  <a:lnTo>
                    <a:pt x="73837" y="528358"/>
                  </a:lnTo>
                  <a:close/>
                </a:path>
                <a:path w="1318259" h="1889125">
                  <a:moveTo>
                    <a:pt x="73837" y="462305"/>
                  </a:moveTo>
                  <a:lnTo>
                    <a:pt x="62572" y="462305"/>
                  </a:lnTo>
                  <a:lnTo>
                    <a:pt x="62572" y="501700"/>
                  </a:lnTo>
                  <a:lnTo>
                    <a:pt x="73837" y="501700"/>
                  </a:lnTo>
                  <a:lnTo>
                    <a:pt x="73837" y="462305"/>
                  </a:lnTo>
                  <a:close/>
                </a:path>
                <a:path w="1318259" h="1889125">
                  <a:moveTo>
                    <a:pt x="164528" y="1849234"/>
                  </a:moveTo>
                  <a:lnTo>
                    <a:pt x="139954" y="1849234"/>
                  </a:lnTo>
                  <a:lnTo>
                    <a:pt x="139954" y="1888629"/>
                  </a:lnTo>
                  <a:lnTo>
                    <a:pt x="164528" y="1888629"/>
                  </a:lnTo>
                  <a:lnTo>
                    <a:pt x="164528" y="1849234"/>
                  </a:lnTo>
                  <a:close/>
                </a:path>
                <a:path w="1318259" h="1889125">
                  <a:moveTo>
                    <a:pt x="164528" y="1783194"/>
                  </a:moveTo>
                  <a:lnTo>
                    <a:pt x="139954" y="1783194"/>
                  </a:lnTo>
                  <a:lnTo>
                    <a:pt x="139954" y="1822589"/>
                  </a:lnTo>
                  <a:lnTo>
                    <a:pt x="164528" y="1822589"/>
                  </a:lnTo>
                  <a:lnTo>
                    <a:pt x="164528" y="1783194"/>
                  </a:lnTo>
                  <a:close/>
                </a:path>
                <a:path w="1318259" h="1889125">
                  <a:moveTo>
                    <a:pt x="164528" y="1717154"/>
                  </a:moveTo>
                  <a:lnTo>
                    <a:pt x="139954" y="1717154"/>
                  </a:lnTo>
                  <a:lnTo>
                    <a:pt x="139954" y="1756537"/>
                  </a:lnTo>
                  <a:lnTo>
                    <a:pt x="164528" y="1756537"/>
                  </a:lnTo>
                  <a:lnTo>
                    <a:pt x="164528" y="1717154"/>
                  </a:lnTo>
                  <a:close/>
                </a:path>
                <a:path w="1318259" h="1889125">
                  <a:moveTo>
                    <a:pt x="164528" y="1585074"/>
                  </a:moveTo>
                  <a:lnTo>
                    <a:pt x="139954" y="1585074"/>
                  </a:lnTo>
                  <a:lnTo>
                    <a:pt x="139954" y="1624457"/>
                  </a:lnTo>
                  <a:lnTo>
                    <a:pt x="164528" y="1624457"/>
                  </a:lnTo>
                  <a:lnTo>
                    <a:pt x="164528" y="1585074"/>
                  </a:lnTo>
                  <a:close/>
                </a:path>
                <a:path w="1318259" h="1889125">
                  <a:moveTo>
                    <a:pt x="164528" y="1519021"/>
                  </a:moveTo>
                  <a:lnTo>
                    <a:pt x="139954" y="1519021"/>
                  </a:lnTo>
                  <a:lnTo>
                    <a:pt x="139954" y="1558417"/>
                  </a:lnTo>
                  <a:lnTo>
                    <a:pt x="164528" y="1558417"/>
                  </a:lnTo>
                  <a:lnTo>
                    <a:pt x="164528" y="1519021"/>
                  </a:lnTo>
                  <a:close/>
                </a:path>
                <a:path w="1318259" h="1889125">
                  <a:moveTo>
                    <a:pt x="164528" y="1452981"/>
                  </a:moveTo>
                  <a:lnTo>
                    <a:pt x="139954" y="1452981"/>
                  </a:lnTo>
                  <a:lnTo>
                    <a:pt x="139954" y="1492377"/>
                  </a:lnTo>
                  <a:lnTo>
                    <a:pt x="164528" y="1492377"/>
                  </a:lnTo>
                  <a:lnTo>
                    <a:pt x="164528" y="1452981"/>
                  </a:lnTo>
                  <a:close/>
                </a:path>
                <a:path w="1318259" h="1889125">
                  <a:moveTo>
                    <a:pt x="164528" y="1386928"/>
                  </a:moveTo>
                  <a:lnTo>
                    <a:pt x="139954" y="1386928"/>
                  </a:lnTo>
                  <a:lnTo>
                    <a:pt x="139954" y="1426324"/>
                  </a:lnTo>
                  <a:lnTo>
                    <a:pt x="164528" y="1426324"/>
                  </a:lnTo>
                  <a:lnTo>
                    <a:pt x="164528" y="1386928"/>
                  </a:lnTo>
                  <a:close/>
                </a:path>
                <a:path w="1318259" h="1889125">
                  <a:moveTo>
                    <a:pt x="164528" y="1254836"/>
                  </a:moveTo>
                  <a:lnTo>
                    <a:pt x="139954" y="1254836"/>
                  </a:lnTo>
                  <a:lnTo>
                    <a:pt x="139954" y="1294231"/>
                  </a:lnTo>
                  <a:lnTo>
                    <a:pt x="164528" y="1294231"/>
                  </a:lnTo>
                  <a:lnTo>
                    <a:pt x="164528" y="1254836"/>
                  </a:lnTo>
                  <a:close/>
                </a:path>
                <a:path w="1318259" h="1889125">
                  <a:moveTo>
                    <a:pt x="164528" y="1188796"/>
                  </a:moveTo>
                  <a:lnTo>
                    <a:pt x="139954" y="1188796"/>
                  </a:lnTo>
                  <a:lnTo>
                    <a:pt x="139954" y="1228191"/>
                  </a:lnTo>
                  <a:lnTo>
                    <a:pt x="164528" y="1228191"/>
                  </a:lnTo>
                  <a:lnTo>
                    <a:pt x="164528" y="1188796"/>
                  </a:lnTo>
                  <a:close/>
                </a:path>
                <a:path w="1318259" h="1889125">
                  <a:moveTo>
                    <a:pt x="164528" y="1122756"/>
                  </a:moveTo>
                  <a:lnTo>
                    <a:pt x="139954" y="1122756"/>
                  </a:lnTo>
                  <a:lnTo>
                    <a:pt x="139954" y="1162151"/>
                  </a:lnTo>
                  <a:lnTo>
                    <a:pt x="164528" y="1162151"/>
                  </a:lnTo>
                  <a:lnTo>
                    <a:pt x="164528" y="1122756"/>
                  </a:lnTo>
                  <a:close/>
                </a:path>
                <a:path w="1318259" h="1889125">
                  <a:moveTo>
                    <a:pt x="164528" y="1056703"/>
                  </a:moveTo>
                  <a:lnTo>
                    <a:pt x="139954" y="1056703"/>
                  </a:lnTo>
                  <a:lnTo>
                    <a:pt x="139954" y="1096098"/>
                  </a:lnTo>
                  <a:lnTo>
                    <a:pt x="164528" y="1096098"/>
                  </a:lnTo>
                  <a:lnTo>
                    <a:pt x="164528" y="1056703"/>
                  </a:lnTo>
                  <a:close/>
                </a:path>
                <a:path w="1318259" h="1889125">
                  <a:moveTo>
                    <a:pt x="164528" y="990663"/>
                  </a:moveTo>
                  <a:lnTo>
                    <a:pt x="139954" y="990663"/>
                  </a:lnTo>
                  <a:lnTo>
                    <a:pt x="139954" y="1030058"/>
                  </a:lnTo>
                  <a:lnTo>
                    <a:pt x="164528" y="1030058"/>
                  </a:lnTo>
                  <a:lnTo>
                    <a:pt x="164528" y="990663"/>
                  </a:lnTo>
                  <a:close/>
                </a:path>
                <a:path w="1318259" h="1889125">
                  <a:moveTo>
                    <a:pt x="164528" y="924623"/>
                  </a:moveTo>
                  <a:lnTo>
                    <a:pt x="139954" y="924623"/>
                  </a:lnTo>
                  <a:lnTo>
                    <a:pt x="139954" y="964006"/>
                  </a:lnTo>
                  <a:lnTo>
                    <a:pt x="164528" y="964006"/>
                  </a:lnTo>
                  <a:lnTo>
                    <a:pt x="164528" y="924623"/>
                  </a:lnTo>
                  <a:close/>
                </a:path>
                <a:path w="1318259" h="1889125">
                  <a:moveTo>
                    <a:pt x="164528" y="858583"/>
                  </a:moveTo>
                  <a:lnTo>
                    <a:pt x="139954" y="858583"/>
                  </a:lnTo>
                  <a:lnTo>
                    <a:pt x="139954" y="897966"/>
                  </a:lnTo>
                  <a:lnTo>
                    <a:pt x="164528" y="897966"/>
                  </a:lnTo>
                  <a:lnTo>
                    <a:pt x="164528" y="858583"/>
                  </a:lnTo>
                  <a:close/>
                </a:path>
                <a:path w="1318259" h="1889125">
                  <a:moveTo>
                    <a:pt x="164528" y="792543"/>
                  </a:moveTo>
                  <a:lnTo>
                    <a:pt x="139954" y="792543"/>
                  </a:lnTo>
                  <a:lnTo>
                    <a:pt x="139954" y="831926"/>
                  </a:lnTo>
                  <a:lnTo>
                    <a:pt x="164528" y="831926"/>
                  </a:lnTo>
                  <a:lnTo>
                    <a:pt x="164528" y="792543"/>
                  </a:lnTo>
                  <a:close/>
                </a:path>
                <a:path w="1318259" h="1889125">
                  <a:moveTo>
                    <a:pt x="164528" y="726490"/>
                  </a:moveTo>
                  <a:lnTo>
                    <a:pt x="139954" y="726490"/>
                  </a:lnTo>
                  <a:lnTo>
                    <a:pt x="139954" y="765886"/>
                  </a:lnTo>
                  <a:lnTo>
                    <a:pt x="164528" y="765886"/>
                  </a:lnTo>
                  <a:lnTo>
                    <a:pt x="164528" y="726490"/>
                  </a:lnTo>
                  <a:close/>
                </a:path>
                <a:path w="1318259" h="1889125">
                  <a:moveTo>
                    <a:pt x="164528" y="660450"/>
                  </a:moveTo>
                  <a:lnTo>
                    <a:pt x="139954" y="660450"/>
                  </a:lnTo>
                  <a:lnTo>
                    <a:pt x="139954" y="699846"/>
                  </a:lnTo>
                  <a:lnTo>
                    <a:pt x="164528" y="699846"/>
                  </a:lnTo>
                  <a:lnTo>
                    <a:pt x="164528" y="660450"/>
                  </a:lnTo>
                  <a:close/>
                </a:path>
                <a:path w="1318259" h="1889125">
                  <a:moveTo>
                    <a:pt x="164528" y="594398"/>
                  </a:moveTo>
                  <a:lnTo>
                    <a:pt x="139954" y="594398"/>
                  </a:lnTo>
                  <a:lnTo>
                    <a:pt x="139954" y="633793"/>
                  </a:lnTo>
                  <a:lnTo>
                    <a:pt x="164528" y="633793"/>
                  </a:lnTo>
                  <a:lnTo>
                    <a:pt x="164528" y="594398"/>
                  </a:lnTo>
                  <a:close/>
                </a:path>
                <a:path w="1318259" h="1889125">
                  <a:moveTo>
                    <a:pt x="164528" y="528358"/>
                  </a:moveTo>
                  <a:lnTo>
                    <a:pt x="139954" y="528358"/>
                  </a:lnTo>
                  <a:lnTo>
                    <a:pt x="139954" y="567753"/>
                  </a:lnTo>
                  <a:lnTo>
                    <a:pt x="164528" y="567753"/>
                  </a:lnTo>
                  <a:lnTo>
                    <a:pt x="164528" y="528358"/>
                  </a:lnTo>
                  <a:close/>
                </a:path>
                <a:path w="1318259" h="1889125">
                  <a:moveTo>
                    <a:pt x="164528" y="462305"/>
                  </a:moveTo>
                  <a:lnTo>
                    <a:pt x="139954" y="462305"/>
                  </a:lnTo>
                  <a:lnTo>
                    <a:pt x="139954" y="501700"/>
                  </a:lnTo>
                  <a:lnTo>
                    <a:pt x="164528" y="501700"/>
                  </a:lnTo>
                  <a:lnTo>
                    <a:pt x="164528" y="462305"/>
                  </a:lnTo>
                  <a:close/>
                </a:path>
                <a:path w="1318259" h="1889125">
                  <a:moveTo>
                    <a:pt x="1256004" y="1452981"/>
                  </a:moveTo>
                  <a:lnTo>
                    <a:pt x="1216621" y="1452981"/>
                  </a:lnTo>
                  <a:lnTo>
                    <a:pt x="1216621" y="1492377"/>
                  </a:lnTo>
                  <a:lnTo>
                    <a:pt x="1256004" y="1492377"/>
                  </a:lnTo>
                  <a:lnTo>
                    <a:pt x="1256004" y="1452981"/>
                  </a:lnTo>
                  <a:close/>
                </a:path>
                <a:path w="1318259" h="1889125">
                  <a:moveTo>
                    <a:pt x="1256004" y="1320888"/>
                  </a:moveTo>
                  <a:lnTo>
                    <a:pt x="1216621" y="1320888"/>
                  </a:lnTo>
                  <a:lnTo>
                    <a:pt x="1216621" y="1360284"/>
                  </a:lnTo>
                  <a:lnTo>
                    <a:pt x="1256004" y="1360284"/>
                  </a:lnTo>
                  <a:lnTo>
                    <a:pt x="1256004" y="1320888"/>
                  </a:lnTo>
                  <a:close/>
                </a:path>
                <a:path w="1318259" h="1889125">
                  <a:moveTo>
                    <a:pt x="1256004" y="1254836"/>
                  </a:moveTo>
                  <a:lnTo>
                    <a:pt x="1216621" y="1254836"/>
                  </a:lnTo>
                  <a:lnTo>
                    <a:pt x="1216621" y="1294231"/>
                  </a:lnTo>
                  <a:lnTo>
                    <a:pt x="1256004" y="1294231"/>
                  </a:lnTo>
                  <a:lnTo>
                    <a:pt x="1256004" y="1254836"/>
                  </a:lnTo>
                  <a:close/>
                </a:path>
                <a:path w="1318259" h="1889125">
                  <a:moveTo>
                    <a:pt x="1256004" y="1188796"/>
                  </a:moveTo>
                  <a:lnTo>
                    <a:pt x="1216621" y="1188796"/>
                  </a:lnTo>
                  <a:lnTo>
                    <a:pt x="1216621" y="1228191"/>
                  </a:lnTo>
                  <a:lnTo>
                    <a:pt x="1256004" y="1228191"/>
                  </a:lnTo>
                  <a:lnTo>
                    <a:pt x="1256004" y="1188796"/>
                  </a:lnTo>
                  <a:close/>
                </a:path>
                <a:path w="1318259" h="1889125">
                  <a:moveTo>
                    <a:pt x="1256004" y="1122756"/>
                  </a:moveTo>
                  <a:lnTo>
                    <a:pt x="1216621" y="1122756"/>
                  </a:lnTo>
                  <a:lnTo>
                    <a:pt x="1216621" y="1162151"/>
                  </a:lnTo>
                  <a:lnTo>
                    <a:pt x="1256004" y="1162151"/>
                  </a:lnTo>
                  <a:lnTo>
                    <a:pt x="1256004" y="1122756"/>
                  </a:lnTo>
                  <a:close/>
                </a:path>
                <a:path w="1318259" h="1889125">
                  <a:moveTo>
                    <a:pt x="1256004" y="990663"/>
                  </a:moveTo>
                  <a:lnTo>
                    <a:pt x="1216621" y="990663"/>
                  </a:lnTo>
                  <a:lnTo>
                    <a:pt x="1216621" y="1030058"/>
                  </a:lnTo>
                  <a:lnTo>
                    <a:pt x="1256004" y="1030058"/>
                  </a:lnTo>
                  <a:lnTo>
                    <a:pt x="1256004" y="990663"/>
                  </a:lnTo>
                  <a:close/>
                </a:path>
                <a:path w="1318259" h="1889125">
                  <a:moveTo>
                    <a:pt x="1256004" y="924623"/>
                  </a:moveTo>
                  <a:lnTo>
                    <a:pt x="1216621" y="924623"/>
                  </a:lnTo>
                  <a:lnTo>
                    <a:pt x="1216621" y="964006"/>
                  </a:lnTo>
                  <a:lnTo>
                    <a:pt x="1256004" y="964006"/>
                  </a:lnTo>
                  <a:lnTo>
                    <a:pt x="1256004" y="924623"/>
                  </a:lnTo>
                  <a:close/>
                </a:path>
                <a:path w="1318259" h="1889125">
                  <a:moveTo>
                    <a:pt x="1256004" y="858583"/>
                  </a:moveTo>
                  <a:lnTo>
                    <a:pt x="1216621" y="858583"/>
                  </a:lnTo>
                  <a:lnTo>
                    <a:pt x="1216621" y="897966"/>
                  </a:lnTo>
                  <a:lnTo>
                    <a:pt x="1256004" y="897966"/>
                  </a:lnTo>
                  <a:lnTo>
                    <a:pt x="1256004" y="858583"/>
                  </a:lnTo>
                  <a:close/>
                </a:path>
                <a:path w="1318259" h="1889125">
                  <a:moveTo>
                    <a:pt x="1256004" y="792543"/>
                  </a:moveTo>
                  <a:lnTo>
                    <a:pt x="1216621" y="792543"/>
                  </a:lnTo>
                  <a:lnTo>
                    <a:pt x="1216621" y="831926"/>
                  </a:lnTo>
                  <a:lnTo>
                    <a:pt x="1256004" y="831926"/>
                  </a:lnTo>
                  <a:lnTo>
                    <a:pt x="1256004" y="792543"/>
                  </a:lnTo>
                  <a:close/>
                </a:path>
                <a:path w="1318259" h="1889125">
                  <a:moveTo>
                    <a:pt x="1256004" y="726490"/>
                  </a:moveTo>
                  <a:lnTo>
                    <a:pt x="1216621" y="726490"/>
                  </a:lnTo>
                  <a:lnTo>
                    <a:pt x="1216621" y="765886"/>
                  </a:lnTo>
                  <a:lnTo>
                    <a:pt x="1256004" y="765886"/>
                  </a:lnTo>
                  <a:lnTo>
                    <a:pt x="1256004" y="726490"/>
                  </a:lnTo>
                  <a:close/>
                </a:path>
                <a:path w="1318259" h="1889125">
                  <a:moveTo>
                    <a:pt x="1256004" y="660450"/>
                  </a:moveTo>
                  <a:lnTo>
                    <a:pt x="1216621" y="660450"/>
                  </a:lnTo>
                  <a:lnTo>
                    <a:pt x="1216621" y="699846"/>
                  </a:lnTo>
                  <a:lnTo>
                    <a:pt x="1256004" y="699846"/>
                  </a:lnTo>
                  <a:lnTo>
                    <a:pt x="1256004" y="660450"/>
                  </a:lnTo>
                  <a:close/>
                </a:path>
                <a:path w="1318259" h="1889125">
                  <a:moveTo>
                    <a:pt x="1256004" y="594398"/>
                  </a:moveTo>
                  <a:lnTo>
                    <a:pt x="1216621" y="594398"/>
                  </a:lnTo>
                  <a:lnTo>
                    <a:pt x="1216621" y="633793"/>
                  </a:lnTo>
                  <a:lnTo>
                    <a:pt x="1256004" y="633793"/>
                  </a:lnTo>
                  <a:lnTo>
                    <a:pt x="1256004" y="594398"/>
                  </a:lnTo>
                  <a:close/>
                </a:path>
                <a:path w="1318259" h="1889125">
                  <a:moveTo>
                    <a:pt x="1256004" y="528358"/>
                  </a:moveTo>
                  <a:lnTo>
                    <a:pt x="1216621" y="528358"/>
                  </a:lnTo>
                  <a:lnTo>
                    <a:pt x="1216621" y="567753"/>
                  </a:lnTo>
                  <a:lnTo>
                    <a:pt x="1256004" y="567753"/>
                  </a:lnTo>
                  <a:lnTo>
                    <a:pt x="1256004" y="528358"/>
                  </a:lnTo>
                  <a:close/>
                </a:path>
                <a:path w="1318259" h="1889125">
                  <a:moveTo>
                    <a:pt x="1256004" y="462305"/>
                  </a:moveTo>
                  <a:lnTo>
                    <a:pt x="1216621" y="462305"/>
                  </a:lnTo>
                  <a:lnTo>
                    <a:pt x="1216621" y="501700"/>
                  </a:lnTo>
                  <a:lnTo>
                    <a:pt x="1256004" y="501700"/>
                  </a:lnTo>
                  <a:lnTo>
                    <a:pt x="1256004" y="462305"/>
                  </a:lnTo>
                  <a:close/>
                </a:path>
                <a:path w="1318259" h="1889125">
                  <a:moveTo>
                    <a:pt x="1256004" y="396265"/>
                  </a:moveTo>
                  <a:lnTo>
                    <a:pt x="1216621" y="396265"/>
                  </a:lnTo>
                  <a:lnTo>
                    <a:pt x="1216621" y="435660"/>
                  </a:lnTo>
                  <a:lnTo>
                    <a:pt x="1256004" y="435660"/>
                  </a:lnTo>
                  <a:lnTo>
                    <a:pt x="1256004" y="396265"/>
                  </a:lnTo>
                  <a:close/>
                </a:path>
                <a:path w="1318259" h="1889125">
                  <a:moveTo>
                    <a:pt x="1256004" y="330225"/>
                  </a:moveTo>
                  <a:lnTo>
                    <a:pt x="1216621" y="330225"/>
                  </a:lnTo>
                  <a:lnTo>
                    <a:pt x="1216621" y="369620"/>
                  </a:lnTo>
                  <a:lnTo>
                    <a:pt x="1256004" y="369620"/>
                  </a:lnTo>
                  <a:lnTo>
                    <a:pt x="1256004" y="330225"/>
                  </a:lnTo>
                  <a:close/>
                </a:path>
                <a:path w="1318259" h="1889125">
                  <a:moveTo>
                    <a:pt x="1256004" y="264172"/>
                  </a:moveTo>
                  <a:lnTo>
                    <a:pt x="1216621" y="264172"/>
                  </a:lnTo>
                  <a:lnTo>
                    <a:pt x="1216621" y="303568"/>
                  </a:lnTo>
                  <a:lnTo>
                    <a:pt x="1256004" y="303568"/>
                  </a:lnTo>
                  <a:lnTo>
                    <a:pt x="1256004" y="264172"/>
                  </a:lnTo>
                  <a:close/>
                </a:path>
                <a:path w="1318259" h="1889125">
                  <a:moveTo>
                    <a:pt x="1256004" y="198132"/>
                  </a:moveTo>
                  <a:lnTo>
                    <a:pt x="1216621" y="198132"/>
                  </a:lnTo>
                  <a:lnTo>
                    <a:pt x="1216621" y="237528"/>
                  </a:lnTo>
                  <a:lnTo>
                    <a:pt x="1256004" y="237528"/>
                  </a:lnTo>
                  <a:lnTo>
                    <a:pt x="1256004" y="198132"/>
                  </a:lnTo>
                  <a:close/>
                </a:path>
                <a:path w="1318259" h="1889125">
                  <a:moveTo>
                    <a:pt x="1256004" y="132092"/>
                  </a:moveTo>
                  <a:lnTo>
                    <a:pt x="1216621" y="132092"/>
                  </a:lnTo>
                  <a:lnTo>
                    <a:pt x="1216621" y="171475"/>
                  </a:lnTo>
                  <a:lnTo>
                    <a:pt x="1256004" y="171475"/>
                  </a:lnTo>
                  <a:lnTo>
                    <a:pt x="1256004" y="132092"/>
                  </a:lnTo>
                  <a:close/>
                </a:path>
                <a:path w="1318259" h="1889125">
                  <a:moveTo>
                    <a:pt x="1256004" y="66052"/>
                  </a:moveTo>
                  <a:lnTo>
                    <a:pt x="1216621" y="66052"/>
                  </a:lnTo>
                  <a:lnTo>
                    <a:pt x="1216621" y="105435"/>
                  </a:lnTo>
                  <a:lnTo>
                    <a:pt x="1256004" y="105435"/>
                  </a:lnTo>
                  <a:lnTo>
                    <a:pt x="1256004" y="66052"/>
                  </a:lnTo>
                  <a:close/>
                </a:path>
                <a:path w="1318259" h="1889125">
                  <a:moveTo>
                    <a:pt x="1256004" y="0"/>
                  </a:moveTo>
                  <a:lnTo>
                    <a:pt x="1216621" y="0"/>
                  </a:lnTo>
                  <a:lnTo>
                    <a:pt x="1216621" y="39395"/>
                  </a:lnTo>
                  <a:lnTo>
                    <a:pt x="1256004" y="39395"/>
                  </a:lnTo>
                  <a:lnTo>
                    <a:pt x="1256004" y="0"/>
                  </a:lnTo>
                  <a:close/>
                </a:path>
                <a:path w="1318259" h="1889125">
                  <a:moveTo>
                    <a:pt x="1317650" y="1452981"/>
                  </a:moveTo>
                  <a:lnTo>
                    <a:pt x="1279182" y="1452981"/>
                  </a:lnTo>
                  <a:lnTo>
                    <a:pt x="1279182" y="1492377"/>
                  </a:lnTo>
                  <a:lnTo>
                    <a:pt x="1317650" y="1492377"/>
                  </a:lnTo>
                  <a:lnTo>
                    <a:pt x="1317650" y="1452981"/>
                  </a:lnTo>
                  <a:close/>
                </a:path>
                <a:path w="1318259" h="1889125">
                  <a:moveTo>
                    <a:pt x="1317650" y="1386928"/>
                  </a:moveTo>
                  <a:lnTo>
                    <a:pt x="1279182" y="1386928"/>
                  </a:lnTo>
                  <a:lnTo>
                    <a:pt x="1279182" y="1426324"/>
                  </a:lnTo>
                  <a:lnTo>
                    <a:pt x="1317650" y="1426324"/>
                  </a:lnTo>
                  <a:lnTo>
                    <a:pt x="1317650" y="1386928"/>
                  </a:lnTo>
                  <a:close/>
                </a:path>
                <a:path w="1318259" h="1889125">
                  <a:moveTo>
                    <a:pt x="1317650" y="990663"/>
                  </a:moveTo>
                  <a:lnTo>
                    <a:pt x="1279182" y="990663"/>
                  </a:lnTo>
                  <a:lnTo>
                    <a:pt x="1279182" y="1030058"/>
                  </a:lnTo>
                  <a:lnTo>
                    <a:pt x="1317650" y="1030058"/>
                  </a:lnTo>
                  <a:lnTo>
                    <a:pt x="1317650" y="990663"/>
                  </a:lnTo>
                  <a:close/>
                </a:path>
                <a:path w="1318259" h="1889125">
                  <a:moveTo>
                    <a:pt x="1317650" y="924623"/>
                  </a:moveTo>
                  <a:lnTo>
                    <a:pt x="1279182" y="924623"/>
                  </a:lnTo>
                  <a:lnTo>
                    <a:pt x="1279182" y="964006"/>
                  </a:lnTo>
                  <a:lnTo>
                    <a:pt x="1317650" y="964006"/>
                  </a:lnTo>
                  <a:lnTo>
                    <a:pt x="1317650" y="924623"/>
                  </a:lnTo>
                  <a:close/>
                </a:path>
                <a:path w="1318259" h="1889125">
                  <a:moveTo>
                    <a:pt x="1317650" y="858583"/>
                  </a:moveTo>
                  <a:lnTo>
                    <a:pt x="1279182" y="858583"/>
                  </a:lnTo>
                  <a:lnTo>
                    <a:pt x="1279182" y="897966"/>
                  </a:lnTo>
                  <a:lnTo>
                    <a:pt x="1317650" y="897966"/>
                  </a:lnTo>
                  <a:lnTo>
                    <a:pt x="1317650" y="858583"/>
                  </a:lnTo>
                  <a:close/>
                </a:path>
                <a:path w="1318259" h="1889125">
                  <a:moveTo>
                    <a:pt x="1317650" y="792543"/>
                  </a:moveTo>
                  <a:lnTo>
                    <a:pt x="1279182" y="792543"/>
                  </a:lnTo>
                  <a:lnTo>
                    <a:pt x="1279182" y="831926"/>
                  </a:lnTo>
                  <a:lnTo>
                    <a:pt x="1317650" y="831926"/>
                  </a:lnTo>
                  <a:lnTo>
                    <a:pt x="1317650" y="792543"/>
                  </a:lnTo>
                  <a:close/>
                </a:path>
                <a:path w="1318259" h="1889125">
                  <a:moveTo>
                    <a:pt x="1317650" y="726490"/>
                  </a:moveTo>
                  <a:lnTo>
                    <a:pt x="1279182" y="726490"/>
                  </a:lnTo>
                  <a:lnTo>
                    <a:pt x="1279182" y="765886"/>
                  </a:lnTo>
                  <a:lnTo>
                    <a:pt x="1317650" y="765886"/>
                  </a:lnTo>
                  <a:lnTo>
                    <a:pt x="1317650" y="726490"/>
                  </a:lnTo>
                  <a:close/>
                </a:path>
                <a:path w="1318259" h="1889125">
                  <a:moveTo>
                    <a:pt x="1317650" y="660450"/>
                  </a:moveTo>
                  <a:lnTo>
                    <a:pt x="1279182" y="660450"/>
                  </a:lnTo>
                  <a:lnTo>
                    <a:pt x="1279182" y="699846"/>
                  </a:lnTo>
                  <a:lnTo>
                    <a:pt x="1317650" y="699846"/>
                  </a:lnTo>
                  <a:lnTo>
                    <a:pt x="1317650" y="66045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744390" y="5837002"/>
              <a:ext cx="2243455" cy="1341120"/>
            </a:xfrm>
            <a:custGeom>
              <a:avLst/>
              <a:gdLst/>
              <a:ahLst/>
              <a:cxnLst/>
              <a:rect l="l" t="t" r="r" b="b"/>
              <a:pathLst>
                <a:path w="2243454" h="1341120">
                  <a:moveTo>
                    <a:pt x="39395" y="462305"/>
                  </a:moveTo>
                  <a:lnTo>
                    <a:pt x="0" y="462305"/>
                  </a:lnTo>
                  <a:lnTo>
                    <a:pt x="0" y="501700"/>
                  </a:lnTo>
                  <a:lnTo>
                    <a:pt x="39395" y="501700"/>
                  </a:lnTo>
                  <a:lnTo>
                    <a:pt x="39395" y="462305"/>
                  </a:lnTo>
                  <a:close/>
                </a:path>
                <a:path w="2243454" h="1341120">
                  <a:moveTo>
                    <a:pt x="39395" y="396265"/>
                  </a:moveTo>
                  <a:lnTo>
                    <a:pt x="0" y="396265"/>
                  </a:lnTo>
                  <a:lnTo>
                    <a:pt x="0" y="435660"/>
                  </a:lnTo>
                  <a:lnTo>
                    <a:pt x="39395" y="435660"/>
                  </a:lnTo>
                  <a:lnTo>
                    <a:pt x="39395" y="396265"/>
                  </a:lnTo>
                  <a:close/>
                </a:path>
                <a:path w="2243454" h="1341120">
                  <a:moveTo>
                    <a:pt x="39395" y="330225"/>
                  </a:moveTo>
                  <a:lnTo>
                    <a:pt x="0" y="330225"/>
                  </a:lnTo>
                  <a:lnTo>
                    <a:pt x="0" y="369608"/>
                  </a:lnTo>
                  <a:lnTo>
                    <a:pt x="39395" y="369608"/>
                  </a:lnTo>
                  <a:lnTo>
                    <a:pt x="39395" y="330225"/>
                  </a:lnTo>
                  <a:close/>
                </a:path>
                <a:path w="2243454" h="1341120">
                  <a:moveTo>
                    <a:pt x="39395" y="264185"/>
                  </a:moveTo>
                  <a:lnTo>
                    <a:pt x="0" y="264185"/>
                  </a:lnTo>
                  <a:lnTo>
                    <a:pt x="0" y="303568"/>
                  </a:lnTo>
                  <a:lnTo>
                    <a:pt x="39395" y="303568"/>
                  </a:lnTo>
                  <a:lnTo>
                    <a:pt x="39395" y="264185"/>
                  </a:lnTo>
                  <a:close/>
                </a:path>
                <a:path w="2243454" h="1341120">
                  <a:moveTo>
                    <a:pt x="39395" y="198132"/>
                  </a:moveTo>
                  <a:lnTo>
                    <a:pt x="0" y="198132"/>
                  </a:lnTo>
                  <a:lnTo>
                    <a:pt x="0" y="237515"/>
                  </a:lnTo>
                  <a:lnTo>
                    <a:pt x="39395" y="237515"/>
                  </a:lnTo>
                  <a:lnTo>
                    <a:pt x="39395" y="198132"/>
                  </a:lnTo>
                  <a:close/>
                </a:path>
                <a:path w="2243454" h="1341120">
                  <a:moveTo>
                    <a:pt x="39395" y="146697"/>
                  </a:moveTo>
                  <a:lnTo>
                    <a:pt x="0" y="146697"/>
                  </a:lnTo>
                  <a:lnTo>
                    <a:pt x="0" y="171475"/>
                  </a:lnTo>
                  <a:lnTo>
                    <a:pt x="39395" y="171475"/>
                  </a:lnTo>
                  <a:lnTo>
                    <a:pt x="39395" y="146697"/>
                  </a:lnTo>
                  <a:close/>
                </a:path>
                <a:path w="2243454" h="1341120">
                  <a:moveTo>
                    <a:pt x="39395" y="66040"/>
                  </a:moveTo>
                  <a:lnTo>
                    <a:pt x="0" y="66040"/>
                  </a:lnTo>
                  <a:lnTo>
                    <a:pt x="0" y="92379"/>
                  </a:lnTo>
                  <a:lnTo>
                    <a:pt x="39395" y="92379"/>
                  </a:lnTo>
                  <a:lnTo>
                    <a:pt x="39395" y="66040"/>
                  </a:lnTo>
                  <a:close/>
                </a:path>
                <a:path w="2243454" h="1341120">
                  <a:moveTo>
                    <a:pt x="39395" y="0"/>
                  </a:moveTo>
                  <a:lnTo>
                    <a:pt x="0" y="0"/>
                  </a:lnTo>
                  <a:lnTo>
                    <a:pt x="0" y="39395"/>
                  </a:lnTo>
                  <a:lnTo>
                    <a:pt x="39395" y="39395"/>
                  </a:lnTo>
                  <a:lnTo>
                    <a:pt x="39395" y="0"/>
                  </a:lnTo>
                  <a:close/>
                </a:path>
                <a:path w="2243454" h="1341120">
                  <a:moveTo>
                    <a:pt x="101955" y="1254836"/>
                  </a:moveTo>
                  <a:lnTo>
                    <a:pt x="62560" y="1254836"/>
                  </a:lnTo>
                  <a:lnTo>
                    <a:pt x="62560" y="1294231"/>
                  </a:lnTo>
                  <a:lnTo>
                    <a:pt x="101955" y="1294231"/>
                  </a:lnTo>
                  <a:lnTo>
                    <a:pt x="101955" y="1254836"/>
                  </a:lnTo>
                  <a:close/>
                </a:path>
                <a:path w="2243454" h="1341120">
                  <a:moveTo>
                    <a:pt x="101955" y="1188796"/>
                  </a:moveTo>
                  <a:lnTo>
                    <a:pt x="62560" y="1188796"/>
                  </a:lnTo>
                  <a:lnTo>
                    <a:pt x="62560" y="1228191"/>
                  </a:lnTo>
                  <a:lnTo>
                    <a:pt x="101955" y="1228191"/>
                  </a:lnTo>
                  <a:lnTo>
                    <a:pt x="101955" y="1188796"/>
                  </a:lnTo>
                  <a:close/>
                </a:path>
                <a:path w="2243454" h="1341120">
                  <a:moveTo>
                    <a:pt x="101955" y="1122756"/>
                  </a:moveTo>
                  <a:lnTo>
                    <a:pt x="62560" y="1122756"/>
                  </a:lnTo>
                  <a:lnTo>
                    <a:pt x="62560" y="1162138"/>
                  </a:lnTo>
                  <a:lnTo>
                    <a:pt x="101955" y="1162138"/>
                  </a:lnTo>
                  <a:lnTo>
                    <a:pt x="101955" y="1122756"/>
                  </a:lnTo>
                  <a:close/>
                </a:path>
                <a:path w="2243454" h="1341120">
                  <a:moveTo>
                    <a:pt x="101955" y="1056716"/>
                  </a:moveTo>
                  <a:lnTo>
                    <a:pt x="62560" y="1056716"/>
                  </a:lnTo>
                  <a:lnTo>
                    <a:pt x="62560" y="1096098"/>
                  </a:lnTo>
                  <a:lnTo>
                    <a:pt x="101955" y="1096098"/>
                  </a:lnTo>
                  <a:lnTo>
                    <a:pt x="101955" y="1056716"/>
                  </a:lnTo>
                  <a:close/>
                </a:path>
                <a:path w="2243454" h="1341120">
                  <a:moveTo>
                    <a:pt x="101955" y="990663"/>
                  </a:moveTo>
                  <a:lnTo>
                    <a:pt x="62560" y="990663"/>
                  </a:lnTo>
                  <a:lnTo>
                    <a:pt x="62560" y="1030046"/>
                  </a:lnTo>
                  <a:lnTo>
                    <a:pt x="101955" y="1030046"/>
                  </a:lnTo>
                  <a:lnTo>
                    <a:pt x="101955" y="990663"/>
                  </a:lnTo>
                  <a:close/>
                </a:path>
                <a:path w="2243454" h="1341120">
                  <a:moveTo>
                    <a:pt x="101955" y="924623"/>
                  </a:moveTo>
                  <a:lnTo>
                    <a:pt x="62560" y="924623"/>
                  </a:lnTo>
                  <a:lnTo>
                    <a:pt x="62560" y="964006"/>
                  </a:lnTo>
                  <a:lnTo>
                    <a:pt x="101955" y="964006"/>
                  </a:lnTo>
                  <a:lnTo>
                    <a:pt x="101955" y="924623"/>
                  </a:lnTo>
                  <a:close/>
                </a:path>
                <a:path w="2243454" h="1341120">
                  <a:moveTo>
                    <a:pt x="101955" y="858570"/>
                  </a:moveTo>
                  <a:lnTo>
                    <a:pt x="62560" y="858570"/>
                  </a:lnTo>
                  <a:lnTo>
                    <a:pt x="62560" y="897966"/>
                  </a:lnTo>
                  <a:lnTo>
                    <a:pt x="101955" y="897966"/>
                  </a:lnTo>
                  <a:lnTo>
                    <a:pt x="101955" y="858570"/>
                  </a:lnTo>
                  <a:close/>
                </a:path>
                <a:path w="2243454" h="1341120">
                  <a:moveTo>
                    <a:pt x="101955" y="792530"/>
                  </a:moveTo>
                  <a:lnTo>
                    <a:pt x="62560" y="792530"/>
                  </a:lnTo>
                  <a:lnTo>
                    <a:pt x="62560" y="831926"/>
                  </a:lnTo>
                  <a:lnTo>
                    <a:pt x="101955" y="831926"/>
                  </a:lnTo>
                  <a:lnTo>
                    <a:pt x="101955" y="792530"/>
                  </a:lnTo>
                  <a:close/>
                </a:path>
                <a:path w="2243454" h="1341120">
                  <a:moveTo>
                    <a:pt x="101955" y="660438"/>
                  </a:moveTo>
                  <a:lnTo>
                    <a:pt x="62560" y="660438"/>
                  </a:lnTo>
                  <a:lnTo>
                    <a:pt x="62560" y="699833"/>
                  </a:lnTo>
                  <a:lnTo>
                    <a:pt x="101955" y="699833"/>
                  </a:lnTo>
                  <a:lnTo>
                    <a:pt x="101955" y="660438"/>
                  </a:lnTo>
                  <a:close/>
                </a:path>
                <a:path w="2243454" h="1341120">
                  <a:moveTo>
                    <a:pt x="101955" y="594398"/>
                  </a:moveTo>
                  <a:lnTo>
                    <a:pt x="62560" y="594398"/>
                  </a:lnTo>
                  <a:lnTo>
                    <a:pt x="62560" y="633793"/>
                  </a:lnTo>
                  <a:lnTo>
                    <a:pt x="101955" y="633793"/>
                  </a:lnTo>
                  <a:lnTo>
                    <a:pt x="101955" y="594398"/>
                  </a:lnTo>
                  <a:close/>
                </a:path>
                <a:path w="2243454" h="1341120">
                  <a:moveTo>
                    <a:pt x="101955" y="528345"/>
                  </a:moveTo>
                  <a:lnTo>
                    <a:pt x="62560" y="528345"/>
                  </a:lnTo>
                  <a:lnTo>
                    <a:pt x="62560" y="567740"/>
                  </a:lnTo>
                  <a:lnTo>
                    <a:pt x="101955" y="567740"/>
                  </a:lnTo>
                  <a:lnTo>
                    <a:pt x="101955" y="528345"/>
                  </a:lnTo>
                  <a:close/>
                </a:path>
                <a:path w="2243454" h="1341120">
                  <a:moveTo>
                    <a:pt x="101955" y="462305"/>
                  </a:moveTo>
                  <a:lnTo>
                    <a:pt x="62560" y="462305"/>
                  </a:lnTo>
                  <a:lnTo>
                    <a:pt x="62560" y="501700"/>
                  </a:lnTo>
                  <a:lnTo>
                    <a:pt x="101955" y="501700"/>
                  </a:lnTo>
                  <a:lnTo>
                    <a:pt x="101955" y="462305"/>
                  </a:lnTo>
                  <a:close/>
                </a:path>
                <a:path w="2243454" h="1341120">
                  <a:moveTo>
                    <a:pt x="101955" y="396265"/>
                  </a:moveTo>
                  <a:lnTo>
                    <a:pt x="62560" y="396265"/>
                  </a:lnTo>
                  <a:lnTo>
                    <a:pt x="62560" y="435660"/>
                  </a:lnTo>
                  <a:lnTo>
                    <a:pt x="101955" y="435660"/>
                  </a:lnTo>
                  <a:lnTo>
                    <a:pt x="101955" y="396265"/>
                  </a:lnTo>
                  <a:close/>
                </a:path>
                <a:path w="2243454" h="1341120">
                  <a:moveTo>
                    <a:pt x="101955" y="330225"/>
                  </a:moveTo>
                  <a:lnTo>
                    <a:pt x="62560" y="330225"/>
                  </a:lnTo>
                  <a:lnTo>
                    <a:pt x="62560" y="369608"/>
                  </a:lnTo>
                  <a:lnTo>
                    <a:pt x="101955" y="369608"/>
                  </a:lnTo>
                  <a:lnTo>
                    <a:pt x="101955" y="330225"/>
                  </a:lnTo>
                  <a:close/>
                </a:path>
                <a:path w="2243454" h="1341120">
                  <a:moveTo>
                    <a:pt x="101955" y="264185"/>
                  </a:moveTo>
                  <a:lnTo>
                    <a:pt x="62560" y="264185"/>
                  </a:lnTo>
                  <a:lnTo>
                    <a:pt x="62560" y="303568"/>
                  </a:lnTo>
                  <a:lnTo>
                    <a:pt x="101955" y="303568"/>
                  </a:lnTo>
                  <a:lnTo>
                    <a:pt x="101955" y="264185"/>
                  </a:lnTo>
                  <a:close/>
                </a:path>
                <a:path w="2243454" h="1341120">
                  <a:moveTo>
                    <a:pt x="101955" y="198132"/>
                  </a:moveTo>
                  <a:lnTo>
                    <a:pt x="62560" y="198132"/>
                  </a:lnTo>
                  <a:lnTo>
                    <a:pt x="62560" y="237515"/>
                  </a:lnTo>
                  <a:lnTo>
                    <a:pt x="101955" y="237515"/>
                  </a:lnTo>
                  <a:lnTo>
                    <a:pt x="101955" y="198132"/>
                  </a:lnTo>
                  <a:close/>
                </a:path>
                <a:path w="2243454" h="1341120">
                  <a:moveTo>
                    <a:pt x="101955" y="146697"/>
                  </a:moveTo>
                  <a:lnTo>
                    <a:pt x="62560" y="146697"/>
                  </a:lnTo>
                  <a:lnTo>
                    <a:pt x="62560" y="171475"/>
                  </a:lnTo>
                  <a:lnTo>
                    <a:pt x="101955" y="171475"/>
                  </a:lnTo>
                  <a:lnTo>
                    <a:pt x="101955" y="146697"/>
                  </a:lnTo>
                  <a:close/>
                </a:path>
                <a:path w="2243454" h="1341120">
                  <a:moveTo>
                    <a:pt x="101955" y="66040"/>
                  </a:moveTo>
                  <a:lnTo>
                    <a:pt x="62560" y="66040"/>
                  </a:lnTo>
                  <a:lnTo>
                    <a:pt x="62560" y="92379"/>
                  </a:lnTo>
                  <a:lnTo>
                    <a:pt x="101955" y="92379"/>
                  </a:lnTo>
                  <a:lnTo>
                    <a:pt x="101955" y="66040"/>
                  </a:lnTo>
                  <a:close/>
                </a:path>
                <a:path w="2243454" h="1341120">
                  <a:moveTo>
                    <a:pt x="101955" y="0"/>
                  </a:moveTo>
                  <a:lnTo>
                    <a:pt x="62560" y="0"/>
                  </a:lnTo>
                  <a:lnTo>
                    <a:pt x="62560" y="39395"/>
                  </a:lnTo>
                  <a:lnTo>
                    <a:pt x="101955" y="39395"/>
                  </a:lnTo>
                  <a:lnTo>
                    <a:pt x="101955" y="0"/>
                  </a:lnTo>
                  <a:close/>
                </a:path>
                <a:path w="2243454" h="1341120">
                  <a:moveTo>
                    <a:pt x="1863140" y="1301178"/>
                  </a:moveTo>
                  <a:lnTo>
                    <a:pt x="1823745" y="1301178"/>
                  </a:lnTo>
                  <a:lnTo>
                    <a:pt x="1823745" y="1340573"/>
                  </a:lnTo>
                  <a:lnTo>
                    <a:pt x="1863140" y="1340573"/>
                  </a:lnTo>
                  <a:lnTo>
                    <a:pt x="1863140" y="1301178"/>
                  </a:lnTo>
                  <a:close/>
                </a:path>
                <a:path w="2243454" h="1341120">
                  <a:moveTo>
                    <a:pt x="1863140" y="1235138"/>
                  </a:moveTo>
                  <a:lnTo>
                    <a:pt x="1823745" y="1235138"/>
                  </a:lnTo>
                  <a:lnTo>
                    <a:pt x="1823745" y="1274533"/>
                  </a:lnTo>
                  <a:lnTo>
                    <a:pt x="1863140" y="1274533"/>
                  </a:lnTo>
                  <a:lnTo>
                    <a:pt x="1863140" y="1235138"/>
                  </a:lnTo>
                  <a:close/>
                </a:path>
                <a:path w="2243454" h="1341120">
                  <a:moveTo>
                    <a:pt x="1863140" y="1169098"/>
                  </a:moveTo>
                  <a:lnTo>
                    <a:pt x="1823745" y="1169098"/>
                  </a:lnTo>
                  <a:lnTo>
                    <a:pt x="1823745" y="1208481"/>
                  </a:lnTo>
                  <a:lnTo>
                    <a:pt x="1863140" y="1208481"/>
                  </a:lnTo>
                  <a:lnTo>
                    <a:pt x="1863140" y="1169098"/>
                  </a:lnTo>
                  <a:close/>
                </a:path>
                <a:path w="2243454" h="1341120">
                  <a:moveTo>
                    <a:pt x="1863140" y="1103058"/>
                  </a:moveTo>
                  <a:lnTo>
                    <a:pt x="1823745" y="1103058"/>
                  </a:lnTo>
                  <a:lnTo>
                    <a:pt x="1823745" y="1142441"/>
                  </a:lnTo>
                  <a:lnTo>
                    <a:pt x="1863140" y="1142441"/>
                  </a:lnTo>
                  <a:lnTo>
                    <a:pt x="1863140" y="1103058"/>
                  </a:lnTo>
                  <a:close/>
                </a:path>
                <a:path w="2243454" h="1341120">
                  <a:moveTo>
                    <a:pt x="1863140" y="1037018"/>
                  </a:moveTo>
                  <a:lnTo>
                    <a:pt x="1823745" y="1037018"/>
                  </a:lnTo>
                  <a:lnTo>
                    <a:pt x="1823745" y="1076401"/>
                  </a:lnTo>
                  <a:lnTo>
                    <a:pt x="1863140" y="1076401"/>
                  </a:lnTo>
                  <a:lnTo>
                    <a:pt x="1863140" y="1037018"/>
                  </a:lnTo>
                  <a:close/>
                </a:path>
                <a:path w="2243454" h="1341120">
                  <a:moveTo>
                    <a:pt x="1863140" y="904925"/>
                  </a:moveTo>
                  <a:lnTo>
                    <a:pt x="1823745" y="904925"/>
                  </a:lnTo>
                  <a:lnTo>
                    <a:pt x="1823745" y="944321"/>
                  </a:lnTo>
                  <a:lnTo>
                    <a:pt x="1863140" y="944321"/>
                  </a:lnTo>
                  <a:lnTo>
                    <a:pt x="1863140" y="904925"/>
                  </a:lnTo>
                  <a:close/>
                </a:path>
                <a:path w="2243454" h="1341120">
                  <a:moveTo>
                    <a:pt x="1863140" y="772833"/>
                  </a:moveTo>
                  <a:lnTo>
                    <a:pt x="1823745" y="772833"/>
                  </a:lnTo>
                  <a:lnTo>
                    <a:pt x="1823745" y="812228"/>
                  </a:lnTo>
                  <a:lnTo>
                    <a:pt x="1863140" y="812228"/>
                  </a:lnTo>
                  <a:lnTo>
                    <a:pt x="1863140" y="772833"/>
                  </a:lnTo>
                  <a:close/>
                </a:path>
                <a:path w="2243454" h="1341120">
                  <a:moveTo>
                    <a:pt x="1863140" y="706780"/>
                  </a:moveTo>
                  <a:lnTo>
                    <a:pt x="1823745" y="706780"/>
                  </a:lnTo>
                  <a:lnTo>
                    <a:pt x="1823745" y="746175"/>
                  </a:lnTo>
                  <a:lnTo>
                    <a:pt x="1863140" y="746175"/>
                  </a:lnTo>
                  <a:lnTo>
                    <a:pt x="1863140" y="706780"/>
                  </a:lnTo>
                  <a:close/>
                </a:path>
                <a:path w="2243454" h="1341120">
                  <a:moveTo>
                    <a:pt x="1863140" y="640740"/>
                  </a:moveTo>
                  <a:lnTo>
                    <a:pt x="1823745" y="640740"/>
                  </a:lnTo>
                  <a:lnTo>
                    <a:pt x="1823745" y="680135"/>
                  </a:lnTo>
                  <a:lnTo>
                    <a:pt x="1863140" y="680135"/>
                  </a:lnTo>
                  <a:lnTo>
                    <a:pt x="1863140" y="640740"/>
                  </a:lnTo>
                  <a:close/>
                </a:path>
                <a:path w="2243454" h="1341120">
                  <a:moveTo>
                    <a:pt x="1863140" y="574700"/>
                  </a:moveTo>
                  <a:lnTo>
                    <a:pt x="1823745" y="574700"/>
                  </a:lnTo>
                  <a:lnTo>
                    <a:pt x="1823745" y="614095"/>
                  </a:lnTo>
                  <a:lnTo>
                    <a:pt x="1863140" y="614095"/>
                  </a:lnTo>
                  <a:lnTo>
                    <a:pt x="1863140" y="574700"/>
                  </a:lnTo>
                  <a:close/>
                </a:path>
                <a:path w="2243454" h="1341120">
                  <a:moveTo>
                    <a:pt x="1863140" y="508647"/>
                  </a:moveTo>
                  <a:lnTo>
                    <a:pt x="1823745" y="508647"/>
                  </a:lnTo>
                  <a:lnTo>
                    <a:pt x="1823745" y="548043"/>
                  </a:lnTo>
                  <a:lnTo>
                    <a:pt x="1863140" y="548043"/>
                  </a:lnTo>
                  <a:lnTo>
                    <a:pt x="1863140" y="508647"/>
                  </a:lnTo>
                  <a:close/>
                </a:path>
                <a:path w="2243454" h="1341120">
                  <a:moveTo>
                    <a:pt x="1863140" y="442607"/>
                  </a:moveTo>
                  <a:lnTo>
                    <a:pt x="1823745" y="442607"/>
                  </a:lnTo>
                  <a:lnTo>
                    <a:pt x="1823745" y="482003"/>
                  </a:lnTo>
                  <a:lnTo>
                    <a:pt x="1863140" y="482003"/>
                  </a:lnTo>
                  <a:lnTo>
                    <a:pt x="1863140" y="442607"/>
                  </a:lnTo>
                  <a:close/>
                </a:path>
                <a:path w="2243454" h="1341120">
                  <a:moveTo>
                    <a:pt x="1863140" y="376567"/>
                  </a:moveTo>
                  <a:lnTo>
                    <a:pt x="1823745" y="376567"/>
                  </a:lnTo>
                  <a:lnTo>
                    <a:pt x="1823745" y="415950"/>
                  </a:lnTo>
                  <a:lnTo>
                    <a:pt x="1863140" y="415950"/>
                  </a:lnTo>
                  <a:lnTo>
                    <a:pt x="1863140" y="376567"/>
                  </a:lnTo>
                  <a:close/>
                </a:path>
                <a:path w="2243454" h="1341120">
                  <a:moveTo>
                    <a:pt x="1863140" y="310527"/>
                  </a:moveTo>
                  <a:lnTo>
                    <a:pt x="1823745" y="310527"/>
                  </a:lnTo>
                  <a:lnTo>
                    <a:pt x="1823745" y="349910"/>
                  </a:lnTo>
                  <a:lnTo>
                    <a:pt x="1863140" y="349910"/>
                  </a:lnTo>
                  <a:lnTo>
                    <a:pt x="1863140" y="310527"/>
                  </a:lnTo>
                  <a:close/>
                </a:path>
                <a:path w="2243454" h="1341120">
                  <a:moveTo>
                    <a:pt x="1863140" y="244487"/>
                  </a:moveTo>
                  <a:lnTo>
                    <a:pt x="1823745" y="244487"/>
                  </a:lnTo>
                  <a:lnTo>
                    <a:pt x="1823745" y="283870"/>
                  </a:lnTo>
                  <a:lnTo>
                    <a:pt x="1863140" y="283870"/>
                  </a:lnTo>
                  <a:lnTo>
                    <a:pt x="1863140" y="244487"/>
                  </a:lnTo>
                  <a:close/>
                </a:path>
                <a:path w="2243454" h="1341120">
                  <a:moveTo>
                    <a:pt x="1863140" y="178435"/>
                  </a:moveTo>
                  <a:lnTo>
                    <a:pt x="1823745" y="178435"/>
                  </a:lnTo>
                  <a:lnTo>
                    <a:pt x="1823745" y="217830"/>
                  </a:lnTo>
                  <a:lnTo>
                    <a:pt x="1863140" y="217830"/>
                  </a:lnTo>
                  <a:lnTo>
                    <a:pt x="1863140" y="178435"/>
                  </a:lnTo>
                  <a:close/>
                </a:path>
                <a:path w="2243454" h="1341120">
                  <a:moveTo>
                    <a:pt x="1863140" y="112395"/>
                  </a:moveTo>
                  <a:lnTo>
                    <a:pt x="1823745" y="112395"/>
                  </a:lnTo>
                  <a:lnTo>
                    <a:pt x="1823745" y="151790"/>
                  </a:lnTo>
                  <a:lnTo>
                    <a:pt x="1863140" y="151790"/>
                  </a:lnTo>
                  <a:lnTo>
                    <a:pt x="1863140" y="112395"/>
                  </a:lnTo>
                  <a:close/>
                </a:path>
                <a:path w="2243454" h="1341120">
                  <a:moveTo>
                    <a:pt x="1863140" y="46342"/>
                  </a:moveTo>
                  <a:lnTo>
                    <a:pt x="1823745" y="46342"/>
                  </a:lnTo>
                  <a:lnTo>
                    <a:pt x="1823745" y="85737"/>
                  </a:lnTo>
                  <a:lnTo>
                    <a:pt x="1863140" y="85737"/>
                  </a:lnTo>
                  <a:lnTo>
                    <a:pt x="1863140" y="46342"/>
                  </a:lnTo>
                  <a:close/>
                </a:path>
                <a:path w="2243454" h="1341120">
                  <a:moveTo>
                    <a:pt x="2180615" y="1281493"/>
                  </a:moveTo>
                  <a:lnTo>
                    <a:pt x="2141220" y="1281493"/>
                  </a:lnTo>
                  <a:lnTo>
                    <a:pt x="2141220" y="1320876"/>
                  </a:lnTo>
                  <a:lnTo>
                    <a:pt x="2180615" y="1320876"/>
                  </a:lnTo>
                  <a:lnTo>
                    <a:pt x="2180615" y="1281493"/>
                  </a:lnTo>
                  <a:close/>
                </a:path>
                <a:path w="2243454" h="1341120">
                  <a:moveTo>
                    <a:pt x="2180615" y="1149400"/>
                  </a:moveTo>
                  <a:lnTo>
                    <a:pt x="2141220" y="1149400"/>
                  </a:lnTo>
                  <a:lnTo>
                    <a:pt x="2141220" y="1188783"/>
                  </a:lnTo>
                  <a:lnTo>
                    <a:pt x="2180615" y="1188783"/>
                  </a:lnTo>
                  <a:lnTo>
                    <a:pt x="2180615" y="1149400"/>
                  </a:lnTo>
                  <a:close/>
                </a:path>
                <a:path w="2243454" h="1341120">
                  <a:moveTo>
                    <a:pt x="2180615" y="1083360"/>
                  </a:moveTo>
                  <a:lnTo>
                    <a:pt x="2141220" y="1083360"/>
                  </a:lnTo>
                  <a:lnTo>
                    <a:pt x="2141220" y="1122756"/>
                  </a:lnTo>
                  <a:lnTo>
                    <a:pt x="2180615" y="1122756"/>
                  </a:lnTo>
                  <a:lnTo>
                    <a:pt x="2180615" y="1083360"/>
                  </a:lnTo>
                  <a:close/>
                </a:path>
                <a:path w="2243454" h="1341120">
                  <a:moveTo>
                    <a:pt x="2180615" y="1017320"/>
                  </a:moveTo>
                  <a:lnTo>
                    <a:pt x="2141220" y="1017320"/>
                  </a:lnTo>
                  <a:lnTo>
                    <a:pt x="2141220" y="1056716"/>
                  </a:lnTo>
                  <a:lnTo>
                    <a:pt x="2180615" y="1056716"/>
                  </a:lnTo>
                  <a:lnTo>
                    <a:pt x="2180615" y="1017320"/>
                  </a:lnTo>
                  <a:close/>
                </a:path>
                <a:path w="2243454" h="1341120">
                  <a:moveTo>
                    <a:pt x="2180615" y="951268"/>
                  </a:moveTo>
                  <a:lnTo>
                    <a:pt x="2141220" y="951268"/>
                  </a:lnTo>
                  <a:lnTo>
                    <a:pt x="2141220" y="990663"/>
                  </a:lnTo>
                  <a:lnTo>
                    <a:pt x="2180615" y="990663"/>
                  </a:lnTo>
                  <a:lnTo>
                    <a:pt x="2180615" y="951268"/>
                  </a:lnTo>
                  <a:close/>
                </a:path>
                <a:path w="2243454" h="1341120">
                  <a:moveTo>
                    <a:pt x="2180615" y="885228"/>
                  </a:moveTo>
                  <a:lnTo>
                    <a:pt x="2141220" y="885228"/>
                  </a:lnTo>
                  <a:lnTo>
                    <a:pt x="2141220" y="924623"/>
                  </a:lnTo>
                  <a:lnTo>
                    <a:pt x="2180615" y="924623"/>
                  </a:lnTo>
                  <a:lnTo>
                    <a:pt x="2180615" y="885228"/>
                  </a:lnTo>
                  <a:close/>
                </a:path>
                <a:path w="2243454" h="1341120">
                  <a:moveTo>
                    <a:pt x="2180615" y="819175"/>
                  </a:moveTo>
                  <a:lnTo>
                    <a:pt x="2141220" y="819175"/>
                  </a:lnTo>
                  <a:lnTo>
                    <a:pt x="2141220" y="858570"/>
                  </a:lnTo>
                  <a:lnTo>
                    <a:pt x="2180615" y="858570"/>
                  </a:lnTo>
                  <a:lnTo>
                    <a:pt x="2180615" y="819175"/>
                  </a:lnTo>
                  <a:close/>
                </a:path>
                <a:path w="2243454" h="1341120">
                  <a:moveTo>
                    <a:pt x="2180615" y="621042"/>
                  </a:moveTo>
                  <a:lnTo>
                    <a:pt x="2141220" y="621042"/>
                  </a:lnTo>
                  <a:lnTo>
                    <a:pt x="2141220" y="660438"/>
                  </a:lnTo>
                  <a:lnTo>
                    <a:pt x="2180615" y="660438"/>
                  </a:lnTo>
                  <a:lnTo>
                    <a:pt x="2180615" y="621042"/>
                  </a:lnTo>
                  <a:close/>
                </a:path>
                <a:path w="2243454" h="1341120">
                  <a:moveTo>
                    <a:pt x="2180615" y="555002"/>
                  </a:moveTo>
                  <a:lnTo>
                    <a:pt x="2141220" y="555002"/>
                  </a:lnTo>
                  <a:lnTo>
                    <a:pt x="2141220" y="594385"/>
                  </a:lnTo>
                  <a:lnTo>
                    <a:pt x="2180615" y="594385"/>
                  </a:lnTo>
                  <a:lnTo>
                    <a:pt x="2180615" y="555002"/>
                  </a:lnTo>
                  <a:close/>
                </a:path>
                <a:path w="2243454" h="1341120">
                  <a:moveTo>
                    <a:pt x="2180615" y="488962"/>
                  </a:moveTo>
                  <a:lnTo>
                    <a:pt x="2141220" y="488962"/>
                  </a:lnTo>
                  <a:lnTo>
                    <a:pt x="2141220" y="528345"/>
                  </a:lnTo>
                  <a:lnTo>
                    <a:pt x="2180615" y="528345"/>
                  </a:lnTo>
                  <a:lnTo>
                    <a:pt x="2180615" y="488962"/>
                  </a:lnTo>
                  <a:close/>
                </a:path>
                <a:path w="2243454" h="1341120">
                  <a:moveTo>
                    <a:pt x="2180615" y="422922"/>
                  </a:moveTo>
                  <a:lnTo>
                    <a:pt x="2141220" y="422922"/>
                  </a:lnTo>
                  <a:lnTo>
                    <a:pt x="2141220" y="462305"/>
                  </a:lnTo>
                  <a:lnTo>
                    <a:pt x="2180615" y="462305"/>
                  </a:lnTo>
                  <a:lnTo>
                    <a:pt x="2180615" y="422922"/>
                  </a:lnTo>
                  <a:close/>
                </a:path>
                <a:path w="2243454" h="1341120">
                  <a:moveTo>
                    <a:pt x="2180615" y="356870"/>
                  </a:moveTo>
                  <a:lnTo>
                    <a:pt x="2141220" y="356870"/>
                  </a:lnTo>
                  <a:lnTo>
                    <a:pt x="2141220" y="396252"/>
                  </a:lnTo>
                  <a:lnTo>
                    <a:pt x="2180615" y="396252"/>
                  </a:lnTo>
                  <a:lnTo>
                    <a:pt x="2180615" y="356870"/>
                  </a:lnTo>
                  <a:close/>
                </a:path>
                <a:path w="2243454" h="1341120">
                  <a:moveTo>
                    <a:pt x="2180615" y="290830"/>
                  </a:moveTo>
                  <a:lnTo>
                    <a:pt x="2141220" y="290830"/>
                  </a:lnTo>
                  <a:lnTo>
                    <a:pt x="2141220" y="330225"/>
                  </a:lnTo>
                  <a:lnTo>
                    <a:pt x="2180615" y="330225"/>
                  </a:lnTo>
                  <a:lnTo>
                    <a:pt x="2180615" y="290830"/>
                  </a:lnTo>
                  <a:close/>
                </a:path>
                <a:path w="2243454" h="1341120">
                  <a:moveTo>
                    <a:pt x="2243188" y="1215453"/>
                  </a:moveTo>
                  <a:lnTo>
                    <a:pt x="2203793" y="1215453"/>
                  </a:lnTo>
                  <a:lnTo>
                    <a:pt x="2203793" y="1254836"/>
                  </a:lnTo>
                  <a:lnTo>
                    <a:pt x="2243188" y="1254836"/>
                  </a:lnTo>
                  <a:lnTo>
                    <a:pt x="2243188" y="1215453"/>
                  </a:lnTo>
                  <a:close/>
                </a:path>
                <a:path w="2243454" h="1341120">
                  <a:moveTo>
                    <a:pt x="2243188" y="1149400"/>
                  </a:moveTo>
                  <a:lnTo>
                    <a:pt x="2203793" y="1149400"/>
                  </a:lnTo>
                  <a:lnTo>
                    <a:pt x="2203793" y="1188783"/>
                  </a:lnTo>
                  <a:lnTo>
                    <a:pt x="2243188" y="1188783"/>
                  </a:lnTo>
                  <a:lnTo>
                    <a:pt x="2243188" y="1149400"/>
                  </a:lnTo>
                  <a:close/>
                </a:path>
                <a:path w="2243454" h="1341120">
                  <a:moveTo>
                    <a:pt x="2243188" y="1083360"/>
                  </a:moveTo>
                  <a:lnTo>
                    <a:pt x="2203793" y="1083360"/>
                  </a:lnTo>
                  <a:lnTo>
                    <a:pt x="2203793" y="1122756"/>
                  </a:lnTo>
                  <a:lnTo>
                    <a:pt x="2243188" y="1122756"/>
                  </a:lnTo>
                  <a:lnTo>
                    <a:pt x="2243188" y="1083360"/>
                  </a:lnTo>
                  <a:close/>
                </a:path>
                <a:path w="2243454" h="1341120">
                  <a:moveTo>
                    <a:pt x="2243188" y="1017320"/>
                  </a:moveTo>
                  <a:lnTo>
                    <a:pt x="2203793" y="1017320"/>
                  </a:lnTo>
                  <a:lnTo>
                    <a:pt x="2203793" y="1056716"/>
                  </a:lnTo>
                  <a:lnTo>
                    <a:pt x="2243188" y="1056716"/>
                  </a:lnTo>
                  <a:lnTo>
                    <a:pt x="2243188" y="1017320"/>
                  </a:lnTo>
                  <a:close/>
                </a:path>
                <a:path w="2243454" h="1341120">
                  <a:moveTo>
                    <a:pt x="2243188" y="951268"/>
                  </a:moveTo>
                  <a:lnTo>
                    <a:pt x="2203793" y="951268"/>
                  </a:lnTo>
                  <a:lnTo>
                    <a:pt x="2203793" y="990663"/>
                  </a:lnTo>
                  <a:lnTo>
                    <a:pt x="2243188" y="990663"/>
                  </a:lnTo>
                  <a:lnTo>
                    <a:pt x="2243188" y="951268"/>
                  </a:lnTo>
                  <a:close/>
                </a:path>
                <a:path w="2243454" h="1341120">
                  <a:moveTo>
                    <a:pt x="2243188" y="885228"/>
                  </a:moveTo>
                  <a:lnTo>
                    <a:pt x="2203793" y="885228"/>
                  </a:lnTo>
                  <a:lnTo>
                    <a:pt x="2203793" y="924623"/>
                  </a:lnTo>
                  <a:lnTo>
                    <a:pt x="2243188" y="924623"/>
                  </a:lnTo>
                  <a:lnTo>
                    <a:pt x="2243188" y="885228"/>
                  </a:lnTo>
                  <a:close/>
                </a:path>
                <a:path w="2243454" h="1341120">
                  <a:moveTo>
                    <a:pt x="2243188" y="819175"/>
                  </a:moveTo>
                  <a:lnTo>
                    <a:pt x="2203793" y="819175"/>
                  </a:lnTo>
                  <a:lnTo>
                    <a:pt x="2203793" y="858570"/>
                  </a:lnTo>
                  <a:lnTo>
                    <a:pt x="2243188" y="858570"/>
                  </a:lnTo>
                  <a:lnTo>
                    <a:pt x="2243188" y="819175"/>
                  </a:lnTo>
                  <a:close/>
                </a:path>
                <a:path w="2243454" h="1341120">
                  <a:moveTo>
                    <a:pt x="2243188" y="621042"/>
                  </a:moveTo>
                  <a:lnTo>
                    <a:pt x="2203793" y="621042"/>
                  </a:lnTo>
                  <a:lnTo>
                    <a:pt x="2203793" y="660438"/>
                  </a:lnTo>
                  <a:lnTo>
                    <a:pt x="2243188" y="660438"/>
                  </a:lnTo>
                  <a:lnTo>
                    <a:pt x="2243188" y="621042"/>
                  </a:lnTo>
                  <a:close/>
                </a:path>
                <a:path w="2243454" h="1341120">
                  <a:moveTo>
                    <a:pt x="2243188" y="555002"/>
                  </a:moveTo>
                  <a:lnTo>
                    <a:pt x="2203793" y="555002"/>
                  </a:lnTo>
                  <a:lnTo>
                    <a:pt x="2203793" y="594385"/>
                  </a:lnTo>
                  <a:lnTo>
                    <a:pt x="2243188" y="594385"/>
                  </a:lnTo>
                  <a:lnTo>
                    <a:pt x="2243188" y="555002"/>
                  </a:lnTo>
                  <a:close/>
                </a:path>
                <a:path w="2243454" h="1341120">
                  <a:moveTo>
                    <a:pt x="2243188" y="488962"/>
                  </a:moveTo>
                  <a:lnTo>
                    <a:pt x="2203793" y="488962"/>
                  </a:lnTo>
                  <a:lnTo>
                    <a:pt x="2203793" y="528345"/>
                  </a:lnTo>
                  <a:lnTo>
                    <a:pt x="2243188" y="528345"/>
                  </a:lnTo>
                  <a:lnTo>
                    <a:pt x="2243188" y="488962"/>
                  </a:lnTo>
                  <a:close/>
                </a:path>
                <a:path w="2243454" h="1341120">
                  <a:moveTo>
                    <a:pt x="2243188" y="422922"/>
                  </a:moveTo>
                  <a:lnTo>
                    <a:pt x="2203793" y="422922"/>
                  </a:lnTo>
                  <a:lnTo>
                    <a:pt x="2203793" y="462305"/>
                  </a:lnTo>
                  <a:lnTo>
                    <a:pt x="2243188" y="462305"/>
                  </a:lnTo>
                  <a:lnTo>
                    <a:pt x="2243188" y="422922"/>
                  </a:lnTo>
                  <a:close/>
                </a:path>
                <a:path w="2243454" h="1341120">
                  <a:moveTo>
                    <a:pt x="2243188" y="356870"/>
                  </a:moveTo>
                  <a:lnTo>
                    <a:pt x="2203793" y="356870"/>
                  </a:lnTo>
                  <a:lnTo>
                    <a:pt x="2203793" y="396252"/>
                  </a:lnTo>
                  <a:lnTo>
                    <a:pt x="2243188" y="396252"/>
                  </a:lnTo>
                  <a:lnTo>
                    <a:pt x="2243188" y="356870"/>
                  </a:lnTo>
                  <a:close/>
                </a:path>
                <a:path w="2243454" h="1341120">
                  <a:moveTo>
                    <a:pt x="2243188" y="290830"/>
                  </a:moveTo>
                  <a:lnTo>
                    <a:pt x="2203793" y="290830"/>
                  </a:lnTo>
                  <a:lnTo>
                    <a:pt x="2203793" y="330225"/>
                  </a:lnTo>
                  <a:lnTo>
                    <a:pt x="2243188" y="330225"/>
                  </a:lnTo>
                  <a:lnTo>
                    <a:pt x="2243188" y="29083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744390" y="6094228"/>
              <a:ext cx="410209" cy="1037590"/>
            </a:xfrm>
            <a:custGeom>
              <a:avLst/>
              <a:gdLst/>
              <a:ahLst/>
              <a:cxnLst/>
              <a:rect l="l" t="t" r="r" b="b"/>
              <a:pathLst>
                <a:path w="410210" h="1037590">
                  <a:moveTo>
                    <a:pt x="39395" y="997610"/>
                  </a:moveTo>
                  <a:lnTo>
                    <a:pt x="0" y="997610"/>
                  </a:lnTo>
                  <a:lnTo>
                    <a:pt x="0" y="1037005"/>
                  </a:lnTo>
                  <a:lnTo>
                    <a:pt x="39395" y="1037005"/>
                  </a:lnTo>
                  <a:lnTo>
                    <a:pt x="39395" y="997610"/>
                  </a:lnTo>
                  <a:close/>
                </a:path>
                <a:path w="410210" h="1037590">
                  <a:moveTo>
                    <a:pt x="39395" y="931570"/>
                  </a:moveTo>
                  <a:lnTo>
                    <a:pt x="0" y="931570"/>
                  </a:lnTo>
                  <a:lnTo>
                    <a:pt x="0" y="970965"/>
                  </a:lnTo>
                  <a:lnTo>
                    <a:pt x="39395" y="970965"/>
                  </a:lnTo>
                  <a:lnTo>
                    <a:pt x="39395" y="931570"/>
                  </a:lnTo>
                  <a:close/>
                </a:path>
                <a:path w="410210" h="1037590">
                  <a:moveTo>
                    <a:pt x="39395" y="865530"/>
                  </a:moveTo>
                  <a:lnTo>
                    <a:pt x="0" y="865530"/>
                  </a:lnTo>
                  <a:lnTo>
                    <a:pt x="0" y="904913"/>
                  </a:lnTo>
                  <a:lnTo>
                    <a:pt x="39395" y="904913"/>
                  </a:lnTo>
                  <a:lnTo>
                    <a:pt x="39395" y="865530"/>
                  </a:lnTo>
                  <a:close/>
                </a:path>
                <a:path w="410210" h="1037590">
                  <a:moveTo>
                    <a:pt x="39395" y="799490"/>
                  </a:moveTo>
                  <a:lnTo>
                    <a:pt x="0" y="799490"/>
                  </a:lnTo>
                  <a:lnTo>
                    <a:pt x="0" y="838873"/>
                  </a:lnTo>
                  <a:lnTo>
                    <a:pt x="39395" y="838873"/>
                  </a:lnTo>
                  <a:lnTo>
                    <a:pt x="39395" y="799490"/>
                  </a:lnTo>
                  <a:close/>
                </a:path>
                <a:path w="410210" h="1037590">
                  <a:moveTo>
                    <a:pt x="39395" y="733437"/>
                  </a:moveTo>
                  <a:lnTo>
                    <a:pt x="0" y="733437"/>
                  </a:lnTo>
                  <a:lnTo>
                    <a:pt x="0" y="772820"/>
                  </a:lnTo>
                  <a:lnTo>
                    <a:pt x="39395" y="772820"/>
                  </a:lnTo>
                  <a:lnTo>
                    <a:pt x="39395" y="733437"/>
                  </a:lnTo>
                  <a:close/>
                </a:path>
                <a:path w="410210" h="1037590">
                  <a:moveTo>
                    <a:pt x="39395" y="667397"/>
                  </a:moveTo>
                  <a:lnTo>
                    <a:pt x="0" y="667397"/>
                  </a:lnTo>
                  <a:lnTo>
                    <a:pt x="0" y="706780"/>
                  </a:lnTo>
                  <a:lnTo>
                    <a:pt x="39395" y="706780"/>
                  </a:lnTo>
                  <a:lnTo>
                    <a:pt x="39395" y="667397"/>
                  </a:lnTo>
                  <a:close/>
                </a:path>
                <a:path w="410210" h="1037590">
                  <a:moveTo>
                    <a:pt x="39395" y="601345"/>
                  </a:moveTo>
                  <a:lnTo>
                    <a:pt x="0" y="601345"/>
                  </a:lnTo>
                  <a:lnTo>
                    <a:pt x="0" y="640740"/>
                  </a:lnTo>
                  <a:lnTo>
                    <a:pt x="39395" y="640740"/>
                  </a:lnTo>
                  <a:lnTo>
                    <a:pt x="39395" y="601345"/>
                  </a:lnTo>
                  <a:close/>
                </a:path>
                <a:path w="410210" h="1037590">
                  <a:moveTo>
                    <a:pt x="39395" y="535305"/>
                  </a:moveTo>
                  <a:lnTo>
                    <a:pt x="0" y="535305"/>
                  </a:lnTo>
                  <a:lnTo>
                    <a:pt x="0" y="574700"/>
                  </a:lnTo>
                  <a:lnTo>
                    <a:pt x="39395" y="574700"/>
                  </a:lnTo>
                  <a:lnTo>
                    <a:pt x="39395" y="535305"/>
                  </a:lnTo>
                  <a:close/>
                </a:path>
                <a:path w="410210" h="1037590">
                  <a:moveTo>
                    <a:pt x="39395" y="469265"/>
                  </a:moveTo>
                  <a:lnTo>
                    <a:pt x="0" y="469265"/>
                  </a:lnTo>
                  <a:lnTo>
                    <a:pt x="0" y="508660"/>
                  </a:lnTo>
                  <a:lnTo>
                    <a:pt x="39395" y="508660"/>
                  </a:lnTo>
                  <a:lnTo>
                    <a:pt x="39395" y="469265"/>
                  </a:lnTo>
                  <a:close/>
                </a:path>
                <a:path w="410210" h="1037590">
                  <a:moveTo>
                    <a:pt x="39395" y="403212"/>
                  </a:moveTo>
                  <a:lnTo>
                    <a:pt x="0" y="403212"/>
                  </a:lnTo>
                  <a:lnTo>
                    <a:pt x="0" y="442607"/>
                  </a:lnTo>
                  <a:lnTo>
                    <a:pt x="39395" y="442607"/>
                  </a:lnTo>
                  <a:lnTo>
                    <a:pt x="39395" y="403212"/>
                  </a:lnTo>
                  <a:close/>
                </a:path>
                <a:path w="410210" h="1037590">
                  <a:moveTo>
                    <a:pt x="39395" y="337172"/>
                  </a:moveTo>
                  <a:lnTo>
                    <a:pt x="0" y="337172"/>
                  </a:lnTo>
                  <a:lnTo>
                    <a:pt x="0" y="376567"/>
                  </a:lnTo>
                  <a:lnTo>
                    <a:pt x="39395" y="376567"/>
                  </a:lnTo>
                  <a:lnTo>
                    <a:pt x="39395" y="337172"/>
                  </a:lnTo>
                  <a:close/>
                </a:path>
                <a:path w="410210" h="1037590">
                  <a:moveTo>
                    <a:pt x="39395" y="271119"/>
                  </a:moveTo>
                  <a:lnTo>
                    <a:pt x="0" y="271119"/>
                  </a:lnTo>
                  <a:lnTo>
                    <a:pt x="0" y="310515"/>
                  </a:lnTo>
                  <a:lnTo>
                    <a:pt x="39395" y="310515"/>
                  </a:lnTo>
                  <a:lnTo>
                    <a:pt x="39395" y="271119"/>
                  </a:lnTo>
                  <a:close/>
                </a:path>
                <a:path w="410210" h="1037590">
                  <a:moveTo>
                    <a:pt x="39395" y="205079"/>
                  </a:moveTo>
                  <a:lnTo>
                    <a:pt x="0" y="205079"/>
                  </a:lnTo>
                  <a:lnTo>
                    <a:pt x="0" y="244475"/>
                  </a:lnTo>
                  <a:lnTo>
                    <a:pt x="39395" y="244475"/>
                  </a:lnTo>
                  <a:lnTo>
                    <a:pt x="39395" y="205079"/>
                  </a:lnTo>
                  <a:close/>
                </a:path>
                <a:path w="410210" h="1037590">
                  <a:moveTo>
                    <a:pt x="347599" y="528345"/>
                  </a:moveTo>
                  <a:lnTo>
                    <a:pt x="308203" y="528345"/>
                  </a:lnTo>
                  <a:lnTo>
                    <a:pt x="308203" y="567740"/>
                  </a:lnTo>
                  <a:lnTo>
                    <a:pt x="347599" y="567740"/>
                  </a:lnTo>
                  <a:lnTo>
                    <a:pt x="347599" y="528345"/>
                  </a:lnTo>
                  <a:close/>
                </a:path>
                <a:path w="410210" h="1037590">
                  <a:moveTo>
                    <a:pt x="347599" y="462305"/>
                  </a:moveTo>
                  <a:lnTo>
                    <a:pt x="308203" y="462305"/>
                  </a:lnTo>
                  <a:lnTo>
                    <a:pt x="308203" y="501700"/>
                  </a:lnTo>
                  <a:lnTo>
                    <a:pt x="347599" y="501700"/>
                  </a:lnTo>
                  <a:lnTo>
                    <a:pt x="347599" y="462305"/>
                  </a:lnTo>
                  <a:close/>
                </a:path>
                <a:path w="410210" h="1037590">
                  <a:moveTo>
                    <a:pt x="347599" y="396265"/>
                  </a:moveTo>
                  <a:lnTo>
                    <a:pt x="308203" y="396265"/>
                  </a:lnTo>
                  <a:lnTo>
                    <a:pt x="308203" y="435648"/>
                  </a:lnTo>
                  <a:lnTo>
                    <a:pt x="347599" y="435648"/>
                  </a:lnTo>
                  <a:lnTo>
                    <a:pt x="347599" y="396265"/>
                  </a:lnTo>
                  <a:close/>
                </a:path>
                <a:path w="410210" h="1037590">
                  <a:moveTo>
                    <a:pt x="347599" y="330225"/>
                  </a:moveTo>
                  <a:lnTo>
                    <a:pt x="308203" y="330225"/>
                  </a:lnTo>
                  <a:lnTo>
                    <a:pt x="308203" y="369608"/>
                  </a:lnTo>
                  <a:lnTo>
                    <a:pt x="347599" y="369608"/>
                  </a:lnTo>
                  <a:lnTo>
                    <a:pt x="347599" y="330225"/>
                  </a:lnTo>
                  <a:close/>
                </a:path>
                <a:path w="410210" h="1037590">
                  <a:moveTo>
                    <a:pt x="347599" y="264185"/>
                  </a:moveTo>
                  <a:lnTo>
                    <a:pt x="308203" y="264185"/>
                  </a:lnTo>
                  <a:lnTo>
                    <a:pt x="308203" y="303568"/>
                  </a:lnTo>
                  <a:lnTo>
                    <a:pt x="347599" y="303568"/>
                  </a:lnTo>
                  <a:lnTo>
                    <a:pt x="347599" y="264185"/>
                  </a:lnTo>
                  <a:close/>
                </a:path>
                <a:path w="410210" h="1037590">
                  <a:moveTo>
                    <a:pt x="347599" y="198132"/>
                  </a:moveTo>
                  <a:lnTo>
                    <a:pt x="308203" y="198132"/>
                  </a:lnTo>
                  <a:lnTo>
                    <a:pt x="308203" y="237528"/>
                  </a:lnTo>
                  <a:lnTo>
                    <a:pt x="347599" y="237528"/>
                  </a:lnTo>
                  <a:lnTo>
                    <a:pt x="347599" y="198132"/>
                  </a:lnTo>
                  <a:close/>
                </a:path>
                <a:path w="410210" h="1037590">
                  <a:moveTo>
                    <a:pt x="347599" y="132092"/>
                  </a:moveTo>
                  <a:lnTo>
                    <a:pt x="308203" y="132092"/>
                  </a:lnTo>
                  <a:lnTo>
                    <a:pt x="308203" y="171488"/>
                  </a:lnTo>
                  <a:lnTo>
                    <a:pt x="347599" y="171488"/>
                  </a:lnTo>
                  <a:lnTo>
                    <a:pt x="347599" y="132092"/>
                  </a:lnTo>
                  <a:close/>
                </a:path>
                <a:path w="410210" h="1037590">
                  <a:moveTo>
                    <a:pt x="347599" y="66040"/>
                  </a:moveTo>
                  <a:lnTo>
                    <a:pt x="308203" y="66040"/>
                  </a:lnTo>
                  <a:lnTo>
                    <a:pt x="308203" y="105435"/>
                  </a:lnTo>
                  <a:lnTo>
                    <a:pt x="347599" y="105435"/>
                  </a:lnTo>
                  <a:lnTo>
                    <a:pt x="347599" y="66040"/>
                  </a:lnTo>
                  <a:close/>
                </a:path>
                <a:path w="410210" h="1037590">
                  <a:moveTo>
                    <a:pt x="347599" y="0"/>
                  </a:moveTo>
                  <a:lnTo>
                    <a:pt x="308203" y="0"/>
                  </a:lnTo>
                  <a:lnTo>
                    <a:pt x="308203" y="39395"/>
                  </a:lnTo>
                  <a:lnTo>
                    <a:pt x="347599" y="39395"/>
                  </a:lnTo>
                  <a:lnTo>
                    <a:pt x="347599" y="0"/>
                  </a:lnTo>
                  <a:close/>
                </a:path>
                <a:path w="410210" h="1037590">
                  <a:moveTo>
                    <a:pt x="410171" y="594398"/>
                  </a:moveTo>
                  <a:lnTo>
                    <a:pt x="370776" y="594398"/>
                  </a:lnTo>
                  <a:lnTo>
                    <a:pt x="370776" y="633793"/>
                  </a:lnTo>
                  <a:lnTo>
                    <a:pt x="410171" y="633793"/>
                  </a:lnTo>
                  <a:lnTo>
                    <a:pt x="410171" y="594398"/>
                  </a:lnTo>
                  <a:close/>
                </a:path>
                <a:path w="410210" h="1037590">
                  <a:moveTo>
                    <a:pt x="410171" y="528345"/>
                  </a:moveTo>
                  <a:lnTo>
                    <a:pt x="370776" y="528345"/>
                  </a:lnTo>
                  <a:lnTo>
                    <a:pt x="370776" y="567740"/>
                  </a:lnTo>
                  <a:lnTo>
                    <a:pt x="410171" y="567740"/>
                  </a:lnTo>
                  <a:lnTo>
                    <a:pt x="410171" y="528345"/>
                  </a:lnTo>
                  <a:close/>
                </a:path>
                <a:path w="410210" h="1037590">
                  <a:moveTo>
                    <a:pt x="410171" y="462305"/>
                  </a:moveTo>
                  <a:lnTo>
                    <a:pt x="370776" y="462305"/>
                  </a:lnTo>
                  <a:lnTo>
                    <a:pt x="370776" y="501700"/>
                  </a:lnTo>
                  <a:lnTo>
                    <a:pt x="410171" y="501700"/>
                  </a:lnTo>
                  <a:lnTo>
                    <a:pt x="410171" y="462305"/>
                  </a:lnTo>
                  <a:close/>
                </a:path>
                <a:path w="410210" h="1037590">
                  <a:moveTo>
                    <a:pt x="410171" y="396265"/>
                  </a:moveTo>
                  <a:lnTo>
                    <a:pt x="370776" y="396265"/>
                  </a:lnTo>
                  <a:lnTo>
                    <a:pt x="370776" y="435648"/>
                  </a:lnTo>
                  <a:lnTo>
                    <a:pt x="410171" y="435648"/>
                  </a:lnTo>
                  <a:lnTo>
                    <a:pt x="410171" y="396265"/>
                  </a:lnTo>
                  <a:close/>
                </a:path>
                <a:path w="410210" h="1037590">
                  <a:moveTo>
                    <a:pt x="410171" y="330225"/>
                  </a:moveTo>
                  <a:lnTo>
                    <a:pt x="370776" y="330225"/>
                  </a:lnTo>
                  <a:lnTo>
                    <a:pt x="370776" y="369608"/>
                  </a:lnTo>
                  <a:lnTo>
                    <a:pt x="410171" y="369608"/>
                  </a:lnTo>
                  <a:lnTo>
                    <a:pt x="410171" y="330225"/>
                  </a:lnTo>
                  <a:close/>
                </a:path>
                <a:path w="410210" h="1037590">
                  <a:moveTo>
                    <a:pt x="410171" y="264185"/>
                  </a:moveTo>
                  <a:lnTo>
                    <a:pt x="370776" y="264185"/>
                  </a:lnTo>
                  <a:lnTo>
                    <a:pt x="370776" y="303568"/>
                  </a:lnTo>
                  <a:lnTo>
                    <a:pt x="410171" y="303568"/>
                  </a:lnTo>
                  <a:lnTo>
                    <a:pt x="410171" y="264185"/>
                  </a:lnTo>
                  <a:close/>
                </a:path>
                <a:path w="410210" h="1037590">
                  <a:moveTo>
                    <a:pt x="410171" y="198132"/>
                  </a:moveTo>
                  <a:lnTo>
                    <a:pt x="370776" y="198132"/>
                  </a:lnTo>
                  <a:lnTo>
                    <a:pt x="370776" y="237528"/>
                  </a:lnTo>
                  <a:lnTo>
                    <a:pt x="410171" y="237528"/>
                  </a:lnTo>
                  <a:lnTo>
                    <a:pt x="410171" y="198132"/>
                  </a:lnTo>
                  <a:close/>
                </a:path>
                <a:path w="410210" h="1037590">
                  <a:moveTo>
                    <a:pt x="410171" y="132092"/>
                  </a:moveTo>
                  <a:lnTo>
                    <a:pt x="370776" y="132092"/>
                  </a:lnTo>
                  <a:lnTo>
                    <a:pt x="370776" y="171488"/>
                  </a:lnTo>
                  <a:lnTo>
                    <a:pt x="410171" y="171488"/>
                  </a:lnTo>
                  <a:lnTo>
                    <a:pt x="410171" y="132092"/>
                  </a:lnTo>
                  <a:close/>
                </a:path>
                <a:path w="410210" h="1037590">
                  <a:moveTo>
                    <a:pt x="410171" y="66040"/>
                  </a:moveTo>
                  <a:lnTo>
                    <a:pt x="370776" y="66040"/>
                  </a:lnTo>
                  <a:lnTo>
                    <a:pt x="370776" y="105435"/>
                  </a:lnTo>
                  <a:lnTo>
                    <a:pt x="410171" y="105435"/>
                  </a:lnTo>
                  <a:lnTo>
                    <a:pt x="410171" y="66040"/>
                  </a:lnTo>
                  <a:close/>
                </a:path>
                <a:path w="410210" h="1037590">
                  <a:moveTo>
                    <a:pt x="410171" y="0"/>
                  </a:moveTo>
                  <a:lnTo>
                    <a:pt x="370776" y="0"/>
                  </a:lnTo>
                  <a:lnTo>
                    <a:pt x="370776" y="39395"/>
                  </a:lnTo>
                  <a:lnTo>
                    <a:pt x="410171" y="39395"/>
                  </a:lnTo>
                  <a:lnTo>
                    <a:pt x="410171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398160" y="3587844"/>
              <a:ext cx="2553970" cy="3683635"/>
            </a:xfrm>
            <a:custGeom>
              <a:avLst/>
              <a:gdLst/>
              <a:ahLst/>
              <a:cxnLst/>
              <a:rect l="l" t="t" r="r" b="b"/>
              <a:pathLst>
                <a:path w="2553970" h="3683634">
                  <a:moveTo>
                    <a:pt x="66116" y="0"/>
                  </a:moveTo>
                  <a:lnTo>
                    <a:pt x="0" y="0"/>
                  </a:lnTo>
                  <a:lnTo>
                    <a:pt x="0" y="3683508"/>
                  </a:lnTo>
                  <a:lnTo>
                    <a:pt x="66116" y="3683508"/>
                  </a:lnTo>
                  <a:lnTo>
                    <a:pt x="66116" y="0"/>
                  </a:lnTo>
                  <a:close/>
                </a:path>
                <a:path w="2553970" h="3683634">
                  <a:moveTo>
                    <a:pt x="1309928" y="0"/>
                  </a:moveTo>
                  <a:lnTo>
                    <a:pt x="1243812" y="0"/>
                  </a:lnTo>
                  <a:lnTo>
                    <a:pt x="1243812" y="3683508"/>
                  </a:lnTo>
                  <a:lnTo>
                    <a:pt x="1309928" y="3683508"/>
                  </a:lnTo>
                  <a:lnTo>
                    <a:pt x="1309928" y="0"/>
                  </a:lnTo>
                  <a:close/>
                </a:path>
                <a:path w="2553970" h="3683634">
                  <a:moveTo>
                    <a:pt x="2553754" y="0"/>
                  </a:moveTo>
                  <a:lnTo>
                    <a:pt x="2487625" y="0"/>
                  </a:lnTo>
                  <a:lnTo>
                    <a:pt x="2487625" y="3683508"/>
                  </a:lnTo>
                  <a:lnTo>
                    <a:pt x="2553754" y="3683508"/>
                  </a:lnTo>
                  <a:lnTo>
                    <a:pt x="2553754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3180939" y="6913094"/>
            <a:ext cx="546735" cy="857250"/>
            <a:chOff x="3180939" y="6913094"/>
            <a:chExt cx="546735" cy="857250"/>
          </a:xfrm>
        </p:grpSpPr>
        <p:sp>
          <p:nvSpPr>
            <p:cNvPr id="25" name="object 25" descr=""/>
            <p:cNvSpPr/>
            <p:nvPr/>
          </p:nvSpPr>
          <p:spPr>
            <a:xfrm>
              <a:off x="3180940" y="6913094"/>
              <a:ext cx="546735" cy="857250"/>
            </a:xfrm>
            <a:custGeom>
              <a:avLst/>
              <a:gdLst/>
              <a:ahLst/>
              <a:cxnLst/>
              <a:rect l="l" t="t" r="r" b="b"/>
              <a:pathLst>
                <a:path w="546735" h="857250">
                  <a:moveTo>
                    <a:pt x="500529" y="0"/>
                  </a:moveTo>
                  <a:lnTo>
                    <a:pt x="46134" y="0"/>
                  </a:lnTo>
                  <a:lnTo>
                    <a:pt x="28178" y="3624"/>
                  </a:lnTo>
                  <a:lnTo>
                    <a:pt x="13513" y="13508"/>
                  </a:lnTo>
                  <a:lnTo>
                    <a:pt x="3626" y="28169"/>
                  </a:lnTo>
                  <a:lnTo>
                    <a:pt x="0" y="46124"/>
                  </a:lnTo>
                  <a:lnTo>
                    <a:pt x="0" y="857125"/>
                  </a:lnTo>
                  <a:lnTo>
                    <a:pt x="546653" y="857125"/>
                  </a:lnTo>
                  <a:lnTo>
                    <a:pt x="546653" y="46124"/>
                  </a:lnTo>
                  <a:lnTo>
                    <a:pt x="543029" y="28169"/>
                  </a:lnTo>
                  <a:lnTo>
                    <a:pt x="533144" y="13508"/>
                  </a:lnTo>
                  <a:lnTo>
                    <a:pt x="518483" y="3624"/>
                  </a:lnTo>
                  <a:lnTo>
                    <a:pt x="500529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180939" y="7028948"/>
              <a:ext cx="546735" cy="61594"/>
            </a:xfrm>
            <a:custGeom>
              <a:avLst/>
              <a:gdLst/>
              <a:ahLst/>
              <a:cxnLst/>
              <a:rect l="l" t="t" r="r" b="b"/>
              <a:pathLst>
                <a:path w="546735" h="61595">
                  <a:moveTo>
                    <a:pt x="546653" y="0"/>
                  </a:moveTo>
                  <a:lnTo>
                    <a:pt x="0" y="0"/>
                  </a:lnTo>
                  <a:lnTo>
                    <a:pt x="0" y="61401"/>
                  </a:lnTo>
                  <a:lnTo>
                    <a:pt x="546653" y="61401"/>
                  </a:lnTo>
                  <a:lnTo>
                    <a:pt x="54665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4265" y="7666396"/>
              <a:ext cx="236226" cy="103824"/>
            </a:xfrm>
            <a:prstGeom prst="rect">
              <a:avLst/>
            </a:prstGeom>
          </p:spPr>
        </p:pic>
      </p:grpSp>
      <p:grpSp>
        <p:nvGrpSpPr>
          <p:cNvPr id="28" name="object 28" descr=""/>
          <p:cNvGrpSpPr/>
          <p:nvPr/>
        </p:nvGrpSpPr>
        <p:grpSpPr>
          <a:xfrm>
            <a:off x="5635746" y="2680257"/>
            <a:ext cx="744855" cy="744855"/>
            <a:chOff x="5635746" y="2680257"/>
            <a:chExt cx="744855" cy="744855"/>
          </a:xfrm>
        </p:grpSpPr>
        <p:sp>
          <p:nvSpPr>
            <p:cNvPr id="29" name="object 29" descr=""/>
            <p:cNvSpPr/>
            <p:nvPr/>
          </p:nvSpPr>
          <p:spPr>
            <a:xfrm>
              <a:off x="5635746" y="2680257"/>
              <a:ext cx="744855" cy="744855"/>
            </a:xfrm>
            <a:custGeom>
              <a:avLst/>
              <a:gdLst/>
              <a:ahLst/>
              <a:cxnLst/>
              <a:rect l="l" t="t" r="r" b="b"/>
              <a:pathLst>
                <a:path w="744854" h="744854">
                  <a:moveTo>
                    <a:pt x="372239" y="0"/>
                  </a:moveTo>
                  <a:lnTo>
                    <a:pt x="325546" y="2900"/>
                  </a:lnTo>
                  <a:lnTo>
                    <a:pt x="280583" y="11369"/>
                  </a:lnTo>
                  <a:lnTo>
                    <a:pt x="237701" y="25057"/>
                  </a:lnTo>
                  <a:lnTo>
                    <a:pt x="197246" y="43615"/>
                  </a:lnTo>
                  <a:lnTo>
                    <a:pt x="159570" y="66695"/>
                  </a:lnTo>
                  <a:lnTo>
                    <a:pt x="125019" y="93948"/>
                  </a:lnTo>
                  <a:lnTo>
                    <a:pt x="93943" y="125025"/>
                  </a:lnTo>
                  <a:lnTo>
                    <a:pt x="66692" y="159577"/>
                  </a:lnTo>
                  <a:lnTo>
                    <a:pt x="43613" y="197254"/>
                  </a:lnTo>
                  <a:lnTo>
                    <a:pt x="25055" y="237710"/>
                  </a:lnTo>
                  <a:lnTo>
                    <a:pt x="11368" y="280593"/>
                  </a:lnTo>
                  <a:lnTo>
                    <a:pt x="2900" y="325556"/>
                  </a:lnTo>
                  <a:lnTo>
                    <a:pt x="0" y="372250"/>
                  </a:lnTo>
                  <a:lnTo>
                    <a:pt x="2900" y="418944"/>
                  </a:lnTo>
                  <a:lnTo>
                    <a:pt x="11368" y="463906"/>
                  </a:lnTo>
                  <a:lnTo>
                    <a:pt x="25055" y="506789"/>
                  </a:lnTo>
                  <a:lnTo>
                    <a:pt x="43613" y="547243"/>
                  </a:lnTo>
                  <a:lnTo>
                    <a:pt x="66692" y="584920"/>
                  </a:lnTo>
                  <a:lnTo>
                    <a:pt x="93943" y="619470"/>
                  </a:lnTo>
                  <a:lnTo>
                    <a:pt x="125019" y="650546"/>
                  </a:lnTo>
                  <a:lnTo>
                    <a:pt x="159570" y="677798"/>
                  </a:lnTo>
                  <a:lnTo>
                    <a:pt x="197246" y="700877"/>
                  </a:lnTo>
                  <a:lnTo>
                    <a:pt x="237701" y="719434"/>
                  </a:lnTo>
                  <a:lnTo>
                    <a:pt x="280583" y="733122"/>
                  </a:lnTo>
                  <a:lnTo>
                    <a:pt x="325546" y="741590"/>
                  </a:lnTo>
                  <a:lnTo>
                    <a:pt x="372239" y="744490"/>
                  </a:lnTo>
                  <a:lnTo>
                    <a:pt x="418933" y="741590"/>
                  </a:lnTo>
                  <a:lnTo>
                    <a:pt x="463896" y="733122"/>
                  </a:lnTo>
                  <a:lnTo>
                    <a:pt x="506780" y="719434"/>
                  </a:lnTo>
                  <a:lnTo>
                    <a:pt x="547235" y="700877"/>
                  </a:lnTo>
                  <a:lnTo>
                    <a:pt x="584913" y="677798"/>
                  </a:lnTo>
                  <a:lnTo>
                    <a:pt x="619465" y="650546"/>
                  </a:lnTo>
                  <a:lnTo>
                    <a:pt x="650541" y="619470"/>
                  </a:lnTo>
                  <a:lnTo>
                    <a:pt x="677794" y="584920"/>
                  </a:lnTo>
                  <a:lnTo>
                    <a:pt x="700874" y="547243"/>
                  </a:lnTo>
                  <a:lnTo>
                    <a:pt x="719433" y="506789"/>
                  </a:lnTo>
                  <a:lnTo>
                    <a:pt x="733121" y="463906"/>
                  </a:lnTo>
                  <a:lnTo>
                    <a:pt x="741590" y="418944"/>
                  </a:lnTo>
                  <a:lnTo>
                    <a:pt x="744490" y="372250"/>
                  </a:lnTo>
                  <a:lnTo>
                    <a:pt x="741590" y="325556"/>
                  </a:lnTo>
                  <a:lnTo>
                    <a:pt x="733121" y="280593"/>
                  </a:lnTo>
                  <a:lnTo>
                    <a:pt x="719433" y="237710"/>
                  </a:lnTo>
                  <a:lnTo>
                    <a:pt x="700874" y="197254"/>
                  </a:lnTo>
                  <a:lnTo>
                    <a:pt x="677794" y="159577"/>
                  </a:lnTo>
                  <a:lnTo>
                    <a:pt x="650541" y="125025"/>
                  </a:lnTo>
                  <a:lnTo>
                    <a:pt x="619465" y="93948"/>
                  </a:lnTo>
                  <a:lnTo>
                    <a:pt x="584913" y="66695"/>
                  </a:lnTo>
                  <a:lnTo>
                    <a:pt x="547235" y="43615"/>
                  </a:lnTo>
                  <a:lnTo>
                    <a:pt x="506780" y="25057"/>
                  </a:lnTo>
                  <a:lnTo>
                    <a:pt x="463896" y="11369"/>
                  </a:lnTo>
                  <a:lnTo>
                    <a:pt x="418933" y="2900"/>
                  </a:lnTo>
                  <a:lnTo>
                    <a:pt x="372239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691485" y="2736004"/>
              <a:ext cx="633095" cy="633095"/>
            </a:xfrm>
            <a:custGeom>
              <a:avLst/>
              <a:gdLst/>
              <a:ahLst/>
              <a:cxnLst/>
              <a:rect l="l" t="t" r="r" b="b"/>
              <a:pathLst>
                <a:path w="633095" h="633095">
                  <a:moveTo>
                    <a:pt x="316503" y="0"/>
                  </a:moveTo>
                  <a:lnTo>
                    <a:pt x="269732" y="3431"/>
                  </a:lnTo>
                  <a:lnTo>
                    <a:pt x="225092" y="13400"/>
                  </a:lnTo>
                  <a:lnTo>
                    <a:pt x="183073" y="29416"/>
                  </a:lnTo>
                  <a:lnTo>
                    <a:pt x="144163" y="50990"/>
                  </a:lnTo>
                  <a:lnTo>
                    <a:pt x="108853" y="77632"/>
                  </a:lnTo>
                  <a:lnTo>
                    <a:pt x="77632" y="108853"/>
                  </a:lnTo>
                  <a:lnTo>
                    <a:pt x="50990" y="144163"/>
                  </a:lnTo>
                  <a:lnTo>
                    <a:pt x="29416" y="183073"/>
                  </a:lnTo>
                  <a:lnTo>
                    <a:pt x="13400" y="225092"/>
                  </a:lnTo>
                  <a:lnTo>
                    <a:pt x="3431" y="269732"/>
                  </a:lnTo>
                  <a:lnTo>
                    <a:pt x="0" y="316503"/>
                  </a:lnTo>
                  <a:lnTo>
                    <a:pt x="3431" y="363274"/>
                  </a:lnTo>
                  <a:lnTo>
                    <a:pt x="13400" y="407914"/>
                  </a:lnTo>
                  <a:lnTo>
                    <a:pt x="29416" y="449933"/>
                  </a:lnTo>
                  <a:lnTo>
                    <a:pt x="50990" y="488843"/>
                  </a:lnTo>
                  <a:lnTo>
                    <a:pt x="77632" y="524153"/>
                  </a:lnTo>
                  <a:lnTo>
                    <a:pt x="108853" y="555374"/>
                  </a:lnTo>
                  <a:lnTo>
                    <a:pt x="144163" y="582016"/>
                  </a:lnTo>
                  <a:lnTo>
                    <a:pt x="183073" y="603590"/>
                  </a:lnTo>
                  <a:lnTo>
                    <a:pt x="225092" y="619606"/>
                  </a:lnTo>
                  <a:lnTo>
                    <a:pt x="269732" y="629575"/>
                  </a:lnTo>
                  <a:lnTo>
                    <a:pt x="316503" y="633006"/>
                  </a:lnTo>
                  <a:lnTo>
                    <a:pt x="363274" y="629575"/>
                  </a:lnTo>
                  <a:lnTo>
                    <a:pt x="407914" y="619606"/>
                  </a:lnTo>
                  <a:lnTo>
                    <a:pt x="449933" y="603590"/>
                  </a:lnTo>
                  <a:lnTo>
                    <a:pt x="488843" y="582016"/>
                  </a:lnTo>
                  <a:lnTo>
                    <a:pt x="524153" y="555374"/>
                  </a:lnTo>
                  <a:lnTo>
                    <a:pt x="555374" y="524153"/>
                  </a:lnTo>
                  <a:lnTo>
                    <a:pt x="582016" y="488843"/>
                  </a:lnTo>
                  <a:lnTo>
                    <a:pt x="603590" y="449933"/>
                  </a:lnTo>
                  <a:lnTo>
                    <a:pt x="619606" y="407914"/>
                  </a:lnTo>
                  <a:lnTo>
                    <a:pt x="629575" y="363274"/>
                  </a:lnTo>
                  <a:lnTo>
                    <a:pt x="633006" y="316503"/>
                  </a:lnTo>
                  <a:lnTo>
                    <a:pt x="629575" y="269732"/>
                  </a:lnTo>
                  <a:lnTo>
                    <a:pt x="619606" y="225092"/>
                  </a:lnTo>
                  <a:lnTo>
                    <a:pt x="603590" y="183073"/>
                  </a:lnTo>
                  <a:lnTo>
                    <a:pt x="582016" y="144163"/>
                  </a:lnTo>
                  <a:lnTo>
                    <a:pt x="555374" y="108853"/>
                  </a:lnTo>
                  <a:lnTo>
                    <a:pt x="524153" y="77632"/>
                  </a:lnTo>
                  <a:lnTo>
                    <a:pt x="488843" y="50990"/>
                  </a:lnTo>
                  <a:lnTo>
                    <a:pt x="449933" y="29416"/>
                  </a:lnTo>
                  <a:lnTo>
                    <a:pt x="407914" y="13400"/>
                  </a:lnTo>
                  <a:lnTo>
                    <a:pt x="363274" y="3431"/>
                  </a:lnTo>
                  <a:lnTo>
                    <a:pt x="316503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022922" y="2835384"/>
              <a:ext cx="146685" cy="221615"/>
            </a:xfrm>
            <a:custGeom>
              <a:avLst/>
              <a:gdLst/>
              <a:ahLst/>
              <a:cxnLst/>
              <a:rect l="l" t="t" r="r" b="b"/>
              <a:pathLst>
                <a:path w="146685" h="221614">
                  <a:moveTo>
                    <a:pt x="0" y="0"/>
                  </a:moveTo>
                  <a:lnTo>
                    <a:pt x="0" y="221260"/>
                  </a:lnTo>
                  <a:lnTo>
                    <a:pt x="146623" y="13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022922" y="2835384"/>
              <a:ext cx="146685" cy="221615"/>
            </a:xfrm>
            <a:custGeom>
              <a:avLst/>
              <a:gdLst/>
              <a:ahLst/>
              <a:cxnLst/>
              <a:rect l="l" t="t" r="r" b="b"/>
              <a:pathLst>
                <a:path w="146685" h="221614">
                  <a:moveTo>
                    <a:pt x="0" y="0"/>
                  </a:moveTo>
                  <a:lnTo>
                    <a:pt x="0" y="221260"/>
                  </a:lnTo>
                  <a:lnTo>
                    <a:pt x="146623" y="138288"/>
                  </a:lnTo>
                </a:path>
              </a:pathLst>
            </a:custGeom>
            <a:ln w="20941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2122779" y="5038067"/>
            <a:ext cx="6129020" cy="3458210"/>
            <a:chOff x="2122779" y="5038067"/>
            <a:chExt cx="6129020" cy="3458210"/>
          </a:xfrm>
        </p:grpSpPr>
        <p:sp>
          <p:nvSpPr>
            <p:cNvPr id="34" name="object 34" descr=""/>
            <p:cNvSpPr/>
            <p:nvPr/>
          </p:nvSpPr>
          <p:spPr>
            <a:xfrm>
              <a:off x="2122779" y="8138350"/>
              <a:ext cx="6129020" cy="358140"/>
            </a:xfrm>
            <a:custGeom>
              <a:avLst/>
              <a:gdLst/>
              <a:ahLst/>
              <a:cxnLst/>
              <a:rect l="l" t="t" r="r" b="b"/>
              <a:pathLst>
                <a:path w="6129020" h="358140">
                  <a:moveTo>
                    <a:pt x="3145842" y="0"/>
                  </a:moveTo>
                  <a:lnTo>
                    <a:pt x="2982578" y="0"/>
                  </a:lnTo>
                  <a:lnTo>
                    <a:pt x="2820920" y="493"/>
                  </a:lnTo>
                  <a:lnTo>
                    <a:pt x="2661580" y="1468"/>
                  </a:lnTo>
                  <a:lnTo>
                    <a:pt x="2504770" y="2913"/>
                  </a:lnTo>
                  <a:lnTo>
                    <a:pt x="2350702" y="4815"/>
                  </a:lnTo>
                  <a:lnTo>
                    <a:pt x="2199588" y="7161"/>
                  </a:lnTo>
                  <a:lnTo>
                    <a:pt x="2051639" y="9940"/>
                  </a:lnTo>
                  <a:lnTo>
                    <a:pt x="1907068" y="13138"/>
                  </a:lnTo>
                  <a:lnTo>
                    <a:pt x="1766085" y="16744"/>
                  </a:lnTo>
                  <a:lnTo>
                    <a:pt x="1628903" y="20746"/>
                  </a:lnTo>
                  <a:lnTo>
                    <a:pt x="1495733" y="25129"/>
                  </a:lnTo>
                  <a:lnTo>
                    <a:pt x="1366787" y="29884"/>
                  </a:lnTo>
                  <a:lnTo>
                    <a:pt x="1242278" y="34996"/>
                  </a:lnTo>
                  <a:lnTo>
                    <a:pt x="1122416" y="40454"/>
                  </a:lnTo>
                  <a:lnTo>
                    <a:pt x="1007414" y="46245"/>
                  </a:lnTo>
                  <a:lnTo>
                    <a:pt x="897483" y="52357"/>
                  </a:lnTo>
                  <a:lnTo>
                    <a:pt x="792835" y="58778"/>
                  </a:lnTo>
                  <a:lnTo>
                    <a:pt x="693681" y="65494"/>
                  </a:lnTo>
                  <a:lnTo>
                    <a:pt x="600234" y="72495"/>
                  </a:lnTo>
                  <a:lnTo>
                    <a:pt x="512706" y="79767"/>
                  </a:lnTo>
                  <a:lnTo>
                    <a:pt x="431308" y="87297"/>
                  </a:lnTo>
                  <a:lnTo>
                    <a:pt x="392973" y="91156"/>
                  </a:lnTo>
                  <a:lnTo>
                    <a:pt x="321167" y="99052"/>
                  </a:lnTo>
                  <a:lnTo>
                    <a:pt x="256020" y="107176"/>
                  </a:lnTo>
                  <a:lnTo>
                    <a:pt x="197745" y="115516"/>
                  </a:lnTo>
                  <a:lnTo>
                    <a:pt x="146552" y="124059"/>
                  </a:lnTo>
                  <a:lnTo>
                    <a:pt x="102655" y="132793"/>
                  </a:lnTo>
                  <a:lnTo>
                    <a:pt x="50949" y="146226"/>
                  </a:lnTo>
                  <a:lnTo>
                    <a:pt x="9516" y="164688"/>
                  </a:lnTo>
                  <a:lnTo>
                    <a:pt x="0" y="178895"/>
                  </a:lnTo>
                  <a:lnTo>
                    <a:pt x="1066" y="183663"/>
                  </a:lnTo>
                  <a:lnTo>
                    <a:pt x="37591" y="207008"/>
                  </a:lnTo>
                  <a:lnTo>
                    <a:pt x="83508" y="220565"/>
                  </a:lnTo>
                  <a:lnTo>
                    <a:pt x="123679" y="229391"/>
                  </a:lnTo>
                  <a:lnTo>
                    <a:pt x="171250" y="238031"/>
                  </a:lnTo>
                  <a:lnTo>
                    <a:pt x="226011" y="246475"/>
                  </a:lnTo>
                  <a:lnTo>
                    <a:pt x="287748" y="254708"/>
                  </a:lnTo>
                  <a:lnTo>
                    <a:pt x="356251" y="262720"/>
                  </a:lnTo>
                  <a:lnTo>
                    <a:pt x="431308" y="270498"/>
                  </a:lnTo>
                  <a:lnTo>
                    <a:pt x="512706" y="278028"/>
                  </a:lnTo>
                  <a:lnTo>
                    <a:pt x="600234" y="285300"/>
                  </a:lnTo>
                  <a:lnTo>
                    <a:pt x="693681" y="292300"/>
                  </a:lnTo>
                  <a:lnTo>
                    <a:pt x="792835" y="299017"/>
                  </a:lnTo>
                  <a:lnTo>
                    <a:pt x="897483" y="305437"/>
                  </a:lnTo>
                  <a:lnTo>
                    <a:pt x="1007414" y="311549"/>
                  </a:lnTo>
                  <a:lnTo>
                    <a:pt x="1122416" y="317340"/>
                  </a:lnTo>
                  <a:lnTo>
                    <a:pt x="1242278" y="322797"/>
                  </a:lnTo>
                  <a:lnTo>
                    <a:pt x="1366787" y="327909"/>
                  </a:lnTo>
                  <a:lnTo>
                    <a:pt x="1495733" y="332663"/>
                  </a:lnTo>
                  <a:lnTo>
                    <a:pt x="1628903" y="337047"/>
                  </a:lnTo>
                  <a:lnTo>
                    <a:pt x="1766085" y="341047"/>
                  </a:lnTo>
                  <a:lnTo>
                    <a:pt x="1907068" y="344653"/>
                  </a:lnTo>
                  <a:lnTo>
                    <a:pt x="2051639" y="347851"/>
                  </a:lnTo>
                  <a:lnTo>
                    <a:pt x="2199588" y="350630"/>
                  </a:lnTo>
                  <a:lnTo>
                    <a:pt x="2350702" y="352976"/>
                  </a:lnTo>
                  <a:lnTo>
                    <a:pt x="2504770" y="354877"/>
                  </a:lnTo>
                  <a:lnTo>
                    <a:pt x="2661580" y="356322"/>
                  </a:lnTo>
                  <a:lnTo>
                    <a:pt x="2820920" y="357297"/>
                  </a:lnTo>
                  <a:lnTo>
                    <a:pt x="2982578" y="357791"/>
                  </a:lnTo>
                  <a:lnTo>
                    <a:pt x="3145842" y="357791"/>
                  </a:lnTo>
                  <a:lnTo>
                    <a:pt x="3307499" y="357297"/>
                  </a:lnTo>
                  <a:lnTo>
                    <a:pt x="3466838" y="356322"/>
                  </a:lnTo>
                  <a:lnTo>
                    <a:pt x="3623647" y="354877"/>
                  </a:lnTo>
                  <a:lnTo>
                    <a:pt x="3777714" y="352976"/>
                  </a:lnTo>
                  <a:lnTo>
                    <a:pt x="3928828" y="350630"/>
                  </a:lnTo>
                  <a:lnTo>
                    <a:pt x="4076776" y="347851"/>
                  </a:lnTo>
                  <a:lnTo>
                    <a:pt x="4221348" y="344653"/>
                  </a:lnTo>
                  <a:lnTo>
                    <a:pt x="4362330" y="341047"/>
                  </a:lnTo>
                  <a:lnTo>
                    <a:pt x="4499512" y="337047"/>
                  </a:lnTo>
                  <a:lnTo>
                    <a:pt x="4632682" y="332663"/>
                  </a:lnTo>
                  <a:lnTo>
                    <a:pt x="4761628" y="327909"/>
                  </a:lnTo>
                  <a:lnTo>
                    <a:pt x="4886137" y="322797"/>
                  </a:lnTo>
                  <a:lnTo>
                    <a:pt x="5005999" y="317340"/>
                  </a:lnTo>
                  <a:lnTo>
                    <a:pt x="5121002" y="311549"/>
                  </a:lnTo>
                  <a:lnTo>
                    <a:pt x="5230933" y="305437"/>
                  </a:lnTo>
                  <a:lnTo>
                    <a:pt x="5335582" y="299017"/>
                  </a:lnTo>
                  <a:lnTo>
                    <a:pt x="5434735" y="292300"/>
                  </a:lnTo>
                  <a:lnTo>
                    <a:pt x="5528182" y="285300"/>
                  </a:lnTo>
                  <a:lnTo>
                    <a:pt x="5615711" y="278028"/>
                  </a:lnTo>
                  <a:lnTo>
                    <a:pt x="5697110" y="270498"/>
                  </a:lnTo>
                  <a:lnTo>
                    <a:pt x="5735444" y="266639"/>
                  </a:lnTo>
                  <a:lnTo>
                    <a:pt x="5807251" y="258743"/>
                  </a:lnTo>
                  <a:lnTo>
                    <a:pt x="5872398" y="250618"/>
                  </a:lnTo>
                  <a:lnTo>
                    <a:pt x="5930674" y="242278"/>
                  </a:lnTo>
                  <a:lnTo>
                    <a:pt x="5981866" y="233735"/>
                  </a:lnTo>
                  <a:lnTo>
                    <a:pt x="6025764" y="225000"/>
                  </a:lnTo>
                  <a:lnTo>
                    <a:pt x="6077470" y="211567"/>
                  </a:lnTo>
                  <a:lnTo>
                    <a:pt x="6118903" y="193104"/>
                  </a:lnTo>
                  <a:lnTo>
                    <a:pt x="6128420" y="178895"/>
                  </a:lnTo>
                  <a:lnTo>
                    <a:pt x="6127354" y="174128"/>
                  </a:lnTo>
                  <a:lnTo>
                    <a:pt x="6090829" y="150785"/>
                  </a:lnTo>
                  <a:lnTo>
                    <a:pt x="6044912" y="137228"/>
                  </a:lnTo>
                  <a:lnTo>
                    <a:pt x="6004740" y="128403"/>
                  </a:lnTo>
                  <a:lnTo>
                    <a:pt x="5957169" y="119763"/>
                  </a:lnTo>
                  <a:lnTo>
                    <a:pt x="5902408" y="111320"/>
                  </a:lnTo>
                  <a:lnTo>
                    <a:pt x="5840670" y="103086"/>
                  </a:lnTo>
                  <a:lnTo>
                    <a:pt x="5772167" y="95075"/>
                  </a:lnTo>
                  <a:lnTo>
                    <a:pt x="5697110" y="87297"/>
                  </a:lnTo>
                  <a:lnTo>
                    <a:pt x="5615711" y="79767"/>
                  </a:lnTo>
                  <a:lnTo>
                    <a:pt x="5528182" y="72495"/>
                  </a:lnTo>
                  <a:lnTo>
                    <a:pt x="5434735" y="65494"/>
                  </a:lnTo>
                  <a:lnTo>
                    <a:pt x="5335582" y="58778"/>
                  </a:lnTo>
                  <a:lnTo>
                    <a:pt x="5230933" y="52357"/>
                  </a:lnTo>
                  <a:lnTo>
                    <a:pt x="5121002" y="46245"/>
                  </a:lnTo>
                  <a:lnTo>
                    <a:pt x="5005999" y="40454"/>
                  </a:lnTo>
                  <a:lnTo>
                    <a:pt x="4886137" y="34996"/>
                  </a:lnTo>
                  <a:lnTo>
                    <a:pt x="4761628" y="29884"/>
                  </a:lnTo>
                  <a:lnTo>
                    <a:pt x="4632682" y="25129"/>
                  </a:lnTo>
                  <a:lnTo>
                    <a:pt x="4499512" y="20746"/>
                  </a:lnTo>
                  <a:lnTo>
                    <a:pt x="4362330" y="16744"/>
                  </a:lnTo>
                  <a:lnTo>
                    <a:pt x="4221348" y="13138"/>
                  </a:lnTo>
                  <a:lnTo>
                    <a:pt x="4076776" y="9940"/>
                  </a:lnTo>
                  <a:lnTo>
                    <a:pt x="3928828" y="7161"/>
                  </a:lnTo>
                  <a:lnTo>
                    <a:pt x="3777714" y="4815"/>
                  </a:lnTo>
                  <a:lnTo>
                    <a:pt x="3623647" y="2913"/>
                  </a:lnTo>
                  <a:lnTo>
                    <a:pt x="3466838" y="1468"/>
                  </a:lnTo>
                  <a:lnTo>
                    <a:pt x="3307499" y="493"/>
                  </a:lnTo>
                  <a:lnTo>
                    <a:pt x="3145842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480160" y="7357796"/>
              <a:ext cx="1253490" cy="775970"/>
            </a:xfrm>
            <a:custGeom>
              <a:avLst/>
              <a:gdLst/>
              <a:ahLst/>
              <a:cxnLst/>
              <a:rect l="l" t="t" r="r" b="b"/>
              <a:pathLst>
                <a:path w="1253490" h="775970">
                  <a:moveTo>
                    <a:pt x="717653" y="0"/>
                  </a:moveTo>
                  <a:lnTo>
                    <a:pt x="537177" y="0"/>
                  </a:lnTo>
                  <a:lnTo>
                    <a:pt x="537177" y="589605"/>
                  </a:lnTo>
                  <a:lnTo>
                    <a:pt x="79987" y="631017"/>
                  </a:lnTo>
                  <a:lnTo>
                    <a:pt x="48339" y="639548"/>
                  </a:lnTo>
                  <a:lnTo>
                    <a:pt x="22971" y="657457"/>
                  </a:lnTo>
                  <a:lnTo>
                    <a:pt x="6114" y="682475"/>
                  </a:lnTo>
                  <a:lnTo>
                    <a:pt x="0" y="712334"/>
                  </a:lnTo>
                  <a:lnTo>
                    <a:pt x="0" y="775348"/>
                  </a:lnTo>
                  <a:lnTo>
                    <a:pt x="1252988" y="775348"/>
                  </a:lnTo>
                  <a:lnTo>
                    <a:pt x="1252988" y="712334"/>
                  </a:lnTo>
                  <a:lnTo>
                    <a:pt x="1230016" y="657457"/>
                  </a:lnTo>
                  <a:lnTo>
                    <a:pt x="1173000" y="631017"/>
                  </a:lnTo>
                  <a:lnTo>
                    <a:pt x="717653" y="589772"/>
                  </a:lnTo>
                  <a:lnTo>
                    <a:pt x="717653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480160" y="7357796"/>
              <a:ext cx="1253490" cy="775970"/>
            </a:xfrm>
            <a:custGeom>
              <a:avLst/>
              <a:gdLst/>
              <a:ahLst/>
              <a:cxnLst/>
              <a:rect l="l" t="t" r="r" b="b"/>
              <a:pathLst>
                <a:path w="1253490" h="775970">
                  <a:moveTo>
                    <a:pt x="717653" y="0"/>
                  </a:moveTo>
                  <a:lnTo>
                    <a:pt x="537177" y="0"/>
                  </a:lnTo>
                  <a:lnTo>
                    <a:pt x="537177" y="589605"/>
                  </a:lnTo>
                  <a:lnTo>
                    <a:pt x="79987" y="631017"/>
                  </a:lnTo>
                  <a:lnTo>
                    <a:pt x="48339" y="639548"/>
                  </a:lnTo>
                  <a:lnTo>
                    <a:pt x="22971" y="657457"/>
                  </a:lnTo>
                  <a:lnTo>
                    <a:pt x="6114" y="682475"/>
                  </a:lnTo>
                  <a:lnTo>
                    <a:pt x="0" y="712334"/>
                  </a:lnTo>
                  <a:lnTo>
                    <a:pt x="0" y="775348"/>
                  </a:lnTo>
                  <a:lnTo>
                    <a:pt x="1252988" y="775348"/>
                  </a:lnTo>
                  <a:lnTo>
                    <a:pt x="1252988" y="712334"/>
                  </a:lnTo>
                  <a:lnTo>
                    <a:pt x="1230016" y="657457"/>
                  </a:lnTo>
                  <a:lnTo>
                    <a:pt x="1173000" y="631017"/>
                  </a:lnTo>
                  <a:lnTo>
                    <a:pt x="717653" y="589772"/>
                  </a:lnTo>
                  <a:lnTo>
                    <a:pt x="717653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357" y="8102569"/>
              <a:ext cx="235982" cy="217480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6969" y="8102569"/>
              <a:ext cx="235982" cy="217480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5986260" y="6959256"/>
              <a:ext cx="243204" cy="525780"/>
            </a:xfrm>
            <a:custGeom>
              <a:avLst/>
              <a:gdLst/>
              <a:ahLst/>
              <a:cxnLst/>
              <a:rect l="l" t="t" r="r" b="b"/>
              <a:pathLst>
                <a:path w="243204" h="525779">
                  <a:moveTo>
                    <a:pt x="242620" y="0"/>
                  </a:moveTo>
                  <a:lnTo>
                    <a:pt x="0" y="0"/>
                  </a:lnTo>
                  <a:lnTo>
                    <a:pt x="0" y="482027"/>
                  </a:lnTo>
                  <a:lnTo>
                    <a:pt x="3401" y="498874"/>
                  </a:lnTo>
                  <a:lnTo>
                    <a:pt x="12677" y="512629"/>
                  </a:lnTo>
                  <a:lnTo>
                    <a:pt x="26433" y="521903"/>
                  </a:lnTo>
                  <a:lnTo>
                    <a:pt x="43276" y="525303"/>
                  </a:lnTo>
                  <a:lnTo>
                    <a:pt x="199344" y="525303"/>
                  </a:lnTo>
                  <a:lnTo>
                    <a:pt x="216191" y="521903"/>
                  </a:lnTo>
                  <a:lnTo>
                    <a:pt x="229947" y="512629"/>
                  </a:lnTo>
                  <a:lnTo>
                    <a:pt x="239220" y="498874"/>
                  </a:lnTo>
                  <a:lnTo>
                    <a:pt x="242620" y="482027"/>
                  </a:lnTo>
                  <a:lnTo>
                    <a:pt x="242620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986260" y="6959256"/>
              <a:ext cx="243204" cy="525780"/>
            </a:xfrm>
            <a:custGeom>
              <a:avLst/>
              <a:gdLst/>
              <a:ahLst/>
              <a:cxnLst/>
              <a:rect l="l" t="t" r="r" b="b"/>
              <a:pathLst>
                <a:path w="243204" h="525779">
                  <a:moveTo>
                    <a:pt x="242620" y="0"/>
                  </a:moveTo>
                  <a:lnTo>
                    <a:pt x="0" y="0"/>
                  </a:lnTo>
                  <a:lnTo>
                    <a:pt x="0" y="482027"/>
                  </a:lnTo>
                  <a:lnTo>
                    <a:pt x="3401" y="498874"/>
                  </a:lnTo>
                  <a:lnTo>
                    <a:pt x="12677" y="512629"/>
                  </a:lnTo>
                  <a:lnTo>
                    <a:pt x="26433" y="521903"/>
                  </a:lnTo>
                  <a:lnTo>
                    <a:pt x="43276" y="525303"/>
                  </a:lnTo>
                  <a:lnTo>
                    <a:pt x="199344" y="525303"/>
                  </a:lnTo>
                  <a:lnTo>
                    <a:pt x="216191" y="521903"/>
                  </a:lnTo>
                  <a:lnTo>
                    <a:pt x="229947" y="512629"/>
                  </a:lnTo>
                  <a:lnTo>
                    <a:pt x="239220" y="498874"/>
                  </a:lnTo>
                  <a:lnTo>
                    <a:pt x="242620" y="482027"/>
                  </a:lnTo>
                  <a:lnTo>
                    <a:pt x="242620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335821" y="6037382"/>
              <a:ext cx="453390" cy="922019"/>
            </a:xfrm>
            <a:custGeom>
              <a:avLst/>
              <a:gdLst/>
              <a:ahLst/>
              <a:cxnLst/>
              <a:rect l="l" t="t" r="r" b="b"/>
              <a:pathLst>
                <a:path w="453390" h="922020">
                  <a:moveTo>
                    <a:pt x="422018" y="0"/>
                  </a:moveTo>
                  <a:lnTo>
                    <a:pt x="203198" y="0"/>
                  </a:lnTo>
                  <a:lnTo>
                    <a:pt x="219365" y="456792"/>
                  </a:lnTo>
                  <a:lnTo>
                    <a:pt x="203588" y="705085"/>
                  </a:lnTo>
                  <a:lnTo>
                    <a:pt x="136816" y="831305"/>
                  </a:lnTo>
                  <a:lnTo>
                    <a:pt x="0" y="921877"/>
                  </a:lnTo>
                  <a:lnTo>
                    <a:pt x="271248" y="921877"/>
                  </a:lnTo>
                  <a:lnTo>
                    <a:pt x="391825" y="756757"/>
                  </a:lnTo>
                  <a:lnTo>
                    <a:pt x="447723" y="605688"/>
                  </a:lnTo>
                  <a:lnTo>
                    <a:pt x="453076" y="382244"/>
                  </a:lnTo>
                  <a:lnTo>
                    <a:pt x="422018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335831" y="6037387"/>
              <a:ext cx="433070" cy="922019"/>
            </a:xfrm>
            <a:custGeom>
              <a:avLst/>
              <a:gdLst/>
              <a:ahLst/>
              <a:cxnLst/>
              <a:rect l="l" t="t" r="r" b="b"/>
              <a:pathLst>
                <a:path w="433070" h="922020">
                  <a:moveTo>
                    <a:pt x="422009" y="0"/>
                  </a:moveTo>
                  <a:lnTo>
                    <a:pt x="203188" y="0"/>
                  </a:lnTo>
                  <a:lnTo>
                    <a:pt x="219355" y="456788"/>
                  </a:lnTo>
                  <a:lnTo>
                    <a:pt x="203578" y="705081"/>
                  </a:lnTo>
                  <a:lnTo>
                    <a:pt x="136806" y="831301"/>
                  </a:lnTo>
                  <a:lnTo>
                    <a:pt x="0" y="921867"/>
                  </a:lnTo>
                  <a:lnTo>
                    <a:pt x="271243" y="921867"/>
                  </a:lnTo>
                  <a:lnTo>
                    <a:pt x="391816" y="756753"/>
                  </a:lnTo>
                  <a:lnTo>
                    <a:pt x="432591" y="646554"/>
                  </a:lnTo>
                  <a:lnTo>
                    <a:pt x="432591" y="130235"/>
                  </a:lnTo>
                  <a:lnTo>
                    <a:pt x="422009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433123" y="6849281"/>
              <a:ext cx="1317625" cy="170815"/>
            </a:xfrm>
            <a:custGeom>
              <a:avLst/>
              <a:gdLst/>
              <a:ahLst/>
              <a:cxnLst/>
              <a:rect l="l" t="t" r="r" b="b"/>
              <a:pathLst>
                <a:path w="1317625" h="170815">
                  <a:moveTo>
                    <a:pt x="1317002" y="106184"/>
                  </a:moveTo>
                  <a:lnTo>
                    <a:pt x="1315351" y="97980"/>
                  </a:lnTo>
                  <a:lnTo>
                    <a:pt x="1310830" y="91287"/>
                  </a:lnTo>
                  <a:lnTo>
                    <a:pt x="1304137" y="86779"/>
                  </a:lnTo>
                  <a:lnTo>
                    <a:pt x="1295933" y="85128"/>
                  </a:lnTo>
                  <a:lnTo>
                    <a:pt x="1266317" y="85128"/>
                  </a:lnTo>
                  <a:lnTo>
                    <a:pt x="1266317" y="52349"/>
                  </a:lnTo>
                  <a:lnTo>
                    <a:pt x="1262214" y="31978"/>
                  </a:lnTo>
                  <a:lnTo>
                    <a:pt x="1250988" y="15328"/>
                  </a:lnTo>
                  <a:lnTo>
                    <a:pt x="1234351" y="4114"/>
                  </a:lnTo>
                  <a:lnTo>
                    <a:pt x="1213967" y="0"/>
                  </a:lnTo>
                  <a:lnTo>
                    <a:pt x="103022" y="0"/>
                  </a:lnTo>
                  <a:lnTo>
                    <a:pt x="82651" y="4114"/>
                  </a:lnTo>
                  <a:lnTo>
                    <a:pt x="66014" y="15328"/>
                  </a:lnTo>
                  <a:lnTo>
                    <a:pt x="54787" y="31978"/>
                  </a:lnTo>
                  <a:lnTo>
                    <a:pt x="50673" y="52349"/>
                  </a:lnTo>
                  <a:lnTo>
                    <a:pt x="50673" y="85128"/>
                  </a:lnTo>
                  <a:lnTo>
                    <a:pt x="21056" y="85128"/>
                  </a:lnTo>
                  <a:lnTo>
                    <a:pt x="12865" y="86779"/>
                  </a:lnTo>
                  <a:lnTo>
                    <a:pt x="6172" y="91287"/>
                  </a:lnTo>
                  <a:lnTo>
                    <a:pt x="1663" y="97980"/>
                  </a:lnTo>
                  <a:lnTo>
                    <a:pt x="0" y="106184"/>
                  </a:lnTo>
                  <a:lnTo>
                    <a:pt x="0" y="149199"/>
                  </a:lnTo>
                  <a:lnTo>
                    <a:pt x="1663" y="157391"/>
                  </a:lnTo>
                  <a:lnTo>
                    <a:pt x="6172" y="164084"/>
                  </a:lnTo>
                  <a:lnTo>
                    <a:pt x="12865" y="168592"/>
                  </a:lnTo>
                  <a:lnTo>
                    <a:pt x="21056" y="170256"/>
                  </a:lnTo>
                  <a:lnTo>
                    <a:pt x="50673" y="170256"/>
                  </a:lnTo>
                  <a:lnTo>
                    <a:pt x="1266317" y="170256"/>
                  </a:lnTo>
                  <a:lnTo>
                    <a:pt x="1295933" y="170256"/>
                  </a:lnTo>
                  <a:lnTo>
                    <a:pt x="1304137" y="168592"/>
                  </a:lnTo>
                  <a:lnTo>
                    <a:pt x="1310830" y="164084"/>
                  </a:lnTo>
                  <a:lnTo>
                    <a:pt x="1315351" y="157391"/>
                  </a:lnTo>
                  <a:lnTo>
                    <a:pt x="1317002" y="149199"/>
                  </a:lnTo>
                  <a:lnTo>
                    <a:pt x="1317002" y="106184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433135" y="6934399"/>
              <a:ext cx="1317625" cy="85725"/>
            </a:xfrm>
            <a:custGeom>
              <a:avLst/>
              <a:gdLst/>
              <a:ahLst/>
              <a:cxnLst/>
              <a:rect l="l" t="t" r="r" b="b"/>
              <a:pathLst>
                <a:path w="1317625" h="85725">
                  <a:moveTo>
                    <a:pt x="1295929" y="0"/>
                  </a:moveTo>
                  <a:lnTo>
                    <a:pt x="21056" y="0"/>
                  </a:lnTo>
                  <a:lnTo>
                    <a:pt x="12859" y="1654"/>
                  </a:lnTo>
                  <a:lnTo>
                    <a:pt x="6166" y="6166"/>
                  </a:lnTo>
                  <a:lnTo>
                    <a:pt x="1654" y="12859"/>
                  </a:lnTo>
                  <a:lnTo>
                    <a:pt x="0" y="21056"/>
                  </a:lnTo>
                  <a:lnTo>
                    <a:pt x="0" y="64071"/>
                  </a:lnTo>
                  <a:lnTo>
                    <a:pt x="1654" y="72264"/>
                  </a:lnTo>
                  <a:lnTo>
                    <a:pt x="6166" y="78958"/>
                  </a:lnTo>
                  <a:lnTo>
                    <a:pt x="12859" y="83472"/>
                  </a:lnTo>
                  <a:lnTo>
                    <a:pt x="21056" y="85128"/>
                  </a:lnTo>
                  <a:lnTo>
                    <a:pt x="1295929" y="85128"/>
                  </a:lnTo>
                  <a:lnTo>
                    <a:pt x="1304128" y="83472"/>
                  </a:lnTo>
                  <a:lnTo>
                    <a:pt x="1310825" y="78958"/>
                  </a:lnTo>
                  <a:lnTo>
                    <a:pt x="1315340" y="72264"/>
                  </a:lnTo>
                  <a:lnTo>
                    <a:pt x="1316996" y="64071"/>
                  </a:lnTo>
                  <a:lnTo>
                    <a:pt x="1316996" y="21056"/>
                  </a:lnTo>
                  <a:lnTo>
                    <a:pt x="1315340" y="12859"/>
                  </a:lnTo>
                  <a:lnTo>
                    <a:pt x="1310825" y="6166"/>
                  </a:lnTo>
                  <a:lnTo>
                    <a:pt x="1304128" y="1654"/>
                  </a:lnTo>
                  <a:lnTo>
                    <a:pt x="1295929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159328" y="5615754"/>
              <a:ext cx="895985" cy="581660"/>
            </a:xfrm>
            <a:custGeom>
              <a:avLst/>
              <a:gdLst/>
              <a:ahLst/>
              <a:cxnLst/>
              <a:rect l="l" t="t" r="r" b="b"/>
              <a:pathLst>
                <a:path w="895984" h="581660">
                  <a:moveTo>
                    <a:pt x="742783" y="0"/>
                  </a:moveTo>
                  <a:lnTo>
                    <a:pt x="152707" y="0"/>
                  </a:lnTo>
                  <a:lnTo>
                    <a:pt x="104438" y="7784"/>
                  </a:lnTo>
                  <a:lnTo>
                    <a:pt x="62518" y="29462"/>
                  </a:lnTo>
                  <a:lnTo>
                    <a:pt x="29462" y="62518"/>
                  </a:lnTo>
                  <a:lnTo>
                    <a:pt x="7784" y="104438"/>
                  </a:lnTo>
                  <a:lnTo>
                    <a:pt x="0" y="152707"/>
                  </a:lnTo>
                  <a:lnTo>
                    <a:pt x="0" y="428719"/>
                  </a:lnTo>
                  <a:lnTo>
                    <a:pt x="7784" y="476989"/>
                  </a:lnTo>
                  <a:lnTo>
                    <a:pt x="29462" y="518909"/>
                  </a:lnTo>
                  <a:lnTo>
                    <a:pt x="62518" y="551965"/>
                  </a:lnTo>
                  <a:lnTo>
                    <a:pt x="104438" y="573642"/>
                  </a:lnTo>
                  <a:lnTo>
                    <a:pt x="152707" y="581427"/>
                  </a:lnTo>
                  <a:lnTo>
                    <a:pt x="742783" y="581427"/>
                  </a:lnTo>
                  <a:lnTo>
                    <a:pt x="791048" y="573642"/>
                  </a:lnTo>
                  <a:lnTo>
                    <a:pt x="832968" y="551965"/>
                  </a:lnTo>
                  <a:lnTo>
                    <a:pt x="866025" y="518909"/>
                  </a:lnTo>
                  <a:lnTo>
                    <a:pt x="887705" y="476989"/>
                  </a:lnTo>
                  <a:lnTo>
                    <a:pt x="895491" y="428719"/>
                  </a:lnTo>
                  <a:lnTo>
                    <a:pt x="895491" y="152707"/>
                  </a:lnTo>
                  <a:lnTo>
                    <a:pt x="887705" y="104438"/>
                  </a:lnTo>
                  <a:lnTo>
                    <a:pt x="866025" y="62518"/>
                  </a:lnTo>
                  <a:lnTo>
                    <a:pt x="832968" y="29462"/>
                  </a:lnTo>
                  <a:lnTo>
                    <a:pt x="791048" y="7784"/>
                  </a:lnTo>
                  <a:lnTo>
                    <a:pt x="742783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156176" y="5872680"/>
              <a:ext cx="600075" cy="113664"/>
            </a:xfrm>
            <a:custGeom>
              <a:avLst/>
              <a:gdLst/>
              <a:ahLst/>
              <a:cxnLst/>
              <a:rect l="l" t="t" r="r" b="b"/>
              <a:pathLst>
                <a:path w="600075" h="113664">
                  <a:moveTo>
                    <a:pt x="599887" y="0"/>
                  </a:moveTo>
                  <a:lnTo>
                    <a:pt x="0" y="0"/>
                  </a:lnTo>
                  <a:lnTo>
                    <a:pt x="0" y="113389"/>
                  </a:lnTo>
                  <a:lnTo>
                    <a:pt x="599887" y="113389"/>
                  </a:lnTo>
                  <a:lnTo>
                    <a:pt x="5998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156153" y="5872689"/>
              <a:ext cx="600075" cy="113664"/>
            </a:xfrm>
            <a:custGeom>
              <a:avLst/>
              <a:gdLst/>
              <a:ahLst/>
              <a:cxnLst/>
              <a:rect l="l" t="t" r="r" b="b"/>
              <a:pathLst>
                <a:path w="600075" h="113664">
                  <a:moveTo>
                    <a:pt x="599909" y="0"/>
                  </a:moveTo>
                  <a:lnTo>
                    <a:pt x="252653" y="0"/>
                  </a:lnTo>
                  <a:lnTo>
                    <a:pt x="12" y="0"/>
                  </a:lnTo>
                  <a:lnTo>
                    <a:pt x="0" y="113385"/>
                  </a:lnTo>
                  <a:lnTo>
                    <a:pt x="252653" y="113385"/>
                  </a:lnTo>
                  <a:lnTo>
                    <a:pt x="599909" y="113385"/>
                  </a:lnTo>
                  <a:lnTo>
                    <a:pt x="59990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072681" y="5759290"/>
              <a:ext cx="600075" cy="113664"/>
            </a:xfrm>
            <a:custGeom>
              <a:avLst/>
              <a:gdLst/>
              <a:ahLst/>
              <a:cxnLst/>
              <a:rect l="l" t="t" r="r" b="b"/>
              <a:pathLst>
                <a:path w="600075" h="113664">
                  <a:moveTo>
                    <a:pt x="599897" y="0"/>
                  </a:moveTo>
                  <a:lnTo>
                    <a:pt x="0" y="0"/>
                  </a:lnTo>
                  <a:lnTo>
                    <a:pt x="0" y="113389"/>
                  </a:lnTo>
                  <a:lnTo>
                    <a:pt x="599897" y="113389"/>
                  </a:lnTo>
                  <a:lnTo>
                    <a:pt x="5998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072676" y="5759291"/>
              <a:ext cx="600075" cy="113664"/>
            </a:xfrm>
            <a:custGeom>
              <a:avLst/>
              <a:gdLst/>
              <a:ahLst/>
              <a:cxnLst/>
              <a:rect l="l" t="t" r="r" b="b"/>
              <a:pathLst>
                <a:path w="600075" h="113664">
                  <a:moveTo>
                    <a:pt x="599897" y="0"/>
                  </a:moveTo>
                  <a:lnTo>
                    <a:pt x="252653" y="0"/>
                  </a:lnTo>
                  <a:lnTo>
                    <a:pt x="0" y="0"/>
                  </a:lnTo>
                  <a:lnTo>
                    <a:pt x="0" y="16344"/>
                  </a:lnTo>
                  <a:lnTo>
                    <a:pt x="0" y="30264"/>
                  </a:lnTo>
                  <a:lnTo>
                    <a:pt x="0" y="91732"/>
                  </a:lnTo>
                  <a:lnTo>
                    <a:pt x="0" y="100368"/>
                  </a:lnTo>
                  <a:lnTo>
                    <a:pt x="0" y="113398"/>
                  </a:lnTo>
                  <a:lnTo>
                    <a:pt x="252653" y="113398"/>
                  </a:lnTo>
                  <a:lnTo>
                    <a:pt x="599897" y="113398"/>
                  </a:lnTo>
                  <a:lnTo>
                    <a:pt x="599897" y="46596"/>
                  </a:lnTo>
                  <a:lnTo>
                    <a:pt x="599897" y="36029"/>
                  </a:lnTo>
                  <a:lnTo>
                    <a:pt x="599897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141171" y="5645901"/>
              <a:ext cx="600075" cy="113664"/>
            </a:xfrm>
            <a:custGeom>
              <a:avLst/>
              <a:gdLst/>
              <a:ahLst/>
              <a:cxnLst/>
              <a:rect l="l" t="t" r="r" b="b"/>
              <a:pathLst>
                <a:path w="600075" h="113664">
                  <a:moveTo>
                    <a:pt x="599897" y="0"/>
                  </a:moveTo>
                  <a:lnTo>
                    <a:pt x="0" y="0"/>
                  </a:lnTo>
                  <a:lnTo>
                    <a:pt x="0" y="113389"/>
                  </a:lnTo>
                  <a:lnTo>
                    <a:pt x="599897" y="113389"/>
                  </a:lnTo>
                  <a:lnTo>
                    <a:pt x="5998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141167" y="5645905"/>
              <a:ext cx="600075" cy="113664"/>
            </a:xfrm>
            <a:custGeom>
              <a:avLst/>
              <a:gdLst/>
              <a:ahLst/>
              <a:cxnLst/>
              <a:rect l="l" t="t" r="r" b="b"/>
              <a:pathLst>
                <a:path w="600075" h="113664">
                  <a:moveTo>
                    <a:pt x="599897" y="0"/>
                  </a:moveTo>
                  <a:lnTo>
                    <a:pt x="252653" y="0"/>
                  </a:lnTo>
                  <a:lnTo>
                    <a:pt x="0" y="0"/>
                  </a:lnTo>
                  <a:lnTo>
                    <a:pt x="0" y="16332"/>
                  </a:lnTo>
                  <a:lnTo>
                    <a:pt x="0" y="30264"/>
                  </a:lnTo>
                  <a:lnTo>
                    <a:pt x="0" y="91719"/>
                  </a:lnTo>
                  <a:lnTo>
                    <a:pt x="0" y="100368"/>
                  </a:lnTo>
                  <a:lnTo>
                    <a:pt x="0" y="113385"/>
                  </a:lnTo>
                  <a:lnTo>
                    <a:pt x="252653" y="113385"/>
                  </a:lnTo>
                  <a:lnTo>
                    <a:pt x="599897" y="113385"/>
                  </a:lnTo>
                  <a:lnTo>
                    <a:pt x="599897" y="46583"/>
                  </a:lnTo>
                  <a:lnTo>
                    <a:pt x="599897" y="36017"/>
                  </a:lnTo>
                  <a:lnTo>
                    <a:pt x="599897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140698" y="5929370"/>
              <a:ext cx="963294" cy="54610"/>
            </a:xfrm>
            <a:custGeom>
              <a:avLst/>
              <a:gdLst/>
              <a:ahLst/>
              <a:cxnLst/>
              <a:rect l="l" t="t" r="r" b="b"/>
              <a:pathLst>
                <a:path w="963295" h="54610">
                  <a:moveTo>
                    <a:pt x="656472" y="0"/>
                  </a:moveTo>
                  <a:lnTo>
                    <a:pt x="15601" y="0"/>
                  </a:lnTo>
                  <a:lnTo>
                    <a:pt x="0" y="54322"/>
                  </a:lnTo>
                  <a:lnTo>
                    <a:pt x="962818" y="54322"/>
                  </a:lnTo>
                  <a:lnTo>
                    <a:pt x="951583" y="27161"/>
                  </a:lnTo>
                  <a:lnTo>
                    <a:pt x="656472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140696" y="5929374"/>
              <a:ext cx="656590" cy="54610"/>
            </a:xfrm>
            <a:custGeom>
              <a:avLst/>
              <a:gdLst/>
              <a:ahLst/>
              <a:cxnLst/>
              <a:rect l="l" t="t" r="r" b="b"/>
              <a:pathLst>
                <a:path w="656589" h="54610">
                  <a:moveTo>
                    <a:pt x="656472" y="0"/>
                  </a:moveTo>
                  <a:lnTo>
                    <a:pt x="15601" y="0"/>
                  </a:lnTo>
                  <a:lnTo>
                    <a:pt x="0" y="54322"/>
                  </a:lnTo>
                  <a:lnTo>
                    <a:pt x="656472" y="54322"/>
                  </a:lnTo>
                  <a:lnTo>
                    <a:pt x="656472" y="0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515369" y="5038067"/>
              <a:ext cx="1153160" cy="683260"/>
            </a:xfrm>
            <a:custGeom>
              <a:avLst/>
              <a:gdLst/>
              <a:ahLst/>
              <a:cxnLst/>
              <a:rect l="l" t="t" r="r" b="b"/>
              <a:pathLst>
                <a:path w="1153160" h="683260">
                  <a:moveTo>
                    <a:pt x="1033256" y="0"/>
                  </a:moveTo>
                  <a:lnTo>
                    <a:pt x="51516" y="0"/>
                  </a:lnTo>
                  <a:lnTo>
                    <a:pt x="34142" y="2617"/>
                  </a:lnTo>
                  <a:lnTo>
                    <a:pt x="1895" y="35098"/>
                  </a:lnTo>
                  <a:lnTo>
                    <a:pt x="0" y="46019"/>
                  </a:lnTo>
                  <a:lnTo>
                    <a:pt x="58951" y="631247"/>
                  </a:lnTo>
                  <a:lnTo>
                    <a:pt x="65375" y="651476"/>
                  </a:lnTo>
                  <a:lnTo>
                    <a:pt x="79078" y="668005"/>
                  </a:lnTo>
                  <a:lnTo>
                    <a:pt x="98086" y="679156"/>
                  </a:lnTo>
                  <a:lnTo>
                    <a:pt x="120425" y="683246"/>
                  </a:lnTo>
                  <a:lnTo>
                    <a:pt x="1102165" y="683246"/>
                  </a:lnTo>
                  <a:lnTo>
                    <a:pt x="1123583" y="679156"/>
                  </a:lnTo>
                  <a:lnTo>
                    <a:pt x="1140292" y="668005"/>
                  </a:lnTo>
                  <a:lnTo>
                    <a:pt x="1150659" y="651476"/>
                  </a:lnTo>
                  <a:lnTo>
                    <a:pt x="1153053" y="631247"/>
                  </a:lnTo>
                  <a:lnTo>
                    <a:pt x="1094741" y="51998"/>
                  </a:lnTo>
                  <a:lnTo>
                    <a:pt x="1088312" y="31765"/>
                  </a:lnTo>
                  <a:lnTo>
                    <a:pt x="1074608" y="15236"/>
                  </a:lnTo>
                  <a:lnTo>
                    <a:pt x="1055600" y="4088"/>
                  </a:lnTo>
                  <a:lnTo>
                    <a:pt x="1033256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3515370" y="5073165"/>
              <a:ext cx="1101090" cy="648335"/>
            </a:xfrm>
            <a:custGeom>
              <a:avLst/>
              <a:gdLst/>
              <a:ahLst/>
              <a:cxnLst/>
              <a:rect l="l" t="t" r="r" b="b"/>
              <a:pathLst>
                <a:path w="1101089" h="648335">
                  <a:moveTo>
                    <a:pt x="980158" y="0"/>
                  </a:moveTo>
                  <a:lnTo>
                    <a:pt x="1895" y="0"/>
                  </a:lnTo>
                  <a:lnTo>
                    <a:pt x="471" y="5245"/>
                  </a:lnTo>
                  <a:lnTo>
                    <a:pt x="0" y="10931"/>
                  </a:lnTo>
                  <a:lnTo>
                    <a:pt x="58951" y="596149"/>
                  </a:lnTo>
                  <a:lnTo>
                    <a:pt x="65374" y="616377"/>
                  </a:lnTo>
                  <a:lnTo>
                    <a:pt x="79074" y="632907"/>
                  </a:lnTo>
                  <a:lnTo>
                    <a:pt x="98081" y="644057"/>
                  </a:lnTo>
                  <a:lnTo>
                    <a:pt x="120425" y="648147"/>
                  </a:lnTo>
                  <a:lnTo>
                    <a:pt x="1098689" y="648147"/>
                  </a:lnTo>
                  <a:lnTo>
                    <a:pt x="1100113" y="642901"/>
                  </a:lnTo>
                  <a:lnTo>
                    <a:pt x="1100584" y="637226"/>
                  </a:lnTo>
                  <a:lnTo>
                    <a:pt x="1041633" y="51998"/>
                  </a:lnTo>
                  <a:lnTo>
                    <a:pt x="1035115" y="31769"/>
                  </a:lnTo>
                  <a:lnTo>
                    <a:pt x="1021383" y="15240"/>
                  </a:lnTo>
                  <a:lnTo>
                    <a:pt x="1002408" y="4090"/>
                  </a:lnTo>
                  <a:lnTo>
                    <a:pt x="980158" y="0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733296" y="5366037"/>
              <a:ext cx="676910" cy="617855"/>
            </a:xfrm>
            <a:custGeom>
              <a:avLst/>
              <a:gdLst/>
              <a:ahLst/>
              <a:cxnLst/>
              <a:rect l="l" t="t" r="r" b="b"/>
              <a:pathLst>
                <a:path w="676910" h="617854">
                  <a:moveTo>
                    <a:pt x="409380" y="0"/>
                  </a:moveTo>
                  <a:lnTo>
                    <a:pt x="206286" y="0"/>
                  </a:lnTo>
                  <a:lnTo>
                    <a:pt x="138571" y="535899"/>
                  </a:lnTo>
                  <a:lnTo>
                    <a:pt x="0" y="580338"/>
                  </a:lnTo>
                  <a:lnTo>
                    <a:pt x="0" y="617656"/>
                  </a:lnTo>
                  <a:lnTo>
                    <a:pt x="676408" y="617656"/>
                  </a:lnTo>
                  <a:lnTo>
                    <a:pt x="676408" y="580338"/>
                  </a:lnTo>
                  <a:lnTo>
                    <a:pt x="355245" y="535899"/>
                  </a:lnTo>
                  <a:lnTo>
                    <a:pt x="409380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871863" y="5366037"/>
              <a:ext cx="271145" cy="609600"/>
            </a:xfrm>
            <a:custGeom>
              <a:avLst/>
              <a:gdLst/>
              <a:ahLst/>
              <a:cxnLst/>
              <a:rect l="l" t="t" r="r" b="b"/>
              <a:pathLst>
                <a:path w="271145" h="609600">
                  <a:moveTo>
                    <a:pt x="270818" y="0"/>
                  </a:moveTo>
                  <a:lnTo>
                    <a:pt x="67725" y="0"/>
                  </a:lnTo>
                  <a:lnTo>
                    <a:pt x="0" y="605845"/>
                  </a:lnTo>
                  <a:lnTo>
                    <a:pt x="120352" y="609143"/>
                  </a:lnTo>
                  <a:lnTo>
                    <a:pt x="270818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870988" y="6088001"/>
              <a:ext cx="271145" cy="2232660"/>
            </a:xfrm>
            <a:custGeom>
              <a:avLst/>
              <a:gdLst/>
              <a:ahLst/>
              <a:cxnLst/>
              <a:rect l="l" t="t" r="r" b="b"/>
              <a:pathLst>
                <a:path w="271145" h="2232659">
                  <a:moveTo>
                    <a:pt x="128446" y="0"/>
                  </a:moveTo>
                  <a:lnTo>
                    <a:pt x="0" y="0"/>
                  </a:lnTo>
                  <a:lnTo>
                    <a:pt x="173952" y="2232047"/>
                  </a:lnTo>
                  <a:lnTo>
                    <a:pt x="270766" y="2232047"/>
                  </a:lnTo>
                  <a:lnTo>
                    <a:pt x="128446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870934" y="6091592"/>
              <a:ext cx="271145" cy="2228850"/>
            </a:xfrm>
            <a:custGeom>
              <a:avLst/>
              <a:gdLst/>
              <a:ahLst/>
              <a:cxnLst/>
              <a:rect l="l" t="t" r="r" b="b"/>
              <a:pathLst>
                <a:path w="271145" h="2228850">
                  <a:moveTo>
                    <a:pt x="128488" y="0"/>
                  </a:moveTo>
                  <a:lnTo>
                    <a:pt x="0" y="0"/>
                  </a:lnTo>
                  <a:lnTo>
                    <a:pt x="8533" y="107274"/>
                  </a:lnTo>
                  <a:lnTo>
                    <a:pt x="174005" y="2228455"/>
                  </a:lnTo>
                  <a:lnTo>
                    <a:pt x="270881" y="2228455"/>
                  </a:lnTo>
                  <a:lnTo>
                    <a:pt x="128488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870937" y="6091595"/>
              <a:ext cx="135890" cy="102235"/>
            </a:xfrm>
            <a:custGeom>
              <a:avLst/>
              <a:gdLst/>
              <a:ahLst/>
              <a:cxnLst/>
              <a:rect l="l" t="t" r="r" b="b"/>
              <a:pathLst>
                <a:path w="135889" h="102235">
                  <a:moveTo>
                    <a:pt x="128488" y="0"/>
                  </a:moveTo>
                  <a:lnTo>
                    <a:pt x="0" y="0"/>
                  </a:lnTo>
                  <a:lnTo>
                    <a:pt x="8533" y="101955"/>
                  </a:lnTo>
                  <a:lnTo>
                    <a:pt x="135440" y="101955"/>
                  </a:lnTo>
                  <a:lnTo>
                    <a:pt x="128488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739659" y="6088001"/>
              <a:ext cx="128905" cy="2232660"/>
            </a:xfrm>
            <a:custGeom>
              <a:avLst/>
              <a:gdLst/>
              <a:ahLst/>
              <a:cxnLst/>
              <a:rect l="l" t="t" r="r" b="b"/>
              <a:pathLst>
                <a:path w="128904" h="2232659">
                  <a:moveTo>
                    <a:pt x="128435" y="0"/>
                  </a:moveTo>
                  <a:lnTo>
                    <a:pt x="0" y="0"/>
                  </a:lnTo>
                  <a:lnTo>
                    <a:pt x="15811" y="2232047"/>
                  </a:lnTo>
                  <a:lnTo>
                    <a:pt x="112624" y="2232047"/>
                  </a:lnTo>
                  <a:lnTo>
                    <a:pt x="128435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739679" y="6091595"/>
              <a:ext cx="128905" cy="2228850"/>
            </a:xfrm>
            <a:custGeom>
              <a:avLst/>
              <a:gdLst/>
              <a:ahLst/>
              <a:cxnLst/>
              <a:rect l="l" t="t" r="r" b="b"/>
              <a:pathLst>
                <a:path w="128904" h="2228850">
                  <a:moveTo>
                    <a:pt x="128488" y="0"/>
                  </a:moveTo>
                  <a:lnTo>
                    <a:pt x="0" y="0"/>
                  </a:lnTo>
                  <a:lnTo>
                    <a:pt x="15800" y="2228455"/>
                  </a:lnTo>
                  <a:lnTo>
                    <a:pt x="112687" y="2228455"/>
                  </a:lnTo>
                  <a:lnTo>
                    <a:pt x="128488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739679" y="6091595"/>
              <a:ext cx="128905" cy="364490"/>
            </a:xfrm>
            <a:custGeom>
              <a:avLst/>
              <a:gdLst/>
              <a:ahLst/>
              <a:cxnLst/>
              <a:rect l="l" t="t" r="r" b="b"/>
              <a:pathLst>
                <a:path w="128904" h="364489">
                  <a:moveTo>
                    <a:pt x="128488" y="0"/>
                  </a:moveTo>
                  <a:lnTo>
                    <a:pt x="0" y="0"/>
                  </a:lnTo>
                  <a:lnTo>
                    <a:pt x="2533" y="364125"/>
                  </a:lnTo>
                  <a:lnTo>
                    <a:pt x="125954" y="364125"/>
                  </a:lnTo>
                  <a:lnTo>
                    <a:pt x="128488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609422" y="6088001"/>
              <a:ext cx="271145" cy="2232660"/>
            </a:xfrm>
            <a:custGeom>
              <a:avLst/>
              <a:gdLst/>
              <a:ahLst/>
              <a:cxnLst/>
              <a:rect l="l" t="t" r="r" b="b"/>
              <a:pathLst>
                <a:path w="271145" h="2232659">
                  <a:moveTo>
                    <a:pt x="128435" y="0"/>
                  </a:moveTo>
                  <a:lnTo>
                    <a:pt x="0" y="0"/>
                  </a:lnTo>
                  <a:lnTo>
                    <a:pt x="173952" y="2232047"/>
                  </a:lnTo>
                  <a:lnTo>
                    <a:pt x="270766" y="2232047"/>
                  </a:lnTo>
                  <a:lnTo>
                    <a:pt x="128435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609367" y="6091592"/>
              <a:ext cx="271145" cy="2228850"/>
            </a:xfrm>
            <a:custGeom>
              <a:avLst/>
              <a:gdLst/>
              <a:ahLst/>
              <a:cxnLst/>
              <a:rect l="l" t="t" r="r" b="b"/>
              <a:pathLst>
                <a:path w="271145" h="2228850">
                  <a:moveTo>
                    <a:pt x="128488" y="0"/>
                  </a:moveTo>
                  <a:lnTo>
                    <a:pt x="0" y="0"/>
                  </a:lnTo>
                  <a:lnTo>
                    <a:pt x="8533" y="107274"/>
                  </a:lnTo>
                  <a:lnTo>
                    <a:pt x="174005" y="2228455"/>
                  </a:lnTo>
                  <a:lnTo>
                    <a:pt x="270881" y="2228455"/>
                  </a:lnTo>
                  <a:lnTo>
                    <a:pt x="128488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609371" y="6091595"/>
              <a:ext cx="135890" cy="102235"/>
            </a:xfrm>
            <a:custGeom>
              <a:avLst/>
              <a:gdLst/>
              <a:ahLst/>
              <a:cxnLst/>
              <a:rect l="l" t="t" r="r" b="b"/>
              <a:pathLst>
                <a:path w="135889" h="102235">
                  <a:moveTo>
                    <a:pt x="128488" y="0"/>
                  </a:moveTo>
                  <a:lnTo>
                    <a:pt x="0" y="0"/>
                  </a:lnTo>
                  <a:lnTo>
                    <a:pt x="8533" y="101955"/>
                  </a:lnTo>
                  <a:lnTo>
                    <a:pt x="135440" y="101955"/>
                  </a:lnTo>
                  <a:lnTo>
                    <a:pt x="128488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937371" y="6088001"/>
              <a:ext cx="271145" cy="2232660"/>
            </a:xfrm>
            <a:custGeom>
              <a:avLst/>
              <a:gdLst/>
              <a:ahLst/>
              <a:cxnLst/>
              <a:rect l="l" t="t" r="r" b="b"/>
              <a:pathLst>
                <a:path w="271144" h="2232659">
                  <a:moveTo>
                    <a:pt x="270766" y="0"/>
                  </a:moveTo>
                  <a:lnTo>
                    <a:pt x="142320" y="0"/>
                  </a:lnTo>
                  <a:lnTo>
                    <a:pt x="0" y="2232047"/>
                  </a:lnTo>
                  <a:lnTo>
                    <a:pt x="96813" y="2232047"/>
                  </a:lnTo>
                  <a:lnTo>
                    <a:pt x="270766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937395" y="6091595"/>
              <a:ext cx="271145" cy="2228850"/>
            </a:xfrm>
            <a:custGeom>
              <a:avLst/>
              <a:gdLst/>
              <a:ahLst/>
              <a:cxnLst/>
              <a:rect l="l" t="t" r="r" b="b"/>
              <a:pathLst>
                <a:path w="271144" h="2228850">
                  <a:moveTo>
                    <a:pt x="270724" y="0"/>
                  </a:moveTo>
                  <a:lnTo>
                    <a:pt x="142236" y="0"/>
                  </a:lnTo>
                  <a:lnTo>
                    <a:pt x="135283" y="107274"/>
                  </a:lnTo>
                  <a:lnTo>
                    <a:pt x="0" y="2228455"/>
                  </a:lnTo>
                  <a:lnTo>
                    <a:pt x="96719" y="2228455"/>
                  </a:lnTo>
                  <a:lnTo>
                    <a:pt x="262190" y="107274"/>
                  </a:lnTo>
                  <a:lnTo>
                    <a:pt x="270724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072680" y="6091595"/>
              <a:ext cx="135890" cy="102235"/>
            </a:xfrm>
            <a:custGeom>
              <a:avLst/>
              <a:gdLst/>
              <a:ahLst/>
              <a:cxnLst/>
              <a:rect l="l" t="t" r="r" b="b"/>
              <a:pathLst>
                <a:path w="135889" h="102235">
                  <a:moveTo>
                    <a:pt x="135440" y="0"/>
                  </a:moveTo>
                  <a:lnTo>
                    <a:pt x="6952" y="0"/>
                  </a:lnTo>
                  <a:lnTo>
                    <a:pt x="0" y="101955"/>
                  </a:lnTo>
                  <a:lnTo>
                    <a:pt x="126907" y="101955"/>
                  </a:lnTo>
                  <a:lnTo>
                    <a:pt x="135440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977878" y="6032102"/>
              <a:ext cx="2861945" cy="112395"/>
            </a:xfrm>
            <a:custGeom>
              <a:avLst/>
              <a:gdLst/>
              <a:ahLst/>
              <a:cxnLst/>
              <a:rect l="l" t="t" r="r" b="b"/>
              <a:pathLst>
                <a:path w="2861945" h="112395">
                  <a:moveTo>
                    <a:pt x="2861797" y="0"/>
                  </a:moveTo>
                  <a:lnTo>
                    <a:pt x="0" y="0"/>
                  </a:lnTo>
                  <a:lnTo>
                    <a:pt x="0" y="89159"/>
                  </a:lnTo>
                  <a:lnTo>
                    <a:pt x="1779" y="97971"/>
                  </a:lnTo>
                  <a:lnTo>
                    <a:pt x="6630" y="105166"/>
                  </a:lnTo>
                  <a:lnTo>
                    <a:pt x="13826" y="110018"/>
                  </a:lnTo>
                  <a:lnTo>
                    <a:pt x="22638" y="111797"/>
                  </a:lnTo>
                  <a:lnTo>
                    <a:pt x="2839159" y="111797"/>
                  </a:lnTo>
                  <a:lnTo>
                    <a:pt x="2847971" y="110018"/>
                  </a:lnTo>
                  <a:lnTo>
                    <a:pt x="2855166" y="105166"/>
                  </a:lnTo>
                  <a:lnTo>
                    <a:pt x="2860018" y="97971"/>
                  </a:lnTo>
                  <a:lnTo>
                    <a:pt x="2861797" y="89159"/>
                  </a:lnTo>
                  <a:lnTo>
                    <a:pt x="286179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977878" y="6032102"/>
              <a:ext cx="2861945" cy="112395"/>
            </a:xfrm>
            <a:custGeom>
              <a:avLst/>
              <a:gdLst/>
              <a:ahLst/>
              <a:cxnLst/>
              <a:rect l="l" t="t" r="r" b="b"/>
              <a:pathLst>
                <a:path w="2861945" h="112395">
                  <a:moveTo>
                    <a:pt x="2861797" y="0"/>
                  </a:moveTo>
                  <a:lnTo>
                    <a:pt x="0" y="0"/>
                  </a:lnTo>
                  <a:lnTo>
                    <a:pt x="0" y="89159"/>
                  </a:lnTo>
                  <a:lnTo>
                    <a:pt x="1779" y="97971"/>
                  </a:lnTo>
                  <a:lnTo>
                    <a:pt x="6630" y="105166"/>
                  </a:lnTo>
                  <a:lnTo>
                    <a:pt x="13826" y="110018"/>
                  </a:lnTo>
                  <a:lnTo>
                    <a:pt x="22638" y="111797"/>
                  </a:lnTo>
                  <a:lnTo>
                    <a:pt x="2839159" y="111797"/>
                  </a:lnTo>
                  <a:lnTo>
                    <a:pt x="2847971" y="110018"/>
                  </a:lnTo>
                  <a:lnTo>
                    <a:pt x="2855166" y="105166"/>
                  </a:lnTo>
                  <a:lnTo>
                    <a:pt x="2860018" y="97971"/>
                  </a:lnTo>
                  <a:lnTo>
                    <a:pt x="2861797" y="89159"/>
                  </a:lnTo>
                  <a:lnTo>
                    <a:pt x="2861797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977877" y="6032109"/>
              <a:ext cx="2861945" cy="56515"/>
            </a:xfrm>
            <a:custGeom>
              <a:avLst/>
              <a:gdLst/>
              <a:ahLst/>
              <a:cxnLst/>
              <a:rect l="l" t="t" r="r" b="b"/>
              <a:pathLst>
                <a:path w="2861945" h="56514">
                  <a:moveTo>
                    <a:pt x="2861797" y="0"/>
                  </a:moveTo>
                  <a:lnTo>
                    <a:pt x="0" y="0"/>
                  </a:lnTo>
                  <a:lnTo>
                    <a:pt x="0" y="55893"/>
                  </a:lnTo>
                  <a:lnTo>
                    <a:pt x="2861797" y="55893"/>
                  </a:lnTo>
                  <a:lnTo>
                    <a:pt x="2861797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883697" y="5983694"/>
              <a:ext cx="3050540" cy="63500"/>
            </a:xfrm>
            <a:custGeom>
              <a:avLst/>
              <a:gdLst/>
              <a:ahLst/>
              <a:cxnLst/>
              <a:rect l="l" t="t" r="r" b="b"/>
              <a:pathLst>
                <a:path w="3050540" h="63500">
                  <a:moveTo>
                    <a:pt x="3015991" y="0"/>
                  </a:moveTo>
                  <a:lnTo>
                    <a:pt x="34176" y="0"/>
                  </a:lnTo>
                  <a:lnTo>
                    <a:pt x="20872" y="2475"/>
                  </a:lnTo>
                  <a:lnTo>
                    <a:pt x="10008" y="9226"/>
                  </a:lnTo>
                  <a:lnTo>
                    <a:pt x="2685" y="19237"/>
                  </a:lnTo>
                  <a:lnTo>
                    <a:pt x="0" y="31496"/>
                  </a:lnTo>
                  <a:lnTo>
                    <a:pt x="2685" y="43753"/>
                  </a:lnTo>
                  <a:lnTo>
                    <a:pt x="10008" y="53761"/>
                  </a:lnTo>
                  <a:lnTo>
                    <a:pt x="20872" y="60508"/>
                  </a:lnTo>
                  <a:lnTo>
                    <a:pt x="34176" y="62982"/>
                  </a:lnTo>
                  <a:lnTo>
                    <a:pt x="3015991" y="62982"/>
                  </a:lnTo>
                  <a:lnTo>
                    <a:pt x="3029290" y="60508"/>
                  </a:lnTo>
                  <a:lnTo>
                    <a:pt x="3040150" y="53761"/>
                  </a:lnTo>
                  <a:lnTo>
                    <a:pt x="3047473" y="43753"/>
                  </a:lnTo>
                  <a:lnTo>
                    <a:pt x="3050158" y="31496"/>
                  </a:lnTo>
                  <a:lnTo>
                    <a:pt x="3047473" y="19237"/>
                  </a:lnTo>
                  <a:lnTo>
                    <a:pt x="3040150" y="9226"/>
                  </a:lnTo>
                  <a:lnTo>
                    <a:pt x="3029290" y="2475"/>
                  </a:lnTo>
                  <a:lnTo>
                    <a:pt x="3015991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2883697" y="5983694"/>
              <a:ext cx="3050540" cy="63500"/>
            </a:xfrm>
            <a:custGeom>
              <a:avLst/>
              <a:gdLst/>
              <a:ahLst/>
              <a:cxnLst/>
              <a:rect l="l" t="t" r="r" b="b"/>
              <a:pathLst>
                <a:path w="3050540" h="63500">
                  <a:moveTo>
                    <a:pt x="3015991" y="0"/>
                  </a:moveTo>
                  <a:lnTo>
                    <a:pt x="34176" y="0"/>
                  </a:lnTo>
                  <a:lnTo>
                    <a:pt x="20872" y="2475"/>
                  </a:lnTo>
                  <a:lnTo>
                    <a:pt x="10008" y="9226"/>
                  </a:lnTo>
                  <a:lnTo>
                    <a:pt x="2685" y="19237"/>
                  </a:lnTo>
                  <a:lnTo>
                    <a:pt x="0" y="31496"/>
                  </a:lnTo>
                  <a:lnTo>
                    <a:pt x="2685" y="43753"/>
                  </a:lnTo>
                  <a:lnTo>
                    <a:pt x="10008" y="53761"/>
                  </a:lnTo>
                  <a:lnTo>
                    <a:pt x="20872" y="60508"/>
                  </a:lnTo>
                  <a:lnTo>
                    <a:pt x="34176" y="62982"/>
                  </a:lnTo>
                  <a:lnTo>
                    <a:pt x="3015991" y="62982"/>
                  </a:lnTo>
                  <a:lnTo>
                    <a:pt x="3029290" y="60508"/>
                  </a:lnTo>
                  <a:lnTo>
                    <a:pt x="3040150" y="53761"/>
                  </a:lnTo>
                  <a:lnTo>
                    <a:pt x="3047473" y="43753"/>
                  </a:lnTo>
                  <a:lnTo>
                    <a:pt x="3050158" y="31496"/>
                  </a:lnTo>
                  <a:lnTo>
                    <a:pt x="3047473" y="19237"/>
                  </a:lnTo>
                  <a:lnTo>
                    <a:pt x="3040150" y="9226"/>
                  </a:lnTo>
                  <a:lnTo>
                    <a:pt x="3029290" y="2475"/>
                  </a:lnTo>
                  <a:lnTo>
                    <a:pt x="3015991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5194177" y="5819854"/>
              <a:ext cx="339725" cy="100965"/>
            </a:xfrm>
            <a:custGeom>
              <a:avLst/>
              <a:gdLst/>
              <a:ahLst/>
              <a:cxnLst/>
              <a:rect l="l" t="t" r="r" b="b"/>
              <a:pathLst>
                <a:path w="339725" h="100964">
                  <a:moveTo>
                    <a:pt x="119943" y="0"/>
                  </a:moveTo>
                  <a:lnTo>
                    <a:pt x="69558" y="0"/>
                  </a:lnTo>
                  <a:lnTo>
                    <a:pt x="59893" y="1105"/>
                  </a:lnTo>
                  <a:lnTo>
                    <a:pt x="50946" y="4294"/>
                  </a:lnTo>
                  <a:lnTo>
                    <a:pt x="43097" y="9378"/>
                  </a:lnTo>
                  <a:lnTo>
                    <a:pt x="36731" y="16167"/>
                  </a:lnTo>
                  <a:lnTo>
                    <a:pt x="0" y="66835"/>
                  </a:lnTo>
                  <a:lnTo>
                    <a:pt x="339528" y="100928"/>
                  </a:lnTo>
                  <a:lnTo>
                    <a:pt x="315739" y="64081"/>
                  </a:lnTo>
                  <a:lnTo>
                    <a:pt x="123807" y="523"/>
                  </a:lnTo>
                  <a:lnTo>
                    <a:pt x="119943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5194223" y="5819832"/>
              <a:ext cx="339725" cy="100965"/>
            </a:xfrm>
            <a:custGeom>
              <a:avLst/>
              <a:gdLst/>
              <a:ahLst/>
              <a:cxnLst/>
              <a:rect l="l" t="t" r="r" b="b"/>
              <a:pathLst>
                <a:path w="339725" h="100964">
                  <a:moveTo>
                    <a:pt x="119954" y="0"/>
                  </a:moveTo>
                  <a:lnTo>
                    <a:pt x="69537" y="0"/>
                  </a:lnTo>
                  <a:lnTo>
                    <a:pt x="59822" y="1114"/>
                  </a:lnTo>
                  <a:lnTo>
                    <a:pt x="50849" y="4317"/>
                  </a:lnTo>
                  <a:lnTo>
                    <a:pt x="43003" y="9404"/>
                  </a:lnTo>
                  <a:lnTo>
                    <a:pt x="36669" y="16167"/>
                  </a:lnTo>
                  <a:lnTo>
                    <a:pt x="0" y="66856"/>
                  </a:lnTo>
                  <a:lnTo>
                    <a:pt x="339466" y="100939"/>
                  </a:lnTo>
                  <a:lnTo>
                    <a:pt x="315760" y="64092"/>
                  </a:lnTo>
                  <a:lnTo>
                    <a:pt x="123744" y="586"/>
                  </a:lnTo>
                  <a:lnTo>
                    <a:pt x="119954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92366" y="5822460"/>
              <a:ext cx="241322" cy="98311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5136064" y="5871832"/>
              <a:ext cx="512445" cy="112395"/>
            </a:xfrm>
            <a:custGeom>
              <a:avLst/>
              <a:gdLst/>
              <a:ahLst/>
              <a:cxnLst/>
              <a:rect l="l" t="t" r="r" b="b"/>
              <a:pathLst>
                <a:path w="512445" h="112395">
                  <a:moveTo>
                    <a:pt x="315288" y="0"/>
                  </a:moveTo>
                  <a:lnTo>
                    <a:pt x="80447" y="0"/>
                  </a:lnTo>
                  <a:lnTo>
                    <a:pt x="59745" y="3199"/>
                  </a:lnTo>
                  <a:lnTo>
                    <a:pt x="41698" y="12161"/>
                  </a:lnTo>
                  <a:lnTo>
                    <a:pt x="27655" y="25930"/>
                  </a:lnTo>
                  <a:lnTo>
                    <a:pt x="18962" y="43548"/>
                  </a:lnTo>
                  <a:lnTo>
                    <a:pt x="0" y="111860"/>
                  </a:lnTo>
                  <a:lnTo>
                    <a:pt x="512361" y="111860"/>
                  </a:lnTo>
                  <a:lnTo>
                    <a:pt x="512361" y="107054"/>
                  </a:lnTo>
                  <a:lnTo>
                    <a:pt x="509405" y="89360"/>
                  </a:lnTo>
                  <a:lnTo>
                    <a:pt x="471116" y="52145"/>
                  </a:lnTo>
                  <a:lnTo>
                    <a:pt x="322712" y="1162"/>
                  </a:lnTo>
                  <a:lnTo>
                    <a:pt x="315288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38076" y="5739028"/>
              <a:ext cx="210349" cy="244664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5164480" y="5940393"/>
              <a:ext cx="80010" cy="27940"/>
            </a:xfrm>
            <a:custGeom>
              <a:avLst/>
              <a:gdLst/>
              <a:ahLst/>
              <a:cxnLst/>
              <a:rect l="l" t="t" r="r" b="b"/>
              <a:pathLst>
                <a:path w="80010" h="27939">
                  <a:moveTo>
                    <a:pt x="35420" y="1041"/>
                  </a:moveTo>
                  <a:lnTo>
                    <a:pt x="5727" y="1041"/>
                  </a:lnTo>
                  <a:lnTo>
                    <a:pt x="0" y="27927"/>
                  </a:lnTo>
                  <a:lnTo>
                    <a:pt x="29692" y="27927"/>
                  </a:lnTo>
                  <a:lnTo>
                    <a:pt x="35420" y="1041"/>
                  </a:lnTo>
                  <a:close/>
                </a:path>
                <a:path w="80010" h="27939">
                  <a:moveTo>
                    <a:pt x="79705" y="0"/>
                  </a:moveTo>
                  <a:lnTo>
                    <a:pt x="50012" y="0"/>
                  </a:lnTo>
                  <a:lnTo>
                    <a:pt x="44284" y="26885"/>
                  </a:lnTo>
                  <a:lnTo>
                    <a:pt x="73977" y="26885"/>
                  </a:lnTo>
                  <a:lnTo>
                    <a:pt x="79705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1" name="object 81" descr=""/>
          <p:cNvGrpSpPr/>
          <p:nvPr/>
        </p:nvGrpSpPr>
        <p:grpSpPr>
          <a:xfrm>
            <a:off x="15468724" y="6411312"/>
            <a:ext cx="2258060" cy="1829435"/>
            <a:chOff x="15468724" y="6411312"/>
            <a:chExt cx="2258060" cy="1829435"/>
          </a:xfrm>
        </p:grpSpPr>
        <p:sp>
          <p:nvSpPr>
            <p:cNvPr id="82" name="object 82" descr=""/>
            <p:cNvSpPr/>
            <p:nvPr/>
          </p:nvSpPr>
          <p:spPr>
            <a:xfrm>
              <a:off x="15986519" y="6762641"/>
              <a:ext cx="360680" cy="729615"/>
            </a:xfrm>
            <a:custGeom>
              <a:avLst/>
              <a:gdLst/>
              <a:ahLst/>
              <a:cxnLst/>
              <a:rect l="l" t="t" r="r" b="b"/>
              <a:pathLst>
                <a:path w="360680" h="729615">
                  <a:moveTo>
                    <a:pt x="360426" y="38"/>
                  </a:moveTo>
                  <a:lnTo>
                    <a:pt x="331216" y="27660"/>
                  </a:lnTo>
                  <a:lnTo>
                    <a:pt x="282397" y="84086"/>
                  </a:lnTo>
                  <a:lnTo>
                    <a:pt x="278104" y="90360"/>
                  </a:lnTo>
                  <a:lnTo>
                    <a:pt x="266268" y="106324"/>
                  </a:lnTo>
                  <a:lnTo>
                    <a:pt x="245097" y="138163"/>
                  </a:lnTo>
                  <a:lnTo>
                    <a:pt x="217678" y="186410"/>
                  </a:lnTo>
                  <a:lnTo>
                    <a:pt x="199796" y="223291"/>
                  </a:lnTo>
                  <a:lnTo>
                    <a:pt x="70065" y="223291"/>
                  </a:lnTo>
                  <a:lnTo>
                    <a:pt x="114236" y="394538"/>
                  </a:lnTo>
                  <a:lnTo>
                    <a:pt x="0" y="729107"/>
                  </a:lnTo>
                  <a:lnTo>
                    <a:pt x="321906" y="729107"/>
                  </a:lnTo>
                  <a:lnTo>
                    <a:pt x="192328" y="392176"/>
                  </a:lnTo>
                  <a:lnTo>
                    <a:pt x="225437" y="223291"/>
                  </a:lnTo>
                  <a:lnTo>
                    <a:pt x="203454" y="223291"/>
                  </a:lnTo>
                  <a:lnTo>
                    <a:pt x="220586" y="187921"/>
                  </a:lnTo>
                  <a:lnTo>
                    <a:pt x="247726" y="139788"/>
                  </a:lnTo>
                  <a:lnTo>
                    <a:pt x="280276" y="91998"/>
                  </a:lnTo>
                  <a:lnTo>
                    <a:pt x="284505" y="85699"/>
                  </a:lnTo>
                  <a:lnTo>
                    <a:pt x="308292" y="56134"/>
                  </a:lnTo>
                  <a:lnTo>
                    <a:pt x="332447" y="28841"/>
                  </a:lnTo>
                  <a:lnTo>
                    <a:pt x="360426" y="38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191401" y="6909274"/>
              <a:ext cx="249542" cy="69149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16222709" y="6665001"/>
              <a:ext cx="56515" cy="256540"/>
            </a:xfrm>
            <a:custGeom>
              <a:avLst/>
              <a:gdLst/>
              <a:ahLst/>
              <a:cxnLst/>
              <a:rect l="l" t="t" r="r" b="b"/>
              <a:pathLst>
                <a:path w="56515" h="256540">
                  <a:moveTo>
                    <a:pt x="56211" y="188"/>
                  </a:moveTo>
                  <a:lnTo>
                    <a:pt x="56002" y="94"/>
                  </a:lnTo>
                  <a:lnTo>
                    <a:pt x="55793" y="0"/>
                  </a:lnTo>
                  <a:lnTo>
                    <a:pt x="54086" y="3277"/>
                  </a:lnTo>
                  <a:lnTo>
                    <a:pt x="32857" y="53598"/>
                  </a:lnTo>
                  <a:lnTo>
                    <a:pt x="18784" y="98790"/>
                  </a:lnTo>
                  <a:lnTo>
                    <a:pt x="7522" y="150958"/>
                  </a:lnTo>
                  <a:lnTo>
                    <a:pt x="1694" y="197940"/>
                  </a:lnTo>
                  <a:lnTo>
                    <a:pt x="0" y="240266"/>
                  </a:lnTo>
                  <a:lnTo>
                    <a:pt x="475" y="256222"/>
                  </a:lnTo>
                  <a:lnTo>
                    <a:pt x="936" y="256222"/>
                  </a:lnTo>
                  <a:lnTo>
                    <a:pt x="2852" y="217626"/>
                  </a:lnTo>
                  <a:lnTo>
                    <a:pt x="4465" y="198185"/>
                  </a:lnTo>
                  <a:lnTo>
                    <a:pt x="10765" y="151508"/>
                  </a:lnTo>
                  <a:lnTo>
                    <a:pt x="21967" y="99626"/>
                  </a:lnTo>
                  <a:lnTo>
                    <a:pt x="35484" y="54515"/>
                  </a:lnTo>
                  <a:lnTo>
                    <a:pt x="45046" y="28186"/>
                  </a:lnTo>
                  <a:lnTo>
                    <a:pt x="56211" y="188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271409" y="6626285"/>
              <a:ext cx="267489" cy="220914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15916326" y="6487407"/>
              <a:ext cx="625475" cy="687705"/>
            </a:xfrm>
            <a:custGeom>
              <a:avLst/>
              <a:gdLst/>
              <a:ahLst/>
              <a:cxnLst/>
              <a:rect l="l" t="t" r="r" b="b"/>
              <a:pathLst>
                <a:path w="625475" h="687704">
                  <a:moveTo>
                    <a:pt x="216052" y="687539"/>
                  </a:moveTo>
                  <a:lnTo>
                    <a:pt x="215607" y="623925"/>
                  </a:lnTo>
                  <a:lnTo>
                    <a:pt x="214464" y="578446"/>
                  </a:lnTo>
                  <a:lnTo>
                    <a:pt x="212039" y="523341"/>
                  </a:lnTo>
                  <a:lnTo>
                    <a:pt x="207213" y="460209"/>
                  </a:lnTo>
                  <a:lnTo>
                    <a:pt x="198488" y="390740"/>
                  </a:lnTo>
                  <a:lnTo>
                    <a:pt x="184111" y="316941"/>
                  </a:lnTo>
                  <a:lnTo>
                    <a:pt x="174294" y="280073"/>
                  </a:lnTo>
                  <a:lnTo>
                    <a:pt x="150495" y="211277"/>
                  </a:lnTo>
                  <a:lnTo>
                    <a:pt x="122161" y="150672"/>
                  </a:lnTo>
                  <a:lnTo>
                    <a:pt x="91440" y="99720"/>
                  </a:lnTo>
                  <a:lnTo>
                    <a:pt x="60845" y="59436"/>
                  </a:lnTo>
                  <a:lnTo>
                    <a:pt x="33756" y="29794"/>
                  </a:lnTo>
                  <a:lnTo>
                    <a:pt x="9702" y="7988"/>
                  </a:lnTo>
                  <a:lnTo>
                    <a:pt x="5969" y="4711"/>
                  </a:lnTo>
                  <a:lnTo>
                    <a:pt x="50" y="0"/>
                  </a:lnTo>
                  <a:lnTo>
                    <a:pt x="9118" y="8674"/>
                  </a:lnTo>
                  <a:lnTo>
                    <a:pt x="14859" y="13208"/>
                  </a:lnTo>
                  <a:lnTo>
                    <a:pt x="32613" y="30924"/>
                  </a:lnTo>
                  <a:lnTo>
                    <a:pt x="59207" y="60807"/>
                  </a:lnTo>
                  <a:lnTo>
                    <a:pt x="89293" y="101168"/>
                  </a:lnTo>
                  <a:lnTo>
                    <a:pt x="119557" y="152057"/>
                  </a:lnTo>
                  <a:lnTo>
                    <a:pt x="147523" y="212483"/>
                  </a:lnTo>
                  <a:lnTo>
                    <a:pt x="171094" y="281012"/>
                  </a:lnTo>
                  <a:lnTo>
                    <a:pt x="188836" y="354901"/>
                  </a:lnTo>
                  <a:lnTo>
                    <a:pt x="200279" y="426554"/>
                  </a:lnTo>
                  <a:lnTo>
                    <a:pt x="207060" y="492912"/>
                  </a:lnTo>
                  <a:lnTo>
                    <a:pt x="210883" y="552119"/>
                  </a:lnTo>
                  <a:lnTo>
                    <a:pt x="215938" y="687539"/>
                  </a:lnTo>
                  <a:close/>
                </a:path>
                <a:path w="625475" h="687704">
                  <a:moveTo>
                    <a:pt x="281419" y="253250"/>
                  </a:moveTo>
                  <a:lnTo>
                    <a:pt x="281203" y="253174"/>
                  </a:lnTo>
                  <a:lnTo>
                    <a:pt x="281000" y="253072"/>
                  </a:lnTo>
                  <a:lnTo>
                    <a:pt x="274548" y="268033"/>
                  </a:lnTo>
                  <a:lnTo>
                    <a:pt x="261797" y="313182"/>
                  </a:lnTo>
                  <a:lnTo>
                    <a:pt x="256209" y="358101"/>
                  </a:lnTo>
                  <a:lnTo>
                    <a:pt x="255790" y="370471"/>
                  </a:lnTo>
                  <a:lnTo>
                    <a:pt x="255955" y="382854"/>
                  </a:lnTo>
                  <a:lnTo>
                    <a:pt x="260591" y="427888"/>
                  </a:lnTo>
                  <a:lnTo>
                    <a:pt x="269773" y="465010"/>
                  </a:lnTo>
                  <a:lnTo>
                    <a:pt x="272389" y="473303"/>
                  </a:lnTo>
                  <a:lnTo>
                    <a:pt x="278511" y="488378"/>
                  </a:lnTo>
                  <a:lnTo>
                    <a:pt x="278955" y="488213"/>
                  </a:lnTo>
                  <a:lnTo>
                    <a:pt x="274002" y="472770"/>
                  </a:lnTo>
                  <a:lnTo>
                    <a:pt x="271741" y="464426"/>
                  </a:lnTo>
                  <a:lnTo>
                    <a:pt x="261950" y="417029"/>
                  </a:lnTo>
                  <a:lnTo>
                    <a:pt x="259143" y="370509"/>
                  </a:lnTo>
                  <a:lnTo>
                    <a:pt x="259549" y="358267"/>
                  </a:lnTo>
                  <a:lnTo>
                    <a:pt x="264693" y="313740"/>
                  </a:lnTo>
                  <a:lnTo>
                    <a:pt x="273710" y="276885"/>
                  </a:lnTo>
                  <a:lnTo>
                    <a:pt x="276148" y="268592"/>
                  </a:lnTo>
                  <a:lnTo>
                    <a:pt x="281419" y="253250"/>
                  </a:lnTo>
                  <a:close/>
                </a:path>
                <a:path w="625475" h="687704">
                  <a:moveTo>
                    <a:pt x="625195" y="322529"/>
                  </a:moveTo>
                  <a:lnTo>
                    <a:pt x="584288" y="338569"/>
                  </a:lnTo>
                  <a:lnTo>
                    <a:pt x="563435" y="346125"/>
                  </a:lnTo>
                  <a:lnTo>
                    <a:pt x="512279" y="361962"/>
                  </a:lnTo>
                  <a:lnTo>
                    <a:pt x="453478" y="375577"/>
                  </a:lnTo>
                  <a:lnTo>
                    <a:pt x="400570" y="383844"/>
                  </a:lnTo>
                  <a:lnTo>
                    <a:pt x="334708" y="389674"/>
                  </a:lnTo>
                  <a:lnTo>
                    <a:pt x="334721" y="389902"/>
                  </a:lnTo>
                  <a:lnTo>
                    <a:pt x="378714" y="388581"/>
                  </a:lnTo>
                  <a:lnTo>
                    <a:pt x="426224" y="383413"/>
                  </a:lnTo>
                  <a:lnTo>
                    <a:pt x="483793" y="372643"/>
                  </a:lnTo>
                  <a:lnTo>
                    <a:pt x="540194" y="357009"/>
                  </a:lnTo>
                  <a:lnTo>
                    <a:pt x="585152" y="340779"/>
                  </a:lnTo>
                  <a:lnTo>
                    <a:pt x="624344" y="323164"/>
                  </a:lnTo>
                  <a:lnTo>
                    <a:pt x="625195" y="322529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863411" y="6734302"/>
              <a:ext cx="256858" cy="235546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15794432" y="6616667"/>
              <a:ext cx="414020" cy="309880"/>
            </a:xfrm>
            <a:custGeom>
              <a:avLst/>
              <a:gdLst/>
              <a:ahLst/>
              <a:cxnLst/>
              <a:rect l="l" t="t" r="r" b="b"/>
              <a:pathLst>
                <a:path w="414019" h="309879">
                  <a:moveTo>
                    <a:pt x="284175" y="120815"/>
                  </a:moveTo>
                  <a:lnTo>
                    <a:pt x="256120" y="81889"/>
                  </a:lnTo>
                  <a:lnTo>
                    <a:pt x="217322" y="46977"/>
                  </a:lnTo>
                  <a:lnTo>
                    <a:pt x="161226" y="16383"/>
                  </a:lnTo>
                  <a:lnTo>
                    <a:pt x="99098" y="1473"/>
                  </a:lnTo>
                  <a:lnTo>
                    <a:pt x="71170" y="0"/>
                  </a:lnTo>
                  <a:lnTo>
                    <a:pt x="46901" y="1371"/>
                  </a:lnTo>
                  <a:lnTo>
                    <a:pt x="8267" y="8610"/>
                  </a:lnTo>
                  <a:lnTo>
                    <a:pt x="0" y="11430"/>
                  </a:lnTo>
                  <a:lnTo>
                    <a:pt x="101" y="11823"/>
                  </a:lnTo>
                  <a:lnTo>
                    <a:pt x="47129" y="3733"/>
                  </a:lnTo>
                  <a:lnTo>
                    <a:pt x="71170" y="2794"/>
                  </a:lnTo>
                  <a:lnTo>
                    <a:pt x="98755" y="4546"/>
                  </a:lnTo>
                  <a:lnTo>
                    <a:pt x="160020" y="19519"/>
                  </a:lnTo>
                  <a:lnTo>
                    <a:pt x="215519" y="49491"/>
                  </a:lnTo>
                  <a:lnTo>
                    <a:pt x="254368" y="83502"/>
                  </a:lnTo>
                  <a:lnTo>
                    <a:pt x="281317" y="117182"/>
                  </a:lnTo>
                  <a:lnTo>
                    <a:pt x="283832" y="121018"/>
                  </a:lnTo>
                  <a:lnTo>
                    <a:pt x="284175" y="120815"/>
                  </a:lnTo>
                  <a:close/>
                </a:path>
                <a:path w="414019" h="309879">
                  <a:moveTo>
                    <a:pt x="413727" y="31140"/>
                  </a:moveTo>
                  <a:lnTo>
                    <a:pt x="399288" y="45593"/>
                  </a:lnTo>
                  <a:lnTo>
                    <a:pt x="392417" y="54051"/>
                  </a:lnTo>
                  <a:lnTo>
                    <a:pt x="388251" y="58686"/>
                  </a:lnTo>
                  <a:lnTo>
                    <a:pt x="384340" y="64325"/>
                  </a:lnTo>
                  <a:lnTo>
                    <a:pt x="375818" y="75933"/>
                  </a:lnTo>
                  <a:lnTo>
                    <a:pt x="368325" y="88036"/>
                  </a:lnTo>
                  <a:lnTo>
                    <a:pt x="346684" y="130975"/>
                  </a:lnTo>
                  <a:lnTo>
                    <a:pt x="332079" y="174701"/>
                  </a:lnTo>
                  <a:lnTo>
                    <a:pt x="324180" y="217538"/>
                  </a:lnTo>
                  <a:lnTo>
                    <a:pt x="321995" y="251333"/>
                  </a:lnTo>
                  <a:lnTo>
                    <a:pt x="322541" y="265709"/>
                  </a:lnTo>
                  <a:lnTo>
                    <a:pt x="322605" y="272580"/>
                  </a:lnTo>
                  <a:lnTo>
                    <a:pt x="323469" y="278752"/>
                  </a:lnTo>
                  <a:lnTo>
                    <a:pt x="324396" y="289610"/>
                  </a:lnTo>
                  <a:lnTo>
                    <a:pt x="325132" y="294233"/>
                  </a:lnTo>
                  <a:lnTo>
                    <a:pt x="328129" y="309689"/>
                  </a:lnTo>
                  <a:lnTo>
                    <a:pt x="328358" y="309651"/>
                  </a:lnTo>
                  <a:lnTo>
                    <a:pt x="326085" y="289420"/>
                  </a:lnTo>
                  <a:lnTo>
                    <a:pt x="325513" y="278599"/>
                  </a:lnTo>
                  <a:lnTo>
                    <a:pt x="324827" y="272453"/>
                  </a:lnTo>
                  <a:lnTo>
                    <a:pt x="324904" y="265645"/>
                  </a:lnTo>
                  <a:lnTo>
                    <a:pt x="324662" y="251371"/>
                  </a:lnTo>
                  <a:lnTo>
                    <a:pt x="329298" y="204241"/>
                  </a:lnTo>
                  <a:lnTo>
                    <a:pt x="339407" y="160718"/>
                  </a:lnTo>
                  <a:lnTo>
                    <a:pt x="355447" y="119011"/>
                  </a:lnTo>
                  <a:lnTo>
                    <a:pt x="378040" y="77393"/>
                  </a:lnTo>
                  <a:lnTo>
                    <a:pt x="386257" y="65735"/>
                  </a:lnTo>
                  <a:lnTo>
                    <a:pt x="390004" y="60032"/>
                  </a:lnTo>
                  <a:lnTo>
                    <a:pt x="394030" y="55346"/>
                  </a:lnTo>
                  <a:lnTo>
                    <a:pt x="400570" y="46710"/>
                  </a:lnTo>
                  <a:lnTo>
                    <a:pt x="413169" y="32092"/>
                  </a:lnTo>
                  <a:lnTo>
                    <a:pt x="413727" y="3114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78128" y="6536427"/>
              <a:ext cx="75055" cy="197522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16029651" y="6411312"/>
              <a:ext cx="0" cy="220345"/>
            </a:xfrm>
            <a:custGeom>
              <a:avLst/>
              <a:gdLst/>
              <a:ahLst/>
              <a:cxnLst/>
              <a:rect l="l" t="t" r="r" b="b"/>
              <a:pathLst>
                <a:path w="0" h="220345">
                  <a:moveTo>
                    <a:pt x="0" y="0"/>
                  </a:moveTo>
                  <a:lnTo>
                    <a:pt x="0" y="219867"/>
                  </a:lnTo>
                </a:path>
              </a:pathLst>
            </a:custGeom>
            <a:ln w="1757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5468715" y="7474489"/>
              <a:ext cx="2258060" cy="766445"/>
            </a:xfrm>
            <a:custGeom>
              <a:avLst/>
              <a:gdLst/>
              <a:ahLst/>
              <a:cxnLst/>
              <a:rect l="l" t="t" r="r" b="b"/>
              <a:pathLst>
                <a:path w="2258059" h="766445">
                  <a:moveTo>
                    <a:pt x="2258034" y="92468"/>
                  </a:moveTo>
                  <a:lnTo>
                    <a:pt x="2250757" y="56476"/>
                  </a:lnTo>
                  <a:lnTo>
                    <a:pt x="2230945" y="27089"/>
                  </a:lnTo>
                  <a:lnTo>
                    <a:pt x="2201545" y="7277"/>
                  </a:lnTo>
                  <a:lnTo>
                    <a:pt x="2165553" y="0"/>
                  </a:lnTo>
                  <a:lnTo>
                    <a:pt x="92481" y="0"/>
                  </a:lnTo>
                  <a:lnTo>
                    <a:pt x="56489" y="7277"/>
                  </a:lnTo>
                  <a:lnTo>
                    <a:pt x="27089" y="27089"/>
                  </a:lnTo>
                  <a:lnTo>
                    <a:pt x="7264" y="56476"/>
                  </a:lnTo>
                  <a:lnTo>
                    <a:pt x="0" y="92468"/>
                  </a:lnTo>
                  <a:lnTo>
                    <a:pt x="7264" y="128473"/>
                  </a:lnTo>
                  <a:lnTo>
                    <a:pt x="27089" y="157861"/>
                  </a:lnTo>
                  <a:lnTo>
                    <a:pt x="56489" y="177685"/>
                  </a:lnTo>
                  <a:lnTo>
                    <a:pt x="92481" y="184950"/>
                  </a:lnTo>
                  <a:lnTo>
                    <a:pt x="305054" y="184950"/>
                  </a:lnTo>
                  <a:lnTo>
                    <a:pt x="163233" y="766051"/>
                  </a:lnTo>
                  <a:lnTo>
                    <a:pt x="207645" y="766051"/>
                  </a:lnTo>
                  <a:lnTo>
                    <a:pt x="434644" y="184950"/>
                  </a:lnTo>
                  <a:lnTo>
                    <a:pt x="1821395" y="184950"/>
                  </a:lnTo>
                  <a:lnTo>
                    <a:pt x="2048395" y="766051"/>
                  </a:lnTo>
                  <a:lnTo>
                    <a:pt x="2092807" y="766051"/>
                  </a:lnTo>
                  <a:lnTo>
                    <a:pt x="1950974" y="184950"/>
                  </a:lnTo>
                  <a:lnTo>
                    <a:pt x="2165553" y="184950"/>
                  </a:lnTo>
                  <a:lnTo>
                    <a:pt x="2201545" y="177685"/>
                  </a:lnTo>
                  <a:lnTo>
                    <a:pt x="2230945" y="157861"/>
                  </a:lnTo>
                  <a:lnTo>
                    <a:pt x="2250757" y="128473"/>
                  </a:lnTo>
                  <a:lnTo>
                    <a:pt x="2258034" y="92468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2" name="object 92" descr=""/>
          <p:cNvGrpSpPr/>
          <p:nvPr/>
        </p:nvGrpSpPr>
        <p:grpSpPr>
          <a:xfrm>
            <a:off x="17508971" y="3629083"/>
            <a:ext cx="1114425" cy="1543685"/>
            <a:chOff x="17508971" y="3629083"/>
            <a:chExt cx="1114425" cy="1543685"/>
          </a:xfrm>
        </p:grpSpPr>
        <p:sp>
          <p:nvSpPr>
            <p:cNvPr id="93" name="object 93" descr=""/>
            <p:cNvSpPr/>
            <p:nvPr/>
          </p:nvSpPr>
          <p:spPr>
            <a:xfrm>
              <a:off x="18552199" y="3629083"/>
              <a:ext cx="71120" cy="1543050"/>
            </a:xfrm>
            <a:custGeom>
              <a:avLst/>
              <a:gdLst/>
              <a:ahLst/>
              <a:cxnLst/>
              <a:rect l="l" t="t" r="r" b="b"/>
              <a:pathLst>
                <a:path w="71119" h="1543050">
                  <a:moveTo>
                    <a:pt x="71107" y="0"/>
                  </a:moveTo>
                  <a:lnTo>
                    <a:pt x="0" y="0"/>
                  </a:lnTo>
                  <a:lnTo>
                    <a:pt x="0" y="1542706"/>
                  </a:lnTo>
                  <a:lnTo>
                    <a:pt x="71107" y="1542706"/>
                  </a:lnTo>
                  <a:lnTo>
                    <a:pt x="71107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7520781" y="3640664"/>
              <a:ext cx="1021080" cy="1518920"/>
            </a:xfrm>
            <a:custGeom>
              <a:avLst/>
              <a:gdLst/>
              <a:ahLst/>
              <a:cxnLst/>
              <a:rect l="l" t="t" r="r" b="b"/>
              <a:pathLst>
                <a:path w="1021080" h="1518920">
                  <a:moveTo>
                    <a:pt x="1020610" y="1270"/>
                  </a:moveTo>
                  <a:lnTo>
                    <a:pt x="1020546" y="0"/>
                  </a:lnTo>
                  <a:lnTo>
                    <a:pt x="76" y="0"/>
                  </a:lnTo>
                  <a:lnTo>
                    <a:pt x="76" y="1270"/>
                  </a:lnTo>
                  <a:lnTo>
                    <a:pt x="0" y="1518920"/>
                  </a:lnTo>
                  <a:lnTo>
                    <a:pt x="1020610" y="1518920"/>
                  </a:lnTo>
                  <a:lnTo>
                    <a:pt x="1020610" y="127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7508970" y="3629234"/>
              <a:ext cx="1044575" cy="1543050"/>
            </a:xfrm>
            <a:custGeom>
              <a:avLst/>
              <a:gdLst/>
              <a:ahLst/>
              <a:cxnLst/>
              <a:rect l="l" t="t" r="r" b="b"/>
              <a:pathLst>
                <a:path w="1044575" h="1543050">
                  <a:moveTo>
                    <a:pt x="1044257" y="0"/>
                  </a:moveTo>
                  <a:lnTo>
                    <a:pt x="1020597" y="0"/>
                  </a:lnTo>
                  <a:lnTo>
                    <a:pt x="1020597" y="24130"/>
                  </a:lnTo>
                  <a:lnTo>
                    <a:pt x="1020597" y="1518920"/>
                  </a:lnTo>
                  <a:lnTo>
                    <a:pt x="23634" y="1518920"/>
                  </a:lnTo>
                  <a:lnTo>
                    <a:pt x="23634" y="24130"/>
                  </a:lnTo>
                  <a:lnTo>
                    <a:pt x="1020597" y="24130"/>
                  </a:lnTo>
                  <a:lnTo>
                    <a:pt x="1020597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518920"/>
                  </a:lnTo>
                  <a:lnTo>
                    <a:pt x="0" y="1541780"/>
                  </a:lnTo>
                  <a:lnTo>
                    <a:pt x="304" y="1541780"/>
                  </a:lnTo>
                  <a:lnTo>
                    <a:pt x="304" y="1543050"/>
                  </a:lnTo>
                  <a:lnTo>
                    <a:pt x="1043940" y="1543050"/>
                  </a:lnTo>
                  <a:lnTo>
                    <a:pt x="1043940" y="1541780"/>
                  </a:lnTo>
                  <a:lnTo>
                    <a:pt x="1044257" y="1541780"/>
                  </a:lnTo>
                  <a:lnTo>
                    <a:pt x="1044257" y="1518920"/>
                  </a:lnTo>
                  <a:lnTo>
                    <a:pt x="1044257" y="24130"/>
                  </a:lnTo>
                  <a:lnTo>
                    <a:pt x="1044257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7623549" y="3734377"/>
              <a:ext cx="817244" cy="1330960"/>
            </a:xfrm>
            <a:custGeom>
              <a:avLst/>
              <a:gdLst/>
              <a:ahLst/>
              <a:cxnLst/>
              <a:rect l="l" t="t" r="r" b="b"/>
              <a:pathLst>
                <a:path w="817244" h="1330960">
                  <a:moveTo>
                    <a:pt x="816889" y="1270"/>
                  </a:moveTo>
                  <a:lnTo>
                    <a:pt x="816813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1330960"/>
                  </a:lnTo>
                  <a:lnTo>
                    <a:pt x="816889" y="1330960"/>
                  </a:lnTo>
                  <a:lnTo>
                    <a:pt x="816889" y="12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7801768" y="4111846"/>
              <a:ext cx="459105" cy="537845"/>
            </a:xfrm>
            <a:custGeom>
              <a:avLst/>
              <a:gdLst/>
              <a:ahLst/>
              <a:cxnLst/>
              <a:rect l="l" t="t" r="r" b="b"/>
              <a:pathLst>
                <a:path w="459105" h="537845">
                  <a:moveTo>
                    <a:pt x="458373" y="0"/>
                  </a:moveTo>
                  <a:lnTo>
                    <a:pt x="293" y="0"/>
                  </a:lnTo>
                  <a:lnTo>
                    <a:pt x="0" y="303"/>
                  </a:lnTo>
                  <a:lnTo>
                    <a:pt x="0" y="537303"/>
                  </a:lnTo>
                  <a:lnTo>
                    <a:pt x="293" y="537606"/>
                  </a:lnTo>
                  <a:lnTo>
                    <a:pt x="457996" y="537606"/>
                  </a:lnTo>
                  <a:lnTo>
                    <a:pt x="458373" y="537606"/>
                  </a:lnTo>
                  <a:lnTo>
                    <a:pt x="458666" y="537303"/>
                  </a:lnTo>
                  <a:lnTo>
                    <a:pt x="458666" y="303"/>
                  </a:lnTo>
                  <a:lnTo>
                    <a:pt x="45837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7810089" y="4159355"/>
              <a:ext cx="414655" cy="432434"/>
            </a:xfrm>
            <a:custGeom>
              <a:avLst/>
              <a:gdLst/>
              <a:ahLst/>
              <a:cxnLst/>
              <a:rect l="l" t="t" r="r" b="b"/>
              <a:pathLst>
                <a:path w="414655" h="432435">
                  <a:moveTo>
                    <a:pt x="221295" y="320139"/>
                  </a:moveTo>
                  <a:lnTo>
                    <a:pt x="240903" y="365037"/>
                  </a:lnTo>
                  <a:lnTo>
                    <a:pt x="275718" y="401631"/>
                  </a:lnTo>
                  <a:lnTo>
                    <a:pt x="313961" y="422217"/>
                  </a:lnTo>
                  <a:lnTo>
                    <a:pt x="377351" y="432239"/>
                  </a:lnTo>
                  <a:lnTo>
                    <a:pt x="397853" y="430140"/>
                  </a:lnTo>
                  <a:lnTo>
                    <a:pt x="410169" y="426770"/>
                  </a:lnTo>
                  <a:lnTo>
                    <a:pt x="414039" y="424301"/>
                  </a:lnTo>
                  <a:lnTo>
                    <a:pt x="409618" y="422964"/>
                  </a:lnTo>
                  <a:lnTo>
                    <a:pt x="397280" y="422540"/>
                  </a:lnTo>
                  <a:lnTo>
                    <a:pt x="377725" y="421039"/>
                  </a:lnTo>
                  <a:lnTo>
                    <a:pt x="336701" y="412050"/>
                  </a:lnTo>
                  <a:lnTo>
                    <a:pt x="288828" y="385119"/>
                  </a:lnTo>
                  <a:lnTo>
                    <a:pt x="261157" y="352148"/>
                  </a:lnTo>
                  <a:lnTo>
                    <a:pt x="248802" y="322033"/>
                  </a:lnTo>
                  <a:lnTo>
                    <a:pt x="232175" y="321759"/>
                  </a:lnTo>
                  <a:lnTo>
                    <a:pt x="221295" y="320139"/>
                  </a:lnTo>
                  <a:close/>
                </a:path>
                <a:path w="414655" h="432435">
                  <a:moveTo>
                    <a:pt x="244484" y="284997"/>
                  </a:moveTo>
                  <a:lnTo>
                    <a:pt x="244090" y="295324"/>
                  </a:lnTo>
                  <a:lnTo>
                    <a:pt x="245133" y="307697"/>
                  </a:lnTo>
                  <a:lnTo>
                    <a:pt x="248802" y="322033"/>
                  </a:lnTo>
                  <a:lnTo>
                    <a:pt x="254473" y="322126"/>
                  </a:lnTo>
                  <a:lnTo>
                    <a:pt x="276355" y="319785"/>
                  </a:lnTo>
                  <a:lnTo>
                    <a:pt x="317774" y="307819"/>
                  </a:lnTo>
                  <a:lnTo>
                    <a:pt x="354789" y="287336"/>
                  </a:lnTo>
                  <a:lnTo>
                    <a:pt x="357510" y="285216"/>
                  </a:lnTo>
                  <a:lnTo>
                    <a:pt x="252892" y="285216"/>
                  </a:lnTo>
                  <a:lnTo>
                    <a:pt x="244484" y="284997"/>
                  </a:lnTo>
                  <a:close/>
                </a:path>
                <a:path w="414655" h="432435">
                  <a:moveTo>
                    <a:pt x="216771" y="281706"/>
                  </a:moveTo>
                  <a:lnTo>
                    <a:pt x="218840" y="312178"/>
                  </a:lnTo>
                  <a:lnTo>
                    <a:pt x="221295" y="320139"/>
                  </a:lnTo>
                  <a:lnTo>
                    <a:pt x="232175" y="321759"/>
                  </a:lnTo>
                  <a:lnTo>
                    <a:pt x="248802" y="322033"/>
                  </a:lnTo>
                  <a:lnTo>
                    <a:pt x="245133" y="307697"/>
                  </a:lnTo>
                  <a:lnTo>
                    <a:pt x="244090" y="295324"/>
                  </a:lnTo>
                  <a:lnTo>
                    <a:pt x="244484" y="284997"/>
                  </a:lnTo>
                  <a:lnTo>
                    <a:pt x="235255" y="284757"/>
                  </a:lnTo>
                  <a:lnTo>
                    <a:pt x="217825" y="282024"/>
                  </a:lnTo>
                  <a:lnTo>
                    <a:pt x="216771" y="281706"/>
                  </a:lnTo>
                  <a:close/>
                </a:path>
                <a:path w="414655" h="432435">
                  <a:moveTo>
                    <a:pt x="96041" y="220539"/>
                  </a:moveTo>
                  <a:lnTo>
                    <a:pt x="114378" y="255605"/>
                  </a:lnTo>
                  <a:lnTo>
                    <a:pt x="147146" y="289306"/>
                  </a:lnTo>
                  <a:lnTo>
                    <a:pt x="187736" y="311939"/>
                  </a:lnTo>
                  <a:lnTo>
                    <a:pt x="221295" y="320139"/>
                  </a:lnTo>
                  <a:lnTo>
                    <a:pt x="218840" y="312178"/>
                  </a:lnTo>
                  <a:lnTo>
                    <a:pt x="216771" y="281706"/>
                  </a:lnTo>
                  <a:lnTo>
                    <a:pt x="170100" y="259520"/>
                  </a:lnTo>
                  <a:lnTo>
                    <a:pt x="140703" y="226500"/>
                  </a:lnTo>
                  <a:lnTo>
                    <a:pt x="133225" y="226500"/>
                  </a:lnTo>
                  <a:lnTo>
                    <a:pt x="116446" y="225124"/>
                  </a:lnTo>
                  <a:lnTo>
                    <a:pt x="100220" y="221880"/>
                  </a:lnTo>
                  <a:lnTo>
                    <a:pt x="96041" y="220539"/>
                  </a:lnTo>
                  <a:close/>
                </a:path>
                <a:path w="414655" h="432435">
                  <a:moveTo>
                    <a:pt x="388273" y="198077"/>
                  </a:moveTo>
                  <a:lnTo>
                    <a:pt x="325605" y="198077"/>
                  </a:lnTo>
                  <a:lnTo>
                    <a:pt x="332282" y="198685"/>
                  </a:lnTo>
                  <a:lnTo>
                    <a:pt x="341099" y="199868"/>
                  </a:lnTo>
                  <a:lnTo>
                    <a:pt x="361029" y="219846"/>
                  </a:lnTo>
                  <a:lnTo>
                    <a:pt x="359841" y="226086"/>
                  </a:lnTo>
                  <a:lnTo>
                    <a:pt x="334155" y="258157"/>
                  </a:lnTo>
                  <a:lnTo>
                    <a:pt x="287546" y="279804"/>
                  </a:lnTo>
                  <a:lnTo>
                    <a:pt x="252892" y="285216"/>
                  </a:lnTo>
                  <a:lnTo>
                    <a:pt x="357510" y="285216"/>
                  </a:lnTo>
                  <a:lnTo>
                    <a:pt x="385483" y="255077"/>
                  </a:lnTo>
                  <a:lnTo>
                    <a:pt x="394676" y="219846"/>
                  </a:lnTo>
                  <a:lnTo>
                    <a:pt x="394604" y="218119"/>
                  </a:lnTo>
                  <a:lnTo>
                    <a:pt x="391948" y="205683"/>
                  </a:lnTo>
                  <a:lnTo>
                    <a:pt x="388273" y="198077"/>
                  </a:lnTo>
                  <a:close/>
                </a:path>
                <a:path w="414655" h="432435">
                  <a:moveTo>
                    <a:pt x="326061" y="165140"/>
                  </a:moveTo>
                  <a:lnTo>
                    <a:pt x="286316" y="174406"/>
                  </a:lnTo>
                  <a:lnTo>
                    <a:pt x="238143" y="216911"/>
                  </a:lnTo>
                  <a:lnTo>
                    <a:pt x="216867" y="279804"/>
                  </a:lnTo>
                  <a:lnTo>
                    <a:pt x="216771" y="281706"/>
                  </a:lnTo>
                  <a:lnTo>
                    <a:pt x="217825" y="282024"/>
                  </a:lnTo>
                  <a:lnTo>
                    <a:pt x="235255" y="284757"/>
                  </a:lnTo>
                  <a:lnTo>
                    <a:pt x="244484" y="284997"/>
                  </a:lnTo>
                  <a:lnTo>
                    <a:pt x="244569" y="282780"/>
                  </a:lnTo>
                  <a:lnTo>
                    <a:pt x="246660" y="270195"/>
                  </a:lnTo>
                  <a:lnTo>
                    <a:pt x="263088" y="234022"/>
                  </a:lnTo>
                  <a:lnTo>
                    <a:pt x="293603" y="206527"/>
                  </a:lnTo>
                  <a:lnTo>
                    <a:pt x="325605" y="198077"/>
                  </a:lnTo>
                  <a:lnTo>
                    <a:pt x="388273" y="198077"/>
                  </a:lnTo>
                  <a:lnTo>
                    <a:pt x="386177" y="193739"/>
                  </a:lnTo>
                  <a:lnTo>
                    <a:pt x="347161" y="167729"/>
                  </a:lnTo>
                  <a:lnTo>
                    <a:pt x="336586" y="165806"/>
                  </a:lnTo>
                  <a:lnTo>
                    <a:pt x="326061" y="165140"/>
                  </a:lnTo>
                  <a:close/>
                </a:path>
                <a:path w="414655" h="432435">
                  <a:moveTo>
                    <a:pt x="87725" y="187638"/>
                  </a:moveTo>
                  <a:lnTo>
                    <a:pt x="116446" y="225124"/>
                  </a:lnTo>
                  <a:lnTo>
                    <a:pt x="133225" y="226500"/>
                  </a:lnTo>
                  <a:lnTo>
                    <a:pt x="140595" y="226322"/>
                  </a:lnTo>
                  <a:lnTo>
                    <a:pt x="135639" y="218119"/>
                  </a:lnTo>
                  <a:lnTo>
                    <a:pt x="128892" y="201492"/>
                  </a:lnTo>
                  <a:lnTo>
                    <a:pt x="127723" y="196179"/>
                  </a:lnTo>
                  <a:lnTo>
                    <a:pt x="120003" y="196179"/>
                  </a:lnTo>
                  <a:lnTo>
                    <a:pt x="94257" y="190718"/>
                  </a:lnTo>
                  <a:lnTo>
                    <a:pt x="87725" y="187638"/>
                  </a:lnTo>
                  <a:close/>
                </a:path>
                <a:path w="414655" h="432435">
                  <a:moveTo>
                    <a:pt x="140595" y="226322"/>
                  </a:moveTo>
                  <a:lnTo>
                    <a:pt x="133225" y="226500"/>
                  </a:lnTo>
                  <a:lnTo>
                    <a:pt x="140703" y="226500"/>
                  </a:lnTo>
                  <a:lnTo>
                    <a:pt x="140595" y="226322"/>
                  </a:lnTo>
                  <a:close/>
                </a:path>
                <a:path w="414655" h="432435">
                  <a:moveTo>
                    <a:pt x="277761" y="75875"/>
                  </a:moveTo>
                  <a:lnTo>
                    <a:pt x="205989" y="75875"/>
                  </a:lnTo>
                  <a:lnTo>
                    <a:pt x="213540" y="75930"/>
                  </a:lnTo>
                  <a:lnTo>
                    <a:pt x="220840" y="76866"/>
                  </a:lnTo>
                  <a:lnTo>
                    <a:pt x="252092" y="110750"/>
                  </a:lnTo>
                  <a:lnTo>
                    <a:pt x="252164" y="112331"/>
                  </a:lnTo>
                  <a:lnTo>
                    <a:pt x="250903" y="124928"/>
                  </a:lnTo>
                  <a:lnTo>
                    <a:pt x="227887" y="160413"/>
                  </a:lnTo>
                  <a:lnTo>
                    <a:pt x="189583" y="184684"/>
                  </a:lnTo>
                  <a:lnTo>
                    <a:pt x="147559" y="196029"/>
                  </a:lnTo>
                  <a:lnTo>
                    <a:pt x="127714" y="196137"/>
                  </a:lnTo>
                  <a:lnTo>
                    <a:pt x="128892" y="201492"/>
                  </a:lnTo>
                  <a:lnTo>
                    <a:pt x="135639" y="218119"/>
                  </a:lnTo>
                  <a:lnTo>
                    <a:pt x="140595" y="226322"/>
                  </a:lnTo>
                  <a:lnTo>
                    <a:pt x="150332" y="226086"/>
                  </a:lnTo>
                  <a:lnTo>
                    <a:pt x="201809" y="214000"/>
                  </a:lnTo>
                  <a:lnTo>
                    <a:pt x="249782" y="185324"/>
                  </a:lnTo>
                  <a:lnTo>
                    <a:pt x="275938" y="153880"/>
                  </a:lnTo>
                  <a:lnTo>
                    <a:pt x="286985" y="110750"/>
                  </a:lnTo>
                  <a:lnTo>
                    <a:pt x="285923" y="98990"/>
                  </a:lnTo>
                  <a:lnTo>
                    <a:pt x="282891" y="87204"/>
                  </a:lnTo>
                  <a:lnTo>
                    <a:pt x="277761" y="75875"/>
                  </a:lnTo>
                  <a:close/>
                </a:path>
                <a:path w="414655" h="432435">
                  <a:moveTo>
                    <a:pt x="70835" y="0"/>
                  </a:moveTo>
                  <a:lnTo>
                    <a:pt x="31386" y="23380"/>
                  </a:lnTo>
                  <a:lnTo>
                    <a:pt x="4390" y="68011"/>
                  </a:lnTo>
                  <a:lnTo>
                    <a:pt x="0" y="90345"/>
                  </a:lnTo>
                  <a:lnTo>
                    <a:pt x="125" y="112331"/>
                  </a:lnTo>
                  <a:lnTo>
                    <a:pt x="17166" y="160810"/>
                  </a:lnTo>
                  <a:lnTo>
                    <a:pt x="56950" y="202339"/>
                  </a:lnTo>
                  <a:lnTo>
                    <a:pt x="96041" y="220539"/>
                  </a:lnTo>
                  <a:lnTo>
                    <a:pt x="92891" y="212798"/>
                  </a:lnTo>
                  <a:lnTo>
                    <a:pt x="87780" y="189105"/>
                  </a:lnTo>
                  <a:lnTo>
                    <a:pt x="87725" y="187638"/>
                  </a:lnTo>
                  <a:lnTo>
                    <a:pt x="71515" y="179994"/>
                  </a:lnTo>
                  <a:lnTo>
                    <a:pt x="52283" y="165239"/>
                  </a:lnTo>
                  <a:lnTo>
                    <a:pt x="37309" y="147763"/>
                  </a:lnTo>
                  <a:lnTo>
                    <a:pt x="26808" y="128715"/>
                  </a:lnTo>
                  <a:lnTo>
                    <a:pt x="20993" y="109242"/>
                  </a:lnTo>
                  <a:lnTo>
                    <a:pt x="19488" y="90345"/>
                  </a:lnTo>
                  <a:lnTo>
                    <a:pt x="21750" y="72732"/>
                  </a:lnTo>
                  <a:lnTo>
                    <a:pt x="41033" y="32041"/>
                  </a:lnTo>
                  <a:lnTo>
                    <a:pt x="72363" y="4984"/>
                  </a:lnTo>
                  <a:lnTo>
                    <a:pt x="77662" y="2628"/>
                  </a:lnTo>
                  <a:lnTo>
                    <a:pt x="77211" y="1162"/>
                  </a:lnTo>
                  <a:lnTo>
                    <a:pt x="76939" y="146"/>
                  </a:lnTo>
                  <a:lnTo>
                    <a:pt x="70835" y="0"/>
                  </a:lnTo>
                  <a:close/>
                </a:path>
                <a:path w="414655" h="432435">
                  <a:moveTo>
                    <a:pt x="204563" y="39608"/>
                  </a:moveTo>
                  <a:lnTo>
                    <a:pt x="159497" y="51529"/>
                  </a:lnTo>
                  <a:lnTo>
                    <a:pt x="122810" y="79751"/>
                  </a:lnTo>
                  <a:lnTo>
                    <a:pt x="97797" y="118898"/>
                  </a:lnTo>
                  <a:lnTo>
                    <a:pt x="86869" y="164959"/>
                  </a:lnTo>
                  <a:lnTo>
                    <a:pt x="87725" y="187638"/>
                  </a:lnTo>
                  <a:lnTo>
                    <a:pt x="94257" y="190718"/>
                  </a:lnTo>
                  <a:lnTo>
                    <a:pt x="120003" y="196179"/>
                  </a:lnTo>
                  <a:lnTo>
                    <a:pt x="127714" y="196137"/>
                  </a:lnTo>
                  <a:lnTo>
                    <a:pt x="125195" y="184684"/>
                  </a:lnTo>
                  <a:lnTo>
                    <a:pt x="125075" y="183126"/>
                  </a:lnTo>
                  <a:lnTo>
                    <a:pt x="132253" y="133459"/>
                  </a:lnTo>
                  <a:lnTo>
                    <a:pt x="162570" y="93096"/>
                  </a:lnTo>
                  <a:lnTo>
                    <a:pt x="198369" y="76667"/>
                  </a:lnTo>
                  <a:lnTo>
                    <a:pt x="205989" y="75875"/>
                  </a:lnTo>
                  <a:lnTo>
                    <a:pt x="277761" y="75875"/>
                  </a:lnTo>
                  <a:lnTo>
                    <a:pt x="270378" y="65463"/>
                  </a:lnTo>
                  <a:lnTo>
                    <a:pt x="228003" y="41558"/>
                  </a:lnTo>
                  <a:lnTo>
                    <a:pt x="216290" y="39878"/>
                  </a:lnTo>
                  <a:lnTo>
                    <a:pt x="204563" y="39608"/>
                  </a:lnTo>
                  <a:close/>
                </a:path>
                <a:path w="414655" h="432435">
                  <a:moveTo>
                    <a:pt x="127714" y="196137"/>
                  </a:moveTo>
                  <a:lnTo>
                    <a:pt x="120003" y="196179"/>
                  </a:lnTo>
                  <a:lnTo>
                    <a:pt x="127723" y="196179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 descr=""/>
          <p:cNvSpPr/>
          <p:nvPr/>
        </p:nvSpPr>
        <p:spPr>
          <a:xfrm>
            <a:off x="9972103" y="3932561"/>
            <a:ext cx="1195070" cy="935990"/>
          </a:xfrm>
          <a:custGeom>
            <a:avLst/>
            <a:gdLst/>
            <a:ahLst/>
            <a:cxnLst/>
            <a:rect l="l" t="t" r="r" b="b"/>
            <a:pathLst>
              <a:path w="1195070" h="935989">
                <a:moveTo>
                  <a:pt x="563943" y="0"/>
                </a:moveTo>
                <a:lnTo>
                  <a:pt x="0" y="0"/>
                </a:lnTo>
                <a:lnTo>
                  <a:pt x="0" y="935774"/>
                </a:lnTo>
                <a:lnTo>
                  <a:pt x="563943" y="935774"/>
                </a:lnTo>
                <a:lnTo>
                  <a:pt x="563943" y="0"/>
                </a:lnTo>
                <a:close/>
              </a:path>
              <a:path w="1195070" h="935989">
                <a:moveTo>
                  <a:pt x="1194968" y="0"/>
                </a:moveTo>
                <a:lnTo>
                  <a:pt x="585635" y="0"/>
                </a:lnTo>
                <a:lnTo>
                  <a:pt x="585635" y="935774"/>
                </a:lnTo>
                <a:lnTo>
                  <a:pt x="1194968" y="935774"/>
                </a:lnTo>
                <a:lnTo>
                  <a:pt x="1194968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10557741" y="4933713"/>
            <a:ext cx="609600" cy="904240"/>
          </a:xfrm>
          <a:custGeom>
            <a:avLst/>
            <a:gdLst/>
            <a:ahLst/>
            <a:cxnLst/>
            <a:rect l="l" t="t" r="r" b="b"/>
            <a:pathLst>
              <a:path w="609600" h="904239">
                <a:moveTo>
                  <a:pt x="609332" y="0"/>
                </a:moveTo>
                <a:lnTo>
                  <a:pt x="0" y="0"/>
                </a:lnTo>
                <a:lnTo>
                  <a:pt x="0" y="904150"/>
                </a:lnTo>
                <a:lnTo>
                  <a:pt x="609332" y="904150"/>
                </a:lnTo>
                <a:lnTo>
                  <a:pt x="609332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11245164" y="3068008"/>
            <a:ext cx="1186180" cy="1800860"/>
          </a:xfrm>
          <a:custGeom>
            <a:avLst/>
            <a:gdLst/>
            <a:ahLst/>
            <a:cxnLst/>
            <a:rect l="l" t="t" r="r" b="b"/>
            <a:pathLst>
              <a:path w="1186179" h="1800860">
                <a:moveTo>
                  <a:pt x="1185608" y="864552"/>
                </a:moveTo>
                <a:lnTo>
                  <a:pt x="663384" y="864552"/>
                </a:lnTo>
                <a:lnTo>
                  <a:pt x="663384" y="1800326"/>
                </a:lnTo>
                <a:lnTo>
                  <a:pt x="1185608" y="1800326"/>
                </a:lnTo>
                <a:lnTo>
                  <a:pt x="1185608" y="864552"/>
                </a:lnTo>
                <a:close/>
              </a:path>
              <a:path w="1186179" h="1800860">
                <a:moveTo>
                  <a:pt x="1185608" y="0"/>
                </a:moveTo>
                <a:lnTo>
                  <a:pt x="0" y="0"/>
                </a:lnTo>
                <a:lnTo>
                  <a:pt x="0" y="17780"/>
                </a:lnTo>
                <a:lnTo>
                  <a:pt x="0" y="848360"/>
                </a:lnTo>
                <a:lnTo>
                  <a:pt x="641692" y="848360"/>
                </a:lnTo>
                <a:lnTo>
                  <a:pt x="641692" y="17780"/>
                </a:lnTo>
                <a:lnTo>
                  <a:pt x="663384" y="17780"/>
                </a:lnTo>
                <a:lnTo>
                  <a:pt x="663384" y="848360"/>
                </a:lnTo>
                <a:lnTo>
                  <a:pt x="1185608" y="848360"/>
                </a:lnTo>
                <a:lnTo>
                  <a:pt x="1185608" y="17780"/>
                </a:lnTo>
                <a:lnTo>
                  <a:pt x="1185608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11908548" y="4933713"/>
            <a:ext cx="522605" cy="904240"/>
          </a:xfrm>
          <a:custGeom>
            <a:avLst/>
            <a:gdLst/>
            <a:ahLst/>
            <a:cxnLst/>
            <a:rect l="l" t="t" r="r" b="b"/>
            <a:pathLst>
              <a:path w="522604" h="904239">
                <a:moveTo>
                  <a:pt x="522224" y="0"/>
                </a:moveTo>
                <a:lnTo>
                  <a:pt x="0" y="0"/>
                </a:lnTo>
                <a:lnTo>
                  <a:pt x="0" y="904150"/>
                </a:lnTo>
                <a:lnTo>
                  <a:pt x="522224" y="904150"/>
                </a:lnTo>
                <a:lnTo>
                  <a:pt x="522224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 descr=""/>
          <p:cNvSpPr/>
          <p:nvPr/>
        </p:nvSpPr>
        <p:spPr>
          <a:xfrm>
            <a:off x="9972104" y="4933713"/>
            <a:ext cx="564515" cy="904240"/>
          </a:xfrm>
          <a:custGeom>
            <a:avLst/>
            <a:gdLst/>
            <a:ahLst/>
            <a:cxnLst/>
            <a:rect l="l" t="t" r="r" b="b"/>
            <a:pathLst>
              <a:path w="564515" h="904239">
                <a:moveTo>
                  <a:pt x="563951" y="0"/>
                </a:moveTo>
                <a:lnTo>
                  <a:pt x="0" y="0"/>
                </a:lnTo>
                <a:lnTo>
                  <a:pt x="0" y="904150"/>
                </a:lnTo>
                <a:lnTo>
                  <a:pt x="563951" y="904150"/>
                </a:lnTo>
                <a:lnTo>
                  <a:pt x="563951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 descr=""/>
          <p:cNvSpPr/>
          <p:nvPr/>
        </p:nvSpPr>
        <p:spPr>
          <a:xfrm>
            <a:off x="11245165" y="4933713"/>
            <a:ext cx="641985" cy="904240"/>
          </a:xfrm>
          <a:custGeom>
            <a:avLst/>
            <a:gdLst/>
            <a:ahLst/>
            <a:cxnLst/>
            <a:rect l="l" t="t" r="r" b="b"/>
            <a:pathLst>
              <a:path w="641984" h="904239">
                <a:moveTo>
                  <a:pt x="641697" y="0"/>
                </a:moveTo>
                <a:lnTo>
                  <a:pt x="0" y="0"/>
                </a:lnTo>
                <a:lnTo>
                  <a:pt x="0" y="904150"/>
                </a:lnTo>
                <a:lnTo>
                  <a:pt x="641697" y="904150"/>
                </a:lnTo>
                <a:lnTo>
                  <a:pt x="641697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9972104" y="6617124"/>
            <a:ext cx="564515" cy="52069"/>
          </a:xfrm>
          <a:custGeom>
            <a:avLst/>
            <a:gdLst/>
            <a:ahLst/>
            <a:cxnLst/>
            <a:rect l="l" t="t" r="r" b="b"/>
            <a:pathLst>
              <a:path w="564515" h="52070">
                <a:moveTo>
                  <a:pt x="0" y="51678"/>
                </a:moveTo>
                <a:lnTo>
                  <a:pt x="563951" y="51678"/>
                </a:lnTo>
                <a:lnTo>
                  <a:pt x="563951" y="0"/>
                </a:lnTo>
                <a:lnTo>
                  <a:pt x="0" y="0"/>
                </a:lnTo>
                <a:lnTo>
                  <a:pt x="0" y="51678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9972104" y="5854052"/>
            <a:ext cx="564515" cy="687705"/>
          </a:xfrm>
          <a:custGeom>
            <a:avLst/>
            <a:gdLst/>
            <a:ahLst/>
            <a:cxnLst/>
            <a:rect l="l" t="t" r="r" b="b"/>
            <a:pathLst>
              <a:path w="564515" h="687704">
                <a:moveTo>
                  <a:pt x="0" y="687660"/>
                </a:moveTo>
                <a:lnTo>
                  <a:pt x="563951" y="687660"/>
                </a:lnTo>
                <a:lnTo>
                  <a:pt x="563951" y="0"/>
                </a:lnTo>
                <a:lnTo>
                  <a:pt x="0" y="0"/>
                </a:lnTo>
                <a:lnTo>
                  <a:pt x="0" y="68766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/>
          <p:nvPr/>
        </p:nvSpPr>
        <p:spPr>
          <a:xfrm>
            <a:off x="11908548" y="6617124"/>
            <a:ext cx="522605" cy="52069"/>
          </a:xfrm>
          <a:custGeom>
            <a:avLst/>
            <a:gdLst/>
            <a:ahLst/>
            <a:cxnLst/>
            <a:rect l="l" t="t" r="r" b="b"/>
            <a:pathLst>
              <a:path w="522604" h="52070">
                <a:moveTo>
                  <a:pt x="0" y="51678"/>
                </a:moveTo>
                <a:lnTo>
                  <a:pt x="522224" y="51678"/>
                </a:lnTo>
                <a:lnTo>
                  <a:pt x="522224" y="0"/>
                </a:lnTo>
                <a:lnTo>
                  <a:pt x="0" y="0"/>
                </a:lnTo>
                <a:lnTo>
                  <a:pt x="0" y="51678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 descr=""/>
          <p:cNvSpPr/>
          <p:nvPr/>
        </p:nvSpPr>
        <p:spPr>
          <a:xfrm>
            <a:off x="11908548" y="5854052"/>
            <a:ext cx="522605" cy="687705"/>
          </a:xfrm>
          <a:custGeom>
            <a:avLst/>
            <a:gdLst/>
            <a:ahLst/>
            <a:cxnLst/>
            <a:rect l="l" t="t" r="r" b="b"/>
            <a:pathLst>
              <a:path w="522604" h="687704">
                <a:moveTo>
                  <a:pt x="0" y="687660"/>
                </a:moveTo>
                <a:lnTo>
                  <a:pt x="522224" y="687660"/>
                </a:lnTo>
                <a:lnTo>
                  <a:pt x="522224" y="0"/>
                </a:lnTo>
                <a:lnTo>
                  <a:pt x="0" y="0"/>
                </a:lnTo>
                <a:lnTo>
                  <a:pt x="0" y="68766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 descr=""/>
          <p:cNvSpPr/>
          <p:nvPr/>
        </p:nvSpPr>
        <p:spPr>
          <a:xfrm>
            <a:off x="9972103" y="3068008"/>
            <a:ext cx="1195070" cy="848360"/>
          </a:xfrm>
          <a:custGeom>
            <a:avLst/>
            <a:gdLst/>
            <a:ahLst/>
            <a:cxnLst/>
            <a:rect l="l" t="t" r="r" b="b"/>
            <a:pathLst>
              <a:path w="1195070" h="848360">
                <a:moveTo>
                  <a:pt x="1194968" y="0"/>
                </a:moveTo>
                <a:lnTo>
                  <a:pt x="0" y="0"/>
                </a:lnTo>
                <a:lnTo>
                  <a:pt x="0" y="17780"/>
                </a:lnTo>
                <a:lnTo>
                  <a:pt x="0" y="848360"/>
                </a:lnTo>
                <a:lnTo>
                  <a:pt x="563943" y="848360"/>
                </a:lnTo>
                <a:lnTo>
                  <a:pt x="563943" y="17780"/>
                </a:lnTo>
                <a:lnTo>
                  <a:pt x="585635" y="17780"/>
                </a:lnTo>
                <a:lnTo>
                  <a:pt x="585635" y="848360"/>
                </a:lnTo>
                <a:lnTo>
                  <a:pt x="1194968" y="848360"/>
                </a:lnTo>
                <a:lnTo>
                  <a:pt x="1194968" y="17780"/>
                </a:lnTo>
                <a:lnTo>
                  <a:pt x="1194968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 descr=""/>
          <p:cNvSpPr/>
          <p:nvPr/>
        </p:nvSpPr>
        <p:spPr>
          <a:xfrm>
            <a:off x="11245165" y="6617124"/>
            <a:ext cx="641985" cy="52069"/>
          </a:xfrm>
          <a:custGeom>
            <a:avLst/>
            <a:gdLst/>
            <a:ahLst/>
            <a:cxnLst/>
            <a:rect l="l" t="t" r="r" b="b"/>
            <a:pathLst>
              <a:path w="641984" h="52070">
                <a:moveTo>
                  <a:pt x="0" y="51678"/>
                </a:moveTo>
                <a:lnTo>
                  <a:pt x="641697" y="51678"/>
                </a:lnTo>
                <a:lnTo>
                  <a:pt x="641697" y="0"/>
                </a:lnTo>
                <a:lnTo>
                  <a:pt x="0" y="0"/>
                </a:lnTo>
                <a:lnTo>
                  <a:pt x="0" y="51678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/>
          <p:nvPr/>
        </p:nvSpPr>
        <p:spPr>
          <a:xfrm>
            <a:off x="11245165" y="5854052"/>
            <a:ext cx="641985" cy="687705"/>
          </a:xfrm>
          <a:custGeom>
            <a:avLst/>
            <a:gdLst/>
            <a:ahLst/>
            <a:cxnLst/>
            <a:rect l="l" t="t" r="r" b="b"/>
            <a:pathLst>
              <a:path w="641984" h="687704">
                <a:moveTo>
                  <a:pt x="0" y="687660"/>
                </a:moveTo>
                <a:lnTo>
                  <a:pt x="641697" y="687660"/>
                </a:lnTo>
                <a:lnTo>
                  <a:pt x="641697" y="0"/>
                </a:lnTo>
                <a:lnTo>
                  <a:pt x="0" y="0"/>
                </a:lnTo>
                <a:lnTo>
                  <a:pt x="0" y="68766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 descr=""/>
          <p:cNvSpPr/>
          <p:nvPr/>
        </p:nvSpPr>
        <p:spPr>
          <a:xfrm>
            <a:off x="10557741" y="6617124"/>
            <a:ext cx="609600" cy="52069"/>
          </a:xfrm>
          <a:custGeom>
            <a:avLst/>
            <a:gdLst/>
            <a:ahLst/>
            <a:cxnLst/>
            <a:rect l="l" t="t" r="r" b="b"/>
            <a:pathLst>
              <a:path w="609600" h="52070">
                <a:moveTo>
                  <a:pt x="0" y="51678"/>
                </a:moveTo>
                <a:lnTo>
                  <a:pt x="609332" y="51678"/>
                </a:lnTo>
                <a:lnTo>
                  <a:pt x="609332" y="0"/>
                </a:lnTo>
                <a:lnTo>
                  <a:pt x="0" y="0"/>
                </a:lnTo>
                <a:lnTo>
                  <a:pt x="0" y="51678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/>
          <p:nvPr/>
        </p:nvSpPr>
        <p:spPr>
          <a:xfrm>
            <a:off x="10557741" y="5854052"/>
            <a:ext cx="609600" cy="687705"/>
          </a:xfrm>
          <a:custGeom>
            <a:avLst/>
            <a:gdLst/>
            <a:ahLst/>
            <a:cxnLst/>
            <a:rect l="l" t="t" r="r" b="b"/>
            <a:pathLst>
              <a:path w="609600" h="687704">
                <a:moveTo>
                  <a:pt x="0" y="687660"/>
                </a:moveTo>
                <a:lnTo>
                  <a:pt x="609332" y="687660"/>
                </a:lnTo>
                <a:lnTo>
                  <a:pt x="609332" y="0"/>
                </a:lnTo>
                <a:lnTo>
                  <a:pt x="0" y="0"/>
                </a:lnTo>
                <a:lnTo>
                  <a:pt x="0" y="68766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11245165" y="3932550"/>
            <a:ext cx="641985" cy="935990"/>
          </a:xfrm>
          <a:custGeom>
            <a:avLst/>
            <a:gdLst/>
            <a:ahLst/>
            <a:cxnLst/>
            <a:rect l="l" t="t" r="r" b="b"/>
            <a:pathLst>
              <a:path w="641984" h="935989">
                <a:moveTo>
                  <a:pt x="641697" y="0"/>
                </a:moveTo>
                <a:lnTo>
                  <a:pt x="0" y="0"/>
                </a:lnTo>
                <a:lnTo>
                  <a:pt x="0" y="935772"/>
                </a:lnTo>
                <a:lnTo>
                  <a:pt x="641697" y="935772"/>
                </a:lnTo>
                <a:lnTo>
                  <a:pt x="641697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5" name="object 11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414388" y="6006575"/>
            <a:ext cx="1292983" cy="2298008"/>
          </a:xfrm>
          <a:prstGeom prst="rect">
            <a:avLst/>
          </a:prstGeom>
        </p:spPr>
      </p:pic>
      <p:grpSp>
        <p:nvGrpSpPr>
          <p:cNvPr id="116" name="object 116" descr=""/>
          <p:cNvGrpSpPr/>
          <p:nvPr/>
        </p:nvGrpSpPr>
        <p:grpSpPr>
          <a:xfrm>
            <a:off x="13683436" y="3678396"/>
            <a:ext cx="818515" cy="799465"/>
            <a:chOff x="13683436" y="3678396"/>
            <a:chExt cx="818515" cy="799465"/>
          </a:xfrm>
        </p:grpSpPr>
        <p:sp>
          <p:nvSpPr>
            <p:cNvPr id="117" name="object 117" descr=""/>
            <p:cNvSpPr/>
            <p:nvPr/>
          </p:nvSpPr>
          <p:spPr>
            <a:xfrm>
              <a:off x="14449517" y="3679249"/>
              <a:ext cx="52069" cy="798830"/>
            </a:xfrm>
            <a:custGeom>
              <a:avLst/>
              <a:gdLst/>
              <a:ahLst/>
              <a:cxnLst/>
              <a:rect l="l" t="t" r="r" b="b"/>
              <a:pathLst>
                <a:path w="52069" h="798829">
                  <a:moveTo>
                    <a:pt x="0" y="798331"/>
                  </a:moveTo>
                  <a:lnTo>
                    <a:pt x="51872" y="798331"/>
                  </a:lnTo>
                  <a:lnTo>
                    <a:pt x="51872" y="0"/>
                  </a:lnTo>
                  <a:lnTo>
                    <a:pt x="0" y="0"/>
                  </a:lnTo>
                  <a:lnTo>
                    <a:pt x="0" y="798331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3683666" y="3679249"/>
              <a:ext cx="766445" cy="798830"/>
            </a:xfrm>
            <a:custGeom>
              <a:avLst/>
              <a:gdLst/>
              <a:ahLst/>
              <a:cxnLst/>
              <a:rect l="l" t="t" r="r" b="b"/>
              <a:pathLst>
                <a:path w="766444" h="798829">
                  <a:moveTo>
                    <a:pt x="765851" y="0"/>
                  </a:moveTo>
                  <a:lnTo>
                    <a:pt x="0" y="0"/>
                  </a:lnTo>
                  <a:lnTo>
                    <a:pt x="0" y="798331"/>
                  </a:lnTo>
                  <a:lnTo>
                    <a:pt x="765851" y="798331"/>
                  </a:lnTo>
                  <a:lnTo>
                    <a:pt x="765851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3683424" y="3678396"/>
              <a:ext cx="766445" cy="799465"/>
            </a:xfrm>
            <a:custGeom>
              <a:avLst/>
              <a:gdLst/>
              <a:ahLst/>
              <a:cxnLst/>
              <a:rect l="l" t="t" r="r" b="b"/>
              <a:pathLst>
                <a:path w="766444" h="799464">
                  <a:moveTo>
                    <a:pt x="766330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798830"/>
                  </a:lnTo>
                  <a:lnTo>
                    <a:pt x="482" y="798830"/>
                  </a:lnTo>
                  <a:lnTo>
                    <a:pt x="482" y="1270"/>
                  </a:lnTo>
                  <a:lnTo>
                    <a:pt x="765860" y="1270"/>
                  </a:lnTo>
                  <a:lnTo>
                    <a:pt x="765860" y="798944"/>
                  </a:lnTo>
                  <a:lnTo>
                    <a:pt x="766330" y="798944"/>
                  </a:lnTo>
                  <a:lnTo>
                    <a:pt x="766330" y="1270"/>
                  </a:lnTo>
                  <a:lnTo>
                    <a:pt x="766330" y="1092"/>
                  </a:lnTo>
                  <a:lnTo>
                    <a:pt x="76633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3786626" y="3786555"/>
              <a:ext cx="560070" cy="584200"/>
            </a:xfrm>
            <a:custGeom>
              <a:avLst/>
              <a:gdLst/>
              <a:ahLst/>
              <a:cxnLst/>
              <a:rect l="l" t="t" r="r" b="b"/>
              <a:pathLst>
                <a:path w="560069" h="584200">
                  <a:moveTo>
                    <a:pt x="559941" y="0"/>
                  </a:moveTo>
                  <a:lnTo>
                    <a:pt x="0" y="0"/>
                  </a:lnTo>
                  <a:lnTo>
                    <a:pt x="0" y="583699"/>
                  </a:lnTo>
                  <a:lnTo>
                    <a:pt x="559941" y="583699"/>
                  </a:lnTo>
                  <a:lnTo>
                    <a:pt x="5599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1" name="object 12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683968" y="4373615"/>
              <a:ext cx="103096" cy="101651"/>
            </a:xfrm>
            <a:prstGeom prst="rect">
              <a:avLst/>
            </a:prstGeom>
          </p:spPr>
        </p:pic>
        <p:pic>
          <p:nvPicPr>
            <p:cNvPr id="122" name="object 12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346046" y="4372267"/>
              <a:ext cx="101661" cy="103096"/>
            </a:xfrm>
            <a:prstGeom prst="rect">
              <a:avLst/>
            </a:prstGeom>
          </p:spPr>
        </p:pic>
        <p:pic>
          <p:nvPicPr>
            <p:cNvPr id="123" name="object 12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344601" y="3686992"/>
              <a:ext cx="103096" cy="101651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683964" y="3686894"/>
              <a:ext cx="101651" cy="103096"/>
            </a:xfrm>
            <a:prstGeom prst="rect">
              <a:avLst/>
            </a:prstGeom>
          </p:spPr>
        </p:pic>
        <p:sp>
          <p:nvSpPr>
            <p:cNvPr id="125" name="object 125" descr=""/>
            <p:cNvSpPr/>
            <p:nvPr/>
          </p:nvSpPr>
          <p:spPr>
            <a:xfrm>
              <a:off x="13784147" y="3784084"/>
              <a:ext cx="563245" cy="588645"/>
            </a:xfrm>
            <a:custGeom>
              <a:avLst/>
              <a:gdLst/>
              <a:ahLst/>
              <a:cxnLst/>
              <a:rect l="l" t="t" r="r" b="b"/>
              <a:pathLst>
                <a:path w="563244" h="588645">
                  <a:moveTo>
                    <a:pt x="0" y="0"/>
                  </a:moveTo>
                  <a:lnTo>
                    <a:pt x="356" y="588306"/>
                  </a:lnTo>
                  <a:lnTo>
                    <a:pt x="550894" y="586411"/>
                  </a:lnTo>
                  <a:lnTo>
                    <a:pt x="560098" y="586254"/>
                  </a:lnTo>
                  <a:lnTo>
                    <a:pt x="560935" y="586212"/>
                  </a:lnTo>
                  <a:lnTo>
                    <a:pt x="4607" y="586170"/>
                  </a:lnTo>
                  <a:lnTo>
                    <a:pt x="2481" y="584045"/>
                  </a:lnTo>
                  <a:lnTo>
                    <a:pt x="4608" y="584045"/>
                  </a:lnTo>
                  <a:lnTo>
                    <a:pt x="4961" y="4952"/>
                  </a:lnTo>
                  <a:lnTo>
                    <a:pt x="2481" y="4952"/>
                  </a:lnTo>
                  <a:lnTo>
                    <a:pt x="4963" y="2471"/>
                  </a:lnTo>
                  <a:lnTo>
                    <a:pt x="563055" y="2471"/>
                  </a:lnTo>
                  <a:lnTo>
                    <a:pt x="563061" y="314"/>
                  </a:lnTo>
                  <a:lnTo>
                    <a:pt x="0" y="0"/>
                  </a:lnTo>
                  <a:close/>
                </a:path>
                <a:path w="563244" h="588645">
                  <a:moveTo>
                    <a:pt x="563055" y="2471"/>
                  </a:moveTo>
                  <a:lnTo>
                    <a:pt x="558736" y="2471"/>
                  </a:lnTo>
                  <a:lnTo>
                    <a:pt x="560893" y="4638"/>
                  </a:lnTo>
                  <a:lnTo>
                    <a:pt x="558742" y="4639"/>
                  </a:lnTo>
                  <a:lnTo>
                    <a:pt x="559842" y="426102"/>
                  </a:lnTo>
                  <a:lnTo>
                    <a:pt x="560408" y="544569"/>
                  </a:lnTo>
                  <a:lnTo>
                    <a:pt x="560809" y="585134"/>
                  </a:lnTo>
                  <a:lnTo>
                    <a:pt x="560935" y="586212"/>
                  </a:lnTo>
                  <a:lnTo>
                    <a:pt x="561019" y="583573"/>
                  </a:lnTo>
                  <a:lnTo>
                    <a:pt x="561138" y="575186"/>
                  </a:lnTo>
                  <a:lnTo>
                    <a:pt x="561390" y="543679"/>
                  </a:lnTo>
                  <a:lnTo>
                    <a:pt x="561965" y="424720"/>
                  </a:lnTo>
                  <a:lnTo>
                    <a:pt x="563055" y="2471"/>
                  </a:lnTo>
                  <a:close/>
                </a:path>
                <a:path w="563244" h="588645">
                  <a:moveTo>
                    <a:pt x="2481" y="584045"/>
                  </a:moveTo>
                  <a:lnTo>
                    <a:pt x="4607" y="586170"/>
                  </a:lnTo>
                  <a:lnTo>
                    <a:pt x="4608" y="584050"/>
                  </a:lnTo>
                  <a:lnTo>
                    <a:pt x="2481" y="584045"/>
                  </a:lnTo>
                  <a:close/>
                </a:path>
                <a:path w="563244" h="588645">
                  <a:moveTo>
                    <a:pt x="4608" y="584050"/>
                  </a:moveTo>
                  <a:lnTo>
                    <a:pt x="4607" y="586170"/>
                  </a:lnTo>
                  <a:lnTo>
                    <a:pt x="560893" y="586170"/>
                  </a:lnTo>
                  <a:lnTo>
                    <a:pt x="559941" y="586097"/>
                  </a:lnTo>
                  <a:lnTo>
                    <a:pt x="4608" y="584050"/>
                  </a:lnTo>
                  <a:close/>
                </a:path>
                <a:path w="563244" h="588645">
                  <a:moveTo>
                    <a:pt x="4963" y="2471"/>
                  </a:moveTo>
                  <a:lnTo>
                    <a:pt x="2481" y="4952"/>
                  </a:lnTo>
                  <a:lnTo>
                    <a:pt x="4961" y="4951"/>
                  </a:lnTo>
                  <a:lnTo>
                    <a:pt x="4963" y="2471"/>
                  </a:lnTo>
                  <a:close/>
                </a:path>
                <a:path w="563244" h="588645">
                  <a:moveTo>
                    <a:pt x="558736" y="2471"/>
                  </a:moveTo>
                  <a:lnTo>
                    <a:pt x="4963" y="2471"/>
                  </a:lnTo>
                  <a:lnTo>
                    <a:pt x="4961" y="4951"/>
                  </a:lnTo>
                  <a:lnTo>
                    <a:pt x="558742" y="4639"/>
                  </a:lnTo>
                  <a:lnTo>
                    <a:pt x="558736" y="2471"/>
                  </a:lnTo>
                  <a:close/>
                </a:path>
                <a:path w="563244" h="588645">
                  <a:moveTo>
                    <a:pt x="558736" y="2471"/>
                  </a:moveTo>
                  <a:lnTo>
                    <a:pt x="558742" y="4639"/>
                  </a:lnTo>
                  <a:lnTo>
                    <a:pt x="560893" y="4638"/>
                  </a:lnTo>
                  <a:lnTo>
                    <a:pt x="558736" y="2471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3973175" y="3984988"/>
              <a:ext cx="187325" cy="187325"/>
            </a:xfrm>
            <a:custGeom>
              <a:avLst/>
              <a:gdLst/>
              <a:ahLst/>
              <a:cxnLst/>
              <a:rect l="l" t="t" r="r" b="b"/>
              <a:pathLst>
                <a:path w="187325" h="187325">
                  <a:moveTo>
                    <a:pt x="186842" y="0"/>
                  </a:moveTo>
                  <a:lnTo>
                    <a:pt x="0" y="0"/>
                  </a:lnTo>
                  <a:lnTo>
                    <a:pt x="0" y="186842"/>
                  </a:lnTo>
                  <a:lnTo>
                    <a:pt x="186842" y="186842"/>
                  </a:lnTo>
                  <a:lnTo>
                    <a:pt x="186842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7" name="object 127" descr=""/>
          <p:cNvGrpSpPr/>
          <p:nvPr/>
        </p:nvGrpSpPr>
        <p:grpSpPr>
          <a:xfrm>
            <a:off x="14119119" y="5184669"/>
            <a:ext cx="853440" cy="327660"/>
            <a:chOff x="14119119" y="5184669"/>
            <a:chExt cx="853440" cy="327660"/>
          </a:xfrm>
        </p:grpSpPr>
        <p:sp>
          <p:nvSpPr>
            <p:cNvPr id="128" name="object 128" descr=""/>
            <p:cNvSpPr/>
            <p:nvPr/>
          </p:nvSpPr>
          <p:spPr>
            <a:xfrm>
              <a:off x="14374755" y="5184669"/>
              <a:ext cx="597535" cy="158115"/>
            </a:xfrm>
            <a:custGeom>
              <a:avLst/>
              <a:gdLst/>
              <a:ahLst/>
              <a:cxnLst/>
              <a:rect l="l" t="t" r="r" b="b"/>
              <a:pathLst>
                <a:path w="597534" h="158114">
                  <a:moveTo>
                    <a:pt x="597384" y="0"/>
                  </a:moveTo>
                  <a:lnTo>
                    <a:pt x="0" y="0"/>
                  </a:lnTo>
                  <a:lnTo>
                    <a:pt x="0" y="158037"/>
                  </a:lnTo>
                  <a:lnTo>
                    <a:pt x="597384" y="158037"/>
                  </a:lnTo>
                  <a:lnTo>
                    <a:pt x="597384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4119119" y="5345050"/>
              <a:ext cx="602615" cy="167640"/>
            </a:xfrm>
            <a:custGeom>
              <a:avLst/>
              <a:gdLst/>
              <a:ahLst/>
              <a:cxnLst/>
              <a:rect l="l" t="t" r="r" b="b"/>
              <a:pathLst>
                <a:path w="602615" h="167639">
                  <a:moveTo>
                    <a:pt x="6082" y="9124"/>
                  </a:moveTo>
                  <a:lnTo>
                    <a:pt x="3078" y="9130"/>
                  </a:lnTo>
                  <a:lnTo>
                    <a:pt x="10" y="12167"/>
                  </a:lnTo>
                  <a:lnTo>
                    <a:pt x="62" y="167104"/>
                  </a:lnTo>
                  <a:lnTo>
                    <a:pt x="589133" y="164508"/>
                  </a:lnTo>
                  <a:lnTo>
                    <a:pt x="599552" y="164246"/>
                  </a:lnTo>
                  <a:lnTo>
                    <a:pt x="600484" y="164183"/>
                  </a:lnTo>
                  <a:lnTo>
                    <a:pt x="6020" y="164120"/>
                  </a:lnTo>
                  <a:lnTo>
                    <a:pt x="3036" y="161146"/>
                  </a:lnTo>
                  <a:lnTo>
                    <a:pt x="6021" y="161146"/>
                  </a:lnTo>
                  <a:lnTo>
                    <a:pt x="6082" y="9124"/>
                  </a:lnTo>
                  <a:close/>
                </a:path>
                <a:path w="602615" h="167639">
                  <a:moveTo>
                    <a:pt x="602269" y="6083"/>
                  </a:moveTo>
                  <a:lnTo>
                    <a:pt x="598568" y="6083"/>
                  </a:lnTo>
                  <a:lnTo>
                    <a:pt x="600421" y="7936"/>
                  </a:lnTo>
                  <a:lnTo>
                    <a:pt x="598584" y="7940"/>
                  </a:lnTo>
                  <a:lnTo>
                    <a:pt x="599610" y="123137"/>
                  </a:lnTo>
                  <a:lnTo>
                    <a:pt x="600358" y="164057"/>
                  </a:lnTo>
                  <a:lnTo>
                    <a:pt x="600621" y="161146"/>
                  </a:lnTo>
                  <a:lnTo>
                    <a:pt x="600808" y="153147"/>
                  </a:lnTo>
                  <a:lnTo>
                    <a:pt x="601258" y="122038"/>
                  </a:lnTo>
                  <a:lnTo>
                    <a:pt x="602269" y="6083"/>
                  </a:lnTo>
                  <a:close/>
                </a:path>
                <a:path w="602615" h="167639">
                  <a:moveTo>
                    <a:pt x="3036" y="161146"/>
                  </a:moveTo>
                  <a:lnTo>
                    <a:pt x="6020" y="164120"/>
                  </a:lnTo>
                  <a:lnTo>
                    <a:pt x="6021" y="161156"/>
                  </a:lnTo>
                  <a:lnTo>
                    <a:pt x="3036" y="161146"/>
                  </a:lnTo>
                  <a:close/>
                </a:path>
                <a:path w="602615" h="167639">
                  <a:moveTo>
                    <a:pt x="6021" y="161156"/>
                  </a:moveTo>
                  <a:lnTo>
                    <a:pt x="6020" y="164120"/>
                  </a:lnTo>
                  <a:lnTo>
                    <a:pt x="600421" y="164120"/>
                  </a:lnTo>
                  <a:lnTo>
                    <a:pt x="599290" y="163995"/>
                  </a:lnTo>
                  <a:lnTo>
                    <a:pt x="588390" y="163733"/>
                  </a:lnTo>
                  <a:lnTo>
                    <a:pt x="6021" y="161156"/>
                  </a:lnTo>
                  <a:close/>
                </a:path>
                <a:path w="602615" h="167639">
                  <a:moveTo>
                    <a:pt x="3078" y="3036"/>
                  </a:moveTo>
                  <a:lnTo>
                    <a:pt x="1706" y="4397"/>
                  </a:lnTo>
                  <a:lnTo>
                    <a:pt x="0" y="6083"/>
                  </a:lnTo>
                  <a:lnTo>
                    <a:pt x="0" y="12167"/>
                  </a:lnTo>
                  <a:lnTo>
                    <a:pt x="6083" y="6083"/>
                  </a:lnTo>
                  <a:lnTo>
                    <a:pt x="602269" y="6083"/>
                  </a:lnTo>
                  <a:lnTo>
                    <a:pt x="602285" y="4240"/>
                  </a:lnTo>
                  <a:lnTo>
                    <a:pt x="3078" y="3036"/>
                  </a:lnTo>
                  <a:close/>
                </a:path>
                <a:path w="602615" h="167639">
                  <a:moveTo>
                    <a:pt x="6083" y="6083"/>
                  </a:moveTo>
                  <a:lnTo>
                    <a:pt x="10" y="12167"/>
                  </a:lnTo>
                  <a:lnTo>
                    <a:pt x="4418" y="7769"/>
                  </a:lnTo>
                  <a:lnTo>
                    <a:pt x="6082" y="7769"/>
                  </a:lnTo>
                  <a:lnTo>
                    <a:pt x="6083" y="6083"/>
                  </a:lnTo>
                  <a:close/>
                </a:path>
                <a:path w="602615" h="167639">
                  <a:moveTo>
                    <a:pt x="4418" y="7769"/>
                  </a:moveTo>
                  <a:lnTo>
                    <a:pt x="3054" y="9130"/>
                  </a:lnTo>
                  <a:lnTo>
                    <a:pt x="4418" y="7769"/>
                  </a:lnTo>
                  <a:close/>
                </a:path>
                <a:path w="602615" h="167639">
                  <a:moveTo>
                    <a:pt x="6082" y="7769"/>
                  </a:moveTo>
                  <a:lnTo>
                    <a:pt x="4418" y="7769"/>
                  </a:lnTo>
                  <a:lnTo>
                    <a:pt x="3078" y="9130"/>
                  </a:lnTo>
                  <a:lnTo>
                    <a:pt x="6082" y="9124"/>
                  </a:lnTo>
                  <a:lnTo>
                    <a:pt x="6082" y="7769"/>
                  </a:lnTo>
                  <a:close/>
                </a:path>
                <a:path w="602615" h="167639">
                  <a:moveTo>
                    <a:pt x="598568" y="6083"/>
                  </a:moveTo>
                  <a:lnTo>
                    <a:pt x="6083" y="6083"/>
                  </a:lnTo>
                  <a:lnTo>
                    <a:pt x="6082" y="9124"/>
                  </a:lnTo>
                  <a:lnTo>
                    <a:pt x="598584" y="7940"/>
                  </a:lnTo>
                  <a:lnTo>
                    <a:pt x="598568" y="6083"/>
                  </a:lnTo>
                  <a:close/>
                </a:path>
                <a:path w="602615" h="167639">
                  <a:moveTo>
                    <a:pt x="598568" y="6083"/>
                  </a:moveTo>
                  <a:lnTo>
                    <a:pt x="598584" y="7940"/>
                  </a:lnTo>
                  <a:lnTo>
                    <a:pt x="600421" y="7936"/>
                  </a:lnTo>
                  <a:lnTo>
                    <a:pt x="598568" y="6083"/>
                  </a:lnTo>
                  <a:close/>
                </a:path>
                <a:path w="602615" h="167639">
                  <a:moveTo>
                    <a:pt x="6083" y="0"/>
                  </a:moveTo>
                  <a:lnTo>
                    <a:pt x="1685" y="4397"/>
                  </a:lnTo>
                  <a:lnTo>
                    <a:pt x="6083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 descr=""/>
          <p:cNvSpPr/>
          <p:nvPr/>
        </p:nvSpPr>
        <p:spPr>
          <a:xfrm>
            <a:off x="18374038" y="3191505"/>
            <a:ext cx="597535" cy="158115"/>
          </a:xfrm>
          <a:custGeom>
            <a:avLst/>
            <a:gdLst/>
            <a:ahLst/>
            <a:cxnLst/>
            <a:rect l="l" t="t" r="r" b="b"/>
            <a:pathLst>
              <a:path w="597534" h="158114">
                <a:moveTo>
                  <a:pt x="597384" y="0"/>
                </a:moveTo>
                <a:lnTo>
                  <a:pt x="0" y="0"/>
                </a:lnTo>
                <a:lnTo>
                  <a:pt x="0" y="158037"/>
                </a:lnTo>
                <a:lnTo>
                  <a:pt x="597384" y="158037"/>
                </a:lnTo>
                <a:lnTo>
                  <a:pt x="597384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 descr=""/>
          <p:cNvSpPr/>
          <p:nvPr/>
        </p:nvSpPr>
        <p:spPr>
          <a:xfrm>
            <a:off x="15760344" y="3030797"/>
            <a:ext cx="683895" cy="322580"/>
          </a:xfrm>
          <a:custGeom>
            <a:avLst/>
            <a:gdLst/>
            <a:ahLst/>
            <a:cxnLst/>
            <a:rect l="l" t="t" r="r" b="b"/>
            <a:pathLst>
              <a:path w="683894" h="322579">
                <a:moveTo>
                  <a:pt x="683628" y="876"/>
                </a:moveTo>
                <a:lnTo>
                  <a:pt x="681418" y="876"/>
                </a:lnTo>
                <a:lnTo>
                  <a:pt x="681418" y="161086"/>
                </a:lnTo>
                <a:lnTo>
                  <a:pt x="678827" y="160845"/>
                </a:lnTo>
                <a:lnTo>
                  <a:pt x="602272" y="160274"/>
                </a:lnTo>
                <a:lnTo>
                  <a:pt x="602284" y="159245"/>
                </a:lnTo>
                <a:lnTo>
                  <a:pt x="600354" y="159245"/>
                </a:lnTo>
                <a:lnTo>
                  <a:pt x="600354" y="319062"/>
                </a:lnTo>
                <a:lnTo>
                  <a:pt x="599287" y="318998"/>
                </a:lnTo>
                <a:lnTo>
                  <a:pt x="588391" y="318731"/>
                </a:lnTo>
                <a:lnTo>
                  <a:pt x="6019" y="316153"/>
                </a:lnTo>
                <a:lnTo>
                  <a:pt x="6083" y="164122"/>
                </a:lnTo>
                <a:lnTo>
                  <a:pt x="319582" y="163499"/>
                </a:lnTo>
                <a:lnTo>
                  <a:pt x="319595" y="163995"/>
                </a:lnTo>
                <a:lnTo>
                  <a:pt x="429933" y="163283"/>
                </a:lnTo>
                <a:lnTo>
                  <a:pt x="598576" y="162941"/>
                </a:lnTo>
                <a:lnTo>
                  <a:pt x="599605" y="278155"/>
                </a:lnTo>
                <a:lnTo>
                  <a:pt x="600062" y="308825"/>
                </a:lnTo>
                <a:lnTo>
                  <a:pt x="600227" y="316255"/>
                </a:lnTo>
                <a:lnTo>
                  <a:pt x="600354" y="319062"/>
                </a:lnTo>
                <a:lnTo>
                  <a:pt x="600354" y="159245"/>
                </a:lnTo>
                <a:lnTo>
                  <a:pt x="413994" y="158877"/>
                </a:lnTo>
                <a:lnTo>
                  <a:pt x="325386" y="158203"/>
                </a:lnTo>
                <a:lnTo>
                  <a:pt x="325526" y="8813"/>
                </a:lnTo>
                <a:lnTo>
                  <a:pt x="325526" y="6083"/>
                </a:lnTo>
                <a:lnTo>
                  <a:pt x="679246" y="5245"/>
                </a:lnTo>
                <a:lnTo>
                  <a:pt x="680440" y="119354"/>
                </a:lnTo>
                <a:lnTo>
                  <a:pt x="680986" y="150545"/>
                </a:lnTo>
                <a:lnTo>
                  <a:pt x="681189" y="157607"/>
                </a:lnTo>
                <a:lnTo>
                  <a:pt x="681291" y="160362"/>
                </a:lnTo>
                <a:lnTo>
                  <a:pt x="681418" y="161086"/>
                </a:lnTo>
                <a:lnTo>
                  <a:pt x="681418" y="876"/>
                </a:lnTo>
                <a:lnTo>
                  <a:pt x="322516" y="0"/>
                </a:lnTo>
                <a:lnTo>
                  <a:pt x="318782" y="3708"/>
                </a:lnTo>
                <a:lnTo>
                  <a:pt x="319443" y="3073"/>
                </a:lnTo>
                <a:lnTo>
                  <a:pt x="319582" y="158686"/>
                </a:lnTo>
                <a:lnTo>
                  <a:pt x="3073" y="158038"/>
                </a:lnTo>
                <a:lnTo>
                  <a:pt x="1701" y="159397"/>
                </a:lnTo>
                <a:lnTo>
                  <a:pt x="6083" y="155003"/>
                </a:lnTo>
                <a:lnTo>
                  <a:pt x="1689" y="159397"/>
                </a:lnTo>
                <a:lnTo>
                  <a:pt x="0" y="161086"/>
                </a:lnTo>
                <a:lnTo>
                  <a:pt x="0" y="167170"/>
                </a:lnTo>
                <a:lnTo>
                  <a:pt x="6083" y="161086"/>
                </a:lnTo>
                <a:lnTo>
                  <a:pt x="3048" y="164134"/>
                </a:lnTo>
                <a:lnTo>
                  <a:pt x="12" y="167170"/>
                </a:lnTo>
                <a:lnTo>
                  <a:pt x="63" y="322110"/>
                </a:lnTo>
                <a:lnTo>
                  <a:pt x="589127" y="319506"/>
                </a:lnTo>
                <a:lnTo>
                  <a:pt x="601256" y="277037"/>
                </a:lnTo>
                <a:lnTo>
                  <a:pt x="602259" y="162166"/>
                </a:lnTo>
                <a:lnTo>
                  <a:pt x="655332" y="161810"/>
                </a:lnTo>
                <a:lnTo>
                  <a:pt x="679297" y="161328"/>
                </a:lnTo>
                <a:lnTo>
                  <a:pt x="681520" y="161201"/>
                </a:lnTo>
                <a:lnTo>
                  <a:pt x="681723" y="157607"/>
                </a:lnTo>
                <a:lnTo>
                  <a:pt x="681888" y="149707"/>
                </a:lnTo>
                <a:lnTo>
                  <a:pt x="682434" y="118021"/>
                </a:lnTo>
                <a:lnTo>
                  <a:pt x="683602" y="3048"/>
                </a:lnTo>
                <a:lnTo>
                  <a:pt x="683615" y="2387"/>
                </a:lnTo>
                <a:lnTo>
                  <a:pt x="683628" y="876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 descr=""/>
          <p:cNvSpPr/>
          <p:nvPr/>
        </p:nvSpPr>
        <p:spPr>
          <a:xfrm>
            <a:off x="16392996" y="5866809"/>
            <a:ext cx="683895" cy="325120"/>
          </a:xfrm>
          <a:custGeom>
            <a:avLst/>
            <a:gdLst/>
            <a:ahLst/>
            <a:cxnLst/>
            <a:rect l="l" t="t" r="r" b="b"/>
            <a:pathLst>
              <a:path w="683894" h="325120">
                <a:moveTo>
                  <a:pt x="683628" y="3581"/>
                </a:moveTo>
                <a:lnTo>
                  <a:pt x="681418" y="3581"/>
                </a:lnTo>
                <a:lnTo>
                  <a:pt x="681418" y="163791"/>
                </a:lnTo>
                <a:lnTo>
                  <a:pt x="678840" y="163550"/>
                </a:lnTo>
                <a:lnTo>
                  <a:pt x="602272" y="162979"/>
                </a:lnTo>
                <a:lnTo>
                  <a:pt x="602284" y="161950"/>
                </a:lnTo>
                <a:lnTo>
                  <a:pt x="600367" y="161950"/>
                </a:lnTo>
                <a:lnTo>
                  <a:pt x="600367" y="321767"/>
                </a:lnTo>
                <a:lnTo>
                  <a:pt x="599300" y="321703"/>
                </a:lnTo>
                <a:lnTo>
                  <a:pt x="588391" y="321437"/>
                </a:lnTo>
                <a:lnTo>
                  <a:pt x="6032" y="318871"/>
                </a:lnTo>
                <a:lnTo>
                  <a:pt x="3048" y="318858"/>
                </a:lnTo>
                <a:lnTo>
                  <a:pt x="6032" y="318858"/>
                </a:lnTo>
                <a:lnTo>
                  <a:pt x="6083" y="166839"/>
                </a:lnTo>
                <a:lnTo>
                  <a:pt x="319595" y="166217"/>
                </a:lnTo>
                <a:lnTo>
                  <a:pt x="319608" y="166700"/>
                </a:lnTo>
                <a:lnTo>
                  <a:pt x="429145" y="165989"/>
                </a:lnTo>
                <a:lnTo>
                  <a:pt x="598589" y="165646"/>
                </a:lnTo>
                <a:lnTo>
                  <a:pt x="599617" y="280860"/>
                </a:lnTo>
                <a:lnTo>
                  <a:pt x="600062" y="311543"/>
                </a:lnTo>
                <a:lnTo>
                  <a:pt x="600240" y="318960"/>
                </a:lnTo>
                <a:lnTo>
                  <a:pt x="600367" y="321767"/>
                </a:lnTo>
                <a:lnTo>
                  <a:pt x="600367" y="161950"/>
                </a:lnTo>
                <a:lnTo>
                  <a:pt x="414007" y="161582"/>
                </a:lnTo>
                <a:lnTo>
                  <a:pt x="325399" y="160909"/>
                </a:lnTo>
                <a:lnTo>
                  <a:pt x="325539" y="11531"/>
                </a:lnTo>
                <a:lnTo>
                  <a:pt x="325539" y="8801"/>
                </a:lnTo>
                <a:lnTo>
                  <a:pt x="679259" y="7950"/>
                </a:lnTo>
                <a:lnTo>
                  <a:pt x="680427" y="122059"/>
                </a:lnTo>
                <a:lnTo>
                  <a:pt x="680986" y="153250"/>
                </a:lnTo>
                <a:lnTo>
                  <a:pt x="681189" y="160312"/>
                </a:lnTo>
                <a:lnTo>
                  <a:pt x="681291" y="163068"/>
                </a:lnTo>
                <a:lnTo>
                  <a:pt x="681418" y="163791"/>
                </a:lnTo>
                <a:lnTo>
                  <a:pt x="681418" y="3581"/>
                </a:lnTo>
                <a:lnTo>
                  <a:pt x="322529" y="2705"/>
                </a:lnTo>
                <a:lnTo>
                  <a:pt x="325221" y="0"/>
                </a:lnTo>
                <a:lnTo>
                  <a:pt x="318782" y="6413"/>
                </a:lnTo>
                <a:lnTo>
                  <a:pt x="319455" y="5778"/>
                </a:lnTo>
                <a:lnTo>
                  <a:pt x="319595" y="161391"/>
                </a:lnTo>
                <a:lnTo>
                  <a:pt x="3086" y="160743"/>
                </a:lnTo>
                <a:lnTo>
                  <a:pt x="1714" y="162102"/>
                </a:lnTo>
                <a:lnTo>
                  <a:pt x="6083" y="157708"/>
                </a:lnTo>
                <a:lnTo>
                  <a:pt x="1689" y="162102"/>
                </a:lnTo>
                <a:lnTo>
                  <a:pt x="0" y="163791"/>
                </a:lnTo>
                <a:lnTo>
                  <a:pt x="0" y="169875"/>
                </a:lnTo>
                <a:lnTo>
                  <a:pt x="6083" y="163791"/>
                </a:lnTo>
                <a:lnTo>
                  <a:pt x="12" y="169875"/>
                </a:lnTo>
                <a:lnTo>
                  <a:pt x="63" y="324815"/>
                </a:lnTo>
                <a:lnTo>
                  <a:pt x="589140" y="322211"/>
                </a:lnTo>
                <a:lnTo>
                  <a:pt x="601268" y="279742"/>
                </a:lnTo>
                <a:lnTo>
                  <a:pt x="602259" y="164871"/>
                </a:lnTo>
                <a:lnTo>
                  <a:pt x="655345" y="164515"/>
                </a:lnTo>
                <a:lnTo>
                  <a:pt x="679310" y="164033"/>
                </a:lnTo>
                <a:lnTo>
                  <a:pt x="681532" y="163918"/>
                </a:lnTo>
                <a:lnTo>
                  <a:pt x="681723" y="160312"/>
                </a:lnTo>
                <a:lnTo>
                  <a:pt x="681901" y="152412"/>
                </a:lnTo>
                <a:lnTo>
                  <a:pt x="682447" y="120726"/>
                </a:lnTo>
                <a:lnTo>
                  <a:pt x="683615" y="5753"/>
                </a:lnTo>
                <a:lnTo>
                  <a:pt x="683615" y="5092"/>
                </a:lnTo>
                <a:lnTo>
                  <a:pt x="683628" y="3581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 descr=""/>
          <p:cNvSpPr/>
          <p:nvPr/>
        </p:nvSpPr>
        <p:spPr>
          <a:xfrm>
            <a:off x="9233255" y="831881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 h="0">
                <a:moveTo>
                  <a:pt x="9945875" y="0"/>
                </a:moveTo>
                <a:lnTo>
                  <a:pt x="0" y="0"/>
                </a:lnTo>
                <a:lnTo>
                  <a:pt x="9945875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4" name="object 134" descr=""/>
          <p:cNvGrpSpPr/>
          <p:nvPr/>
        </p:nvGrpSpPr>
        <p:grpSpPr>
          <a:xfrm>
            <a:off x="15283293" y="3639956"/>
            <a:ext cx="1539240" cy="1987550"/>
            <a:chOff x="15283293" y="3639956"/>
            <a:chExt cx="1539240" cy="1987550"/>
          </a:xfrm>
        </p:grpSpPr>
        <p:sp>
          <p:nvSpPr>
            <p:cNvPr id="135" name="object 135" descr=""/>
            <p:cNvSpPr/>
            <p:nvPr/>
          </p:nvSpPr>
          <p:spPr>
            <a:xfrm>
              <a:off x="15283441" y="3640098"/>
              <a:ext cx="1538605" cy="1986914"/>
            </a:xfrm>
            <a:custGeom>
              <a:avLst/>
              <a:gdLst/>
              <a:ahLst/>
              <a:cxnLst/>
              <a:rect l="l" t="t" r="r" b="b"/>
              <a:pathLst>
                <a:path w="1538605" h="1986914">
                  <a:moveTo>
                    <a:pt x="1538330" y="0"/>
                  </a:moveTo>
                  <a:lnTo>
                    <a:pt x="0" y="0"/>
                  </a:lnTo>
                  <a:lnTo>
                    <a:pt x="0" y="1986850"/>
                  </a:lnTo>
                  <a:lnTo>
                    <a:pt x="1538330" y="1986850"/>
                  </a:lnTo>
                  <a:lnTo>
                    <a:pt x="1538330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5283282" y="3639965"/>
              <a:ext cx="1539240" cy="1987550"/>
            </a:xfrm>
            <a:custGeom>
              <a:avLst/>
              <a:gdLst/>
              <a:ahLst/>
              <a:cxnLst/>
              <a:rect l="l" t="t" r="r" b="b"/>
              <a:pathLst>
                <a:path w="1539240" h="1987550">
                  <a:moveTo>
                    <a:pt x="1538630" y="1986851"/>
                  </a:moveTo>
                  <a:lnTo>
                    <a:pt x="1537208" y="1985060"/>
                  </a:lnTo>
                  <a:lnTo>
                    <a:pt x="1534287" y="1981669"/>
                  </a:lnTo>
                  <a:lnTo>
                    <a:pt x="1521091" y="1966772"/>
                  </a:lnTo>
                  <a:lnTo>
                    <a:pt x="1471815" y="1912785"/>
                  </a:lnTo>
                  <a:lnTo>
                    <a:pt x="1468501" y="1909152"/>
                  </a:lnTo>
                  <a:lnTo>
                    <a:pt x="769277" y="1906841"/>
                  </a:lnTo>
                  <a:lnTo>
                    <a:pt x="70129" y="1909152"/>
                  </a:lnTo>
                  <a:lnTo>
                    <a:pt x="17538" y="1966772"/>
                  </a:lnTo>
                  <a:lnTo>
                    <a:pt x="4356" y="1981669"/>
                  </a:lnTo>
                  <a:lnTo>
                    <a:pt x="1435" y="1985060"/>
                  </a:lnTo>
                  <a:lnTo>
                    <a:pt x="0" y="1986851"/>
                  </a:lnTo>
                  <a:lnTo>
                    <a:pt x="292" y="1987118"/>
                  </a:lnTo>
                  <a:lnTo>
                    <a:pt x="71983" y="1913483"/>
                  </a:lnTo>
                  <a:lnTo>
                    <a:pt x="71094" y="1913470"/>
                  </a:lnTo>
                  <a:lnTo>
                    <a:pt x="71983" y="1913470"/>
                  </a:lnTo>
                  <a:lnTo>
                    <a:pt x="642645" y="1915706"/>
                  </a:lnTo>
                  <a:lnTo>
                    <a:pt x="705269" y="1915744"/>
                  </a:lnTo>
                  <a:lnTo>
                    <a:pt x="769277" y="1915769"/>
                  </a:lnTo>
                  <a:lnTo>
                    <a:pt x="1466646" y="1913483"/>
                  </a:lnTo>
                  <a:lnTo>
                    <a:pt x="1519428" y="1968322"/>
                  </a:lnTo>
                  <a:lnTo>
                    <a:pt x="1533448" y="1982457"/>
                  </a:lnTo>
                  <a:lnTo>
                    <a:pt x="1536636" y="1985581"/>
                  </a:lnTo>
                  <a:lnTo>
                    <a:pt x="1538338" y="1987118"/>
                  </a:lnTo>
                  <a:lnTo>
                    <a:pt x="1538630" y="1986851"/>
                  </a:lnTo>
                  <a:close/>
                </a:path>
                <a:path w="1539240" h="1987550">
                  <a:moveTo>
                    <a:pt x="1538630" y="266"/>
                  </a:moveTo>
                  <a:lnTo>
                    <a:pt x="1466646" y="73634"/>
                  </a:lnTo>
                  <a:lnTo>
                    <a:pt x="769353" y="71361"/>
                  </a:lnTo>
                  <a:lnTo>
                    <a:pt x="705319" y="71374"/>
                  </a:lnTo>
                  <a:lnTo>
                    <a:pt x="642683" y="71412"/>
                  </a:lnTo>
                  <a:lnTo>
                    <a:pt x="71996" y="73634"/>
                  </a:lnTo>
                  <a:lnTo>
                    <a:pt x="19215" y="18796"/>
                  </a:lnTo>
                  <a:lnTo>
                    <a:pt x="5194" y="4660"/>
                  </a:lnTo>
                  <a:lnTo>
                    <a:pt x="1993" y="1536"/>
                  </a:lnTo>
                  <a:lnTo>
                    <a:pt x="304" y="0"/>
                  </a:lnTo>
                  <a:lnTo>
                    <a:pt x="0" y="266"/>
                  </a:lnTo>
                  <a:lnTo>
                    <a:pt x="70129" y="77978"/>
                  </a:lnTo>
                  <a:lnTo>
                    <a:pt x="769353" y="80276"/>
                  </a:lnTo>
                  <a:lnTo>
                    <a:pt x="1468501" y="77978"/>
                  </a:lnTo>
                  <a:lnTo>
                    <a:pt x="1471815" y="74345"/>
                  </a:lnTo>
                  <a:lnTo>
                    <a:pt x="1521091" y="20358"/>
                  </a:lnTo>
                  <a:lnTo>
                    <a:pt x="1534287" y="5448"/>
                  </a:lnTo>
                  <a:lnTo>
                    <a:pt x="1537208" y="2057"/>
                  </a:lnTo>
                  <a:lnTo>
                    <a:pt x="1538630" y="266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5354381" y="3715782"/>
              <a:ext cx="1397000" cy="1835785"/>
            </a:xfrm>
            <a:custGeom>
              <a:avLst/>
              <a:gdLst/>
              <a:ahLst/>
              <a:cxnLst/>
              <a:rect l="l" t="t" r="r" b="b"/>
              <a:pathLst>
                <a:path w="1397000" h="1835785">
                  <a:moveTo>
                    <a:pt x="1396449" y="0"/>
                  </a:moveTo>
                  <a:lnTo>
                    <a:pt x="0" y="0"/>
                  </a:lnTo>
                  <a:lnTo>
                    <a:pt x="0" y="1835483"/>
                  </a:lnTo>
                  <a:lnTo>
                    <a:pt x="1396449" y="1835483"/>
                  </a:lnTo>
                  <a:lnTo>
                    <a:pt x="1396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5572889" y="4934079"/>
              <a:ext cx="959485" cy="418465"/>
            </a:xfrm>
            <a:custGeom>
              <a:avLst/>
              <a:gdLst/>
              <a:ahLst/>
              <a:cxnLst/>
              <a:rect l="l" t="t" r="r" b="b"/>
              <a:pathLst>
                <a:path w="959484" h="418464">
                  <a:moveTo>
                    <a:pt x="811893" y="0"/>
                  </a:moveTo>
                  <a:lnTo>
                    <a:pt x="762919" y="3593"/>
                  </a:lnTo>
                  <a:lnTo>
                    <a:pt x="745012" y="10593"/>
                  </a:lnTo>
                  <a:lnTo>
                    <a:pt x="727714" y="19247"/>
                  </a:lnTo>
                  <a:lnTo>
                    <a:pt x="710321" y="27533"/>
                  </a:lnTo>
                  <a:lnTo>
                    <a:pt x="692125" y="33425"/>
                  </a:lnTo>
                  <a:lnTo>
                    <a:pt x="670519" y="35313"/>
                  </a:lnTo>
                  <a:lnTo>
                    <a:pt x="648779" y="33129"/>
                  </a:lnTo>
                  <a:lnTo>
                    <a:pt x="605269" y="24493"/>
                  </a:lnTo>
                  <a:lnTo>
                    <a:pt x="559991" y="20413"/>
                  </a:lnTo>
                  <a:lnTo>
                    <a:pt x="514564" y="22311"/>
                  </a:lnTo>
                  <a:lnTo>
                    <a:pt x="469006" y="27899"/>
                  </a:lnTo>
                  <a:lnTo>
                    <a:pt x="423337" y="34888"/>
                  </a:lnTo>
                  <a:lnTo>
                    <a:pt x="377575" y="40990"/>
                  </a:lnTo>
                  <a:lnTo>
                    <a:pt x="331738" y="43917"/>
                  </a:lnTo>
                  <a:lnTo>
                    <a:pt x="288802" y="42410"/>
                  </a:lnTo>
                  <a:lnTo>
                    <a:pt x="245967" y="38294"/>
                  </a:lnTo>
                  <a:lnTo>
                    <a:pt x="203134" y="33777"/>
                  </a:lnTo>
                  <a:lnTo>
                    <a:pt x="160204" y="31069"/>
                  </a:lnTo>
                  <a:lnTo>
                    <a:pt x="116819" y="32614"/>
                  </a:lnTo>
                  <a:lnTo>
                    <a:pt x="74173" y="40370"/>
                  </a:lnTo>
                  <a:lnTo>
                    <a:pt x="34491" y="55809"/>
                  </a:lnTo>
                  <a:lnTo>
                    <a:pt x="0" y="80408"/>
                  </a:lnTo>
                  <a:lnTo>
                    <a:pt x="0" y="418136"/>
                  </a:lnTo>
                  <a:lnTo>
                    <a:pt x="959426" y="418136"/>
                  </a:lnTo>
                  <a:lnTo>
                    <a:pt x="959426" y="8431"/>
                  </a:lnTo>
                  <a:lnTo>
                    <a:pt x="911877" y="15971"/>
                  </a:lnTo>
                  <a:lnTo>
                    <a:pt x="862122" y="8643"/>
                  </a:lnTo>
                  <a:lnTo>
                    <a:pt x="81189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5587841" y="3946391"/>
              <a:ext cx="140335" cy="1084580"/>
            </a:xfrm>
            <a:custGeom>
              <a:avLst/>
              <a:gdLst/>
              <a:ahLst/>
              <a:cxnLst/>
              <a:rect l="l" t="t" r="r" b="b"/>
              <a:pathLst>
                <a:path w="140334" h="1084579">
                  <a:moveTo>
                    <a:pt x="8724" y="462280"/>
                  </a:moveTo>
                  <a:lnTo>
                    <a:pt x="8648" y="386080"/>
                  </a:lnTo>
                  <a:lnTo>
                    <a:pt x="8318" y="386080"/>
                  </a:lnTo>
                  <a:lnTo>
                    <a:pt x="8318" y="247650"/>
                  </a:lnTo>
                  <a:lnTo>
                    <a:pt x="7886" y="247650"/>
                  </a:lnTo>
                  <a:lnTo>
                    <a:pt x="7886" y="186690"/>
                  </a:lnTo>
                  <a:lnTo>
                    <a:pt x="7480" y="186690"/>
                  </a:lnTo>
                  <a:lnTo>
                    <a:pt x="7480" y="133350"/>
                  </a:lnTo>
                  <a:lnTo>
                    <a:pt x="6997" y="133350"/>
                  </a:lnTo>
                  <a:lnTo>
                    <a:pt x="6997" y="87630"/>
                  </a:lnTo>
                  <a:lnTo>
                    <a:pt x="6477" y="87630"/>
                  </a:lnTo>
                  <a:lnTo>
                    <a:pt x="6477" y="50800"/>
                  </a:lnTo>
                  <a:lnTo>
                    <a:pt x="5943" y="50800"/>
                  </a:lnTo>
                  <a:lnTo>
                    <a:pt x="5943" y="22860"/>
                  </a:lnTo>
                  <a:lnTo>
                    <a:pt x="5334" y="22860"/>
                  </a:lnTo>
                  <a:lnTo>
                    <a:pt x="5334" y="6350"/>
                  </a:lnTo>
                  <a:lnTo>
                    <a:pt x="4673" y="6350"/>
                  </a:lnTo>
                  <a:lnTo>
                    <a:pt x="4673" y="0"/>
                  </a:lnTo>
                  <a:lnTo>
                    <a:pt x="4064" y="0"/>
                  </a:lnTo>
                  <a:lnTo>
                    <a:pt x="4064" y="6350"/>
                  </a:lnTo>
                  <a:lnTo>
                    <a:pt x="3403" y="6350"/>
                  </a:lnTo>
                  <a:lnTo>
                    <a:pt x="3403" y="22860"/>
                  </a:lnTo>
                  <a:lnTo>
                    <a:pt x="2794" y="22860"/>
                  </a:lnTo>
                  <a:lnTo>
                    <a:pt x="2794" y="50800"/>
                  </a:lnTo>
                  <a:lnTo>
                    <a:pt x="2209" y="50800"/>
                  </a:lnTo>
                  <a:lnTo>
                    <a:pt x="2209" y="87630"/>
                  </a:lnTo>
                  <a:lnTo>
                    <a:pt x="1727" y="87630"/>
                  </a:lnTo>
                  <a:lnTo>
                    <a:pt x="1727" y="133350"/>
                  </a:lnTo>
                  <a:lnTo>
                    <a:pt x="1257" y="133350"/>
                  </a:lnTo>
                  <a:lnTo>
                    <a:pt x="1257" y="186690"/>
                  </a:lnTo>
                  <a:lnTo>
                    <a:pt x="863" y="186690"/>
                  </a:lnTo>
                  <a:lnTo>
                    <a:pt x="863" y="247650"/>
                  </a:lnTo>
                  <a:lnTo>
                    <a:pt x="406" y="247650"/>
                  </a:lnTo>
                  <a:lnTo>
                    <a:pt x="406" y="386080"/>
                  </a:lnTo>
                  <a:lnTo>
                    <a:pt x="76" y="386080"/>
                  </a:lnTo>
                  <a:lnTo>
                    <a:pt x="76" y="462280"/>
                  </a:lnTo>
                  <a:lnTo>
                    <a:pt x="0" y="622300"/>
                  </a:lnTo>
                  <a:lnTo>
                    <a:pt x="76" y="698500"/>
                  </a:lnTo>
                  <a:lnTo>
                    <a:pt x="406" y="698500"/>
                  </a:lnTo>
                  <a:lnTo>
                    <a:pt x="406" y="838200"/>
                  </a:lnTo>
                  <a:lnTo>
                    <a:pt x="838" y="838200"/>
                  </a:lnTo>
                  <a:lnTo>
                    <a:pt x="838" y="897890"/>
                  </a:lnTo>
                  <a:lnTo>
                    <a:pt x="1244" y="897890"/>
                  </a:lnTo>
                  <a:lnTo>
                    <a:pt x="1244" y="951230"/>
                  </a:lnTo>
                  <a:lnTo>
                    <a:pt x="1727" y="951230"/>
                  </a:lnTo>
                  <a:lnTo>
                    <a:pt x="1727" y="996950"/>
                  </a:lnTo>
                  <a:lnTo>
                    <a:pt x="2247" y="996950"/>
                  </a:lnTo>
                  <a:lnTo>
                    <a:pt x="2247" y="1033780"/>
                  </a:lnTo>
                  <a:lnTo>
                    <a:pt x="2781" y="1033780"/>
                  </a:lnTo>
                  <a:lnTo>
                    <a:pt x="2781" y="1061720"/>
                  </a:lnTo>
                  <a:lnTo>
                    <a:pt x="3390" y="1061720"/>
                  </a:lnTo>
                  <a:lnTo>
                    <a:pt x="3390" y="1078230"/>
                  </a:lnTo>
                  <a:lnTo>
                    <a:pt x="4013" y="1078230"/>
                  </a:lnTo>
                  <a:lnTo>
                    <a:pt x="4013" y="1084580"/>
                  </a:lnTo>
                  <a:lnTo>
                    <a:pt x="4724" y="1084580"/>
                  </a:lnTo>
                  <a:lnTo>
                    <a:pt x="4724" y="1078230"/>
                  </a:lnTo>
                  <a:lnTo>
                    <a:pt x="5346" y="1078230"/>
                  </a:lnTo>
                  <a:lnTo>
                    <a:pt x="5346" y="1061720"/>
                  </a:lnTo>
                  <a:lnTo>
                    <a:pt x="5956" y="1061720"/>
                  </a:lnTo>
                  <a:lnTo>
                    <a:pt x="5956" y="1033780"/>
                  </a:lnTo>
                  <a:lnTo>
                    <a:pt x="6527" y="1033780"/>
                  </a:lnTo>
                  <a:lnTo>
                    <a:pt x="6527" y="996950"/>
                  </a:lnTo>
                  <a:lnTo>
                    <a:pt x="7010" y="996950"/>
                  </a:lnTo>
                  <a:lnTo>
                    <a:pt x="7010" y="951230"/>
                  </a:lnTo>
                  <a:lnTo>
                    <a:pt x="7480" y="951230"/>
                  </a:lnTo>
                  <a:lnTo>
                    <a:pt x="7480" y="897890"/>
                  </a:lnTo>
                  <a:lnTo>
                    <a:pt x="7861" y="897890"/>
                  </a:lnTo>
                  <a:lnTo>
                    <a:pt x="7861" y="838200"/>
                  </a:lnTo>
                  <a:lnTo>
                    <a:pt x="8318" y="838200"/>
                  </a:lnTo>
                  <a:lnTo>
                    <a:pt x="8318" y="698500"/>
                  </a:lnTo>
                  <a:lnTo>
                    <a:pt x="8648" y="698500"/>
                  </a:lnTo>
                  <a:lnTo>
                    <a:pt x="8648" y="622300"/>
                  </a:lnTo>
                  <a:lnTo>
                    <a:pt x="8724" y="462280"/>
                  </a:lnTo>
                  <a:close/>
                </a:path>
                <a:path w="140334" h="1084579">
                  <a:moveTo>
                    <a:pt x="52400" y="462280"/>
                  </a:moveTo>
                  <a:lnTo>
                    <a:pt x="52336" y="386080"/>
                  </a:lnTo>
                  <a:lnTo>
                    <a:pt x="51993" y="386080"/>
                  </a:lnTo>
                  <a:lnTo>
                    <a:pt x="51993" y="247650"/>
                  </a:lnTo>
                  <a:lnTo>
                    <a:pt x="51562" y="247650"/>
                  </a:lnTo>
                  <a:lnTo>
                    <a:pt x="51562" y="186690"/>
                  </a:lnTo>
                  <a:lnTo>
                    <a:pt x="51155" y="186690"/>
                  </a:lnTo>
                  <a:lnTo>
                    <a:pt x="51155" y="133350"/>
                  </a:lnTo>
                  <a:lnTo>
                    <a:pt x="50673" y="133350"/>
                  </a:lnTo>
                  <a:lnTo>
                    <a:pt x="50673" y="87630"/>
                  </a:lnTo>
                  <a:lnTo>
                    <a:pt x="50152" y="87630"/>
                  </a:lnTo>
                  <a:lnTo>
                    <a:pt x="50152" y="50800"/>
                  </a:lnTo>
                  <a:lnTo>
                    <a:pt x="49618" y="50800"/>
                  </a:lnTo>
                  <a:lnTo>
                    <a:pt x="49618" y="22860"/>
                  </a:lnTo>
                  <a:lnTo>
                    <a:pt x="49009" y="22860"/>
                  </a:lnTo>
                  <a:lnTo>
                    <a:pt x="49009" y="6350"/>
                  </a:lnTo>
                  <a:lnTo>
                    <a:pt x="48348" y="6350"/>
                  </a:lnTo>
                  <a:lnTo>
                    <a:pt x="48348" y="0"/>
                  </a:lnTo>
                  <a:lnTo>
                    <a:pt x="47752" y="0"/>
                  </a:lnTo>
                  <a:lnTo>
                    <a:pt x="47752" y="6350"/>
                  </a:lnTo>
                  <a:lnTo>
                    <a:pt x="47091" y="6350"/>
                  </a:lnTo>
                  <a:lnTo>
                    <a:pt x="47091" y="22860"/>
                  </a:lnTo>
                  <a:lnTo>
                    <a:pt x="46469" y="22860"/>
                  </a:lnTo>
                  <a:lnTo>
                    <a:pt x="46469" y="50800"/>
                  </a:lnTo>
                  <a:lnTo>
                    <a:pt x="45897" y="50800"/>
                  </a:lnTo>
                  <a:lnTo>
                    <a:pt x="45897" y="87630"/>
                  </a:lnTo>
                  <a:lnTo>
                    <a:pt x="45402" y="87630"/>
                  </a:lnTo>
                  <a:lnTo>
                    <a:pt x="45402" y="133350"/>
                  </a:lnTo>
                  <a:lnTo>
                    <a:pt x="44932" y="133350"/>
                  </a:lnTo>
                  <a:lnTo>
                    <a:pt x="44932" y="186690"/>
                  </a:lnTo>
                  <a:lnTo>
                    <a:pt x="44538" y="186690"/>
                  </a:lnTo>
                  <a:lnTo>
                    <a:pt x="44538" y="247650"/>
                  </a:lnTo>
                  <a:lnTo>
                    <a:pt x="44094" y="247650"/>
                  </a:lnTo>
                  <a:lnTo>
                    <a:pt x="44094" y="386080"/>
                  </a:lnTo>
                  <a:lnTo>
                    <a:pt x="43751" y="386080"/>
                  </a:lnTo>
                  <a:lnTo>
                    <a:pt x="43751" y="462280"/>
                  </a:lnTo>
                  <a:lnTo>
                    <a:pt x="43688" y="622300"/>
                  </a:lnTo>
                  <a:lnTo>
                    <a:pt x="43751" y="698500"/>
                  </a:lnTo>
                  <a:lnTo>
                    <a:pt x="44094" y="698500"/>
                  </a:lnTo>
                  <a:lnTo>
                    <a:pt x="44094" y="838200"/>
                  </a:lnTo>
                  <a:lnTo>
                    <a:pt x="44526" y="838200"/>
                  </a:lnTo>
                  <a:lnTo>
                    <a:pt x="44526" y="897890"/>
                  </a:lnTo>
                  <a:lnTo>
                    <a:pt x="44932" y="897890"/>
                  </a:lnTo>
                  <a:lnTo>
                    <a:pt x="44932" y="951230"/>
                  </a:lnTo>
                  <a:lnTo>
                    <a:pt x="45402" y="951230"/>
                  </a:lnTo>
                  <a:lnTo>
                    <a:pt x="45402" y="996950"/>
                  </a:lnTo>
                  <a:lnTo>
                    <a:pt x="45935" y="996950"/>
                  </a:lnTo>
                  <a:lnTo>
                    <a:pt x="45935" y="1033780"/>
                  </a:lnTo>
                  <a:lnTo>
                    <a:pt x="46456" y="1033780"/>
                  </a:lnTo>
                  <a:lnTo>
                    <a:pt x="46456" y="1061720"/>
                  </a:lnTo>
                  <a:lnTo>
                    <a:pt x="47066" y="1061720"/>
                  </a:lnTo>
                  <a:lnTo>
                    <a:pt x="47066" y="1078230"/>
                  </a:lnTo>
                  <a:lnTo>
                    <a:pt x="47688" y="1078230"/>
                  </a:lnTo>
                  <a:lnTo>
                    <a:pt x="47688" y="1084580"/>
                  </a:lnTo>
                  <a:lnTo>
                    <a:pt x="48399" y="1084580"/>
                  </a:lnTo>
                  <a:lnTo>
                    <a:pt x="48399" y="1078230"/>
                  </a:lnTo>
                  <a:lnTo>
                    <a:pt x="49022" y="1078230"/>
                  </a:lnTo>
                  <a:lnTo>
                    <a:pt x="49022" y="1061720"/>
                  </a:lnTo>
                  <a:lnTo>
                    <a:pt x="49631" y="1061720"/>
                  </a:lnTo>
                  <a:lnTo>
                    <a:pt x="49631" y="1033780"/>
                  </a:lnTo>
                  <a:lnTo>
                    <a:pt x="50203" y="1033780"/>
                  </a:lnTo>
                  <a:lnTo>
                    <a:pt x="50203" y="996950"/>
                  </a:lnTo>
                  <a:lnTo>
                    <a:pt x="50685" y="996950"/>
                  </a:lnTo>
                  <a:lnTo>
                    <a:pt x="50685" y="951230"/>
                  </a:lnTo>
                  <a:lnTo>
                    <a:pt x="51155" y="951230"/>
                  </a:lnTo>
                  <a:lnTo>
                    <a:pt x="51155" y="897890"/>
                  </a:lnTo>
                  <a:lnTo>
                    <a:pt x="51549" y="897890"/>
                  </a:lnTo>
                  <a:lnTo>
                    <a:pt x="51549" y="838200"/>
                  </a:lnTo>
                  <a:lnTo>
                    <a:pt x="51993" y="838200"/>
                  </a:lnTo>
                  <a:lnTo>
                    <a:pt x="51993" y="698500"/>
                  </a:lnTo>
                  <a:lnTo>
                    <a:pt x="52336" y="698500"/>
                  </a:lnTo>
                  <a:lnTo>
                    <a:pt x="52336" y="622300"/>
                  </a:lnTo>
                  <a:lnTo>
                    <a:pt x="52400" y="462280"/>
                  </a:lnTo>
                  <a:close/>
                </a:path>
                <a:path w="140334" h="1084579">
                  <a:moveTo>
                    <a:pt x="96088" y="462280"/>
                  </a:moveTo>
                  <a:lnTo>
                    <a:pt x="96024" y="386080"/>
                  </a:lnTo>
                  <a:lnTo>
                    <a:pt x="95681" y="386080"/>
                  </a:lnTo>
                  <a:lnTo>
                    <a:pt x="95681" y="247650"/>
                  </a:lnTo>
                  <a:lnTo>
                    <a:pt x="95250" y="247650"/>
                  </a:lnTo>
                  <a:lnTo>
                    <a:pt x="95250" y="186690"/>
                  </a:lnTo>
                  <a:lnTo>
                    <a:pt x="94843" y="186690"/>
                  </a:lnTo>
                  <a:lnTo>
                    <a:pt x="94843" y="133350"/>
                  </a:lnTo>
                  <a:lnTo>
                    <a:pt x="94361" y="133350"/>
                  </a:lnTo>
                  <a:lnTo>
                    <a:pt x="94361" y="87630"/>
                  </a:lnTo>
                  <a:lnTo>
                    <a:pt x="93840" y="87630"/>
                  </a:lnTo>
                  <a:lnTo>
                    <a:pt x="93840" y="50800"/>
                  </a:lnTo>
                  <a:lnTo>
                    <a:pt x="93306" y="50800"/>
                  </a:lnTo>
                  <a:lnTo>
                    <a:pt x="93306" y="22860"/>
                  </a:lnTo>
                  <a:lnTo>
                    <a:pt x="92697" y="22860"/>
                  </a:lnTo>
                  <a:lnTo>
                    <a:pt x="92697" y="6350"/>
                  </a:lnTo>
                  <a:lnTo>
                    <a:pt x="92036" y="6350"/>
                  </a:lnTo>
                  <a:lnTo>
                    <a:pt x="92036" y="0"/>
                  </a:lnTo>
                  <a:lnTo>
                    <a:pt x="91427" y="0"/>
                  </a:lnTo>
                  <a:lnTo>
                    <a:pt x="91427" y="6350"/>
                  </a:lnTo>
                  <a:lnTo>
                    <a:pt x="90766" y="6350"/>
                  </a:lnTo>
                  <a:lnTo>
                    <a:pt x="90766" y="22860"/>
                  </a:lnTo>
                  <a:lnTo>
                    <a:pt x="90157" y="22860"/>
                  </a:lnTo>
                  <a:lnTo>
                    <a:pt x="90157" y="50800"/>
                  </a:lnTo>
                  <a:lnTo>
                    <a:pt x="89573" y="50800"/>
                  </a:lnTo>
                  <a:lnTo>
                    <a:pt x="89573" y="87630"/>
                  </a:lnTo>
                  <a:lnTo>
                    <a:pt x="89090" y="87630"/>
                  </a:lnTo>
                  <a:lnTo>
                    <a:pt x="89090" y="133350"/>
                  </a:lnTo>
                  <a:lnTo>
                    <a:pt x="88620" y="133350"/>
                  </a:lnTo>
                  <a:lnTo>
                    <a:pt x="88620" y="186690"/>
                  </a:lnTo>
                  <a:lnTo>
                    <a:pt x="88226" y="186690"/>
                  </a:lnTo>
                  <a:lnTo>
                    <a:pt x="88226" y="247650"/>
                  </a:lnTo>
                  <a:lnTo>
                    <a:pt x="87769" y="247650"/>
                  </a:lnTo>
                  <a:lnTo>
                    <a:pt x="87769" y="386080"/>
                  </a:lnTo>
                  <a:lnTo>
                    <a:pt x="87439" y="386080"/>
                  </a:lnTo>
                  <a:lnTo>
                    <a:pt x="87439" y="462280"/>
                  </a:lnTo>
                  <a:lnTo>
                    <a:pt x="87363" y="622300"/>
                  </a:lnTo>
                  <a:lnTo>
                    <a:pt x="87439" y="698500"/>
                  </a:lnTo>
                  <a:lnTo>
                    <a:pt x="87769" y="698500"/>
                  </a:lnTo>
                  <a:lnTo>
                    <a:pt x="87769" y="838200"/>
                  </a:lnTo>
                  <a:lnTo>
                    <a:pt x="88201" y="838200"/>
                  </a:lnTo>
                  <a:lnTo>
                    <a:pt x="88201" y="897890"/>
                  </a:lnTo>
                  <a:lnTo>
                    <a:pt x="88607" y="897890"/>
                  </a:lnTo>
                  <a:lnTo>
                    <a:pt x="88607" y="951230"/>
                  </a:lnTo>
                  <a:lnTo>
                    <a:pt x="89090" y="951230"/>
                  </a:lnTo>
                  <a:lnTo>
                    <a:pt x="89090" y="996950"/>
                  </a:lnTo>
                  <a:lnTo>
                    <a:pt x="89611" y="996950"/>
                  </a:lnTo>
                  <a:lnTo>
                    <a:pt x="89611" y="1033780"/>
                  </a:lnTo>
                  <a:lnTo>
                    <a:pt x="90144" y="1033780"/>
                  </a:lnTo>
                  <a:lnTo>
                    <a:pt x="90144" y="1061720"/>
                  </a:lnTo>
                  <a:lnTo>
                    <a:pt x="90754" y="1061720"/>
                  </a:lnTo>
                  <a:lnTo>
                    <a:pt x="90754" y="1078230"/>
                  </a:lnTo>
                  <a:lnTo>
                    <a:pt x="91376" y="1078230"/>
                  </a:lnTo>
                  <a:lnTo>
                    <a:pt x="91376" y="1084580"/>
                  </a:lnTo>
                  <a:lnTo>
                    <a:pt x="92087" y="1084580"/>
                  </a:lnTo>
                  <a:lnTo>
                    <a:pt x="92087" y="1078230"/>
                  </a:lnTo>
                  <a:lnTo>
                    <a:pt x="92710" y="1078230"/>
                  </a:lnTo>
                  <a:lnTo>
                    <a:pt x="92710" y="1061720"/>
                  </a:lnTo>
                  <a:lnTo>
                    <a:pt x="93319" y="1061720"/>
                  </a:lnTo>
                  <a:lnTo>
                    <a:pt x="93319" y="1033780"/>
                  </a:lnTo>
                  <a:lnTo>
                    <a:pt x="93891" y="1033780"/>
                  </a:lnTo>
                  <a:lnTo>
                    <a:pt x="93891" y="996950"/>
                  </a:lnTo>
                  <a:lnTo>
                    <a:pt x="94373" y="996950"/>
                  </a:lnTo>
                  <a:lnTo>
                    <a:pt x="94373" y="951230"/>
                  </a:lnTo>
                  <a:lnTo>
                    <a:pt x="94843" y="951230"/>
                  </a:lnTo>
                  <a:lnTo>
                    <a:pt x="94843" y="897890"/>
                  </a:lnTo>
                  <a:lnTo>
                    <a:pt x="95237" y="897890"/>
                  </a:lnTo>
                  <a:lnTo>
                    <a:pt x="95237" y="838200"/>
                  </a:lnTo>
                  <a:lnTo>
                    <a:pt x="95681" y="838200"/>
                  </a:lnTo>
                  <a:lnTo>
                    <a:pt x="95681" y="698500"/>
                  </a:lnTo>
                  <a:lnTo>
                    <a:pt x="96024" y="698500"/>
                  </a:lnTo>
                  <a:lnTo>
                    <a:pt x="96024" y="622300"/>
                  </a:lnTo>
                  <a:lnTo>
                    <a:pt x="96088" y="462280"/>
                  </a:lnTo>
                  <a:close/>
                </a:path>
                <a:path w="140334" h="1084579">
                  <a:moveTo>
                    <a:pt x="139763" y="462280"/>
                  </a:moveTo>
                  <a:lnTo>
                    <a:pt x="139700" y="386080"/>
                  </a:lnTo>
                  <a:lnTo>
                    <a:pt x="139357" y="386080"/>
                  </a:lnTo>
                  <a:lnTo>
                    <a:pt x="139357" y="247650"/>
                  </a:lnTo>
                  <a:lnTo>
                    <a:pt x="138925" y="247650"/>
                  </a:lnTo>
                  <a:lnTo>
                    <a:pt x="138925" y="186690"/>
                  </a:lnTo>
                  <a:lnTo>
                    <a:pt x="138518" y="186690"/>
                  </a:lnTo>
                  <a:lnTo>
                    <a:pt x="138518" y="133350"/>
                  </a:lnTo>
                  <a:lnTo>
                    <a:pt x="132295" y="133350"/>
                  </a:lnTo>
                  <a:lnTo>
                    <a:pt x="132295" y="186690"/>
                  </a:lnTo>
                  <a:lnTo>
                    <a:pt x="131902" y="186690"/>
                  </a:lnTo>
                  <a:lnTo>
                    <a:pt x="131902" y="247650"/>
                  </a:lnTo>
                  <a:lnTo>
                    <a:pt x="131457" y="247650"/>
                  </a:lnTo>
                  <a:lnTo>
                    <a:pt x="131457" y="386080"/>
                  </a:lnTo>
                  <a:lnTo>
                    <a:pt x="131114" y="386080"/>
                  </a:lnTo>
                  <a:lnTo>
                    <a:pt x="131114" y="462280"/>
                  </a:lnTo>
                  <a:lnTo>
                    <a:pt x="131051" y="622300"/>
                  </a:lnTo>
                  <a:lnTo>
                    <a:pt x="131114" y="698500"/>
                  </a:lnTo>
                  <a:lnTo>
                    <a:pt x="131457" y="698500"/>
                  </a:lnTo>
                  <a:lnTo>
                    <a:pt x="131457" y="838200"/>
                  </a:lnTo>
                  <a:lnTo>
                    <a:pt x="131889" y="838200"/>
                  </a:lnTo>
                  <a:lnTo>
                    <a:pt x="131889" y="897890"/>
                  </a:lnTo>
                  <a:lnTo>
                    <a:pt x="132295" y="897890"/>
                  </a:lnTo>
                  <a:lnTo>
                    <a:pt x="132295" y="951230"/>
                  </a:lnTo>
                  <a:lnTo>
                    <a:pt x="132765" y="951230"/>
                  </a:lnTo>
                  <a:lnTo>
                    <a:pt x="132765" y="996950"/>
                  </a:lnTo>
                  <a:lnTo>
                    <a:pt x="133299" y="996950"/>
                  </a:lnTo>
                  <a:lnTo>
                    <a:pt x="133299" y="1033780"/>
                  </a:lnTo>
                  <a:lnTo>
                    <a:pt x="133819" y="1033780"/>
                  </a:lnTo>
                  <a:lnTo>
                    <a:pt x="133819" y="1061720"/>
                  </a:lnTo>
                  <a:lnTo>
                    <a:pt x="134429" y="1061720"/>
                  </a:lnTo>
                  <a:lnTo>
                    <a:pt x="134429" y="1078230"/>
                  </a:lnTo>
                  <a:lnTo>
                    <a:pt x="135051" y="1078230"/>
                  </a:lnTo>
                  <a:lnTo>
                    <a:pt x="135051" y="1084580"/>
                  </a:lnTo>
                  <a:lnTo>
                    <a:pt x="135763" y="1084580"/>
                  </a:lnTo>
                  <a:lnTo>
                    <a:pt x="135763" y="1078230"/>
                  </a:lnTo>
                  <a:lnTo>
                    <a:pt x="136385" y="1078230"/>
                  </a:lnTo>
                  <a:lnTo>
                    <a:pt x="136385" y="1061720"/>
                  </a:lnTo>
                  <a:lnTo>
                    <a:pt x="136994" y="1061720"/>
                  </a:lnTo>
                  <a:lnTo>
                    <a:pt x="136994" y="1033780"/>
                  </a:lnTo>
                  <a:lnTo>
                    <a:pt x="137566" y="1033780"/>
                  </a:lnTo>
                  <a:lnTo>
                    <a:pt x="137566" y="996950"/>
                  </a:lnTo>
                  <a:lnTo>
                    <a:pt x="138049" y="996950"/>
                  </a:lnTo>
                  <a:lnTo>
                    <a:pt x="138049" y="951230"/>
                  </a:lnTo>
                  <a:lnTo>
                    <a:pt x="138518" y="951230"/>
                  </a:lnTo>
                  <a:lnTo>
                    <a:pt x="138518" y="897890"/>
                  </a:lnTo>
                  <a:lnTo>
                    <a:pt x="138912" y="897890"/>
                  </a:lnTo>
                  <a:lnTo>
                    <a:pt x="138912" y="838200"/>
                  </a:lnTo>
                  <a:lnTo>
                    <a:pt x="139357" y="838200"/>
                  </a:lnTo>
                  <a:lnTo>
                    <a:pt x="139357" y="698500"/>
                  </a:lnTo>
                  <a:lnTo>
                    <a:pt x="139700" y="698500"/>
                  </a:lnTo>
                  <a:lnTo>
                    <a:pt x="139700" y="622300"/>
                  </a:lnTo>
                  <a:lnTo>
                    <a:pt x="139763" y="46228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5720137" y="3946391"/>
              <a:ext cx="182245" cy="1084580"/>
            </a:xfrm>
            <a:custGeom>
              <a:avLst/>
              <a:gdLst/>
              <a:ahLst/>
              <a:cxnLst/>
              <a:rect l="l" t="t" r="r" b="b"/>
              <a:pathLst>
                <a:path w="182244" h="1084579">
                  <a:moveTo>
                    <a:pt x="6223" y="133350"/>
                  </a:moveTo>
                  <a:lnTo>
                    <a:pt x="5740" y="133350"/>
                  </a:lnTo>
                  <a:lnTo>
                    <a:pt x="5740" y="87630"/>
                  </a:lnTo>
                  <a:lnTo>
                    <a:pt x="5219" y="87630"/>
                  </a:lnTo>
                  <a:lnTo>
                    <a:pt x="5219" y="50800"/>
                  </a:lnTo>
                  <a:lnTo>
                    <a:pt x="4686" y="50800"/>
                  </a:lnTo>
                  <a:lnTo>
                    <a:pt x="4686" y="22860"/>
                  </a:lnTo>
                  <a:lnTo>
                    <a:pt x="4076" y="22860"/>
                  </a:lnTo>
                  <a:lnTo>
                    <a:pt x="4076" y="6350"/>
                  </a:lnTo>
                  <a:lnTo>
                    <a:pt x="3416" y="6350"/>
                  </a:lnTo>
                  <a:lnTo>
                    <a:pt x="3416" y="0"/>
                  </a:lnTo>
                  <a:lnTo>
                    <a:pt x="2806" y="0"/>
                  </a:lnTo>
                  <a:lnTo>
                    <a:pt x="2806" y="6350"/>
                  </a:lnTo>
                  <a:lnTo>
                    <a:pt x="2146" y="6350"/>
                  </a:lnTo>
                  <a:lnTo>
                    <a:pt x="2146" y="22860"/>
                  </a:lnTo>
                  <a:lnTo>
                    <a:pt x="1536" y="22860"/>
                  </a:lnTo>
                  <a:lnTo>
                    <a:pt x="1536" y="50800"/>
                  </a:lnTo>
                  <a:lnTo>
                    <a:pt x="965" y="50800"/>
                  </a:lnTo>
                  <a:lnTo>
                    <a:pt x="965" y="87630"/>
                  </a:lnTo>
                  <a:lnTo>
                    <a:pt x="469" y="87630"/>
                  </a:lnTo>
                  <a:lnTo>
                    <a:pt x="469" y="133350"/>
                  </a:lnTo>
                  <a:lnTo>
                    <a:pt x="0" y="133350"/>
                  </a:lnTo>
                  <a:lnTo>
                    <a:pt x="0" y="186690"/>
                  </a:lnTo>
                  <a:lnTo>
                    <a:pt x="6223" y="186690"/>
                  </a:lnTo>
                  <a:lnTo>
                    <a:pt x="6223" y="133350"/>
                  </a:lnTo>
                  <a:close/>
                </a:path>
                <a:path w="182244" h="1084579">
                  <a:moveTo>
                    <a:pt x="51155" y="462280"/>
                  </a:moveTo>
                  <a:lnTo>
                    <a:pt x="51079" y="386080"/>
                  </a:lnTo>
                  <a:lnTo>
                    <a:pt x="50749" y="386080"/>
                  </a:lnTo>
                  <a:lnTo>
                    <a:pt x="50749" y="247650"/>
                  </a:lnTo>
                  <a:lnTo>
                    <a:pt x="50317" y="247650"/>
                  </a:lnTo>
                  <a:lnTo>
                    <a:pt x="50317" y="186690"/>
                  </a:lnTo>
                  <a:lnTo>
                    <a:pt x="49911" y="186690"/>
                  </a:lnTo>
                  <a:lnTo>
                    <a:pt x="49911" y="133350"/>
                  </a:lnTo>
                  <a:lnTo>
                    <a:pt x="49428" y="133350"/>
                  </a:lnTo>
                  <a:lnTo>
                    <a:pt x="49428" y="87630"/>
                  </a:lnTo>
                  <a:lnTo>
                    <a:pt x="48907" y="87630"/>
                  </a:lnTo>
                  <a:lnTo>
                    <a:pt x="48907" y="50800"/>
                  </a:lnTo>
                  <a:lnTo>
                    <a:pt x="48374" y="50800"/>
                  </a:lnTo>
                  <a:lnTo>
                    <a:pt x="48374" y="22860"/>
                  </a:lnTo>
                  <a:lnTo>
                    <a:pt x="47764" y="22860"/>
                  </a:lnTo>
                  <a:lnTo>
                    <a:pt x="47764" y="6350"/>
                  </a:lnTo>
                  <a:lnTo>
                    <a:pt x="47104" y="6350"/>
                  </a:lnTo>
                  <a:lnTo>
                    <a:pt x="47104" y="0"/>
                  </a:lnTo>
                  <a:lnTo>
                    <a:pt x="46494" y="0"/>
                  </a:lnTo>
                  <a:lnTo>
                    <a:pt x="46494" y="6350"/>
                  </a:lnTo>
                  <a:lnTo>
                    <a:pt x="45834" y="6350"/>
                  </a:lnTo>
                  <a:lnTo>
                    <a:pt x="45834" y="22860"/>
                  </a:lnTo>
                  <a:lnTo>
                    <a:pt x="45224" y="22860"/>
                  </a:lnTo>
                  <a:lnTo>
                    <a:pt x="45224" y="50800"/>
                  </a:lnTo>
                  <a:lnTo>
                    <a:pt x="44640" y="50800"/>
                  </a:lnTo>
                  <a:lnTo>
                    <a:pt x="44640" y="87630"/>
                  </a:lnTo>
                  <a:lnTo>
                    <a:pt x="44157" y="87630"/>
                  </a:lnTo>
                  <a:lnTo>
                    <a:pt x="44157" y="133350"/>
                  </a:lnTo>
                  <a:lnTo>
                    <a:pt x="43688" y="133350"/>
                  </a:lnTo>
                  <a:lnTo>
                    <a:pt x="43688" y="186690"/>
                  </a:lnTo>
                  <a:lnTo>
                    <a:pt x="43294" y="186690"/>
                  </a:lnTo>
                  <a:lnTo>
                    <a:pt x="43294" y="247650"/>
                  </a:lnTo>
                  <a:lnTo>
                    <a:pt x="42837" y="247650"/>
                  </a:lnTo>
                  <a:lnTo>
                    <a:pt x="42837" y="386080"/>
                  </a:lnTo>
                  <a:lnTo>
                    <a:pt x="42506" y="386080"/>
                  </a:lnTo>
                  <a:lnTo>
                    <a:pt x="42506" y="462280"/>
                  </a:lnTo>
                  <a:lnTo>
                    <a:pt x="42430" y="622300"/>
                  </a:lnTo>
                  <a:lnTo>
                    <a:pt x="42506" y="698500"/>
                  </a:lnTo>
                  <a:lnTo>
                    <a:pt x="42837" y="698500"/>
                  </a:lnTo>
                  <a:lnTo>
                    <a:pt x="42837" y="838200"/>
                  </a:lnTo>
                  <a:lnTo>
                    <a:pt x="43268" y="838200"/>
                  </a:lnTo>
                  <a:lnTo>
                    <a:pt x="43268" y="897890"/>
                  </a:lnTo>
                  <a:lnTo>
                    <a:pt x="43675" y="897890"/>
                  </a:lnTo>
                  <a:lnTo>
                    <a:pt x="43675" y="951230"/>
                  </a:lnTo>
                  <a:lnTo>
                    <a:pt x="44157" y="951230"/>
                  </a:lnTo>
                  <a:lnTo>
                    <a:pt x="44157" y="996950"/>
                  </a:lnTo>
                  <a:lnTo>
                    <a:pt x="44678" y="996950"/>
                  </a:lnTo>
                  <a:lnTo>
                    <a:pt x="44678" y="1033780"/>
                  </a:lnTo>
                  <a:lnTo>
                    <a:pt x="45212" y="1033780"/>
                  </a:lnTo>
                  <a:lnTo>
                    <a:pt x="45212" y="1061720"/>
                  </a:lnTo>
                  <a:lnTo>
                    <a:pt x="45821" y="1061720"/>
                  </a:lnTo>
                  <a:lnTo>
                    <a:pt x="45821" y="1078230"/>
                  </a:lnTo>
                  <a:lnTo>
                    <a:pt x="46443" y="1078230"/>
                  </a:lnTo>
                  <a:lnTo>
                    <a:pt x="46443" y="1084580"/>
                  </a:lnTo>
                  <a:lnTo>
                    <a:pt x="47155" y="1084580"/>
                  </a:lnTo>
                  <a:lnTo>
                    <a:pt x="47155" y="1078230"/>
                  </a:lnTo>
                  <a:lnTo>
                    <a:pt x="47777" y="1078230"/>
                  </a:lnTo>
                  <a:lnTo>
                    <a:pt x="47777" y="1061720"/>
                  </a:lnTo>
                  <a:lnTo>
                    <a:pt x="48387" y="1061720"/>
                  </a:lnTo>
                  <a:lnTo>
                    <a:pt x="48387" y="1033780"/>
                  </a:lnTo>
                  <a:lnTo>
                    <a:pt x="48958" y="1033780"/>
                  </a:lnTo>
                  <a:lnTo>
                    <a:pt x="48958" y="996950"/>
                  </a:lnTo>
                  <a:lnTo>
                    <a:pt x="49441" y="996950"/>
                  </a:lnTo>
                  <a:lnTo>
                    <a:pt x="49441" y="951230"/>
                  </a:lnTo>
                  <a:lnTo>
                    <a:pt x="49911" y="951230"/>
                  </a:lnTo>
                  <a:lnTo>
                    <a:pt x="49911" y="897890"/>
                  </a:lnTo>
                  <a:lnTo>
                    <a:pt x="50292" y="897890"/>
                  </a:lnTo>
                  <a:lnTo>
                    <a:pt x="50292" y="838200"/>
                  </a:lnTo>
                  <a:lnTo>
                    <a:pt x="50749" y="838200"/>
                  </a:lnTo>
                  <a:lnTo>
                    <a:pt x="50749" y="698500"/>
                  </a:lnTo>
                  <a:lnTo>
                    <a:pt x="51079" y="698500"/>
                  </a:lnTo>
                  <a:lnTo>
                    <a:pt x="51079" y="622300"/>
                  </a:lnTo>
                  <a:lnTo>
                    <a:pt x="51155" y="462280"/>
                  </a:lnTo>
                  <a:close/>
                </a:path>
                <a:path w="182244" h="1084579">
                  <a:moveTo>
                    <a:pt x="94843" y="462280"/>
                  </a:moveTo>
                  <a:lnTo>
                    <a:pt x="94767" y="386080"/>
                  </a:lnTo>
                  <a:lnTo>
                    <a:pt x="94437" y="386080"/>
                  </a:lnTo>
                  <a:lnTo>
                    <a:pt x="94437" y="247650"/>
                  </a:lnTo>
                  <a:lnTo>
                    <a:pt x="94005" y="247650"/>
                  </a:lnTo>
                  <a:lnTo>
                    <a:pt x="94005" y="186690"/>
                  </a:lnTo>
                  <a:lnTo>
                    <a:pt x="93599" y="186690"/>
                  </a:lnTo>
                  <a:lnTo>
                    <a:pt x="93599" y="133350"/>
                  </a:lnTo>
                  <a:lnTo>
                    <a:pt x="93116" y="133350"/>
                  </a:lnTo>
                  <a:lnTo>
                    <a:pt x="93116" y="87630"/>
                  </a:lnTo>
                  <a:lnTo>
                    <a:pt x="92595" y="87630"/>
                  </a:lnTo>
                  <a:lnTo>
                    <a:pt x="92595" y="50800"/>
                  </a:lnTo>
                  <a:lnTo>
                    <a:pt x="92049" y="50800"/>
                  </a:lnTo>
                  <a:lnTo>
                    <a:pt x="92049" y="22860"/>
                  </a:lnTo>
                  <a:lnTo>
                    <a:pt x="91440" y="22860"/>
                  </a:lnTo>
                  <a:lnTo>
                    <a:pt x="91440" y="6350"/>
                  </a:lnTo>
                  <a:lnTo>
                    <a:pt x="90779" y="6350"/>
                  </a:lnTo>
                  <a:lnTo>
                    <a:pt x="90779" y="0"/>
                  </a:lnTo>
                  <a:lnTo>
                    <a:pt x="90170" y="0"/>
                  </a:lnTo>
                  <a:lnTo>
                    <a:pt x="90170" y="6350"/>
                  </a:lnTo>
                  <a:lnTo>
                    <a:pt x="89509" y="6350"/>
                  </a:lnTo>
                  <a:lnTo>
                    <a:pt x="89509" y="22860"/>
                  </a:lnTo>
                  <a:lnTo>
                    <a:pt x="88900" y="22860"/>
                  </a:lnTo>
                  <a:lnTo>
                    <a:pt x="88900" y="50800"/>
                  </a:lnTo>
                  <a:lnTo>
                    <a:pt x="88328" y="50800"/>
                  </a:lnTo>
                  <a:lnTo>
                    <a:pt x="88328" y="87630"/>
                  </a:lnTo>
                  <a:lnTo>
                    <a:pt x="87833" y="87630"/>
                  </a:lnTo>
                  <a:lnTo>
                    <a:pt x="87833" y="133350"/>
                  </a:lnTo>
                  <a:lnTo>
                    <a:pt x="87363" y="133350"/>
                  </a:lnTo>
                  <a:lnTo>
                    <a:pt x="87363" y="186690"/>
                  </a:lnTo>
                  <a:lnTo>
                    <a:pt x="86969" y="186690"/>
                  </a:lnTo>
                  <a:lnTo>
                    <a:pt x="86969" y="247650"/>
                  </a:lnTo>
                  <a:lnTo>
                    <a:pt x="86525" y="247650"/>
                  </a:lnTo>
                  <a:lnTo>
                    <a:pt x="86525" y="386080"/>
                  </a:lnTo>
                  <a:lnTo>
                    <a:pt x="86182" y="386080"/>
                  </a:lnTo>
                  <a:lnTo>
                    <a:pt x="86182" y="462280"/>
                  </a:lnTo>
                  <a:lnTo>
                    <a:pt x="86118" y="622300"/>
                  </a:lnTo>
                  <a:lnTo>
                    <a:pt x="86182" y="698500"/>
                  </a:lnTo>
                  <a:lnTo>
                    <a:pt x="86525" y="698500"/>
                  </a:lnTo>
                  <a:lnTo>
                    <a:pt x="86525" y="838200"/>
                  </a:lnTo>
                  <a:lnTo>
                    <a:pt x="86956" y="838200"/>
                  </a:lnTo>
                  <a:lnTo>
                    <a:pt x="86956" y="897890"/>
                  </a:lnTo>
                  <a:lnTo>
                    <a:pt x="87363" y="897890"/>
                  </a:lnTo>
                  <a:lnTo>
                    <a:pt x="87363" y="951230"/>
                  </a:lnTo>
                  <a:lnTo>
                    <a:pt x="87833" y="951230"/>
                  </a:lnTo>
                  <a:lnTo>
                    <a:pt x="87833" y="996950"/>
                  </a:lnTo>
                  <a:lnTo>
                    <a:pt x="88353" y="996950"/>
                  </a:lnTo>
                  <a:lnTo>
                    <a:pt x="88353" y="1033780"/>
                  </a:lnTo>
                  <a:lnTo>
                    <a:pt x="88887" y="1033780"/>
                  </a:lnTo>
                  <a:lnTo>
                    <a:pt x="88887" y="1061720"/>
                  </a:lnTo>
                  <a:lnTo>
                    <a:pt x="89496" y="1061720"/>
                  </a:lnTo>
                  <a:lnTo>
                    <a:pt x="89496" y="1078230"/>
                  </a:lnTo>
                  <a:lnTo>
                    <a:pt x="90119" y="1078230"/>
                  </a:lnTo>
                  <a:lnTo>
                    <a:pt x="90119" y="1084580"/>
                  </a:lnTo>
                  <a:lnTo>
                    <a:pt x="90830" y="1084580"/>
                  </a:lnTo>
                  <a:lnTo>
                    <a:pt x="90830" y="1078230"/>
                  </a:lnTo>
                  <a:lnTo>
                    <a:pt x="91452" y="1078230"/>
                  </a:lnTo>
                  <a:lnTo>
                    <a:pt x="91452" y="1061720"/>
                  </a:lnTo>
                  <a:lnTo>
                    <a:pt x="92062" y="1061720"/>
                  </a:lnTo>
                  <a:lnTo>
                    <a:pt x="92062" y="1033780"/>
                  </a:lnTo>
                  <a:lnTo>
                    <a:pt x="92633" y="1033780"/>
                  </a:lnTo>
                  <a:lnTo>
                    <a:pt x="92633" y="996950"/>
                  </a:lnTo>
                  <a:lnTo>
                    <a:pt x="93129" y="996950"/>
                  </a:lnTo>
                  <a:lnTo>
                    <a:pt x="93129" y="951230"/>
                  </a:lnTo>
                  <a:lnTo>
                    <a:pt x="93599" y="951230"/>
                  </a:lnTo>
                  <a:lnTo>
                    <a:pt x="93599" y="897890"/>
                  </a:lnTo>
                  <a:lnTo>
                    <a:pt x="93980" y="897890"/>
                  </a:lnTo>
                  <a:lnTo>
                    <a:pt x="93980" y="838200"/>
                  </a:lnTo>
                  <a:lnTo>
                    <a:pt x="94437" y="838200"/>
                  </a:lnTo>
                  <a:lnTo>
                    <a:pt x="94437" y="698500"/>
                  </a:lnTo>
                  <a:lnTo>
                    <a:pt x="94767" y="698500"/>
                  </a:lnTo>
                  <a:lnTo>
                    <a:pt x="94767" y="622300"/>
                  </a:lnTo>
                  <a:lnTo>
                    <a:pt x="94843" y="462280"/>
                  </a:lnTo>
                  <a:close/>
                </a:path>
                <a:path w="182244" h="1084579">
                  <a:moveTo>
                    <a:pt x="138518" y="462280"/>
                  </a:moveTo>
                  <a:lnTo>
                    <a:pt x="138455" y="386080"/>
                  </a:lnTo>
                  <a:lnTo>
                    <a:pt x="138112" y="386080"/>
                  </a:lnTo>
                  <a:lnTo>
                    <a:pt x="138112" y="247650"/>
                  </a:lnTo>
                  <a:lnTo>
                    <a:pt x="137680" y="247650"/>
                  </a:lnTo>
                  <a:lnTo>
                    <a:pt x="137680" y="186690"/>
                  </a:lnTo>
                  <a:lnTo>
                    <a:pt x="137274" y="186690"/>
                  </a:lnTo>
                  <a:lnTo>
                    <a:pt x="137274" y="133350"/>
                  </a:lnTo>
                  <a:lnTo>
                    <a:pt x="136791" y="133350"/>
                  </a:lnTo>
                  <a:lnTo>
                    <a:pt x="136791" y="87630"/>
                  </a:lnTo>
                  <a:lnTo>
                    <a:pt x="136271" y="87630"/>
                  </a:lnTo>
                  <a:lnTo>
                    <a:pt x="136271" y="50800"/>
                  </a:lnTo>
                  <a:lnTo>
                    <a:pt x="135737" y="50800"/>
                  </a:lnTo>
                  <a:lnTo>
                    <a:pt x="135737" y="22860"/>
                  </a:lnTo>
                  <a:lnTo>
                    <a:pt x="135128" y="22860"/>
                  </a:lnTo>
                  <a:lnTo>
                    <a:pt x="135128" y="6350"/>
                  </a:lnTo>
                  <a:lnTo>
                    <a:pt x="134467" y="6350"/>
                  </a:lnTo>
                  <a:lnTo>
                    <a:pt x="134467" y="0"/>
                  </a:lnTo>
                  <a:lnTo>
                    <a:pt x="133858" y="0"/>
                  </a:lnTo>
                  <a:lnTo>
                    <a:pt x="133858" y="6350"/>
                  </a:lnTo>
                  <a:lnTo>
                    <a:pt x="133197" y="6350"/>
                  </a:lnTo>
                  <a:lnTo>
                    <a:pt x="133197" y="22860"/>
                  </a:lnTo>
                  <a:lnTo>
                    <a:pt x="132588" y="22860"/>
                  </a:lnTo>
                  <a:lnTo>
                    <a:pt x="132588" y="50800"/>
                  </a:lnTo>
                  <a:lnTo>
                    <a:pt x="132003" y="50800"/>
                  </a:lnTo>
                  <a:lnTo>
                    <a:pt x="132003" y="87630"/>
                  </a:lnTo>
                  <a:lnTo>
                    <a:pt x="131521" y="87630"/>
                  </a:lnTo>
                  <a:lnTo>
                    <a:pt x="131521" y="133350"/>
                  </a:lnTo>
                  <a:lnTo>
                    <a:pt x="131051" y="133350"/>
                  </a:lnTo>
                  <a:lnTo>
                    <a:pt x="131051" y="186690"/>
                  </a:lnTo>
                  <a:lnTo>
                    <a:pt x="130657" y="186690"/>
                  </a:lnTo>
                  <a:lnTo>
                    <a:pt x="130657" y="247650"/>
                  </a:lnTo>
                  <a:lnTo>
                    <a:pt x="130200" y="247650"/>
                  </a:lnTo>
                  <a:lnTo>
                    <a:pt x="130200" y="386080"/>
                  </a:lnTo>
                  <a:lnTo>
                    <a:pt x="129870" y="386080"/>
                  </a:lnTo>
                  <a:lnTo>
                    <a:pt x="129870" y="462280"/>
                  </a:lnTo>
                  <a:lnTo>
                    <a:pt x="129794" y="622300"/>
                  </a:lnTo>
                  <a:lnTo>
                    <a:pt x="129870" y="698500"/>
                  </a:lnTo>
                  <a:lnTo>
                    <a:pt x="130200" y="698500"/>
                  </a:lnTo>
                  <a:lnTo>
                    <a:pt x="130200" y="838200"/>
                  </a:lnTo>
                  <a:lnTo>
                    <a:pt x="130632" y="838200"/>
                  </a:lnTo>
                  <a:lnTo>
                    <a:pt x="130632" y="897890"/>
                  </a:lnTo>
                  <a:lnTo>
                    <a:pt x="131038" y="897890"/>
                  </a:lnTo>
                  <a:lnTo>
                    <a:pt x="131038" y="951230"/>
                  </a:lnTo>
                  <a:lnTo>
                    <a:pt x="131521" y="951230"/>
                  </a:lnTo>
                  <a:lnTo>
                    <a:pt x="131521" y="996950"/>
                  </a:lnTo>
                  <a:lnTo>
                    <a:pt x="132041" y="996950"/>
                  </a:lnTo>
                  <a:lnTo>
                    <a:pt x="132041" y="1033780"/>
                  </a:lnTo>
                  <a:lnTo>
                    <a:pt x="132575" y="1033780"/>
                  </a:lnTo>
                  <a:lnTo>
                    <a:pt x="132575" y="1061720"/>
                  </a:lnTo>
                  <a:lnTo>
                    <a:pt x="133184" y="1061720"/>
                  </a:lnTo>
                  <a:lnTo>
                    <a:pt x="133184" y="1078230"/>
                  </a:lnTo>
                  <a:lnTo>
                    <a:pt x="133807" y="1078230"/>
                  </a:lnTo>
                  <a:lnTo>
                    <a:pt x="133807" y="1084580"/>
                  </a:lnTo>
                  <a:lnTo>
                    <a:pt x="134518" y="1084580"/>
                  </a:lnTo>
                  <a:lnTo>
                    <a:pt x="134518" y="1078230"/>
                  </a:lnTo>
                  <a:lnTo>
                    <a:pt x="135140" y="1078230"/>
                  </a:lnTo>
                  <a:lnTo>
                    <a:pt x="135140" y="1061720"/>
                  </a:lnTo>
                  <a:lnTo>
                    <a:pt x="135750" y="1061720"/>
                  </a:lnTo>
                  <a:lnTo>
                    <a:pt x="135750" y="1033780"/>
                  </a:lnTo>
                  <a:lnTo>
                    <a:pt x="136321" y="1033780"/>
                  </a:lnTo>
                  <a:lnTo>
                    <a:pt x="136321" y="996950"/>
                  </a:lnTo>
                  <a:lnTo>
                    <a:pt x="136804" y="996950"/>
                  </a:lnTo>
                  <a:lnTo>
                    <a:pt x="136804" y="951230"/>
                  </a:lnTo>
                  <a:lnTo>
                    <a:pt x="137274" y="951230"/>
                  </a:lnTo>
                  <a:lnTo>
                    <a:pt x="137274" y="897890"/>
                  </a:lnTo>
                  <a:lnTo>
                    <a:pt x="137668" y="897890"/>
                  </a:lnTo>
                  <a:lnTo>
                    <a:pt x="137668" y="838200"/>
                  </a:lnTo>
                  <a:lnTo>
                    <a:pt x="138112" y="838200"/>
                  </a:lnTo>
                  <a:lnTo>
                    <a:pt x="138112" y="698500"/>
                  </a:lnTo>
                  <a:lnTo>
                    <a:pt x="138455" y="698500"/>
                  </a:lnTo>
                  <a:lnTo>
                    <a:pt x="138455" y="622300"/>
                  </a:lnTo>
                  <a:lnTo>
                    <a:pt x="138518" y="462280"/>
                  </a:lnTo>
                  <a:close/>
                </a:path>
                <a:path w="182244" h="1084579">
                  <a:moveTo>
                    <a:pt x="181800" y="698500"/>
                  </a:moveTo>
                  <a:lnTo>
                    <a:pt x="173888" y="698500"/>
                  </a:lnTo>
                  <a:lnTo>
                    <a:pt x="173888" y="838200"/>
                  </a:lnTo>
                  <a:lnTo>
                    <a:pt x="174320" y="838200"/>
                  </a:lnTo>
                  <a:lnTo>
                    <a:pt x="174320" y="897890"/>
                  </a:lnTo>
                  <a:lnTo>
                    <a:pt x="174726" y="897890"/>
                  </a:lnTo>
                  <a:lnTo>
                    <a:pt x="174726" y="951230"/>
                  </a:lnTo>
                  <a:lnTo>
                    <a:pt x="175196" y="951230"/>
                  </a:lnTo>
                  <a:lnTo>
                    <a:pt x="175196" y="996950"/>
                  </a:lnTo>
                  <a:lnTo>
                    <a:pt x="175729" y="996950"/>
                  </a:lnTo>
                  <a:lnTo>
                    <a:pt x="175729" y="1033780"/>
                  </a:lnTo>
                  <a:lnTo>
                    <a:pt x="176250" y="1033780"/>
                  </a:lnTo>
                  <a:lnTo>
                    <a:pt x="176250" y="1061720"/>
                  </a:lnTo>
                  <a:lnTo>
                    <a:pt x="176860" y="1061720"/>
                  </a:lnTo>
                  <a:lnTo>
                    <a:pt x="176860" y="1078230"/>
                  </a:lnTo>
                  <a:lnTo>
                    <a:pt x="177482" y="1078230"/>
                  </a:lnTo>
                  <a:lnTo>
                    <a:pt x="177482" y="1084580"/>
                  </a:lnTo>
                  <a:lnTo>
                    <a:pt x="178193" y="1084580"/>
                  </a:lnTo>
                  <a:lnTo>
                    <a:pt x="178193" y="1078230"/>
                  </a:lnTo>
                  <a:lnTo>
                    <a:pt x="178816" y="1078230"/>
                  </a:lnTo>
                  <a:lnTo>
                    <a:pt x="178816" y="1061720"/>
                  </a:lnTo>
                  <a:lnTo>
                    <a:pt x="179425" y="1061720"/>
                  </a:lnTo>
                  <a:lnTo>
                    <a:pt x="179425" y="1033780"/>
                  </a:lnTo>
                  <a:lnTo>
                    <a:pt x="179997" y="1033780"/>
                  </a:lnTo>
                  <a:lnTo>
                    <a:pt x="179997" y="996950"/>
                  </a:lnTo>
                  <a:lnTo>
                    <a:pt x="180492" y="996950"/>
                  </a:lnTo>
                  <a:lnTo>
                    <a:pt x="180492" y="951230"/>
                  </a:lnTo>
                  <a:lnTo>
                    <a:pt x="180962" y="951230"/>
                  </a:lnTo>
                  <a:lnTo>
                    <a:pt x="180962" y="897890"/>
                  </a:lnTo>
                  <a:lnTo>
                    <a:pt x="181343" y="897890"/>
                  </a:lnTo>
                  <a:lnTo>
                    <a:pt x="181343" y="838200"/>
                  </a:lnTo>
                  <a:lnTo>
                    <a:pt x="181800" y="838200"/>
                  </a:lnTo>
                  <a:lnTo>
                    <a:pt x="181800" y="69850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5893619" y="3946391"/>
              <a:ext cx="180340" cy="1084580"/>
            </a:xfrm>
            <a:custGeom>
              <a:avLst/>
              <a:gdLst/>
              <a:ahLst/>
              <a:cxnLst/>
              <a:rect l="l" t="t" r="r" b="b"/>
              <a:pathLst>
                <a:path w="180340" h="1084579">
                  <a:moveTo>
                    <a:pt x="8724" y="462280"/>
                  </a:moveTo>
                  <a:lnTo>
                    <a:pt x="8648" y="386080"/>
                  </a:lnTo>
                  <a:lnTo>
                    <a:pt x="8318" y="386080"/>
                  </a:lnTo>
                  <a:lnTo>
                    <a:pt x="8318" y="247650"/>
                  </a:lnTo>
                  <a:lnTo>
                    <a:pt x="7886" y="247650"/>
                  </a:lnTo>
                  <a:lnTo>
                    <a:pt x="7886" y="186690"/>
                  </a:lnTo>
                  <a:lnTo>
                    <a:pt x="7480" y="186690"/>
                  </a:lnTo>
                  <a:lnTo>
                    <a:pt x="7480" y="133350"/>
                  </a:lnTo>
                  <a:lnTo>
                    <a:pt x="6997" y="133350"/>
                  </a:lnTo>
                  <a:lnTo>
                    <a:pt x="6997" y="87630"/>
                  </a:lnTo>
                  <a:lnTo>
                    <a:pt x="6477" y="87630"/>
                  </a:lnTo>
                  <a:lnTo>
                    <a:pt x="6477" y="50800"/>
                  </a:lnTo>
                  <a:lnTo>
                    <a:pt x="5930" y="50800"/>
                  </a:lnTo>
                  <a:lnTo>
                    <a:pt x="5930" y="22860"/>
                  </a:lnTo>
                  <a:lnTo>
                    <a:pt x="5321" y="22860"/>
                  </a:lnTo>
                  <a:lnTo>
                    <a:pt x="5321" y="6350"/>
                  </a:lnTo>
                  <a:lnTo>
                    <a:pt x="4660" y="6350"/>
                  </a:lnTo>
                  <a:lnTo>
                    <a:pt x="4660" y="0"/>
                  </a:lnTo>
                  <a:lnTo>
                    <a:pt x="4051" y="0"/>
                  </a:lnTo>
                  <a:lnTo>
                    <a:pt x="4051" y="6350"/>
                  </a:lnTo>
                  <a:lnTo>
                    <a:pt x="3390" y="6350"/>
                  </a:lnTo>
                  <a:lnTo>
                    <a:pt x="3390" y="22860"/>
                  </a:lnTo>
                  <a:lnTo>
                    <a:pt x="2781" y="22860"/>
                  </a:lnTo>
                  <a:lnTo>
                    <a:pt x="2781" y="50800"/>
                  </a:lnTo>
                  <a:lnTo>
                    <a:pt x="2209" y="50800"/>
                  </a:lnTo>
                  <a:lnTo>
                    <a:pt x="2209" y="87630"/>
                  </a:lnTo>
                  <a:lnTo>
                    <a:pt x="1714" y="87630"/>
                  </a:lnTo>
                  <a:lnTo>
                    <a:pt x="1714" y="133350"/>
                  </a:lnTo>
                  <a:lnTo>
                    <a:pt x="1244" y="133350"/>
                  </a:lnTo>
                  <a:lnTo>
                    <a:pt x="1244" y="186690"/>
                  </a:lnTo>
                  <a:lnTo>
                    <a:pt x="850" y="186690"/>
                  </a:lnTo>
                  <a:lnTo>
                    <a:pt x="850" y="247650"/>
                  </a:lnTo>
                  <a:lnTo>
                    <a:pt x="406" y="247650"/>
                  </a:lnTo>
                  <a:lnTo>
                    <a:pt x="406" y="386080"/>
                  </a:lnTo>
                  <a:lnTo>
                    <a:pt x="63" y="386080"/>
                  </a:lnTo>
                  <a:lnTo>
                    <a:pt x="63" y="462280"/>
                  </a:lnTo>
                  <a:lnTo>
                    <a:pt x="0" y="622300"/>
                  </a:lnTo>
                  <a:lnTo>
                    <a:pt x="63" y="698500"/>
                  </a:lnTo>
                  <a:lnTo>
                    <a:pt x="406" y="698500"/>
                  </a:lnTo>
                  <a:lnTo>
                    <a:pt x="406" y="838200"/>
                  </a:lnTo>
                  <a:lnTo>
                    <a:pt x="8318" y="838200"/>
                  </a:lnTo>
                  <a:lnTo>
                    <a:pt x="8318" y="698500"/>
                  </a:lnTo>
                  <a:lnTo>
                    <a:pt x="8648" y="698500"/>
                  </a:lnTo>
                  <a:lnTo>
                    <a:pt x="8648" y="622300"/>
                  </a:lnTo>
                  <a:lnTo>
                    <a:pt x="8724" y="462280"/>
                  </a:lnTo>
                  <a:close/>
                </a:path>
                <a:path w="180340" h="1084579">
                  <a:moveTo>
                    <a:pt x="52400" y="462280"/>
                  </a:moveTo>
                  <a:lnTo>
                    <a:pt x="52336" y="386080"/>
                  </a:lnTo>
                  <a:lnTo>
                    <a:pt x="51993" y="386080"/>
                  </a:lnTo>
                  <a:lnTo>
                    <a:pt x="51993" y="247650"/>
                  </a:lnTo>
                  <a:lnTo>
                    <a:pt x="51562" y="247650"/>
                  </a:lnTo>
                  <a:lnTo>
                    <a:pt x="51562" y="186690"/>
                  </a:lnTo>
                  <a:lnTo>
                    <a:pt x="51155" y="186690"/>
                  </a:lnTo>
                  <a:lnTo>
                    <a:pt x="51155" y="133350"/>
                  </a:lnTo>
                  <a:lnTo>
                    <a:pt x="50673" y="133350"/>
                  </a:lnTo>
                  <a:lnTo>
                    <a:pt x="50673" y="87630"/>
                  </a:lnTo>
                  <a:lnTo>
                    <a:pt x="50152" y="87630"/>
                  </a:lnTo>
                  <a:lnTo>
                    <a:pt x="50152" y="50800"/>
                  </a:lnTo>
                  <a:lnTo>
                    <a:pt x="49618" y="50800"/>
                  </a:lnTo>
                  <a:lnTo>
                    <a:pt x="49618" y="22860"/>
                  </a:lnTo>
                  <a:lnTo>
                    <a:pt x="48996" y="22860"/>
                  </a:lnTo>
                  <a:lnTo>
                    <a:pt x="48996" y="6350"/>
                  </a:lnTo>
                  <a:lnTo>
                    <a:pt x="48336" y="6350"/>
                  </a:lnTo>
                  <a:lnTo>
                    <a:pt x="48336" y="0"/>
                  </a:lnTo>
                  <a:lnTo>
                    <a:pt x="47739" y="0"/>
                  </a:lnTo>
                  <a:lnTo>
                    <a:pt x="47739" y="6350"/>
                  </a:lnTo>
                  <a:lnTo>
                    <a:pt x="47078" y="6350"/>
                  </a:lnTo>
                  <a:lnTo>
                    <a:pt x="47078" y="22860"/>
                  </a:lnTo>
                  <a:lnTo>
                    <a:pt x="46469" y="22860"/>
                  </a:lnTo>
                  <a:lnTo>
                    <a:pt x="46469" y="50800"/>
                  </a:lnTo>
                  <a:lnTo>
                    <a:pt x="45885" y="50800"/>
                  </a:lnTo>
                  <a:lnTo>
                    <a:pt x="45885" y="87630"/>
                  </a:lnTo>
                  <a:lnTo>
                    <a:pt x="45402" y="87630"/>
                  </a:lnTo>
                  <a:lnTo>
                    <a:pt x="45402" y="133350"/>
                  </a:lnTo>
                  <a:lnTo>
                    <a:pt x="44932" y="133350"/>
                  </a:lnTo>
                  <a:lnTo>
                    <a:pt x="44932" y="186690"/>
                  </a:lnTo>
                  <a:lnTo>
                    <a:pt x="44538" y="186690"/>
                  </a:lnTo>
                  <a:lnTo>
                    <a:pt x="44538" y="247650"/>
                  </a:lnTo>
                  <a:lnTo>
                    <a:pt x="44081" y="247650"/>
                  </a:lnTo>
                  <a:lnTo>
                    <a:pt x="44081" y="386080"/>
                  </a:lnTo>
                  <a:lnTo>
                    <a:pt x="43751" y="386080"/>
                  </a:lnTo>
                  <a:lnTo>
                    <a:pt x="43751" y="462280"/>
                  </a:lnTo>
                  <a:lnTo>
                    <a:pt x="43675" y="622300"/>
                  </a:lnTo>
                  <a:lnTo>
                    <a:pt x="43751" y="698500"/>
                  </a:lnTo>
                  <a:lnTo>
                    <a:pt x="44081" y="698500"/>
                  </a:lnTo>
                  <a:lnTo>
                    <a:pt x="44081" y="838200"/>
                  </a:lnTo>
                  <a:lnTo>
                    <a:pt x="44513" y="838200"/>
                  </a:lnTo>
                  <a:lnTo>
                    <a:pt x="44513" y="897890"/>
                  </a:lnTo>
                  <a:lnTo>
                    <a:pt x="44919" y="897890"/>
                  </a:lnTo>
                  <a:lnTo>
                    <a:pt x="44919" y="951230"/>
                  </a:lnTo>
                  <a:lnTo>
                    <a:pt x="45402" y="951230"/>
                  </a:lnTo>
                  <a:lnTo>
                    <a:pt x="45402" y="996950"/>
                  </a:lnTo>
                  <a:lnTo>
                    <a:pt x="45923" y="996950"/>
                  </a:lnTo>
                  <a:lnTo>
                    <a:pt x="45923" y="1033780"/>
                  </a:lnTo>
                  <a:lnTo>
                    <a:pt x="46456" y="1033780"/>
                  </a:lnTo>
                  <a:lnTo>
                    <a:pt x="46456" y="1061720"/>
                  </a:lnTo>
                  <a:lnTo>
                    <a:pt x="47066" y="1061720"/>
                  </a:lnTo>
                  <a:lnTo>
                    <a:pt x="47066" y="1078230"/>
                  </a:lnTo>
                  <a:lnTo>
                    <a:pt x="47688" y="1078230"/>
                  </a:lnTo>
                  <a:lnTo>
                    <a:pt x="47688" y="1084580"/>
                  </a:lnTo>
                  <a:lnTo>
                    <a:pt x="48399" y="1084580"/>
                  </a:lnTo>
                  <a:lnTo>
                    <a:pt x="48399" y="1078230"/>
                  </a:lnTo>
                  <a:lnTo>
                    <a:pt x="49022" y="1078230"/>
                  </a:lnTo>
                  <a:lnTo>
                    <a:pt x="49022" y="1061720"/>
                  </a:lnTo>
                  <a:lnTo>
                    <a:pt x="49631" y="1061720"/>
                  </a:lnTo>
                  <a:lnTo>
                    <a:pt x="49631" y="1033780"/>
                  </a:lnTo>
                  <a:lnTo>
                    <a:pt x="50203" y="1033780"/>
                  </a:lnTo>
                  <a:lnTo>
                    <a:pt x="50203" y="996950"/>
                  </a:lnTo>
                  <a:lnTo>
                    <a:pt x="50685" y="996950"/>
                  </a:lnTo>
                  <a:lnTo>
                    <a:pt x="50685" y="951230"/>
                  </a:lnTo>
                  <a:lnTo>
                    <a:pt x="51155" y="951230"/>
                  </a:lnTo>
                  <a:lnTo>
                    <a:pt x="51155" y="897890"/>
                  </a:lnTo>
                  <a:lnTo>
                    <a:pt x="51536" y="897890"/>
                  </a:lnTo>
                  <a:lnTo>
                    <a:pt x="51536" y="838200"/>
                  </a:lnTo>
                  <a:lnTo>
                    <a:pt x="51993" y="838200"/>
                  </a:lnTo>
                  <a:lnTo>
                    <a:pt x="51993" y="698500"/>
                  </a:lnTo>
                  <a:lnTo>
                    <a:pt x="52336" y="698500"/>
                  </a:lnTo>
                  <a:lnTo>
                    <a:pt x="52336" y="622300"/>
                  </a:lnTo>
                  <a:lnTo>
                    <a:pt x="52400" y="462280"/>
                  </a:lnTo>
                  <a:close/>
                </a:path>
                <a:path w="180340" h="1084579">
                  <a:moveTo>
                    <a:pt x="96088" y="462280"/>
                  </a:moveTo>
                  <a:lnTo>
                    <a:pt x="96012" y="386080"/>
                  </a:lnTo>
                  <a:lnTo>
                    <a:pt x="95681" y="386080"/>
                  </a:lnTo>
                  <a:lnTo>
                    <a:pt x="95681" y="247650"/>
                  </a:lnTo>
                  <a:lnTo>
                    <a:pt x="95250" y="247650"/>
                  </a:lnTo>
                  <a:lnTo>
                    <a:pt x="95250" y="186690"/>
                  </a:lnTo>
                  <a:lnTo>
                    <a:pt x="94843" y="186690"/>
                  </a:lnTo>
                  <a:lnTo>
                    <a:pt x="94843" y="133350"/>
                  </a:lnTo>
                  <a:lnTo>
                    <a:pt x="94361" y="133350"/>
                  </a:lnTo>
                  <a:lnTo>
                    <a:pt x="94361" y="87630"/>
                  </a:lnTo>
                  <a:lnTo>
                    <a:pt x="93840" y="87630"/>
                  </a:lnTo>
                  <a:lnTo>
                    <a:pt x="93840" y="50800"/>
                  </a:lnTo>
                  <a:lnTo>
                    <a:pt x="93294" y="50800"/>
                  </a:lnTo>
                  <a:lnTo>
                    <a:pt x="93294" y="22860"/>
                  </a:lnTo>
                  <a:lnTo>
                    <a:pt x="92684" y="22860"/>
                  </a:lnTo>
                  <a:lnTo>
                    <a:pt x="92684" y="6350"/>
                  </a:lnTo>
                  <a:lnTo>
                    <a:pt x="92024" y="6350"/>
                  </a:lnTo>
                  <a:lnTo>
                    <a:pt x="92024" y="0"/>
                  </a:lnTo>
                  <a:lnTo>
                    <a:pt x="91414" y="0"/>
                  </a:lnTo>
                  <a:lnTo>
                    <a:pt x="91414" y="6350"/>
                  </a:lnTo>
                  <a:lnTo>
                    <a:pt x="90754" y="6350"/>
                  </a:lnTo>
                  <a:lnTo>
                    <a:pt x="90754" y="22860"/>
                  </a:lnTo>
                  <a:lnTo>
                    <a:pt x="90144" y="22860"/>
                  </a:lnTo>
                  <a:lnTo>
                    <a:pt x="90144" y="50800"/>
                  </a:lnTo>
                  <a:lnTo>
                    <a:pt x="89573" y="50800"/>
                  </a:lnTo>
                  <a:lnTo>
                    <a:pt x="89573" y="87630"/>
                  </a:lnTo>
                  <a:lnTo>
                    <a:pt x="89077" y="87630"/>
                  </a:lnTo>
                  <a:lnTo>
                    <a:pt x="89077" y="133350"/>
                  </a:lnTo>
                  <a:lnTo>
                    <a:pt x="88607" y="133350"/>
                  </a:lnTo>
                  <a:lnTo>
                    <a:pt x="88607" y="186690"/>
                  </a:lnTo>
                  <a:lnTo>
                    <a:pt x="88214" y="186690"/>
                  </a:lnTo>
                  <a:lnTo>
                    <a:pt x="88214" y="247650"/>
                  </a:lnTo>
                  <a:lnTo>
                    <a:pt x="87769" y="247650"/>
                  </a:lnTo>
                  <a:lnTo>
                    <a:pt x="87769" y="386080"/>
                  </a:lnTo>
                  <a:lnTo>
                    <a:pt x="87426" y="386080"/>
                  </a:lnTo>
                  <a:lnTo>
                    <a:pt x="87426" y="462280"/>
                  </a:lnTo>
                  <a:lnTo>
                    <a:pt x="87363" y="622300"/>
                  </a:lnTo>
                  <a:lnTo>
                    <a:pt x="87426" y="698500"/>
                  </a:lnTo>
                  <a:lnTo>
                    <a:pt x="87769" y="698500"/>
                  </a:lnTo>
                  <a:lnTo>
                    <a:pt x="87769" y="838200"/>
                  </a:lnTo>
                  <a:lnTo>
                    <a:pt x="88201" y="838200"/>
                  </a:lnTo>
                  <a:lnTo>
                    <a:pt x="88201" y="897890"/>
                  </a:lnTo>
                  <a:lnTo>
                    <a:pt x="88607" y="897890"/>
                  </a:lnTo>
                  <a:lnTo>
                    <a:pt x="88607" y="951230"/>
                  </a:lnTo>
                  <a:lnTo>
                    <a:pt x="89077" y="951230"/>
                  </a:lnTo>
                  <a:lnTo>
                    <a:pt x="89077" y="996950"/>
                  </a:lnTo>
                  <a:lnTo>
                    <a:pt x="89598" y="996950"/>
                  </a:lnTo>
                  <a:lnTo>
                    <a:pt x="89598" y="1033780"/>
                  </a:lnTo>
                  <a:lnTo>
                    <a:pt x="90131" y="1033780"/>
                  </a:lnTo>
                  <a:lnTo>
                    <a:pt x="90131" y="1061720"/>
                  </a:lnTo>
                  <a:lnTo>
                    <a:pt x="90741" y="1061720"/>
                  </a:lnTo>
                  <a:lnTo>
                    <a:pt x="90741" y="1078230"/>
                  </a:lnTo>
                  <a:lnTo>
                    <a:pt x="91363" y="1078230"/>
                  </a:lnTo>
                  <a:lnTo>
                    <a:pt x="91363" y="1084580"/>
                  </a:lnTo>
                  <a:lnTo>
                    <a:pt x="92075" y="1084580"/>
                  </a:lnTo>
                  <a:lnTo>
                    <a:pt x="92075" y="1078230"/>
                  </a:lnTo>
                  <a:lnTo>
                    <a:pt x="92697" y="1078230"/>
                  </a:lnTo>
                  <a:lnTo>
                    <a:pt x="92697" y="1061720"/>
                  </a:lnTo>
                  <a:lnTo>
                    <a:pt x="93306" y="1061720"/>
                  </a:lnTo>
                  <a:lnTo>
                    <a:pt x="93306" y="1033780"/>
                  </a:lnTo>
                  <a:lnTo>
                    <a:pt x="93878" y="1033780"/>
                  </a:lnTo>
                  <a:lnTo>
                    <a:pt x="93878" y="996950"/>
                  </a:lnTo>
                  <a:lnTo>
                    <a:pt x="94373" y="996950"/>
                  </a:lnTo>
                  <a:lnTo>
                    <a:pt x="94373" y="951230"/>
                  </a:lnTo>
                  <a:lnTo>
                    <a:pt x="94843" y="951230"/>
                  </a:lnTo>
                  <a:lnTo>
                    <a:pt x="94843" y="897890"/>
                  </a:lnTo>
                  <a:lnTo>
                    <a:pt x="95224" y="897890"/>
                  </a:lnTo>
                  <a:lnTo>
                    <a:pt x="95224" y="838200"/>
                  </a:lnTo>
                  <a:lnTo>
                    <a:pt x="95681" y="838200"/>
                  </a:lnTo>
                  <a:lnTo>
                    <a:pt x="95681" y="698500"/>
                  </a:lnTo>
                  <a:lnTo>
                    <a:pt x="96012" y="698500"/>
                  </a:lnTo>
                  <a:lnTo>
                    <a:pt x="96012" y="622300"/>
                  </a:lnTo>
                  <a:lnTo>
                    <a:pt x="96088" y="462280"/>
                  </a:lnTo>
                  <a:close/>
                </a:path>
                <a:path w="180340" h="1084579">
                  <a:moveTo>
                    <a:pt x="139763" y="462280"/>
                  </a:moveTo>
                  <a:lnTo>
                    <a:pt x="139700" y="386080"/>
                  </a:lnTo>
                  <a:lnTo>
                    <a:pt x="139357" y="386080"/>
                  </a:lnTo>
                  <a:lnTo>
                    <a:pt x="139357" y="247650"/>
                  </a:lnTo>
                  <a:lnTo>
                    <a:pt x="138925" y="247650"/>
                  </a:lnTo>
                  <a:lnTo>
                    <a:pt x="138925" y="186690"/>
                  </a:lnTo>
                  <a:lnTo>
                    <a:pt x="138518" y="186690"/>
                  </a:lnTo>
                  <a:lnTo>
                    <a:pt x="138518" y="133350"/>
                  </a:lnTo>
                  <a:lnTo>
                    <a:pt x="138036" y="133350"/>
                  </a:lnTo>
                  <a:lnTo>
                    <a:pt x="138036" y="87630"/>
                  </a:lnTo>
                  <a:lnTo>
                    <a:pt x="137515" y="87630"/>
                  </a:lnTo>
                  <a:lnTo>
                    <a:pt x="137515" y="50800"/>
                  </a:lnTo>
                  <a:lnTo>
                    <a:pt x="136982" y="50800"/>
                  </a:lnTo>
                  <a:lnTo>
                    <a:pt x="136982" y="22860"/>
                  </a:lnTo>
                  <a:lnTo>
                    <a:pt x="136359" y="22860"/>
                  </a:lnTo>
                  <a:lnTo>
                    <a:pt x="136359" y="6350"/>
                  </a:lnTo>
                  <a:lnTo>
                    <a:pt x="135712" y="6350"/>
                  </a:lnTo>
                  <a:lnTo>
                    <a:pt x="135712" y="0"/>
                  </a:lnTo>
                  <a:lnTo>
                    <a:pt x="135102" y="0"/>
                  </a:lnTo>
                  <a:lnTo>
                    <a:pt x="135102" y="6350"/>
                  </a:lnTo>
                  <a:lnTo>
                    <a:pt x="134442" y="6350"/>
                  </a:lnTo>
                  <a:lnTo>
                    <a:pt x="134442" y="22860"/>
                  </a:lnTo>
                  <a:lnTo>
                    <a:pt x="133832" y="22860"/>
                  </a:lnTo>
                  <a:lnTo>
                    <a:pt x="133832" y="50800"/>
                  </a:lnTo>
                  <a:lnTo>
                    <a:pt x="133248" y="50800"/>
                  </a:lnTo>
                  <a:lnTo>
                    <a:pt x="133248" y="87630"/>
                  </a:lnTo>
                  <a:lnTo>
                    <a:pt x="132765" y="87630"/>
                  </a:lnTo>
                  <a:lnTo>
                    <a:pt x="132765" y="133350"/>
                  </a:lnTo>
                  <a:lnTo>
                    <a:pt x="132295" y="133350"/>
                  </a:lnTo>
                  <a:lnTo>
                    <a:pt x="132295" y="186690"/>
                  </a:lnTo>
                  <a:lnTo>
                    <a:pt x="131902" y="186690"/>
                  </a:lnTo>
                  <a:lnTo>
                    <a:pt x="131902" y="247650"/>
                  </a:lnTo>
                  <a:lnTo>
                    <a:pt x="131445" y="247650"/>
                  </a:lnTo>
                  <a:lnTo>
                    <a:pt x="131445" y="386080"/>
                  </a:lnTo>
                  <a:lnTo>
                    <a:pt x="131114" y="386080"/>
                  </a:lnTo>
                  <a:lnTo>
                    <a:pt x="131114" y="462280"/>
                  </a:lnTo>
                  <a:lnTo>
                    <a:pt x="131038" y="622300"/>
                  </a:lnTo>
                  <a:lnTo>
                    <a:pt x="131114" y="698500"/>
                  </a:lnTo>
                  <a:lnTo>
                    <a:pt x="131445" y="698500"/>
                  </a:lnTo>
                  <a:lnTo>
                    <a:pt x="131445" y="838200"/>
                  </a:lnTo>
                  <a:lnTo>
                    <a:pt x="131876" y="838200"/>
                  </a:lnTo>
                  <a:lnTo>
                    <a:pt x="131876" y="897890"/>
                  </a:lnTo>
                  <a:lnTo>
                    <a:pt x="132283" y="897890"/>
                  </a:lnTo>
                  <a:lnTo>
                    <a:pt x="132283" y="951230"/>
                  </a:lnTo>
                  <a:lnTo>
                    <a:pt x="132765" y="951230"/>
                  </a:lnTo>
                  <a:lnTo>
                    <a:pt x="132765" y="996950"/>
                  </a:lnTo>
                  <a:lnTo>
                    <a:pt x="133286" y="996950"/>
                  </a:lnTo>
                  <a:lnTo>
                    <a:pt x="133286" y="1033780"/>
                  </a:lnTo>
                  <a:lnTo>
                    <a:pt x="133819" y="1033780"/>
                  </a:lnTo>
                  <a:lnTo>
                    <a:pt x="133819" y="1061720"/>
                  </a:lnTo>
                  <a:lnTo>
                    <a:pt x="134429" y="1061720"/>
                  </a:lnTo>
                  <a:lnTo>
                    <a:pt x="134429" y="1078230"/>
                  </a:lnTo>
                  <a:lnTo>
                    <a:pt x="135051" y="1078230"/>
                  </a:lnTo>
                  <a:lnTo>
                    <a:pt x="135051" y="1084580"/>
                  </a:lnTo>
                  <a:lnTo>
                    <a:pt x="135763" y="1084580"/>
                  </a:lnTo>
                  <a:lnTo>
                    <a:pt x="135763" y="1078230"/>
                  </a:lnTo>
                  <a:lnTo>
                    <a:pt x="136385" y="1078230"/>
                  </a:lnTo>
                  <a:lnTo>
                    <a:pt x="136385" y="1061720"/>
                  </a:lnTo>
                  <a:lnTo>
                    <a:pt x="136994" y="1061720"/>
                  </a:lnTo>
                  <a:lnTo>
                    <a:pt x="136994" y="1033780"/>
                  </a:lnTo>
                  <a:lnTo>
                    <a:pt x="137566" y="1033780"/>
                  </a:lnTo>
                  <a:lnTo>
                    <a:pt x="137566" y="996950"/>
                  </a:lnTo>
                  <a:lnTo>
                    <a:pt x="138049" y="996950"/>
                  </a:lnTo>
                  <a:lnTo>
                    <a:pt x="138049" y="951230"/>
                  </a:lnTo>
                  <a:lnTo>
                    <a:pt x="138518" y="951230"/>
                  </a:lnTo>
                  <a:lnTo>
                    <a:pt x="138518" y="897890"/>
                  </a:lnTo>
                  <a:lnTo>
                    <a:pt x="138899" y="897890"/>
                  </a:lnTo>
                  <a:lnTo>
                    <a:pt x="138899" y="838200"/>
                  </a:lnTo>
                  <a:lnTo>
                    <a:pt x="139357" y="838200"/>
                  </a:lnTo>
                  <a:lnTo>
                    <a:pt x="139357" y="698500"/>
                  </a:lnTo>
                  <a:lnTo>
                    <a:pt x="139700" y="698500"/>
                  </a:lnTo>
                  <a:lnTo>
                    <a:pt x="139700" y="622300"/>
                  </a:lnTo>
                  <a:lnTo>
                    <a:pt x="139763" y="462280"/>
                  </a:lnTo>
                  <a:close/>
                </a:path>
                <a:path w="180340" h="1084579">
                  <a:moveTo>
                    <a:pt x="180060" y="1061720"/>
                  </a:moveTo>
                  <a:lnTo>
                    <a:pt x="178104" y="1061720"/>
                  </a:lnTo>
                  <a:lnTo>
                    <a:pt x="178104" y="1078230"/>
                  </a:lnTo>
                  <a:lnTo>
                    <a:pt x="178727" y="1078230"/>
                  </a:lnTo>
                  <a:lnTo>
                    <a:pt x="178727" y="1084580"/>
                  </a:lnTo>
                  <a:lnTo>
                    <a:pt x="179438" y="1084580"/>
                  </a:lnTo>
                  <a:lnTo>
                    <a:pt x="179438" y="1078230"/>
                  </a:lnTo>
                  <a:lnTo>
                    <a:pt x="180060" y="1078230"/>
                  </a:lnTo>
                  <a:lnTo>
                    <a:pt x="180060" y="106172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6068346" y="3946391"/>
              <a:ext cx="140335" cy="1084580"/>
            </a:xfrm>
            <a:custGeom>
              <a:avLst/>
              <a:gdLst/>
              <a:ahLst/>
              <a:cxnLst/>
              <a:rect l="l" t="t" r="r" b="b"/>
              <a:pathLst>
                <a:path w="140334" h="1084579">
                  <a:moveTo>
                    <a:pt x="8724" y="462280"/>
                  </a:moveTo>
                  <a:lnTo>
                    <a:pt x="8648" y="386080"/>
                  </a:lnTo>
                  <a:lnTo>
                    <a:pt x="8318" y="386080"/>
                  </a:lnTo>
                  <a:lnTo>
                    <a:pt x="8318" y="247650"/>
                  </a:lnTo>
                  <a:lnTo>
                    <a:pt x="7886" y="247650"/>
                  </a:lnTo>
                  <a:lnTo>
                    <a:pt x="7886" y="186690"/>
                  </a:lnTo>
                  <a:lnTo>
                    <a:pt x="7480" y="186690"/>
                  </a:lnTo>
                  <a:lnTo>
                    <a:pt x="7480" y="133350"/>
                  </a:lnTo>
                  <a:lnTo>
                    <a:pt x="6997" y="133350"/>
                  </a:lnTo>
                  <a:lnTo>
                    <a:pt x="6997" y="87630"/>
                  </a:lnTo>
                  <a:lnTo>
                    <a:pt x="6464" y="87630"/>
                  </a:lnTo>
                  <a:lnTo>
                    <a:pt x="6464" y="50800"/>
                  </a:lnTo>
                  <a:lnTo>
                    <a:pt x="5930" y="50800"/>
                  </a:lnTo>
                  <a:lnTo>
                    <a:pt x="5930" y="22860"/>
                  </a:lnTo>
                  <a:lnTo>
                    <a:pt x="5321" y="22860"/>
                  </a:lnTo>
                  <a:lnTo>
                    <a:pt x="5321" y="6350"/>
                  </a:lnTo>
                  <a:lnTo>
                    <a:pt x="4660" y="6350"/>
                  </a:lnTo>
                  <a:lnTo>
                    <a:pt x="4660" y="0"/>
                  </a:lnTo>
                  <a:lnTo>
                    <a:pt x="4051" y="0"/>
                  </a:lnTo>
                  <a:lnTo>
                    <a:pt x="4051" y="6350"/>
                  </a:lnTo>
                  <a:lnTo>
                    <a:pt x="3390" y="6350"/>
                  </a:lnTo>
                  <a:lnTo>
                    <a:pt x="3390" y="22860"/>
                  </a:lnTo>
                  <a:lnTo>
                    <a:pt x="2781" y="22860"/>
                  </a:lnTo>
                  <a:lnTo>
                    <a:pt x="2781" y="50800"/>
                  </a:lnTo>
                  <a:lnTo>
                    <a:pt x="2209" y="50800"/>
                  </a:lnTo>
                  <a:lnTo>
                    <a:pt x="2209" y="87630"/>
                  </a:lnTo>
                  <a:lnTo>
                    <a:pt x="1714" y="87630"/>
                  </a:lnTo>
                  <a:lnTo>
                    <a:pt x="1714" y="133350"/>
                  </a:lnTo>
                  <a:lnTo>
                    <a:pt x="1244" y="133350"/>
                  </a:lnTo>
                  <a:lnTo>
                    <a:pt x="1244" y="186690"/>
                  </a:lnTo>
                  <a:lnTo>
                    <a:pt x="850" y="186690"/>
                  </a:lnTo>
                  <a:lnTo>
                    <a:pt x="850" y="247650"/>
                  </a:lnTo>
                  <a:lnTo>
                    <a:pt x="406" y="247650"/>
                  </a:lnTo>
                  <a:lnTo>
                    <a:pt x="406" y="386080"/>
                  </a:lnTo>
                  <a:lnTo>
                    <a:pt x="63" y="386080"/>
                  </a:lnTo>
                  <a:lnTo>
                    <a:pt x="63" y="462280"/>
                  </a:lnTo>
                  <a:lnTo>
                    <a:pt x="0" y="622300"/>
                  </a:lnTo>
                  <a:lnTo>
                    <a:pt x="63" y="698500"/>
                  </a:lnTo>
                  <a:lnTo>
                    <a:pt x="406" y="698500"/>
                  </a:lnTo>
                  <a:lnTo>
                    <a:pt x="406" y="838200"/>
                  </a:lnTo>
                  <a:lnTo>
                    <a:pt x="838" y="838200"/>
                  </a:lnTo>
                  <a:lnTo>
                    <a:pt x="838" y="897890"/>
                  </a:lnTo>
                  <a:lnTo>
                    <a:pt x="1244" y="897890"/>
                  </a:lnTo>
                  <a:lnTo>
                    <a:pt x="1244" y="951230"/>
                  </a:lnTo>
                  <a:lnTo>
                    <a:pt x="1714" y="951230"/>
                  </a:lnTo>
                  <a:lnTo>
                    <a:pt x="1714" y="996950"/>
                  </a:lnTo>
                  <a:lnTo>
                    <a:pt x="2235" y="996950"/>
                  </a:lnTo>
                  <a:lnTo>
                    <a:pt x="2235" y="1033780"/>
                  </a:lnTo>
                  <a:lnTo>
                    <a:pt x="2768" y="1033780"/>
                  </a:lnTo>
                  <a:lnTo>
                    <a:pt x="2768" y="1061720"/>
                  </a:lnTo>
                  <a:lnTo>
                    <a:pt x="3378" y="1061720"/>
                  </a:lnTo>
                  <a:lnTo>
                    <a:pt x="3378" y="1078230"/>
                  </a:lnTo>
                  <a:lnTo>
                    <a:pt x="5334" y="1078230"/>
                  </a:lnTo>
                  <a:lnTo>
                    <a:pt x="5334" y="1061720"/>
                  </a:lnTo>
                  <a:lnTo>
                    <a:pt x="5943" y="1061720"/>
                  </a:lnTo>
                  <a:lnTo>
                    <a:pt x="5943" y="1033780"/>
                  </a:lnTo>
                  <a:lnTo>
                    <a:pt x="6515" y="1033780"/>
                  </a:lnTo>
                  <a:lnTo>
                    <a:pt x="6515" y="996950"/>
                  </a:lnTo>
                  <a:lnTo>
                    <a:pt x="7010" y="996950"/>
                  </a:lnTo>
                  <a:lnTo>
                    <a:pt x="7010" y="951230"/>
                  </a:lnTo>
                  <a:lnTo>
                    <a:pt x="7480" y="951230"/>
                  </a:lnTo>
                  <a:lnTo>
                    <a:pt x="7480" y="897890"/>
                  </a:lnTo>
                  <a:lnTo>
                    <a:pt x="7861" y="897890"/>
                  </a:lnTo>
                  <a:lnTo>
                    <a:pt x="7861" y="838200"/>
                  </a:lnTo>
                  <a:lnTo>
                    <a:pt x="8318" y="838200"/>
                  </a:lnTo>
                  <a:lnTo>
                    <a:pt x="8318" y="698500"/>
                  </a:lnTo>
                  <a:lnTo>
                    <a:pt x="8648" y="698500"/>
                  </a:lnTo>
                  <a:lnTo>
                    <a:pt x="8648" y="622300"/>
                  </a:lnTo>
                  <a:lnTo>
                    <a:pt x="8724" y="462280"/>
                  </a:lnTo>
                  <a:close/>
                </a:path>
                <a:path w="140334" h="1084579">
                  <a:moveTo>
                    <a:pt x="52400" y="462280"/>
                  </a:moveTo>
                  <a:lnTo>
                    <a:pt x="52336" y="386080"/>
                  </a:lnTo>
                  <a:lnTo>
                    <a:pt x="51993" y="386080"/>
                  </a:lnTo>
                  <a:lnTo>
                    <a:pt x="51993" y="247650"/>
                  </a:lnTo>
                  <a:lnTo>
                    <a:pt x="51562" y="247650"/>
                  </a:lnTo>
                  <a:lnTo>
                    <a:pt x="51562" y="186690"/>
                  </a:lnTo>
                  <a:lnTo>
                    <a:pt x="51155" y="186690"/>
                  </a:lnTo>
                  <a:lnTo>
                    <a:pt x="51155" y="133350"/>
                  </a:lnTo>
                  <a:lnTo>
                    <a:pt x="50673" y="133350"/>
                  </a:lnTo>
                  <a:lnTo>
                    <a:pt x="50673" y="87630"/>
                  </a:lnTo>
                  <a:lnTo>
                    <a:pt x="50152" y="87630"/>
                  </a:lnTo>
                  <a:lnTo>
                    <a:pt x="50152" y="50800"/>
                  </a:lnTo>
                  <a:lnTo>
                    <a:pt x="49618" y="50800"/>
                  </a:lnTo>
                  <a:lnTo>
                    <a:pt x="49618" y="22860"/>
                  </a:lnTo>
                  <a:lnTo>
                    <a:pt x="48996" y="22860"/>
                  </a:lnTo>
                  <a:lnTo>
                    <a:pt x="48996" y="6350"/>
                  </a:lnTo>
                  <a:lnTo>
                    <a:pt x="48336" y="6350"/>
                  </a:lnTo>
                  <a:lnTo>
                    <a:pt x="48336" y="0"/>
                  </a:lnTo>
                  <a:lnTo>
                    <a:pt x="47739" y="0"/>
                  </a:lnTo>
                  <a:lnTo>
                    <a:pt x="47739" y="6350"/>
                  </a:lnTo>
                  <a:lnTo>
                    <a:pt x="47078" y="6350"/>
                  </a:lnTo>
                  <a:lnTo>
                    <a:pt x="47078" y="22860"/>
                  </a:lnTo>
                  <a:lnTo>
                    <a:pt x="46469" y="22860"/>
                  </a:lnTo>
                  <a:lnTo>
                    <a:pt x="46469" y="50800"/>
                  </a:lnTo>
                  <a:lnTo>
                    <a:pt x="45885" y="50800"/>
                  </a:lnTo>
                  <a:lnTo>
                    <a:pt x="45885" y="87630"/>
                  </a:lnTo>
                  <a:lnTo>
                    <a:pt x="45402" y="87630"/>
                  </a:lnTo>
                  <a:lnTo>
                    <a:pt x="45402" y="133350"/>
                  </a:lnTo>
                  <a:lnTo>
                    <a:pt x="44932" y="133350"/>
                  </a:lnTo>
                  <a:lnTo>
                    <a:pt x="44932" y="186690"/>
                  </a:lnTo>
                  <a:lnTo>
                    <a:pt x="44538" y="186690"/>
                  </a:lnTo>
                  <a:lnTo>
                    <a:pt x="44538" y="247650"/>
                  </a:lnTo>
                  <a:lnTo>
                    <a:pt x="44081" y="247650"/>
                  </a:lnTo>
                  <a:lnTo>
                    <a:pt x="44081" y="386080"/>
                  </a:lnTo>
                  <a:lnTo>
                    <a:pt x="43751" y="386080"/>
                  </a:lnTo>
                  <a:lnTo>
                    <a:pt x="43751" y="462280"/>
                  </a:lnTo>
                  <a:lnTo>
                    <a:pt x="43675" y="622300"/>
                  </a:lnTo>
                  <a:lnTo>
                    <a:pt x="43751" y="698500"/>
                  </a:lnTo>
                  <a:lnTo>
                    <a:pt x="44081" y="698500"/>
                  </a:lnTo>
                  <a:lnTo>
                    <a:pt x="44081" y="838200"/>
                  </a:lnTo>
                  <a:lnTo>
                    <a:pt x="44513" y="838200"/>
                  </a:lnTo>
                  <a:lnTo>
                    <a:pt x="44513" y="897890"/>
                  </a:lnTo>
                  <a:lnTo>
                    <a:pt x="44919" y="897890"/>
                  </a:lnTo>
                  <a:lnTo>
                    <a:pt x="44919" y="951230"/>
                  </a:lnTo>
                  <a:lnTo>
                    <a:pt x="45402" y="951230"/>
                  </a:lnTo>
                  <a:lnTo>
                    <a:pt x="45402" y="996950"/>
                  </a:lnTo>
                  <a:lnTo>
                    <a:pt x="45923" y="996950"/>
                  </a:lnTo>
                  <a:lnTo>
                    <a:pt x="45923" y="1033780"/>
                  </a:lnTo>
                  <a:lnTo>
                    <a:pt x="46456" y="1033780"/>
                  </a:lnTo>
                  <a:lnTo>
                    <a:pt x="46456" y="1061720"/>
                  </a:lnTo>
                  <a:lnTo>
                    <a:pt x="47066" y="1061720"/>
                  </a:lnTo>
                  <a:lnTo>
                    <a:pt x="47066" y="1078230"/>
                  </a:lnTo>
                  <a:lnTo>
                    <a:pt x="47688" y="1078230"/>
                  </a:lnTo>
                  <a:lnTo>
                    <a:pt x="47688" y="1084580"/>
                  </a:lnTo>
                  <a:lnTo>
                    <a:pt x="48399" y="1084580"/>
                  </a:lnTo>
                  <a:lnTo>
                    <a:pt x="48399" y="1078230"/>
                  </a:lnTo>
                  <a:lnTo>
                    <a:pt x="49022" y="1078230"/>
                  </a:lnTo>
                  <a:lnTo>
                    <a:pt x="49022" y="1061720"/>
                  </a:lnTo>
                  <a:lnTo>
                    <a:pt x="49631" y="1061720"/>
                  </a:lnTo>
                  <a:lnTo>
                    <a:pt x="49631" y="1033780"/>
                  </a:lnTo>
                  <a:lnTo>
                    <a:pt x="50203" y="1033780"/>
                  </a:lnTo>
                  <a:lnTo>
                    <a:pt x="50203" y="996950"/>
                  </a:lnTo>
                  <a:lnTo>
                    <a:pt x="50685" y="996950"/>
                  </a:lnTo>
                  <a:lnTo>
                    <a:pt x="50685" y="951230"/>
                  </a:lnTo>
                  <a:lnTo>
                    <a:pt x="51155" y="951230"/>
                  </a:lnTo>
                  <a:lnTo>
                    <a:pt x="51155" y="897890"/>
                  </a:lnTo>
                  <a:lnTo>
                    <a:pt x="51536" y="897890"/>
                  </a:lnTo>
                  <a:lnTo>
                    <a:pt x="51536" y="838200"/>
                  </a:lnTo>
                  <a:lnTo>
                    <a:pt x="51993" y="838200"/>
                  </a:lnTo>
                  <a:lnTo>
                    <a:pt x="51993" y="698500"/>
                  </a:lnTo>
                  <a:lnTo>
                    <a:pt x="52336" y="698500"/>
                  </a:lnTo>
                  <a:lnTo>
                    <a:pt x="52336" y="622300"/>
                  </a:lnTo>
                  <a:lnTo>
                    <a:pt x="52400" y="462280"/>
                  </a:lnTo>
                  <a:close/>
                </a:path>
                <a:path w="140334" h="1084579">
                  <a:moveTo>
                    <a:pt x="96088" y="462280"/>
                  </a:moveTo>
                  <a:lnTo>
                    <a:pt x="96012" y="386080"/>
                  </a:lnTo>
                  <a:lnTo>
                    <a:pt x="95681" y="386080"/>
                  </a:lnTo>
                  <a:lnTo>
                    <a:pt x="95681" y="247650"/>
                  </a:lnTo>
                  <a:lnTo>
                    <a:pt x="95250" y="247650"/>
                  </a:lnTo>
                  <a:lnTo>
                    <a:pt x="95250" y="186690"/>
                  </a:lnTo>
                  <a:lnTo>
                    <a:pt x="94843" y="186690"/>
                  </a:lnTo>
                  <a:lnTo>
                    <a:pt x="94843" y="133350"/>
                  </a:lnTo>
                  <a:lnTo>
                    <a:pt x="94361" y="133350"/>
                  </a:lnTo>
                  <a:lnTo>
                    <a:pt x="94361" y="87630"/>
                  </a:lnTo>
                  <a:lnTo>
                    <a:pt x="93840" y="87630"/>
                  </a:lnTo>
                  <a:lnTo>
                    <a:pt x="93840" y="50800"/>
                  </a:lnTo>
                  <a:lnTo>
                    <a:pt x="93294" y="50800"/>
                  </a:lnTo>
                  <a:lnTo>
                    <a:pt x="93294" y="22860"/>
                  </a:lnTo>
                  <a:lnTo>
                    <a:pt x="92684" y="22860"/>
                  </a:lnTo>
                  <a:lnTo>
                    <a:pt x="92684" y="6350"/>
                  </a:lnTo>
                  <a:lnTo>
                    <a:pt x="92024" y="6350"/>
                  </a:lnTo>
                  <a:lnTo>
                    <a:pt x="92024" y="0"/>
                  </a:lnTo>
                  <a:lnTo>
                    <a:pt x="91414" y="0"/>
                  </a:lnTo>
                  <a:lnTo>
                    <a:pt x="91414" y="6350"/>
                  </a:lnTo>
                  <a:lnTo>
                    <a:pt x="90754" y="6350"/>
                  </a:lnTo>
                  <a:lnTo>
                    <a:pt x="90754" y="22860"/>
                  </a:lnTo>
                  <a:lnTo>
                    <a:pt x="90144" y="22860"/>
                  </a:lnTo>
                  <a:lnTo>
                    <a:pt x="90144" y="50800"/>
                  </a:lnTo>
                  <a:lnTo>
                    <a:pt x="89573" y="50800"/>
                  </a:lnTo>
                  <a:lnTo>
                    <a:pt x="89573" y="87630"/>
                  </a:lnTo>
                  <a:lnTo>
                    <a:pt x="89077" y="87630"/>
                  </a:lnTo>
                  <a:lnTo>
                    <a:pt x="89077" y="133350"/>
                  </a:lnTo>
                  <a:lnTo>
                    <a:pt x="88607" y="133350"/>
                  </a:lnTo>
                  <a:lnTo>
                    <a:pt x="88607" y="186690"/>
                  </a:lnTo>
                  <a:lnTo>
                    <a:pt x="88214" y="186690"/>
                  </a:lnTo>
                  <a:lnTo>
                    <a:pt x="88214" y="247650"/>
                  </a:lnTo>
                  <a:lnTo>
                    <a:pt x="87769" y="247650"/>
                  </a:lnTo>
                  <a:lnTo>
                    <a:pt x="87769" y="386080"/>
                  </a:lnTo>
                  <a:lnTo>
                    <a:pt x="87426" y="386080"/>
                  </a:lnTo>
                  <a:lnTo>
                    <a:pt x="87426" y="462280"/>
                  </a:lnTo>
                  <a:lnTo>
                    <a:pt x="87363" y="622300"/>
                  </a:lnTo>
                  <a:lnTo>
                    <a:pt x="87426" y="698500"/>
                  </a:lnTo>
                  <a:lnTo>
                    <a:pt x="87769" y="698500"/>
                  </a:lnTo>
                  <a:lnTo>
                    <a:pt x="87769" y="838200"/>
                  </a:lnTo>
                  <a:lnTo>
                    <a:pt x="88201" y="838200"/>
                  </a:lnTo>
                  <a:lnTo>
                    <a:pt x="88201" y="897890"/>
                  </a:lnTo>
                  <a:lnTo>
                    <a:pt x="88607" y="897890"/>
                  </a:lnTo>
                  <a:lnTo>
                    <a:pt x="88607" y="951230"/>
                  </a:lnTo>
                  <a:lnTo>
                    <a:pt x="89077" y="951230"/>
                  </a:lnTo>
                  <a:lnTo>
                    <a:pt x="89077" y="996950"/>
                  </a:lnTo>
                  <a:lnTo>
                    <a:pt x="89598" y="996950"/>
                  </a:lnTo>
                  <a:lnTo>
                    <a:pt x="89598" y="1033780"/>
                  </a:lnTo>
                  <a:lnTo>
                    <a:pt x="90131" y="1033780"/>
                  </a:lnTo>
                  <a:lnTo>
                    <a:pt x="90131" y="1061720"/>
                  </a:lnTo>
                  <a:lnTo>
                    <a:pt x="90741" y="1061720"/>
                  </a:lnTo>
                  <a:lnTo>
                    <a:pt x="90741" y="1078230"/>
                  </a:lnTo>
                  <a:lnTo>
                    <a:pt x="91363" y="1078230"/>
                  </a:lnTo>
                  <a:lnTo>
                    <a:pt x="91363" y="1084580"/>
                  </a:lnTo>
                  <a:lnTo>
                    <a:pt x="92075" y="1084580"/>
                  </a:lnTo>
                  <a:lnTo>
                    <a:pt x="92075" y="1078230"/>
                  </a:lnTo>
                  <a:lnTo>
                    <a:pt x="92697" y="1078230"/>
                  </a:lnTo>
                  <a:lnTo>
                    <a:pt x="92697" y="1061720"/>
                  </a:lnTo>
                  <a:lnTo>
                    <a:pt x="93306" y="1061720"/>
                  </a:lnTo>
                  <a:lnTo>
                    <a:pt x="93306" y="1033780"/>
                  </a:lnTo>
                  <a:lnTo>
                    <a:pt x="93878" y="1033780"/>
                  </a:lnTo>
                  <a:lnTo>
                    <a:pt x="93878" y="996950"/>
                  </a:lnTo>
                  <a:lnTo>
                    <a:pt x="94373" y="996950"/>
                  </a:lnTo>
                  <a:lnTo>
                    <a:pt x="94373" y="951230"/>
                  </a:lnTo>
                  <a:lnTo>
                    <a:pt x="94843" y="951230"/>
                  </a:lnTo>
                  <a:lnTo>
                    <a:pt x="94843" y="897890"/>
                  </a:lnTo>
                  <a:lnTo>
                    <a:pt x="95224" y="897890"/>
                  </a:lnTo>
                  <a:lnTo>
                    <a:pt x="95224" y="838200"/>
                  </a:lnTo>
                  <a:lnTo>
                    <a:pt x="95681" y="838200"/>
                  </a:lnTo>
                  <a:lnTo>
                    <a:pt x="95681" y="698500"/>
                  </a:lnTo>
                  <a:lnTo>
                    <a:pt x="96012" y="698500"/>
                  </a:lnTo>
                  <a:lnTo>
                    <a:pt x="96012" y="622300"/>
                  </a:lnTo>
                  <a:lnTo>
                    <a:pt x="96088" y="462280"/>
                  </a:lnTo>
                  <a:close/>
                </a:path>
                <a:path w="140334" h="1084579">
                  <a:moveTo>
                    <a:pt x="139763" y="462280"/>
                  </a:moveTo>
                  <a:lnTo>
                    <a:pt x="139700" y="386080"/>
                  </a:lnTo>
                  <a:lnTo>
                    <a:pt x="139357" y="386080"/>
                  </a:lnTo>
                  <a:lnTo>
                    <a:pt x="139357" y="247650"/>
                  </a:lnTo>
                  <a:lnTo>
                    <a:pt x="138925" y="247650"/>
                  </a:lnTo>
                  <a:lnTo>
                    <a:pt x="138925" y="186690"/>
                  </a:lnTo>
                  <a:lnTo>
                    <a:pt x="138518" y="186690"/>
                  </a:lnTo>
                  <a:lnTo>
                    <a:pt x="138518" y="133350"/>
                  </a:lnTo>
                  <a:lnTo>
                    <a:pt x="138036" y="133350"/>
                  </a:lnTo>
                  <a:lnTo>
                    <a:pt x="138036" y="87630"/>
                  </a:lnTo>
                  <a:lnTo>
                    <a:pt x="132765" y="87630"/>
                  </a:lnTo>
                  <a:lnTo>
                    <a:pt x="132765" y="133350"/>
                  </a:lnTo>
                  <a:lnTo>
                    <a:pt x="132295" y="133350"/>
                  </a:lnTo>
                  <a:lnTo>
                    <a:pt x="132295" y="186690"/>
                  </a:lnTo>
                  <a:lnTo>
                    <a:pt x="131902" y="186690"/>
                  </a:lnTo>
                  <a:lnTo>
                    <a:pt x="131902" y="247650"/>
                  </a:lnTo>
                  <a:lnTo>
                    <a:pt x="131445" y="247650"/>
                  </a:lnTo>
                  <a:lnTo>
                    <a:pt x="131445" y="386080"/>
                  </a:lnTo>
                  <a:lnTo>
                    <a:pt x="131114" y="386080"/>
                  </a:lnTo>
                  <a:lnTo>
                    <a:pt x="131114" y="462280"/>
                  </a:lnTo>
                  <a:lnTo>
                    <a:pt x="131038" y="622300"/>
                  </a:lnTo>
                  <a:lnTo>
                    <a:pt x="131114" y="698500"/>
                  </a:lnTo>
                  <a:lnTo>
                    <a:pt x="131445" y="698500"/>
                  </a:lnTo>
                  <a:lnTo>
                    <a:pt x="131445" y="838200"/>
                  </a:lnTo>
                  <a:lnTo>
                    <a:pt x="131876" y="838200"/>
                  </a:lnTo>
                  <a:lnTo>
                    <a:pt x="131876" y="897890"/>
                  </a:lnTo>
                  <a:lnTo>
                    <a:pt x="132283" y="897890"/>
                  </a:lnTo>
                  <a:lnTo>
                    <a:pt x="132283" y="951230"/>
                  </a:lnTo>
                  <a:lnTo>
                    <a:pt x="132765" y="951230"/>
                  </a:lnTo>
                  <a:lnTo>
                    <a:pt x="132765" y="996950"/>
                  </a:lnTo>
                  <a:lnTo>
                    <a:pt x="133286" y="996950"/>
                  </a:lnTo>
                  <a:lnTo>
                    <a:pt x="133286" y="1033780"/>
                  </a:lnTo>
                  <a:lnTo>
                    <a:pt x="133819" y="1033780"/>
                  </a:lnTo>
                  <a:lnTo>
                    <a:pt x="133819" y="1061720"/>
                  </a:lnTo>
                  <a:lnTo>
                    <a:pt x="134429" y="1061720"/>
                  </a:lnTo>
                  <a:lnTo>
                    <a:pt x="134429" y="1078230"/>
                  </a:lnTo>
                  <a:lnTo>
                    <a:pt x="135051" y="1078230"/>
                  </a:lnTo>
                  <a:lnTo>
                    <a:pt x="135051" y="1084580"/>
                  </a:lnTo>
                  <a:lnTo>
                    <a:pt x="135763" y="1084580"/>
                  </a:lnTo>
                  <a:lnTo>
                    <a:pt x="135763" y="1078230"/>
                  </a:lnTo>
                  <a:lnTo>
                    <a:pt x="136385" y="1078230"/>
                  </a:lnTo>
                  <a:lnTo>
                    <a:pt x="136385" y="1061720"/>
                  </a:lnTo>
                  <a:lnTo>
                    <a:pt x="136994" y="1061720"/>
                  </a:lnTo>
                  <a:lnTo>
                    <a:pt x="136994" y="1033780"/>
                  </a:lnTo>
                  <a:lnTo>
                    <a:pt x="137566" y="1033780"/>
                  </a:lnTo>
                  <a:lnTo>
                    <a:pt x="137566" y="996950"/>
                  </a:lnTo>
                  <a:lnTo>
                    <a:pt x="138049" y="996950"/>
                  </a:lnTo>
                  <a:lnTo>
                    <a:pt x="138049" y="951230"/>
                  </a:lnTo>
                  <a:lnTo>
                    <a:pt x="138518" y="951230"/>
                  </a:lnTo>
                  <a:lnTo>
                    <a:pt x="138518" y="897890"/>
                  </a:lnTo>
                  <a:lnTo>
                    <a:pt x="138912" y="897890"/>
                  </a:lnTo>
                  <a:lnTo>
                    <a:pt x="138912" y="838200"/>
                  </a:lnTo>
                  <a:lnTo>
                    <a:pt x="139357" y="838200"/>
                  </a:lnTo>
                  <a:lnTo>
                    <a:pt x="139357" y="698500"/>
                  </a:lnTo>
                  <a:lnTo>
                    <a:pt x="139700" y="698500"/>
                  </a:lnTo>
                  <a:lnTo>
                    <a:pt x="139700" y="622300"/>
                  </a:lnTo>
                  <a:lnTo>
                    <a:pt x="139763" y="46228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6201111" y="3946391"/>
              <a:ext cx="182245" cy="1084580"/>
            </a:xfrm>
            <a:custGeom>
              <a:avLst/>
              <a:gdLst/>
              <a:ahLst/>
              <a:cxnLst/>
              <a:rect l="l" t="t" r="r" b="b"/>
              <a:pathLst>
                <a:path w="182244" h="1084579">
                  <a:moveTo>
                    <a:pt x="5270" y="87630"/>
                  </a:moveTo>
                  <a:lnTo>
                    <a:pt x="4749" y="87630"/>
                  </a:lnTo>
                  <a:lnTo>
                    <a:pt x="4749" y="50800"/>
                  </a:lnTo>
                  <a:lnTo>
                    <a:pt x="4216" y="50800"/>
                  </a:lnTo>
                  <a:lnTo>
                    <a:pt x="4216" y="22860"/>
                  </a:lnTo>
                  <a:lnTo>
                    <a:pt x="3594" y="22860"/>
                  </a:lnTo>
                  <a:lnTo>
                    <a:pt x="3594" y="6350"/>
                  </a:lnTo>
                  <a:lnTo>
                    <a:pt x="2946" y="6350"/>
                  </a:lnTo>
                  <a:lnTo>
                    <a:pt x="2946" y="0"/>
                  </a:lnTo>
                  <a:lnTo>
                    <a:pt x="2336" y="0"/>
                  </a:lnTo>
                  <a:lnTo>
                    <a:pt x="2336" y="6350"/>
                  </a:lnTo>
                  <a:lnTo>
                    <a:pt x="1676" y="6350"/>
                  </a:lnTo>
                  <a:lnTo>
                    <a:pt x="1676" y="22860"/>
                  </a:lnTo>
                  <a:lnTo>
                    <a:pt x="1066" y="22860"/>
                  </a:lnTo>
                  <a:lnTo>
                    <a:pt x="1066" y="50800"/>
                  </a:lnTo>
                  <a:lnTo>
                    <a:pt x="482" y="50800"/>
                  </a:lnTo>
                  <a:lnTo>
                    <a:pt x="482" y="87630"/>
                  </a:lnTo>
                  <a:lnTo>
                    <a:pt x="0" y="87630"/>
                  </a:lnTo>
                  <a:lnTo>
                    <a:pt x="0" y="133350"/>
                  </a:lnTo>
                  <a:lnTo>
                    <a:pt x="5270" y="133350"/>
                  </a:lnTo>
                  <a:lnTo>
                    <a:pt x="5270" y="87630"/>
                  </a:lnTo>
                  <a:close/>
                </a:path>
                <a:path w="182244" h="1084579">
                  <a:moveTo>
                    <a:pt x="50685" y="462280"/>
                  </a:moveTo>
                  <a:lnTo>
                    <a:pt x="50609" y="386080"/>
                  </a:lnTo>
                  <a:lnTo>
                    <a:pt x="50279" y="386080"/>
                  </a:lnTo>
                  <a:lnTo>
                    <a:pt x="50279" y="247650"/>
                  </a:lnTo>
                  <a:lnTo>
                    <a:pt x="49847" y="247650"/>
                  </a:lnTo>
                  <a:lnTo>
                    <a:pt x="49847" y="186690"/>
                  </a:lnTo>
                  <a:lnTo>
                    <a:pt x="49441" y="186690"/>
                  </a:lnTo>
                  <a:lnTo>
                    <a:pt x="49441" y="133350"/>
                  </a:lnTo>
                  <a:lnTo>
                    <a:pt x="48958" y="133350"/>
                  </a:lnTo>
                  <a:lnTo>
                    <a:pt x="48958" y="87630"/>
                  </a:lnTo>
                  <a:lnTo>
                    <a:pt x="48437" y="87630"/>
                  </a:lnTo>
                  <a:lnTo>
                    <a:pt x="48437" y="50800"/>
                  </a:lnTo>
                  <a:lnTo>
                    <a:pt x="47891" y="50800"/>
                  </a:lnTo>
                  <a:lnTo>
                    <a:pt x="47891" y="22860"/>
                  </a:lnTo>
                  <a:lnTo>
                    <a:pt x="47282" y="22860"/>
                  </a:lnTo>
                  <a:lnTo>
                    <a:pt x="47282" y="6350"/>
                  </a:lnTo>
                  <a:lnTo>
                    <a:pt x="46621" y="6350"/>
                  </a:lnTo>
                  <a:lnTo>
                    <a:pt x="46621" y="0"/>
                  </a:lnTo>
                  <a:lnTo>
                    <a:pt x="46012" y="0"/>
                  </a:lnTo>
                  <a:lnTo>
                    <a:pt x="46012" y="6350"/>
                  </a:lnTo>
                  <a:lnTo>
                    <a:pt x="45351" y="6350"/>
                  </a:lnTo>
                  <a:lnTo>
                    <a:pt x="45351" y="22860"/>
                  </a:lnTo>
                  <a:lnTo>
                    <a:pt x="44742" y="22860"/>
                  </a:lnTo>
                  <a:lnTo>
                    <a:pt x="44742" y="50800"/>
                  </a:lnTo>
                  <a:lnTo>
                    <a:pt x="44170" y="50800"/>
                  </a:lnTo>
                  <a:lnTo>
                    <a:pt x="44170" y="87630"/>
                  </a:lnTo>
                  <a:lnTo>
                    <a:pt x="43675" y="87630"/>
                  </a:lnTo>
                  <a:lnTo>
                    <a:pt x="43675" y="133350"/>
                  </a:lnTo>
                  <a:lnTo>
                    <a:pt x="43205" y="133350"/>
                  </a:lnTo>
                  <a:lnTo>
                    <a:pt x="43205" y="186690"/>
                  </a:lnTo>
                  <a:lnTo>
                    <a:pt x="42811" y="186690"/>
                  </a:lnTo>
                  <a:lnTo>
                    <a:pt x="42811" y="247650"/>
                  </a:lnTo>
                  <a:lnTo>
                    <a:pt x="42367" y="247650"/>
                  </a:lnTo>
                  <a:lnTo>
                    <a:pt x="42367" y="386080"/>
                  </a:lnTo>
                  <a:lnTo>
                    <a:pt x="42024" y="386080"/>
                  </a:lnTo>
                  <a:lnTo>
                    <a:pt x="42024" y="462280"/>
                  </a:lnTo>
                  <a:lnTo>
                    <a:pt x="41960" y="622300"/>
                  </a:lnTo>
                  <a:lnTo>
                    <a:pt x="42024" y="698500"/>
                  </a:lnTo>
                  <a:lnTo>
                    <a:pt x="42367" y="698500"/>
                  </a:lnTo>
                  <a:lnTo>
                    <a:pt x="42367" y="838200"/>
                  </a:lnTo>
                  <a:lnTo>
                    <a:pt x="42799" y="838200"/>
                  </a:lnTo>
                  <a:lnTo>
                    <a:pt x="42799" y="897890"/>
                  </a:lnTo>
                  <a:lnTo>
                    <a:pt x="43205" y="897890"/>
                  </a:lnTo>
                  <a:lnTo>
                    <a:pt x="43205" y="951230"/>
                  </a:lnTo>
                  <a:lnTo>
                    <a:pt x="43675" y="951230"/>
                  </a:lnTo>
                  <a:lnTo>
                    <a:pt x="43675" y="996950"/>
                  </a:lnTo>
                  <a:lnTo>
                    <a:pt x="44208" y="996950"/>
                  </a:lnTo>
                  <a:lnTo>
                    <a:pt x="44208" y="1033780"/>
                  </a:lnTo>
                  <a:lnTo>
                    <a:pt x="44729" y="1033780"/>
                  </a:lnTo>
                  <a:lnTo>
                    <a:pt x="44729" y="1061720"/>
                  </a:lnTo>
                  <a:lnTo>
                    <a:pt x="45339" y="1061720"/>
                  </a:lnTo>
                  <a:lnTo>
                    <a:pt x="45339" y="1078230"/>
                  </a:lnTo>
                  <a:lnTo>
                    <a:pt x="45961" y="1078230"/>
                  </a:lnTo>
                  <a:lnTo>
                    <a:pt x="45961" y="1084580"/>
                  </a:lnTo>
                  <a:lnTo>
                    <a:pt x="46672" y="1084580"/>
                  </a:lnTo>
                  <a:lnTo>
                    <a:pt x="46672" y="1078230"/>
                  </a:lnTo>
                  <a:lnTo>
                    <a:pt x="47294" y="1078230"/>
                  </a:lnTo>
                  <a:lnTo>
                    <a:pt x="47294" y="1061720"/>
                  </a:lnTo>
                  <a:lnTo>
                    <a:pt x="47904" y="1061720"/>
                  </a:lnTo>
                  <a:lnTo>
                    <a:pt x="47904" y="1033780"/>
                  </a:lnTo>
                  <a:lnTo>
                    <a:pt x="48475" y="1033780"/>
                  </a:lnTo>
                  <a:lnTo>
                    <a:pt x="48475" y="996950"/>
                  </a:lnTo>
                  <a:lnTo>
                    <a:pt x="48971" y="996950"/>
                  </a:lnTo>
                  <a:lnTo>
                    <a:pt x="48971" y="951230"/>
                  </a:lnTo>
                  <a:lnTo>
                    <a:pt x="49441" y="951230"/>
                  </a:lnTo>
                  <a:lnTo>
                    <a:pt x="49441" y="897890"/>
                  </a:lnTo>
                  <a:lnTo>
                    <a:pt x="49822" y="897890"/>
                  </a:lnTo>
                  <a:lnTo>
                    <a:pt x="49822" y="838200"/>
                  </a:lnTo>
                  <a:lnTo>
                    <a:pt x="50279" y="838200"/>
                  </a:lnTo>
                  <a:lnTo>
                    <a:pt x="50279" y="698500"/>
                  </a:lnTo>
                  <a:lnTo>
                    <a:pt x="50609" y="698500"/>
                  </a:lnTo>
                  <a:lnTo>
                    <a:pt x="50609" y="622300"/>
                  </a:lnTo>
                  <a:lnTo>
                    <a:pt x="50685" y="462280"/>
                  </a:lnTo>
                  <a:close/>
                </a:path>
                <a:path w="182244" h="1084579">
                  <a:moveTo>
                    <a:pt x="94361" y="462280"/>
                  </a:moveTo>
                  <a:lnTo>
                    <a:pt x="94297" y="386080"/>
                  </a:lnTo>
                  <a:lnTo>
                    <a:pt x="93954" y="386080"/>
                  </a:lnTo>
                  <a:lnTo>
                    <a:pt x="93954" y="247650"/>
                  </a:lnTo>
                  <a:lnTo>
                    <a:pt x="93522" y="247650"/>
                  </a:lnTo>
                  <a:lnTo>
                    <a:pt x="93522" y="186690"/>
                  </a:lnTo>
                  <a:lnTo>
                    <a:pt x="93116" y="186690"/>
                  </a:lnTo>
                  <a:lnTo>
                    <a:pt x="93116" y="133350"/>
                  </a:lnTo>
                  <a:lnTo>
                    <a:pt x="92633" y="133350"/>
                  </a:lnTo>
                  <a:lnTo>
                    <a:pt x="92633" y="87630"/>
                  </a:lnTo>
                  <a:lnTo>
                    <a:pt x="92113" y="87630"/>
                  </a:lnTo>
                  <a:lnTo>
                    <a:pt x="92113" y="50800"/>
                  </a:lnTo>
                  <a:lnTo>
                    <a:pt x="91579" y="50800"/>
                  </a:lnTo>
                  <a:lnTo>
                    <a:pt x="91579" y="22860"/>
                  </a:lnTo>
                  <a:lnTo>
                    <a:pt x="90970" y="22860"/>
                  </a:lnTo>
                  <a:lnTo>
                    <a:pt x="90970" y="6350"/>
                  </a:lnTo>
                  <a:lnTo>
                    <a:pt x="90309" y="6350"/>
                  </a:lnTo>
                  <a:lnTo>
                    <a:pt x="90309" y="0"/>
                  </a:lnTo>
                  <a:lnTo>
                    <a:pt x="89700" y="0"/>
                  </a:lnTo>
                  <a:lnTo>
                    <a:pt x="89700" y="6350"/>
                  </a:lnTo>
                  <a:lnTo>
                    <a:pt x="89039" y="6350"/>
                  </a:lnTo>
                  <a:lnTo>
                    <a:pt x="89039" y="22860"/>
                  </a:lnTo>
                  <a:lnTo>
                    <a:pt x="88430" y="22860"/>
                  </a:lnTo>
                  <a:lnTo>
                    <a:pt x="88430" y="50800"/>
                  </a:lnTo>
                  <a:lnTo>
                    <a:pt x="87845" y="50800"/>
                  </a:lnTo>
                  <a:lnTo>
                    <a:pt x="87845" y="87630"/>
                  </a:lnTo>
                  <a:lnTo>
                    <a:pt x="87363" y="87630"/>
                  </a:lnTo>
                  <a:lnTo>
                    <a:pt x="87363" y="133350"/>
                  </a:lnTo>
                  <a:lnTo>
                    <a:pt x="86893" y="133350"/>
                  </a:lnTo>
                  <a:lnTo>
                    <a:pt x="86893" y="186690"/>
                  </a:lnTo>
                  <a:lnTo>
                    <a:pt x="86499" y="186690"/>
                  </a:lnTo>
                  <a:lnTo>
                    <a:pt x="86499" y="247650"/>
                  </a:lnTo>
                  <a:lnTo>
                    <a:pt x="86042" y="247650"/>
                  </a:lnTo>
                  <a:lnTo>
                    <a:pt x="86042" y="386080"/>
                  </a:lnTo>
                  <a:lnTo>
                    <a:pt x="85712" y="386080"/>
                  </a:lnTo>
                  <a:lnTo>
                    <a:pt x="85712" y="462280"/>
                  </a:lnTo>
                  <a:lnTo>
                    <a:pt x="85636" y="622300"/>
                  </a:lnTo>
                  <a:lnTo>
                    <a:pt x="85712" y="698500"/>
                  </a:lnTo>
                  <a:lnTo>
                    <a:pt x="86042" y="698500"/>
                  </a:lnTo>
                  <a:lnTo>
                    <a:pt x="86042" y="838200"/>
                  </a:lnTo>
                  <a:lnTo>
                    <a:pt x="86474" y="838200"/>
                  </a:lnTo>
                  <a:lnTo>
                    <a:pt x="86474" y="897890"/>
                  </a:lnTo>
                  <a:lnTo>
                    <a:pt x="86880" y="897890"/>
                  </a:lnTo>
                  <a:lnTo>
                    <a:pt x="86880" y="951230"/>
                  </a:lnTo>
                  <a:lnTo>
                    <a:pt x="87363" y="951230"/>
                  </a:lnTo>
                  <a:lnTo>
                    <a:pt x="87363" y="996950"/>
                  </a:lnTo>
                  <a:lnTo>
                    <a:pt x="87884" y="996950"/>
                  </a:lnTo>
                  <a:lnTo>
                    <a:pt x="87884" y="1033780"/>
                  </a:lnTo>
                  <a:lnTo>
                    <a:pt x="88417" y="1033780"/>
                  </a:lnTo>
                  <a:lnTo>
                    <a:pt x="88417" y="1061720"/>
                  </a:lnTo>
                  <a:lnTo>
                    <a:pt x="89027" y="1061720"/>
                  </a:lnTo>
                  <a:lnTo>
                    <a:pt x="89027" y="1078230"/>
                  </a:lnTo>
                  <a:lnTo>
                    <a:pt x="89649" y="1078230"/>
                  </a:lnTo>
                  <a:lnTo>
                    <a:pt x="89649" y="1084580"/>
                  </a:lnTo>
                  <a:lnTo>
                    <a:pt x="90360" y="1084580"/>
                  </a:lnTo>
                  <a:lnTo>
                    <a:pt x="90360" y="1078230"/>
                  </a:lnTo>
                  <a:lnTo>
                    <a:pt x="90982" y="1078230"/>
                  </a:lnTo>
                  <a:lnTo>
                    <a:pt x="90982" y="1061720"/>
                  </a:lnTo>
                  <a:lnTo>
                    <a:pt x="91592" y="1061720"/>
                  </a:lnTo>
                  <a:lnTo>
                    <a:pt x="91592" y="1033780"/>
                  </a:lnTo>
                  <a:lnTo>
                    <a:pt x="92163" y="1033780"/>
                  </a:lnTo>
                  <a:lnTo>
                    <a:pt x="92163" y="996950"/>
                  </a:lnTo>
                  <a:lnTo>
                    <a:pt x="92646" y="996950"/>
                  </a:lnTo>
                  <a:lnTo>
                    <a:pt x="92646" y="951230"/>
                  </a:lnTo>
                  <a:lnTo>
                    <a:pt x="93116" y="951230"/>
                  </a:lnTo>
                  <a:lnTo>
                    <a:pt x="93116" y="897890"/>
                  </a:lnTo>
                  <a:lnTo>
                    <a:pt x="93510" y="897890"/>
                  </a:lnTo>
                  <a:lnTo>
                    <a:pt x="93510" y="838200"/>
                  </a:lnTo>
                  <a:lnTo>
                    <a:pt x="93954" y="838200"/>
                  </a:lnTo>
                  <a:lnTo>
                    <a:pt x="93954" y="698500"/>
                  </a:lnTo>
                  <a:lnTo>
                    <a:pt x="94297" y="698500"/>
                  </a:lnTo>
                  <a:lnTo>
                    <a:pt x="94297" y="622300"/>
                  </a:lnTo>
                  <a:lnTo>
                    <a:pt x="94361" y="462280"/>
                  </a:lnTo>
                  <a:close/>
                </a:path>
                <a:path w="182244" h="1084579">
                  <a:moveTo>
                    <a:pt x="138049" y="462280"/>
                  </a:moveTo>
                  <a:lnTo>
                    <a:pt x="137972" y="386080"/>
                  </a:lnTo>
                  <a:lnTo>
                    <a:pt x="137642" y="386080"/>
                  </a:lnTo>
                  <a:lnTo>
                    <a:pt x="137642" y="247650"/>
                  </a:lnTo>
                  <a:lnTo>
                    <a:pt x="137210" y="247650"/>
                  </a:lnTo>
                  <a:lnTo>
                    <a:pt x="137210" y="186690"/>
                  </a:lnTo>
                  <a:lnTo>
                    <a:pt x="136804" y="186690"/>
                  </a:lnTo>
                  <a:lnTo>
                    <a:pt x="136804" y="133350"/>
                  </a:lnTo>
                  <a:lnTo>
                    <a:pt x="136321" y="133350"/>
                  </a:lnTo>
                  <a:lnTo>
                    <a:pt x="136321" y="87630"/>
                  </a:lnTo>
                  <a:lnTo>
                    <a:pt x="135801" y="87630"/>
                  </a:lnTo>
                  <a:lnTo>
                    <a:pt x="135801" y="50800"/>
                  </a:lnTo>
                  <a:lnTo>
                    <a:pt x="135255" y="50800"/>
                  </a:lnTo>
                  <a:lnTo>
                    <a:pt x="135255" y="22860"/>
                  </a:lnTo>
                  <a:lnTo>
                    <a:pt x="134645" y="22860"/>
                  </a:lnTo>
                  <a:lnTo>
                    <a:pt x="134645" y="6350"/>
                  </a:lnTo>
                  <a:lnTo>
                    <a:pt x="133985" y="6350"/>
                  </a:lnTo>
                  <a:lnTo>
                    <a:pt x="133985" y="0"/>
                  </a:lnTo>
                  <a:lnTo>
                    <a:pt x="133375" y="0"/>
                  </a:lnTo>
                  <a:lnTo>
                    <a:pt x="133375" y="6350"/>
                  </a:lnTo>
                  <a:lnTo>
                    <a:pt x="132715" y="6350"/>
                  </a:lnTo>
                  <a:lnTo>
                    <a:pt x="132715" y="22860"/>
                  </a:lnTo>
                  <a:lnTo>
                    <a:pt x="132105" y="22860"/>
                  </a:lnTo>
                  <a:lnTo>
                    <a:pt x="132105" y="50800"/>
                  </a:lnTo>
                  <a:lnTo>
                    <a:pt x="131533" y="50800"/>
                  </a:lnTo>
                  <a:lnTo>
                    <a:pt x="131533" y="87630"/>
                  </a:lnTo>
                  <a:lnTo>
                    <a:pt x="131038" y="87630"/>
                  </a:lnTo>
                  <a:lnTo>
                    <a:pt x="131038" y="133350"/>
                  </a:lnTo>
                  <a:lnTo>
                    <a:pt x="130568" y="133350"/>
                  </a:lnTo>
                  <a:lnTo>
                    <a:pt x="130568" y="186690"/>
                  </a:lnTo>
                  <a:lnTo>
                    <a:pt x="130175" y="186690"/>
                  </a:lnTo>
                  <a:lnTo>
                    <a:pt x="130175" y="247650"/>
                  </a:lnTo>
                  <a:lnTo>
                    <a:pt x="129730" y="247650"/>
                  </a:lnTo>
                  <a:lnTo>
                    <a:pt x="129730" y="386080"/>
                  </a:lnTo>
                  <a:lnTo>
                    <a:pt x="129387" y="386080"/>
                  </a:lnTo>
                  <a:lnTo>
                    <a:pt x="129387" y="462280"/>
                  </a:lnTo>
                  <a:lnTo>
                    <a:pt x="129324" y="622300"/>
                  </a:lnTo>
                  <a:lnTo>
                    <a:pt x="129387" y="698500"/>
                  </a:lnTo>
                  <a:lnTo>
                    <a:pt x="129730" y="698500"/>
                  </a:lnTo>
                  <a:lnTo>
                    <a:pt x="129730" y="838200"/>
                  </a:lnTo>
                  <a:lnTo>
                    <a:pt x="130162" y="838200"/>
                  </a:lnTo>
                  <a:lnTo>
                    <a:pt x="130162" y="897890"/>
                  </a:lnTo>
                  <a:lnTo>
                    <a:pt x="130568" y="897890"/>
                  </a:lnTo>
                  <a:lnTo>
                    <a:pt x="130568" y="951230"/>
                  </a:lnTo>
                  <a:lnTo>
                    <a:pt x="131038" y="951230"/>
                  </a:lnTo>
                  <a:lnTo>
                    <a:pt x="131038" y="996950"/>
                  </a:lnTo>
                  <a:lnTo>
                    <a:pt x="131559" y="996950"/>
                  </a:lnTo>
                  <a:lnTo>
                    <a:pt x="131559" y="1033780"/>
                  </a:lnTo>
                  <a:lnTo>
                    <a:pt x="132092" y="1033780"/>
                  </a:lnTo>
                  <a:lnTo>
                    <a:pt x="132092" y="1061720"/>
                  </a:lnTo>
                  <a:lnTo>
                    <a:pt x="132702" y="1061720"/>
                  </a:lnTo>
                  <a:lnTo>
                    <a:pt x="132702" y="1078230"/>
                  </a:lnTo>
                  <a:lnTo>
                    <a:pt x="133324" y="1078230"/>
                  </a:lnTo>
                  <a:lnTo>
                    <a:pt x="133324" y="1084580"/>
                  </a:lnTo>
                  <a:lnTo>
                    <a:pt x="134035" y="1084580"/>
                  </a:lnTo>
                  <a:lnTo>
                    <a:pt x="134035" y="1078230"/>
                  </a:lnTo>
                  <a:lnTo>
                    <a:pt x="134658" y="1078230"/>
                  </a:lnTo>
                  <a:lnTo>
                    <a:pt x="134658" y="1061720"/>
                  </a:lnTo>
                  <a:lnTo>
                    <a:pt x="135267" y="1061720"/>
                  </a:lnTo>
                  <a:lnTo>
                    <a:pt x="135267" y="1033780"/>
                  </a:lnTo>
                  <a:lnTo>
                    <a:pt x="135839" y="1033780"/>
                  </a:lnTo>
                  <a:lnTo>
                    <a:pt x="135839" y="996950"/>
                  </a:lnTo>
                  <a:lnTo>
                    <a:pt x="136334" y="996950"/>
                  </a:lnTo>
                  <a:lnTo>
                    <a:pt x="136334" y="951230"/>
                  </a:lnTo>
                  <a:lnTo>
                    <a:pt x="136804" y="951230"/>
                  </a:lnTo>
                  <a:lnTo>
                    <a:pt x="136804" y="897890"/>
                  </a:lnTo>
                  <a:lnTo>
                    <a:pt x="137185" y="897890"/>
                  </a:lnTo>
                  <a:lnTo>
                    <a:pt x="137185" y="838200"/>
                  </a:lnTo>
                  <a:lnTo>
                    <a:pt x="137642" y="838200"/>
                  </a:lnTo>
                  <a:lnTo>
                    <a:pt x="137642" y="698500"/>
                  </a:lnTo>
                  <a:lnTo>
                    <a:pt x="137972" y="698500"/>
                  </a:lnTo>
                  <a:lnTo>
                    <a:pt x="137972" y="622300"/>
                  </a:lnTo>
                  <a:lnTo>
                    <a:pt x="138049" y="462280"/>
                  </a:lnTo>
                  <a:close/>
                </a:path>
                <a:path w="182244" h="1084579">
                  <a:moveTo>
                    <a:pt x="181648" y="622300"/>
                  </a:moveTo>
                  <a:lnTo>
                    <a:pt x="173075" y="622300"/>
                  </a:lnTo>
                  <a:lnTo>
                    <a:pt x="173075" y="698500"/>
                  </a:lnTo>
                  <a:lnTo>
                    <a:pt x="173405" y="698500"/>
                  </a:lnTo>
                  <a:lnTo>
                    <a:pt x="173405" y="838200"/>
                  </a:lnTo>
                  <a:lnTo>
                    <a:pt x="173837" y="838200"/>
                  </a:lnTo>
                  <a:lnTo>
                    <a:pt x="173837" y="897890"/>
                  </a:lnTo>
                  <a:lnTo>
                    <a:pt x="174244" y="897890"/>
                  </a:lnTo>
                  <a:lnTo>
                    <a:pt x="174244" y="951230"/>
                  </a:lnTo>
                  <a:lnTo>
                    <a:pt x="174726" y="951230"/>
                  </a:lnTo>
                  <a:lnTo>
                    <a:pt x="174726" y="996950"/>
                  </a:lnTo>
                  <a:lnTo>
                    <a:pt x="175247" y="996950"/>
                  </a:lnTo>
                  <a:lnTo>
                    <a:pt x="175247" y="1033780"/>
                  </a:lnTo>
                  <a:lnTo>
                    <a:pt x="175780" y="1033780"/>
                  </a:lnTo>
                  <a:lnTo>
                    <a:pt x="175780" y="1061720"/>
                  </a:lnTo>
                  <a:lnTo>
                    <a:pt x="176390" y="1061720"/>
                  </a:lnTo>
                  <a:lnTo>
                    <a:pt x="176390" y="1078230"/>
                  </a:lnTo>
                  <a:lnTo>
                    <a:pt x="177012" y="1078230"/>
                  </a:lnTo>
                  <a:lnTo>
                    <a:pt x="177012" y="1084580"/>
                  </a:lnTo>
                  <a:lnTo>
                    <a:pt x="177723" y="1084580"/>
                  </a:lnTo>
                  <a:lnTo>
                    <a:pt x="177723" y="1078230"/>
                  </a:lnTo>
                  <a:lnTo>
                    <a:pt x="178346" y="1078230"/>
                  </a:lnTo>
                  <a:lnTo>
                    <a:pt x="178346" y="1061720"/>
                  </a:lnTo>
                  <a:lnTo>
                    <a:pt x="178955" y="1061720"/>
                  </a:lnTo>
                  <a:lnTo>
                    <a:pt x="178955" y="1033780"/>
                  </a:lnTo>
                  <a:lnTo>
                    <a:pt x="179514" y="1033780"/>
                  </a:lnTo>
                  <a:lnTo>
                    <a:pt x="179514" y="996950"/>
                  </a:lnTo>
                  <a:lnTo>
                    <a:pt x="180009" y="996950"/>
                  </a:lnTo>
                  <a:lnTo>
                    <a:pt x="180009" y="951230"/>
                  </a:lnTo>
                  <a:lnTo>
                    <a:pt x="180479" y="951230"/>
                  </a:lnTo>
                  <a:lnTo>
                    <a:pt x="180479" y="897890"/>
                  </a:lnTo>
                  <a:lnTo>
                    <a:pt x="180860" y="897890"/>
                  </a:lnTo>
                  <a:lnTo>
                    <a:pt x="180860" y="838200"/>
                  </a:lnTo>
                  <a:lnTo>
                    <a:pt x="181317" y="838200"/>
                  </a:lnTo>
                  <a:lnTo>
                    <a:pt x="181317" y="698500"/>
                  </a:lnTo>
                  <a:lnTo>
                    <a:pt x="181648" y="698500"/>
                  </a:lnTo>
                  <a:lnTo>
                    <a:pt x="181648" y="62230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6374111" y="3946391"/>
              <a:ext cx="140335" cy="1084580"/>
            </a:xfrm>
            <a:custGeom>
              <a:avLst/>
              <a:gdLst/>
              <a:ahLst/>
              <a:cxnLst/>
              <a:rect l="l" t="t" r="r" b="b"/>
              <a:pathLst>
                <a:path w="140334" h="1084579">
                  <a:moveTo>
                    <a:pt x="8724" y="462280"/>
                  </a:moveTo>
                  <a:lnTo>
                    <a:pt x="8648" y="386080"/>
                  </a:lnTo>
                  <a:lnTo>
                    <a:pt x="8318" y="386080"/>
                  </a:lnTo>
                  <a:lnTo>
                    <a:pt x="8318" y="247650"/>
                  </a:lnTo>
                  <a:lnTo>
                    <a:pt x="7886" y="247650"/>
                  </a:lnTo>
                  <a:lnTo>
                    <a:pt x="7886" y="186690"/>
                  </a:lnTo>
                  <a:lnTo>
                    <a:pt x="7480" y="186690"/>
                  </a:lnTo>
                  <a:lnTo>
                    <a:pt x="7480" y="133350"/>
                  </a:lnTo>
                  <a:lnTo>
                    <a:pt x="6997" y="133350"/>
                  </a:lnTo>
                  <a:lnTo>
                    <a:pt x="6997" y="87630"/>
                  </a:lnTo>
                  <a:lnTo>
                    <a:pt x="6477" y="87630"/>
                  </a:lnTo>
                  <a:lnTo>
                    <a:pt x="6477" y="50800"/>
                  </a:lnTo>
                  <a:lnTo>
                    <a:pt x="5943" y="50800"/>
                  </a:lnTo>
                  <a:lnTo>
                    <a:pt x="5943" y="22860"/>
                  </a:lnTo>
                  <a:lnTo>
                    <a:pt x="5321" y="22860"/>
                  </a:lnTo>
                  <a:lnTo>
                    <a:pt x="5321" y="6350"/>
                  </a:lnTo>
                  <a:lnTo>
                    <a:pt x="4673" y="6350"/>
                  </a:lnTo>
                  <a:lnTo>
                    <a:pt x="4673" y="0"/>
                  </a:lnTo>
                  <a:lnTo>
                    <a:pt x="4064" y="0"/>
                  </a:lnTo>
                  <a:lnTo>
                    <a:pt x="4064" y="6350"/>
                  </a:lnTo>
                  <a:lnTo>
                    <a:pt x="3403" y="6350"/>
                  </a:lnTo>
                  <a:lnTo>
                    <a:pt x="3403" y="22860"/>
                  </a:lnTo>
                  <a:lnTo>
                    <a:pt x="2794" y="22860"/>
                  </a:lnTo>
                  <a:lnTo>
                    <a:pt x="2794" y="50800"/>
                  </a:lnTo>
                  <a:lnTo>
                    <a:pt x="2209" y="50800"/>
                  </a:lnTo>
                  <a:lnTo>
                    <a:pt x="2209" y="87630"/>
                  </a:lnTo>
                  <a:lnTo>
                    <a:pt x="1727" y="87630"/>
                  </a:lnTo>
                  <a:lnTo>
                    <a:pt x="1727" y="133350"/>
                  </a:lnTo>
                  <a:lnTo>
                    <a:pt x="1257" y="133350"/>
                  </a:lnTo>
                  <a:lnTo>
                    <a:pt x="1257" y="186690"/>
                  </a:lnTo>
                  <a:lnTo>
                    <a:pt x="863" y="186690"/>
                  </a:lnTo>
                  <a:lnTo>
                    <a:pt x="863" y="247650"/>
                  </a:lnTo>
                  <a:lnTo>
                    <a:pt x="406" y="247650"/>
                  </a:lnTo>
                  <a:lnTo>
                    <a:pt x="406" y="386080"/>
                  </a:lnTo>
                  <a:lnTo>
                    <a:pt x="76" y="386080"/>
                  </a:lnTo>
                  <a:lnTo>
                    <a:pt x="76" y="462280"/>
                  </a:lnTo>
                  <a:lnTo>
                    <a:pt x="0" y="622300"/>
                  </a:lnTo>
                  <a:lnTo>
                    <a:pt x="76" y="698500"/>
                  </a:lnTo>
                  <a:lnTo>
                    <a:pt x="8648" y="698500"/>
                  </a:lnTo>
                  <a:lnTo>
                    <a:pt x="8648" y="622300"/>
                  </a:lnTo>
                  <a:lnTo>
                    <a:pt x="8724" y="462280"/>
                  </a:lnTo>
                  <a:close/>
                </a:path>
                <a:path w="140334" h="1084579">
                  <a:moveTo>
                    <a:pt x="52400" y="462280"/>
                  </a:moveTo>
                  <a:lnTo>
                    <a:pt x="52336" y="386080"/>
                  </a:lnTo>
                  <a:lnTo>
                    <a:pt x="51993" y="386080"/>
                  </a:lnTo>
                  <a:lnTo>
                    <a:pt x="51993" y="247650"/>
                  </a:lnTo>
                  <a:lnTo>
                    <a:pt x="51562" y="247650"/>
                  </a:lnTo>
                  <a:lnTo>
                    <a:pt x="51562" y="186690"/>
                  </a:lnTo>
                  <a:lnTo>
                    <a:pt x="51155" y="186690"/>
                  </a:lnTo>
                  <a:lnTo>
                    <a:pt x="51155" y="133350"/>
                  </a:lnTo>
                  <a:lnTo>
                    <a:pt x="50673" y="133350"/>
                  </a:lnTo>
                  <a:lnTo>
                    <a:pt x="50673" y="87630"/>
                  </a:lnTo>
                  <a:lnTo>
                    <a:pt x="50152" y="87630"/>
                  </a:lnTo>
                  <a:lnTo>
                    <a:pt x="50152" y="50800"/>
                  </a:lnTo>
                  <a:lnTo>
                    <a:pt x="49618" y="50800"/>
                  </a:lnTo>
                  <a:lnTo>
                    <a:pt x="49618" y="22860"/>
                  </a:lnTo>
                  <a:lnTo>
                    <a:pt x="49009" y="22860"/>
                  </a:lnTo>
                  <a:lnTo>
                    <a:pt x="49009" y="6350"/>
                  </a:lnTo>
                  <a:lnTo>
                    <a:pt x="48348" y="6350"/>
                  </a:lnTo>
                  <a:lnTo>
                    <a:pt x="48348" y="0"/>
                  </a:lnTo>
                  <a:lnTo>
                    <a:pt x="47739" y="0"/>
                  </a:lnTo>
                  <a:lnTo>
                    <a:pt x="47739" y="6350"/>
                  </a:lnTo>
                  <a:lnTo>
                    <a:pt x="47078" y="6350"/>
                  </a:lnTo>
                  <a:lnTo>
                    <a:pt x="47078" y="22860"/>
                  </a:lnTo>
                  <a:lnTo>
                    <a:pt x="46469" y="22860"/>
                  </a:lnTo>
                  <a:lnTo>
                    <a:pt x="46469" y="50800"/>
                  </a:lnTo>
                  <a:lnTo>
                    <a:pt x="45897" y="50800"/>
                  </a:lnTo>
                  <a:lnTo>
                    <a:pt x="45897" y="87630"/>
                  </a:lnTo>
                  <a:lnTo>
                    <a:pt x="45402" y="87630"/>
                  </a:lnTo>
                  <a:lnTo>
                    <a:pt x="45402" y="133350"/>
                  </a:lnTo>
                  <a:lnTo>
                    <a:pt x="44932" y="133350"/>
                  </a:lnTo>
                  <a:lnTo>
                    <a:pt x="44932" y="186690"/>
                  </a:lnTo>
                  <a:lnTo>
                    <a:pt x="44538" y="186690"/>
                  </a:lnTo>
                  <a:lnTo>
                    <a:pt x="44538" y="247650"/>
                  </a:lnTo>
                  <a:lnTo>
                    <a:pt x="44094" y="247650"/>
                  </a:lnTo>
                  <a:lnTo>
                    <a:pt x="44094" y="386080"/>
                  </a:lnTo>
                  <a:lnTo>
                    <a:pt x="43751" y="386080"/>
                  </a:lnTo>
                  <a:lnTo>
                    <a:pt x="43751" y="462280"/>
                  </a:lnTo>
                  <a:lnTo>
                    <a:pt x="43688" y="622300"/>
                  </a:lnTo>
                  <a:lnTo>
                    <a:pt x="43751" y="698500"/>
                  </a:lnTo>
                  <a:lnTo>
                    <a:pt x="44094" y="698500"/>
                  </a:lnTo>
                  <a:lnTo>
                    <a:pt x="44094" y="838200"/>
                  </a:lnTo>
                  <a:lnTo>
                    <a:pt x="44526" y="838200"/>
                  </a:lnTo>
                  <a:lnTo>
                    <a:pt x="44526" y="897890"/>
                  </a:lnTo>
                  <a:lnTo>
                    <a:pt x="44932" y="897890"/>
                  </a:lnTo>
                  <a:lnTo>
                    <a:pt x="44932" y="951230"/>
                  </a:lnTo>
                  <a:lnTo>
                    <a:pt x="45402" y="951230"/>
                  </a:lnTo>
                  <a:lnTo>
                    <a:pt x="45402" y="996950"/>
                  </a:lnTo>
                  <a:lnTo>
                    <a:pt x="45935" y="996950"/>
                  </a:lnTo>
                  <a:lnTo>
                    <a:pt x="45935" y="1033780"/>
                  </a:lnTo>
                  <a:lnTo>
                    <a:pt x="46456" y="1033780"/>
                  </a:lnTo>
                  <a:lnTo>
                    <a:pt x="46456" y="1061720"/>
                  </a:lnTo>
                  <a:lnTo>
                    <a:pt x="47066" y="1061720"/>
                  </a:lnTo>
                  <a:lnTo>
                    <a:pt x="47066" y="1078230"/>
                  </a:lnTo>
                  <a:lnTo>
                    <a:pt x="47688" y="1078230"/>
                  </a:lnTo>
                  <a:lnTo>
                    <a:pt x="47688" y="1084580"/>
                  </a:lnTo>
                  <a:lnTo>
                    <a:pt x="48399" y="1084580"/>
                  </a:lnTo>
                  <a:lnTo>
                    <a:pt x="48399" y="1078230"/>
                  </a:lnTo>
                  <a:lnTo>
                    <a:pt x="49022" y="1078230"/>
                  </a:lnTo>
                  <a:lnTo>
                    <a:pt x="49022" y="1061720"/>
                  </a:lnTo>
                  <a:lnTo>
                    <a:pt x="49631" y="1061720"/>
                  </a:lnTo>
                  <a:lnTo>
                    <a:pt x="49631" y="1033780"/>
                  </a:lnTo>
                  <a:lnTo>
                    <a:pt x="50203" y="1033780"/>
                  </a:lnTo>
                  <a:lnTo>
                    <a:pt x="50203" y="996950"/>
                  </a:lnTo>
                  <a:lnTo>
                    <a:pt x="50685" y="996950"/>
                  </a:lnTo>
                  <a:lnTo>
                    <a:pt x="50685" y="951230"/>
                  </a:lnTo>
                  <a:lnTo>
                    <a:pt x="51155" y="951230"/>
                  </a:lnTo>
                  <a:lnTo>
                    <a:pt x="51155" y="897890"/>
                  </a:lnTo>
                  <a:lnTo>
                    <a:pt x="51549" y="897890"/>
                  </a:lnTo>
                  <a:lnTo>
                    <a:pt x="51549" y="838200"/>
                  </a:lnTo>
                  <a:lnTo>
                    <a:pt x="51993" y="838200"/>
                  </a:lnTo>
                  <a:lnTo>
                    <a:pt x="51993" y="698500"/>
                  </a:lnTo>
                  <a:lnTo>
                    <a:pt x="52336" y="698500"/>
                  </a:lnTo>
                  <a:lnTo>
                    <a:pt x="52336" y="622300"/>
                  </a:lnTo>
                  <a:lnTo>
                    <a:pt x="52400" y="462280"/>
                  </a:lnTo>
                  <a:close/>
                </a:path>
                <a:path w="140334" h="1084579">
                  <a:moveTo>
                    <a:pt x="96088" y="462280"/>
                  </a:moveTo>
                  <a:lnTo>
                    <a:pt x="96012" y="386080"/>
                  </a:lnTo>
                  <a:lnTo>
                    <a:pt x="95681" y="386080"/>
                  </a:lnTo>
                  <a:lnTo>
                    <a:pt x="95681" y="247650"/>
                  </a:lnTo>
                  <a:lnTo>
                    <a:pt x="95250" y="247650"/>
                  </a:lnTo>
                  <a:lnTo>
                    <a:pt x="95250" y="186690"/>
                  </a:lnTo>
                  <a:lnTo>
                    <a:pt x="94843" y="186690"/>
                  </a:lnTo>
                  <a:lnTo>
                    <a:pt x="94843" y="133350"/>
                  </a:lnTo>
                  <a:lnTo>
                    <a:pt x="94361" y="133350"/>
                  </a:lnTo>
                  <a:lnTo>
                    <a:pt x="94361" y="87630"/>
                  </a:lnTo>
                  <a:lnTo>
                    <a:pt x="93840" y="87630"/>
                  </a:lnTo>
                  <a:lnTo>
                    <a:pt x="93840" y="50800"/>
                  </a:lnTo>
                  <a:lnTo>
                    <a:pt x="93306" y="50800"/>
                  </a:lnTo>
                  <a:lnTo>
                    <a:pt x="93306" y="22860"/>
                  </a:lnTo>
                  <a:lnTo>
                    <a:pt x="92684" y="22860"/>
                  </a:lnTo>
                  <a:lnTo>
                    <a:pt x="92684" y="6350"/>
                  </a:lnTo>
                  <a:lnTo>
                    <a:pt x="92036" y="6350"/>
                  </a:lnTo>
                  <a:lnTo>
                    <a:pt x="92036" y="0"/>
                  </a:lnTo>
                  <a:lnTo>
                    <a:pt x="91427" y="0"/>
                  </a:lnTo>
                  <a:lnTo>
                    <a:pt x="91427" y="6350"/>
                  </a:lnTo>
                  <a:lnTo>
                    <a:pt x="90766" y="6350"/>
                  </a:lnTo>
                  <a:lnTo>
                    <a:pt x="90766" y="22860"/>
                  </a:lnTo>
                  <a:lnTo>
                    <a:pt x="90157" y="22860"/>
                  </a:lnTo>
                  <a:lnTo>
                    <a:pt x="90157" y="50800"/>
                  </a:lnTo>
                  <a:lnTo>
                    <a:pt x="89573" y="50800"/>
                  </a:lnTo>
                  <a:lnTo>
                    <a:pt x="89573" y="87630"/>
                  </a:lnTo>
                  <a:lnTo>
                    <a:pt x="89090" y="87630"/>
                  </a:lnTo>
                  <a:lnTo>
                    <a:pt x="89090" y="133350"/>
                  </a:lnTo>
                  <a:lnTo>
                    <a:pt x="88620" y="133350"/>
                  </a:lnTo>
                  <a:lnTo>
                    <a:pt x="88620" y="186690"/>
                  </a:lnTo>
                  <a:lnTo>
                    <a:pt x="88226" y="186690"/>
                  </a:lnTo>
                  <a:lnTo>
                    <a:pt x="88226" y="247650"/>
                  </a:lnTo>
                  <a:lnTo>
                    <a:pt x="87769" y="247650"/>
                  </a:lnTo>
                  <a:lnTo>
                    <a:pt x="87769" y="386080"/>
                  </a:lnTo>
                  <a:lnTo>
                    <a:pt x="87439" y="386080"/>
                  </a:lnTo>
                  <a:lnTo>
                    <a:pt x="87439" y="462280"/>
                  </a:lnTo>
                  <a:lnTo>
                    <a:pt x="87363" y="622300"/>
                  </a:lnTo>
                  <a:lnTo>
                    <a:pt x="87439" y="698500"/>
                  </a:lnTo>
                  <a:lnTo>
                    <a:pt x="87769" y="698500"/>
                  </a:lnTo>
                  <a:lnTo>
                    <a:pt x="87769" y="838200"/>
                  </a:lnTo>
                  <a:lnTo>
                    <a:pt x="88201" y="838200"/>
                  </a:lnTo>
                  <a:lnTo>
                    <a:pt x="88201" y="897890"/>
                  </a:lnTo>
                  <a:lnTo>
                    <a:pt x="88607" y="897890"/>
                  </a:lnTo>
                  <a:lnTo>
                    <a:pt x="88607" y="951230"/>
                  </a:lnTo>
                  <a:lnTo>
                    <a:pt x="89090" y="951230"/>
                  </a:lnTo>
                  <a:lnTo>
                    <a:pt x="89090" y="996950"/>
                  </a:lnTo>
                  <a:lnTo>
                    <a:pt x="89611" y="996950"/>
                  </a:lnTo>
                  <a:lnTo>
                    <a:pt x="89611" y="1033780"/>
                  </a:lnTo>
                  <a:lnTo>
                    <a:pt x="90144" y="1033780"/>
                  </a:lnTo>
                  <a:lnTo>
                    <a:pt x="90144" y="1061720"/>
                  </a:lnTo>
                  <a:lnTo>
                    <a:pt x="90754" y="1061720"/>
                  </a:lnTo>
                  <a:lnTo>
                    <a:pt x="90754" y="1078230"/>
                  </a:lnTo>
                  <a:lnTo>
                    <a:pt x="91376" y="1078230"/>
                  </a:lnTo>
                  <a:lnTo>
                    <a:pt x="91376" y="1084580"/>
                  </a:lnTo>
                  <a:lnTo>
                    <a:pt x="92087" y="1084580"/>
                  </a:lnTo>
                  <a:lnTo>
                    <a:pt x="92087" y="1078230"/>
                  </a:lnTo>
                  <a:lnTo>
                    <a:pt x="92710" y="1078230"/>
                  </a:lnTo>
                  <a:lnTo>
                    <a:pt x="92710" y="1061720"/>
                  </a:lnTo>
                  <a:lnTo>
                    <a:pt x="93319" y="1061720"/>
                  </a:lnTo>
                  <a:lnTo>
                    <a:pt x="93319" y="1033780"/>
                  </a:lnTo>
                  <a:lnTo>
                    <a:pt x="93891" y="1033780"/>
                  </a:lnTo>
                  <a:lnTo>
                    <a:pt x="93891" y="996950"/>
                  </a:lnTo>
                  <a:lnTo>
                    <a:pt x="94373" y="996950"/>
                  </a:lnTo>
                  <a:lnTo>
                    <a:pt x="94373" y="951230"/>
                  </a:lnTo>
                  <a:lnTo>
                    <a:pt x="94843" y="951230"/>
                  </a:lnTo>
                  <a:lnTo>
                    <a:pt x="94843" y="897890"/>
                  </a:lnTo>
                  <a:lnTo>
                    <a:pt x="95224" y="897890"/>
                  </a:lnTo>
                  <a:lnTo>
                    <a:pt x="95224" y="838200"/>
                  </a:lnTo>
                  <a:lnTo>
                    <a:pt x="95681" y="838200"/>
                  </a:lnTo>
                  <a:lnTo>
                    <a:pt x="95681" y="698500"/>
                  </a:lnTo>
                  <a:lnTo>
                    <a:pt x="96012" y="698500"/>
                  </a:lnTo>
                  <a:lnTo>
                    <a:pt x="96012" y="622300"/>
                  </a:lnTo>
                  <a:lnTo>
                    <a:pt x="96088" y="462280"/>
                  </a:lnTo>
                  <a:close/>
                </a:path>
                <a:path w="140334" h="1084579">
                  <a:moveTo>
                    <a:pt x="139763" y="462280"/>
                  </a:moveTo>
                  <a:lnTo>
                    <a:pt x="139700" y="386080"/>
                  </a:lnTo>
                  <a:lnTo>
                    <a:pt x="139357" y="386080"/>
                  </a:lnTo>
                  <a:lnTo>
                    <a:pt x="139357" y="247650"/>
                  </a:lnTo>
                  <a:lnTo>
                    <a:pt x="138925" y="247650"/>
                  </a:lnTo>
                  <a:lnTo>
                    <a:pt x="138925" y="186690"/>
                  </a:lnTo>
                  <a:lnTo>
                    <a:pt x="138518" y="186690"/>
                  </a:lnTo>
                  <a:lnTo>
                    <a:pt x="138518" y="133350"/>
                  </a:lnTo>
                  <a:lnTo>
                    <a:pt x="138036" y="133350"/>
                  </a:lnTo>
                  <a:lnTo>
                    <a:pt x="138036" y="87630"/>
                  </a:lnTo>
                  <a:lnTo>
                    <a:pt x="137515" y="87630"/>
                  </a:lnTo>
                  <a:lnTo>
                    <a:pt x="137515" y="50800"/>
                  </a:lnTo>
                  <a:lnTo>
                    <a:pt x="136982" y="50800"/>
                  </a:lnTo>
                  <a:lnTo>
                    <a:pt x="136982" y="22860"/>
                  </a:lnTo>
                  <a:lnTo>
                    <a:pt x="136372" y="22860"/>
                  </a:lnTo>
                  <a:lnTo>
                    <a:pt x="136372" y="6350"/>
                  </a:lnTo>
                  <a:lnTo>
                    <a:pt x="135712" y="6350"/>
                  </a:lnTo>
                  <a:lnTo>
                    <a:pt x="135712" y="0"/>
                  </a:lnTo>
                  <a:lnTo>
                    <a:pt x="135115" y="0"/>
                  </a:lnTo>
                  <a:lnTo>
                    <a:pt x="135115" y="6350"/>
                  </a:lnTo>
                  <a:lnTo>
                    <a:pt x="134454" y="6350"/>
                  </a:lnTo>
                  <a:lnTo>
                    <a:pt x="134454" y="22860"/>
                  </a:lnTo>
                  <a:lnTo>
                    <a:pt x="133832" y="22860"/>
                  </a:lnTo>
                  <a:lnTo>
                    <a:pt x="133832" y="50800"/>
                  </a:lnTo>
                  <a:lnTo>
                    <a:pt x="133261" y="50800"/>
                  </a:lnTo>
                  <a:lnTo>
                    <a:pt x="133261" y="87630"/>
                  </a:lnTo>
                  <a:lnTo>
                    <a:pt x="132765" y="87630"/>
                  </a:lnTo>
                  <a:lnTo>
                    <a:pt x="132765" y="133350"/>
                  </a:lnTo>
                  <a:lnTo>
                    <a:pt x="132295" y="133350"/>
                  </a:lnTo>
                  <a:lnTo>
                    <a:pt x="132295" y="186690"/>
                  </a:lnTo>
                  <a:lnTo>
                    <a:pt x="131902" y="186690"/>
                  </a:lnTo>
                  <a:lnTo>
                    <a:pt x="131902" y="247650"/>
                  </a:lnTo>
                  <a:lnTo>
                    <a:pt x="131457" y="247650"/>
                  </a:lnTo>
                  <a:lnTo>
                    <a:pt x="131457" y="386080"/>
                  </a:lnTo>
                  <a:lnTo>
                    <a:pt x="131114" y="386080"/>
                  </a:lnTo>
                  <a:lnTo>
                    <a:pt x="131114" y="462280"/>
                  </a:lnTo>
                  <a:lnTo>
                    <a:pt x="131051" y="622300"/>
                  </a:lnTo>
                  <a:lnTo>
                    <a:pt x="131114" y="698500"/>
                  </a:lnTo>
                  <a:lnTo>
                    <a:pt x="131457" y="698500"/>
                  </a:lnTo>
                  <a:lnTo>
                    <a:pt x="131457" y="838200"/>
                  </a:lnTo>
                  <a:lnTo>
                    <a:pt x="131889" y="838200"/>
                  </a:lnTo>
                  <a:lnTo>
                    <a:pt x="131889" y="897890"/>
                  </a:lnTo>
                  <a:lnTo>
                    <a:pt x="132295" y="897890"/>
                  </a:lnTo>
                  <a:lnTo>
                    <a:pt x="132295" y="951230"/>
                  </a:lnTo>
                  <a:lnTo>
                    <a:pt x="132765" y="951230"/>
                  </a:lnTo>
                  <a:lnTo>
                    <a:pt x="132765" y="996950"/>
                  </a:lnTo>
                  <a:lnTo>
                    <a:pt x="133299" y="996950"/>
                  </a:lnTo>
                  <a:lnTo>
                    <a:pt x="133299" y="1033780"/>
                  </a:lnTo>
                  <a:lnTo>
                    <a:pt x="133819" y="1033780"/>
                  </a:lnTo>
                  <a:lnTo>
                    <a:pt x="133819" y="1061720"/>
                  </a:lnTo>
                  <a:lnTo>
                    <a:pt x="134429" y="1061720"/>
                  </a:lnTo>
                  <a:lnTo>
                    <a:pt x="134429" y="1078230"/>
                  </a:lnTo>
                  <a:lnTo>
                    <a:pt x="135051" y="1078230"/>
                  </a:lnTo>
                  <a:lnTo>
                    <a:pt x="135051" y="1084580"/>
                  </a:lnTo>
                  <a:lnTo>
                    <a:pt x="135763" y="1084580"/>
                  </a:lnTo>
                  <a:lnTo>
                    <a:pt x="135763" y="1078230"/>
                  </a:lnTo>
                  <a:lnTo>
                    <a:pt x="136385" y="1078230"/>
                  </a:lnTo>
                  <a:lnTo>
                    <a:pt x="136385" y="1061720"/>
                  </a:lnTo>
                  <a:lnTo>
                    <a:pt x="136994" y="1061720"/>
                  </a:lnTo>
                  <a:lnTo>
                    <a:pt x="136994" y="1033780"/>
                  </a:lnTo>
                  <a:lnTo>
                    <a:pt x="137566" y="1033780"/>
                  </a:lnTo>
                  <a:lnTo>
                    <a:pt x="137566" y="996950"/>
                  </a:lnTo>
                  <a:lnTo>
                    <a:pt x="138049" y="996950"/>
                  </a:lnTo>
                  <a:lnTo>
                    <a:pt x="138049" y="951230"/>
                  </a:lnTo>
                  <a:lnTo>
                    <a:pt x="138518" y="951230"/>
                  </a:lnTo>
                  <a:lnTo>
                    <a:pt x="138518" y="897890"/>
                  </a:lnTo>
                  <a:lnTo>
                    <a:pt x="138912" y="897890"/>
                  </a:lnTo>
                  <a:lnTo>
                    <a:pt x="138912" y="838200"/>
                  </a:lnTo>
                  <a:lnTo>
                    <a:pt x="139357" y="838200"/>
                  </a:lnTo>
                  <a:lnTo>
                    <a:pt x="139357" y="698500"/>
                  </a:lnTo>
                  <a:lnTo>
                    <a:pt x="139700" y="698500"/>
                  </a:lnTo>
                  <a:lnTo>
                    <a:pt x="139700" y="622300"/>
                  </a:lnTo>
                  <a:lnTo>
                    <a:pt x="139763" y="46228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5" name="object 145" descr=""/>
          <p:cNvGrpSpPr/>
          <p:nvPr/>
        </p:nvGrpSpPr>
        <p:grpSpPr>
          <a:xfrm>
            <a:off x="16517241" y="6373940"/>
            <a:ext cx="2629535" cy="1945639"/>
            <a:chOff x="16517241" y="6373940"/>
            <a:chExt cx="2629535" cy="1945639"/>
          </a:xfrm>
        </p:grpSpPr>
        <p:sp>
          <p:nvSpPr>
            <p:cNvPr id="146" name="object 146" descr=""/>
            <p:cNvSpPr/>
            <p:nvPr/>
          </p:nvSpPr>
          <p:spPr>
            <a:xfrm>
              <a:off x="16517239" y="6373945"/>
              <a:ext cx="2629535" cy="1945639"/>
            </a:xfrm>
            <a:custGeom>
              <a:avLst/>
              <a:gdLst/>
              <a:ahLst/>
              <a:cxnLst/>
              <a:rect l="l" t="t" r="r" b="b"/>
              <a:pathLst>
                <a:path w="2629534" h="1945640">
                  <a:moveTo>
                    <a:pt x="2629331" y="1596351"/>
                  </a:moveTo>
                  <a:lnTo>
                    <a:pt x="2629116" y="1543634"/>
                  </a:lnTo>
                  <a:lnTo>
                    <a:pt x="2626449" y="1491373"/>
                  </a:lnTo>
                  <a:lnTo>
                    <a:pt x="2622905" y="1440472"/>
                  </a:lnTo>
                  <a:lnTo>
                    <a:pt x="2618968" y="1389456"/>
                  </a:lnTo>
                  <a:lnTo>
                    <a:pt x="2614688" y="1338351"/>
                  </a:lnTo>
                  <a:lnTo>
                    <a:pt x="2610078" y="1287170"/>
                  </a:lnTo>
                  <a:lnTo>
                    <a:pt x="2605214" y="1235913"/>
                  </a:lnTo>
                  <a:lnTo>
                    <a:pt x="2594826" y="1133233"/>
                  </a:lnTo>
                  <a:lnTo>
                    <a:pt x="2561526" y="824598"/>
                  </a:lnTo>
                  <a:lnTo>
                    <a:pt x="2550833" y="721829"/>
                  </a:lnTo>
                  <a:lnTo>
                    <a:pt x="2545740" y="670509"/>
                  </a:lnTo>
                  <a:lnTo>
                    <a:pt x="2540889" y="619252"/>
                  </a:lnTo>
                  <a:lnTo>
                    <a:pt x="2536304" y="568058"/>
                  </a:lnTo>
                  <a:lnTo>
                    <a:pt x="2532049" y="516953"/>
                  </a:lnTo>
                  <a:lnTo>
                    <a:pt x="2528138" y="465950"/>
                  </a:lnTo>
                  <a:lnTo>
                    <a:pt x="2524620" y="415036"/>
                  </a:lnTo>
                  <a:lnTo>
                    <a:pt x="2520061" y="366102"/>
                  </a:lnTo>
                  <a:lnTo>
                    <a:pt x="2512720" y="319849"/>
                  </a:lnTo>
                  <a:lnTo>
                    <a:pt x="2502395" y="276339"/>
                  </a:lnTo>
                  <a:lnTo>
                    <a:pt x="2488895" y="235648"/>
                  </a:lnTo>
                  <a:lnTo>
                    <a:pt x="2471978" y="197853"/>
                  </a:lnTo>
                  <a:lnTo>
                    <a:pt x="2451468" y="163029"/>
                  </a:lnTo>
                  <a:lnTo>
                    <a:pt x="2427147" y="131241"/>
                  </a:lnTo>
                  <a:lnTo>
                    <a:pt x="2398788" y="102565"/>
                  </a:lnTo>
                  <a:lnTo>
                    <a:pt x="2366200" y="77089"/>
                  </a:lnTo>
                  <a:lnTo>
                    <a:pt x="2329167" y="54851"/>
                  </a:lnTo>
                  <a:lnTo>
                    <a:pt x="2287473" y="35966"/>
                  </a:lnTo>
                  <a:lnTo>
                    <a:pt x="2240915" y="20472"/>
                  </a:lnTo>
                  <a:lnTo>
                    <a:pt x="2189289" y="8458"/>
                  </a:lnTo>
                  <a:lnTo>
                    <a:pt x="2132380" y="0"/>
                  </a:lnTo>
                  <a:lnTo>
                    <a:pt x="2105444" y="546"/>
                  </a:lnTo>
                  <a:lnTo>
                    <a:pt x="2045639" y="20802"/>
                  </a:lnTo>
                  <a:lnTo>
                    <a:pt x="1979358" y="63373"/>
                  </a:lnTo>
                  <a:lnTo>
                    <a:pt x="1944344" y="91821"/>
                  </a:lnTo>
                  <a:lnTo>
                    <a:pt x="1908365" y="124396"/>
                  </a:lnTo>
                  <a:lnTo>
                    <a:pt x="1871637" y="160616"/>
                  </a:lnTo>
                  <a:lnTo>
                    <a:pt x="1834388" y="199986"/>
                  </a:lnTo>
                  <a:lnTo>
                    <a:pt x="1796834" y="242049"/>
                  </a:lnTo>
                  <a:lnTo>
                    <a:pt x="1759191" y="286296"/>
                  </a:lnTo>
                  <a:lnTo>
                    <a:pt x="1721675" y="332244"/>
                  </a:lnTo>
                  <a:lnTo>
                    <a:pt x="1684528" y="379425"/>
                  </a:lnTo>
                  <a:lnTo>
                    <a:pt x="1647939" y="427355"/>
                  </a:lnTo>
                  <a:lnTo>
                    <a:pt x="1612138" y="475538"/>
                  </a:lnTo>
                  <a:lnTo>
                    <a:pt x="1577352" y="523481"/>
                  </a:lnTo>
                  <a:lnTo>
                    <a:pt x="1543786" y="570725"/>
                  </a:lnTo>
                  <a:lnTo>
                    <a:pt x="1511668" y="616788"/>
                  </a:lnTo>
                  <a:lnTo>
                    <a:pt x="1481226" y="661149"/>
                  </a:lnTo>
                  <a:lnTo>
                    <a:pt x="1452651" y="703364"/>
                  </a:lnTo>
                  <a:lnTo>
                    <a:pt x="1402041" y="779373"/>
                  </a:lnTo>
                  <a:lnTo>
                    <a:pt x="1345730" y="865073"/>
                  </a:lnTo>
                  <a:lnTo>
                    <a:pt x="1293317" y="856488"/>
                  </a:lnTo>
                  <a:lnTo>
                    <a:pt x="1241869" y="851039"/>
                  </a:lnTo>
                  <a:lnTo>
                    <a:pt x="1191387" y="848614"/>
                  </a:lnTo>
                  <a:lnTo>
                    <a:pt x="1141844" y="849096"/>
                  </a:lnTo>
                  <a:lnTo>
                    <a:pt x="1093228" y="852322"/>
                  </a:lnTo>
                  <a:lnTo>
                    <a:pt x="1045514" y="858202"/>
                  </a:lnTo>
                  <a:lnTo>
                    <a:pt x="998702" y="866571"/>
                  </a:lnTo>
                  <a:lnTo>
                    <a:pt x="952779" y="877328"/>
                  </a:lnTo>
                  <a:lnTo>
                    <a:pt x="907707" y="890346"/>
                  </a:lnTo>
                  <a:lnTo>
                    <a:pt x="863498" y="905471"/>
                  </a:lnTo>
                  <a:lnTo>
                    <a:pt x="831303" y="918184"/>
                  </a:lnTo>
                  <a:lnTo>
                    <a:pt x="801776" y="925144"/>
                  </a:lnTo>
                  <a:lnTo>
                    <a:pt x="748461" y="939850"/>
                  </a:lnTo>
                  <a:lnTo>
                    <a:pt x="696506" y="956297"/>
                  </a:lnTo>
                  <a:lnTo>
                    <a:pt x="647585" y="973963"/>
                  </a:lnTo>
                  <a:lnTo>
                    <a:pt x="603377" y="992403"/>
                  </a:lnTo>
                  <a:lnTo>
                    <a:pt x="565531" y="1011085"/>
                  </a:lnTo>
                  <a:lnTo>
                    <a:pt x="516331" y="1037551"/>
                  </a:lnTo>
                  <a:lnTo>
                    <a:pt x="470979" y="1062304"/>
                  </a:lnTo>
                  <a:lnTo>
                    <a:pt x="428840" y="1087704"/>
                  </a:lnTo>
                  <a:lnTo>
                    <a:pt x="389280" y="1116139"/>
                  </a:lnTo>
                  <a:lnTo>
                    <a:pt x="351637" y="1149946"/>
                  </a:lnTo>
                  <a:lnTo>
                    <a:pt x="315302" y="1191488"/>
                  </a:lnTo>
                  <a:lnTo>
                    <a:pt x="269176" y="1249819"/>
                  </a:lnTo>
                  <a:lnTo>
                    <a:pt x="245668" y="1280045"/>
                  </a:lnTo>
                  <a:lnTo>
                    <a:pt x="222300" y="1311617"/>
                  </a:lnTo>
                  <a:lnTo>
                    <a:pt x="199351" y="1344955"/>
                  </a:lnTo>
                  <a:lnTo>
                    <a:pt x="177152" y="1380540"/>
                  </a:lnTo>
                  <a:lnTo>
                    <a:pt x="156019" y="1418818"/>
                  </a:lnTo>
                  <a:lnTo>
                    <a:pt x="142532" y="1447076"/>
                  </a:lnTo>
                  <a:lnTo>
                    <a:pt x="133718" y="1455877"/>
                  </a:lnTo>
                  <a:lnTo>
                    <a:pt x="100139" y="1492097"/>
                  </a:lnTo>
                  <a:lnTo>
                    <a:pt x="68554" y="1531962"/>
                  </a:lnTo>
                  <a:lnTo>
                    <a:pt x="40855" y="1574469"/>
                  </a:lnTo>
                  <a:lnTo>
                    <a:pt x="18935" y="1618653"/>
                  </a:lnTo>
                  <a:lnTo>
                    <a:pt x="4686" y="1663509"/>
                  </a:lnTo>
                  <a:lnTo>
                    <a:pt x="0" y="1708048"/>
                  </a:lnTo>
                  <a:lnTo>
                    <a:pt x="6769" y="1751291"/>
                  </a:lnTo>
                  <a:lnTo>
                    <a:pt x="26898" y="1792249"/>
                  </a:lnTo>
                  <a:lnTo>
                    <a:pt x="54902" y="1826247"/>
                  </a:lnTo>
                  <a:lnTo>
                    <a:pt x="91909" y="1862213"/>
                  </a:lnTo>
                  <a:lnTo>
                    <a:pt x="133426" y="1896097"/>
                  </a:lnTo>
                  <a:lnTo>
                    <a:pt x="174955" y="1923859"/>
                  </a:lnTo>
                  <a:lnTo>
                    <a:pt x="211988" y="1941474"/>
                  </a:lnTo>
                  <a:lnTo>
                    <a:pt x="240030" y="1944878"/>
                  </a:lnTo>
                  <a:lnTo>
                    <a:pt x="552767" y="1943506"/>
                  </a:lnTo>
                  <a:lnTo>
                    <a:pt x="1225702" y="1943912"/>
                  </a:lnTo>
                  <a:lnTo>
                    <a:pt x="2199779" y="1945589"/>
                  </a:lnTo>
                  <a:lnTo>
                    <a:pt x="2247265" y="1943442"/>
                  </a:lnTo>
                  <a:lnTo>
                    <a:pt x="2294686" y="1938375"/>
                  </a:lnTo>
                  <a:lnTo>
                    <a:pt x="2341422" y="1930031"/>
                  </a:lnTo>
                  <a:lnTo>
                    <a:pt x="2386876" y="1918055"/>
                  </a:lnTo>
                  <a:lnTo>
                    <a:pt x="2430462" y="1902079"/>
                  </a:lnTo>
                  <a:lnTo>
                    <a:pt x="2471559" y="1881746"/>
                  </a:lnTo>
                  <a:lnTo>
                    <a:pt x="2509583" y="1856701"/>
                  </a:lnTo>
                  <a:lnTo>
                    <a:pt x="2543924" y="1826590"/>
                  </a:lnTo>
                  <a:lnTo>
                    <a:pt x="2573985" y="1791055"/>
                  </a:lnTo>
                  <a:lnTo>
                    <a:pt x="2599398" y="1746885"/>
                  </a:lnTo>
                  <a:lnTo>
                    <a:pt x="2616047" y="1699018"/>
                  </a:lnTo>
                  <a:lnTo>
                    <a:pt x="2625496" y="1648498"/>
                  </a:lnTo>
                  <a:lnTo>
                    <a:pt x="2629331" y="1596351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7872063" y="6418890"/>
              <a:ext cx="800735" cy="1369060"/>
            </a:xfrm>
            <a:custGeom>
              <a:avLst/>
              <a:gdLst/>
              <a:ahLst/>
              <a:cxnLst/>
              <a:rect l="l" t="t" r="r" b="b"/>
              <a:pathLst>
                <a:path w="800734" h="1369059">
                  <a:moveTo>
                    <a:pt x="106286" y="1220241"/>
                  </a:moveTo>
                  <a:lnTo>
                    <a:pt x="103784" y="1173949"/>
                  </a:lnTo>
                  <a:lnTo>
                    <a:pt x="97205" y="1124623"/>
                  </a:lnTo>
                  <a:lnTo>
                    <a:pt x="85953" y="1076134"/>
                  </a:lnTo>
                  <a:lnTo>
                    <a:pt x="71958" y="1031938"/>
                  </a:lnTo>
                  <a:lnTo>
                    <a:pt x="56019" y="993152"/>
                  </a:lnTo>
                  <a:lnTo>
                    <a:pt x="35890" y="953249"/>
                  </a:lnTo>
                  <a:lnTo>
                    <a:pt x="4889" y="905294"/>
                  </a:lnTo>
                  <a:lnTo>
                    <a:pt x="723" y="899807"/>
                  </a:lnTo>
                  <a:lnTo>
                    <a:pt x="0" y="900315"/>
                  </a:lnTo>
                  <a:lnTo>
                    <a:pt x="3467" y="906284"/>
                  </a:lnTo>
                  <a:lnTo>
                    <a:pt x="17360" y="928497"/>
                  </a:lnTo>
                  <a:lnTo>
                    <a:pt x="32105" y="955306"/>
                  </a:lnTo>
                  <a:lnTo>
                    <a:pt x="51168" y="995299"/>
                  </a:lnTo>
                  <a:lnTo>
                    <a:pt x="66421" y="1033932"/>
                  </a:lnTo>
                  <a:lnTo>
                    <a:pt x="79908" y="1077772"/>
                  </a:lnTo>
                  <a:lnTo>
                    <a:pt x="90919" y="1125766"/>
                  </a:lnTo>
                  <a:lnTo>
                    <a:pt x="97548" y="1174546"/>
                  </a:lnTo>
                  <a:lnTo>
                    <a:pt x="100393" y="1220330"/>
                  </a:lnTo>
                  <a:lnTo>
                    <a:pt x="100368" y="1241691"/>
                  </a:lnTo>
                  <a:lnTo>
                    <a:pt x="98564" y="1280642"/>
                  </a:lnTo>
                  <a:lnTo>
                    <a:pt x="91694" y="1336281"/>
                  </a:lnTo>
                  <a:lnTo>
                    <a:pt x="86525" y="1361973"/>
                  </a:lnTo>
                  <a:lnTo>
                    <a:pt x="85394" y="1368780"/>
                  </a:lnTo>
                  <a:lnTo>
                    <a:pt x="85826" y="1368894"/>
                  </a:lnTo>
                  <a:lnTo>
                    <a:pt x="86258" y="1369009"/>
                  </a:lnTo>
                  <a:lnTo>
                    <a:pt x="88201" y="1362392"/>
                  </a:lnTo>
                  <a:lnTo>
                    <a:pt x="100291" y="1306576"/>
                  </a:lnTo>
                  <a:lnTo>
                    <a:pt x="105041" y="1262151"/>
                  </a:lnTo>
                  <a:lnTo>
                    <a:pt x="105994" y="1241818"/>
                  </a:lnTo>
                  <a:lnTo>
                    <a:pt x="106286" y="1220241"/>
                  </a:lnTo>
                  <a:close/>
                </a:path>
                <a:path w="800734" h="1369059">
                  <a:moveTo>
                    <a:pt x="670509" y="1082763"/>
                  </a:moveTo>
                  <a:lnTo>
                    <a:pt x="642302" y="1022197"/>
                  </a:lnTo>
                  <a:lnTo>
                    <a:pt x="618947" y="981849"/>
                  </a:lnTo>
                  <a:lnTo>
                    <a:pt x="594842" y="945337"/>
                  </a:lnTo>
                  <a:lnTo>
                    <a:pt x="565670" y="906767"/>
                  </a:lnTo>
                  <a:lnTo>
                    <a:pt x="531888" y="867321"/>
                  </a:lnTo>
                  <a:lnTo>
                    <a:pt x="495300" y="830465"/>
                  </a:lnTo>
                  <a:lnTo>
                    <a:pt x="459219" y="798258"/>
                  </a:lnTo>
                  <a:lnTo>
                    <a:pt x="424776" y="771271"/>
                  </a:lnTo>
                  <a:lnTo>
                    <a:pt x="386435" y="744715"/>
                  </a:lnTo>
                  <a:lnTo>
                    <a:pt x="334810" y="714895"/>
                  </a:lnTo>
                  <a:lnTo>
                    <a:pt x="328383" y="711708"/>
                  </a:lnTo>
                  <a:lnTo>
                    <a:pt x="327952" y="712482"/>
                  </a:lnTo>
                  <a:lnTo>
                    <a:pt x="333997" y="716407"/>
                  </a:lnTo>
                  <a:lnTo>
                    <a:pt x="357390" y="730631"/>
                  </a:lnTo>
                  <a:lnTo>
                    <a:pt x="384073" y="748296"/>
                  </a:lnTo>
                  <a:lnTo>
                    <a:pt x="421589" y="775500"/>
                  </a:lnTo>
                  <a:lnTo>
                    <a:pt x="455422" y="802767"/>
                  </a:lnTo>
                  <a:lnTo>
                    <a:pt x="490982" y="834999"/>
                  </a:lnTo>
                  <a:lnTo>
                    <a:pt x="527189" y="871664"/>
                  </a:lnTo>
                  <a:lnTo>
                    <a:pt x="560793" y="910704"/>
                  </a:lnTo>
                  <a:lnTo>
                    <a:pt x="590042" y="948753"/>
                  </a:lnTo>
                  <a:lnTo>
                    <a:pt x="614464" y="984681"/>
                  </a:lnTo>
                  <a:lnTo>
                    <a:pt x="638543" y="1024280"/>
                  </a:lnTo>
                  <a:lnTo>
                    <a:pt x="666280" y="1076782"/>
                  </a:lnTo>
                  <a:lnTo>
                    <a:pt x="669696" y="1083119"/>
                  </a:lnTo>
                  <a:lnTo>
                    <a:pt x="670102" y="1082941"/>
                  </a:lnTo>
                  <a:lnTo>
                    <a:pt x="670509" y="1082763"/>
                  </a:lnTo>
                  <a:close/>
                </a:path>
                <a:path w="800734" h="1369059">
                  <a:moveTo>
                    <a:pt x="800709" y="431"/>
                  </a:moveTo>
                  <a:lnTo>
                    <a:pt x="800658" y="203"/>
                  </a:lnTo>
                  <a:lnTo>
                    <a:pt x="800608" y="0"/>
                  </a:lnTo>
                  <a:lnTo>
                    <a:pt x="797509" y="622"/>
                  </a:lnTo>
                  <a:lnTo>
                    <a:pt x="747979" y="14986"/>
                  </a:lnTo>
                  <a:lnTo>
                    <a:pt x="703199" y="34620"/>
                  </a:lnTo>
                  <a:lnTo>
                    <a:pt x="650062" y="65798"/>
                  </a:lnTo>
                  <a:lnTo>
                    <a:pt x="593140" y="110629"/>
                  </a:lnTo>
                  <a:lnTo>
                    <a:pt x="564476" y="138150"/>
                  </a:lnTo>
                  <a:lnTo>
                    <a:pt x="536384" y="169062"/>
                  </a:lnTo>
                  <a:lnTo>
                    <a:pt x="509282" y="203174"/>
                  </a:lnTo>
                  <a:lnTo>
                    <a:pt x="483514" y="240220"/>
                  </a:lnTo>
                  <a:lnTo>
                    <a:pt x="459435" y="279971"/>
                  </a:lnTo>
                  <a:lnTo>
                    <a:pt x="437946" y="321157"/>
                  </a:lnTo>
                  <a:lnTo>
                    <a:pt x="419074" y="362089"/>
                  </a:lnTo>
                  <a:lnTo>
                    <a:pt x="402577" y="402361"/>
                  </a:lnTo>
                  <a:lnTo>
                    <a:pt x="388251" y="441502"/>
                  </a:lnTo>
                  <a:lnTo>
                    <a:pt x="375780" y="479145"/>
                  </a:lnTo>
                  <a:lnTo>
                    <a:pt x="355447" y="548487"/>
                  </a:lnTo>
                  <a:lnTo>
                    <a:pt x="340118" y="607949"/>
                  </a:lnTo>
                  <a:lnTo>
                    <a:pt x="324599" y="673963"/>
                  </a:lnTo>
                  <a:lnTo>
                    <a:pt x="317284" y="708787"/>
                  </a:lnTo>
                  <a:lnTo>
                    <a:pt x="317715" y="708888"/>
                  </a:lnTo>
                  <a:lnTo>
                    <a:pt x="318655" y="705866"/>
                  </a:lnTo>
                  <a:lnTo>
                    <a:pt x="351612" y="580758"/>
                  </a:lnTo>
                  <a:lnTo>
                    <a:pt x="363359" y="539000"/>
                  </a:lnTo>
                  <a:lnTo>
                    <a:pt x="377240" y="492925"/>
                  </a:lnTo>
                  <a:lnTo>
                    <a:pt x="393776" y="443407"/>
                  </a:lnTo>
                  <a:lnTo>
                    <a:pt x="413550" y="391337"/>
                  </a:lnTo>
                  <a:lnTo>
                    <a:pt x="437121" y="337604"/>
                  </a:lnTo>
                  <a:lnTo>
                    <a:pt x="465023" y="283095"/>
                  </a:lnTo>
                  <a:lnTo>
                    <a:pt x="488861" y="243674"/>
                  </a:lnTo>
                  <a:lnTo>
                    <a:pt x="514311" y="206895"/>
                  </a:lnTo>
                  <a:lnTo>
                    <a:pt x="541045" y="173012"/>
                  </a:lnTo>
                  <a:lnTo>
                    <a:pt x="568706" y="142240"/>
                  </a:lnTo>
                  <a:lnTo>
                    <a:pt x="596925" y="114795"/>
                  </a:lnTo>
                  <a:lnTo>
                    <a:pt x="652856" y="69862"/>
                  </a:lnTo>
                  <a:lnTo>
                    <a:pt x="705053" y="38239"/>
                  </a:lnTo>
                  <a:lnTo>
                    <a:pt x="749058" y="17830"/>
                  </a:lnTo>
                  <a:lnTo>
                    <a:pt x="787133" y="4787"/>
                  </a:lnTo>
                  <a:lnTo>
                    <a:pt x="800709" y="431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765955" y="8044789"/>
              <a:ext cx="329367" cy="248903"/>
            </a:xfrm>
            <a:prstGeom prst="rect">
              <a:avLst/>
            </a:prstGeom>
          </p:spPr>
        </p:pic>
      </p:grpSp>
      <p:pic>
        <p:nvPicPr>
          <p:cNvPr id="149" name="object 14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701540" y="6282486"/>
            <a:ext cx="1590705" cy="2039531"/>
          </a:xfrm>
          <a:prstGeom prst="rect">
            <a:avLst/>
          </a:prstGeom>
        </p:spPr>
      </p:pic>
      <p:grpSp>
        <p:nvGrpSpPr>
          <p:cNvPr id="150" name="object 150" descr=""/>
          <p:cNvGrpSpPr/>
          <p:nvPr/>
        </p:nvGrpSpPr>
        <p:grpSpPr>
          <a:xfrm>
            <a:off x="11144673" y="5867785"/>
            <a:ext cx="1128395" cy="2449195"/>
            <a:chOff x="11144673" y="5867785"/>
            <a:chExt cx="1128395" cy="2449195"/>
          </a:xfrm>
        </p:grpSpPr>
        <p:sp>
          <p:nvSpPr>
            <p:cNvPr id="151" name="object 151" descr=""/>
            <p:cNvSpPr/>
            <p:nvPr/>
          </p:nvSpPr>
          <p:spPr>
            <a:xfrm>
              <a:off x="11282896" y="7287024"/>
              <a:ext cx="885190" cy="947419"/>
            </a:xfrm>
            <a:custGeom>
              <a:avLst/>
              <a:gdLst/>
              <a:ahLst/>
              <a:cxnLst/>
              <a:rect l="l" t="t" r="r" b="b"/>
              <a:pathLst>
                <a:path w="885190" h="947420">
                  <a:moveTo>
                    <a:pt x="884682" y="673"/>
                  </a:moveTo>
                  <a:lnTo>
                    <a:pt x="0" y="0"/>
                  </a:lnTo>
                  <a:lnTo>
                    <a:pt x="135242" y="60147"/>
                  </a:lnTo>
                  <a:lnTo>
                    <a:pt x="227152" y="91033"/>
                  </a:lnTo>
                  <a:lnTo>
                    <a:pt x="317906" y="102412"/>
                  </a:lnTo>
                  <a:lnTo>
                    <a:pt x="384937" y="103251"/>
                  </a:lnTo>
                  <a:lnTo>
                    <a:pt x="384937" y="892848"/>
                  </a:lnTo>
                  <a:lnTo>
                    <a:pt x="42672" y="892848"/>
                  </a:lnTo>
                  <a:lnTo>
                    <a:pt x="42672" y="946848"/>
                  </a:lnTo>
                  <a:lnTo>
                    <a:pt x="823137" y="946848"/>
                  </a:lnTo>
                  <a:lnTo>
                    <a:pt x="823137" y="892848"/>
                  </a:lnTo>
                  <a:lnTo>
                    <a:pt x="472871" y="892848"/>
                  </a:lnTo>
                  <a:lnTo>
                    <a:pt x="472871" y="101625"/>
                  </a:lnTo>
                  <a:lnTo>
                    <a:pt x="604266" y="87884"/>
                  </a:lnTo>
                  <a:lnTo>
                    <a:pt x="744181" y="52349"/>
                  </a:lnTo>
                  <a:lnTo>
                    <a:pt x="845591" y="16814"/>
                  </a:lnTo>
                  <a:lnTo>
                    <a:pt x="884682" y="673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2" name="object 15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297952" y="8197568"/>
              <a:ext cx="119127" cy="119116"/>
            </a:xfrm>
            <a:prstGeom prst="rect">
              <a:avLst/>
            </a:prstGeom>
          </p:spPr>
        </p:pic>
        <p:pic>
          <p:nvPicPr>
            <p:cNvPr id="153" name="object 15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644751" y="8197568"/>
              <a:ext cx="119127" cy="119116"/>
            </a:xfrm>
            <a:prstGeom prst="rect">
              <a:avLst/>
            </a:prstGeom>
          </p:spPr>
        </p:pic>
        <p:pic>
          <p:nvPicPr>
            <p:cNvPr id="154" name="object 15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046476" y="8197568"/>
              <a:ext cx="119127" cy="119116"/>
            </a:xfrm>
            <a:prstGeom prst="rect">
              <a:avLst/>
            </a:prstGeom>
          </p:spPr>
        </p:pic>
        <p:sp>
          <p:nvSpPr>
            <p:cNvPr id="155" name="object 155" descr=""/>
            <p:cNvSpPr/>
            <p:nvPr/>
          </p:nvSpPr>
          <p:spPr>
            <a:xfrm>
              <a:off x="11591176" y="7593793"/>
              <a:ext cx="141605" cy="119380"/>
            </a:xfrm>
            <a:custGeom>
              <a:avLst/>
              <a:gdLst/>
              <a:ahLst/>
              <a:cxnLst/>
              <a:rect l="l" t="t" r="r" b="b"/>
              <a:pathLst>
                <a:path w="141604" h="119379">
                  <a:moveTo>
                    <a:pt x="141376" y="34645"/>
                  </a:moveTo>
                  <a:lnTo>
                    <a:pt x="43548" y="34645"/>
                  </a:lnTo>
                  <a:lnTo>
                    <a:pt x="43548" y="0"/>
                  </a:lnTo>
                  <a:lnTo>
                    <a:pt x="0" y="0"/>
                  </a:lnTo>
                  <a:lnTo>
                    <a:pt x="0" y="118795"/>
                  </a:lnTo>
                  <a:lnTo>
                    <a:pt x="43548" y="118795"/>
                  </a:lnTo>
                  <a:lnTo>
                    <a:pt x="43548" y="84150"/>
                  </a:lnTo>
                  <a:lnTo>
                    <a:pt x="141376" y="84150"/>
                  </a:lnTo>
                  <a:lnTo>
                    <a:pt x="141376" y="34645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1144669" y="5867786"/>
              <a:ext cx="1128395" cy="1419860"/>
            </a:xfrm>
            <a:custGeom>
              <a:avLst/>
              <a:gdLst/>
              <a:ahLst/>
              <a:cxnLst/>
              <a:rect l="l" t="t" r="r" b="b"/>
              <a:pathLst>
                <a:path w="1128395" h="1419859">
                  <a:moveTo>
                    <a:pt x="1128268" y="1287018"/>
                  </a:moveTo>
                  <a:lnTo>
                    <a:pt x="1118552" y="70535"/>
                  </a:lnTo>
                  <a:lnTo>
                    <a:pt x="1113574" y="46545"/>
                  </a:lnTo>
                  <a:lnTo>
                    <a:pt x="1100328" y="26924"/>
                  </a:lnTo>
                  <a:lnTo>
                    <a:pt x="1080770" y="13601"/>
                  </a:lnTo>
                  <a:lnTo>
                    <a:pt x="1056805" y="8521"/>
                  </a:lnTo>
                  <a:lnTo>
                    <a:pt x="367665" y="0"/>
                  </a:lnTo>
                  <a:lnTo>
                    <a:pt x="344373" y="4178"/>
                  </a:lnTo>
                  <a:lnTo>
                    <a:pt x="324878" y="16230"/>
                  </a:lnTo>
                  <a:lnTo>
                    <a:pt x="311010" y="34480"/>
                  </a:lnTo>
                  <a:lnTo>
                    <a:pt x="304609" y="57264"/>
                  </a:lnTo>
                  <a:lnTo>
                    <a:pt x="200888" y="1287018"/>
                  </a:lnTo>
                  <a:lnTo>
                    <a:pt x="66103" y="1287018"/>
                  </a:lnTo>
                  <a:lnTo>
                    <a:pt x="40373" y="1292212"/>
                  </a:lnTo>
                  <a:lnTo>
                    <a:pt x="19354" y="1306385"/>
                  </a:lnTo>
                  <a:lnTo>
                    <a:pt x="5194" y="1327404"/>
                  </a:lnTo>
                  <a:lnTo>
                    <a:pt x="0" y="1353134"/>
                  </a:lnTo>
                  <a:lnTo>
                    <a:pt x="5194" y="1378864"/>
                  </a:lnTo>
                  <a:lnTo>
                    <a:pt x="19354" y="1399870"/>
                  </a:lnTo>
                  <a:lnTo>
                    <a:pt x="40373" y="1414043"/>
                  </a:lnTo>
                  <a:lnTo>
                    <a:pt x="66103" y="1419237"/>
                  </a:lnTo>
                  <a:lnTo>
                    <a:pt x="1042568" y="1419237"/>
                  </a:lnTo>
                  <a:lnTo>
                    <a:pt x="1075931" y="1412506"/>
                  </a:lnTo>
                  <a:lnTo>
                    <a:pt x="1103160" y="1394142"/>
                  </a:lnTo>
                  <a:lnTo>
                    <a:pt x="1121524" y="1366901"/>
                  </a:lnTo>
                  <a:lnTo>
                    <a:pt x="1128255" y="1333550"/>
                  </a:lnTo>
                  <a:lnTo>
                    <a:pt x="1128255" y="128703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1194250" y="6668572"/>
              <a:ext cx="939800" cy="520700"/>
            </a:xfrm>
            <a:custGeom>
              <a:avLst/>
              <a:gdLst/>
              <a:ahLst/>
              <a:cxnLst/>
              <a:rect l="l" t="t" r="r" b="b"/>
              <a:pathLst>
                <a:path w="939800" h="520700">
                  <a:moveTo>
                    <a:pt x="917105" y="516737"/>
                  </a:moveTo>
                  <a:lnTo>
                    <a:pt x="749935" y="516737"/>
                  </a:lnTo>
                  <a:lnTo>
                    <a:pt x="749935" y="515467"/>
                  </a:lnTo>
                  <a:lnTo>
                    <a:pt x="146850" y="515467"/>
                  </a:lnTo>
                  <a:lnTo>
                    <a:pt x="146850" y="516737"/>
                  </a:lnTo>
                  <a:lnTo>
                    <a:pt x="0" y="516737"/>
                  </a:lnTo>
                  <a:lnTo>
                    <a:pt x="0" y="518007"/>
                  </a:lnTo>
                  <a:lnTo>
                    <a:pt x="165" y="518007"/>
                  </a:lnTo>
                  <a:lnTo>
                    <a:pt x="165" y="519277"/>
                  </a:lnTo>
                  <a:lnTo>
                    <a:pt x="168008" y="519277"/>
                  </a:lnTo>
                  <a:lnTo>
                    <a:pt x="168008" y="520547"/>
                  </a:lnTo>
                  <a:lnTo>
                    <a:pt x="769696" y="520547"/>
                  </a:lnTo>
                  <a:lnTo>
                    <a:pt x="769696" y="519277"/>
                  </a:lnTo>
                  <a:lnTo>
                    <a:pt x="916927" y="519277"/>
                  </a:lnTo>
                  <a:lnTo>
                    <a:pt x="916927" y="518007"/>
                  </a:lnTo>
                  <a:lnTo>
                    <a:pt x="917105" y="518007"/>
                  </a:lnTo>
                  <a:lnTo>
                    <a:pt x="917105" y="516737"/>
                  </a:lnTo>
                  <a:close/>
                </a:path>
                <a:path w="939800" h="520700">
                  <a:moveTo>
                    <a:pt x="939698" y="175260"/>
                  </a:moveTo>
                  <a:lnTo>
                    <a:pt x="939457" y="175260"/>
                  </a:lnTo>
                  <a:lnTo>
                    <a:pt x="939457" y="105410"/>
                  </a:lnTo>
                  <a:lnTo>
                    <a:pt x="938999" y="105410"/>
                  </a:lnTo>
                  <a:lnTo>
                    <a:pt x="938999" y="49530"/>
                  </a:lnTo>
                  <a:lnTo>
                    <a:pt x="938377" y="49530"/>
                  </a:lnTo>
                  <a:lnTo>
                    <a:pt x="938377" y="12700"/>
                  </a:lnTo>
                  <a:lnTo>
                    <a:pt x="937615" y="12700"/>
                  </a:lnTo>
                  <a:lnTo>
                    <a:pt x="937615" y="0"/>
                  </a:lnTo>
                  <a:lnTo>
                    <a:pt x="936840" y="0"/>
                  </a:lnTo>
                  <a:lnTo>
                    <a:pt x="936840" y="12700"/>
                  </a:lnTo>
                  <a:lnTo>
                    <a:pt x="936091" y="12700"/>
                  </a:lnTo>
                  <a:lnTo>
                    <a:pt x="936091" y="49530"/>
                  </a:lnTo>
                  <a:lnTo>
                    <a:pt x="935456" y="49530"/>
                  </a:lnTo>
                  <a:lnTo>
                    <a:pt x="935456" y="105410"/>
                  </a:lnTo>
                  <a:lnTo>
                    <a:pt x="935012" y="105410"/>
                  </a:lnTo>
                  <a:lnTo>
                    <a:pt x="935012" y="175260"/>
                  </a:lnTo>
                  <a:lnTo>
                    <a:pt x="934758" y="175260"/>
                  </a:lnTo>
                  <a:lnTo>
                    <a:pt x="934758" y="256540"/>
                  </a:lnTo>
                  <a:lnTo>
                    <a:pt x="934758" y="337820"/>
                  </a:lnTo>
                  <a:lnTo>
                    <a:pt x="935012" y="337820"/>
                  </a:lnTo>
                  <a:lnTo>
                    <a:pt x="935012" y="407670"/>
                  </a:lnTo>
                  <a:lnTo>
                    <a:pt x="935456" y="407670"/>
                  </a:lnTo>
                  <a:lnTo>
                    <a:pt x="935456" y="463550"/>
                  </a:lnTo>
                  <a:lnTo>
                    <a:pt x="936091" y="463550"/>
                  </a:lnTo>
                  <a:lnTo>
                    <a:pt x="936091" y="500380"/>
                  </a:lnTo>
                  <a:lnTo>
                    <a:pt x="936853" y="500380"/>
                  </a:lnTo>
                  <a:lnTo>
                    <a:pt x="936853" y="513080"/>
                  </a:lnTo>
                  <a:lnTo>
                    <a:pt x="937615" y="513080"/>
                  </a:lnTo>
                  <a:lnTo>
                    <a:pt x="937615" y="500380"/>
                  </a:lnTo>
                  <a:lnTo>
                    <a:pt x="938377" y="500380"/>
                  </a:lnTo>
                  <a:lnTo>
                    <a:pt x="938377" y="463550"/>
                  </a:lnTo>
                  <a:lnTo>
                    <a:pt x="938999" y="463550"/>
                  </a:lnTo>
                  <a:lnTo>
                    <a:pt x="938999" y="407670"/>
                  </a:lnTo>
                  <a:lnTo>
                    <a:pt x="939457" y="407670"/>
                  </a:lnTo>
                  <a:lnTo>
                    <a:pt x="939457" y="337820"/>
                  </a:lnTo>
                  <a:lnTo>
                    <a:pt x="939698" y="337820"/>
                  </a:lnTo>
                  <a:lnTo>
                    <a:pt x="939698" y="256540"/>
                  </a:lnTo>
                  <a:lnTo>
                    <a:pt x="939698" y="17526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8" name="object 158" descr=""/>
          <p:cNvSpPr/>
          <p:nvPr/>
        </p:nvSpPr>
        <p:spPr>
          <a:xfrm>
            <a:off x="12380146" y="6594269"/>
            <a:ext cx="253365" cy="1724660"/>
          </a:xfrm>
          <a:custGeom>
            <a:avLst/>
            <a:gdLst/>
            <a:ahLst/>
            <a:cxnLst/>
            <a:rect l="l" t="t" r="r" b="b"/>
            <a:pathLst>
              <a:path w="253365" h="1724659">
                <a:moveTo>
                  <a:pt x="78426" y="0"/>
                </a:moveTo>
                <a:lnTo>
                  <a:pt x="0" y="0"/>
                </a:lnTo>
                <a:lnTo>
                  <a:pt x="0" y="17727"/>
                </a:lnTo>
                <a:lnTo>
                  <a:pt x="172696" y="1724544"/>
                </a:lnTo>
                <a:lnTo>
                  <a:pt x="253238" y="1724544"/>
                </a:lnTo>
                <a:lnTo>
                  <a:pt x="78426" y="0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9" name="object 159" descr=""/>
          <p:cNvGrpSpPr/>
          <p:nvPr/>
        </p:nvGrpSpPr>
        <p:grpSpPr>
          <a:xfrm>
            <a:off x="9801687" y="6007006"/>
            <a:ext cx="2964180" cy="2312035"/>
            <a:chOff x="9801687" y="6007006"/>
            <a:chExt cx="2964180" cy="2312035"/>
          </a:xfrm>
        </p:grpSpPr>
        <p:sp>
          <p:nvSpPr>
            <p:cNvPr id="160" name="object 160" descr=""/>
            <p:cNvSpPr/>
            <p:nvPr/>
          </p:nvSpPr>
          <p:spPr>
            <a:xfrm>
              <a:off x="9801682" y="6541725"/>
              <a:ext cx="2964180" cy="1777364"/>
            </a:xfrm>
            <a:custGeom>
              <a:avLst/>
              <a:gdLst/>
              <a:ahLst/>
              <a:cxnLst/>
              <a:rect l="l" t="t" r="r" b="b"/>
              <a:pathLst>
                <a:path w="2964179" h="1777365">
                  <a:moveTo>
                    <a:pt x="2964103" y="0"/>
                  </a:moveTo>
                  <a:lnTo>
                    <a:pt x="0" y="0"/>
                  </a:lnTo>
                  <a:lnTo>
                    <a:pt x="0" y="72351"/>
                  </a:lnTo>
                  <a:lnTo>
                    <a:pt x="284848" y="72656"/>
                  </a:lnTo>
                  <a:lnTo>
                    <a:pt x="106235" y="1777098"/>
                  </a:lnTo>
                  <a:lnTo>
                    <a:pt x="194589" y="1774875"/>
                  </a:lnTo>
                  <a:lnTo>
                    <a:pt x="365137" y="72732"/>
                  </a:lnTo>
                  <a:lnTo>
                    <a:pt x="2963024" y="75399"/>
                  </a:lnTo>
                  <a:lnTo>
                    <a:pt x="2964103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9809823" y="6501326"/>
              <a:ext cx="2955925" cy="118745"/>
            </a:xfrm>
            <a:custGeom>
              <a:avLst/>
              <a:gdLst/>
              <a:ahLst/>
              <a:cxnLst/>
              <a:rect l="l" t="t" r="r" b="b"/>
              <a:pathLst>
                <a:path w="2955925" h="118745">
                  <a:moveTo>
                    <a:pt x="2326690" y="40398"/>
                  </a:moveTo>
                  <a:lnTo>
                    <a:pt x="2323515" y="24676"/>
                  </a:lnTo>
                  <a:lnTo>
                    <a:pt x="2314854" y="11836"/>
                  </a:lnTo>
                  <a:lnTo>
                    <a:pt x="2302027" y="3175"/>
                  </a:lnTo>
                  <a:lnTo>
                    <a:pt x="2286304" y="0"/>
                  </a:lnTo>
                  <a:lnTo>
                    <a:pt x="1739607" y="0"/>
                  </a:lnTo>
                  <a:lnTo>
                    <a:pt x="1723885" y="3175"/>
                  </a:lnTo>
                  <a:lnTo>
                    <a:pt x="1711045" y="11836"/>
                  </a:lnTo>
                  <a:lnTo>
                    <a:pt x="1702384" y="24676"/>
                  </a:lnTo>
                  <a:lnTo>
                    <a:pt x="1699209" y="40398"/>
                  </a:lnTo>
                  <a:lnTo>
                    <a:pt x="2326690" y="40398"/>
                  </a:lnTo>
                  <a:close/>
                </a:path>
                <a:path w="2955925" h="118745">
                  <a:moveTo>
                    <a:pt x="2955569" y="115760"/>
                  </a:moveTo>
                  <a:lnTo>
                    <a:pt x="2953232" y="115608"/>
                  </a:lnTo>
                  <a:lnTo>
                    <a:pt x="2815183" y="114642"/>
                  </a:lnTo>
                  <a:lnTo>
                    <a:pt x="920902" y="113334"/>
                  </a:lnTo>
                  <a:lnTo>
                    <a:pt x="20675" y="115328"/>
                  </a:lnTo>
                  <a:lnTo>
                    <a:pt x="0" y="115760"/>
                  </a:lnTo>
                  <a:lnTo>
                    <a:pt x="2336" y="115912"/>
                  </a:lnTo>
                  <a:lnTo>
                    <a:pt x="140411" y="116878"/>
                  </a:lnTo>
                  <a:lnTo>
                    <a:pt x="2034654" y="118186"/>
                  </a:lnTo>
                  <a:lnTo>
                    <a:pt x="2934893" y="116205"/>
                  </a:lnTo>
                  <a:lnTo>
                    <a:pt x="2955569" y="11576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0302081" y="6007010"/>
              <a:ext cx="1118235" cy="535305"/>
            </a:xfrm>
            <a:custGeom>
              <a:avLst/>
              <a:gdLst/>
              <a:ahLst/>
              <a:cxnLst/>
              <a:rect l="l" t="t" r="r" b="b"/>
              <a:pathLst>
                <a:path w="1118234" h="535304">
                  <a:moveTo>
                    <a:pt x="646922" y="0"/>
                  </a:moveTo>
                  <a:lnTo>
                    <a:pt x="40480" y="0"/>
                  </a:lnTo>
                  <a:lnTo>
                    <a:pt x="22209" y="4220"/>
                  </a:lnTo>
                  <a:lnTo>
                    <a:pt x="8213" y="15443"/>
                  </a:lnTo>
                  <a:lnTo>
                    <a:pt x="230" y="31509"/>
                  </a:lnTo>
                  <a:lnTo>
                    <a:pt x="0" y="50260"/>
                  </a:lnTo>
                  <a:lnTo>
                    <a:pt x="99902" y="508392"/>
                  </a:lnTo>
                  <a:lnTo>
                    <a:pt x="104210" y="518984"/>
                  </a:lnTo>
                  <a:lnTo>
                    <a:pt x="111600" y="527309"/>
                  </a:lnTo>
                  <a:lnTo>
                    <a:pt x="121307" y="532754"/>
                  </a:lnTo>
                  <a:lnTo>
                    <a:pt x="132571" y="534706"/>
                  </a:lnTo>
                  <a:lnTo>
                    <a:pt x="1118164" y="534706"/>
                  </a:lnTo>
                  <a:lnTo>
                    <a:pt x="1092552" y="502281"/>
                  </a:lnTo>
                  <a:lnTo>
                    <a:pt x="785839" y="498812"/>
                  </a:lnTo>
                  <a:lnTo>
                    <a:pt x="687497" y="33035"/>
                  </a:lnTo>
                  <a:lnTo>
                    <a:pt x="682236" y="19754"/>
                  </a:lnTo>
                  <a:lnTo>
                    <a:pt x="673080" y="9300"/>
                  </a:lnTo>
                  <a:lnTo>
                    <a:pt x="660988" y="2455"/>
                  </a:lnTo>
                  <a:lnTo>
                    <a:pt x="64692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0948997" y="6007006"/>
              <a:ext cx="120014" cy="535305"/>
            </a:xfrm>
            <a:custGeom>
              <a:avLst/>
              <a:gdLst/>
              <a:ahLst/>
              <a:cxnLst/>
              <a:rect l="l" t="t" r="r" b="b"/>
              <a:pathLst>
                <a:path w="120015" h="535304">
                  <a:moveTo>
                    <a:pt x="0" y="0"/>
                  </a:moveTo>
                  <a:lnTo>
                    <a:pt x="23585" y="109667"/>
                  </a:lnTo>
                  <a:lnTo>
                    <a:pt x="58752" y="267635"/>
                  </a:lnTo>
                  <a:lnTo>
                    <a:pt x="94365" y="425462"/>
                  </a:lnTo>
                  <a:lnTo>
                    <a:pt x="116422" y="521159"/>
                  </a:lnTo>
                  <a:lnTo>
                    <a:pt x="119849" y="534706"/>
                  </a:lnTo>
                  <a:lnTo>
                    <a:pt x="117166" y="520991"/>
                  </a:lnTo>
                  <a:lnTo>
                    <a:pt x="96266" y="425032"/>
                  </a:lnTo>
                  <a:lnTo>
                    <a:pt x="61108" y="267101"/>
                  </a:lnTo>
                  <a:lnTo>
                    <a:pt x="25489" y="109241"/>
                  </a:lnTo>
                  <a:lnTo>
                    <a:pt x="3431" y="135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4" name="object 16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638860" y="6249343"/>
              <a:ext cx="80761" cy="82540"/>
            </a:xfrm>
            <a:prstGeom prst="rect">
              <a:avLst/>
            </a:prstGeom>
          </p:spPr>
        </p:pic>
        <p:sp>
          <p:nvSpPr>
            <p:cNvPr id="165" name="object 165" descr=""/>
            <p:cNvSpPr/>
            <p:nvPr/>
          </p:nvSpPr>
          <p:spPr>
            <a:xfrm>
              <a:off x="11201438" y="6513493"/>
              <a:ext cx="452120" cy="106680"/>
            </a:xfrm>
            <a:custGeom>
              <a:avLst/>
              <a:gdLst/>
              <a:ahLst/>
              <a:cxnLst/>
              <a:rect l="l" t="t" r="r" b="b"/>
              <a:pathLst>
                <a:path w="452120" h="106679">
                  <a:moveTo>
                    <a:pt x="448335" y="8547"/>
                  </a:moveTo>
                  <a:lnTo>
                    <a:pt x="447548" y="7658"/>
                  </a:lnTo>
                  <a:lnTo>
                    <a:pt x="447281" y="7810"/>
                  </a:lnTo>
                  <a:lnTo>
                    <a:pt x="448335" y="8547"/>
                  </a:lnTo>
                  <a:close/>
                </a:path>
                <a:path w="452120" h="106679">
                  <a:moveTo>
                    <a:pt x="449783" y="10591"/>
                  </a:moveTo>
                  <a:lnTo>
                    <a:pt x="449580" y="9436"/>
                  </a:lnTo>
                  <a:lnTo>
                    <a:pt x="448335" y="8547"/>
                  </a:lnTo>
                  <a:lnTo>
                    <a:pt x="448754" y="9029"/>
                  </a:lnTo>
                  <a:lnTo>
                    <a:pt x="449783" y="10591"/>
                  </a:lnTo>
                  <a:close/>
                </a:path>
                <a:path w="452120" h="106679">
                  <a:moveTo>
                    <a:pt x="451840" y="18491"/>
                  </a:moveTo>
                  <a:lnTo>
                    <a:pt x="450862" y="13944"/>
                  </a:lnTo>
                  <a:lnTo>
                    <a:pt x="450456" y="11582"/>
                  </a:lnTo>
                  <a:lnTo>
                    <a:pt x="449783" y="10591"/>
                  </a:lnTo>
                  <a:lnTo>
                    <a:pt x="423875" y="36957"/>
                  </a:lnTo>
                  <a:lnTo>
                    <a:pt x="418045" y="36487"/>
                  </a:lnTo>
                  <a:lnTo>
                    <a:pt x="408889" y="35331"/>
                  </a:lnTo>
                  <a:lnTo>
                    <a:pt x="405599" y="34912"/>
                  </a:lnTo>
                  <a:lnTo>
                    <a:pt x="398843" y="33845"/>
                  </a:lnTo>
                  <a:lnTo>
                    <a:pt x="387959" y="34594"/>
                  </a:lnTo>
                  <a:lnTo>
                    <a:pt x="370344" y="48806"/>
                  </a:lnTo>
                  <a:lnTo>
                    <a:pt x="371424" y="53086"/>
                  </a:lnTo>
                  <a:lnTo>
                    <a:pt x="372554" y="55016"/>
                  </a:lnTo>
                  <a:lnTo>
                    <a:pt x="376669" y="60058"/>
                  </a:lnTo>
                  <a:lnTo>
                    <a:pt x="380453" y="62585"/>
                  </a:lnTo>
                  <a:lnTo>
                    <a:pt x="384568" y="64198"/>
                  </a:lnTo>
                  <a:lnTo>
                    <a:pt x="388607" y="65862"/>
                  </a:lnTo>
                  <a:lnTo>
                    <a:pt x="392811" y="67221"/>
                  </a:lnTo>
                  <a:lnTo>
                    <a:pt x="400265" y="71602"/>
                  </a:lnTo>
                  <a:lnTo>
                    <a:pt x="403390" y="75057"/>
                  </a:lnTo>
                  <a:lnTo>
                    <a:pt x="404139" y="80010"/>
                  </a:lnTo>
                  <a:lnTo>
                    <a:pt x="404761" y="83718"/>
                  </a:lnTo>
                  <a:lnTo>
                    <a:pt x="367842" y="104063"/>
                  </a:lnTo>
                  <a:lnTo>
                    <a:pt x="360057" y="104228"/>
                  </a:lnTo>
                  <a:lnTo>
                    <a:pt x="344195" y="104013"/>
                  </a:lnTo>
                  <a:lnTo>
                    <a:pt x="327977" y="103124"/>
                  </a:lnTo>
                  <a:lnTo>
                    <a:pt x="311442" y="101688"/>
                  </a:lnTo>
                  <a:lnTo>
                    <a:pt x="294601" y="99847"/>
                  </a:lnTo>
                  <a:lnTo>
                    <a:pt x="274129" y="97307"/>
                  </a:lnTo>
                  <a:lnTo>
                    <a:pt x="242392" y="93421"/>
                  </a:lnTo>
                  <a:lnTo>
                    <a:pt x="230822" y="92252"/>
                  </a:lnTo>
                  <a:lnTo>
                    <a:pt x="224421" y="91605"/>
                  </a:lnTo>
                  <a:lnTo>
                    <a:pt x="206375" y="90360"/>
                  </a:lnTo>
                  <a:lnTo>
                    <a:pt x="188531" y="89865"/>
                  </a:lnTo>
                  <a:lnTo>
                    <a:pt x="170929" y="90208"/>
                  </a:lnTo>
                  <a:lnTo>
                    <a:pt x="153670" y="91503"/>
                  </a:lnTo>
                  <a:lnTo>
                    <a:pt x="120230" y="95021"/>
                  </a:lnTo>
                  <a:lnTo>
                    <a:pt x="104051" y="96469"/>
                  </a:lnTo>
                  <a:lnTo>
                    <a:pt x="88214" y="97256"/>
                  </a:lnTo>
                  <a:lnTo>
                    <a:pt x="80441" y="97307"/>
                  </a:lnTo>
                  <a:lnTo>
                    <a:pt x="72783" y="96989"/>
                  </a:lnTo>
                  <a:lnTo>
                    <a:pt x="34632" y="80010"/>
                  </a:lnTo>
                  <a:lnTo>
                    <a:pt x="28206" y="60960"/>
                  </a:lnTo>
                  <a:lnTo>
                    <a:pt x="28308" y="61087"/>
                  </a:lnTo>
                  <a:lnTo>
                    <a:pt x="28790" y="61696"/>
                  </a:lnTo>
                  <a:lnTo>
                    <a:pt x="37782" y="65595"/>
                  </a:lnTo>
                  <a:lnTo>
                    <a:pt x="41262" y="66243"/>
                  </a:lnTo>
                  <a:lnTo>
                    <a:pt x="44754" y="65646"/>
                  </a:lnTo>
                  <a:lnTo>
                    <a:pt x="48260" y="65100"/>
                  </a:lnTo>
                  <a:lnTo>
                    <a:pt x="48717" y="64795"/>
                  </a:lnTo>
                  <a:lnTo>
                    <a:pt x="51600" y="62928"/>
                  </a:lnTo>
                  <a:lnTo>
                    <a:pt x="55829" y="56769"/>
                  </a:lnTo>
                  <a:lnTo>
                    <a:pt x="56934" y="53086"/>
                  </a:lnTo>
                  <a:lnTo>
                    <a:pt x="56997" y="52514"/>
                  </a:lnTo>
                  <a:lnTo>
                    <a:pt x="55359" y="46304"/>
                  </a:lnTo>
                  <a:lnTo>
                    <a:pt x="55359" y="52514"/>
                  </a:lnTo>
                  <a:lnTo>
                    <a:pt x="54343" y="56172"/>
                  </a:lnTo>
                  <a:lnTo>
                    <a:pt x="50558" y="61772"/>
                  </a:lnTo>
                  <a:lnTo>
                    <a:pt x="47650" y="63690"/>
                  </a:lnTo>
                  <a:lnTo>
                    <a:pt x="41338" y="64795"/>
                  </a:lnTo>
                  <a:lnTo>
                    <a:pt x="38138" y="64249"/>
                  </a:lnTo>
                  <a:lnTo>
                    <a:pt x="29654" y="60667"/>
                  </a:lnTo>
                  <a:lnTo>
                    <a:pt x="28549" y="59321"/>
                  </a:lnTo>
                  <a:lnTo>
                    <a:pt x="29108" y="55422"/>
                  </a:lnTo>
                  <a:lnTo>
                    <a:pt x="31013" y="47256"/>
                  </a:lnTo>
                  <a:lnTo>
                    <a:pt x="39357" y="41910"/>
                  </a:lnTo>
                  <a:lnTo>
                    <a:pt x="46736" y="42722"/>
                  </a:lnTo>
                  <a:lnTo>
                    <a:pt x="50431" y="43078"/>
                  </a:lnTo>
                  <a:lnTo>
                    <a:pt x="53505" y="45821"/>
                  </a:lnTo>
                  <a:lnTo>
                    <a:pt x="55359" y="52514"/>
                  </a:lnTo>
                  <a:lnTo>
                    <a:pt x="55359" y="46304"/>
                  </a:lnTo>
                  <a:lnTo>
                    <a:pt x="54952" y="44754"/>
                  </a:lnTo>
                  <a:lnTo>
                    <a:pt x="51739" y="41910"/>
                  </a:lnTo>
                  <a:lnTo>
                    <a:pt x="51244" y="41478"/>
                  </a:lnTo>
                  <a:lnTo>
                    <a:pt x="46964" y="41033"/>
                  </a:lnTo>
                  <a:lnTo>
                    <a:pt x="38595" y="40043"/>
                  </a:lnTo>
                  <a:lnTo>
                    <a:pt x="29527" y="45961"/>
                  </a:lnTo>
                  <a:lnTo>
                    <a:pt x="27317" y="54902"/>
                  </a:lnTo>
                  <a:lnTo>
                    <a:pt x="26962" y="57378"/>
                  </a:lnTo>
                  <a:lnTo>
                    <a:pt x="25781" y="55956"/>
                  </a:lnTo>
                  <a:lnTo>
                    <a:pt x="23647" y="50952"/>
                  </a:lnTo>
                  <a:lnTo>
                    <a:pt x="21590" y="46253"/>
                  </a:lnTo>
                  <a:lnTo>
                    <a:pt x="20942" y="41910"/>
                  </a:lnTo>
                  <a:lnTo>
                    <a:pt x="20828" y="41033"/>
                  </a:lnTo>
                  <a:lnTo>
                    <a:pt x="20497" y="36309"/>
                  </a:lnTo>
                  <a:lnTo>
                    <a:pt x="20053" y="28105"/>
                  </a:lnTo>
                  <a:lnTo>
                    <a:pt x="20713" y="21259"/>
                  </a:lnTo>
                  <a:lnTo>
                    <a:pt x="20624" y="19253"/>
                  </a:lnTo>
                  <a:lnTo>
                    <a:pt x="32385" y="19253"/>
                  </a:lnTo>
                  <a:lnTo>
                    <a:pt x="37706" y="19253"/>
                  </a:lnTo>
                  <a:lnTo>
                    <a:pt x="42024" y="14947"/>
                  </a:lnTo>
                  <a:lnTo>
                    <a:pt x="42024" y="4305"/>
                  </a:lnTo>
                  <a:lnTo>
                    <a:pt x="37706" y="0"/>
                  </a:lnTo>
                  <a:lnTo>
                    <a:pt x="4305" y="0"/>
                  </a:lnTo>
                  <a:lnTo>
                    <a:pt x="0" y="4305"/>
                  </a:lnTo>
                  <a:lnTo>
                    <a:pt x="0" y="14947"/>
                  </a:lnTo>
                  <a:lnTo>
                    <a:pt x="4305" y="19253"/>
                  </a:lnTo>
                  <a:lnTo>
                    <a:pt x="20053" y="19253"/>
                  </a:lnTo>
                  <a:lnTo>
                    <a:pt x="20066" y="21259"/>
                  </a:lnTo>
                  <a:lnTo>
                    <a:pt x="19253" y="28168"/>
                  </a:lnTo>
                  <a:lnTo>
                    <a:pt x="19634" y="37769"/>
                  </a:lnTo>
                  <a:lnTo>
                    <a:pt x="19799" y="40487"/>
                  </a:lnTo>
                  <a:lnTo>
                    <a:pt x="19913" y="41859"/>
                  </a:lnTo>
                  <a:lnTo>
                    <a:pt x="20523" y="46494"/>
                  </a:lnTo>
                  <a:lnTo>
                    <a:pt x="23126" y="52705"/>
                  </a:lnTo>
                  <a:lnTo>
                    <a:pt x="24739" y="56616"/>
                  </a:lnTo>
                  <a:lnTo>
                    <a:pt x="26708" y="59080"/>
                  </a:lnTo>
                  <a:lnTo>
                    <a:pt x="26568" y="60058"/>
                  </a:lnTo>
                  <a:lnTo>
                    <a:pt x="26441" y="62585"/>
                  </a:lnTo>
                  <a:lnTo>
                    <a:pt x="50393" y="94348"/>
                  </a:lnTo>
                  <a:lnTo>
                    <a:pt x="80403" y="99504"/>
                  </a:lnTo>
                  <a:lnTo>
                    <a:pt x="88252" y="99466"/>
                  </a:lnTo>
                  <a:lnTo>
                    <a:pt x="104216" y="98729"/>
                  </a:lnTo>
                  <a:lnTo>
                    <a:pt x="120535" y="97307"/>
                  </a:lnTo>
                  <a:lnTo>
                    <a:pt x="153873" y="93853"/>
                  </a:lnTo>
                  <a:lnTo>
                    <a:pt x="171043" y="92583"/>
                  </a:lnTo>
                  <a:lnTo>
                    <a:pt x="224205" y="94018"/>
                  </a:lnTo>
                  <a:lnTo>
                    <a:pt x="294335" y="102196"/>
                  </a:lnTo>
                  <a:lnTo>
                    <a:pt x="311213" y="104000"/>
                  </a:lnTo>
                  <a:lnTo>
                    <a:pt x="327812" y="105422"/>
                  </a:lnTo>
                  <a:lnTo>
                    <a:pt x="344119" y="106286"/>
                  </a:lnTo>
                  <a:lnTo>
                    <a:pt x="360083" y="106438"/>
                  </a:lnTo>
                  <a:lnTo>
                    <a:pt x="367906" y="106260"/>
                  </a:lnTo>
                  <a:lnTo>
                    <a:pt x="405587" y="86601"/>
                  </a:lnTo>
                  <a:lnTo>
                    <a:pt x="406019" y="79070"/>
                  </a:lnTo>
                  <a:lnTo>
                    <a:pt x="405244" y="74028"/>
                  </a:lnTo>
                  <a:lnTo>
                    <a:pt x="401548" y="70053"/>
                  </a:lnTo>
                  <a:lnTo>
                    <a:pt x="393509" y="65430"/>
                  </a:lnTo>
                  <a:lnTo>
                    <a:pt x="389242" y="64084"/>
                  </a:lnTo>
                  <a:lnTo>
                    <a:pt x="385279" y="62471"/>
                  </a:lnTo>
                  <a:lnTo>
                    <a:pt x="381342" y="60960"/>
                  </a:lnTo>
                  <a:lnTo>
                    <a:pt x="377850" y="58610"/>
                  </a:lnTo>
                  <a:lnTo>
                    <a:pt x="374713" y="54902"/>
                  </a:lnTo>
                  <a:lnTo>
                    <a:pt x="372821" y="52705"/>
                  </a:lnTo>
                  <a:lnTo>
                    <a:pt x="372694" y="52514"/>
                  </a:lnTo>
                  <a:lnTo>
                    <a:pt x="371475" y="48564"/>
                  </a:lnTo>
                  <a:lnTo>
                    <a:pt x="373367" y="44513"/>
                  </a:lnTo>
                  <a:lnTo>
                    <a:pt x="374548" y="41859"/>
                  </a:lnTo>
                  <a:lnTo>
                    <a:pt x="377964" y="39751"/>
                  </a:lnTo>
                  <a:lnTo>
                    <a:pt x="384619" y="36830"/>
                  </a:lnTo>
                  <a:lnTo>
                    <a:pt x="388188" y="36144"/>
                  </a:lnTo>
                  <a:lnTo>
                    <a:pt x="398716" y="35331"/>
                  </a:lnTo>
                  <a:lnTo>
                    <a:pt x="405396" y="36309"/>
                  </a:lnTo>
                  <a:lnTo>
                    <a:pt x="417918" y="37769"/>
                  </a:lnTo>
                  <a:lnTo>
                    <a:pt x="450303" y="26403"/>
                  </a:lnTo>
                  <a:lnTo>
                    <a:pt x="451840" y="18491"/>
                  </a:lnTo>
                  <a:close/>
                </a:path>
              </a:pathLst>
            </a:custGeom>
            <a:solidFill>
              <a:srgbClr val="1A2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1571554" y="6520109"/>
              <a:ext cx="500380" cy="2540"/>
            </a:xfrm>
            <a:custGeom>
              <a:avLst/>
              <a:gdLst/>
              <a:ahLst/>
              <a:cxnLst/>
              <a:rect l="l" t="t" r="r" b="b"/>
              <a:pathLst>
                <a:path w="500379" h="2540">
                  <a:moveTo>
                    <a:pt x="499897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499897" y="2540"/>
                  </a:lnTo>
                  <a:lnTo>
                    <a:pt x="499897" y="1270"/>
                  </a:lnTo>
                  <a:lnTo>
                    <a:pt x="499897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7" name="object 167" descr=""/>
          <p:cNvSpPr/>
          <p:nvPr/>
        </p:nvSpPr>
        <p:spPr>
          <a:xfrm>
            <a:off x="2067568" y="4337194"/>
            <a:ext cx="109855" cy="520700"/>
          </a:xfrm>
          <a:custGeom>
            <a:avLst/>
            <a:gdLst/>
            <a:ahLst/>
            <a:cxnLst/>
            <a:rect l="l" t="t" r="r" b="b"/>
            <a:pathLst>
              <a:path w="109855" h="520700">
                <a:moveTo>
                  <a:pt x="53809" y="0"/>
                </a:moveTo>
                <a:lnTo>
                  <a:pt x="34185" y="60217"/>
                </a:lnTo>
                <a:lnTo>
                  <a:pt x="18485" y="121581"/>
                </a:lnTo>
                <a:lnTo>
                  <a:pt x="5444" y="191475"/>
                </a:lnTo>
                <a:lnTo>
                  <a:pt x="0" y="260672"/>
                </a:lnTo>
                <a:lnTo>
                  <a:pt x="5630" y="341788"/>
                </a:lnTo>
                <a:lnTo>
                  <a:pt x="19118" y="412991"/>
                </a:lnTo>
                <a:lnTo>
                  <a:pt x="35355" y="469621"/>
                </a:lnTo>
                <a:lnTo>
                  <a:pt x="49232" y="507017"/>
                </a:lnTo>
                <a:lnTo>
                  <a:pt x="55642" y="520518"/>
                </a:lnTo>
                <a:lnTo>
                  <a:pt x="62518" y="504586"/>
                </a:lnTo>
                <a:lnTo>
                  <a:pt x="76062" y="462354"/>
                </a:lnTo>
                <a:lnTo>
                  <a:pt x="91566" y="402021"/>
                </a:lnTo>
                <a:lnTo>
                  <a:pt x="104321" y="331782"/>
                </a:lnTo>
                <a:lnTo>
                  <a:pt x="109619" y="259835"/>
                </a:lnTo>
                <a:lnTo>
                  <a:pt x="104094" y="190147"/>
                </a:lnTo>
                <a:lnTo>
                  <a:pt x="90812" y="120375"/>
                </a:lnTo>
                <a:lnTo>
                  <a:pt x="74712" y="59463"/>
                </a:lnTo>
                <a:lnTo>
                  <a:pt x="60731" y="16356"/>
                </a:lnTo>
                <a:lnTo>
                  <a:pt x="53809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 descr=""/>
          <p:cNvSpPr/>
          <p:nvPr/>
        </p:nvSpPr>
        <p:spPr>
          <a:xfrm>
            <a:off x="2201446" y="5875106"/>
            <a:ext cx="426720" cy="240665"/>
          </a:xfrm>
          <a:custGeom>
            <a:avLst/>
            <a:gdLst/>
            <a:ahLst/>
            <a:cxnLst/>
            <a:rect l="l" t="t" r="r" b="b"/>
            <a:pathLst>
              <a:path w="426719" h="240664">
                <a:moveTo>
                  <a:pt x="426133" y="0"/>
                </a:moveTo>
                <a:lnTo>
                  <a:pt x="367769" y="11462"/>
                </a:lnTo>
                <a:lnTo>
                  <a:pt x="310220" y="26712"/>
                </a:lnTo>
                <a:lnTo>
                  <a:pt x="246893" y="48061"/>
                </a:lnTo>
                <a:lnTo>
                  <a:pt x="187638" y="75327"/>
                </a:lnTo>
                <a:lnTo>
                  <a:pt x="123697" y="117122"/>
                </a:lnTo>
                <a:lnTo>
                  <a:pt x="71489" y="160833"/>
                </a:lnTo>
                <a:lnTo>
                  <a:pt x="32487" y="200128"/>
                </a:lnTo>
                <a:lnTo>
                  <a:pt x="0" y="240128"/>
                </a:lnTo>
                <a:lnTo>
                  <a:pt x="16223" y="238466"/>
                </a:lnTo>
                <a:lnTo>
                  <a:pt x="57075" y="230214"/>
                </a:lnTo>
                <a:lnTo>
                  <a:pt x="113678" y="215265"/>
                </a:lnTo>
                <a:lnTo>
                  <a:pt x="177153" y="193510"/>
                </a:lnTo>
                <a:lnTo>
                  <a:pt x="238621" y="164843"/>
                </a:lnTo>
                <a:lnTo>
                  <a:pt x="293247" y="128346"/>
                </a:lnTo>
                <a:lnTo>
                  <a:pt x="344380" y="85466"/>
                </a:lnTo>
                <a:lnTo>
                  <a:pt x="386951" y="44350"/>
                </a:lnTo>
                <a:lnTo>
                  <a:pt x="415892" y="13145"/>
                </a:lnTo>
                <a:lnTo>
                  <a:pt x="426133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 descr=""/>
          <p:cNvSpPr/>
          <p:nvPr/>
        </p:nvSpPr>
        <p:spPr>
          <a:xfrm>
            <a:off x="2286177" y="5474864"/>
            <a:ext cx="426720" cy="240665"/>
          </a:xfrm>
          <a:custGeom>
            <a:avLst/>
            <a:gdLst/>
            <a:ahLst/>
            <a:cxnLst/>
            <a:rect l="l" t="t" r="r" b="b"/>
            <a:pathLst>
              <a:path w="426719" h="240664">
                <a:moveTo>
                  <a:pt x="426091" y="0"/>
                </a:moveTo>
                <a:lnTo>
                  <a:pt x="367694" y="11457"/>
                </a:lnTo>
                <a:lnTo>
                  <a:pt x="310149" y="26711"/>
                </a:lnTo>
                <a:lnTo>
                  <a:pt x="246812" y="48072"/>
                </a:lnTo>
                <a:lnTo>
                  <a:pt x="187512" y="75358"/>
                </a:lnTo>
                <a:lnTo>
                  <a:pt x="123577" y="117186"/>
                </a:lnTo>
                <a:lnTo>
                  <a:pt x="71384" y="160904"/>
                </a:lnTo>
                <a:lnTo>
                  <a:pt x="32407" y="200192"/>
                </a:lnTo>
                <a:lnTo>
                  <a:pt x="0" y="240202"/>
                </a:lnTo>
                <a:lnTo>
                  <a:pt x="16184" y="238510"/>
                </a:lnTo>
                <a:lnTo>
                  <a:pt x="57016" y="230227"/>
                </a:lnTo>
                <a:lnTo>
                  <a:pt x="113605" y="215253"/>
                </a:lnTo>
                <a:lnTo>
                  <a:pt x="177061" y="193488"/>
                </a:lnTo>
                <a:lnTo>
                  <a:pt x="238495" y="164832"/>
                </a:lnTo>
                <a:lnTo>
                  <a:pt x="293158" y="128335"/>
                </a:lnTo>
                <a:lnTo>
                  <a:pt x="344315" y="85456"/>
                </a:lnTo>
                <a:lnTo>
                  <a:pt x="386901" y="44342"/>
                </a:lnTo>
                <a:lnTo>
                  <a:pt x="415848" y="13140"/>
                </a:lnTo>
                <a:lnTo>
                  <a:pt x="426091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 descr=""/>
          <p:cNvSpPr/>
          <p:nvPr/>
        </p:nvSpPr>
        <p:spPr>
          <a:xfrm>
            <a:off x="2210607" y="4989878"/>
            <a:ext cx="264160" cy="215265"/>
          </a:xfrm>
          <a:custGeom>
            <a:avLst/>
            <a:gdLst/>
            <a:ahLst/>
            <a:cxnLst/>
            <a:rect l="l" t="t" r="r" b="b"/>
            <a:pathLst>
              <a:path w="264160" h="215264">
                <a:moveTo>
                  <a:pt x="264075" y="0"/>
                </a:moveTo>
                <a:lnTo>
                  <a:pt x="207392" y="22647"/>
                </a:lnTo>
                <a:lnTo>
                  <a:pt x="156955" y="48148"/>
                </a:lnTo>
                <a:lnTo>
                  <a:pt x="109316" y="79777"/>
                </a:lnTo>
                <a:lnTo>
                  <a:pt x="61908" y="125193"/>
                </a:lnTo>
                <a:lnTo>
                  <a:pt x="27533" y="168737"/>
                </a:lnTo>
                <a:lnTo>
                  <a:pt x="6720" y="201590"/>
                </a:lnTo>
                <a:lnTo>
                  <a:pt x="0" y="214935"/>
                </a:lnTo>
                <a:lnTo>
                  <a:pt x="16438" y="209931"/>
                </a:lnTo>
                <a:lnTo>
                  <a:pt x="55675" y="193687"/>
                </a:lnTo>
                <a:lnTo>
                  <a:pt x="105774" y="168126"/>
                </a:lnTo>
                <a:lnTo>
                  <a:pt x="154801" y="135168"/>
                </a:lnTo>
                <a:lnTo>
                  <a:pt x="195940" y="94946"/>
                </a:lnTo>
                <a:lnTo>
                  <a:pt x="231164" y="50978"/>
                </a:lnTo>
                <a:lnTo>
                  <a:pt x="255525" y="15314"/>
                </a:lnTo>
                <a:lnTo>
                  <a:pt x="264075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1" name="object 171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828908" y="4926788"/>
            <a:ext cx="226380" cy="159429"/>
          </a:xfrm>
          <a:prstGeom prst="rect">
            <a:avLst/>
          </a:prstGeom>
        </p:spPr>
      </p:pic>
      <p:sp>
        <p:nvSpPr>
          <p:cNvPr id="172" name="object 172" descr=""/>
          <p:cNvSpPr/>
          <p:nvPr/>
        </p:nvSpPr>
        <p:spPr>
          <a:xfrm>
            <a:off x="1683007" y="6432082"/>
            <a:ext cx="316865" cy="373380"/>
          </a:xfrm>
          <a:custGeom>
            <a:avLst/>
            <a:gdLst/>
            <a:ahLst/>
            <a:cxnLst/>
            <a:rect l="l" t="t" r="r" b="b"/>
            <a:pathLst>
              <a:path w="316864" h="373379">
                <a:moveTo>
                  <a:pt x="0" y="0"/>
                </a:moveTo>
                <a:lnTo>
                  <a:pt x="21370" y="55242"/>
                </a:lnTo>
                <a:lnTo>
                  <a:pt x="47087" y="108567"/>
                </a:lnTo>
                <a:lnTo>
                  <a:pt x="80239" y="166511"/>
                </a:lnTo>
                <a:lnTo>
                  <a:pt x="118886" y="219689"/>
                </a:lnTo>
                <a:lnTo>
                  <a:pt x="166610" y="267854"/>
                </a:lnTo>
                <a:lnTo>
                  <a:pt x="218603" y="310245"/>
                </a:lnTo>
                <a:lnTo>
                  <a:pt x="266501" y="343880"/>
                </a:lnTo>
                <a:lnTo>
                  <a:pt x="301943" y="365779"/>
                </a:lnTo>
                <a:lnTo>
                  <a:pt x="316566" y="372962"/>
                </a:lnTo>
                <a:lnTo>
                  <a:pt x="312900" y="359361"/>
                </a:lnTo>
                <a:lnTo>
                  <a:pt x="276988" y="273796"/>
                </a:lnTo>
                <a:lnTo>
                  <a:pt x="243139" y="214715"/>
                </a:lnTo>
                <a:lnTo>
                  <a:pt x="197627" y="153356"/>
                </a:lnTo>
                <a:lnTo>
                  <a:pt x="151464" y="107264"/>
                </a:lnTo>
                <a:lnTo>
                  <a:pt x="99445" y="65307"/>
                </a:lnTo>
                <a:lnTo>
                  <a:pt x="50745" y="31061"/>
                </a:lnTo>
                <a:lnTo>
                  <a:pt x="14539" y="8100"/>
                </a:lnTo>
                <a:lnTo>
                  <a:pt x="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 descr=""/>
          <p:cNvSpPr/>
          <p:nvPr/>
        </p:nvSpPr>
        <p:spPr>
          <a:xfrm>
            <a:off x="1623582" y="5990759"/>
            <a:ext cx="366395" cy="324485"/>
          </a:xfrm>
          <a:custGeom>
            <a:avLst/>
            <a:gdLst/>
            <a:ahLst/>
            <a:cxnLst/>
            <a:rect l="l" t="t" r="r" b="b"/>
            <a:pathLst>
              <a:path w="366394" h="324485">
                <a:moveTo>
                  <a:pt x="0" y="0"/>
                </a:moveTo>
                <a:lnTo>
                  <a:pt x="29016" y="51598"/>
                </a:lnTo>
                <a:lnTo>
                  <a:pt x="61996" y="100747"/>
                </a:lnTo>
                <a:lnTo>
                  <a:pt x="102967" y="153418"/>
                </a:lnTo>
                <a:lnTo>
                  <a:pt x="148686" y="200580"/>
                </a:lnTo>
                <a:lnTo>
                  <a:pt x="202731" y="241520"/>
                </a:lnTo>
                <a:lnTo>
                  <a:pt x="260192" y="276150"/>
                </a:lnTo>
                <a:lnTo>
                  <a:pt x="312371" y="302687"/>
                </a:lnTo>
                <a:lnTo>
                  <a:pt x="350567" y="319347"/>
                </a:lnTo>
                <a:lnTo>
                  <a:pt x="366083" y="324346"/>
                </a:lnTo>
                <a:lnTo>
                  <a:pt x="360537" y="311465"/>
                </a:lnTo>
                <a:lnTo>
                  <a:pt x="312925" y="231839"/>
                </a:lnTo>
                <a:lnTo>
                  <a:pt x="271079" y="178117"/>
                </a:lnTo>
                <a:lnTo>
                  <a:pt x="217354" y="123807"/>
                </a:lnTo>
                <a:lnTo>
                  <a:pt x="165139" y="84708"/>
                </a:lnTo>
                <a:lnTo>
                  <a:pt x="107720" y="50517"/>
                </a:lnTo>
                <a:lnTo>
                  <a:pt x="54674" y="23494"/>
                </a:lnTo>
                <a:lnTo>
                  <a:pt x="15575" y="5901"/>
                </a:lnTo>
                <a:lnTo>
                  <a:pt x="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 descr=""/>
          <p:cNvSpPr/>
          <p:nvPr/>
        </p:nvSpPr>
        <p:spPr>
          <a:xfrm>
            <a:off x="1582010" y="5207447"/>
            <a:ext cx="434340" cy="226695"/>
          </a:xfrm>
          <a:custGeom>
            <a:avLst/>
            <a:gdLst/>
            <a:ahLst/>
            <a:cxnLst/>
            <a:rect l="l" t="t" r="r" b="b"/>
            <a:pathLst>
              <a:path w="434339" h="226695">
                <a:moveTo>
                  <a:pt x="0" y="0"/>
                </a:moveTo>
                <a:lnTo>
                  <a:pt x="40612" y="43008"/>
                </a:lnTo>
                <a:lnTo>
                  <a:pt x="84517" y="82706"/>
                </a:lnTo>
                <a:lnTo>
                  <a:pt x="137050" y="123894"/>
                </a:lnTo>
                <a:lnTo>
                  <a:pt x="192884" y="158592"/>
                </a:lnTo>
                <a:lnTo>
                  <a:pt x="255223" y="185202"/>
                </a:lnTo>
                <a:lnTo>
                  <a:pt x="319364" y="204869"/>
                </a:lnTo>
                <a:lnTo>
                  <a:pt x="376421" y="217980"/>
                </a:lnTo>
                <a:lnTo>
                  <a:pt x="417509" y="224923"/>
                </a:lnTo>
                <a:lnTo>
                  <a:pt x="433745" y="226087"/>
                </a:lnTo>
                <a:lnTo>
                  <a:pt x="425245" y="214915"/>
                </a:lnTo>
                <a:lnTo>
                  <a:pt x="359751" y="149172"/>
                </a:lnTo>
                <a:lnTo>
                  <a:pt x="306135" y="107168"/>
                </a:lnTo>
                <a:lnTo>
                  <a:pt x="240861" y="67453"/>
                </a:lnTo>
                <a:lnTo>
                  <a:pt x="180741" y="42155"/>
                </a:lnTo>
                <a:lnTo>
                  <a:pt x="116750" y="22900"/>
                </a:lnTo>
                <a:lnTo>
                  <a:pt x="58732" y="9549"/>
                </a:lnTo>
                <a:lnTo>
                  <a:pt x="16534" y="1961"/>
                </a:lnTo>
                <a:lnTo>
                  <a:pt x="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5" name="object 175" descr=""/>
          <p:cNvGrpSpPr/>
          <p:nvPr/>
        </p:nvGrpSpPr>
        <p:grpSpPr>
          <a:xfrm>
            <a:off x="1621294" y="4631450"/>
            <a:ext cx="1105535" cy="3137535"/>
            <a:chOff x="1621294" y="4631450"/>
            <a:chExt cx="1105535" cy="3137535"/>
          </a:xfrm>
        </p:grpSpPr>
        <p:sp>
          <p:nvSpPr>
            <p:cNvPr id="176" name="object 176" descr=""/>
            <p:cNvSpPr/>
            <p:nvPr/>
          </p:nvSpPr>
          <p:spPr>
            <a:xfrm>
              <a:off x="1839480" y="4631454"/>
              <a:ext cx="643255" cy="2545080"/>
            </a:xfrm>
            <a:custGeom>
              <a:avLst/>
              <a:gdLst/>
              <a:ahLst/>
              <a:cxnLst/>
              <a:rect l="l" t="t" r="r" b="b"/>
              <a:pathLst>
                <a:path w="643255" h="2545079">
                  <a:moveTo>
                    <a:pt x="643026" y="985189"/>
                  </a:moveTo>
                  <a:lnTo>
                    <a:pt x="292887" y="1155763"/>
                  </a:lnTo>
                  <a:lnTo>
                    <a:pt x="280517" y="0"/>
                  </a:lnTo>
                  <a:lnTo>
                    <a:pt x="271462" y="842632"/>
                  </a:lnTo>
                  <a:lnTo>
                    <a:pt x="0" y="708126"/>
                  </a:lnTo>
                  <a:lnTo>
                    <a:pt x="271221" y="865149"/>
                  </a:lnTo>
                  <a:lnTo>
                    <a:pt x="253174" y="2544965"/>
                  </a:lnTo>
                  <a:lnTo>
                    <a:pt x="307771" y="2544965"/>
                  </a:lnTo>
                  <a:lnTo>
                    <a:pt x="293128" y="1178394"/>
                  </a:lnTo>
                  <a:lnTo>
                    <a:pt x="643026" y="985189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243933" y="4761083"/>
              <a:ext cx="237741" cy="141943"/>
            </a:xfrm>
            <a:prstGeom prst="rect">
              <a:avLst/>
            </a:prstGeom>
          </p:spPr>
        </p:pic>
        <p:sp>
          <p:nvSpPr>
            <p:cNvPr id="178" name="object 178" descr=""/>
            <p:cNvSpPr/>
            <p:nvPr/>
          </p:nvSpPr>
          <p:spPr>
            <a:xfrm>
              <a:off x="2116135" y="4833324"/>
              <a:ext cx="264160" cy="141605"/>
            </a:xfrm>
            <a:custGeom>
              <a:avLst/>
              <a:gdLst/>
              <a:ahLst/>
              <a:cxnLst/>
              <a:rect l="l" t="t" r="r" b="b"/>
              <a:pathLst>
                <a:path w="264160" h="141604">
                  <a:moveTo>
                    <a:pt x="263751" y="0"/>
                  </a:moveTo>
                  <a:lnTo>
                    <a:pt x="0" y="122928"/>
                  </a:lnTo>
                  <a:lnTo>
                    <a:pt x="9319" y="141199"/>
                  </a:lnTo>
                  <a:lnTo>
                    <a:pt x="263751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2193070" y="6340619"/>
              <a:ext cx="109220" cy="257810"/>
            </a:xfrm>
            <a:custGeom>
              <a:avLst/>
              <a:gdLst/>
              <a:ahLst/>
              <a:cxnLst/>
              <a:rect l="l" t="t" r="r" b="b"/>
              <a:pathLst>
                <a:path w="109219" h="257809">
                  <a:moveTo>
                    <a:pt x="106372" y="0"/>
                  </a:moveTo>
                  <a:lnTo>
                    <a:pt x="74242" y="31824"/>
                  </a:lnTo>
                  <a:lnTo>
                    <a:pt x="46864" y="67873"/>
                  </a:lnTo>
                  <a:lnTo>
                    <a:pt x="22354" y="113650"/>
                  </a:lnTo>
                  <a:lnTo>
                    <a:pt x="4670" y="172036"/>
                  </a:lnTo>
                  <a:lnTo>
                    <a:pt x="0" y="217424"/>
                  </a:lnTo>
                  <a:lnTo>
                    <a:pt x="2085" y="246910"/>
                  </a:lnTo>
                  <a:lnTo>
                    <a:pt x="4668" y="257594"/>
                  </a:lnTo>
                  <a:lnTo>
                    <a:pt x="14600" y="249513"/>
                  </a:lnTo>
                  <a:lnTo>
                    <a:pt x="63751" y="188653"/>
                  </a:lnTo>
                  <a:lnTo>
                    <a:pt x="88896" y="140404"/>
                  </a:lnTo>
                  <a:lnTo>
                    <a:pt x="103536" y="90190"/>
                  </a:lnTo>
                  <a:lnTo>
                    <a:pt x="108668" y="45232"/>
                  </a:lnTo>
                  <a:lnTo>
                    <a:pt x="108283" y="12760"/>
                  </a:lnTo>
                  <a:lnTo>
                    <a:pt x="106372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2136275" y="6458219"/>
              <a:ext cx="123825" cy="273050"/>
            </a:xfrm>
            <a:custGeom>
              <a:avLst/>
              <a:gdLst/>
              <a:ahLst/>
              <a:cxnLst/>
              <a:rect l="l" t="t" r="r" b="b"/>
              <a:pathLst>
                <a:path w="123825" h="273050">
                  <a:moveTo>
                    <a:pt x="123640" y="0"/>
                  </a:moveTo>
                  <a:lnTo>
                    <a:pt x="0" y="264546"/>
                  </a:lnTo>
                  <a:lnTo>
                    <a:pt x="18899" y="272536"/>
                  </a:lnTo>
                  <a:lnTo>
                    <a:pt x="123640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978927" y="5996086"/>
              <a:ext cx="86995" cy="267335"/>
            </a:xfrm>
            <a:custGeom>
              <a:avLst/>
              <a:gdLst/>
              <a:ahLst/>
              <a:cxnLst/>
              <a:rect l="l" t="t" r="r" b="b"/>
              <a:pathLst>
                <a:path w="86994" h="267335">
                  <a:moveTo>
                    <a:pt x="6620" y="0"/>
                  </a:moveTo>
                  <a:lnTo>
                    <a:pt x="3858" y="12451"/>
                  </a:lnTo>
                  <a:lnTo>
                    <a:pt x="123" y="44764"/>
                  </a:lnTo>
                  <a:lnTo>
                    <a:pt x="0" y="90037"/>
                  </a:lnTo>
                  <a:lnTo>
                    <a:pt x="8075" y="141367"/>
                  </a:lnTo>
                  <a:lnTo>
                    <a:pt x="29109" y="198613"/>
                  </a:lnTo>
                  <a:lnTo>
                    <a:pt x="52705" y="237630"/>
                  </a:lnTo>
                  <a:lnTo>
                    <a:pt x="72119" y="259893"/>
                  </a:lnTo>
                  <a:lnTo>
                    <a:pt x="80607" y="266881"/>
                  </a:lnTo>
                  <a:lnTo>
                    <a:pt x="83687" y="254471"/>
                  </a:lnTo>
                  <a:lnTo>
                    <a:pt x="86980" y="222236"/>
                  </a:lnTo>
                  <a:lnTo>
                    <a:pt x="86254" y="176254"/>
                  </a:lnTo>
                  <a:lnTo>
                    <a:pt x="77277" y="122603"/>
                  </a:lnTo>
                  <a:lnTo>
                    <a:pt x="58702" y="73680"/>
                  </a:lnTo>
                  <a:lnTo>
                    <a:pt x="35709" y="34707"/>
                  </a:lnTo>
                  <a:lnTo>
                    <a:pt x="662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2024878" y="6113813"/>
              <a:ext cx="80645" cy="285750"/>
            </a:xfrm>
            <a:custGeom>
              <a:avLst/>
              <a:gdLst/>
              <a:ahLst/>
              <a:cxnLst/>
              <a:rect l="l" t="t" r="r" b="b"/>
              <a:pathLst>
                <a:path w="80644" h="285750">
                  <a:moveTo>
                    <a:pt x="0" y="0"/>
                  </a:moveTo>
                  <a:lnTo>
                    <a:pt x="60668" y="285603"/>
                  </a:lnTo>
                  <a:lnTo>
                    <a:pt x="80636" y="280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621294" y="5875943"/>
              <a:ext cx="276225" cy="71755"/>
            </a:xfrm>
            <a:custGeom>
              <a:avLst/>
              <a:gdLst/>
              <a:ahLst/>
              <a:cxnLst/>
              <a:rect l="l" t="t" r="r" b="b"/>
              <a:pathLst>
                <a:path w="276225" h="71754">
                  <a:moveTo>
                    <a:pt x="133451" y="0"/>
                  </a:moveTo>
                  <a:lnTo>
                    <a:pt x="81976" y="9325"/>
                  </a:lnTo>
                  <a:lnTo>
                    <a:pt x="39463" y="24787"/>
                  </a:lnTo>
                  <a:lnTo>
                    <a:pt x="10581" y="39600"/>
                  </a:lnTo>
                  <a:lnTo>
                    <a:pt x="0" y="46982"/>
                  </a:lnTo>
                  <a:lnTo>
                    <a:pt x="11709" y="52027"/>
                  </a:lnTo>
                  <a:lnTo>
                    <a:pt x="42801" y="61630"/>
                  </a:lnTo>
                  <a:lnTo>
                    <a:pt x="87292" y="70037"/>
                  </a:lnTo>
                  <a:lnTo>
                    <a:pt x="139199" y="71495"/>
                  </a:lnTo>
                  <a:lnTo>
                    <a:pt x="199363" y="61299"/>
                  </a:lnTo>
                  <a:lnTo>
                    <a:pt x="242051" y="45240"/>
                  </a:lnTo>
                  <a:lnTo>
                    <a:pt x="267479" y="30220"/>
                  </a:lnTo>
                  <a:lnTo>
                    <a:pt x="275865" y="23140"/>
                  </a:lnTo>
                  <a:lnTo>
                    <a:pt x="264265" y="17874"/>
                  </a:lnTo>
                  <a:lnTo>
                    <a:pt x="233189" y="8731"/>
                  </a:lnTo>
                  <a:lnTo>
                    <a:pt x="187847" y="1007"/>
                  </a:lnTo>
                  <a:lnTo>
                    <a:pt x="133451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744215" y="5883022"/>
              <a:ext cx="377190" cy="23495"/>
            </a:xfrm>
            <a:custGeom>
              <a:avLst/>
              <a:gdLst/>
              <a:ahLst/>
              <a:cxnLst/>
              <a:rect l="l" t="t" r="r" b="b"/>
              <a:pathLst>
                <a:path w="377189" h="23495">
                  <a:moveTo>
                    <a:pt x="376491" y="0"/>
                  </a:moveTo>
                  <a:lnTo>
                    <a:pt x="0" y="22889"/>
                  </a:lnTo>
                  <a:lnTo>
                    <a:pt x="377161" y="20554"/>
                  </a:lnTo>
                  <a:lnTo>
                    <a:pt x="376491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2170713" y="5387676"/>
              <a:ext cx="86995" cy="267335"/>
            </a:xfrm>
            <a:custGeom>
              <a:avLst/>
              <a:gdLst/>
              <a:ahLst/>
              <a:cxnLst/>
              <a:rect l="l" t="t" r="r" b="b"/>
              <a:pathLst>
                <a:path w="86994" h="267335">
                  <a:moveTo>
                    <a:pt x="6679" y="0"/>
                  </a:moveTo>
                  <a:lnTo>
                    <a:pt x="3897" y="12433"/>
                  </a:lnTo>
                  <a:lnTo>
                    <a:pt x="150" y="44743"/>
                  </a:lnTo>
                  <a:lnTo>
                    <a:pt x="0" y="90013"/>
                  </a:lnTo>
                  <a:lnTo>
                    <a:pt x="8008" y="141325"/>
                  </a:lnTo>
                  <a:lnTo>
                    <a:pt x="29096" y="198635"/>
                  </a:lnTo>
                  <a:lnTo>
                    <a:pt x="52720" y="237668"/>
                  </a:lnTo>
                  <a:lnTo>
                    <a:pt x="72154" y="259918"/>
                  </a:lnTo>
                  <a:lnTo>
                    <a:pt x="80666" y="266881"/>
                  </a:lnTo>
                  <a:lnTo>
                    <a:pt x="83715" y="254524"/>
                  </a:lnTo>
                  <a:lnTo>
                    <a:pt x="86981" y="222277"/>
                  </a:lnTo>
                  <a:lnTo>
                    <a:pt x="86236" y="176250"/>
                  </a:lnTo>
                  <a:lnTo>
                    <a:pt x="77252" y="122551"/>
                  </a:lnTo>
                  <a:lnTo>
                    <a:pt x="58697" y="73705"/>
                  </a:lnTo>
                  <a:lnTo>
                    <a:pt x="35742" y="34763"/>
                  </a:lnTo>
                  <a:lnTo>
                    <a:pt x="6679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2216547" y="5505491"/>
              <a:ext cx="62865" cy="219075"/>
            </a:xfrm>
            <a:custGeom>
              <a:avLst/>
              <a:gdLst/>
              <a:ahLst/>
              <a:cxnLst/>
              <a:rect l="l" t="t" r="r" b="b"/>
              <a:pathLst>
                <a:path w="62864" h="219075">
                  <a:moveTo>
                    <a:pt x="0" y="0"/>
                  </a:moveTo>
                  <a:lnTo>
                    <a:pt x="42825" y="218810"/>
                  </a:lnTo>
                  <a:lnTo>
                    <a:pt x="62846" y="2138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2259377" y="6178386"/>
              <a:ext cx="274320" cy="76835"/>
            </a:xfrm>
            <a:custGeom>
              <a:avLst/>
              <a:gdLst/>
              <a:ahLst/>
              <a:cxnLst/>
              <a:rect l="l" t="t" r="r" b="b"/>
              <a:pathLst>
                <a:path w="274319" h="76835">
                  <a:moveTo>
                    <a:pt x="83114" y="0"/>
                  </a:moveTo>
                  <a:lnTo>
                    <a:pt x="37904" y="6164"/>
                  </a:lnTo>
                  <a:lnTo>
                    <a:pt x="9759" y="15143"/>
                  </a:lnTo>
                  <a:lnTo>
                    <a:pt x="0" y="20161"/>
                  </a:lnTo>
                  <a:lnTo>
                    <a:pt x="10170" y="27932"/>
                  </a:lnTo>
                  <a:lnTo>
                    <a:pt x="38455" y="43780"/>
                  </a:lnTo>
                  <a:lnTo>
                    <a:pt x="80948" y="61384"/>
                  </a:lnTo>
                  <a:lnTo>
                    <a:pt x="133744" y="74421"/>
                  </a:lnTo>
                  <a:lnTo>
                    <a:pt x="185983" y="76782"/>
                  </a:lnTo>
                  <a:lnTo>
                    <a:pt x="230855" y="71158"/>
                  </a:lnTo>
                  <a:lnTo>
                    <a:pt x="262304" y="63128"/>
                  </a:lnTo>
                  <a:lnTo>
                    <a:pt x="274274" y="58275"/>
                  </a:lnTo>
                  <a:lnTo>
                    <a:pt x="263954" y="50783"/>
                  </a:lnTo>
                  <a:lnTo>
                    <a:pt x="235778" y="34534"/>
                  </a:lnTo>
                  <a:lnTo>
                    <a:pt x="194298" y="16445"/>
                  </a:lnTo>
                  <a:lnTo>
                    <a:pt x="144068" y="3428"/>
                  </a:lnTo>
                  <a:lnTo>
                    <a:pt x="83114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2120421" y="6168207"/>
              <a:ext cx="290195" cy="57785"/>
            </a:xfrm>
            <a:custGeom>
              <a:avLst/>
              <a:gdLst/>
              <a:ahLst/>
              <a:cxnLst/>
              <a:rect l="l" t="t" r="r" b="b"/>
              <a:pathLst>
                <a:path w="290194" h="57785">
                  <a:moveTo>
                    <a:pt x="3371" y="0"/>
                  </a:moveTo>
                  <a:lnTo>
                    <a:pt x="0" y="20271"/>
                  </a:lnTo>
                  <a:lnTo>
                    <a:pt x="289603" y="57715"/>
                  </a:lnTo>
                  <a:lnTo>
                    <a:pt x="3371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243813" y="6740255"/>
              <a:ext cx="248683" cy="123028"/>
            </a:xfrm>
            <a:prstGeom prst="rect">
              <a:avLst/>
            </a:prstGeom>
          </p:spPr>
        </p:pic>
        <p:sp>
          <p:nvSpPr>
            <p:cNvPr id="190" name="object 190" descr=""/>
            <p:cNvSpPr/>
            <p:nvPr/>
          </p:nvSpPr>
          <p:spPr>
            <a:xfrm>
              <a:off x="2114554" y="6800967"/>
              <a:ext cx="269875" cy="131445"/>
            </a:xfrm>
            <a:custGeom>
              <a:avLst/>
              <a:gdLst/>
              <a:ahLst/>
              <a:cxnLst/>
              <a:rect l="l" t="t" r="r" b="b"/>
              <a:pathLst>
                <a:path w="269875" h="131445">
                  <a:moveTo>
                    <a:pt x="269415" y="0"/>
                  </a:moveTo>
                  <a:lnTo>
                    <a:pt x="0" y="112478"/>
                  </a:lnTo>
                  <a:lnTo>
                    <a:pt x="8533" y="131043"/>
                  </a:lnTo>
                  <a:lnTo>
                    <a:pt x="269415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1" name="object 19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850376" y="6358723"/>
              <a:ext cx="269039" cy="329878"/>
            </a:xfrm>
            <a:prstGeom prst="rect">
              <a:avLst/>
            </a:prstGeom>
          </p:spPr>
        </p:pic>
        <p:sp>
          <p:nvSpPr>
            <p:cNvPr id="192" name="object 192" descr=""/>
            <p:cNvSpPr/>
            <p:nvPr/>
          </p:nvSpPr>
          <p:spPr>
            <a:xfrm>
              <a:off x="2272266" y="5285649"/>
              <a:ext cx="274320" cy="76835"/>
            </a:xfrm>
            <a:custGeom>
              <a:avLst/>
              <a:gdLst/>
              <a:ahLst/>
              <a:cxnLst/>
              <a:rect l="l" t="t" r="r" b="b"/>
              <a:pathLst>
                <a:path w="274319" h="76835">
                  <a:moveTo>
                    <a:pt x="83053" y="0"/>
                  </a:moveTo>
                  <a:lnTo>
                    <a:pt x="37878" y="6173"/>
                  </a:lnTo>
                  <a:lnTo>
                    <a:pt x="9752" y="15164"/>
                  </a:lnTo>
                  <a:lnTo>
                    <a:pt x="0" y="20174"/>
                  </a:lnTo>
                  <a:lnTo>
                    <a:pt x="10109" y="27934"/>
                  </a:lnTo>
                  <a:lnTo>
                    <a:pt x="38365" y="43763"/>
                  </a:lnTo>
                  <a:lnTo>
                    <a:pt x="80835" y="61343"/>
                  </a:lnTo>
                  <a:lnTo>
                    <a:pt x="133587" y="74350"/>
                  </a:lnTo>
                  <a:lnTo>
                    <a:pt x="185887" y="76742"/>
                  </a:lnTo>
                  <a:lnTo>
                    <a:pt x="230809" y="71140"/>
                  </a:lnTo>
                  <a:lnTo>
                    <a:pt x="262287" y="63117"/>
                  </a:lnTo>
                  <a:lnTo>
                    <a:pt x="274253" y="58246"/>
                  </a:lnTo>
                  <a:lnTo>
                    <a:pt x="263914" y="50755"/>
                  </a:lnTo>
                  <a:lnTo>
                    <a:pt x="235737" y="34511"/>
                  </a:lnTo>
                  <a:lnTo>
                    <a:pt x="194243" y="16434"/>
                  </a:lnTo>
                  <a:lnTo>
                    <a:pt x="143953" y="3441"/>
                  </a:lnTo>
                  <a:lnTo>
                    <a:pt x="83053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2133320" y="5275566"/>
              <a:ext cx="289560" cy="57785"/>
            </a:xfrm>
            <a:custGeom>
              <a:avLst/>
              <a:gdLst/>
              <a:ahLst/>
              <a:cxnLst/>
              <a:rect l="l" t="t" r="r" b="b"/>
              <a:pathLst>
                <a:path w="289560" h="57785">
                  <a:moveTo>
                    <a:pt x="3329" y="0"/>
                  </a:moveTo>
                  <a:lnTo>
                    <a:pt x="0" y="20145"/>
                  </a:lnTo>
                  <a:lnTo>
                    <a:pt x="289509" y="57631"/>
                  </a:lnTo>
                  <a:lnTo>
                    <a:pt x="3329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2228495" y="4930995"/>
              <a:ext cx="215900" cy="71120"/>
            </a:xfrm>
            <a:custGeom>
              <a:avLst/>
              <a:gdLst/>
              <a:ahLst/>
              <a:cxnLst/>
              <a:rect l="l" t="t" r="r" b="b"/>
              <a:pathLst>
                <a:path w="215900" h="71120">
                  <a:moveTo>
                    <a:pt x="105494" y="0"/>
                  </a:moveTo>
                  <a:lnTo>
                    <a:pt x="58624" y="6762"/>
                  </a:lnTo>
                  <a:lnTo>
                    <a:pt x="25716" y="20297"/>
                  </a:lnTo>
                  <a:lnTo>
                    <a:pt x="6323" y="33754"/>
                  </a:lnTo>
                  <a:lnTo>
                    <a:pt x="0" y="40281"/>
                  </a:lnTo>
                  <a:lnTo>
                    <a:pt x="9348" y="46141"/>
                  </a:lnTo>
                  <a:lnTo>
                    <a:pt x="34144" y="56905"/>
                  </a:lnTo>
                  <a:lnTo>
                    <a:pt x="70082" y="67034"/>
                  </a:lnTo>
                  <a:lnTo>
                    <a:pt x="112855" y="70992"/>
                  </a:lnTo>
                  <a:lnTo>
                    <a:pt x="152967" y="64667"/>
                  </a:lnTo>
                  <a:lnTo>
                    <a:pt x="185773" y="51747"/>
                  </a:lnTo>
                  <a:lnTo>
                    <a:pt x="207880" y="38701"/>
                  </a:lnTo>
                  <a:lnTo>
                    <a:pt x="215899" y="31999"/>
                  </a:lnTo>
                  <a:lnTo>
                    <a:pt x="206495" y="26386"/>
                  </a:lnTo>
                  <a:lnTo>
                    <a:pt x="181684" y="15174"/>
                  </a:lnTo>
                  <a:lnTo>
                    <a:pt x="146379" y="4375"/>
                  </a:lnTo>
                  <a:lnTo>
                    <a:pt x="105494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2120128" y="4965325"/>
              <a:ext cx="228600" cy="18415"/>
            </a:xfrm>
            <a:custGeom>
              <a:avLst/>
              <a:gdLst/>
              <a:ahLst/>
              <a:cxnLst/>
              <a:rect l="l" t="t" r="r" b="b"/>
              <a:pathLst>
                <a:path w="228600" h="18414">
                  <a:moveTo>
                    <a:pt x="0" y="0"/>
                  </a:moveTo>
                  <a:lnTo>
                    <a:pt x="83" y="18146"/>
                  </a:lnTo>
                  <a:lnTo>
                    <a:pt x="228296" y="7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118632" y="5790886"/>
              <a:ext cx="210783" cy="258345"/>
            </a:xfrm>
            <a:prstGeom prst="rect">
              <a:avLst/>
            </a:prstGeom>
          </p:spPr>
        </p:pic>
        <p:pic>
          <p:nvPicPr>
            <p:cNvPr id="197" name="object 19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266698" y="5402450"/>
              <a:ext cx="101450" cy="317188"/>
            </a:xfrm>
            <a:prstGeom prst="rect">
              <a:avLst/>
            </a:prstGeom>
          </p:spPr>
        </p:pic>
        <p:sp>
          <p:nvSpPr>
            <p:cNvPr id="198" name="object 198" descr=""/>
            <p:cNvSpPr/>
            <p:nvPr/>
          </p:nvSpPr>
          <p:spPr>
            <a:xfrm>
              <a:off x="1970057" y="4817349"/>
              <a:ext cx="99695" cy="193675"/>
            </a:xfrm>
            <a:custGeom>
              <a:avLst/>
              <a:gdLst/>
              <a:ahLst/>
              <a:cxnLst/>
              <a:rect l="l" t="t" r="r" b="b"/>
              <a:pathLst>
                <a:path w="99694" h="193675">
                  <a:moveTo>
                    <a:pt x="1298" y="0"/>
                  </a:moveTo>
                  <a:lnTo>
                    <a:pt x="25" y="10897"/>
                  </a:lnTo>
                  <a:lnTo>
                    <a:pt x="0" y="38148"/>
                  </a:lnTo>
                  <a:lnTo>
                    <a:pt x="4670" y="74786"/>
                  </a:lnTo>
                  <a:lnTo>
                    <a:pt x="17486" y="113849"/>
                  </a:lnTo>
                  <a:lnTo>
                    <a:pt x="43002" y="153794"/>
                  </a:lnTo>
                  <a:lnTo>
                    <a:pt x="89130" y="190344"/>
                  </a:lnTo>
                  <a:lnTo>
                    <a:pt x="97672" y="193418"/>
                  </a:lnTo>
                  <a:lnTo>
                    <a:pt x="99201" y="182526"/>
                  </a:lnTo>
                  <a:lnTo>
                    <a:pt x="93271" y="118540"/>
                  </a:lnTo>
                  <a:lnTo>
                    <a:pt x="79327" y="77892"/>
                  </a:lnTo>
                  <a:lnTo>
                    <a:pt x="57010" y="43953"/>
                  </a:lnTo>
                  <a:lnTo>
                    <a:pt x="10692" y="4584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2019925" y="4900780"/>
              <a:ext cx="103505" cy="211454"/>
            </a:xfrm>
            <a:custGeom>
              <a:avLst/>
              <a:gdLst/>
              <a:ahLst/>
              <a:cxnLst/>
              <a:rect l="l" t="t" r="r" b="b"/>
              <a:pathLst>
                <a:path w="103505" h="211454">
                  <a:moveTo>
                    <a:pt x="0" y="0"/>
                  </a:moveTo>
                  <a:lnTo>
                    <a:pt x="86971" y="211323"/>
                  </a:lnTo>
                  <a:lnTo>
                    <a:pt x="103410" y="203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1745927" y="5056627"/>
              <a:ext cx="247015" cy="204470"/>
            </a:xfrm>
            <a:custGeom>
              <a:avLst/>
              <a:gdLst/>
              <a:ahLst/>
              <a:cxnLst/>
              <a:rect l="l" t="t" r="r" b="b"/>
              <a:pathLst>
                <a:path w="247014" h="204470">
                  <a:moveTo>
                    <a:pt x="0" y="0"/>
                  </a:moveTo>
                  <a:lnTo>
                    <a:pt x="17720" y="50429"/>
                  </a:lnTo>
                  <a:lnTo>
                    <a:pt x="44714" y="95193"/>
                  </a:lnTo>
                  <a:lnTo>
                    <a:pt x="86227" y="138749"/>
                  </a:lnTo>
                  <a:lnTo>
                    <a:pt x="140192" y="172583"/>
                  </a:lnTo>
                  <a:lnTo>
                    <a:pt x="191645" y="192999"/>
                  </a:lnTo>
                  <a:lnTo>
                    <a:pt x="230538" y="202625"/>
                  </a:lnTo>
                  <a:lnTo>
                    <a:pt x="246819" y="204088"/>
                  </a:lnTo>
                  <a:lnTo>
                    <a:pt x="245261" y="190693"/>
                  </a:lnTo>
                  <a:lnTo>
                    <a:pt x="207925" y="111898"/>
                  </a:lnTo>
                  <a:lnTo>
                    <a:pt x="158801" y="61757"/>
                  </a:lnTo>
                  <a:lnTo>
                    <a:pt x="106758" y="30098"/>
                  </a:lnTo>
                  <a:lnTo>
                    <a:pt x="55476" y="11045"/>
                  </a:lnTo>
                  <a:lnTo>
                    <a:pt x="16156" y="1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1849966" y="5154757"/>
              <a:ext cx="276225" cy="217804"/>
            </a:xfrm>
            <a:custGeom>
              <a:avLst/>
              <a:gdLst/>
              <a:ahLst/>
              <a:cxnLst/>
              <a:rect l="l" t="t" r="r" b="b"/>
              <a:pathLst>
                <a:path w="276225" h="217804">
                  <a:moveTo>
                    <a:pt x="0" y="0"/>
                  </a:moveTo>
                  <a:lnTo>
                    <a:pt x="259384" y="217605"/>
                  </a:lnTo>
                  <a:lnTo>
                    <a:pt x="275740" y="196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820911" y="5748467"/>
              <a:ext cx="301218" cy="140292"/>
            </a:xfrm>
            <a:prstGeom prst="rect">
              <a:avLst/>
            </a:prstGeom>
          </p:spPr>
        </p:pic>
        <p:pic>
          <p:nvPicPr>
            <p:cNvPr id="203" name="object 20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748671" y="5563075"/>
              <a:ext cx="241207" cy="137265"/>
            </a:xfrm>
            <a:prstGeom prst="rect">
              <a:avLst/>
            </a:prstGeom>
          </p:spPr>
        </p:pic>
        <p:sp>
          <p:nvSpPr>
            <p:cNvPr id="204" name="object 204" descr=""/>
            <p:cNvSpPr/>
            <p:nvPr/>
          </p:nvSpPr>
          <p:spPr>
            <a:xfrm>
              <a:off x="1856613" y="5486228"/>
              <a:ext cx="266700" cy="949325"/>
            </a:xfrm>
            <a:custGeom>
              <a:avLst/>
              <a:gdLst/>
              <a:ahLst/>
              <a:cxnLst/>
              <a:rect l="l" t="t" r="r" b="b"/>
              <a:pathLst>
                <a:path w="266700" h="949325">
                  <a:moveTo>
                    <a:pt x="258813" y="17640"/>
                  </a:moveTo>
                  <a:lnTo>
                    <a:pt x="248272" y="0"/>
                  </a:lnTo>
                  <a:lnTo>
                    <a:pt x="3124" y="158597"/>
                  </a:lnTo>
                  <a:lnTo>
                    <a:pt x="258813" y="17640"/>
                  </a:lnTo>
                  <a:close/>
                </a:path>
                <a:path w="266700" h="949325">
                  <a:moveTo>
                    <a:pt x="266674" y="933386"/>
                  </a:moveTo>
                  <a:lnTo>
                    <a:pt x="0" y="711911"/>
                  </a:lnTo>
                  <a:lnTo>
                    <a:pt x="253187" y="948778"/>
                  </a:lnTo>
                  <a:lnTo>
                    <a:pt x="266674" y="933386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2277386" y="6493094"/>
              <a:ext cx="448945" cy="194945"/>
            </a:xfrm>
            <a:custGeom>
              <a:avLst/>
              <a:gdLst/>
              <a:ahLst/>
              <a:cxnLst/>
              <a:rect l="l" t="t" r="r" b="b"/>
              <a:pathLst>
                <a:path w="448944" h="194945">
                  <a:moveTo>
                    <a:pt x="448824" y="0"/>
                  </a:moveTo>
                  <a:lnTo>
                    <a:pt x="389560" y="5336"/>
                  </a:lnTo>
                  <a:lnTo>
                    <a:pt x="330731" y="14516"/>
                  </a:lnTo>
                  <a:lnTo>
                    <a:pt x="265524" y="29169"/>
                  </a:lnTo>
                  <a:lnTo>
                    <a:pt x="203752" y="50145"/>
                  </a:lnTo>
                  <a:lnTo>
                    <a:pt x="135777" y="85046"/>
                  </a:lnTo>
                  <a:lnTo>
                    <a:pt x="79287" y="123080"/>
                  </a:lnTo>
                  <a:lnTo>
                    <a:pt x="36409" y="158098"/>
                  </a:lnTo>
                  <a:lnTo>
                    <a:pt x="0" y="194507"/>
                  </a:lnTo>
                  <a:lnTo>
                    <a:pt x="16254" y="194537"/>
                  </a:lnTo>
                  <a:lnTo>
                    <a:pt x="57724" y="190561"/>
                  </a:lnTo>
                  <a:lnTo>
                    <a:pt x="115578" y="181567"/>
                  </a:lnTo>
                  <a:lnTo>
                    <a:pt x="180985" y="166547"/>
                  </a:lnTo>
                  <a:lnTo>
                    <a:pt x="245112" y="144487"/>
                  </a:lnTo>
                  <a:lnTo>
                    <a:pt x="303253" y="113855"/>
                  </a:lnTo>
                  <a:lnTo>
                    <a:pt x="358579" y="76529"/>
                  </a:lnTo>
                  <a:lnTo>
                    <a:pt x="405206" y="40071"/>
                  </a:lnTo>
                  <a:lnTo>
                    <a:pt x="437249" y="12041"/>
                  </a:lnTo>
                  <a:lnTo>
                    <a:pt x="448824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1901063" y="6037332"/>
              <a:ext cx="605790" cy="883285"/>
            </a:xfrm>
            <a:custGeom>
              <a:avLst/>
              <a:gdLst/>
              <a:ahLst/>
              <a:cxnLst/>
              <a:rect l="l" t="t" r="r" b="b"/>
              <a:pathLst>
                <a:path w="605789" h="883284">
                  <a:moveTo>
                    <a:pt x="205828" y="868629"/>
                  </a:moveTo>
                  <a:lnTo>
                    <a:pt x="0" y="663549"/>
                  </a:lnTo>
                  <a:lnTo>
                    <a:pt x="190969" y="882738"/>
                  </a:lnTo>
                  <a:lnTo>
                    <a:pt x="205828" y="868629"/>
                  </a:lnTo>
                  <a:close/>
                </a:path>
                <a:path w="605789" h="883284">
                  <a:moveTo>
                    <a:pt x="417322" y="0"/>
                  </a:moveTo>
                  <a:lnTo>
                    <a:pt x="213144" y="124929"/>
                  </a:lnTo>
                  <a:lnTo>
                    <a:pt x="224586" y="141909"/>
                  </a:lnTo>
                  <a:lnTo>
                    <a:pt x="417322" y="0"/>
                  </a:lnTo>
                  <a:close/>
                </a:path>
                <a:path w="605789" h="883284">
                  <a:moveTo>
                    <a:pt x="605409" y="564375"/>
                  </a:moveTo>
                  <a:lnTo>
                    <a:pt x="215392" y="694969"/>
                  </a:lnTo>
                  <a:lnTo>
                    <a:pt x="222377" y="714235"/>
                  </a:lnTo>
                  <a:lnTo>
                    <a:pt x="605409" y="564375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7" name="object 20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955830" y="5028332"/>
              <a:ext cx="335126" cy="274074"/>
            </a:xfrm>
            <a:prstGeom prst="rect">
              <a:avLst/>
            </a:prstGeom>
          </p:spPr>
        </p:pic>
        <p:sp>
          <p:nvSpPr>
            <p:cNvPr id="208" name="object 208" descr=""/>
            <p:cNvSpPr/>
            <p:nvPr/>
          </p:nvSpPr>
          <p:spPr>
            <a:xfrm>
              <a:off x="1747546" y="7039998"/>
              <a:ext cx="756920" cy="728980"/>
            </a:xfrm>
            <a:custGeom>
              <a:avLst/>
              <a:gdLst/>
              <a:ahLst/>
              <a:cxnLst/>
              <a:rect l="l" t="t" r="r" b="b"/>
              <a:pathLst>
                <a:path w="756919" h="728979">
                  <a:moveTo>
                    <a:pt x="579992" y="0"/>
                  </a:moveTo>
                  <a:lnTo>
                    <a:pt x="176696" y="0"/>
                  </a:lnTo>
                  <a:lnTo>
                    <a:pt x="145943" y="36564"/>
                  </a:lnTo>
                  <a:lnTo>
                    <a:pt x="117540" y="76654"/>
                  </a:lnTo>
                  <a:lnTo>
                    <a:pt x="91697" y="119535"/>
                  </a:lnTo>
                  <a:lnTo>
                    <a:pt x="68622" y="164474"/>
                  </a:lnTo>
                  <a:lnTo>
                    <a:pt x="48524" y="210737"/>
                  </a:lnTo>
                  <a:lnTo>
                    <a:pt x="31612" y="257588"/>
                  </a:lnTo>
                  <a:lnTo>
                    <a:pt x="18095" y="304295"/>
                  </a:lnTo>
                  <a:lnTo>
                    <a:pt x="8181" y="350123"/>
                  </a:lnTo>
                  <a:lnTo>
                    <a:pt x="2080" y="394338"/>
                  </a:lnTo>
                  <a:lnTo>
                    <a:pt x="0" y="436206"/>
                  </a:lnTo>
                  <a:lnTo>
                    <a:pt x="3222" y="485854"/>
                  </a:lnTo>
                  <a:lnTo>
                    <a:pt x="12620" y="533551"/>
                  </a:lnTo>
                  <a:lnTo>
                    <a:pt x="27792" y="578893"/>
                  </a:lnTo>
                  <a:lnTo>
                    <a:pt x="48335" y="621476"/>
                  </a:lnTo>
                  <a:lnTo>
                    <a:pt x="73846" y="660897"/>
                  </a:lnTo>
                  <a:lnTo>
                    <a:pt x="103923" y="696752"/>
                  </a:lnTo>
                  <a:lnTo>
                    <a:pt x="138163" y="728637"/>
                  </a:lnTo>
                  <a:lnTo>
                    <a:pt x="618567" y="728637"/>
                  </a:lnTo>
                  <a:lnTo>
                    <a:pt x="652809" y="696752"/>
                  </a:lnTo>
                  <a:lnTo>
                    <a:pt x="682892" y="660897"/>
                  </a:lnTo>
                  <a:lnTo>
                    <a:pt x="708412" y="621476"/>
                  </a:lnTo>
                  <a:lnTo>
                    <a:pt x="728963" y="578893"/>
                  </a:lnTo>
                  <a:lnTo>
                    <a:pt x="744143" y="533551"/>
                  </a:lnTo>
                  <a:lnTo>
                    <a:pt x="753548" y="485854"/>
                  </a:lnTo>
                  <a:lnTo>
                    <a:pt x="756772" y="436206"/>
                  </a:lnTo>
                  <a:lnTo>
                    <a:pt x="754692" y="394338"/>
                  </a:lnTo>
                  <a:lnTo>
                    <a:pt x="748590" y="350123"/>
                  </a:lnTo>
                  <a:lnTo>
                    <a:pt x="738675" y="304295"/>
                  </a:lnTo>
                  <a:lnTo>
                    <a:pt x="725154" y="257588"/>
                  </a:lnTo>
                  <a:lnTo>
                    <a:pt x="708237" y="210737"/>
                  </a:lnTo>
                  <a:lnTo>
                    <a:pt x="688132" y="164474"/>
                  </a:lnTo>
                  <a:lnTo>
                    <a:pt x="665046" y="119535"/>
                  </a:lnTo>
                  <a:lnTo>
                    <a:pt x="639189" y="76654"/>
                  </a:lnTo>
                  <a:lnTo>
                    <a:pt x="610768" y="36564"/>
                  </a:lnTo>
                  <a:lnTo>
                    <a:pt x="579992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9" name="object 209" descr=""/>
          <p:cNvGrpSpPr/>
          <p:nvPr/>
        </p:nvGrpSpPr>
        <p:grpSpPr>
          <a:xfrm>
            <a:off x="7297213" y="7863615"/>
            <a:ext cx="826769" cy="437515"/>
            <a:chOff x="7297213" y="7863615"/>
            <a:chExt cx="826769" cy="437515"/>
          </a:xfrm>
        </p:grpSpPr>
        <p:sp>
          <p:nvSpPr>
            <p:cNvPr id="210" name="object 210" descr=""/>
            <p:cNvSpPr/>
            <p:nvPr/>
          </p:nvSpPr>
          <p:spPr>
            <a:xfrm>
              <a:off x="7496860" y="8250482"/>
              <a:ext cx="412750" cy="50165"/>
            </a:xfrm>
            <a:custGeom>
              <a:avLst/>
              <a:gdLst/>
              <a:ahLst/>
              <a:cxnLst/>
              <a:rect l="l" t="t" r="r" b="b"/>
              <a:pathLst>
                <a:path w="412750" h="50165">
                  <a:moveTo>
                    <a:pt x="412165" y="0"/>
                  </a:moveTo>
                  <a:lnTo>
                    <a:pt x="0" y="0"/>
                  </a:lnTo>
                  <a:lnTo>
                    <a:pt x="0" y="50124"/>
                  </a:lnTo>
                  <a:lnTo>
                    <a:pt x="412165" y="50124"/>
                  </a:lnTo>
                  <a:lnTo>
                    <a:pt x="412165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7297213" y="7863615"/>
              <a:ext cx="826769" cy="399415"/>
            </a:xfrm>
            <a:custGeom>
              <a:avLst/>
              <a:gdLst/>
              <a:ahLst/>
              <a:cxnLst/>
              <a:rect l="l" t="t" r="r" b="b"/>
              <a:pathLst>
                <a:path w="826770" h="399415">
                  <a:moveTo>
                    <a:pt x="626483" y="0"/>
                  </a:moveTo>
                  <a:lnTo>
                    <a:pt x="199658" y="0"/>
                  </a:lnTo>
                  <a:lnTo>
                    <a:pt x="153878" y="5273"/>
                  </a:lnTo>
                  <a:lnTo>
                    <a:pt x="111853" y="20293"/>
                  </a:lnTo>
                  <a:lnTo>
                    <a:pt x="74782" y="43862"/>
                  </a:lnTo>
                  <a:lnTo>
                    <a:pt x="43862" y="74782"/>
                  </a:lnTo>
                  <a:lnTo>
                    <a:pt x="20293" y="111853"/>
                  </a:lnTo>
                  <a:lnTo>
                    <a:pt x="5273" y="153878"/>
                  </a:lnTo>
                  <a:lnTo>
                    <a:pt x="0" y="199658"/>
                  </a:lnTo>
                  <a:lnTo>
                    <a:pt x="5273" y="245438"/>
                  </a:lnTo>
                  <a:lnTo>
                    <a:pt x="20293" y="287463"/>
                  </a:lnTo>
                  <a:lnTo>
                    <a:pt x="43862" y="324535"/>
                  </a:lnTo>
                  <a:lnTo>
                    <a:pt x="74782" y="355454"/>
                  </a:lnTo>
                  <a:lnTo>
                    <a:pt x="111853" y="379024"/>
                  </a:lnTo>
                  <a:lnTo>
                    <a:pt x="153878" y="394044"/>
                  </a:lnTo>
                  <a:lnTo>
                    <a:pt x="199658" y="399317"/>
                  </a:lnTo>
                  <a:lnTo>
                    <a:pt x="626483" y="399317"/>
                  </a:lnTo>
                  <a:lnTo>
                    <a:pt x="672263" y="394044"/>
                  </a:lnTo>
                  <a:lnTo>
                    <a:pt x="714288" y="379024"/>
                  </a:lnTo>
                  <a:lnTo>
                    <a:pt x="751360" y="355454"/>
                  </a:lnTo>
                  <a:lnTo>
                    <a:pt x="782279" y="324535"/>
                  </a:lnTo>
                  <a:lnTo>
                    <a:pt x="805848" y="287463"/>
                  </a:lnTo>
                  <a:lnTo>
                    <a:pt x="820869" y="245438"/>
                  </a:lnTo>
                  <a:lnTo>
                    <a:pt x="826142" y="199658"/>
                  </a:lnTo>
                  <a:lnTo>
                    <a:pt x="820869" y="153878"/>
                  </a:lnTo>
                  <a:lnTo>
                    <a:pt x="805848" y="111853"/>
                  </a:lnTo>
                  <a:lnTo>
                    <a:pt x="782279" y="74782"/>
                  </a:lnTo>
                  <a:lnTo>
                    <a:pt x="751360" y="43862"/>
                  </a:lnTo>
                  <a:lnTo>
                    <a:pt x="714288" y="20293"/>
                  </a:lnTo>
                  <a:lnTo>
                    <a:pt x="672263" y="5273"/>
                  </a:lnTo>
                  <a:lnTo>
                    <a:pt x="626483" y="0"/>
                  </a:lnTo>
                  <a:close/>
                </a:path>
              </a:pathLst>
            </a:custGeom>
            <a:solidFill>
              <a:srgbClr val="70C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7457927" y="7894785"/>
              <a:ext cx="495300" cy="60960"/>
            </a:xfrm>
            <a:custGeom>
              <a:avLst/>
              <a:gdLst/>
              <a:ahLst/>
              <a:cxnLst/>
              <a:rect l="l" t="t" r="r" b="b"/>
              <a:pathLst>
                <a:path w="495300" h="60959">
                  <a:moveTo>
                    <a:pt x="247374" y="0"/>
                  </a:moveTo>
                  <a:lnTo>
                    <a:pt x="169188" y="1546"/>
                  </a:lnTo>
                  <a:lnTo>
                    <a:pt x="101281" y="5851"/>
                  </a:lnTo>
                  <a:lnTo>
                    <a:pt x="47731" y="12416"/>
                  </a:lnTo>
                  <a:lnTo>
                    <a:pt x="0" y="30323"/>
                  </a:lnTo>
                  <a:lnTo>
                    <a:pt x="12612" y="39906"/>
                  </a:lnTo>
                  <a:lnTo>
                    <a:pt x="47731" y="48230"/>
                  </a:lnTo>
                  <a:lnTo>
                    <a:pt x="101281" y="54795"/>
                  </a:lnTo>
                  <a:lnTo>
                    <a:pt x="169188" y="59101"/>
                  </a:lnTo>
                  <a:lnTo>
                    <a:pt x="247374" y="60647"/>
                  </a:lnTo>
                  <a:lnTo>
                    <a:pt x="325565" y="59101"/>
                  </a:lnTo>
                  <a:lnTo>
                    <a:pt x="393472" y="54795"/>
                  </a:lnTo>
                  <a:lnTo>
                    <a:pt x="447021" y="48230"/>
                  </a:lnTo>
                  <a:lnTo>
                    <a:pt x="482138" y="39906"/>
                  </a:lnTo>
                  <a:lnTo>
                    <a:pt x="494749" y="30323"/>
                  </a:lnTo>
                  <a:lnTo>
                    <a:pt x="482138" y="20740"/>
                  </a:lnTo>
                  <a:lnTo>
                    <a:pt x="447021" y="12416"/>
                  </a:lnTo>
                  <a:lnTo>
                    <a:pt x="393472" y="5851"/>
                  </a:lnTo>
                  <a:lnTo>
                    <a:pt x="325565" y="1546"/>
                  </a:lnTo>
                  <a:lnTo>
                    <a:pt x="247374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3" name="object 213" descr=""/>
          <p:cNvGrpSpPr/>
          <p:nvPr/>
        </p:nvGrpSpPr>
        <p:grpSpPr>
          <a:xfrm>
            <a:off x="7046214" y="7159670"/>
            <a:ext cx="662305" cy="737870"/>
            <a:chOff x="7046214" y="7159670"/>
            <a:chExt cx="662305" cy="737870"/>
          </a:xfrm>
        </p:grpSpPr>
        <p:sp>
          <p:nvSpPr>
            <p:cNvPr id="214" name="object 214" descr=""/>
            <p:cNvSpPr/>
            <p:nvPr/>
          </p:nvSpPr>
          <p:spPr>
            <a:xfrm>
              <a:off x="7172081" y="7159670"/>
              <a:ext cx="417195" cy="530225"/>
            </a:xfrm>
            <a:custGeom>
              <a:avLst/>
              <a:gdLst/>
              <a:ahLst/>
              <a:cxnLst/>
              <a:rect l="l" t="t" r="r" b="b"/>
              <a:pathLst>
                <a:path w="417195" h="530225">
                  <a:moveTo>
                    <a:pt x="104680" y="0"/>
                  </a:moveTo>
                  <a:lnTo>
                    <a:pt x="61362" y="10998"/>
                  </a:lnTo>
                  <a:lnTo>
                    <a:pt x="0" y="48744"/>
                  </a:lnTo>
                  <a:lnTo>
                    <a:pt x="405212" y="529934"/>
                  </a:lnTo>
                  <a:lnTo>
                    <a:pt x="409011" y="505795"/>
                  </a:lnTo>
                  <a:lnTo>
                    <a:pt x="415343" y="450791"/>
                  </a:lnTo>
                  <a:lnTo>
                    <a:pt x="416609" y="391037"/>
                  </a:lnTo>
                  <a:lnTo>
                    <a:pt x="405212" y="352651"/>
                  </a:lnTo>
                  <a:lnTo>
                    <a:pt x="389014" y="338409"/>
                  </a:lnTo>
                  <a:lnTo>
                    <a:pt x="376932" y="333662"/>
                  </a:lnTo>
                  <a:lnTo>
                    <a:pt x="362951" y="338409"/>
                  </a:lnTo>
                  <a:lnTo>
                    <a:pt x="341057" y="352651"/>
                  </a:lnTo>
                  <a:lnTo>
                    <a:pt x="338445" y="319175"/>
                  </a:lnTo>
                  <a:lnTo>
                    <a:pt x="323961" y="239323"/>
                  </a:lnTo>
                  <a:lnTo>
                    <a:pt x="287633" y="143960"/>
                  </a:lnTo>
                  <a:lnTo>
                    <a:pt x="219490" y="63948"/>
                  </a:lnTo>
                  <a:lnTo>
                    <a:pt x="150530" y="17174"/>
                  </a:lnTo>
                  <a:lnTo>
                    <a:pt x="10468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7172083" y="7208420"/>
              <a:ext cx="533400" cy="633095"/>
            </a:xfrm>
            <a:custGeom>
              <a:avLst/>
              <a:gdLst/>
              <a:ahLst/>
              <a:cxnLst/>
              <a:rect l="l" t="t" r="r" b="b"/>
              <a:pathLst>
                <a:path w="533400" h="633095">
                  <a:moveTo>
                    <a:pt x="0" y="0"/>
                  </a:moveTo>
                  <a:lnTo>
                    <a:pt x="533219" y="63294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7304053" y="7185606"/>
              <a:ext cx="6985" cy="187325"/>
            </a:xfrm>
            <a:custGeom>
              <a:avLst/>
              <a:gdLst/>
              <a:ahLst/>
              <a:cxnLst/>
              <a:rect l="l" t="t" r="r" b="b"/>
              <a:pathLst>
                <a:path w="6984" h="187325">
                  <a:moveTo>
                    <a:pt x="0" y="0"/>
                  </a:moveTo>
                  <a:lnTo>
                    <a:pt x="6586" y="187282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7388494" y="7223615"/>
              <a:ext cx="3175" cy="241935"/>
            </a:xfrm>
            <a:custGeom>
              <a:avLst/>
              <a:gdLst/>
              <a:ahLst/>
              <a:cxnLst/>
              <a:rect l="l" t="t" r="r" b="b"/>
              <a:pathLst>
                <a:path w="3175" h="241934">
                  <a:moveTo>
                    <a:pt x="3078" y="0"/>
                  </a:moveTo>
                  <a:lnTo>
                    <a:pt x="0" y="24168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7457933" y="7300436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w="0" h="247650">
                  <a:moveTo>
                    <a:pt x="0" y="0"/>
                  </a:moveTo>
                  <a:lnTo>
                    <a:pt x="0" y="24729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7538956" y="7504468"/>
              <a:ext cx="8890" cy="139700"/>
            </a:xfrm>
            <a:custGeom>
              <a:avLst/>
              <a:gdLst/>
              <a:ahLst/>
              <a:cxnLst/>
              <a:rect l="l" t="t" r="r" b="b"/>
              <a:pathLst>
                <a:path w="8890" h="139700">
                  <a:moveTo>
                    <a:pt x="8816" y="0"/>
                  </a:moveTo>
                  <a:lnTo>
                    <a:pt x="0" y="13943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7048833" y="7464841"/>
              <a:ext cx="541020" cy="370205"/>
            </a:xfrm>
            <a:custGeom>
              <a:avLst/>
              <a:gdLst/>
              <a:ahLst/>
              <a:cxnLst/>
              <a:rect l="l" t="t" r="r" b="b"/>
              <a:pathLst>
                <a:path w="541020" h="370204">
                  <a:moveTo>
                    <a:pt x="131057" y="0"/>
                  </a:moveTo>
                  <a:lnTo>
                    <a:pt x="80195" y="1477"/>
                  </a:lnTo>
                  <a:lnTo>
                    <a:pt x="43262" y="30180"/>
                  </a:lnTo>
                  <a:lnTo>
                    <a:pt x="0" y="93073"/>
                  </a:lnTo>
                  <a:lnTo>
                    <a:pt x="540465" y="369965"/>
                  </a:lnTo>
                  <a:lnTo>
                    <a:pt x="527076" y="301586"/>
                  </a:lnTo>
                  <a:lnTo>
                    <a:pt x="509680" y="250302"/>
                  </a:lnTo>
                  <a:lnTo>
                    <a:pt x="484561" y="218011"/>
                  </a:lnTo>
                  <a:lnTo>
                    <a:pt x="448266" y="206192"/>
                  </a:lnTo>
                  <a:lnTo>
                    <a:pt x="427159" y="245026"/>
                  </a:lnTo>
                  <a:lnTo>
                    <a:pt x="414601" y="214661"/>
                  </a:lnTo>
                  <a:lnTo>
                    <a:pt x="376084" y="145199"/>
                  </a:lnTo>
                  <a:lnTo>
                    <a:pt x="310341" y="69090"/>
                  </a:lnTo>
                  <a:lnTo>
                    <a:pt x="216108" y="18782"/>
                  </a:lnTo>
                  <a:lnTo>
                    <a:pt x="13105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7048832" y="7557913"/>
              <a:ext cx="656590" cy="337185"/>
            </a:xfrm>
            <a:custGeom>
              <a:avLst/>
              <a:gdLst/>
              <a:ahLst/>
              <a:cxnLst/>
              <a:rect l="l" t="t" r="r" b="b"/>
              <a:pathLst>
                <a:path w="656590" h="337184">
                  <a:moveTo>
                    <a:pt x="0" y="0"/>
                  </a:moveTo>
                  <a:lnTo>
                    <a:pt x="656472" y="33686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7161278" y="7482187"/>
              <a:ext cx="17145" cy="142240"/>
            </a:xfrm>
            <a:custGeom>
              <a:avLst/>
              <a:gdLst/>
              <a:ahLst/>
              <a:cxnLst/>
              <a:rect l="l" t="t" r="r" b="b"/>
              <a:pathLst>
                <a:path w="17145" h="142240">
                  <a:moveTo>
                    <a:pt x="0" y="0"/>
                  </a:moveTo>
                  <a:lnTo>
                    <a:pt x="17109" y="14210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7243044" y="7479263"/>
              <a:ext cx="23495" cy="190500"/>
            </a:xfrm>
            <a:custGeom>
              <a:avLst/>
              <a:gdLst/>
              <a:ahLst/>
              <a:cxnLst/>
              <a:rect l="l" t="t" r="r" b="b"/>
              <a:pathLst>
                <a:path w="23495" h="190500">
                  <a:moveTo>
                    <a:pt x="0" y="0"/>
                  </a:moveTo>
                  <a:lnTo>
                    <a:pt x="22920" y="18988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7330482" y="7512396"/>
              <a:ext cx="25400" cy="203200"/>
            </a:xfrm>
            <a:custGeom>
              <a:avLst/>
              <a:gdLst/>
              <a:ahLst/>
              <a:cxnLst/>
              <a:rect l="l" t="t" r="r" b="b"/>
              <a:pathLst>
                <a:path w="25400" h="203200">
                  <a:moveTo>
                    <a:pt x="0" y="0"/>
                  </a:moveTo>
                  <a:lnTo>
                    <a:pt x="25213" y="20272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7404676" y="7582014"/>
              <a:ext cx="37465" cy="177165"/>
            </a:xfrm>
            <a:custGeom>
              <a:avLst/>
              <a:gdLst/>
              <a:ahLst/>
              <a:cxnLst/>
              <a:rect l="l" t="t" r="r" b="b"/>
              <a:pathLst>
                <a:path w="37465" h="177165">
                  <a:moveTo>
                    <a:pt x="0" y="0"/>
                  </a:moveTo>
                  <a:lnTo>
                    <a:pt x="36899" y="17716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7511256" y="7678013"/>
              <a:ext cx="27305" cy="128905"/>
            </a:xfrm>
            <a:custGeom>
              <a:avLst/>
              <a:gdLst/>
              <a:ahLst/>
              <a:cxnLst/>
              <a:rect l="l" t="t" r="r" b="b"/>
              <a:pathLst>
                <a:path w="27304" h="128904">
                  <a:moveTo>
                    <a:pt x="0" y="0"/>
                  </a:moveTo>
                  <a:lnTo>
                    <a:pt x="26983" y="12888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7" name="object 227" descr=""/>
          <p:cNvGrpSpPr/>
          <p:nvPr/>
        </p:nvGrpSpPr>
        <p:grpSpPr>
          <a:xfrm>
            <a:off x="7547772" y="6932350"/>
            <a:ext cx="817244" cy="1023619"/>
            <a:chOff x="7547772" y="6932350"/>
            <a:chExt cx="817244" cy="1023619"/>
          </a:xfrm>
        </p:grpSpPr>
        <p:sp>
          <p:nvSpPr>
            <p:cNvPr id="228" name="object 228" descr=""/>
            <p:cNvSpPr/>
            <p:nvPr/>
          </p:nvSpPr>
          <p:spPr>
            <a:xfrm>
              <a:off x="7821920" y="7159670"/>
              <a:ext cx="417195" cy="530225"/>
            </a:xfrm>
            <a:custGeom>
              <a:avLst/>
              <a:gdLst/>
              <a:ahLst/>
              <a:cxnLst/>
              <a:rect l="l" t="t" r="r" b="b"/>
              <a:pathLst>
                <a:path w="417195" h="530225">
                  <a:moveTo>
                    <a:pt x="311929" y="0"/>
                  </a:moveTo>
                  <a:lnTo>
                    <a:pt x="266079" y="17174"/>
                  </a:lnTo>
                  <a:lnTo>
                    <a:pt x="197118" y="63948"/>
                  </a:lnTo>
                  <a:lnTo>
                    <a:pt x="128976" y="143960"/>
                  </a:lnTo>
                  <a:lnTo>
                    <a:pt x="92648" y="239323"/>
                  </a:lnTo>
                  <a:lnTo>
                    <a:pt x="78164" y="319175"/>
                  </a:lnTo>
                  <a:lnTo>
                    <a:pt x="75552" y="352651"/>
                  </a:lnTo>
                  <a:lnTo>
                    <a:pt x="53658" y="338409"/>
                  </a:lnTo>
                  <a:lnTo>
                    <a:pt x="39677" y="333662"/>
                  </a:lnTo>
                  <a:lnTo>
                    <a:pt x="27595" y="338409"/>
                  </a:lnTo>
                  <a:lnTo>
                    <a:pt x="11396" y="352651"/>
                  </a:lnTo>
                  <a:lnTo>
                    <a:pt x="0" y="391037"/>
                  </a:lnTo>
                  <a:lnTo>
                    <a:pt x="1266" y="450791"/>
                  </a:lnTo>
                  <a:lnTo>
                    <a:pt x="7597" y="505795"/>
                  </a:lnTo>
                  <a:lnTo>
                    <a:pt x="11396" y="529934"/>
                  </a:lnTo>
                  <a:lnTo>
                    <a:pt x="416609" y="48744"/>
                  </a:lnTo>
                  <a:lnTo>
                    <a:pt x="355247" y="10998"/>
                  </a:lnTo>
                  <a:lnTo>
                    <a:pt x="31192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7705307" y="7208420"/>
              <a:ext cx="533400" cy="633095"/>
            </a:xfrm>
            <a:custGeom>
              <a:avLst/>
              <a:gdLst/>
              <a:ahLst/>
              <a:cxnLst/>
              <a:rect l="l" t="t" r="r" b="b"/>
              <a:pathLst>
                <a:path w="533400" h="633095">
                  <a:moveTo>
                    <a:pt x="533219" y="0"/>
                  </a:moveTo>
                  <a:lnTo>
                    <a:pt x="0" y="632944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8099971" y="7185606"/>
              <a:ext cx="6985" cy="187325"/>
            </a:xfrm>
            <a:custGeom>
              <a:avLst/>
              <a:gdLst/>
              <a:ahLst/>
              <a:cxnLst/>
              <a:rect l="l" t="t" r="r" b="b"/>
              <a:pathLst>
                <a:path w="6984" h="187325">
                  <a:moveTo>
                    <a:pt x="6586" y="0"/>
                  </a:moveTo>
                  <a:lnTo>
                    <a:pt x="0" y="187282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8019037" y="7223615"/>
              <a:ext cx="3175" cy="241935"/>
            </a:xfrm>
            <a:custGeom>
              <a:avLst/>
              <a:gdLst/>
              <a:ahLst/>
              <a:cxnLst/>
              <a:rect l="l" t="t" r="r" b="b"/>
              <a:pathLst>
                <a:path w="3175" h="241934">
                  <a:moveTo>
                    <a:pt x="0" y="0"/>
                  </a:moveTo>
                  <a:lnTo>
                    <a:pt x="3078" y="241688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7952677" y="7300436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w="0" h="247650">
                  <a:moveTo>
                    <a:pt x="0" y="0"/>
                  </a:moveTo>
                  <a:lnTo>
                    <a:pt x="0" y="24729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7862837" y="7504468"/>
              <a:ext cx="8890" cy="139700"/>
            </a:xfrm>
            <a:custGeom>
              <a:avLst/>
              <a:gdLst/>
              <a:ahLst/>
              <a:cxnLst/>
              <a:rect l="l" t="t" r="r" b="b"/>
              <a:pathLst>
                <a:path w="8890" h="139700">
                  <a:moveTo>
                    <a:pt x="0" y="0"/>
                  </a:moveTo>
                  <a:lnTo>
                    <a:pt x="8816" y="13943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7821311" y="7464841"/>
              <a:ext cx="541020" cy="370205"/>
            </a:xfrm>
            <a:custGeom>
              <a:avLst/>
              <a:gdLst/>
              <a:ahLst/>
              <a:cxnLst/>
              <a:rect l="l" t="t" r="r" b="b"/>
              <a:pathLst>
                <a:path w="541020" h="370204">
                  <a:moveTo>
                    <a:pt x="409408" y="0"/>
                  </a:moveTo>
                  <a:lnTo>
                    <a:pt x="324356" y="18782"/>
                  </a:lnTo>
                  <a:lnTo>
                    <a:pt x="230123" y="69090"/>
                  </a:lnTo>
                  <a:lnTo>
                    <a:pt x="164381" y="145199"/>
                  </a:lnTo>
                  <a:lnTo>
                    <a:pt x="125863" y="214661"/>
                  </a:lnTo>
                  <a:lnTo>
                    <a:pt x="113305" y="245026"/>
                  </a:lnTo>
                  <a:lnTo>
                    <a:pt x="101959" y="218011"/>
                  </a:lnTo>
                  <a:lnTo>
                    <a:pt x="55904" y="218011"/>
                  </a:lnTo>
                  <a:lnTo>
                    <a:pt x="30784" y="250302"/>
                  </a:lnTo>
                  <a:lnTo>
                    <a:pt x="13388" y="301586"/>
                  </a:lnTo>
                  <a:lnTo>
                    <a:pt x="3273" y="349071"/>
                  </a:lnTo>
                  <a:lnTo>
                    <a:pt x="0" y="369965"/>
                  </a:lnTo>
                  <a:lnTo>
                    <a:pt x="540465" y="93073"/>
                  </a:lnTo>
                  <a:lnTo>
                    <a:pt x="497202" y="30180"/>
                  </a:lnTo>
                  <a:lnTo>
                    <a:pt x="460270" y="1477"/>
                  </a:lnTo>
                  <a:lnTo>
                    <a:pt x="409408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7705305" y="7557913"/>
              <a:ext cx="656590" cy="337185"/>
            </a:xfrm>
            <a:custGeom>
              <a:avLst/>
              <a:gdLst/>
              <a:ahLst/>
              <a:cxnLst/>
              <a:rect l="l" t="t" r="r" b="b"/>
              <a:pathLst>
                <a:path w="656590" h="337184">
                  <a:moveTo>
                    <a:pt x="656472" y="0"/>
                  </a:moveTo>
                  <a:lnTo>
                    <a:pt x="0" y="33686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8232221" y="7482187"/>
              <a:ext cx="17145" cy="142240"/>
            </a:xfrm>
            <a:custGeom>
              <a:avLst/>
              <a:gdLst/>
              <a:ahLst/>
              <a:cxnLst/>
              <a:rect l="l" t="t" r="r" b="b"/>
              <a:pathLst>
                <a:path w="17145" h="142240">
                  <a:moveTo>
                    <a:pt x="17109" y="0"/>
                  </a:moveTo>
                  <a:lnTo>
                    <a:pt x="0" y="14210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8144644" y="7479263"/>
              <a:ext cx="23495" cy="190500"/>
            </a:xfrm>
            <a:custGeom>
              <a:avLst/>
              <a:gdLst/>
              <a:ahLst/>
              <a:cxnLst/>
              <a:rect l="l" t="t" r="r" b="b"/>
              <a:pathLst>
                <a:path w="23495" h="190500">
                  <a:moveTo>
                    <a:pt x="22920" y="0"/>
                  </a:moveTo>
                  <a:lnTo>
                    <a:pt x="0" y="18988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8054913" y="7512396"/>
              <a:ext cx="25400" cy="203200"/>
            </a:xfrm>
            <a:custGeom>
              <a:avLst/>
              <a:gdLst/>
              <a:ahLst/>
              <a:cxnLst/>
              <a:rect l="l" t="t" r="r" b="b"/>
              <a:pathLst>
                <a:path w="25400" h="203200">
                  <a:moveTo>
                    <a:pt x="25213" y="0"/>
                  </a:moveTo>
                  <a:lnTo>
                    <a:pt x="0" y="20272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7969035" y="7582014"/>
              <a:ext cx="37465" cy="177165"/>
            </a:xfrm>
            <a:custGeom>
              <a:avLst/>
              <a:gdLst/>
              <a:ahLst/>
              <a:cxnLst/>
              <a:rect l="l" t="t" r="r" b="b"/>
              <a:pathLst>
                <a:path w="37465" h="177165">
                  <a:moveTo>
                    <a:pt x="36899" y="0"/>
                  </a:moveTo>
                  <a:lnTo>
                    <a:pt x="0" y="17716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7872370" y="7678013"/>
              <a:ext cx="27305" cy="128905"/>
            </a:xfrm>
            <a:custGeom>
              <a:avLst/>
              <a:gdLst/>
              <a:ahLst/>
              <a:cxnLst/>
              <a:rect l="l" t="t" r="r" b="b"/>
              <a:pathLst>
                <a:path w="27304" h="128904">
                  <a:moveTo>
                    <a:pt x="26983" y="0"/>
                  </a:moveTo>
                  <a:lnTo>
                    <a:pt x="0" y="128886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7547772" y="6932350"/>
              <a:ext cx="315595" cy="810260"/>
            </a:xfrm>
            <a:custGeom>
              <a:avLst/>
              <a:gdLst/>
              <a:ahLst/>
              <a:cxnLst/>
              <a:rect l="l" t="t" r="r" b="b"/>
              <a:pathLst>
                <a:path w="315595" h="810259">
                  <a:moveTo>
                    <a:pt x="157534" y="0"/>
                  </a:moveTo>
                  <a:lnTo>
                    <a:pt x="110399" y="11636"/>
                  </a:lnTo>
                  <a:lnTo>
                    <a:pt x="58749" y="53053"/>
                  </a:lnTo>
                  <a:lnTo>
                    <a:pt x="35769" y="87981"/>
                  </a:lnTo>
                  <a:lnTo>
                    <a:pt x="17108" y="134015"/>
                  </a:lnTo>
                  <a:lnTo>
                    <a:pt x="4579" y="192376"/>
                  </a:lnTo>
                  <a:lnTo>
                    <a:pt x="0" y="264285"/>
                  </a:lnTo>
                  <a:lnTo>
                    <a:pt x="17291" y="408799"/>
                  </a:lnTo>
                  <a:lnTo>
                    <a:pt x="55333" y="521090"/>
                  </a:lnTo>
                  <a:lnTo>
                    <a:pt x="93375" y="593833"/>
                  </a:lnTo>
                  <a:lnTo>
                    <a:pt x="110666" y="619708"/>
                  </a:lnTo>
                  <a:lnTo>
                    <a:pt x="76061" y="606570"/>
                  </a:lnTo>
                  <a:lnTo>
                    <a:pt x="58423" y="607344"/>
                  </a:lnTo>
                  <a:lnTo>
                    <a:pt x="52261" y="626669"/>
                  </a:lnTo>
                  <a:lnTo>
                    <a:pt x="52082" y="669183"/>
                  </a:lnTo>
                  <a:lnTo>
                    <a:pt x="69106" y="722459"/>
                  </a:lnTo>
                  <a:lnTo>
                    <a:pt x="105295" y="767313"/>
                  </a:lnTo>
                  <a:lnTo>
                    <a:pt x="141240" y="798253"/>
                  </a:lnTo>
                  <a:lnTo>
                    <a:pt x="157534" y="809786"/>
                  </a:lnTo>
                  <a:lnTo>
                    <a:pt x="217768" y="770242"/>
                  </a:lnTo>
                  <a:lnTo>
                    <a:pt x="248831" y="742414"/>
                  </a:lnTo>
                  <a:lnTo>
                    <a:pt x="260608" y="713122"/>
                  </a:lnTo>
                  <a:lnTo>
                    <a:pt x="262986" y="669183"/>
                  </a:lnTo>
                  <a:lnTo>
                    <a:pt x="254380" y="630147"/>
                  </a:lnTo>
                  <a:lnTo>
                    <a:pt x="234181" y="616618"/>
                  </a:lnTo>
                  <a:lnTo>
                    <a:pt x="213738" y="617003"/>
                  </a:lnTo>
                  <a:lnTo>
                    <a:pt x="204402" y="619708"/>
                  </a:lnTo>
                  <a:lnTo>
                    <a:pt x="268381" y="532869"/>
                  </a:lnTo>
                  <a:lnTo>
                    <a:pt x="301235" y="466899"/>
                  </a:lnTo>
                  <a:lnTo>
                    <a:pt x="313339" y="388478"/>
                  </a:lnTo>
                  <a:lnTo>
                    <a:pt x="315068" y="264285"/>
                  </a:lnTo>
                  <a:lnTo>
                    <a:pt x="310489" y="192376"/>
                  </a:lnTo>
                  <a:lnTo>
                    <a:pt x="297960" y="134015"/>
                  </a:lnTo>
                  <a:lnTo>
                    <a:pt x="279299" y="87981"/>
                  </a:lnTo>
                  <a:lnTo>
                    <a:pt x="256319" y="53053"/>
                  </a:lnTo>
                  <a:lnTo>
                    <a:pt x="204669" y="11636"/>
                  </a:lnTo>
                  <a:lnTo>
                    <a:pt x="179629" y="2705"/>
                  </a:lnTo>
                  <a:lnTo>
                    <a:pt x="15753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7705305" y="7053500"/>
              <a:ext cx="0" cy="902335"/>
            </a:xfrm>
            <a:custGeom>
              <a:avLst/>
              <a:gdLst/>
              <a:ahLst/>
              <a:cxnLst/>
              <a:rect l="l" t="t" r="r" b="b"/>
              <a:pathLst>
                <a:path w="0" h="902334">
                  <a:moveTo>
                    <a:pt x="0" y="901930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7593150" y="7003846"/>
              <a:ext cx="112395" cy="164465"/>
            </a:xfrm>
            <a:custGeom>
              <a:avLst/>
              <a:gdLst/>
              <a:ahLst/>
              <a:cxnLst/>
              <a:rect l="l" t="t" r="r" b="b"/>
              <a:pathLst>
                <a:path w="112395" h="164465">
                  <a:moveTo>
                    <a:pt x="0" y="0"/>
                  </a:moveTo>
                  <a:lnTo>
                    <a:pt x="112153" y="16433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7556863" y="7109403"/>
              <a:ext cx="148590" cy="235585"/>
            </a:xfrm>
            <a:custGeom>
              <a:avLst/>
              <a:gdLst/>
              <a:ahLst/>
              <a:cxnLst/>
              <a:rect l="l" t="t" r="r" b="b"/>
              <a:pathLst>
                <a:path w="148590" h="235584">
                  <a:moveTo>
                    <a:pt x="0" y="0"/>
                  </a:moveTo>
                  <a:lnTo>
                    <a:pt x="148445" y="23506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7555637" y="7294047"/>
              <a:ext cx="149860" cy="203835"/>
            </a:xfrm>
            <a:custGeom>
              <a:avLst/>
              <a:gdLst/>
              <a:ahLst/>
              <a:cxnLst/>
              <a:rect l="l" t="t" r="r" b="b"/>
              <a:pathLst>
                <a:path w="149859" h="203834">
                  <a:moveTo>
                    <a:pt x="0" y="0"/>
                  </a:moveTo>
                  <a:lnTo>
                    <a:pt x="149670" y="20322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7610137" y="7560239"/>
              <a:ext cx="95250" cy="110489"/>
            </a:xfrm>
            <a:custGeom>
              <a:avLst/>
              <a:gdLst/>
              <a:ahLst/>
              <a:cxnLst/>
              <a:rect l="l" t="t" r="r" b="b"/>
              <a:pathLst>
                <a:path w="95250" h="110490">
                  <a:moveTo>
                    <a:pt x="0" y="0"/>
                  </a:moveTo>
                  <a:lnTo>
                    <a:pt x="95169" y="110363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7705306" y="7003846"/>
              <a:ext cx="112395" cy="164465"/>
            </a:xfrm>
            <a:custGeom>
              <a:avLst/>
              <a:gdLst/>
              <a:ahLst/>
              <a:cxnLst/>
              <a:rect l="l" t="t" r="r" b="b"/>
              <a:pathLst>
                <a:path w="112395" h="164465">
                  <a:moveTo>
                    <a:pt x="112153" y="0"/>
                  </a:moveTo>
                  <a:lnTo>
                    <a:pt x="0" y="16433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7705301" y="7109403"/>
              <a:ext cx="148590" cy="235585"/>
            </a:xfrm>
            <a:custGeom>
              <a:avLst/>
              <a:gdLst/>
              <a:ahLst/>
              <a:cxnLst/>
              <a:rect l="l" t="t" r="r" b="b"/>
              <a:pathLst>
                <a:path w="148590" h="235584">
                  <a:moveTo>
                    <a:pt x="148445" y="0"/>
                  </a:moveTo>
                  <a:lnTo>
                    <a:pt x="0" y="23506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7705302" y="7294047"/>
              <a:ext cx="149860" cy="203835"/>
            </a:xfrm>
            <a:custGeom>
              <a:avLst/>
              <a:gdLst/>
              <a:ahLst/>
              <a:cxnLst/>
              <a:rect l="l" t="t" r="r" b="b"/>
              <a:pathLst>
                <a:path w="149859" h="203834">
                  <a:moveTo>
                    <a:pt x="149670" y="0"/>
                  </a:moveTo>
                  <a:lnTo>
                    <a:pt x="0" y="20322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7705303" y="7560239"/>
              <a:ext cx="95250" cy="110489"/>
            </a:xfrm>
            <a:custGeom>
              <a:avLst/>
              <a:gdLst/>
              <a:ahLst/>
              <a:cxnLst/>
              <a:rect l="l" t="t" r="r" b="b"/>
              <a:pathLst>
                <a:path w="95250" h="110490">
                  <a:moveTo>
                    <a:pt x="95169" y="0"/>
                  </a:moveTo>
                  <a:lnTo>
                    <a:pt x="0" y="110363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1" name="object 251" descr=""/>
          <p:cNvSpPr txBox="1"/>
          <p:nvPr/>
        </p:nvSpPr>
        <p:spPr>
          <a:xfrm>
            <a:off x="624158" y="728636"/>
            <a:ext cx="293941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925308" y="7047147"/>
            <a:ext cx="997585" cy="457200"/>
          </a:xfrm>
          <a:custGeom>
            <a:avLst/>
            <a:gdLst/>
            <a:ahLst/>
            <a:cxnLst/>
            <a:rect l="l" t="t" r="r" b="b"/>
            <a:pathLst>
              <a:path w="997584" h="457200">
                <a:moveTo>
                  <a:pt x="475729" y="249148"/>
                </a:moveTo>
                <a:lnTo>
                  <a:pt x="0" y="251561"/>
                </a:lnTo>
                <a:lnTo>
                  <a:pt x="2895" y="451980"/>
                </a:lnTo>
                <a:lnTo>
                  <a:pt x="5715" y="257276"/>
                </a:lnTo>
                <a:lnTo>
                  <a:pt x="465277" y="259613"/>
                </a:lnTo>
                <a:lnTo>
                  <a:pt x="465810" y="447344"/>
                </a:lnTo>
                <a:lnTo>
                  <a:pt x="2895" y="451980"/>
                </a:lnTo>
                <a:lnTo>
                  <a:pt x="475145" y="456679"/>
                </a:lnTo>
                <a:lnTo>
                  <a:pt x="475157" y="451980"/>
                </a:lnTo>
                <a:lnTo>
                  <a:pt x="475170" y="447319"/>
                </a:lnTo>
                <a:lnTo>
                  <a:pt x="475703" y="259626"/>
                </a:lnTo>
                <a:lnTo>
                  <a:pt x="470484" y="259626"/>
                </a:lnTo>
                <a:lnTo>
                  <a:pt x="475703" y="259613"/>
                </a:lnTo>
                <a:lnTo>
                  <a:pt x="475716" y="254393"/>
                </a:lnTo>
                <a:lnTo>
                  <a:pt x="475729" y="249148"/>
                </a:lnTo>
                <a:close/>
              </a:path>
              <a:path w="997584" h="457200">
                <a:moveTo>
                  <a:pt x="736574" y="0"/>
                </a:moveTo>
                <a:lnTo>
                  <a:pt x="260832" y="2413"/>
                </a:lnTo>
                <a:lnTo>
                  <a:pt x="263740" y="202831"/>
                </a:lnTo>
                <a:lnTo>
                  <a:pt x="266547" y="8128"/>
                </a:lnTo>
                <a:lnTo>
                  <a:pt x="726109" y="10464"/>
                </a:lnTo>
                <a:lnTo>
                  <a:pt x="726655" y="198183"/>
                </a:lnTo>
                <a:lnTo>
                  <a:pt x="263740" y="202831"/>
                </a:lnTo>
                <a:lnTo>
                  <a:pt x="735977" y="207530"/>
                </a:lnTo>
                <a:lnTo>
                  <a:pt x="735990" y="202831"/>
                </a:lnTo>
                <a:lnTo>
                  <a:pt x="736015" y="198170"/>
                </a:lnTo>
                <a:lnTo>
                  <a:pt x="736536" y="10477"/>
                </a:lnTo>
                <a:lnTo>
                  <a:pt x="731329" y="10477"/>
                </a:lnTo>
                <a:lnTo>
                  <a:pt x="736536" y="10464"/>
                </a:lnTo>
                <a:lnTo>
                  <a:pt x="736549" y="5245"/>
                </a:lnTo>
                <a:lnTo>
                  <a:pt x="736574" y="0"/>
                </a:lnTo>
                <a:close/>
              </a:path>
              <a:path w="997584" h="457200">
                <a:moveTo>
                  <a:pt x="997419" y="249148"/>
                </a:moveTo>
                <a:lnTo>
                  <a:pt x="521677" y="251561"/>
                </a:lnTo>
                <a:lnTo>
                  <a:pt x="524573" y="451980"/>
                </a:lnTo>
                <a:lnTo>
                  <a:pt x="527392" y="257276"/>
                </a:lnTo>
                <a:lnTo>
                  <a:pt x="986955" y="259613"/>
                </a:lnTo>
                <a:lnTo>
                  <a:pt x="987488" y="447344"/>
                </a:lnTo>
                <a:lnTo>
                  <a:pt x="524573" y="451980"/>
                </a:lnTo>
                <a:lnTo>
                  <a:pt x="996823" y="456679"/>
                </a:lnTo>
                <a:lnTo>
                  <a:pt x="996835" y="451980"/>
                </a:lnTo>
                <a:lnTo>
                  <a:pt x="996848" y="447319"/>
                </a:lnTo>
                <a:lnTo>
                  <a:pt x="997381" y="259626"/>
                </a:lnTo>
                <a:lnTo>
                  <a:pt x="992174" y="259626"/>
                </a:lnTo>
                <a:lnTo>
                  <a:pt x="997381" y="259613"/>
                </a:lnTo>
                <a:lnTo>
                  <a:pt x="997407" y="254393"/>
                </a:lnTo>
                <a:lnTo>
                  <a:pt x="997419" y="249148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637919" y="7296294"/>
            <a:ext cx="476250" cy="207645"/>
          </a:xfrm>
          <a:custGeom>
            <a:avLst/>
            <a:gdLst/>
            <a:ahLst/>
            <a:cxnLst/>
            <a:rect l="l" t="t" r="r" b="b"/>
            <a:pathLst>
              <a:path w="476250" h="207645">
                <a:moveTo>
                  <a:pt x="465815" y="198184"/>
                </a:moveTo>
                <a:lnTo>
                  <a:pt x="2900" y="202831"/>
                </a:lnTo>
                <a:lnTo>
                  <a:pt x="475147" y="207522"/>
                </a:lnTo>
                <a:lnTo>
                  <a:pt x="475161" y="202831"/>
                </a:lnTo>
                <a:lnTo>
                  <a:pt x="465828" y="202831"/>
                </a:lnTo>
                <a:lnTo>
                  <a:pt x="465815" y="198184"/>
                </a:lnTo>
                <a:close/>
              </a:path>
              <a:path w="476250" h="207645">
                <a:moveTo>
                  <a:pt x="475744" y="0"/>
                </a:moveTo>
                <a:lnTo>
                  <a:pt x="0" y="2408"/>
                </a:lnTo>
                <a:lnTo>
                  <a:pt x="2900" y="202831"/>
                </a:lnTo>
                <a:lnTo>
                  <a:pt x="5717" y="8127"/>
                </a:lnTo>
                <a:lnTo>
                  <a:pt x="2900" y="8104"/>
                </a:lnTo>
                <a:lnTo>
                  <a:pt x="5758" y="5245"/>
                </a:lnTo>
                <a:lnTo>
                  <a:pt x="475729" y="5245"/>
                </a:lnTo>
                <a:lnTo>
                  <a:pt x="475744" y="0"/>
                </a:lnTo>
                <a:close/>
              </a:path>
              <a:path w="476250" h="207645">
                <a:moveTo>
                  <a:pt x="470498" y="198161"/>
                </a:moveTo>
                <a:lnTo>
                  <a:pt x="465815" y="198184"/>
                </a:lnTo>
                <a:lnTo>
                  <a:pt x="465828" y="202831"/>
                </a:lnTo>
                <a:lnTo>
                  <a:pt x="470498" y="198161"/>
                </a:lnTo>
                <a:close/>
              </a:path>
              <a:path w="476250" h="207645">
                <a:moveTo>
                  <a:pt x="475174" y="198161"/>
                </a:moveTo>
                <a:lnTo>
                  <a:pt x="470498" y="198161"/>
                </a:lnTo>
                <a:lnTo>
                  <a:pt x="465828" y="202831"/>
                </a:lnTo>
                <a:lnTo>
                  <a:pt x="475161" y="202831"/>
                </a:lnTo>
                <a:lnTo>
                  <a:pt x="475174" y="198161"/>
                </a:lnTo>
                <a:close/>
              </a:path>
              <a:path w="476250" h="207645">
                <a:moveTo>
                  <a:pt x="475729" y="5245"/>
                </a:moveTo>
                <a:lnTo>
                  <a:pt x="465263" y="5245"/>
                </a:lnTo>
                <a:lnTo>
                  <a:pt x="470498" y="10470"/>
                </a:lnTo>
                <a:lnTo>
                  <a:pt x="465278" y="10470"/>
                </a:lnTo>
                <a:lnTo>
                  <a:pt x="465815" y="198184"/>
                </a:lnTo>
                <a:lnTo>
                  <a:pt x="475174" y="198161"/>
                </a:lnTo>
                <a:lnTo>
                  <a:pt x="475714" y="10470"/>
                </a:lnTo>
                <a:lnTo>
                  <a:pt x="470498" y="10470"/>
                </a:lnTo>
                <a:lnTo>
                  <a:pt x="475714" y="10455"/>
                </a:lnTo>
                <a:lnTo>
                  <a:pt x="475729" y="5245"/>
                </a:lnTo>
                <a:close/>
              </a:path>
              <a:path w="476250" h="207645">
                <a:moveTo>
                  <a:pt x="465263" y="5245"/>
                </a:moveTo>
                <a:lnTo>
                  <a:pt x="465278" y="10455"/>
                </a:lnTo>
                <a:lnTo>
                  <a:pt x="470498" y="10470"/>
                </a:lnTo>
                <a:lnTo>
                  <a:pt x="465263" y="5245"/>
                </a:lnTo>
                <a:close/>
              </a:path>
              <a:path w="476250" h="207645">
                <a:moveTo>
                  <a:pt x="465263" y="5245"/>
                </a:moveTo>
                <a:lnTo>
                  <a:pt x="5758" y="5245"/>
                </a:lnTo>
                <a:lnTo>
                  <a:pt x="5717" y="8127"/>
                </a:lnTo>
                <a:lnTo>
                  <a:pt x="465278" y="10455"/>
                </a:lnTo>
                <a:lnTo>
                  <a:pt x="465263" y="5245"/>
                </a:lnTo>
                <a:close/>
              </a:path>
              <a:path w="476250" h="207645">
                <a:moveTo>
                  <a:pt x="5758" y="5245"/>
                </a:moveTo>
                <a:lnTo>
                  <a:pt x="2900" y="8104"/>
                </a:lnTo>
                <a:lnTo>
                  <a:pt x="5717" y="8127"/>
                </a:lnTo>
                <a:lnTo>
                  <a:pt x="5758" y="5245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637919" y="1980075"/>
            <a:ext cx="736600" cy="457200"/>
          </a:xfrm>
          <a:custGeom>
            <a:avLst/>
            <a:gdLst/>
            <a:ahLst/>
            <a:cxnLst/>
            <a:rect l="l" t="t" r="r" b="b"/>
            <a:pathLst>
              <a:path w="736600" h="457200">
                <a:moveTo>
                  <a:pt x="475703" y="259626"/>
                </a:moveTo>
                <a:lnTo>
                  <a:pt x="470496" y="259626"/>
                </a:lnTo>
                <a:lnTo>
                  <a:pt x="465277" y="259626"/>
                </a:lnTo>
                <a:lnTo>
                  <a:pt x="465810" y="447332"/>
                </a:lnTo>
                <a:lnTo>
                  <a:pt x="2895" y="451980"/>
                </a:lnTo>
                <a:lnTo>
                  <a:pt x="475145" y="456666"/>
                </a:lnTo>
                <a:lnTo>
                  <a:pt x="475157" y="451980"/>
                </a:lnTo>
                <a:lnTo>
                  <a:pt x="475170" y="447306"/>
                </a:lnTo>
                <a:lnTo>
                  <a:pt x="475703" y="259626"/>
                </a:lnTo>
                <a:close/>
              </a:path>
              <a:path w="736600" h="457200">
                <a:moveTo>
                  <a:pt x="475742" y="249148"/>
                </a:moveTo>
                <a:lnTo>
                  <a:pt x="0" y="251561"/>
                </a:lnTo>
                <a:lnTo>
                  <a:pt x="2895" y="451980"/>
                </a:lnTo>
                <a:lnTo>
                  <a:pt x="5715" y="257276"/>
                </a:lnTo>
                <a:lnTo>
                  <a:pt x="465277" y="259600"/>
                </a:lnTo>
                <a:lnTo>
                  <a:pt x="470496" y="259626"/>
                </a:lnTo>
                <a:lnTo>
                  <a:pt x="475703" y="259600"/>
                </a:lnTo>
                <a:lnTo>
                  <a:pt x="475729" y="254393"/>
                </a:lnTo>
                <a:lnTo>
                  <a:pt x="475742" y="249148"/>
                </a:lnTo>
                <a:close/>
              </a:path>
              <a:path w="736600" h="457200">
                <a:moveTo>
                  <a:pt x="736574" y="0"/>
                </a:moveTo>
                <a:lnTo>
                  <a:pt x="260832" y="2413"/>
                </a:lnTo>
                <a:lnTo>
                  <a:pt x="263740" y="202831"/>
                </a:lnTo>
                <a:lnTo>
                  <a:pt x="266547" y="8128"/>
                </a:lnTo>
                <a:lnTo>
                  <a:pt x="726109" y="10452"/>
                </a:lnTo>
                <a:lnTo>
                  <a:pt x="726643" y="198183"/>
                </a:lnTo>
                <a:lnTo>
                  <a:pt x="263740" y="202831"/>
                </a:lnTo>
                <a:lnTo>
                  <a:pt x="735990" y="207518"/>
                </a:lnTo>
                <a:lnTo>
                  <a:pt x="736003" y="202831"/>
                </a:lnTo>
                <a:lnTo>
                  <a:pt x="736015" y="198158"/>
                </a:lnTo>
                <a:lnTo>
                  <a:pt x="736536" y="10464"/>
                </a:lnTo>
                <a:lnTo>
                  <a:pt x="731329" y="10464"/>
                </a:lnTo>
                <a:lnTo>
                  <a:pt x="736536" y="10452"/>
                </a:lnTo>
                <a:lnTo>
                  <a:pt x="736561" y="5245"/>
                </a:lnTo>
                <a:lnTo>
                  <a:pt x="736574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446986" y="1980280"/>
            <a:ext cx="476250" cy="207645"/>
          </a:xfrm>
          <a:custGeom>
            <a:avLst/>
            <a:gdLst/>
            <a:ahLst/>
            <a:cxnLst/>
            <a:rect l="l" t="t" r="r" b="b"/>
            <a:pathLst>
              <a:path w="476250" h="207644">
                <a:moveTo>
                  <a:pt x="465815" y="198184"/>
                </a:moveTo>
                <a:lnTo>
                  <a:pt x="2900" y="202831"/>
                </a:lnTo>
                <a:lnTo>
                  <a:pt x="475147" y="207522"/>
                </a:lnTo>
                <a:lnTo>
                  <a:pt x="475161" y="202831"/>
                </a:lnTo>
                <a:lnTo>
                  <a:pt x="465828" y="202831"/>
                </a:lnTo>
                <a:lnTo>
                  <a:pt x="465815" y="198184"/>
                </a:lnTo>
                <a:close/>
              </a:path>
              <a:path w="476250" h="207644">
                <a:moveTo>
                  <a:pt x="475744" y="0"/>
                </a:moveTo>
                <a:lnTo>
                  <a:pt x="0" y="2408"/>
                </a:lnTo>
                <a:lnTo>
                  <a:pt x="2900" y="202831"/>
                </a:lnTo>
                <a:lnTo>
                  <a:pt x="5717" y="8127"/>
                </a:lnTo>
                <a:lnTo>
                  <a:pt x="2900" y="8104"/>
                </a:lnTo>
                <a:lnTo>
                  <a:pt x="5758" y="5245"/>
                </a:lnTo>
                <a:lnTo>
                  <a:pt x="475729" y="5245"/>
                </a:lnTo>
                <a:lnTo>
                  <a:pt x="475744" y="0"/>
                </a:lnTo>
                <a:close/>
              </a:path>
              <a:path w="476250" h="207644">
                <a:moveTo>
                  <a:pt x="470498" y="198161"/>
                </a:moveTo>
                <a:lnTo>
                  <a:pt x="465815" y="198184"/>
                </a:lnTo>
                <a:lnTo>
                  <a:pt x="465828" y="202831"/>
                </a:lnTo>
                <a:lnTo>
                  <a:pt x="470498" y="198161"/>
                </a:lnTo>
                <a:close/>
              </a:path>
              <a:path w="476250" h="207644">
                <a:moveTo>
                  <a:pt x="475174" y="198161"/>
                </a:moveTo>
                <a:lnTo>
                  <a:pt x="470498" y="198161"/>
                </a:lnTo>
                <a:lnTo>
                  <a:pt x="465828" y="202831"/>
                </a:lnTo>
                <a:lnTo>
                  <a:pt x="475161" y="202831"/>
                </a:lnTo>
                <a:lnTo>
                  <a:pt x="475174" y="198161"/>
                </a:lnTo>
                <a:close/>
              </a:path>
              <a:path w="476250" h="207644">
                <a:moveTo>
                  <a:pt x="475729" y="5245"/>
                </a:moveTo>
                <a:lnTo>
                  <a:pt x="465263" y="5245"/>
                </a:lnTo>
                <a:lnTo>
                  <a:pt x="470498" y="10470"/>
                </a:lnTo>
                <a:lnTo>
                  <a:pt x="465278" y="10470"/>
                </a:lnTo>
                <a:lnTo>
                  <a:pt x="465815" y="198184"/>
                </a:lnTo>
                <a:lnTo>
                  <a:pt x="475174" y="198161"/>
                </a:lnTo>
                <a:lnTo>
                  <a:pt x="475714" y="10470"/>
                </a:lnTo>
                <a:lnTo>
                  <a:pt x="470498" y="10470"/>
                </a:lnTo>
                <a:lnTo>
                  <a:pt x="475714" y="10455"/>
                </a:lnTo>
                <a:lnTo>
                  <a:pt x="475729" y="5245"/>
                </a:lnTo>
                <a:close/>
              </a:path>
              <a:path w="476250" h="207644">
                <a:moveTo>
                  <a:pt x="465263" y="5245"/>
                </a:moveTo>
                <a:lnTo>
                  <a:pt x="465278" y="10455"/>
                </a:lnTo>
                <a:lnTo>
                  <a:pt x="470498" y="10470"/>
                </a:lnTo>
                <a:lnTo>
                  <a:pt x="465263" y="5245"/>
                </a:lnTo>
                <a:close/>
              </a:path>
              <a:path w="476250" h="207644">
                <a:moveTo>
                  <a:pt x="465263" y="5245"/>
                </a:moveTo>
                <a:lnTo>
                  <a:pt x="5758" y="5245"/>
                </a:lnTo>
                <a:lnTo>
                  <a:pt x="5717" y="8127"/>
                </a:lnTo>
                <a:lnTo>
                  <a:pt x="465278" y="10455"/>
                </a:lnTo>
                <a:lnTo>
                  <a:pt x="465263" y="5245"/>
                </a:lnTo>
                <a:close/>
              </a:path>
              <a:path w="476250" h="207644">
                <a:moveTo>
                  <a:pt x="5758" y="5245"/>
                </a:moveTo>
                <a:lnTo>
                  <a:pt x="2900" y="8104"/>
                </a:lnTo>
                <a:lnTo>
                  <a:pt x="5717" y="8127"/>
                </a:lnTo>
                <a:lnTo>
                  <a:pt x="5758" y="5245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158691" y="5744114"/>
            <a:ext cx="736600" cy="457200"/>
          </a:xfrm>
          <a:custGeom>
            <a:avLst/>
            <a:gdLst/>
            <a:ahLst/>
            <a:cxnLst/>
            <a:rect l="l" t="t" r="r" b="b"/>
            <a:pathLst>
              <a:path w="736600" h="457200">
                <a:moveTo>
                  <a:pt x="475729" y="205117"/>
                </a:moveTo>
                <a:lnTo>
                  <a:pt x="475691" y="202285"/>
                </a:lnTo>
                <a:lnTo>
                  <a:pt x="472833" y="4699"/>
                </a:lnTo>
                <a:lnTo>
                  <a:pt x="470014" y="199402"/>
                </a:lnTo>
                <a:lnTo>
                  <a:pt x="10452" y="197078"/>
                </a:lnTo>
                <a:lnTo>
                  <a:pt x="9918" y="9372"/>
                </a:lnTo>
                <a:lnTo>
                  <a:pt x="472833" y="4699"/>
                </a:lnTo>
                <a:lnTo>
                  <a:pt x="584" y="0"/>
                </a:lnTo>
                <a:lnTo>
                  <a:pt x="0" y="207530"/>
                </a:lnTo>
                <a:lnTo>
                  <a:pt x="475729" y="205117"/>
                </a:lnTo>
                <a:close/>
              </a:path>
              <a:path w="736600" h="457200">
                <a:moveTo>
                  <a:pt x="736561" y="454266"/>
                </a:moveTo>
                <a:lnTo>
                  <a:pt x="736523" y="451434"/>
                </a:lnTo>
                <a:lnTo>
                  <a:pt x="733666" y="253847"/>
                </a:lnTo>
                <a:lnTo>
                  <a:pt x="730859" y="448551"/>
                </a:lnTo>
                <a:lnTo>
                  <a:pt x="271284" y="446227"/>
                </a:lnTo>
                <a:lnTo>
                  <a:pt x="270764" y="258521"/>
                </a:lnTo>
                <a:lnTo>
                  <a:pt x="733666" y="253847"/>
                </a:lnTo>
                <a:lnTo>
                  <a:pt x="261416" y="249161"/>
                </a:lnTo>
                <a:lnTo>
                  <a:pt x="260832" y="456679"/>
                </a:lnTo>
                <a:lnTo>
                  <a:pt x="736561" y="454266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2003101" y="2333248"/>
            <a:ext cx="894715" cy="1053465"/>
            <a:chOff x="2003101" y="2333248"/>
            <a:chExt cx="894715" cy="1053465"/>
          </a:xfrm>
        </p:grpSpPr>
        <p:sp>
          <p:nvSpPr>
            <p:cNvPr id="8" name="object 8" descr=""/>
            <p:cNvSpPr/>
            <p:nvPr/>
          </p:nvSpPr>
          <p:spPr>
            <a:xfrm>
              <a:off x="2003101" y="2333248"/>
              <a:ext cx="868044" cy="1053465"/>
            </a:xfrm>
            <a:custGeom>
              <a:avLst/>
              <a:gdLst/>
              <a:ahLst/>
              <a:cxnLst/>
              <a:rect l="l" t="t" r="r" b="b"/>
              <a:pathLst>
                <a:path w="868044" h="1053464">
                  <a:moveTo>
                    <a:pt x="867973" y="0"/>
                  </a:moveTo>
                  <a:lnTo>
                    <a:pt x="0" y="0"/>
                  </a:lnTo>
                  <a:lnTo>
                    <a:pt x="0" y="1052837"/>
                  </a:lnTo>
                  <a:lnTo>
                    <a:pt x="867973" y="1052837"/>
                  </a:lnTo>
                  <a:lnTo>
                    <a:pt x="867973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102281" y="2429350"/>
              <a:ext cx="669925" cy="861060"/>
            </a:xfrm>
            <a:custGeom>
              <a:avLst/>
              <a:gdLst/>
              <a:ahLst/>
              <a:cxnLst/>
              <a:rect l="l" t="t" r="r" b="b"/>
              <a:pathLst>
                <a:path w="669925" h="861060">
                  <a:moveTo>
                    <a:pt x="669613" y="0"/>
                  </a:moveTo>
                  <a:lnTo>
                    <a:pt x="0" y="0"/>
                  </a:lnTo>
                  <a:lnTo>
                    <a:pt x="0" y="860654"/>
                  </a:lnTo>
                  <a:lnTo>
                    <a:pt x="669613" y="860654"/>
                  </a:lnTo>
                  <a:lnTo>
                    <a:pt x="6696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102269" y="2333250"/>
              <a:ext cx="795020" cy="1053465"/>
            </a:xfrm>
            <a:custGeom>
              <a:avLst/>
              <a:gdLst/>
              <a:ahLst/>
              <a:cxnLst/>
              <a:rect l="l" t="t" r="r" b="b"/>
              <a:pathLst>
                <a:path w="795019" h="1053464">
                  <a:moveTo>
                    <a:pt x="26136" y="96100"/>
                  </a:moveTo>
                  <a:lnTo>
                    <a:pt x="0" y="96100"/>
                  </a:lnTo>
                  <a:lnTo>
                    <a:pt x="0" y="956754"/>
                  </a:lnTo>
                  <a:lnTo>
                    <a:pt x="26136" y="956754"/>
                  </a:lnTo>
                  <a:lnTo>
                    <a:pt x="26136" y="96100"/>
                  </a:lnTo>
                  <a:close/>
                </a:path>
                <a:path w="795019" h="1053464">
                  <a:moveTo>
                    <a:pt x="794931" y="0"/>
                  </a:moveTo>
                  <a:lnTo>
                    <a:pt x="768807" y="0"/>
                  </a:lnTo>
                  <a:lnTo>
                    <a:pt x="768807" y="1052842"/>
                  </a:lnTo>
                  <a:lnTo>
                    <a:pt x="794931" y="1052842"/>
                  </a:lnTo>
                  <a:lnTo>
                    <a:pt x="794931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452030" y="2628359"/>
              <a:ext cx="158115" cy="470534"/>
            </a:xfrm>
            <a:custGeom>
              <a:avLst/>
              <a:gdLst/>
              <a:ahLst/>
              <a:cxnLst/>
              <a:rect l="l" t="t" r="r" b="b"/>
              <a:pathLst>
                <a:path w="158114" h="470535">
                  <a:moveTo>
                    <a:pt x="157890" y="0"/>
                  </a:moveTo>
                  <a:lnTo>
                    <a:pt x="0" y="0"/>
                  </a:lnTo>
                  <a:lnTo>
                    <a:pt x="0" y="470394"/>
                  </a:lnTo>
                  <a:lnTo>
                    <a:pt x="157890" y="470394"/>
                  </a:lnTo>
                  <a:lnTo>
                    <a:pt x="15789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257805" y="2548006"/>
              <a:ext cx="421005" cy="230504"/>
            </a:xfrm>
            <a:custGeom>
              <a:avLst/>
              <a:gdLst/>
              <a:ahLst/>
              <a:cxnLst/>
              <a:rect l="l" t="t" r="r" b="b"/>
              <a:pathLst>
                <a:path w="421005" h="230505">
                  <a:moveTo>
                    <a:pt x="0" y="0"/>
                  </a:moveTo>
                  <a:lnTo>
                    <a:pt x="421002" y="0"/>
                  </a:lnTo>
                  <a:lnTo>
                    <a:pt x="421002" y="230464"/>
                  </a:lnTo>
                  <a:lnTo>
                    <a:pt x="0" y="230464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2971375" y="3551378"/>
            <a:ext cx="894715" cy="1053465"/>
            <a:chOff x="2971375" y="3551378"/>
            <a:chExt cx="894715" cy="1053465"/>
          </a:xfrm>
        </p:grpSpPr>
        <p:sp>
          <p:nvSpPr>
            <p:cNvPr id="14" name="object 14" descr=""/>
            <p:cNvSpPr/>
            <p:nvPr/>
          </p:nvSpPr>
          <p:spPr>
            <a:xfrm>
              <a:off x="2971375" y="3551378"/>
              <a:ext cx="868044" cy="1053465"/>
            </a:xfrm>
            <a:custGeom>
              <a:avLst/>
              <a:gdLst/>
              <a:ahLst/>
              <a:cxnLst/>
              <a:rect l="l" t="t" r="r" b="b"/>
              <a:pathLst>
                <a:path w="868045" h="1053464">
                  <a:moveTo>
                    <a:pt x="867973" y="0"/>
                  </a:moveTo>
                  <a:lnTo>
                    <a:pt x="0" y="0"/>
                  </a:lnTo>
                  <a:lnTo>
                    <a:pt x="0" y="1052837"/>
                  </a:lnTo>
                  <a:lnTo>
                    <a:pt x="867973" y="1052837"/>
                  </a:lnTo>
                  <a:lnTo>
                    <a:pt x="867973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070555" y="3647470"/>
              <a:ext cx="669925" cy="861060"/>
            </a:xfrm>
            <a:custGeom>
              <a:avLst/>
              <a:gdLst/>
              <a:ahLst/>
              <a:cxnLst/>
              <a:rect l="l" t="t" r="r" b="b"/>
              <a:pathLst>
                <a:path w="669925" h="861060">
                  <a:moveTo>
                    <a:pt x="669613" y="0"/>
                  </a:moveTo>
                  <a:lnTo>
                    <a:pt x="0" y="0"/>
                  </a:lnTo>
                  <a:lnTo>
                    <a:pt x="0" y="860654"/>
                  </a:lnTo>
                  <a:lnTo>
                    <a:pt x="669613" y="860654"/>
                  </a:lnTo>
                  <a:lnTo>
                    <a:pt x="6696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070555" y="3551383"/>
              <a:ext cx="795020" cy="1053465"/>
            </a:xfrm>
            <a:custGeom>
              <a:avLst/>
              <a:gdLst/>
              <a:ahLst/>
              <a:cxnLst/>
              <a:rect l="l" t="t" r="r" b="b"/>
              <a:pathLst>
                <a:path w="795020" h="1053464">
                  <a:moveTo>
                    <a:pt x="26123" y="96088"/>
                  </a:moveTo>
                  <a:lnTo>
                    <a:pt x="0" y="96088"/>
                  </a:lnTo>
                  <a:lnTo>
                    <a:pt x="0" y="956741"/>
                  </a:lnTo>
                  <a:lnTo>
                    <a:pt x="26123" y="956741"/>
                  </a:lnTo>
                  <a:lnTo>
                    <a:pt x="26123" y="96088"/>
                  </a:lnTo>
                  <a:close/>
                </a:path>
                <a:path w="795020" h="1053464">
                  <a:moveTo>
                    <a:pt x="794918" y="0"/>
                  </a:moveTo>
                  <a:lnTo>
                    <a:pt x="768794" y="0"/>
                  </a:lnTo>
                  <a:lnTo>
                    <a:pt x="768794" y="1052842"/>
                  </a:lnTo>
                  <a:lnTo>
                    <a:pt x="794918" y="1052842"/>
                  </a:lnTo>
                  <a:lnTo>
                    <a:pt x="794918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340526" y="3869945"/>
              <a:ext cx="135890" cy="342265"/>
            </a:xfrm>
            <a:custGeom>
              <a:avLst/>
              <a:gdLst/>
              <a:ahLst/>
              <a:cxnLst/>
              <a:rect l="l" t="t" r="r" b="b"/>
              <a:pathLst>
                <a:path w="135889" h="342264">
                  <a:moveTo>
                    <a:pt x="135262" y="0"/>
                  </a:moveTo>
                  <a:lnTo>
                    <a:pt x="0" y="0"/>
                  </a:lnTo>
                  <a:lnTo>
                    <a:pt x="0" y="342010"/>
                  </a:lnTo>
                  <a:lnTo>
                    <a:pt x="135262" y="342010"/>
                  </a:lnTo>
                  <a:lnTo>
                    <a:pt x="135262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254843" y="4077792"/>
              <a:ext cx="363855" cy="236220"/>
            </a:xfrm>
            <a:custGeom>
              <a:avLst/>
              <a:gdLst/>
              <a:ahLst/>
              <a:cxnLst/>
              <a:rect l="l" t="t" r="r" b="b"/>
              <a:pathLst>
                <a:path w="363854" h="236220">
                  <a:moveTo>
                    <a:pt x="363371" y="235762"/>
                  </a:moveTo>
                  <a:lnTo>
                    <a:pt x="0" y="235762"/>
                  </a:lnTo>
                  <a:lnTo>
                    <a:pt x="0" y="0"/>
                  </a:lnTo>
                  <a:lnTo>
                    <a:pt x="363371" y="0"/>
                  </a:lnTo>
                  <a:lnTo>
                    <a:pt x="363371" y="235762"/>
                  </a:lnTo>
                  <a:close/>
                </a:path>
              </a:pathLst>
            </a:custGeom>
            <a:ln w="10470">
              <a:solidFill>
                <a:srgbClr val="DCDCD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7208743" y="1981499"/>
            <a:ext cx="2858770" cy="3320415"/>
            <a:chOff x="7208743" y="1981499"/>
            <a:chExt cx="2858770" cy="3320415"/>
          </a:xfrm>
        </p:grpSpPr>
        <p:sp>
          <p:nvSpPr>
            <p:cNvPr id="20" name="object 20" descr=""/>
            <p:cNvSpPr/>
            <p:nvPr/>
          </p:nvSpPr>
          <p:spPr>
            <a:xfrm>
              <a:off x="7372718" y="2175871"/>
              <a:ext cx="2530475" cy="3126105"/>
            </a:xfrm>
            <a:custGeom>
              <a:avLst/>
              <a:gdLst/>
              <a:ahLst/>
              <a:cxnLst/>
              <a:rect l="l" t="t" r="r" b="b"/>
              <a:pathLst>
                <a:path w="2530475" h="3126104">
                  <a:moveTo>
                    <a:pt x="2530398" y="3059544"/>
                  </a:moveTo>
                  <a:lnTo>
                    <a:pt x="66751" y="3059544"/>
                  </a:lnTo>
                  <a:lnTo>
                    <a:pt x="66751" y="0"/>
                  </a:lnTo>
                  <a:lnTo>
                    <a:pt x="0" y="0"/>
                  </a:lnTo>
                  <a:lnTo>
                    <a:pt x="0" y="3059544"/>
                  </a:lnTo>
                  <a:lnTo>
                    <a:pt x="0" y="3125584"/>
                  </a:lnTo>
                  <a:lnTo>
                    <a:pt x="2530398" y="3125584"/>
                  </a:lnTo>
                  <a:lnTo>
                    <a:pt x="2530398" y="3059544"/>
                  </a:lnTo>
                  <a:close/>
                </a:path>
                <a:path w="2530475" h="3126104">
                  <a:moveTo>
                    <a:pt x="2530398" y="0"/>
                  </a:moveTo>
                  <a:lnTo>
                    <a:pt x="2463647" y="0"/>
                  </a:lnTo>
                  <a:lnTo>
                    <a:pt x="2463647" y="3058985"/>
                  </a:lnTo>
                  <a:lnTo>
                    <a:pt x="2530398" y="3058985"/>
                  </a:lnTo>
                  <a:lnTo>
                    <a:pt x="2530398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439469" y="2222340"/>
              <a:ext cx="2397125" cy="3013075"/>
            </a:xfrm>
            <a:custGeom>
              <a:avLst/>
              <a:gdLst/>
              <a:ahLst/>
              <a:cxnLst/>
              <a:rect l="l" t="t" r="r" b="b"/>
              <a:pathLst>
                <a:path w="2397125" h="3013075">
                  <a:moveTo>
                    <a:pt x="1139139" y="836193"/>
                  </a:moveTo>
                  <a:lnTo>
                    <a:pt x="0" y="836193"/>
                  </a:lnTo>
                  <a:lnTo>
                    <a:pt x="0" y="3012694"/>
                  </a:lnTo>
                  <a:lnTo>
                    <a:pt x="1139139" y="3012694"/>
                  </a:lnTo>
                  <a:lnTo>
                    <a:pt x="1139139" y="836193"/>
                  </a:lnTo>
                  <a:close/>
                </a:path>
                <a:path w="2397125" h="3013075">
                  <a:moveTo>
                    <a:pt x="1139139" y="731672"/>
                  </a:moveTo>
                  <a:lnTo>
                    <a:pt x="0" y="731672"/>
                  </a:lnTo>
                  <a:lnTo>
                    <a:pt x="0" y="743280"/>
                  </a:lnTo>
                  <a:lnTo>
                    <a:pt x="1139139" y="743280"/>
                  </a:lnTo>
                  <a:lnTo>
                    <a:pt x="1139139" y="731672"/>
                  </a:lnTo>
                  <a:close/>
                </a:path>
                <a:path w="2397125" h="3013075">
                  <a:moveTo>
                    <a:pt x="1139139" y="627138"/>
                  </a:moveTo>
                  <a:lnTo>
                    <a:pt x="0" y="627138"/>
                  </a:lnTo>
                  <a:lnTo>
                    <a:pt x="0" y="638759"/>
                  </a:lnTo>
                  <a:lnTo>
                    <a:pt x="1139139" y="638759"/>
                  </a:lnTo>
                  <a:lnTo>
                    <a:pt x="1139139" y="627138"/>
                  </a:lnTo>
                  <a:close/>
                </a:path>
                <a:path w="2397125" h="3013075">
                  <a:moveTo>
                    <a:pt x="1139139" y="522617"/>
                  </a:moveTo>
                  <a:lnTo>
                    <a:pt x="0" y="522617"/>
                  </a:lnTo>
                  <a:lnTo>
                    <a:pt x="0" y="534225"/>
                  </a:lnTo>
                  <a:lnTo>
                    <a:pt x="1139139" y="534225"/>
                  </a:lnTo>
                  <a:lnTo>
                    <a:pt x="1139139" y="522617"/>
                  </a:lnTo>
                  <a:close/>
                </a:path>
                <a:path w="2397125" h="3013075">
                  <a:moveTo>
                    <a:pt x="1139139" y="418084"/>
                  </a:moveTo>
                  <a:lnTo>
                    <a:pt x="0" y="418084"/>
                  </a:lnTo>
                  <a:lnTo>
                    <a:pt x="0" y="429704"/>
                  </a:lnTo>
                  <a:lnTo>
                    <a:pt x="1139139" y="429704"/>
                  </a:lnTo>
                  <a:lnTo>
                    <a:pt x="1139139" y="418084"/>
                  </a:lnTo>
                  <a:close/>
                </a:path>
                <a:path w="2397125" h="3013075">
                  <a:moveTo>
                    <a:pt x="1139139" y="313563"/>
                  </a:moveTo>
                  <a:lnTo>
                    <a:pt x="0" y="313563"/>
                  </a:lnTo>
                  <a:lnTo>
                    <a:pt x="0" y="325183"/>
                  </a:lnTo>
                  <a:lnTo>
                    <a:pt x="1139139" y="325183"/>
                  </a:lnTo>
                  <a:lnTo>
                    <a:pt x="1139139" y="313563"/>
                  </a:lnTo>
                  <a:close/>
                </a:path>
                <a:path w="2397125" h="3013075">
                  <a:moveTo>
                    <a:pt x="1139139" y="209042"/>
                  </a:moveTo>
                  <a:lnTo>
                    <a:pt x="0" y="209042"/>
                  </a:lnTo>
                  <a:lnTo>
                    <a:pt x="0" y="220662"/>
                  </a:lnTo>
                  <a:lnTo>
                    <a:pt x="1139139" y="220662"/>
                  </a:lnTo>
                  <a:lnTo>
                    <a:pt x="1139139" y="209042"/>
                  </a:lnTo>
                  <a:close/>
                </a:path>
                <a:path w="2397125" h="3013075">
                  <a:moveTo>
                    <a:pt x="1139139" y="104521"/>
                  </a:moveTo>
                  <a:lnTo>
                    <a:pt x="0" y="104521"/>
                  </a:lnTo>
                  <a:lnTo>
                    <a:pt x="0" y="116128"/>
                  </a:lnTo>
                  <a:lnTo>
                    <a:pt x="1139139" y="116128"/>
                  </a:lnTo>
                  <a:lnTo>
                    <a:pt x="1139139" y="104521"/>
                  </a:lnTo>
                  <a:close/>
                </a:path>
                <a:path w="2397125" h="3013075">
                  <a:moveTo>
                    <a:pt x="1139139" y="0"/>
                  </a:moveTo>
                  <a:lnTo>
                    <a:pt x="0" y="0"/>
                  </a:lnTo>
                  <a:lnTo>
                    <a:pt x="0" y="11607"/>
                  </a:lnTo>
                  <a:lnTo>
                    <a:pt x="1139139" y="11607"/>
                  </a:lnTo>
                  <a:lnTo>
                    <a:pt x="1139139" y="0"/>
                  </a:lnTo>
                  <a:close/>
                </a:path>
                <a:path w="2397125" h="3013075">
                  <a:moveTo>
                    <a:pt x="2396896" y="836193"/>
                  </a:moveTo>
                  <a:lnTo>
                    <a:pt x="1205738" y="836193"/>
                  </a:lnTo>
                  <a:lnTo>
                    <a:pt x="1205738" y="3012694"/>
                  </a:lnTo>
                  <a:lnTo>
                    <a:pt x="2396896" y="3012694"/>
                  </a:lnTo>
                  <a:lnTo>
                    <a:pt x="2396896" y="836193"/>
                  </a:lnTo>
                  <a:close/>
                </a:path>
                <a:path w="2397125" h="3013075">
                  <a:moveTo>
                    <a:pt x="2396896" y="731672"/>
                  </a:moveTo>
                  <a:lnTo>
                    <a:pt x="1205738" y="731672"/>
                  </a:lnTo>
                  <a:lnTo>
                    <a:pt x="1205738" y="743280"/>
                  </a:lnTo>
                  <a:lnTo>
                    <a:pt x="2396896" y="743280"/>
                  </a:lnTo>
                  <a:lnTo>
                    <a:pt x="2396896" y="731672"/>
                  </a:lnTo>
                  <a:close/>
                </a:path>
                <a:path w="2397125" h="3013075">
                  <a:moveTo>
                    <a:pt x="2396896" y="627138"/>
                  </a:moveTo>
                  <a:lnTo>
                    <a:pt x="1205738" y="627138"/>
                  </a:lnTo>
                  <a:lnTo>
                    <a:pt x="1205738" y="638759"/>
                  </a:lnTo>
                  <a:lnTo>
                    <a:pt x="2396896" y="638759"/>
                  </a:lnTo>
                  <a:lnTo>
                    <a:pt x="2396896" y="627138"/>
                  </a:lnTo>
                  <a:close/>
                </a:path>
                <a:path w="2397125" h="3013075">
                  <a:moveTo>
                    <a:pt x="2396896" y="522617"/>
                  </a:moveTo>
                  <a:lnTo>
                    <a:pt x="1205738" y="522617"/>
                  </a:lnTo>
                  <a:lnTo>
                    <a:pt x="1205738" y="534225"/>
                  </a:lnTo>
                  <a:lnTo>
                    <a:pt x="2396896" y="534225"/>
                  </a:lnTo>
                  <a:lnTo>
                    <a:pt x="2396896" y="522617"/>
                  </a:lnTo>
                  <a:close/>
                </a:path>
                <a:path w="2397125" h="3013075">
                  <a:moveTo>
                    <a:pt x="2396896" y="418084"/>
                  </a:moveTo>
                  <a:lnTo>
                    <a:pt x="1205738" y="418084"/>
                  </a:lnTo>
                  <a:lnTo>
                    <a:pt x="1205738" y="429704"/>
                  </a:lnTo>
                  <a:lnTo>
                    <a:pt x="2396896" y="429704"/>
                  </a:lnTo>
                  <a:lnTo>
                    <a:pt x="2396896" y="418084"/>
                  </a:lnTo>
                  <a:close/>
                </a:path>
                <a:path w="2397125" h="3013075">
                  <a:moveTo>
                    <a:pt x="2396896" y="313563"/>
                  </a:moveTo>
                  <a:lnTo>
                    <a:pt x="1205738" y="313563"/>
                  </a:lnTo>
                  <a:lnTo>
                    <a:pt x="1205738" y="325183"/>
                  </a:lnTo>
                  <a:lnTo>
                    <a:pt x="2396896" y="325183"/>
                  </a:lnTo>
                  <a:lnTo>
                    <a:pt x="2396896" y="313563"/>
                  </a:lnTo>
                  <a:close/>
                </a:path>
                <a:path w="2397125" h="3013075">
                  <a:moveTo>
                    <a:pt x="2396896" y="209042"/>
                  </a:moveTo>
                  <a:lnTo>
                    <a:pt x="1205738" y="209042"/>
                  </a:lnTo>
                  <a:lnTo>
                    <a:pt x="1205738" y="220662"/>
                  </a:lnTo>
                  <a:lnTo>
                    <a:pt x="2396896" y="220662"/>
                  </a:lnTo>
                  <a:lnTo>
                    <a:pt x="2396896" y="209042"/>
                  </a:lnTo>
                  <a:close/>
                </a:path>
                <a:path w="2397125" h="3013075">
                  <a:moveTo>
                    <a:pt x="2396896" y="104521"/>
                  </a:moveTo>
                  <a:lnTo>
                    <a:pt x="1205738" y="104521"/>
                  </a:lnTo>
                  <a:lnTo>
                    <a:pt x="1205738" y="116128"/>
                  </a:lnTo>
                  <a:lnTo>
                    <a:pt x="2396896" y="116128"/>
                  </a:lnTo>
                  <a:lnTo>
                    <a:pt x="2396896" y="104521"/>
                  </a:lnTo>
                  <a:close/>
                </a:path>
                <a:path w="2397125" h="3013075">
                  <a:moveTo>
                    <a:pt x="2396896" y="0"/>
                  </a:moveTo>
                  <a:lnTo>
                    <a:pt x="1205738" y="0"/>
                  </a:lnTo>
                  <a:lnTo>
                    <a:pt x="1205738" y="11607"/>
                  </a:lnTo>
                  <a:lnTo>
                    <a:pt x="2396896" y="11607"/>
                  </a:lnTo>
                  <a:lnTo>
                    <a:pt x="23968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312279" y="2175871"/>
              <a:ext cx="2651760" cy="3092450"/>
            </a:xfrm>
            <a:custGeom>
              <a:avLst/>
              <a:gdLst/>
              <a:ahLst/>
              <a:cxnLst/>
              <a:rect l="l" t="t" r="r" b="b"/>
              <a:pathLst>
                <a:path w="2651759" h="3092450">
                  <a:moveTo>
                    <a:pt x="2651290" y="0"/>
                  </a:moveTo>
                  <a:lnTo>
                    <a:pt x="1332941" y="0"/>
                  </a:lnTo>
                  <a:lnTo>
                    <a:pt x="1266329" y="0"/>
                  </a:lnTo>
                  <a:lnTo>
                    <a:pt x="0" y="0"/>
                  </a:lnTo>
                  <a:lnTo>
                    <a:pt x="0" y="46469"/>
                  </a:lnTo>
                  <a:lnTo>
                    <a:pt x="1266329" y="46469"/>
                  </a:lnTo>
                  <a:lnTo>
                    <a:pt x="1266329" y="58077"/>
                  </a:lnTo>
                  <a:lnTo>
                    <a:pt x="0" y="58077"/>
                  </a:lnTo>
                  <a:lnTo>
                    <a:pt x="0" y="150990"/>
                  </a:lnTo>
                  <a:lnTo>
                    <a:pt x="1266329" y="150990"/>
                  </a:lnTo>
                  <a:lnTo>
                    <a:pt x="1266329" y="162598"/>
                  </a:lnTo>
                  <a:lnTo>
                    <a:pt x="0" y="162598"/>
                  </a:lnTo>
                  <a:lnTo>
                    <a:pt x="0" y="255511"/>
                  </a:lnTo>
                  <a:lnTo>
                    <a:pt x="1266329" y="255511"/>
                  </a:lnTo>
                  <a:lnTo>
                    <a:pt x="1266329" y="267131"/>
                  </a:lnTo>
                  <a:lnTo>
                    <a:pt x="0" y="267131"/>
                  </a:lnTo>
                  <a:lnTo>
                    <a:pt x="0" y="360032"/>
                  </a:lnTo>
                  <a:lnTo>
                    <a:pt x="1266329" y="360032"/>
                  </a:lnTo>
                  <a:lnTo>
                    <a:pt x="1266329" y="371652"/>
                  </a:lnTo>
                  <a:lnTo>
                    <a:pt x="0" y="371652"/>
                  </a:lnTo>
                  <a:lnTo>
                    <a:pt x="0" y="464553"/>
                  </a:lnTo>
                  <a:lnTo>
                    <a:pt x="1266329" y="464553"/>
                  </a:lnTo>
                  <a:lnTo>
                    <a:pt x="1266329" y="476173"/>
                  </a:lnTo>
                  <a:lnTo>
                    <a:pt x="0" y="476173"/>
                  </a:lnTo>
                  <a:lnTo>
                    <a:pt x="0" y="569087"/>
                  </a:lnTo>
                  <a:lnTo>
                    <a:pt x="1266329" y="569087"/>
                  </a:lnTo>
                  <a:lnTo>
                    <a:pt x="1266329" y="580694"/>
                  </a:lnTo>
                  <a:lnTo>
                    <a:pt x="0" y="580694"/>
                  </a:lnTo>
                  <a:lnTo>
                    <a:pt x="0" y="673608"/>
                  </a:lnTo>
                  <a:lnTo>
                    <a:pt x="1266329" y="673608"/>
                  </a:lnTo>
                  <a:lnTo>
                    <a:pt x="1266329" y="685228"/>
                  </a:lnTo>
                  <a:lnTo>
                    <a:pt x="0" y="685228"/>
                  </a:lnTo>
                  <a:lnTo>
                    <a:pt x="0" y="778141"/>
                  </a:lnTo>
                  <a:lnTo>
                    <a:pt x="1266329" y="778141"/>
                  </a:lnTo>
                  <a:lnTo>
                    <a:pt x="1266329" y="789749"/>
                  </a:lnTo>
                  <a:lnTo>
                    <a:pt x="0" y="789749"/>
                  </a:lnTo>
                  <a:lnTo>
                    <a:pt x="0" y="882662"/>
                  </a:lnTo>
                  <a:lnTo>
                    <a:pt x="1266329" y="882662"/>
                  </a:lnTo>
                  <a:lnTo>
                    <a:pt x="1266329" y="3092285"/>
                  </a:lnTo>
                  <a:lnTo>
                    <a:pt x="1332941" y="3092285"/>
                  </a:lnTo>
                  <a:lnTo>
                    <a:pt x="1332941" y="882662"/>
                  </a:lnTo>
                  <a:lnTo>
                    <a:pt x="2651290" y="882662"/>
                  </a:lnTo>
                  <a:lnTo>
                    <a:pt x="2651290" y="789749"/>
                  </a:lnTo>
                  <a:lnTo>
                    <a:pt x="1332941" y="789749"/>
                  </a:lnTo>
                  <a:lnTo>
                    <a:pt x="1332941" y="778141"/>
                  </a:lnTo>
                  <a:lnTo>
                    <a:pt x="2651290" y="778141"/>
                  </a:lnTo>
                  <a:lnTo>
                    <a:pt x="2651290" y="685228"/>
                  </a:lnTo>
                  <a:lnTo>
                    <a:pt x="1332941" y="685228"/>
                  </a:lnTo>
                  <a:lnTo>
                    <a:pt x="1332941" y="673608"/>
                  </a:lnTo>
                  <a:lnTo>
                    <a:pt x="2651290" y="673608"/>
                  </a:lnTo>
                  <a:lnTo>
                    <a:pt x="2651290" y="580694"/>
                  </a:lnTo>
                  <a:lnTo>
                    <a:pt x="1332941" y="580694"/>
                  </a:lnTo>
                  <a:lnTo>
                    <a:pt x="1332941" y="569087"/>
                  </a:lnTo>
                  <a:lnTo>
                    <a:pt x="2651290" y="569087"/>
                  </a:lnTo>
                  <a:lnTo>
                    <a:pt x="2651290" y="476173"/>
                  </a:lnTo>
                  <a:lnTo>
                    <a:pt x="1332941" y="476173"/>
                  </a:lnTo>
                  <a:lnTo>
                    <a:pt x="1332941" y="464553"/>
                  </a:lnTo>
                  <a:lnTo>
                    <a:pt x="2651290" y="464553"/>
                  </a:lnTo>
                  <a:lnTo>
                    <a:pt x="2651290" y="371652"/>
                  </a:lnTo>
                  <a:lnTo>
                    <a:pt x="1332941" y="371652"/>
                  </a:lnTo>
                  <a:lnTo>
                    <a:pt x="1332941" y="360032"/>
                  </a:lnTo>
                  <a:lnTo>
                    <a:pt x="2651290" y="360032"/>
                  </a:lnTo>
                  <a:lnTo>
                    <a:pt x="2651290" y="267131"/>
                  </a:lnTo>
                  <a:lnTo>
                    <a:pt x="1332941" y="267131"/>
                  </a:lnTo>
                  <a:lnTo>
                    <a:pt x="1332941" y="255511"/>
                  </a:lnTo>
                  <a:lnTo>
                    <a:pt x="2651290" y="255511"/>
                  </a:lnTo>
                  <a:lnTo>
                    <a:pt x="2651290" y="162598"/>
                  </a:lnTo>
                  <a:lnTo>
                    <a:pt x="1332941" y="162598"/>
                  </a:lnTo>
                  <a:lnTo>
                    <a:pt x="1332941" y="150990"/>
                  </a:lnTo>
                  <a:lnTo>
                    <a:pt x="2651290" y="150990"/>
                  </a:lnTo>
                  <a:lnTo>
                    <a:pt x="2651290" y="58077"/>
                  </a:lnTo>
                  <a:lnTo>
                    <a:pt x="1332941" y="58077"/>
                  </a:lnTo>
                  <a:lnTo>
                    <a:pt x="1332941" y="46469"/>
                  </a:lnTo>
                  <a:lnTo>
                    <a:pt x="2651290" y="46469"/>
                  </a:lnTo>
                  <a:lnTo>
                    <a:pt x="265129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727489" y="2175871"/>
              <a:ext cx="119380" cy="3095625"/>
            </a:xfrm>
            <a:custGeom>
              <a:avLst/>
              <a:gdLst/>
              <a:ahLst/>
              <a:cxnLst/>
              <a:rect l="l" t="t" r="r" b="b"/>
              <a:pathLst>
                <a:path w="119379" h="3095625">
                  <a:moveTo>
                    <a:pt x="59207" y="2153958"/>
                  </a:moveTo>
                  <a:lnTo>
                    <a:pt x="44361" y="2068880"/>
                  </a:lnTo>
                  <a:lnTo>
                    <a:pt x="37909" y="2068880"/>
                  </a:lnTo>
                  <a:lnTo>
                    <a:pt x="37909" y="0"/>
                  </a:lnTo>
                  <a:lnTo>
                    <a:pt x="21221" y="0"/>
                  </a:lnTo>
                  <a:lnTo>
                    <a:pt x="21221" y="2068880"/>
                  </a:lnTo>
                  <a:lnTo>
                    <a:pt x="14833" y="2068880"/>
                  </a:lnTo>
                  <a:lnTo>
                    <a:pt x="0" y="2153958"/>
                  </a:lnTo>
                  <a:lnTo>
                    <a:pt x="59207" y="2153958"/>
                  </a:lnTo>
                  <a:close/>
                </a:path>
                <a:path w="119379" h="3095625">
                  <a:moveTo>
                    <a:pt x="119291" y="3095333"/>
                  </a:moveTo>
                  <a:lnTo>
                    <a:pt x="104444" y="3010255"/>
                  </a:lnTo>
                  <a:lnTo>
                    <a:pt x="98031" y="3010255"/>
                  </a:lnTo>
                  <a:lnTo>
                    <a:pt x="98031" y="0"/>
                  </a:lnTo>
                  <a:lnTo>
                    <a:pt x="81343" y="0"/>
                  </a:lnTo>
                  <a:lnTo>
                    <a:pt x="81343" y="3010255"/>
                  </a:lnTo>
                  <a:lnTo>
                    <a:pt x="74917" y="3010255"/>
                  </a:lnTo>
                  <a:lnTo>
                    <a:pt x="60083" y="3095333"/>
                  </a:lnTo>
                  <a:lnTo>
                    <a:pt x="119291" y="3095333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208743" y="1981499"/>
              <a:ext cx="2858770" cy="194945"/>
            </a:xfrm>
            <a:custGeom>
              <a:avLst/>
              <a:gdLst/>
              <a:ahLst/>
              <a:cxnLst/>
              <a:rect l="l" t="t" r="r" b="b"/>
              <a:pathLst>
                <a:path w="2858770" h="194944">
                  <a:moveTo>
                    <a:pt x="2858373" y="0"/>
                  </a:moveTo>
                  <a:lnTo>
                    <a:pt x="0" y="0"/>
                  </a:lnTo>
                  <a:lnTo>
                    <a:pt x="0" y="194371"/>
                  </a:lnTo>
                  <a:lnTo>
                    <a:pt x="2858373" y="194371"/>
                  </a:lnTo>
                  <a:lnTo>
                    <a:pt x="2858373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/>
          <p:nvPr/>
        </p:nvSpPr>
        <p:spPr>
          <a:xfrm>
            <a:off x="1647792" y="8150993"/>
            <a:ext cx="7263130" cy="10795"/>
          </a:xfrm>
          <a:custGeom>
            <a:avLst/>
            <a:gdLst/>
            <a:ahLst/>
            <a:cxnLst/>
            <a:rect l="l" t="t" r="r" b="b"/>
            <a:pathLst>
              <a:path w="7263130" h="10795">
                <a:moveTo>
                  <a:pt x="3631355" y="0"/>
                </a:moveTo>
                <a:lnTo>
                  <a:pt x="907836" y="2680"/>
                </a:lnTo>
                <a:lnTo>
                  <a:pt x="0" y="5224"/>
                </a:lnTo>
                <a:lnTo>
                  <a:pt x="907836" y="7769"/>
                </a:lnTo>
                <a:lnTo>
                  <a:pt x="3631355" y="10449"/>
                </a:lnTo>
                <a:lnTo>
                  <a:pt x="6354874" y="7790"/>
                </a:lnTo>
                <a:lnTo>
                  <a:pt x="7262721" y="5224"/>
                </a:lnTo>
                <a:lnTo>
                  <a:pt x="6354874" y="2659"/>
                </a:lnTo>
                <a:lnTo>
                  <a:pt x="3631355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646318" y="8441303"/>
            <a:ext cx="7265670" cy="885825"/>
          </a:xfrm>
          <a:custGeom>
            <a:avLst/>
            <a:gdLst/>
            <a:ahLst/>
            <a:cxnLst/>
            <a:rect l="l" t="t" r="r" b="b"/>
            <a:pathLst>
              <a:path w="7265670" h="885825">
                <a:moveTo>
                  <a:pt x="3632831" y="0"/>
                </a:moveTo>
                <a:lnTo>
                  <a:pt x="3477282" y="398"/>
                </a:lnTo>
                <a:lnTo>
                  <a:pt x="3323402" y="1583"/>
                </a:lnTo>
                <a:lnTo>
                  <a:pt x="3171322" y="3539"/>
                </a:lnTo>
                <a:lnTo>
                  <a:pt x="3021173" y="6250"/>
                </a:lnTo>
                <a:lnTo>
                  <a:pt x="2873086" y="9699"/>
                </a:lnTo>
                <a:lnTo>
                  <a:pt x="2727191" y="13871"/>
                </a:lnTo>
                <a:lnTo>
                  <a:pt x="2583621" y="18750"/>
                </a:lnTo>
                <a:lnTo>
                  <a:pt x="2442507" y="24320"/>
                </a:lnTo>
                <a:lnTo>
                  <a:pt x="2303978" y="30564"/>
                </a:lnTo>
                <a:lnTo>
                  <a:pt x="2168167" y="37467"/>
                </a:lnTo>
                <a:lnTo>
                  <a:pt x="2035204" y="45013"/>
                </a:lnTo>
                <a:lnTo>
                  <a:pt x="1905220" y="53186"/>
                </a:lnTo>
                <a:lnTo>
                  <a:pt x="1778348" y="61970"/>
                </a:lnTo>
                <a:lnTo>
                  <a:pt x="1654716" y="71348"/>
                </a:lnTo>
                <a:lnTo>
                  <a:pt x="1594157" y="76256"/>
                </a:lnTo>
                <a:lnTo>
                  <a:pt x="1534458" y="81306"/>
                </a:lnTo>
                <a:lnTo>
                  <a:pt x="1475634" y="86497"/>
                </a:lnTo>
                <a:lnTo>
                  <a:pt x="1417703" y="91826"/>
                </a:lnTo>
                <a:lnTo>
                  <a:pt x="1360680" y="97293"/>
                </a:lnTo>
                <a:lnTo>
                  <a:pt x="1304583" y="102894"/>
                </a:lnTo>
                <a:lnTo>
                  <a:pt x="1249427" y="108628"/>
                </a:lnTo>
                <a:lnTo>
                  <a:pt x="1195229" y="114492"/>
                </a:lnTo>
                <a:lnTo>
                  <a:pt x="1142005" y="120486"/>
                </a:lnTo>
                <a:lnTo>
                  <a:pt x="1089771" y="126606"/>
                </a:lnTo>
                <a:lnTo>
                  <a:pt x="1038545" y="132851"/>
                </a:lnTo>
                <a:lnTo>
                  <a:pt x="988342" y="139218"/>
                </a:lnTo>
                <a:lnTo>
                  <a:pt x="939179" y="145707"/>
                </a:lnTo>
                <a:lnTo>
                  <a:pt x="891072" y="152314"/>
                </a:lnTo>
                <a:lnTo>
                  <a:pt x="844037" y="159038"/>
                </a:lnTo>
                <a:lnTo>
                  <a:pt x="798092" y="165877"/>
                </a:lnTo>
                <a:lnTo>
                  <a:pt x="753252" y="172828"/>
                </a:lnTo>
                <a:lnTo>
                  <a:pt x="709533" y="179891"/>
                </a:lnTo>
                <a:lnTo>
                  <a:pt x="666952" y="187062"/>
                </a:lnTo>
                <a:lnTo>
                  <a:pt x="625526" y="194340"/>
                </a:lnTo>
                <a:lnTo>
                  <a:pt x="585271" y="201723"/>
                </a:lnTo>
                <a:lnTo>
                  <a:pt x="546203" y="209208"/>
                </a:lnTo>
                <a:lnTo>
                  <a:pt x="508339" y="216794"/>
                </a:lnTo>
                <a:lnTo>
                  <a:pt x="436286" y="232261"/>
                </a:lnTo>
                <a:lnTo>
                  <a:pt x="369245" y="248108"/>
                </a:lnTo>
                <a:lnTo>
                  <a:pt x="307345" y="264317"/>
                </a:lnTo>
                <a:lnTo>
                  <a:pt x="250719" y="280874"/>
                </a:lnTo>
                <a:lnTo>
                  <a:pt x="199497" y="297762"/>
                </a:lnTo>
                <a:lnTo>
                  <a:pt x="153810" y="314965"/>
                </a:lnTo>
                <a:lnTo>
                  <a:pt x="113790" y="332468"/>
                </a:lnTo>
                <a:lnTo>
                  <a:pt x="79566" y="350254"/>
                </a:lnTo>
                <a:lnTo>
                  <a:pt x="39389" y="377430"/>
                </a:lnTo>
                <a:lnTo>
                  <a:pt x="12992" y="405153"/>
                </a:lnTo>
                <a:lnTo>
                  <a:pt x="0" y="442876"/>
                </a:lnTo>
                <a:lnTo>
                  <a:pt x="820" y="452382"/>
                </a:lnTo>
                <a:lnTo>
                  <a:pt x="20233" y="489898"/>
                </a:lnTo>
                <a:lnTo>
                  <a:pt x="51272" y="517444"/>
                </a:lnTo>
                <a:lnTo>
                  <a:pt x="95945" y="544425"/>
                </a:lnTo>
                <a:lnTo>
                  <a:pt x="133083" y="562072"/>
                </a:lnTo>
                <a:lnTo>
                  <a:pt x="175953" y="579427"/>
                </a:lnTo>
                <a:lnTo>
                  <a:pt x="224424" y="596475"/>
                </a:lnTo>
                <a:lnTo>
                  <a:pt x="278365" y="613199"/>
                </a:lnTo>
                <a:lnTo>
                  <a:pt x="337644" y="629584"/>
                </a:lnTo>
                <a:lnTo>
                  <a:pt x="402131" y="645614"/>
                </a:lnTo>
                <a:lnTo>
                  <a:pt x="471694" y="661273"/>
                </a:lnTo>
                <a:lnTo>
                  <a:pt x="546203" y="676544"/>
                </a:lnTo>
                <a:lnTo>
                  <a:pt x="585271" y="684030"/>
                </a:lnTo>
                <a:lnTo>
                  <a:pt x="625526" y="691412"/>
                </a:lnTo>
                <a:lnTo>
                  <a:pt x="666952" y="698690"/>
                </a:lnTo>
                <a:lnTo>
                  <a:pt x="709533" y="705861"/>
                </a:lnTo>
                <a:lnTo>
                  <a:pt x="753252" y="712924"/>
                </a:lnTo>
                <a:lnTo>
                  <a:pt x="798092" y="719875"/>
                </a:lnTo>
                <a:lnTo>
                  <a:pt x="844037" y="726714"/>
                </a:lnTo>
                <a:lnTo>
                  <a:pt x="891072" y="733438"/>
                </a:lnTo>
                <a:lnTo>
                  <a:pt x="939179" y="740045"/>
                </a:lnTo>
                <a:lnTo>
                  <a:pt x="988342" y="746534"/>
                </a:lnTo>
                <a:lnTo>
                  <a:pt x="1038545" y="752901"/>
                </a:lnTo>
                <a:lnTo>
                  <a:pt x="1089771" y="759146"/>
                </a:lnTo>
                <a:lnTo>
                  <a:pt x="1142005" y="765266"/>
                </a:lnTo>
                <a:lnTo>
                  <a:pt x="1195229" y="771260"/>
                </a:lnTo>
                <a:lnTo>
                  <a:pt x="1249427" y="777124"/>
                </a:lnTo>
                <a:lnTo>
                  <a:pt x="1304583" y="782858"/>
                </a:lnTo>
                <a:lnTo>
                  <a:pt x="1360680" y="788459"/>
                </a:lnTo>
                <a:lnTo>
                  <a:pt x="1417703" y="793926"/>
                </a:lnTo>
                <a:lnTo>
                  <a:pt x="1475634" y="799256"/>
                </a:lnTo>
                <a:lnTo>
                  <a:pt x="1534458" y="804446"/>
                </a:lnTo>
                <a:lnTo>
                  <a:pt x="1594157" y="809497"/>
                </a:lnTo>
                <a:lnTo>
                  <a:pt x="1654716" y="814404"/>
                </a:lnTo>
                <a:lnTo>
                  <a:pt x="1778348" y="823783"/>
                </a:lnTo>
                <a:lnTo>
                  <a:pt x="1905220" y="832566"/>
                </a:lnTo>
                <a:lnTo>
                  <a:pt x="2035204" y="840739"/>
                </a:lnTo>
                <a:lnTo>
                  <a:pt x="2168167" y="848285"/>
                </a:lnTo>
                <a:lnTo>
                  <a:pt x="2303978" y="855188"/>
                </a:lnTo>
                <a:lnTo>
                  <a:pt x="2442507" y="861433"/>
                </a:lnTo>
                <a:lnTo>
                  <a:pt x="2583621" y="867002"/>
                </a:lnTo>
                <a:lnTo>
                  <a:pt x="2727191" y="871881"/>
                </a:lnTo>
                <a:lnTo>
                  <a:pt x="2873086" y="876053"/>
                </a:lnTo>
                <a:lnTo>
                  <a:pt x="3021173" y="879502"/>
                </a:lnTo>
                <a:lnTo>
                  <a:pt x="3171322" y="882213"/>
                </a:lnTo>
                <a:lnTo>
                  <a:pt x="3323402" y="884169"/>
                </a:lnTo>
                <a:lnTo>
                  <a:pt x="3477282" y="885354"/>
                </a:lnTo>
                <a:lnTo>
                  <a:pt x="3632831" y="885753"/>
                </a:lnTo>
                <a:lnTo>
                  <a:pt x="3788380" y="885354"/>
                </a:lnTo>
                <a:lnTo>
                  <a:pt x="3942260" y="884169"/>
                </a:lnTo>
                <a:lnTo>
                  <a:pt x="4094340" y="882213"/>
                </a:lnTo>
                <a:lnTo>
                  <a:pt x="4244490" y="879502"/>
                </a:lnTo>
                <a:lnTo>
                  <a:pt x="4392577" y="876053"/>
                </a:lnTo>
                <a:lnTo>
                  <a:pt x="4538471" y="871881"/>
                </a:lnTo>
                <a:lnTo>
                  <a:pt x="4682041" y="867002"/>
                </a:lnTo>
                <a:lnTo>
                  <a:pt x="4823156" y="861433"/>
                </a:lnTo>
                <a:lnTo>
                  <a:pt x="4961685" y="855188"/>
                </a:lnTo>
                <a:lnTo>
                  <a:pt x="5097496" y="848285"/>
                </a:lnTo>
                <a:lnTo>
                  <a:pt x="5230459" y="840739"/>
                </a:lnTo>
                <a:lnTo>
                  <a:pt x="5360442" y="832566"/>
                </a:lnTo>
                <a:lnTo>
                  <a:pt x="5487315" y="823783"/>
                </a:lnTo>
                <a:lnTo>
                  <a:pt x="5610946" y="814404"/>
                </a:lnTo>
                <a:lnTo>
                  <a:pt x="5671505" y="809497"/>
                </a:lnTo>
                <a:lnTo>
                  <a:pt x="5731205" y="804446"/>
                </a:lnTo>
                <a:lnTo>
                  <a:pt x="5790028" y="799256"/>
                </a:lnTo>
                <a:lnTo>
                  <a:pt x="5847960" y="793926"/>
                </a:lnTo>
                <a:lnTo>
                  <a:pt x="5904982" y="788459"/>
                </a:lnTo>
                <a:lnTo>
                  <a:pt x="5961080" y="782858"/>
                </a:lnTo>
                <a:lnTo>
                  <a:pt x="6016236" y="777124"/>
                </a:lnTo>
                <a:lnTo>
                  <a:pt x="6070434" y="771260"/>
                </a:lnTo>
                <a:lnTo>
                  <a:pt x="6123658" y="765266"/>
                </a:lnTo>
                <a:lnTo>
                  <a:pt x="6175891" y="759146"/>
                </a:lnTo>
                <a:lnTo>
                  <a:pt x="6227118" y="752901"/>
                </a:lnTo>
                <a:lnTo>
                  <a:pt x="6277321" y="746534"/>
                </a:lnTo>
                <a:lnTo>
                  <a:pt x="6326484" y="740045"/>
                </a:lnTo>
                <a:lnTo>
                  <a:pt x="6374591" y="733438"/>
                </a:lnTo>
                <a:lnTo>
                  <a:pt x="6421625" y="726714"/>
                </a:lnTo>
                <a:lnTo>
                  <a:pt x="6467571" y="719875"/>
                </a:lnTo>
                <a:lnTo>
                  <a:pt x="6512411" y="712924"/>
                </a:lnTo>
                <a:lnTo>
                  <a:pt x="6556130" y="705861"/>
                </a:lnTo>
                <a:lnTo>
                  <a:pt x="6598710" y="698690"/>
                </a:lnTo>
                <a:lnTo>
                  <a:pt x="6640136" y="691412"/>
                </a:lnTo>
                <a:lnTo>
                  <a:pt x="6680391" y="684030"/>
                </a:lnTo>
                <a:lnTo>
                  <a:pt x="6719459" y="676544"/>
                </a:lnTo>
                <a:lnTo>
                  <a:pt x="6757324" y="668958"/>
                </a:lnTo>
                <a:lnTo>
                  <a:pt x="6829376" y="653491"/>
                </a:lnTo>
                <a:lnTo>
                  <a:pt x="6896418" y="637645"/>
                </a:lnTo>
                <a:lnTo>
                  <a:pt x="6958317" y="621435"/>
                </a:lnTo>
                <a:lnTo>
                  <a:pt x="7014944" y="604878"/>
                </a:lnTo>
                <a:lnTo>
                  <a:pt x="7066166" y="587990"/>
                </a:lnTo>
                <a:lnTo>
                  <a:pt x="7111853" y="570787"/>
                </a:lnTo>
                <a:lnTo>
                  <a:pt x="7151873" y="553284"/>
                </a:lnTo>
                <a:lnTo>
                  <a:pt x="7186096" y="535498"/>
                </a:lnTo>
                <a:lnTo>
                  <a:pt x="7226274" y="508322"/>
                </a:lnTo>
                <a:lnTo>
                  <a:pt x="7252670" y="480599"/>
                </a:lnTo>
                <a:lnTo>
                  <a:pt x="7265663" y="442876"/>
                </a:lnTo>
                <a:lnTo>
                  <a:pt x="7264843" y="433370"/>
                </a:lnTo>
                <a:lnTo>
                  <a:pt x="7245430" y="395854"/>
                </a:lnTo>
                <a:lnTo>
                  <a:pt x="7214391" y="368308"/>
                </a:lnTo>
                <a:lnTo>
                  <a:pt x="7169717" y="341327"/>
                </a:lnTo>
                <a:lnTo>
                  <a:pt x="7132579" y="323680"/>
                </a:lnTo>
                <a:lnTo>
                  <a:pt x="7089709" y="306325"/>
                </a:lnTo>
                <a:lnTo>
                  <a:pt x="7041238" y="289277"/>
                </a:lnTo>
                <a:lnTo>
                  <a:pt x="6987298" y="272553"/>
                </a:lnTo>
                <a:lnTo>
                  <a:pt x="6928019" y="256168"/>
                </a:lnTo>
                <a:lnTo>
                  <a:pt x="6863532" y="240138"/>
                </a:lnTo>
                <a:lnTo>
                  <a:pt x="6793968" y="224479"/>
                </a:lnTo>
                <a:lnTo>
                  <a:pt x="6719459" y="209208"/>
                </a:lnTo>
                <a:lnTo>
                  <a:pt x="6680391" y="201723"/>
                </a:lnTo>
                <a:lnTo>
                  <a:pt x="6640136" y="194340"/>
                </a:lnTo>
                <a:lnTo>
                  <a:pt x="6598710" y="187062"/>
                </a:lnTo>
                <a:lnTo>
                  <a:pt x="6556130" y="179891"/>
                </a:lnTo>
                <a:lnTo>
                  <a:pt x="6512411" y="172828"/>
                </a:lnTo>
                <a:lnTo>
                  <a:pt x="6467571" y="165877"/>
                </a:lnTo>
                <a:lnTo>
                  <a:pt x="6421625" y="159038"/>
                </a:lnTo>
                <a:lnTo>
                  <a:pt x="6374591" y="152314"/>
                </a:lnTo>
                <a:lnTo>
                  <a:pt x="6326484" y="145707"/>
                </a:lnTo>
                <a:lnTo>
                  <a:pt x="6277321" y="139218"/>
                </a:lnTo>
                <a:lnTo>
                  <a:pt x="6227118" y="132851"/>
                </a:lnTo>
                <a:lnTo>
                  <a:pt x="6175891" y="126606"/>
                </a:lnTo>
                <a:lnTo>
                  <a:pt x="6123658" y="120486"/>
                </a:lnTo>
                <a:lnTo>
                  <a:pt x="6070434" y="114492"/>
                </a:lnTo>
                <a:lnTo>
                  <a:pt x="6016236" y="108628"/>
                </a:lnTo>
                <a:lnTo>
                  <a:pt x="5961080" y="102894"/>
                </a:lnTo>
                <a:lnTo>
                  <a:pt x="5904982" y="97293"/>
                </a:lnTo>
                <a:lnTo>
                  <a:pt x="5847960" y="91826"/>
                </a:lnTo>
                <a:lnTo>
                  <a:pt x="5790028" y="86497"/>
                </a:lnTo>
                <a:lnTo>
                  <a:pt x="5731205" y="81306"/>
                </a:lnTo>
                <a:lnTo>
                  <a:pt x="5671505" y="76256"/>
                </a:lnTo>
                <a:lnTo>
                  <a:pt x="5610946" y="71348"/>
                </a:lnTo>
                <a:lnTo>
                  <a:pt x="5487315" y="61970"/>
                </a:lnTo>
                <a:lnTo>
                  <a:pt x="5360442" y="53186"/>
                </a:lnTo>
                <a:lnTo>
                  <a:pt x="5230459" y="45013"/>
                </a:lnTo>
                <a:lnTo>
                  <a:pt x="5097496" y="37467"/>
                </a:lnTo>
                <a:lnTo>
                  <a:pt x="4961685" y="30564"/>
                </a:lnTo>
                <a:lnTo>
                  <a:pt x="4823156" y="24320"/>
                </a:lnTo>
                <a:lnTo>
                  <a:pt x="4682041" y="18750"/>
                </a:lnTo>
                <a:lnTo>
                  <a:pt x="4538471" y="13871"/>
                </a:lnTo>
                <a:lnTo>
                  <a:pt x="4392577" y="9699"/>
                </a:lnTo>
                <a:lnTo>
                  <a:pt x="4244490" y="6250"/>
                </a:lnTo>
                <a:lnTo>
                  <a:pt x="4094340" y="3539"/>
                </a:lnTo>
                <a:lnTo>
                  <a:pt x="3942260" y="1583"/>
                </a:lnTo>
                <a:lnTo>
                  <a:pt x="3788380" y="398"/>
                </a:lnTo>
                <a:lnTo>
                  <a:pt x="3632831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" name="object 27" descr=""/>
          <p:cNvGrpSpPr/>
          <p:nvPr/>
        </p:nvGrpSpPr>
        <p:grpSpPr>
          <a:xfrm>
            <a:off x="2305594" y="5524554"/>
            <a:ext cx="5947410" cy="344170"/>
            <a:chOff x="2305594" y="5524554"/>
            <a:chExt cx="5947410" cy="344170"/>
          </a:xfrm>
        </p:grpSpPr>
        <p:sp>
          <p:nvSpPr>
            <p:cNvPr id="28" name="object 28" descr=""/>
            <p:cNvSpPr/>
            <p:nvPr/>
          </p:nvSpPr>
          <p:spPr>
            <a:xfrm>
              <a:off x="2305594" y="5524554"/>
              <a:ext cx="5947410" cy="212090"/>
            </a:xfrm>
            <a:custGeom>
              <a:avLst/>
              <a:gdLst/>
              <a:ahLst/>
              <a:cxnLst/>
              <a:rect l="l" t="t" r="r" b="b"/>
              <a:pathLst>
                <a:path w="5947409" h="212089">
                  <a:moveTo>
                    <a:pt x="5947117" y="0"/>
                  </a:moveTo>
                  <a:lnTo>
                    <a:pt x="0" y="0"/>
                  </a:lnTo>
                  <a:lnTo>
                    <a:pt x="0" y="211490"/>
                  </a:lnTo>
                  <a:lnTo>
                    <a:pt x="5947117" y="211490"/>
                  </a:lnTo>
                  <a:lnTo>
                    <a:pt x="5947117" y="0"/>
                  </a:lnTo>
                  <a:close/>
                </a:path>
              </a:pathLst>
            </a:custGeom>
            <a:solidFill>
              <a:srgbClr val="4E4E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406010" y="5737343"/>
              <a:ext cx="5746750" cy="131445"/>
            </a:xfrm>
            <a:custGeom>
              <a:avLst/>
              <a:gdLst/>
              <a:ahLst/>
              <a:cxnLst/>
              <a:rect l="l" t="t" r="r" b="b"/>
              <a:pathLst>
                <a:path w="5746750" h="131445">
                  <a:moveTo>
                    <a:pt x="5746275" y="0"/>
                  </a:moveTo>
                  <a:lnTo>
                    <a:pt x="0" y="0"/>
                  </a:lnTo>
                  <a:lnTo>
                    <a:pt x="0" y="131231"/>
                  </a:lnTo>
                  <a:lnTo>
                    <a:pt x="5746275" y="131231"/>
                  </a:lnTo>
                  <a:lnTo>
                    <a:pt x="5746275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6050862" y="5868522"/>
            <a:ext cx="1534160" cy="2882900"/>
            <a:chOff x="6050862" y="5868522"/>
            <a:chExt cx="1534160" cy="2882900"/>
          </a:xfrm>
        </p:grpSpPr>
        <p:sp>
          <p:nvSpPr>
            <p:cNvPr id="31" name="object 31" descr=""/>
            <p:cNvSpPr/>
            <p:nvPr/>
          </p:nvSpPr>
          <p:spPr>
            <a:xfrm>
              <a:off x="6050862" y="6031125"/>
              <a:ext cx="1534160" cy="2719705"/>
            </a:xfrm>
            <a:custGeom>
              <a:avLst/>
              <a:gdLst/>
              <a:ahLst/>
              <a:cxnLst/>
              <a:rect l="l" t="t" r="r" b="b"/>
              <a:pathLst>
                <a:path w="1534159" h="2719704">
                  <a:moveTo>
                    <a:pt x="0" y="2719707"/>
                  </a:moveTo>
                  <a:lnTo>
                    <a:pt x="1534026" y="2719707"/>
                  </a:lnTo>
                  <a:lnTo>
                    <a:pt x="1534026" y="0"/>
                  </a:lnTo>
                  <a:lnTo>
                    <a:pt x="0" y="0"/>
                  </a:lnTo>
                  <a:lnTo>
                    <a:pt x="0" y="2719707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050862" y="5868522"/>
              <a:ext cx="1534160" cy="163195"/>
            </a:xfrm>
            <a:custGeom>
              <a:avLst/>
              <a:gdLst/>
              <a:ahLst/>
              <a:cxnLst/>
              <a:rect l="l" t="t" r="r" b="b"/>
              <a:pathLst>
                <a:path w="1534159" h="163195">
                  <a:moveTo>
                    <a:pt x="1534026" y="0"/>
                  </a:moveTo>
                  <a:lnTo>
                    <a:pt x="0" y="0"/>
                  </a:lnTo>
                  <a:lnTo>
                    <a:pt x="0" y="162602"/>
                  </a:lnTo>
                  <a:lnTo>
                    <a:pt x="1534026" y="162602"/>
                  </a:lnTo>
                  <a:lnTo>
                    <a:pt x="1534026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197067" y="6189853"/>
              <a:ext cx="1206500" cy="656590"/>
            </a:xfrm>
            <a:custGeom>
              <a:avLst/>
              <a:gdLst/>
              <a:ahLst/>
              <a:cxnLst/>
              <a:rect l="l" t="t" r="r" b="b"/>
              <a:pathLst>
                <a:path w="1206500" h="656590">
                  <a:moveTo>
                    <a:pt x="1206308" y="656461"/>
                  </a:moveTo>
                  <a:lnTo>
                    <a:pt x="0" y="656461"/>
                  </a:lnTo>
                  <a:lnTo>
                    <a:pt x="0" y="0"/>
                  </a:lnTo>
                  <a:lnTo>
                    <a:pt x="1206308" y="0"/>
                  </a:lnTo>
                  <a:lnTo>
                    <a:pt x="1206308" y="656461"/>
                  </a:lnTo>
                  <a:close/>
                </a:path>
              </a:pathLst>
            </a:custGeom>
            <a:ln w="5235">
              <a:solidFill>
                <a:srgbClr val="4E4E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637200" y="6380957"/>
              <a:ext cx="227965" cy="130810"/>
            </a:xfrm>
            <a:custGeom>
              <a:avLst/>
              <a:gdLst/>
              <a:ahLst/>
              <a:cxnLst/>
              <a:rect l="l" t="t" r="r" b="b"/>
              <a:pathLst>
                <a:path w="227965" h="130809">
                  <a:moveTo>
                    <a:pt x="227396" y="0"/>
                  </a:moveTo>
                  <a:lnTo>
                    <a:pt x="0" y="0"/>
                  </a:lnTo>
                  <a:lnTo>
                    <a:pt x="0" y="130697"/>
                  </a:lnTo>
                  <a:lnTo>
                    <a:pt x="227396" y="130697"/>
                  </a:lnTo>
                  <a:lnTo>
                    <a:pt x="227396" y="0"/>
                  </a:lnTo>
                  <a:close/>
                </a:path>
              </a:pathLst>
            </a:custGeom>
            <a:solidFill>
              <a:srgbClr val="4E4E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197067" y="6390821"/>
              <a:ext cx="1206500" cy="1247140"/>
            </a:xfrm>
            <a:custGeom>
              <a:avLst/>
              <a:gdLst/>
              <a:ahLst/>
              <a:cxnLst/>
              <a:rect l="l" t="t" r="r" b="b"/>
              <a:pathLst>
                <a:path w="1206500" h="1247140">
                  <a:moveTo>
                    <a:pt x="734752" y="110980"/>
                  </a:moveTo>
                  <a:lnTo>
                    <a:pt x="507356" y="110980"/>
                  </a:lnTo>
                  <a:lnTo>
                    <a:pt x="507356" y="0"/>
                  </a:lnTo>
                  <a:lnTo>
                    <a:pt x="734752" y="0"/>
                  </a:lnTo>
                  <a:lnTo>
                    <a:pt x="734752" y="110980"/>
                  </a:lnTo>
                  <a:close/>
                </a:path>
                <a:path w="1206500" h="1247140">
                  <a:moveTo>
                    <a:pt x="1206308" y="1247082"/>
                  </a:moveTo>
                  <a:lnTo>
                    <a:pt x="0" y="1247082"/>
                  </a:lnTo>
                  <a:lnTo>
                    <a:pt x="0" y="590620"/>
                  </a:lnTo>
                  <a:lnTo>
                    <a:pt x="1206308" y="590620"/>
                  </a:lnTo>
                  <a:lnTo>
                    <a:pt x="1206308" y="1247082"/>
                  </a:lnTo>
                  <a:close/>
                </a:path>
              </a:pathLst>
            </a:custGeom>
            <a:ln w="5235">
              <a:solidFill>
                <a:srgbClr val="4E4E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637200" y="7172545"/>
              <a:ext cx="227965" cy="130810"/>
            </a:xfrm>
            <a:custGeom>
              <a:avLst/>
              <a:gdLst/>
              <a:ahLst/>
              <a:cxnLst/>
              <a:rect l="l" t="t" r="r" b="b"/>
              <a:pathLst>
                <a:path w="227965" h="130809">
                  <a:moveTo>
                    <a:pt x="227396" y="0"/>
                  </a:moveTo>
                  <a:lnTo>
                    <a:pt x="0" y="0"/>
                  </a:lnTo>
                  <a:lnTo>
                    <a:pt x="0" y="130697"/>
                  </a:lnTo>
                  <a:lnTo>
                    <a:pt x="227396" y="130697"/>
                  </a:lnTo>
                  <a:lnTo>
                    <a:pt x="227396" y="0"/>
                  </a:lnTo>
                  <a:close/>
                </a:path>
              </a:pathLst>
            </a:custGeom>
            <a:solidFill>
              <a:srgbClr val="4E4E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197067" y="7182409"/>
              <a:ext cx="1206500" cy="1247140"/>
            </a:xfrm>
            <a:custGeom>
              <a:avLst/>
              <a:gdLst/>
              <a:ahLst/>
              <a:cxnLst/>
              <a:rect l="l" t="t" r="r" b="b"/>
              <a:pathLst>
                <a:path w="1206500" h="1247140">
                  <a:moveTo>
                    <a:pt x="734752" y="110980"/>
                  </a:moveTo>
                  <a:lnTo>
                    <a:pt x="507356" y="110980"/>
                  </a:lnTo>
                  <a:lnTo>
                    <a:pt x="507356" y="0"/>
                  </a:lnTo>
                  <a:lnTo>
                    <a:pt x="734752" y="0"/>
                  </a:lnTo>
                  <a:lnTo>
                    <a:pt x="734752" y="110980"/>
                  </a:lnTo>
                  <a:close/>
                </a:path>
                <a:path w="1206500" h="1247140">
                  <a:moveTo>
                    <a:pt x="1206308" y="1247082"/>
                  </a:moveTo>
                  <a:lnTo>
                    <a:pt x="0" y="1247082"/>
                  </a:lnTo>
                  <a:lnTo>
                    <a:pt x="0" y="590620"/>
                  </a:lnTo>
                  <a:lnTo>
                    <a:pt x="1206308" y="590620"/>
                  </a:lnTo>
                  <a:lnTo>
                    <a:pt x="1206308" y="1247082"/>
                  </a:lnTo>
                  <a:close/>
                </a:path>
              </a:pathLst>
            </a:custGeom>
            <a:ln w="5235">
              <a:solidFill>
                <a:srgbClr val="4E4E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637200" y="7964134"/>
              <a:ext cx="227965" cy="130810"/>
            </a:xfrm>
            <a:custGeom>
              <a:avLst/>
              <a:gdLst/>
              <a:ahLst/>
              <a:cxnLst/>
              <a:rect l="l" t="t" r="r" b="b"/>
              <a:pathLst>
                <a:path w="227965" h="130809">
                  <a:moveTo>
                    <a:pt x="227396" y="0"/>
                  </a:moveTo>
                  <a:lnTo>
                    <a:pt x="0" y="0"/>
                  </a:lnTo>
                  <a:lnTo>
                    <a:pt x="0" y="130697"/>
                  </a:lnTo>
                  <a:lnTo>
                    <a:pt x="227396" y="130697"/>
                  </a:lnTo>
                  <a:lnTo>
                    <a:pt x="227396" y="0"/>
                  </a:lnTo>
                  <a:close/>
                </a:path>
              </a:pathLst>
            </a:custGeom>
            <a:solidFill>
              <a:srgbClr val="4E4E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704424" y="7973997"/>
              <a:ext cx="227965" cy="111125"/>
            </a:xfrm>
            <a:custGeom>
              <a:avLst/>
              <a:gdLst/>
              <a:ahLst/>
              <a:cxnLst/>
              <a:rect l="l" t="t" r="r" b="b"/>
              <a:pathLst>
                <a:path w="227965" h="111125">
                  <a:moveTo>
                    <a:pt x="227396" y="110980"/>
                  </a:moveTo>
                  <a:lnTo>
                    <a:pt x="0" y="110980"/>
                  </a:lnTo>
                  <a:lnTo>
                    <a:pt x="0" y="0"/>
                  </a:lnTo>
                  <a:lnTo>
                    <a:pt x="227396" y="0"/>
                  </a:lnTo>
                  <a:lnTo>
                    <a:pt x="227396" y="110980"/>
                  </a:lnTo>
                  <a:close/>
                </a:path>
              </a:pathLst>
            </a:custGeom>
            <a:ln w="5235">
              <a:solidFill>
                <a:srgbClr val="4E4E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 descr=""/>
          <p:cNvGrpSpPr/>
          <p:nvPr/>
        </p:nvGrpSpPr>
        <p:grpSpPr>
          <a:xfrm>
            <a:off x="2513440" y="5868522"/>
            <a:ext cx="342265" cy="2882900"/>
            <a:chOff x="2513440" y="5868522"/>
            <a:chExt cx="342265" cy="2882900"/>
          </a:xfrm>
        </p:grpSpPr>
        <p:sp>
          <p:nvSpPr>
            <p:cNvPr id="41" name="object 41" descr=""/>
            <p:cNvSpPr/>
            <p:nvPr/>
          </p:nvSpPr>
          <p:spPr>
            <a:xfrm>
              <a:off x="2513440" y="5868522"/>
              <a:ext cx="342265" cy="2882900"/>
            </a:xfrm>
            <a:custGeom>
              <a:avLst/>
              <a:gdLst/>
              <a:ahLst/>
              <a:cxnLst/>
              <a:rect l="l" t="t" r="r" b="b"/>
              <a:pathLst>
                <a:path w="342264" h="2882900">
                  <a:moveTo>
                    <a:pt x="341801" y="0"/>
                  </a:moveTo>
                  <a:lnTo>
                    <a:pt x="0" y="0"/>
                  </a:lnTo>
                  <a:lnTo>
                    <a:pt x="0" y="2882310"/>
                  </a:lnTo>
                  <a:lnTo>
                    <a:pt x="280263" y="2882310"/>
                  </a:lnTo>
                  <a:lnTo>
                    <a:pt x="337497" y="162602"/>
                  </a:lnTo>
                  <a:lnTo>
                    <a:pt x="341801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513443" y="5868522"/>
              <a:ext cx="342265" cy="163195"/>
            </a:xfrm>
            <a:custGeom>
              <a:avLst/>
              <a:gdLst/>
              <a:ahLst/>
              <a:cxnLst/>
              <a:rect l="l" t="t" r="r" b="b"/>
              <a:pathLst>
                <a:path w="342264" h="163195">
                  <a:moveTo>
                    <a:pt x="341801" y="0"/>
                  </a:moveTo>
                  <a:lnTo>
                    <a:pt x="0" y="0"/>
                  </a:lnTo>
                  <a:lnTo>
                    <a:pt x="0" y="162602"/>
                  </a:lnTo>
                  <a:lnTo>
                    <a:pt x="337487" y="162602"/>
                  </a:lnTo>
                  <a:lnTo>
                    <a:pt x="341801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 descr=""/>
          <p:cNvGrpSpPr/>
          <p:nvPr/>
        </p:nvGrpSpPr>
        <p:grpSpPr>
          <a:xfrm>
            <a:off x="7584889" y="5868522"/>
            <a:ext cx="460375" cy="2882900"/>
            <a:chOff x="7584889" y="5868522"/>
            <a:chExt cx="460375" cy="2882900"/>
          </a:xfrm>
        </p:grpSpPr>
        <p:sp>
          <p:nvSpPr>
            <p:cNvPr id="44" name="object 44" descr=""/>
            <p:cNvSpPr/>
            <p:nvPr/>
          </p:nvSpPr>
          <p:spPr>
            <a:xfrm>
              <a:off x="7584889" y="6031125"/>
              <a:ext cx="460375" cy="2719705"/>
            </a:xfrm>
            <a:custGeom>
              <a:avLst/>
              <a:gdLst/>
              <a:ahLst/>
              <a:cxnLst/>
              <a:rect l="l" t="t" r="r" b="b"/>
              <a:pathLst>
                <a:path w="460375" h="2719704">
                  <a:moveTo>
                    <a:pt x="0" y="2719707"/>
                  </a:moveTo>
                  <a:lnTo>
                    <a:pt x="459965" y="2719707"/>
                  </a:lnTo>
                  <a:lnTo>
                    <a:pt x="459965" y="0"/>
                  </a:lnTo>
                  <a:lnTo>
                    <a:pt x="0" y="0"/>
                  </a:lnTo>
                  <a:lnTo>
                    <a:pt x="0" y="2719707"/>
                  </a:lnTo>
                  <a:close/>
                </a:path>
              </a:pathLst>
            </a:custGeom>
            <a:solidFill>
              <a:srgbClr val="4E4E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584889" y="5868522"/>
              <a:ext cx="460375" cy="163195"/>
            </a:xfrm>
            <a:custGeom>
              <a:avLst/>
              <a:gdLst/>
              <a:ahLst/>
              <a:cxnLst/>
              <a:rect l="l" t="t" r="r" b="b"/>
              <a:pathLst>
                <a:path w="460375" h="163195">
                  <a:moveTo>
                    <a:pt x="459965" y="0"/>
                  </a:moveTo>
                  <a:lnTo>
                    <a:pt x="0" y="0"/>
                  </a:lnTo>
                  <a:lnTo>
                    <a:pt x="0" y="162602"/>
                  </a:lnTo>
                  <a:lnTo>
                    <a:pt x="459965" y="162602"/>
                  </a:lnTo>
                  <a:lnTo>
                    <a:pt x="459965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 descr=""/>
          <p:cNvGrpSpPr/>
          <p:nvPr/>
        </p:nvGrpSpPr>
        <p:grpSpPr>
          <a:xfrm>
            <a:off x="4513569" y="3444711"/>
            <a:ext cx="2559050" cy="1694180"/>
            <a:chOff x="4513569" y="3444711"/>
            <a:chExt cx="2559050" cy="1694180"/>
          </a:xfrm>
        </p:grpSpPr>
        <p:sp>
          <p:nvSpPr>
            <p:cNvPr id="47" name="object 47" descr=""/>
            <p:cNvSpPr/>
            <p:nvPr/>
          </p:nvSpPr>
          <p:spPr>
            <a:xfrm>
              <a:off x="4513569" y="3444711"/>
              <a:ext cx="2559050" cy="1444625"/>
            </a:xfrm>
            <a:custGeom>
              <a:avLst/>
              <a:gdLst/>
              <a:ahLst/>
              <a:cxnLst/>
              <a:rect l="l" t="t" r="r" b="b"/>
              <a:pathLst>
                <a:path w="2559050" h="1444625">
                  <a:moveTo>
                    <a:pt x="0" y="1444186"/>
                  </a:moveTo>
                  <a:lnTo>
                    <a:pt x="2558958" y="1444186"/>
                  </a:lnTo>
                  <a:lnTo>
                    <a:pt x="2558958" y="0"/>
                  </a:lnTo>
                  <a:lnTo>
                    <a:pt x="0" y="0"/>
                  </a:lnTo>
                  <a:lnTo>
                    <a:pt x="0" y="1444186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513569" y="4888898"/>
              <a:ext cx="2559050" cy="250190"/>
            </a:xfrm>
            <a:custGeom>
              <a:avLst/>
              <a:gdLst/>
              <a:ahLst/>
              <a:cxnLst/>
              <a:rect l="l" t="t" r="r" b="b"/>
              <a:pathLst>
                <a:path w="2559050" h="250189">
                  <a:moveTo>
                    <a:pt x="2558958" y="0"/>
                  </a:moveTo>
                  <a:lnTo>
                    <a:pt x="0" y="0"/>
                  </a:lnTo>
                  <a:lnTo>
                    <a:pt x="0" y="249887"/>
                  </a:lnTo>
                  <a:lnTo>
                    <a:pt x="2558958" y="249887"/>
                  </a:lnTo>
                  <a:lnTo>
                    <a:pt x="2558958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/>
          <p:nvPr/>
        </p:nvSpPr>
        <p:spPr>
          <a:xfrm>
            <a:off x="5307576" y="5444179"/>
            <a:ext cx="971550" cy="81280"/>
          </a:xfrm>
          <a:custGeom>
            <a:avLst/>
            <a:gdLst/>
            <a:ahLst/>
            <a:cxnLst/>
            <a:rect l="l" t="t" r="r" b="b"/>
            <a:pathLst>
              <a:path w="971550" h="81279">
                <a:moveTo>
                  <a:pt x="970944" y="0"/>
                </a:moveTo>
                <a:lnTo>
                  <a:pt x="0" y="0"/>
                </a:lnTo>
                <a:lnTo>
                  <a:pt x="0" y="81138"/>
                </a:lnTo>
                <a:lnTo>
                  <a:pt x="970944" y="81138"/>
                </a:lnTo>
                <a:lnTo>
                  <a:pt x="970944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0" name="object 5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1044" y="4955766"/>
            <a:ext cx="82541" cy="82552"/>
          </a:xfrm>
          <a:prstGeom prst="rect">
            <a:avLst/>
          </a:prstGeom>
        </p:spPr>
      </p:pic>
      <p:grpSp>
        <p:nvGrpSpPr>
          <p:cNvPr id="51" name="object 51" descr=""/>
          <p:cNvGrpSpPr/>
          <p:nvPr/>
        </p:nvGrpSpPr>
        <p:grpSpPr>
          <a:xfrm>
            <a:off x="5423188" y="5138835"/>
            <a:ext cx="739775" cy="305435"/>
            <a:chOff x="5423188" y="5138835"/>
            <a:chExt cx="739775" cy="305435"/>
          </a:xfrm>
        </p:grpSpPr>
        <p:sp>
          <p:nvSpPr>
            <p:cNvPr id="52" name="object 52" descr=""/>
            <p:cNvSpPr/>
            <p:nvPr/>
          </p:nvSpPr>
          <p:spPr>
            <a:xfrm>
              <a:off x="5423188" y="5138837"/>
              <a:ext cx="739775" cy="305435"/>
            </a:xfrm>
            <a:custGeom>
              <a:avLst/>
              <a:gdLst/>
              <a:ahLst/>
              <a:cxnLst/>
              <a:rect l="l" t="t" r="r" b="b"/>
              <a:pathLst>
                <a:path w="739775" h="305435">
                  <a:moveTo>
                    <a:pt x="698889" y="0"/>
                  </a:moveTo>
                  <a:lnTo>
                    <a:pt x="40815" y="0"/>
                  </a:lnTo>
                  <a:lnTo>
                    <a:pt x="0" y="305404"/>
                  </a:lnTo>
                  <a:lnTo>
                    <a:pt x="739715" y="305404"/>
                  </a:lnTo>
                  <a:lnTo>
                    <a:pt x="69888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447571" y="5138835"/>
              <a:ext cx="691515" cy="123189"/>
            </a:xfrm>
            <a:custGeom>
              <a:avLst/>
              <a:gdLst/>
              <a:ahLst/>
              <a:cxnLst/>
              <a:rect l="l" t="t" r="r" b="b"/>
              <a:pathLst>
                <a:path w="691514" h="123189">
                  <a:moveTo>
                    <a:pt x="674513" y="0"/>
                  </a:moveTo>
                  <a:lnTo>
                    <a:pt x="16428" y="0"/>
                  </a:lnTo>
                  <a:lnTo>
                    <a:pt x="0" y="122833"/>
                  </a:lnTo>
                  <a:lnTo>
                    <a:pt x="690952" y="122833"/>
                  </a:lnTo>
                  <a:lnTo>
                    <a:pt x="674513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4628372" y="3554739"/>
            <a:ext cx="2329180" cy="1216660"/>
            <a:chOff x="4628372" y="3554739"/>
            <a:chExt cx="2329180" cy="1216660"/>
          </a:xfrm>
        </p:grpSpPr>
        <p:sp>
          <p:nvSpPr>
            <p:cNvPr id="55" name="object 55" descr=""/>
            <p:cNvSpPr/>
            <p:nvPr/>
          </p:nvSpPr>
          <p:spPr>
            <a:xfrm>
              <a:off x="4628372" y="3554739"/>
              <a:ext cx="2329180" cy="1216660"/>
            </a:xfrm>
            <a:custGeom>
              <a:avLst/>
              <a:gdLst/>
              <a:ahLst/>
              <a:cxnLst/>
              <a:rect l="l" t="t" r="r" b="b"/>
              <a:pathLst>
                <a:path w="2329179" h="1216660">
                  <a:moveTo>
                    <a:pt x="2329185" y="0"/>
                  </a:moveTo>
                  <a:lnTo>
                    <a:pt x="0" y="0"/>
                  </a:lnTo>
                  <a:lnTo>
                    <a:pt x="0" y="1216633"/>
                  </a:lnTo>
                  <a:lnTo>
                    <a:pt x="2329185" y="1216633"/>
                  </a:lnTo>
                  <a:lnTo>
                    <a:pt x="2329185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628372" y="3554750"/>
              <a:ext cx="2329180" cy="48260"/>
            </a:xfrm>
            <a:custGeom>
              <a:avLst/>
              <a:gdLst/>
              <a:ahLst/>
              <a:cxnLst/>
              <a:rect l="l" t="t" r="r" b="b"/>
              <a:pathLst>
                <a:path w="2329179" h="48260">
                  <a:moveTo>
                    <a:pt x="2329185" y="0"/>
                  </a:moveTo>
                  <a:lnTo>
                    <a:pt x="0" y="0"/>
                  </a:lnTo>
                  <a:lnTo>
                    <a:pt x="0" y="48249"/>
                  </a:lnTo>
                  <a:lnTo>
                    <a:pt x="2329185" y="48249"/>
                  </a:lnTo>
                  <a:lnTo>
                    <a:pt x="2329185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642792" y="3566900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8575" y="0"/>
                  </a:moveTo>
                  <a:lnTo>
                    <a:pt x="5361" y="0"/>
                  </a:lnTo>
                  <a:lnTo>
                    <a:pt x="0" y="5361"/>
                  </a:lnTo>
                  <a:lnTo>
                    <a:pt x="0" y="18575"/>
                  </a:lnTo>
                  <a:lnTo>
                    <a:pt x="5361" y="23936"/>
                  </a:lnTo>
                  <a:lnTo>
                    <a:pt x="18575" y="23936"/>
                  </a:lnTo>
                  <a:lnTo>
                    <a:pt x="23936" y="18575"/>
                  </a:lnTo>
                  <a:lnTo>
                    <a:pt x="23936" y="11968"/>
                  </a:lnTo>
                  <a:lnTo>
                    <a:pt x="23936" y="5361"/>
                  </a:lnTo>
                  <a:lnTo>
                    <a:pt x="18575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691661" y="3566900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8575" y="0"/>
                  </a:moveTo>
                  <a:lnTo>
                    <a:pt x="5361" y="0"/>
                  </a:lnTo>
                  <a:lnTo>
                    <a:pt x="0" y="5361"/>
                  </a:lnTo>
                  <a:lnTo>
                    <a:pt x="0" y="18575"/>
                  </a:lnTo>
                  <a:lnTo>
                    <a:pt x="5361" y="23936"/>
                  </a:lnTo>
                  <a:lnTo>
                    <a:pt x="18575" y="23936"/>
                  </a:lnTo>
                  <a:lnTo>
                    <a:pt x="23936" y="18575"/>
                  </a:lnTo>
                  <a:lnTo>
                    <a:pt x="23936" y="11968"/>
                  </a:lnTo>
                  <a:lnTo>
                    <a:pt x="23936" y="5361"/>
                  </a:lnTo>
                  <a:lnTo>
                    <a:pt x="18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740527" y="3566900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8575" y="0"/>
                  </a:moveTo>
                  <a:lnTo>
                    <a:pt x="5361" y="0"/>
                  </a:lnTo>
                  <a:lnTo>
                    <a:pt x="0" y="5361"/>
                  </a:lnTo>
                  <a:lnTo>
                    <a:pt x="0" y="18575"/>
                  </a:lnTo>
                  <a:lnTo>
                    <a:pt x="5361" y="23936"/>
                  </a:lnTo>
                  <a:lnTo>
                    <a:pt x="18575" y="23936"/>
                  </a:lnTo>
                  <a:lnTo>
                    <a:pt x="23936" y="18575"/>
                  </a:lnTo>
                  <a:lnTo>
                    <a:pt x="23936" y="11968"/>
                  </a:lnTo>
                  <a:lnTo>
                    <a:pt x="23936" y="5361"/>
                  </a:lnTo>
                  <a:lnTo>
                    <a:pt x="18575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887997" y="3633596"/>
              <a:ext cx="1560195" cy="1040130"/>
            </a:xfrm>
            <a:custGeom>
              <a:avLst/>
              <a:gdLst/>
              <a:ahLst/>
              <a:cxnLst/>
              <a:rect l="l" t="t" r="r" b="b"/>
              <a:pathLst>
                <a:path w="1560195" h="1040129">
                  <a:moveTo>
                    <a:pt x="1560140" y="0"/>
                  </a:moveTo>
                  <a:lnTo>
                    <a:pt x="0" y="0"/>
                  </a:lnTo>
                  <a:lnTo>
                    <a:pt x="0" y="1040052"/>
                  </a:lnTo>
                  <a:lnTo>
                    <a:pt x="1560140" y="1040052"/>
                  </a:lnTo>
                  <a:lnTo>
                    <a:pt x="15601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888023" y="3633524"/>
              <a:ext cx="362585" cy="401955"/>
            </a:xfrm>
            <a:custGeom>
              <a:avLst/>
              <a:gdLst/>
              <a:ahLst/>
              <a:cxnLst/>
              <a:rect l="l" t="t" r="r" b="b"/>
              <a:pathLst>
                <a:path w="362585" h="401954">
                  <a:moveTo>
                    <a:pt x="350156" y="0"/>
                  </a:moveTo>
                  <a:lnTo>
                    <a:pt x="0" y="0"/>
                  </a:lnTo>
                  <a:lnTo>
                    <a:pt x="0" y="314315"/>
                  </a:lnTo>
                  <a:lnTo>
                    <a:pt x="21409" y="360325"/>
                  </a:lnTo>
                  <a:lnTo>
                    <a:pt x="60596" y="387141"/>
                  </a:lnTo>
                  <a:lnTo>
                    <a:pt x="104385" y="397678"/>
                  </a:lnTo>
                  <a:lnTo>
                    <a:pt x="154961" y="401761"/>
                  </a:lnTo>
                  <a:lnTo>
                    <a:pt x="206779" y="400134"/>
                  </a:lnTo>
                  <a:lnTo>
                    <a:pt x="254566" y="393567"/>
                  </a:lnTo>
                  <a:lnTo>
                    <a:pt x="301011" y="378870"/>
                  </a:lnTo>
                  <a:lnTo>
                    <a:pt x="327221" y="342863"/>
                  </a:lnTo>
                  <a:lnTo>
                    <a:pt x="339742" y="296807"/>
                  </a:lnTo>
                  <a:lnTo>
                    <a:pt x="350540" y="237872"/>
                  </a:lnTo>
                  <a:lnTo>
                    <a:pt x="358460" y="172696"/>
                  </a:lnTo>
                  <a:lnTo>
                    <a:pt x="361792" y="120426"/>
                  </a:lnTo>
                  <a:lnTo>
                    <a:pt x="362256" y="95469"/>
                  </a:lnTo>
                  <a:lnTo>
                    <a:pt x="361810" y="71872"/>
                  </a:lnTo>
                  <a:lnTo>
                    <a:pt x="360437" y="50411"/>
                  </a:lnTo>
                  <a:lnTo>
                    <a:pt x="358104" y="31035"/>
                  </a:lnTo>
                  <a:lnTo>
                    <a:pt x="354710" y="14110"/>
                  </a:lnTo>
                  <a:lnTo>
                    <a:pt x="35015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2225" y="3704377"/>
              <a:ext cx="87425" cy="108190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6030815" y="3997522"/>
              <a:ext cx="417830" cy="676275"/>
            </a:xfrm>
            <a:custGeom>
              <a:avLst/>
              <a:gdLst/>
              <a:ahLst/>
              <a:cxnLst/>
              <a:rect l="l" t="t" r="r" b="b"/>
              <a:pathLst>
                <a:path w="417829" h="676275">
                  <a:moveTo>
                    <a:pt x="265996" y="0"/>
                  </a:moveTo>
                  <a:lnTo>
                    <a:pt x="221288" y="292"/>
                  </a:lnTo>
                  <a:lnTo>
                    <a:pt x="179086" y="6138"/>
                  </a:lnTo>
                  <a:lnTo>
                    <a:pt x="139436" y="30542"/>
                  </a:lnTo>
                  <a:lnTo>
                    <a:pt x="111902" y="77991"/>
                  </a:lnTo>
                  <a:lnTo>
                    <a:pt x="85681" y="137766"/>
                  </a:lnTo>
                  <a:lnTo>
                    <a:pt x="63279" y="197685"/>
                  </a:lnTo>
                  <a:lnTo>
                    <a:pt x="40099" y="270234"/>
                  </a:lnTo>
                  <a:lnTo>
                    <a:pt x="15982" y="364344"/>
                  </a:lnTo>
                  <a:lnTo>
                    <a:pt x="5899" y="417803"/>
                  </a:lnTo>
                  <a:lnTo>
                    <a:pt x="292" y="466022"/>
                  </a:lnTo>
                  <a:lnTo>
                    <a:pt x="0" y="506765"/>
                  </a:lnTo>
                  <a:lnTo>
                    <a:pt x="5860" y="537793"/>
                  </a:lnTo>
                  <a:lnTo>
                    <a:pt x="57837" y="598161"/>
                  </a:lnTo>
                  <a:lnTo>
                    <a:pt x="101836" y="626882"/>
                  </a:lnTo>
                  <a:lnTo>
                    <a:pt x="153751" y="653204"/>
                  </a:lnTo>
                  <a:lnTo>
                    <a:pt x="210514" y="676062"/>
                  </a:lnTo>
                  <a:lnTo>
                    <a:pt x="417293" y="676062"/>
                  </a:lnTo>
                  <a:lnTo>
                    <a:pt x="417293" y="23066"/>
                  </a:lnTo>
                  <a:lnTo>
                    <a:pt x="366730" y="11537"/>
                  </a:lnTo>
                  <a:lnTo>
                    <a:pt x="315387" y="3798"/>
                  </a:lnTo>
                  <a:lnTo>
                    <a:pt x="26599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587283" y="3633526"/>
              <a:ext cx="808355" cy="165100"/>
            </a:xfrm>
            <a:custGeom>
              <a:avLst/>
              <a:gdLst/>
              <a:ahLst/>
              <a:cxnLst/>
              <a:rect l="l" t="t" r="r" b="b"/>
              <a:pathLst>
                <a:path w="808354" h="165100">
                  <a:moveTo>
                    <a:pt x="808027" y="0"/>
                  </a:moveTo>
                  <a:lnTo>
                    <a:pt x="0" y="0"/>
                  </a:lnTo>
                  <a:lnTo>
                    <a:pt x="7635" y="23345"/>
                  </a:lnTo>
                  <a:lnTo>
                    <a:pt x="25548" y="61954"/>
                  </a:lnTo>
                  <a:lnTo>
                    <a:pt x="53785" y="92320"/>
                  </a:lnTo>
                  <a:lnTo>
                    <a:pt x="114843" y="120686"/>
                  </a:lnTo>
                  <a:lnTo>
                    <a:pt x="155604" y="132798"/>
                  </a:lnTo>
                  <a:lnTo>
                    <a:pt x="201735" y="143267"/>
                  </a:lnTo>
                  <a:lnTo>
                    <a:pt x="252150" y="151897"/>
                  </a:lnTo>
                  <a:lnTo>
                    <a:pt x="305760" y="158490"/>
                  </a:lnTo>
                  <a:lnTo>
                    <a:pt x="361478" y="162851"/>
                  </a:lnTo>
                  <a:lnTo>
                    <a:pt x="418216" y="164782"/>
                  </a:lnTo>
                  <a:lnTo>
                    <a:pt x="474887" y="164087"/>
                  </a:lnTo>
                  <a:lnTo>
                    <a:pt x="530402" y="160570"/>
                  </a:lnTo>
                  <a:lnTo>
                    <a:pt x="583675" y="154033"/>
                  </a:lnTo>
                  <a:lnTo>
                    <a:pt x="633617" y="144282"/>
                  </a:lnTo>
                  <a:lnTo>
                    <a:pt x="679141" y="131117"/>
                  </a:lnTo>
                  <a:lnTo>
                    <a:pt x="719159" y="114345"/>
                  </a:lnTo>
                  <a:lnTo>
                    <a:pt x="752584" y="93766"/>
                  </a:lnTo>
                  <a:lnTo>
                    <a:pt x="781959" y="57811"/>
                  </a:lnTo>
                  <a:lnTo>
                    <a:pt x="808027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888014" y="3633526"/>
              <a:ext cx="1365250" cy="1040130"/>
            </a:xfrm>
            <a:custGeom>
              <a:avLst/>
              <a:gdLst/>
              <a:ahLst/>
              <a:cxnLst/>
              <a:rect l="l" t="t" r="r" b="b"/>
              <a:pathLst>
                <a:path w="1365250" h="1040129">
                  <a:moveTo>
                    <a:pt x="225615" y="254076"/>
                  </a:moveTo>
                  <a:lnTo>
                    <a:pt x="225145" y="205346"/>
                  </a:lnTo>
                  <a:lnTo>
                    <a:pt x="224167" y="156654"/>
                  </a:lnTo>
                  <a:lnTo>
                    <a:pt x="222605" y="108013"/>
                  </a:lnTo>
                  <a:lnTo>
                    <a:pt x="220433" y="59423"/>
                  </a:lnTo>
                  <a:lnTo>
                    <a:pt x="210972" y="53124"/>
                  </a:lnTo>
                  <a:lnTo>
                    <a:pt x="208457" y="108013"/>
                  </a:lnTo>
                  <a:lnTo>
                    <a:pt x="206908" y="156654"/>
                  </a:lnTo>
                  <a:lnTo>
                    <a:pt x="205917" y="205346"/>
                  </a:lnTo>
                  <a:lnTo>
                    <a:pt x="205460" y="254076"/>
                  </a:lnTo>
                  <a:lnTo>
                    <a:pt x="205460" y="302831"/>
                  </a:lnTo>
                  <a:lnTo>
                    <a:pt x="205879" y="351586"/>
                  </a:lnTo>
                  <a:lnTo>
                    <a:pt x="206667" y="400342"/>
                  </a:lnTo>
                  <a:lnTo>
                    <a:pt x="207759" y="449072"/>
                  </a:lnTo>
                  <a:lnTo>
                    <a:pt x="209118" y="497776"/>
                  </a:lnTo>
                  <a:lnTo>
                    <a:pt x="212572" y="599046"/>
                  </a:lnTo>
                  <a:lnTo>
                    <a:pt x="218503" y="599046"/>
                  </a:lnTo>
                  <a:lnTo>
                    <a:pt x="221957" y="497776"/>
                  </a:lnTo>
                  <a:lnTo>
                    <a:pt x="223316" y="449072"/>
                  </a:lnTo>
                  <a:lnTo>
                    <a:pt x="224409" y="400342"/>
                  </a:lnTo>
                  <a:lnTo>
                    <a:pt x="225196" y="351586"/>
                  </a:lnTo>
                  <a:lnTo>
                    <a:pt x="225615" y="302831"/>
                  </a:lnTo>
                  <a:lnTo>
                    <a:pt x="225615" y="254076"/>
                  </a:lnTo>
                  <a:close/>
                </a:path>
                <a:path w="1365250" h="1040129">
                  <a:moveTo>
                    <a:pt x="287121" y="0"/>
                  </a:moveTo>
                  <a:lnTo>
                    <a:pt x="267004" y="0"/>
                  </a:lnTo>
                  <a:lnTo>
                    <a:pt x="267004" y="48526"/>
                  </a:lnTo>
                  <a:lnTo>
                    <a:pt x="267423" y="97053"/>
                  </a:lnTo>
                  <a:lnTo>
                    <a:pt x="268198" y="145567"/>
                  </a:lnTo>
                  <a:lnTo>
                    <a:pt x="269303" y="194081"/>
                  </a:lnTo>
                  <a:lnTo>
                    <a:pt x="270649" y="242557"/>
                  </a:lnTo>
                  <a:lnTo>
                    <a:pt x="274053" y="343268"/>
                  </a:lnTo>
                  <a:lnTo>
                    <a:pt x="280060" y="343268"/>
                  </a:lnTo>
                  <a:lnTo>
                    <a:pt x="281927" y="290995"/>
                  </a:lnTo>
                  <a:lnTo>
                    <a:pt x="284822" y="194081"/>
                  </a:lnTo>
                  <a:lnTo>
                    <a:pt x="285915" y="145567"/>
                  </a:lnTo>
                  <a:lnTo>
                    <a:pt x="286702" y="97053"/>
                  </a:lnTo>
                  <a:lnTo>
                    <a:pt x="287121" y="48526"/>
                  </a:lnTo>
                  <a:lnTo>
                    <a:pt x="287121" y="0"/>
                  </a:lnTo>
                  <a:close/>
                </a:path>
                <a:path w="1365250" h="1040129">
                  <a:moveTo>
                    <a:pt x="895642" y="1024369"/>
                  </a:moveTo>
                  <a:lnTo>
                    <a:pt x="889088" y="980020"/>
                  </a:lnTo>
                  <a:lnTo>
                    <a:pt x="872629" y="941222"/>
                  </a:lnTo>
                  <a:lnTo>
                    <a:pt x="846010" y="903439"/>
                  </a:lnTo>
                  <a:lnTo>
                    <a:pt x="810653" y="867041"/>
                  </a:lnTo>
                  <a:lnTo>
                    <a:pt x="767981" y="832345"/>
                  </a:lnTo>
                  <a:lnTo>
                    <a:pt x="719391" y="799731"/>
                  </a:lnTo>
                  <a:lnTo>
                    <a:pt x="677430" y="775360"/>
                  </a:lnTo>
                  <a:lnTo>
                    <a:pt x="621118" y="747052"/>
                  </a:lnTo>
                  <a:lnTo>
                    <a:pt x="555485" y="718934"/>
                  </a:lnTo>
                  <a:lnTo>
                    <a:pt x="518756" y="705180"/>
                  </a:lnTo>
                  <a:lnTo>
                    <a:pt x="482219" y="692873"/>
                  </a:lnTo>
                  <a:lnTo>
                    <a:pt x="391261" y="668540"/>
                  </a:lnTo>
                  <a:lnTo>
                    <a:pt x="340029" y="659384"/>
                  </a:lnTo>
                  <a:lnTo>
                    <a:pt x="293954" y="655002"/>
                  </a:lnTo>
                  <a:lnTo>
                    <a:pt x="254419" y="655751"/>
                  </a:lnTo>
                  <a:lnTo>
                    <a:pt x="190334" y="677913"/>
                  </a:lnTo>
                  <a:lnTo>
                    <a:pt x="158064" y="702792"/>
                  </a:lnTo>
                  <a:lnTo>
                    <a:pt x="126568" y="735164"/>
                  </a:lnTo>
                  <a:lnTo>
                    <a:pt x="96393" y="773531"/>
                  </a:lnTo>
                  <a:lnTo>
                    <a:pt x="68110" y="816406"/>
                  </a:lnTo>
                  <a:lnTo>
                    <a:pt x="42252" y="862317"/>
                  </a:lnTo>
                  <a:lnTo>
                    <a:pt x="19367" y="909751"/>
                  </a:lnTo>
                  <a:lnTo>
                    <a:pt x="0" y="957249"/>
                  </a:lnTo>
                  <a:lnTo>
                    <a:pt x="0" y="1040053"/>
                  </a:lnTo>
                  <a:lnTo>
                    <a:pt x="895616" y="1040053"/>
                  </a:lnTo>
                  <a:lnTo>
                    <a:pt x="895642" y="1024369"/>
                  </a:lnTo>
                  <a:close/>
                </a:path>
                <a:path w="1365250" h="1040129">
                  <a:moveTo>
                    <a:pt x="1364754" y="334619"/>
                  </a:moveTo>
                  <a:lnTo>
                    <a:pt x="1359382" y="284022"/>
                  </a:lnTo>
                  <a:lnTo>
                    <a:pt x="1343825" y="246100"/>
                  </a:lnTo>
                  <a:lnTo>
                    <a:pt x="1314767" y="229222"/>
                  </a:lnTo>
                  <a:lnTo>
                    <a:pt x="1266228" y="219062"/>
                  </a:lnTo>
                  <a:lnTo>
                    <a:pt x="1213827" y="220535"/>
                  </a:lnTo>
                  <a:lnTo>
                    <a:pt x="1173251" y="238556"/>
                  </a:lnTo>
                  <a:lnTo>
                    <a:pt x="1154772" y="274053"/>
                  </a:lnTo>
                  <a:lnTo>
                    <a:pt x="1149159" y="324421"/>
                  </a:lnTo>
                  <a:lnTo>
                    <a:pt x="1153680" y="378764"/>
                  </a:lnTo>
                  <a:lnTo>
                    <a:pt x="1165644" y="426224"/>
                  </a:lnTo>
                  <a:lnTo>
                    <a:pt x="1182306" y="455942"/>
                  </a:lnTo>
                  <a:lnTo>
                    <a:pt x="1215872" y="471246"/>
                  </a:lnTo>
                  <a:lnTo>
                    <a:pt x="1262227" y="475361"/>
                  </a:lnTo>
                  <a:lnTo>
                    <a:pt x="1307719" y="470141"/>
                  </a:lnTo>
                  <a:lnTo>
                    <a:pt x="1338745" y="457428"/>
                  </a:lnTo>
                  <a:lnTo>
                    <a:pt x="1352537" y="431825"/>
                  </a:lnTo>
                  <a:lnTo>
                    <a:pt x="1361846" y="387388"/>
                  </a:lnTo>
                  <a:lnTo>
                    <a:pt x="1364754" y="334619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522112" y="4360157"/>
              <a:ext cx="88265" cy="313690"/>
            </a:xfrm>
            <a:custGeom>
              <a:avLst/>
              <a:gdLst/>
              <a:ahLst/>
              <a:cxnLst/>
              <a:rect l="l" t="t" r="r" b="b"/>
              <a:pathLst>
                <a:path w="88264" h="313689">
                  <a:moveTo>
                    <a:pt x="19608" y="313423"/>
                  </a:moveTo>
                  <a:lnTo>
                    <a:pt x="19011" y="271881"/>
                  </a:lnTo>
                  <a:lnTo>
                    <a:pt x="17995" y="230365"/>
                  </a:lnTo>
                  <a:lnTo>
                    <a:pt x="16548" y="188899"/>
                  </a:lnTo>
                  <a:lnTo>
                    <a:pt x="14312" y="141262"/>
                  </a:lnTo>
                  <a:lnTo>
                    <a:pt x="5130" y="141084"/>
                  </a:lnTo>
                  <a:lnTo>
                    <a:pt x="4953" y="147447"/>
                  </a:lnTo>
                  <a:lnTo>
                    <a:pt x="2984" y="188899"/>
                  </a:lnTo>
                  <a:lnTo>
                    <a:pt x="1549" y="230365"/>
                  </a:lnTo>
                  <a:lnTo>
                    <a:pt x="584" y="271881"/>
                  </a:lnTo>
                  <a:lnTo>
                    <a:pt x="0" y="313423"/>
                  </a:lnTo>
                  <a:lnTo>
                    <a:pt x="19608" y="313423"/>
                  </a:lnTo>
                  <a:close/>
                </a:path>
                <a:path w="88264" h="313689">
                  <a:moveTo>
                    <a:pt x="87655" y="217246"/>
                  </a:moveTo>
                  <a:lnTo>
                    <a:pt x="87363" y="169164"/>
                  </a:lnTo>
                  <a:lnTo>
                    <a:pt x="86588" y="121119"/>
                  </a:lnTo>
                  <a:lnTo>
                    <a:pt x="84709" y="56413"/>
                  </a:lnTo>
                  <a:lnTo>
                    <a:pt x="82118" y="0"/>
                  </a:lnTo>
                  <a:lnTo>
                    <a:pt x="72936" y="0"/>
                  </a:lnTo>
                  <a:lnTo>
                    <a:pt x="71386" y="35077"/>
                  </a:lnTo>
                  <a:lnTo>
                    <a:pt x="68795" y="113753"/>
                  </a:lnTo>
                  <a:lnTo>
                    <a:pt x="67881" y="163639"/>
                  </a:lnTo>
                  <a:lnTo>
                    <a:pt x="67513" y="213575"/>
                  </a:lnTo>
                  <a:lnTo>
                    <a:pt x="67627" y="263512"/>
                  </a:lnTo>
                  <a:lnTo>
                    <a:pt x="68173" y="313423"/>
                  </a:lnTo>
                  <a:lnTo>
                    <a:pt x="87058" y="313423"/>
                  </a:lnTo>
                  <a:lnTo>
                    <a:pt x="87541" y="265328"/>
                  </a:lnTo>
                  <a:lnTo>
                    <a:pt x="87655" y="21724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5662295" y="4226324"/>
              <a:ext cx="786130" cy="81915"/>
            </a:xfrm>
            <a:custGeom>
              <a:avLst/>
              <a:gdLst/>
              <a:ahLst/>
              <a:cxnLst/>
              <a:rect l="l" t="t" r="r" b="b"/>
              <a:pathLst>
                <a:path w="786129" h="81914">
                  <a:moveTo>
                    <a:pt x="545922" y="5511"/>
                  </a:moveTo>
                  <a:lnTo>
                    <a:pt x="491032" y="3009"/>
                  </a:lnTo>
                  <a:lnTo>
                    <a:pt x="442379" y="1447"/>
                  </a:lnTo>
                  <a:lnTo>
                    <a:pt x="393687" y="469"/>
                  </a:lnTo>
                  <a:lnTo>
                    <a:pt x="344957" y="0"/>
                  </a:lnTo>
                  <a:lnTo>
                    <a:pt x="296214" y="0"/>
                  </a:lnTo>
                  <a:lnTo>
                    <a:pt x="247446" y="419"/>
                  </a:lnTo>
                  <a:lnTo>
                    <a:pt x="198704" y="1206"/>
                  </a:lnTo>
                  <a:lnTo>
                    <a:pt x="149961" y="2298"/>
                  </a:lnTo>
                  <a:lnTo>
                    <a:pt x="101257" y="3657"/>
                  </a:lnTo>
                  <a:lnTo>
                    <a:pt x="0" y="7112"/>
                  </a:lnTo>
                  <a:lnTo>
                    <a:pt x="0" y="13042"/>
                  </a:lnTo>
                  <a:lnTo>
                    <a:pt x="101257" y="16497"/>
                  </a:lnTo>
                  <a:lnTo>
                    <a:pt x="149961" y="17856"/>
                  </a:lnTo>
                  <a:lnTo>
                    <a:pt x="198704" y="18948"/>
                  </a:lnTo>
                  <a:lnTo>
                    <a:pt x="247446" y="19735"/>
                  </a:lnTo>
                  <a:lnTo>
                    <a:pt x="296214" y="20154"/>
                  </a:lnTo>
                  <a:lnTo>
                    <a:pt x="344957" y="20167"/>
                  </a:lnTo>
                  <a:lnTo>
                    <a:pt x="393687" y="19697"/>
                  </a:lnTo>
                  <a:lnTo>
                    <a:pt x="442379" y="18707"/>
                  </a:lnTo>
                  <a:lnTo>
                    <a:pt x="491032" y="17157"/>
                  </a:lnTo>
                  <a:lnTo>
                    <a:pt x="539610" y="14973"/>
                  </a:lnTo>
                  <a:lnTo>
                    <a:pt x="545922" y="5511"/>
                  </a:lnTo>
                  <a:close/>
                </a:path>
                <a:path w="786129" h="81914">
                  <a:moveTo>
                    <a:pt x="785812" y="66382"/>
                  </a:moveTo>
                  <a:lnTo>
                    <a:pt x="737971" y="64312"/>
                  </a:lnTo>
                  <a:lnTo>
                    <a:pt x="690067" y="62865"/>
                  </a:lnTo>
                  <a:lnTo>
                    <a:pt x="642137" y="61963"/>
                  </a:lnTo>
                  <a:lnTo>
                    <a:pt x="594169" y="61569"/>
                  </a:lnTo>
                  <a:lnTo>
                    <a:pt x="546188" y="61620"/>
                  </a:lnTo>
                  <a:lnTo>
                    <a:pt x="498208" y="62052"/>
                  </a:lnTo>
                  <a:lnTo>
                    <a:pt x="450227" y="62839"/>
                  </a:lnTo>
                  <a:lnTo>
                    <a:pt x="402285" y="63906"/>
                  </a:lnTo>
                  <a:lnTo>
                    <a:pt x="331025" y="66001"/>
                  </a:lnTo>
                  <a:lnTo>
                    <a:pt x="255714" y="68668"/>
                  </a:lnTo>
                  <a:lnTo>
                    <a:pt x="255714" y="74498"/>
                  </a:lnTo>
                  <a:lnTo>
                    <a:pt x="294347" y="75933"/>
                  </a:lnTo>
                  <a:lnTo>
                    <a:pt x="363550" y="78130"/>
                  </a:lnTo>
                  <a:lnTo>
                    <a:pt x="446697" y="80213"/>
                  </a:lnTo>
                  <a:lnTo>
                    <a:pt x="495198" y="81038"/>
                  </a:lnTo>
                  <a:lnTo>
                    <a:pt x="543712" y="81521"/>
                  </a:lnTo>
                  <a:lnTo>
                    <a:pt x="592213" y="81584"/>
                  </a:lnTo>
                  <a:lnTo>
                    <a:pt x="640676" y="81203"/>
                  </a:lnTo>
                  <a:lnTo>
                    <a:pt x="689114" y="80314"/>
                  </a:lnTo>
                  <a:lnTo>
                    <a:pt x="737489" y="78854"/>
                  </a:lnTo>
                  <a:lnTo>
                    <a:pt x="785812" y="76796"/>
                  </a:lnTo>
                  <a:lnTo>
                    <a:pt x="785812" y="66382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686" y="4232323"/>
              <a:ext cx="149982" cy="179709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79991" y="4035037"/>
              <a:ext cx="365201" cy="92735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5696674" y="4032281"/>
              <a:ext cx="8890" cy="94615"/>
            </a:xfrm>
            <a:custGeom>
              <a:avLst/>
              <a:gdLst/>
              <a:ahLst/>
              <a:cxnLst/>
              <a:rect l="l" t="t" r="r" b="b"/>
              <a:pathLst>
                <a:path w="8889" h="94614">
                  <a:moveTo>
                    <a:pt x="8775" y="26974"/>
                  </a:moveTo>
                  <a:lnTo>
                    <a:pt x="0" y="26974"/>
                  </a:lnTo>
                  <a:lnTo>
                    <a:pt x="0" y="94208"/>
                  </a:lnTo>
                  <a:lnTo>
                    <a:pt x="8775" y="94208"/>
                  </a:lnTo>
                  <a:lnTo>
                    <a:pt x="8775" y="26974"/>
                  </a:lnTo>
                  <a:close/>
                </a:path>
                <a:path w="8889" h="94614">
                  <a:moveTo>
                    <a:pt x="8775" y="0"/>
                  </a:moveTo>
                  <a:lnTo>
                    <a:pt x="0" y="0"/>
                  </a:lnTo>
                  <a:lnTo>
                    <a:pt x="0" y="12903"/>
                  </a:lnTo>
                  <a:lnTo>
                    <a:pt x="8775" y="12903"/>
                  </a:lnTo>
                  <a:lnTo>
                    <a:pt x="8775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24812" y="4058076"/>
              <a:ext cx="319135" cy="95889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6114779" y="418991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8900" y="0"/>
                  </a:moveTo>
                  <a:lnTo>
                    <a:pt x="5340" y="0"/>
                  </a:lnTo>
                  <a:lnTo>
                    <a:pt x="5340" y="5340"/>
                  </a:lnTo>
                  <a:lnTo>
                    <a:pt x="0" y="5340"/>
                  </a:lnTo>
                  <a:lnTo>
                    <a:pt x="0" y="8900"/>
                  </a:lnTo>
                  <a:lnTo>
                    <a:pt x="8900" y="8900"/>
                  </a:lnTo>
                  <a:lnTo>
                    <a:pt x="890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220971" y="4197034"/>
              <a:ext cx="879475" cy="0"/>
            </a:xfrm>
            <a:custGeom>
              <a:avLst/>
              <a:gdLst/>
              <a:ahLst/>
              <a:cxnLst/>
              <a:rect l="l" t="t" r="r" b="b"/>
              <a:pathLst>
                <a:path w="879475" h="0">
                  <a:moveTo>
                    <a:pt x="0" y="0"/>
                  </a:moveTo>
                  <a:lnTo>
                    <a:pt x="879397" y="0"/>
                  </a:lnTo>
                </a:path>
              </a:pathLst>
            </a:custGeom>
            <a:ln w="3560">
              <a:solidFill>
                <a:srgbClr val="353535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5197653" y="3972578"/>
              <a:ext cx="9525" cy="226695"/>
            </a:xfrm>
            <a:custGeom>
              <a:avLst/>
              <a:gdLst/>
              <a:ahLst/>
              <a:cxnLst/>
              <a:rect l="l" t="t" r="r" b="b"/>
              <a:pathLst>
                <a:path w="9525" h="226695">
                  <a:moveTo>
                    <a:pt x="3568" y="189560"/>
                  </a:moveTo>
                  <a:lnTo>
                    <a:pt x="0" y="189560"/>
                  </a:lnTo>
                  <a:lnTo>
                    <a:pt x="0" y="203454"/>
                  </a:lnTo>
                  <a:lnTo>
                    <a:pt x="3568" y="203454"/>
                  </a:lnTo>
                  <a:lnTo>
                    <a:pt x="3568" y="189560"/>
                  </a:lnTo>
                  <a:close/>
                </a:path>
                <a:path w="9525" h="226695">
                  <a:moveTo>
                    <a:pt x="3568" y="161759"/>
                  </a:moveTo>
                  <a:lnTo>
                    <a:pt x="0" y="161759"/>
                  </a:lnTo>
                  <a:lnTo>
                    <a:pt x="0" y="175653"/>
                  </a:lnTo>
                  <a:lnTo>
                    <a:pt x="3568" y="175653"/>
                  </a:lnTo>
                  <a:lnTo>
                    <a:pt x="3568" y="161759"/>
                  </a:lnTo>
                  <a:close/>
                </a:path>
                <a:path w="9525" h="226695">
                  <a:moveTo>
                    <a:pt x="3568" y="133972"/>
                  </a:moveTo>
                  <a:lnTo>
                    <a:pt x="0" y="133972"/>
                  </a:lnTo>
                  <a:lnTo>
                    <a:pt x="0" y="147866"/>
                  </a:lnTo>
                  <a:lnTo>
                    <a:pt x="3568" y="147866"/>
                  </a:lnTo>
                  <a:lnTo>
                    <a:pt x="3568" y="133972"/>
                  </a:lnTo>
                  <a:close/>
                </a:path>
                <a:path w="9525" h="226695">
                  <a:moveTo>
                    <a:pt x="3568" y="106184"/>
                  </a:moveTo>
                  <a:lnTo>
                    <a:pt x="0" y="106184"/>
                  </a:lnTo>
                  <a:lnTo>
                    <a:pt x="0" y="120078"/>
                  </a:lnTo>
                  <a:lnTo>
                    <a:pt x="3568" y="120078"/>
                  </a:lnTo>
                  <a:lnTo>
                    <a:pt x="3568" y="106184"/>
                  </a:lnTo>
                  <a:close/>
                </a:path>
                <a:path w="9525" h="226695">
                  <a:moveTo>
                    <a:pt x="3568" y="78384"/>
                  </a:moveTo>
                  <a:lnTo>
                    <a:pt x="0" y="78384"/>
                  </a:lnTo>
                  <a:lnTo>
                    <a:pt x="0" y="92278"/>
                  </a:lnTo>
                  <a:lnTo>
                    <a:pt x="3568" y="92278"/>
                  </a:lnTo>
                  <a:lnTo>
                    <a:pt x="3568" y="78384"/>
                  </a:lnTo>
                  <a:close/>
                </a:path>
                <a:path w="9525" h="226695">
                  <a:moveTo>
                    <a:pt x="3568" y="50584"/>
                  </a:moveTo>
                  <a:lnTo>
                    <a:pt x="0" y="50584"/>
                  </a:lnTo>
                  <a:lnTo>
                    <a:pt x="0" y="64490"/>
                  </a:lnTo>
                  <a:lnTo>
                    <a:pt x="3568" y="64490"/>
                  </a:lnTo>
                  <a:lnTo>
                    <a:pt x="3568" y="50584"/>
                  </a:lnTo>
                  <a:close/>
                </a:path>
                <a:path w="9525" h="226695">
                  <a:moveTo>
                    <a:pt x="3568" y="22796"/>
                  </a:moveTo>
                  <a:lnTo>
                    <a:pt x="0" y="22796"/>
                  </a:lnTo>
                  <a:lnTo>
                    <a:pt x="0" y="36703"/>
                  </a:lnTo>
                  <a:lnTo>
                    <a:pt x="3568" y="36703"/>
                  </a:lnTo>
                  <a:lnTo>
                    <a:pt x="3568" y="22796"/>
                  </a:lnTo>
                  <a:close/>
                </a:path>
                <a:path w="9525" h="226695">
                  <a:moveTo>
                    <a:pt x="8902" y="222681"/>
                  </a:moveTo>
                  <a:lnTo>
                    <a:pt x="3568" y="222681"/>
                  </a:lnTo>
                  <a:lnTo>
                    <a:pt x="3568" y="217347"/>
                  </a:lnTo>
                  <a:lnTo>
                    <a:pt x="0" y="217347"/>
                  </a:lnTo>
                  <a:lnTo>
                    <a:pt x="0" y="226237"/>
                  </a:lnTo>
                  <a:lnTo>
                    <a:pt x="8902" y="226237"/>
                  </a:lnTo>
                  <a:lnTo>
                    <a:pt x="8902" y="222681"/>
                  </a:lnTo>
                  <a:close/>
                </a:path>
                <a:path w="9525" h="226695">
                  <a:moveTo>
                    <a:pt x="8902" y="0"/>
                  </a:moveTo>
                  <a:lnTo>
                    <a:pt x="0" y="0"/>
                  </a:lnTo>
                  <a:lnTo>
                    <a:pt x="0" y="8902"/>
                  </a:lnTo>
                  <a:lnTo>
                    <a:pt x="3568" y="8902"/>
                  </a:lnTo>
                  <a:lnTo>
                    <a:pt x="3568" y="3568"/>
                  </a:lnTo>
                  <a:lnTo>
                    <a:pt x="8902" y="3568"/>
                  </a:lnTo>
                  <a:lnTo>
                    <a:pt x="8902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5220971" y="3974360"/>
              <a:ext cx="879475" cy="0"/>
            </a:xfrm>
            <a:custGeom>
              <a:avLst/>
              <a:gdLst/>
              <a:ahLst/>
              <a:cxnLst/>
              <a:rect l="l" t="t" r="r" b="b"/>
              <a:pathLst>
                <a:path w="879475" h="0">
                  <a:moveTo>
                    <a:pt x="0" y="0"/>
                  </a:moveTo>
                  <a:lnTo>
                    <a:pt x="879397" y="0"/>
                  </a:lnTo>
                </a:path>
              </a:pathLst>
            </a:custGeom>
            <a:ln w="3560">
              <a:solidFill>
                <a:srgbClr val="353535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5253012" y="3972578"/>
              <a:ext cx="871219" cy="203835"/>
            </a:xfrm>
            <a:custGeom>
              <a:avLst/>
              <a:gdLst/>
              <a:ahLst/>
              <a:cxnLst/>
              <a:rect l="l" t="t" r="r" b="b"/>
              <a:pathLst>
                <a:path w="871220" h="203835">
                  <a:moveTo>
                    <a:pt x="810679" y="152133"/>
                  </a:moveTo>
                  <a:lnTo>
                    <a:pt x="0" y="152133"/>
                  </a:lnTo>
                  <a:lnTo>
                    <a:pt x="0" y="155689"/>
                  </a:lnTo>
                  <a:lnTo>
                    <a:pt x="810679" y="155689"/>
                  </a:lnTo>
                  <a:lnTo>
                    <a:pt x="810679" y="152133"/>
                  </a:lnTo>
                  <a:close/>
                </a:path>
                <a:path w="871220" h="203835">
                  <a:moveTo>
                    <a:pt x="870661" y="189547"/>
                  </a:moveTo>
                  <a:lnTo>
                    <a:pt x="867105" y="189547"/>
                  </a:lnTo>
                  <a:lnTo>
                    <a:pt x="867105" y="203454"/>
                  </a:lnTo>
                  <a:lnTo>
                    <a:pt x="870661" y="203454"/>
                  </a:lnTo>
                  <a:lnTo>
                    <a:pt x="870661" y="189547"/>
                  </a:lnTo>
                  <a:close/>
                </a:path>
                <a:path w="871220" h="203835">
                  <a:moveTo>
                    <a:pt x="870661" y="161747"/>
                  </a:moveTo>
                  <a:lnTo>
                    <a:pt x="867105" y="161747"/>
                  </a:lnTo>
                  <a:lnTo>
                    <a:pt x="867105" y="175653"/>
                  </a:lnTo>
                  <a:lnTo>
                    <a:pt x="870661" y="175653"/>
                  </a:lnTo>
                  <a:lnTo>
                    <a:pt x="870661" y="161747"/>
                  </a:lnTo>
                  <a:close/>
                </a:path>
                <a:path w="871220" h="203835">
                  <a:moveTo>
                    <a:pt x="870661" y="133972"/>
                  </a:moveTo>
                  <a:lnTo>
                    <a:pt x="867105" y="133972"/>
                  </a:lnTo>
                  <a:lnTo>
                    <a:pt x="867105" y="147866"/>
                  </a:lnTo>
                  <a:lnTo>
                    <a:pt x="870661" y="147866"/>
                  </a:lnTo>
                  <a:lnTo>
                    <a:pt x="870661" y="133972"/>
                  </a:lnTo>
                  <a:close/>
                </a:path>
                <a:path w="871220" h="203835">
                  <a:moveTo>
                    <a:pt x="870661" y="106184"/>
                  </a:moveTo>
                  <a:lnTo>
                    <a:pt x="867105" y="106184"/>
                  </a:lnTo>
                  <a:lnTo>
                    <a:pt x="867105" y="120078"/>
                  </a:lnTo>
                  <a:lnTo>
                    <a:pt x="870661" y="120078"/>
                  </a:lnTo>
                  <a:lnTo>
                    <a:pt x="870661" y="106184"/>
                  </a:lnTo>
                  <a:close/>
                </a:path>
                <a:path w="871220" h="203835">
                  <a:moveTo>
                    <a:pt x="870661" y="78384"/>
                  </a:moveTo>
                  <a:lnTo>
                    <a:pt x="867105" y="78384"/>
                  </a:lnTo>
                  <a:lnTo>
                    <a:pt x="867105" y="92278"/>
                  </a:lnTo>
                  <a:lnTo>
                    <a:pt x="870661" y="92278"/>
                  </a:lnTo>
                  <a:lnTo>
                    <a:pt x="870661" y="78384"/>
                  </a:lnTo>
                  <a:close/>
                </a:path>
                <a:path w="871220" h="203835">
                  <a:moveTo>
                    <a:pt x="870661" y="50596"/>
                  </a:moveTo>
                  <a:lnTo>
                    <a:pt x="867105" y="50596"/>
                  </a:lnTo>
                  <a:lnTo>
                    <a:pt x="867105" y="64490"/>
                  </a:lnTo>
                  <a:lnTo>
                    <a:pt x="870661" y="64490"/>
                  </a:lnTo>
                  <a:lnTo>
                    <a:pt x="870661" y="50596"/>
                  </a:lnTo>
                  <a:close/>
                </a:path>
                <a:path w="871220" h="203835">
                  <a:moveTo>
                    <a:pt x="870661" y="22796"/>
                  </a:moveTo>
                  <a:lnTo>
                    <a:pt x="867105" y="22796"/>
                  </a:lnTo>
                  <a:lnTo>
                    <a:pt x="867105" y="36690"/>
                  </a:lnTo>
                  <a:lnTo>
                    <a:pt x="870661" y="36690"/>
                  </a:lnTo>
                  <a:lnTo>
                    <a:pt x="870661" y="22796"/>
                  </a:lnTo>
                  <a:close/>
                </a:path>
                <a:path w="871220" h="203835">
                  <a:moveTo>
                    <a:pt x="870661" y="0"/>
                  </a:moveTo>
                  <a:lnTo>
                    <a:pt x="861758" y="0"/>
                  </a:lnTo>
                  <a:lnTo>
                    <a:pt x="861758" y="3568"/>
                  </a:lnTo>
                  <a:lnTo>
                    <a:pt x="867105" y="3568"/>
                  </a:lnTo>
                  <a:lnTo>
                    <a:pt x="867105" y="8902"/>
                  </a:lnTo>
                  <a:lnTo>
                    <a:pt x="870661" y="8902"/>
                  </a:lnTo>
                  <a:lnTo>
                    <a:pt x="870661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5187297" y="3962214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24292" y="0"/>
                  </a:moveTo>
                  <a:lnTo>
                    <a:pt x="0" y="0"/>
                  </a:lnTo>
                  <a:lnTo>
                    <a:pt x="0" y="24292"/>
                  </a:lnTo>
                  <a:lnTo>
                    <a:pt x="24292" y="24292"/>
                  </a:lnTo>
                  <a:lnTo>
                    <a:pt x="24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5185517" y="3960434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7852" y="0"/>
                  </a:moveTo>
                  <a:lnTo>
                    <a:pt x="0" y="0"/>
                  </a:lnTo>
                  <a:lnTo>
                    <a:pt x="0" y="27852"/>
                  </a:lnTo>
                  <a:lnTo>
                    <a:pt x="27852" y="27852"/>
                  </a:lnTo>
                  <a:lnTo>
                    <a:pt x="27852" y="24292"/>
                  </a:lnTo>
                  <a:lnTo>
                    <a:pt x="3560" y="24292"/>
                  </a:lnTo>
                  <a:lnTo>
                    <a:pt x="3560" y="3560"/>
                  </a:lnTo>
                  <a:lnTo>
                    <a:pt x="27852" y="3560"/>
                  </a:lnTo>
                  <a:lnTo>
                    <a:pt x="27852" y="0"/>
                  </a:lnTo>
                  <a:close/>
                </a:path>
                <a:path w="27939" h="27939">
                  <a:moveTo>
                    <a:pt x="27852" y="3560"/>
                  </a:moveTo>
                  <a:lnTo>
                    <a:pt x="24292" y="3560"/>
                  </a:lnTo>
                  <a:lnTo>
                    <a:pt x="24292" y="24292"/>
                  </a:lnTo>
                  <a:lnTo>
                    <a:pt x="27852" y="24292"/>
                  </a:lnTo>
                  <a:lnTo>
                    <a:pt x="27852" y="356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5187297" y="4184888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24292" y="0"/>
                  </a:moveTo>
                  <a:lnTo>
                    <a:pt x="0" y="0"/>
                  </a:lnTo>
                  <a:lnTo>
                    <a:pt x="0" y="24292"/>
                  </a:lnTo>
                  <a:lnTo>
                    <a:pt x="24292" y="24292"/>
                  </a:lnTo>
                  <a:lnTo>
                    <a:pt x="24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5185517" y="4183108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7852" y="0"/>
                  </a:moveTo>
                  <a:lnTo>
                    <a:pt x="0" y="0"/>
                  </a:lnTo>
                  <a:lnTo>
                    <a:pt x="0" y="27852"/>
                  </a:lnTo>
                  <a:lnTo>
                    <a:pt x="27852" y="27852"/>
                  </a:lnTo>
                  <a:lnTo>
                    <a:pt x="27852" y="24302"/>
                  </a:lnTo>
                  <a:lnTo>
                    <a:pt x="3560" y="24302"/>
                  </a:lnTo>
                  <a:lnTo>
                    <a:pt x="3560" y="3570"/>
                  </a:lnTo>
                  <a:lnTo>
                    <a:pt x="27852" y="3570"/>
                  </a:lnTo>
                  <a:lnTo>
                    <a:pt x="27852" y="0"/>
                  </a:lnTo>
                  <a:close/>
                </a:path>
                <a:path w="27939" h="27939">
                  <a:moveTo>
                    <a:pt x="27852" y="3570"/>
                  </a:moveTo>
                  <a:lnTo>
                    <a:pt x="24292" y="3570"/>
                  </a:lnTo>
                  <a:lnTo>
                    <a:pt x="24292" y="24302"/>
                  </a:lnTo>
                  <a:lnTo>
                    <a:pt x="27852" y="24302"/>
                  </a:lnTo>
                  <a:lnTo>
                    <a:pt x="27852" y="357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109761" y="3962214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24292" y="0"/>
                  </a:moveTo>
                  <a:lnTo>
                    <a:pt x="0" y="0"/>
                  </a:lnTo>
                  <a:lnTo>
                    <a:pt x="0" y="24292"/>
                  </a:lnTo>
                  <a:lnTo>
                    <a:pt x="24292" y="24292"/>
                  </a:lnTo>
                  <a:lnTo>
                    <a:pt x="24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6107971" y="3960434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7852" y="0"/>
                  </a:moveTo>
                  <a:lnTo>
                    <a:pt x="0" y="0"/>
                  </a:lnTo>
                  <a:lnTo>
                    <a:pt x="0" y="27852"/>
                  </a:lnTo>
                  <a:lnTo>
                    <a:pt x="27852" y="27852"/>
                  </a:lnTo>
                  <a:lnTo>
                    <a:pt x="27852" y="24292"/>
                  </a:lnTo>
                  <a:lnTo>
                    <a:pt x="3560" y="24292"/>
                  </a:lnTo>
                  <a:lnTo>
                    <a:pt x="3560" y="3560"/>
                  </a:lnTo>
                  <a:lnTo>
                    <a:pt x="27852" y="3560"/>
                  </a:lnTo>
                  <a:lnTo>
                    <a:pt x="27852" y="0"/>
                  </a:lnTo>
                  <a:close/>
                </a:path>
                <a:path w="27939" h="27939">
                  <a:moveTo>
                    <a:pt x="27852" y="3560"/>
                  </a:moveTo>
                  <a:lnTo>
                    <a:pt x="24302" y="3560"/>
                  </a:lnTo>
                  <a:lnTo>
                    <a:pt x="24302" y="24292"/>
                  </a:lnTo>
                  <a:lnTo>
                    <a:pt x="27852" y="24292"/>
                  </a:lnTo>
                  <a:lnTo>
                    <a:pt x="27852" y="356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6109761" y="4184888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24292" y="0"/>
                  </a:moveTo>
                  <a:lnTo>
                    <a:pt x="0" y="0"/>
                  </a:lnTo>
                  <a:lnTo>
                    <a:pt x="0" y="24292"/>
                  </a:lnTo>
                  <a:lnTo>
                    <a:pt x="24292" y="24292"/>
                  </a:lnTo>
                  <a:lnTo>
                    <a:pt x="24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6107971" y="4183108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7852" y="0"/>
                  </a:moveTo>
                  <a:lnTo>
                    <a:pt x="0" y="0"/>
                  </a:lnTo>
                  <a:lnTo>
                    <a:pt x="0" y="27852"/>
                  </a:lnTo>
                  <a:lnTo>
                    <a:pt x="27852" y="27852"/>
                  </a:lnTo>
                  <a:lnTo>
                    <a:pt x="27852" y="24302"/>
                  </a:lnTo>
                  <a:lnTo>
                    <a:pt x="3560" y="24302"/>
                  </a:lnTo>
                  <a:lnTo>
                    <a:pt x="3560" y="3570"/>
                  </a:lnTo>
                  <a:lnTo>
                    <a:pt x="27852" y="3570"/>
                  </a:lnTo>
                  <a:lnTo>
                    <a:pt x="27852" y="0"/>
                  </a:lnTo>
                  <a:close/>
                </a:path>
                <a:path w="27939" h="27939">
                  <a:moveTo>
                    <a:pt x="27852" y="3570"/>
                  </a:moveTo>
                  <a:lnTo>
                    <a:pt x="24302" y="3570"/>
                  </a:lnTo>
                  <a:lnTo>
                    <a:pt x="24302" y="24302"/>
                  </a:lnTo>
                  <a:lnTo>
                    <a:pt x="27852" y="24302"/>
                  </a:lnTo>
                  <a:lnTo>
                    <a:pt x="27852" y="357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189129" y="4075383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20627" y="0"/>
                  </a:moveTo>
                  <a:lnTo>
                    <a:pt x="0" y="0"/>
                  </a:lnTo>
                  <a:lnTo>
                    <a:pt x="0" y="20627"/>
                  </a:lnTo>
                  <a:lnTo>
                    <a:pt x="20627" y="20627"/>
                  </a:lnTo>
                  <a:lnTo>
                    <a:pt x="206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187349" y="4073603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24187" y="0"/>
                  </a:moveTo>
                  <a:lnTo>
                    <a:pt x="0" y="0"/>
                  </a:lnTo>
                  <a:lnTo>
                    <a:pt x="0" y="24187"/>
                  </a:lnTo>
                  <a:lnTo>
                    <a:pt x="24187" y="24187"/>
                  </a:lnTo>
                  <a:lnTo>
                    <a:pt x="24187" y="20627"/>
                  </a:lnTo>
                  <a:lnTo>
                    <a:pt x="3560" y="20627"/>
                  </a:lnTo>
                  <a:lnTo>
                    <a:pt x="3560" y="3560"/>
                  </a:lnTo>
                  <a:lnTo>
                    <a:pt x="24187" y="3560"/>
                  </a:lnTo>
                  <a:lnTo>
                    <a:pt x="24187" y="0"/>
                  </a:lnTo>
                  <a:close/>
                </a:path>
                <a:path w="24764" h="24764">
                  <a:moveTo>
                    <a:pt x="24187" y="3560"/>
                  </a:moveTo>
                  <a:lnTo>
                    <a:pt x="20627" y="3560"/>
                  </a:lnTo>
                  <a:lnTo>
                    <a:pt x="20627" y="20627"/>
                  </a:lnTo>
                  <a:lnTo>
                    <a:pt x="24187" y="20627"/>
                  </a:lnTo>
                  <a:lnTo>
                    <a:pt x="24187" y="356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5650361" y="3964046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20627" y="0"/>
                  </a:moveTo>
                  <a:lnTo>
                    <a:pt x="0" y="0"/>
                  </a:lnTo>
                  <a:lnTo>
                    <a:pt x="0" y="20627"/>
                  </a:lnTo>
                  <a:lnTo>
                    <a:pt x="20627" y="20627"/>
                  </a:lnTo>
                  <a:lnTo>
                    <a:pt x="206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5648581" y="3962266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24187" y="0"/>
                  </a:moveTo>
                  <a:lnTo>
                    <a:pt x="0" y="0"/>
                  </a:lnTo>
                  <a:lnTo>
                    <a:pt x="0" y="24187"/>
                  </a:lnTo>
                  <a:lnTo>
                    <a:pt x="24187" y="24187"/>
                  </a:lnTo>
                  <a:lnTo>
                    <a:pt x="24187" y="20627"/>
                  </a:lnTo>
                  <a:lnTo>
                    <a:pt x="3560" y="20627"/>
                  </a:lnTo>
                  <a:lnTo>
                    <a:pt x="3560" y="3560"/>
                  </a:lnTo>
                  <a:lnTo>
                    <a:pt x="24187" y="3560"/>
                  </a:lnTo>
                  <a:lnTo>
                    <a:pt x="24187" y="0"/>
                  </a:lnTo>
                  <a:close/>
                </a:path>
                <a:path w="24764" h="24764">
                  <a:moveTo>
                    <a:pt x="24187" y="3560"/>
                  </a:moveTo>
                  <a:lnTo>
                    <a:pt x="20627" y="3560"/>
                  </a:lnTo>
                  <a:lnTo>
                    <a:pt x="20627" y="20627"/>
                  </a:lnTo>
                  <a:lnTo>
                    <a:pt x="24187" y="20627"/>
                  </a:lnTo>
                  <a:lnTo>
                    <a:pt x="24187" y="356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650361" y="4186720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20627" y="0"/>
                  </a:moveTo>
                  <a:lnTo>
                    <a:pt x="0" y="0"/>
                  </a:lnTo>
                  <a:lnTo>
                    <a:pt x="0" y="20627"/>
                  </a:lnTo>
                  <a:lnTo>
                    <a:pt x="20627" y="20627"/>
                  </a:lnTo>
                  <a:lnTo>
                    <a:pt x="206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5648581" y="4184940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24187" y="0"/>
                  </a:moveTo>
                  <a:lnTo>
                    <a:pt x="0" y="0"/>
                  </a:lnTo>
                  <a:lnTo>
                    <a:pt x="0" y="24187"/>
                  </a:lnTo>
                  <a:lnTo>
                    <a:pt x="24187" y="24187"/>
                  </a:lnTo>
                  <a:lnTo>
                    <a:pt x="24187" y="20627"/>
                  </a:lnTo>
                  <a:lnTo>
                    <a:pt x="3560" y="20627"/>
                  </a:lnTo>
                  <a:lnTo>
                    <a:pt x="3560" y="3560"/>
                  </a:lnTo>
                  <a:lnTo>
                    <a:pt x="24187" y="3560"/>
                  </a:lnTo>
                  <a:lnTo>
                    <a:pt x="24187" y="0"/>
                  </a:lnTo>
                  <a:close/>
                </a:path>
                <a:path w="24764" h="24764">
                  <a:moveTo>
                    <a:pt x="24187" y="3560"/>
                  </a:moveTo>
                  <a:lnTo>
                    <a:pt x="20627" y="3560"/>
                  </a:lnTo>
                  <a:lnTo>
                    <a:pt x="20627" y="20627"/>
                  </a:lnTo>
                  <a:lnTo>
                    <a:pt x="24187" y="20627"/>
                  </a:lnTo>
                  <a:lnTo>
                    <a:pt x="24187" y="356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6111594" y="4075383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20627" y="0"/>
                  </a:moveTo>
                  <a:lnTo>
                    <a:pt x="0" y="0"/>
                  </a:lnTo>
                  <a:lnTo>
                    <a:pt x="0" y="20627"/>
                  </a:lnTo>
                  <a:lnTo>
                    <a:pt x="20627" y="20627"/>
                  </a:lnTo>
                  <a:lnTo>
                    <a:pt x="206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6109803" y="4073603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24187" y="0"/>
                  </a:moveTo>
                  <a:lnTo>
                    <a:pt x="0" y="0"/>
                  </a:lnTo>
                  <a:lnTo>
                    <a:pt x="0" y="24187"/>
                  </a:lnTo>
                  <a:lnTo>
                    <a:pt x="24187" y="24187"/>
                  </a:lnTo>
                  <a:lnTo>
                    <a:pt x="24187" y="20627"/>
                  </a:lnTo>
                  <a:lnTo>
                    <a:pt x="3560" y="20627"/>
                  </a:lnTo>
                  <a:lnTo>
                    <a:pt x="3560" y="3560"/>
                  </a:lnTo>
                  <a:lnTo>
                    <a:pt x="24187" y="3560"/>
                  </a:lnTo>
                  <a:lnTo>
                    <a:pt x="24187" y="0"/>
                  </a:lnTo>
                  <a:close/>
                </a:path>
                <a:path w="24764" h="24764">
                  <a:moveTo>
                    <a:pt x="24187" y="3560"/>
                  </a:moveTo>
                  <a:lnTo>
                    <a:pt x="20627" y="3560"/>
                  </a:lnTo>
                  <a:lnTo>
                    <a:pt x="20627" y="20627"/>
                  </a:lnTo>
                  <a:lnTo>
                    <a:pt x="24187" y="20627"/>
                  </a:lnTo>
                  <a:lnTo>
                    <a:pt x="24187" y="356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4659240" y="3633596"/>
              <a:ext cx="186690" cy="701675"/>
            </a:xfrm>
            <a:custGeom>
              <a:avLst/>
              <a:gdLst/>
              <a:ahLst/>
              <a:cxnLst/>
              <a:rect l="l" t="t" r="r" b="b"/>
              <a:pathLst>
                <a:path w="186689" h="701675">
                  <a:moveTo>
                    <a:pt x="186507" y="0"/>
                  </a:moveTo>
                  <a:lnTo>
                    <a:pt x="0" y="0"/>
                  </a:lnTo>
                  <a:lnTo>
                    <a:pt x="0" y="701339"/>
                  </a:lnTo>
                  <a:lnTo>
                    <a:pt x="186507" y="701339"/>
                  </a:lnTo>
                  <a:lnTo>
                    <a:pt x="186507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668075" y="3640905"/>
              <a:ext cx="170180" cy="386080"/>
            </a:xfrm>
            <a:custGeom>
              <a:avLst/>
              <a:gdLst/>
              <a:ahLst/>
              <a:cxnLst/>
              <a:rect l="l" t="t" r="r" b="b"/>
              <a:pathLst>
                <a:path w="170179" h="386079">
                  <a:moveTo>
                    <a:pt x="12611" y="1587"/>
                  </a:moveTo>
                  <a:lnTo>
                    <a:pt x="11531" y="508"/>
                  </a:lnTo>
                  <a:lnTo>
                    <a:pt x="6299" y="5740"/>
                  </a:lnTo>
                  <a:lnTo>
                    <a:pt x="1079" y="508"/>
                  </a:lnTo>
                  <a:lnTo>
                    <a:pt x="0" y="1587"/>
                  </a:lnTo>
                  <a:lnTo>
                    <a:pt x="5219" y="6819"/>
                  </a:lnTo>
                  <a:lnTo>
                    <a:pt x="0" y="12039"/>
                  </a:lnTo>
                  <a:lnTo>
                    <a:pt x="1079" y="13119"/>
                  </a:lnTo>
                  <a:lnTo>
                    <a:pt x="6299" y="7899"/>
                  </a:lnTo>
                  <a:lnTo>
                    <a:pt x="11531" y="13119"/>
                  </a:lnTo>
                  <a:lnTo>
                    <a:pt x="12611" y="12039"/>
                  </a:lnTo>
                  <a:lnTo>
                    <a:pt x="7378" y="6819"/>
                  </a:lnTo>
                  <a:lnTo>
                    <a:pt x="12611" y="1587"/>
                  </a:lnTo>
                  <a:close/>
                </a:path>
                <a:path w="170179" h="386079">
                  <a:moveTo>
                    <a:pt x="37642" y="166598"/>
                  </a:moveTo>
                  <a:lnTo>
                    <a:pt x="28409" y="164338"/>
                  </a:lnTo>
                  <a:lnTo>
                    <a:pt x="26314" y="155117"/>
                  </a:lnTo>
                  <a:lnTo>
                    <a:pt x="24206" y="164338"/>
                  </a:lnTo>
                  <a:lnTo>
                    <a:pt x="14986" y="166598"/>
                  </a:lnTo>
                  <a:lnTo>
                    <a:pt x="24231" y="168300"/>
                  </a:lnTo>
                  <a:lnTo>
                    <a:pt x="26314" y="178079"/>
                  </a:lnTo>
                  <a:lnTo>
                    <a:pt x="28384" y="168300"/>
                  </a:lnTo>
                  <a:lnTo>
                    <a:pt x="37642" y="166598"/>
                  </a:lnTo>
                  <a:close/>
                </a:path>
                <a:path w="170179" h="386079">
                  <a:moveTo>
                    <a:pt x="58178" y="151155"/>
                  </a:moveTo>
                  <a:lnTo>
                    <a:pt x="52768" y="149821"/>
                  </a:lnTo>
                  <a:lnTo>
                    <a:pt x="51523" y="144424"/>
                  </a:lnTo>
                  <a:lnTo>
                    <a:pt x="50292" y="149821"/>
                  </a:lnTo>
                  <a:lnTo>
                    <a:pt x="44881" y="151155"/>
                  </a:lnTo>
                  <a:lnTo>
                    <a:pt x="50317" y="152158"/>
                  </a:lnTo>
                  <a:lnTo>
                    <a:pt x="51523" y="157886"/>
                  </a:lnTo>
                  <a:lnTo>
                    <a:pt x="52743" y="152158"/>
                  </a:lnTo>
                  <a:lnTo>
                    <a:pt x="58178" y="151155"/>
                  </a:lnTo>
                  <a:close/>
                </a:path>
                <a:path w="170179" h="386079">
                  <a:moveTo>
                    <a:pt x="61988" y="163283"/>
                  </a:moveTo>
                  <a:lnTo>
                    <a:pt x="58369" y="160464"/>
                  </a:lnTo>
                  <a:lnTo>
                    <a:pt x="20548" y="209080"/>
                  </a:lnTo>
                  <a:lnTo>
                    <a:pt x="24155" y="211886"/>
                  </a:lnTo>
                  <a:lnTo>
                    <a:pt x="61988" y="163283"/>
                  </a:lnTo>
                  <a:close/>
                </a:path>
                <a:path w="170179" h="386079">
                  <a:moveTo>
                    <a:pt x="63855" y="82892"/>
                  </a:moveTo>
                  <a:lnTo>
                    <a:pt x="57467" y="76441"/>
                  </a:lnTo>
                  <a:lnTo>
                    <a:pt x="57467" y="80772"/>
                  </a:lnTo>
                  <a:lnTo>
                    <a:pt x="41338" y="83172"/>
                  </a:lnTo>
                  <a:lnTo>
                    <a:pt x="49644" y="103238"/>
                  </a:lnTo>
                  <a:lnTo>
                    <a:pt x="44335" y="105435"/>
                  </a:lnTo>
                  <a:lnTo>
                    <a:pt x="37973" y="90055"/>
                  </a:lnTo>
                  <a:lnTo>
                    <a:pt x="35966" y="85191"/>
                  </a:lnTo>
                  <a:lnTo>
                    <a:pt x="23393" y="94945"/>
                  </a:lnTo>
                  <a:lnTo>
                    <a:pt x="23393" y="46355"/>
                  </a:lnTo>
                  <a:lnTo>
                    <a:pt x="57467" y="80772"/>
                  </a:lnTo>
                  <a:lnTo>
                    <a:pt x="57467" y="76441"/>
                  </a:lnTo>
                  <a:lnTo>
                    <a:pt x="27686" y="46355"/>
                  </a:lnTo>
                  <a:lnTo>
                    <a:pt x="20358" y="38950"/>
                  </a:lnTo>
                  <a:lnTo>
                    <a:pt x="20358" y="101168"/>
                  </a:lnTo>
                  <a:lnTo>
                    <a:pt x="28371" y="94945"/>
                  </a:lnTo>
                  <a:lnTo>
                    <a:pt x="34671" y="90055"/>
                  </a:lnTo>
                  <a:lnTo>
                    <a:pt x="42684" y="109410"/>
                  </a:lnTo>
                  <a:lnTo>
                    <a:pt x="52285" y="105435"/>
                  </a:lnTo>
                  <a:lnTo>
                    <a:pt x="53632" y="104876"/>
                  </a:lnTo>
                  <a:lnTo>
                    <a:pt x="45643" y="85610"/>
                  </a:lnTo>
                  <a:lnTo>
                    <a:pt x="63855" y="82892"/>
                  </a:lnTo>
                  <a:close/>
                </a:path>
                <a:path w="170179" h="386079">
                  <a:moveTo>
                    <a:pt x="64592" y="181914"/>
                  </a:moveTo>
                  <a:lnTo>
                    <a:pt x="61493" y="181152"/>
                  </a:lnTo>
                  <a:lnTo>
                    <a:pt x="60794" y="178066"/>
                  </a:lnTo>
                  <a:lnTo>
                    <a:pt x="60096" y="181152"/>
                  </a:lnTo>
                  <a:lnTo>
                    <a:pt x="57010" y="181914"/>
                  </a:lnTo>
                  <a:lnTo>
                    <a:pt x="60109" y="182486"/>
                  </a:lnTo>
                  <a:lnTo>
                    <a:pt x="60794" y="185737"/>
                  </a:lnTo>
                  <a:lnTo>
                    <a:pt x="61493" y="182486"/>
                  </a:lnTo>
                  <a:lnTo>
                    <a:pt x="64592" y="181914"/>
                  </a:lnTo>
                  <a:close/>
                </a:path>
                <a:path w="170179" h="386079">
                  <a:moveTo>
                    <a:pt x="68592" y="258076"/>
                  </a:moveTo>
                  <a:lnTo>
                    <a:pt x="54279" y="243763"/>
                  </a:lnTo>
                  <a:lnTo>
                    <a:pt x="48247" y="249796"/>
                  </a:lnTo>
                  <a:lnTo>
                    <a:pt x="49898" y="251460"/>
                  </a:lnTo>
                  <a:lnTo>
                    <a:pt x="40551" y="254152"/>
                  </a:lnTo>
                  <a:lnTo>
                    <a:pt x="33693" y="256882"/>
                  </a:lnTo>
                  <a:lnTo>
                    <a:pt x="28371" y="260604"/>
                  </a:lnTo>
                  <a:lnTo>
                    <a:pt x="21742" y="266788"/>
                  </a:lnTo>
                  <a:lnTo>
                    <a:pt x="24091" y="275958"/>
                  </a:lnTo>
                  <a:lnTo>
                    <a:pt x="24066" y="281952"/>
                  </a:lnTo>
                  <a:lnTo>
                    <a:pt x="20916" y="287426"/>
                  </a:lnTo>
                  <a:lnTo>
                    <a:pt x="13931" y="295021"/>
                  </a:lnTo>
                  <a:lnTo>
                    <a:pt x="14947" y="296024"/>
                  </a:lnTo>
                  <a:lnTo>
                    <a:pt x="34671" y="276301"/>
                  </a:lnTo>
                  <a:lnTo>
                    <a:pt x="33642" y="274624"/>
                  </a:lnTo>
                  <a:lnTo>
                    <a:pt x="33845" y="272453"/>
                  </a:lnTo>
                  <a:lnTo>
                    <a:pt x="36969" y="269316"/>
                  </a:lnTo>
                  <a:lnTo>
                    <a:pt x="39700" y="269316"/>
                  </a:lnTo>
                  <a:lnTo>
                    <a:pt x="43040" y="272669"/>
                  </a:lnTo>
                  <a:lnTo>
                    <a:pt x="43040" y="275386"/>
                  </a:lnTo>
                  <a:lnTo>
                    <a:pt x="39916" y="278523"/>
                  </a:lnTo>
                  <a:lnTo>
                    <a:pt x="37731" y="278714"/>
                  </a:lnTo>
                  <a:lnTo>
                    <a:pt x="36068" y="277698"/>
                  </a:lnTo>
                  <a:lnTo>
                    <a:pt x="16332" y="297421"/>
                  </a:lnTo>
                  <a:lnTo>
                    <a:pt x="17335" y="298424"/>
                  </a:lnTo>
                  <a:lnTo>
                    <a:pt x="19570" y="296583"/>
                  </a:lnTo>
                  <a:lnTo>
                    <a:pt x="25641" y="292874"/>
                  </a:lnTo>
                  <a:lnTo>
                    <a:pt x="34620" y="289979"/>
                  </a:lnTo>
                  <a:lnTo>
                    <a:pt x="45580" y="290614"/>
                  </a:lnTo>
                  <a:lnTo>
                    <a:pt x="47307" y="288607"/>
                  </a:lnTo>
                  <a:lnTo>
                    <a:pt x="51523" y="282765"/>
                  </a:lnTo>
                  <a:lnTo>
                    <a:pt x="56718" y="273342"/>
                  </a:lnTo>
                  <a:lnTo>
                    <a:pt x="60782" y="262343"/>
                  </a:lnTo>
                  <a:lnTo>
                    <a:pt x="62572" y="264109"/>
                  </a:lnTo>
                  <a:lnTo>
                    <a:pt x="68592" y="258076"/>
                  </a:lnTo>
                  <a:close/>
                </a:path>
                <a:path w="170179" h="386079">
                  <a:moveTo>
                    <a:pt x="151917" y="337146"/>
                  </a:moveTo>
                  <a:lnTo>
                    <a:pt x="148297" y="334340"/>
                  </a:lnTo>
                  <a:lnTo>
                    <a:pt x="110477" y="382955"/>
                  </a:lnTo>
                  <a:lnTo>
                    <a:pt x="114084" y="385762"/>
                  </a:lnTo>
                  <a:lnTo>
                    <a:pt x="151917" y="337146"/>
                  </a:lnTo>
                  <a:close/>
                </a:path>
                <a:path w="170179" h="386079">
                  <a:moveTo>
                    <a:pt x="159092" y="192163"/>
                  </a:moveTo>
                  <a:lnTo>
                    <a:pt x="143903" y="176834"/>
                  </a:lnTo>
                  <a:lnTo>
                    <a:pt x="148336" y="172910"/>
                  </a:lnTo>
                  <a:lnTo>
                    <a:pt x="152717" y="167017"/>
                  </a:lnTo>
                  <a:lnTo>
                    <a:pt x="155219" y="161480"/>
                  </a:lnTo>
                  <a:lnTo>
                    <a:pt x="156489" y="157340"/>
                  </a:lnTo>
                  <a:lnTo>
                    <a:pt x="156273" y="153593"/>
                  </a:lnTo>
                  <a:lnTo>
                    <a:pt x="154597" y="150901"/>
                  </a:lnTo>
                  <a:lnTo>
                    <a:pt x="153301" y="149847"/>
                  </a:lnTo>
                  <a:lnTo>
                    <a:pt x="153301" y="157340"/>
                  </a:lnTo>
                  <a:lnTo>
                    <a:pt x="152298" y="160578"/>
                  </a:lnTo>
                  <a:lnTo>
                    <a:pt x="150063" y="165493"/>
                  </a:lnTo>
                  <a:lnTo>
                    <a:pt x="146024" y="170878"/>
                  </a:lnTo>
                  <a:lnTo>
                    <a:pt x="141744" y="174663"/>
                  </a:lnTo>
                  <a:lnTo>
                    <a:pt x="120307" y="152996"/>
                  </a:lnTo>
                  <a:lnTo>
                    <a:pt x="120307" y="183769"/>
                  </a:lnTo>
                  <a:lnTo>
                    <a:pt x="117436" y="183857"/>
                  </a:lnTo>
                  <a:lnTo>
                    <a:pt x="115100" y="179463"/>
                  </a:lnTo>
                  <a:lnTo>
                    <a:pt x="114173" y="177723"/>
                  </a:lnTo>
                  <a:lnTo>
                    <a:pt x="113957" y="177609"/>
                  </a:lnTo>
                  <a:lnTo>
                    <a:pt x="113957" y="183959"/>
                  </a:lnTo>
                  <a:lnTo>
                    <a:pt x="113118" y="183972"/>
                  </a:lnTo>
                  <a:lnTo>
                    <a:pt x="110934" y="183349"/>
                  </a:lnTo>
                  <a:lnTo>
                    <a:pt x="110934" y="187172"/>
                  </a:lnTo>
                  <a:lnTo>
                    <a:pt x="109067" y="188366"/>
                  </a:lnTo>
                  <a:lnTo>
                    <a:pt x="106210" y="188645"/>
                  </a:lnTo>
                  <a:lnTo>
                    <a:pt x="103517" y="185039"/>
                  </a:lnTo>
                  <a:lnTo>
                    <a:pt x="108559" y="187172"/>
                  </a:lnTo>
                  <a:lnTo>
                    <a:pt x="110934" y="187172"/>
                  </a:lnTo>
                  <a:lnTo>
                    <a:pt x="110934" y="183349"/>
                  </a:lnTo>
                  <a:lnTo>
                    <a:pt x="106527" y="182092"/>
                  </a:lnTo>
                  <a:lnTo>
                    <a:pt x="104990" y="180708"/>
                  </a:lnTo>
                  <a:lnTo>
                    <a:pt x="106984" y="179552"/>
                  </a:lnTo>
                  <a:lnTo>
                    <a:pt x="109131" y="179514"/>
                  </a:lnTo>
                  <a:lnTo>
                    <a:pt x="110236" y="179463"/>
                  </a:lnTo>
                  <a:lnTo>
                    <a:pt x="111836" y="179819"/>
                  </a:lnTo>
                  <a:lnTo>
                    <a:pt x="113944" y="183756"/>
                  </a:lnTo>
                  <a:lnTo>
                    <a:pt x="113957" y="183959"/>
                  </a:lnTo>
                  <a:lnTo>
                    <a:pt x="113957" y="177609"/>
                  </a:lnTo>
                  <a:lnTo>
                    <a:pt x="111861" y="176453"/>
                  </a:lnTo>
                  <a:lnTo>
                    <a:pt x="109080" y="176466"/>
                  </a:lnTo>
                  <a:lnTo>
                    <a:pt x="105778" y="176530"/>
                  </a:lnTo>
                  <a:lnTo>
                    <a:pt x="102793" y="178295"/>
                  </a:lnTo>
                  <a:lnTo>
                    <a:pt x="102069" y="173913"/>
                  </a:lnTo>
                  <a:lnTo>
                    <a:pt x="133273" y="147624"/>
                  </a:lnTo>
                  <a:lnTo>
                    <a:pt x="145161" y="147624"/>
                  </a:lnTo>
                  <a:lnTo>
                    <a:pt x="150253" y="149694"/>
                  </a:lnTo>
                  <a:lnTo>
                    <a:pt x="153200" y="154444"/>
                  </a:lnTo>
                  <a:lnTo>
                    <a:pt x="153301" y="157340"/>
                  </a:lnTo>
                  <a:lnTo>
                    <a:pt x="153301" y="149847"/>
                  </a:lnTo>
                  <a:lnTo>
                    <a:pt x="150571" y="147624"/>
                  </a:lnTo>
                  <a:lnTo>
                    <a:pt x="149656" y="146875"/>
                  </a:lnTo>
                  <a:lnTo>
                    <a:pt x="141376" y="144754"/>
                  </a:lnTo>
                  <a:lnTo>
                    <a:pt x="101053" y="166649"/>
                  </a:lnTo>
                  <a:lnTo>
                    <a:pt x="98996" y="174282"/>
                  </a:lnTo>
                  <a:lnTo>
                    <a:pt x="100164" y="180174"/>
                  </a:lnTo>
                  <a:lnTo>
                    <a:pt x="100926" y="181698"/>
                  </a:lnTo>
                  <a:lnTo>
                    <a:pt x="100076" y="183451"/>
                  </a:lnTo>
                  <a:lnTo>
                    <a:pt x="100393" y="185940"/>
                  </a:lnTo>
                  <a:lnTo>
                    <a:pt x="103619" y="190258"/>
                  </a:lnTo>
                  <a:lnTo>
                    <a:pt x="105765" y="191109"/>
                  </a:lnTo>
                  <a:lnTo>
                    <a:pt x="109575" y="191109"/>
                  </a:lnTo>
                  <a:lnTo>
                    <a:pt x="111252" y="190601"/>
                  </a:lnTo>
                  <a:lnTo>
                    <a:pt x="112026" y="190106"/>
                  </a:lnTo>
                  <a:lnTo>
                    <a:pt x="112890" y="190449"/>
                  </a:lnTo>
                  <a:lnTo>
                    <a:pt x="116255" y="192328"/>
                  </a:lnTo>
                  <a:lnTo>
                    <a:pt x="116636" y="195135"/>
                  </a:lnTo>
                  <a:lnTo>
                    <a:pt x="115582" y="196151"/>
                  </a:lnTo>
                  <a:lnTo>
                    <a:pt x="114668" y="196837"/>
                  </a:lnTo>
                  <a:lnTo>
                    <a:pt x="116497" y="199275"/>
                  </a:lnTo>
                  <a:lnTo>
                    <a:pt x="118770" y="197573"/>
                  </a:lnTo>
                  <a:lnTo>
                    <a:pt x="119799" y="195694"/>
                  </a:lnTo>
                  <a:lnTo>
                    <a:pt x="118973" y="189649"/>
                  </a:lnTo>
                  <a:lnTo>
                    <a:pt x="115163" y="188112"/>
                  </a:lnTo>
                  <a:lnTo>
                    <a:pt x="115582" y="187833"/>
                  </a:lnTo>
                  <a:lnTo>
                    <a:pt x="115938" y="187172"/>
                  </a:lnTo>
                  <a:lnTo>
                    <a:pt x="120307" y="187172"/>
                  </a:lnTo>
                  <a:lnTo>
                    <a:pt x="120307" y="208394"/>
                  </a:lnTo>
                  <a:lnTo>
                    <a:pt x="133756" y="197967"/>
                  </a:lnTo>
                  <a:lnTo>
                    <a:pt x="141935" y="217766"/>
                  </a:lnTo>
                  <a:lnTo>
                    <a:pt x="150075" y="214401"/>
                  </a:lnTo>
                  <a:lnTo>
                    <a:pt x="141935" y="194729"/>
                  </a:lnTo>
                  <a:lnTo>
                    <a:pt x="159092" y="192163"/>
                  </a:lnTo>
                  <a:close/>
                </a:path>
                <a:path w="170179" h="386079">
                  <a:moveTo>
                    <a:pt x="159092" y="81826"/>
                  </a:moveTo>
                  <a:lnTo>
                    <a:pt x="120307" y="42659"/>
                  </a:lnTo>
                  <a:lnTo>
                    <a:pt x="120307" y="98056"/>
                  </a:lnTo>
                  <a:lnTo>
                    <a:pt x="133756" y="87630"/>
                  </a:lnTo>
                  <a:lnTo>
                    <a:pt x="141935" y="107429"/>
                  </a:lnTo>
                  <a:lnTo>
                    <a:pt x="150075" y="104063"/>
                  </a:lnTo>
                  <a:lnTo>
                    <a:pt x="141935" y="84391"/>
                  </a:lnTo>
                  <a:lnTo>
                    <a:pt x="159092" y="81826"/>
                  </a:lnTo>
                  <a:close/>
                </a:path>
                <a:path w="170179" h="386079">
                  <a:moveTo>
                    <a:pt x="162280" y="1079"/>
                  </a:moveTo>
                  <a:lnTo>
                    <a:pt x="161201" y="0"/>
                  </a:lnTo>
                  <a:lnTo>
                    <a:pt x="155422" y="5765"/>
                  </a:lnTo>
                  <a:lnTo>
                    <a:pt x="154355" y="6832"/>
                  </a:lnTo>
                  <a:lnTo>
                    <a:pt x="155435" y="7912"/>
                  </a:lnTo>
                  <a:lnTo>
                    <a:pt x="161201" y="13677"/>
                  </a:lnTo>
                  <a:lnTo>
                    <a:pt x="162280" y="12598"/>
                  </a:lnTo>
                  <a:lnTo>
                    <a:pt x="156502" y="6845"/>
                  </a:lnTo>
                  <a:lnTo>
                    <a:pt x="162280" y="1079"/>
                  </a:lnTo>
                  <a:close/>
                </a:path>
                <a:path w="170179" h="386079">
                  <a:moveTo>
                    <a:pt x="169811" y="1079"/>
                  </a:moveTo>
                  <a:lnTo>
                    <a:pt x="168732" y="0"/>
                  </a:lnTo>
                  <a:lnTo>
                    <a:pt x="161899" y="6832"/>
                  </a:lnTo>
                  <a:lnTo>
                    <a:pt x="162979" y="7912"/>
                  </a:lnTo>
                  <a:lnTo>
                    <a:pt x="168744" y="13677"/>
                  </a:lnTo>
                  <a:lnTo>
                    <a:pt x="169811" y="12598"/>
                  </a:lnTo>
                  <a:lnTo>
                    <a:pt x="164045" y="6845"/>
                  </a:lnTo>
                  <a:lnTo>
                    <a:pt x="169811" y="1079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4758567" y="3875128"/>
              <a:ext cx="74930" cy="69850"/>
            </a:xfrm>
            <a:custGeom>
              <a:avLst/>
              <a:gdLst/>
              <a:ahLst/>
              <a:cxnLst/>
              <a:rect l="l" t="t" r="r" b="b"/>
              <a:pathLst>
                <a:path w="74929" h="69850">
                  <a:moveTo>
                    <a:pt x="74646" y="0"/>
                  </a:moveTo>
                  <a:lnTo>
                    <a:pt x="0" y="0"/>
                  </a:lnTo>
                  <a:lnTo>
                    <a:pt x="0" y="69725"/>
                  </a:lnTo>
                  <a:lnTo>
                    <a:pt x="74646" y="69725"/>
                  </a:lnTo>
                  <a:lnTo>
                    <a:pt x="74646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4681563" y="3884669"/>
              <a:ext cx="151130" cy="413384"/>
            </a:xfrm>
            <a:custGeom>
              <a:avLst/>
              <a:gdLst/>
              <a:ahLst/>
              <a:cxnLst/>
              <a:rect l="l" t="t" r="r" b="b"/>
              <a:pathLst>
                <a:path w="151129" h="413385">
                  <a:moveTo>
                    <a:pt x="46012" y="87985"/>
                  </a:moveTo>
                  <a:lnTo>
                    <a:pt x="2286" y="87985"/>
                  </a:lnTo>
                  <a:lnTo>
                    <a:pt x="2286" y="100418"/>
                  </a:lnTo>
                  <a:lnTo>
                    <a:pt x="7454" y="100418"/>
                  </a:lnTo>
                  <a:lnTo>
                    <a:pt x="7962" y="99910"/>
                  </a:lnTo>
                  <a:lnTo>
                    <a:pt x="8178" y="99047"/>
                  </a:lnTo>
                  <a:lnTo>
                    <a:pt x="8547" y="95973"/>
                  </a:lnTo>
                  <a:lnTo>
                    <a:pt x="19240" y="95973"/>
                  </a:lnTo>
                  <a:lnTo>
                    <a:pt x="19240" y="133388"/>
                  </a:lnTo>
                  <a:lnTo>
                    <a:pt x="16256" y="133972"/>
                  </a:lnTo>
                  <a:lnTo>
                    <a:pt x="14363" y="134340"/>
                  </a:lnTo>
                  <a:lnTo>
                    <a:pt x="13792" y="135051"/>
                  </a:lnTo>
                  <a:lnTo>
                    <a:pt x="13792" y="140589"/>
                  </a:lnTo>
                  <a:lnTo>
                    <a:pt x="34594" y="140589"/>
                  </a:lnTo>
                  <a:lnTo>
                    <a:pt x="34594" y="135051"/>
                  </a:lnTo>
                  <a:lnTo>
                    <a:pt x="33947" y="134340"/>
                  </a:lnTo>
                  <a:lnTo>
                    <a:pt x="32473" y="133972"/>
                  </a:lnTo>
                  <a:lnTo>
                    <a:pt x="32054" y="133972"/>
                  </a:lnTo>
                  <a:lnTo>
                    <a:pt x="31686" y="133819"/>
                  </a:lnTo>
                  <a:lnTo>
                    <a:pt x="29070" y="133388"/>
                  </a:lnTo>
                  <a:lnTo>
                    <a:pt x="29070" y="96050"/>
                  </a:lnTo>
                  <a:lnTo>
                    <a:pt x="39751" y="96050"/>
                  </a:lnTo>
                  <a:lnTo>
                    <a:pt x="39903" y="97650"/>
                  </a:lnTo>
                  <a:lnTo>
                    <a:pt x="40335" y="99910"/>
                  </a:lnTo>
                  <a:lnTo>
                    <a:pt x="40932" y="100418"/>
                  </a:lnTo>
                  <a:lnTo>
                    <a:pt x="46012" y="100418"/>
                  </a:lnTo>
                  <a:lnTo>
                    <a:pt x="46012" y="87985"/>
                  </a:lnTo>
                  <a:close/>
                </a:path>
                <a:path w="151129" h="413385">
                  <a:moveTo>
                    <a:pt x="53390" y="188569"/>
                  </a:moveTo>
                  <a:lnTo>
                    <a:pt x="48806" y="188569"/>
                  </a:lnTo>
                  <a:lnTo>
                    <a:pt x="48806" y="193141"/>
                  </a:lnTo>
                  <a:lnTo>
                    <a:pt x="48806" y="237375"/>
                  </a:lnTo>
                  <a:lnTo>
                    <a:pt x="4572" y="237375"/>
                  </a:lnTo>
                  <a:lnTo>
                    <a:pt x="4572" y="193141"/>
                  </a:lnTo>
                  <a:lnTo>
                    <a:pt x="48806" y="193141"/>
                  </a:lnTo>
                  <a:lnTo>
                    <a:pt x="48806" y="188569"/>
                  </a:lnTo>
                  <a:lnTo>
                    <a:pt x="0" y="188569"/>
                  </a:lnTo>
                  <a:lnTo>
                    <a:pt x="0" y="241947"/>
                  </a:lnTo>
                  <a:lnTo>
                    <a:pt x="53390" y="241947"/>
                  </a:lnTo>
                  <a:lnTo>
                    <a:pt x="53390" y="237375"/>
                  </a:lnTo>
                  <a:lnTo>
                    <a:pt x="53390" y="193141"/>
                  </a:lnTo>
                  <a:lnTo>
                    <a:pt x="53390" y="188569"/>
                  </a:lnTo>
                  <a:close/>
                </a:path>
                <a:path w="151129" h="413385">
                  <a:moveTo>
                    <a:pt x="130670" y="367182"/>
                  </a:moveTo>
                  <a:lnTo>
                    <a:pt x="121793" y="367182"/>
                  </a:lnTo>
                  <a:lnTo>
                    <a:pt x="121793" y="370230"/>
                  </a:lnTo>
                  <a:lnTo>
                    <a:pt x="125501" y="370230"/>
                  </a:lnTo>
                  <a:lnTo>
                    <a:pt x="115773" y="379958"/>
                  </a:lnTo>
                  <a:lnTo>
                    <a:pt x="117932" y="382117"/>
                  </a:lnTo>
                  <a:lnTo>
                    <a:pt x="127622" y="372427"/>
                  </a:lnTo>
                  <a:lnTo>
                    <a:pt x="127622" y="376313"/>
                  </a:lnTo>
                  <a:lnTo>
                    <a:pt x="130670" y="376313"/>
                  </a:lnTo>
                  <a:lnTo>
                    <a:pt x="130670" y="367182"/>
                  </a:lnTo>
                  <a:close/>
                </a:path>
                <a:path w="151129" h="413385">
                  <a:moveTo>
                    <a:pt x="137553" y="359841"/>
                  </a:moveTo>
                  <a:lnTo>
                    <a:pt x="132981" y="359841"/>
                  </a:lnTo>
                  <a:lnTo>
                    <a:pt x="132981" y="364426"/>
                  </a:lnTo>
                  <a:lnTo>
                    <a:pt x="132981" y="396532"/>
                  </a:lnTo>
                  <a:lnTo>
                    <a:pt x="112242" y="396532"/>
                  </a:lnTo>
                  <a:lnTo>
                    <a:pt x="112242" y="388950"/>
                  </a:lnTo>
                  <a:lnTo>
                    <a:pt x="112242" y="384365"/>
                  </a:lnTo>
                  <a:lnTo>
                    <a:pt x="107670" y="384365"/>
                  </a:lnTo>
                  <a:lnTo>
                    <a:pt x="107670" y="388950"/>
                  </a:lnTo>
                  <a:lnTo>
                    <a:pt x="107670" y="396532"/>
                  </a:lnTo>
                  <a:lnTo>
                    <a:pt x="107670" y="401116"/>
                  </a:lnTo>
                  <a:lnTo>
                    <a:pt x="107670" y="408711"/>
                  </a:lnTo>
                  <a:lnTo>
                    <a:pt x="84696" y="408711"/>
                  </a:lnTo>
                  <a:lnTo>
                    <a:pt x="84696" y="388950"/>
                  </a:lnTo>
                  <a:lnTo>
                    <a:pt x="91452" y="388950"/>
                  </a:lnTo>
                  <a:lnTo>
                    <a:pt x="91452" y="401116"/>
                  </a:lnTo>
                  <a:lnTo>
                    <a:pt x="107670" y="401116"/>
                  </a:lnTo>
                  <a:lnTo>
                    <a:pt x="107670" y="396532"/>
                  </a:lnTo>
                  <a:lnTo>
                    <a:pt x="96037" y="396532"/>
                  </a:lnTo>
                  <a:lnTo>
                    <a:pt x="96037" y="388950"/>
                  </a:lnTo>
                  <a:lnTo>
                    <a:pt x="107670" y="388950"/>
                  </a:lnTo>
                  <a:lnTo>
                    <a:pt x="107670" y="384365"/>
                  </a:lnTo>
                  <a:lnTo>
                    <a:pt x="96037" y="384365"/>
                  </a:lnTo>
                  <a:lnTo>
                    <a:pt x="96037" y="364426"/>
                  </a:lnTo>
                  <a:lnTo>
                    <a:pt x="132981" y="364426"/>
                  </a:lnTo>
                  <a:lnTo>
                    <a:pt x="132981" y="359841"/>
                  </a:lnTo>
                  <a:lnTo>
                    <a:pt x="91452" y="359841"/>
                  </a:lnTo>
                  <a:lnTo>
                    <a:pt x="91452" y="384365"/>
                  </a:lnTo>
                  <a:lnTo>
                    <a:pt x="80124" y="384365"/>
                  </a:lnTo>
                  <a:lnTo>
                    <a:pt x="80124" y="413283"/>
                  </a:lnTo>
                  <a:lnTo>
                    <a:pt x="112242" y="413283"/>
                  </a:lnTo>
                  <a:lnTo>
                    <a:pt x="112242" y="408711"/>
                  </a:lnTo>
                  <a:lnTo>
                    <a:pt x="112242" y="401116"/>
                  </a:lnTo>
                  <a:lnTo>
                    <a:pt x="137553" y="401116"/>
                  </a:lnTo>
                  <a:lnTo>
                    <a:pt x="137553" y="396532"/>
                  </a:lnTo>
                  <a:lnTo>
                    <a:pt x="137553" y="364426"/>
                  </a:lnTo>
                  <a:lnTo>
                    <a:pt x="137553" y="359841"/>
                  </a:lnTo>
                  <a:close/>
                </a:path>
                <a:path w="151129" h="413385">
                  <a:moveTo>
                    <a:pt x="150888" y="14312"/>
                  </a:moveTo>
                  <a:lnTo>
                    <a:pt x="136575" y="0"/>
                  </a:lnTo>
                  <a:lnTo>
                    <a:pt x="130543" y="6032"/>
                  </a:lnTo>
                  <a:lnTo>
                    <a:pt x="132194" y="7696"/>
                  </a:lnTo>
                  <a:lnTo>
                    <a:pt x="122847" y="10388"/>
                  </a:lnTo>
                  <a:lnTo>
                    <a:pt x="116001" y="13119"/>
                  </a:lnTo>
                  <a:lnTo>
                    <a:pt x="110667" y="16840"/>
                  </a:lnTo>
                  <a:lnTo>
                    <a:pt x="104051" y="23025"/>
                  </a:lnTo>
                  <a:lnTo>
                    <a:pt x="106387" y="32194"/>
                  </a:lnTo>
                  <a:lnTo>
                    <a:pt x="106362" y="38188"/>
                  </a:lnTo>
                  <a:lnTo>
                    <a:pt x="103225" y="43662"/>
                  </a:lnTo>
                  <a:lnTo>
                    <a:pt x="96710" y="50736"/>
                  </a:lnTo>
                  <a:lnTo>
                    <a:pt x="95186" y="50736"/>
                  </a:lnTo>
                  <a:lnTo>
                    <a:pt x="91452" y="50253"/>
                  </a:lnTo>
                  <a:lnTo>
                    <a:pt x="87668" y="44259"/>
                  </a:lnTo>
                  <a:lnTo>
                    <a:pt x="86690" y="38722"/>
                  </a:lnTo>
                  <a:lnTo>
                    <a:pt x="94348" y="22783"/>
                  </a:lnTo>
                  <a:lnTo>
                    <a:pt x="94627" y="18326"/>
                  </a:lnTo>
                  <a:lnTo>
                    <a:pt x="89395" y="8890"/>
                  </a:lnTo>
                  <a:lnTo>
                    <a:pt x="80899" y="7874"/>
                  </a:lnTo>
                  <a:lnTo>
                    <a:pt x="80543" y="10922"/>
                  </a:lnTo>
                  <a:lnTo>
                    <a:pt x="87477" y="11734"/>
                  </a:lnTo>
                  <a:lnTo>
                    <a:pt x="91452" y="18897"/>
                  </a:lnTo>
                  <a:lnTo>
                    <a:pt x="91147" y="22402"/>
                  </a:lnTo>
                  <a:lnTo>
                    <a:pt x="83350" y="38658"/>
                  </a:lnTo>
                  <a:lnTo>
                    <a:pt x="84683" y="45224"/>
                  </a:lnTo>
                  <a:lnTo>
                    <a:pt x="88887" y="51904"/>
                  </a:lnTo>
                  <a:lnTo>
                    <a:pt x="92684" y="53784"/>
                  </a:lnTo>
                  <a:lnTo>
                    <a:pt x="97243" y="53784"/>
                  </a:lnTo>
                  <a:lnTo>
                    <a:pt x="97243" y="52260"/>
                  </a:lnTo>
                  <a:lnTo>
                    <a:pt x="116967" y="32537"/>
                  </a:lnTo>
                  <a:lnTo>
                    <a:pt x="115925" y="30861"/>
                  </a:lnTo>
                  <a:lnTo>
                    <a:pt x="116141" y="28689"/>
                  </a:lnTo>
                  <a:lnTo>
                    <a:pt x="119265" y="25552"/>
                  </a:lnTo>
                  <a:lnTo>
                    <a:pt x="121983" y="25552"/>
                  </a:lnTo>
                  <a:lnTo>
                    <a:pt x="125349" y="28905"/>
                  </a:lnTo>
                  <a:lnTo>
                    <a:pt x="125349" y="31623"/>
                  </a:lnTo>
                  <a:lnTo>
                    <a:pt x="122212" y="34759"/>
                  </a:lnTo>
                  <a:lnTo>
                    <a:pt x="120027" y="34950"/>
                  </a:lnTo>
                  <a:lnTo>
                    <a:pt x="118364" y="33934"/>
                  </a:lnTo>
                  <a:lnTo>
                    <a:pt x="98628" y="53657"/>
                  </a:lnTo>
                  <a:lnTo>
                    <a:pt x="99644" y="54660"/>
                  </a:lnTo>
                  <a:lnTo>
                    <a:pt x="101866" y="52819"/>
                  </a:lnTo>
                  <a:lnTo>
                    <a:pt x="107937" y="49110"/>
                  </a:lnTo>
                  <a:lnTo>
                    <a:pt x="116916" y="46215"/>
                  </a:lnTo>
                  <a:lnTo>
                    <a:pt x="127863" y="46850"/>
                  </a:lnTo>
                  <a:lnTo>
                    <a:pt x="129603" y="44843"/>
                  </a:lnTo>
                  <a:lnTo>
                    <a:pt x="133807" y="39001"/>
                  </a:lnTo>
                  <a:lnTo>
                    <a:pt x="139014" y="29578"/>
                  </a:lnTo>
                  <a:lnTo>
                    <a:pt x="143078" y="18580"/>
                  </a:lnTo>
                  <a:lnTo>
                    <a:pt x="144868" y="20345"/>
                  </a:lnTo>
                  <a:lnTo>
                    <a:pt x="150888" y="14312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68231" y="4055676"/>
              <a:ext cx="65244" cy="70950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4681855" y="4162126"/>
              <a:ext cx="140970" cy="130175"/>
            </a:xfrm>
            <a:custGeom>
              <a:avLst/>
              <a:gdLst/>
              <a:ahLst/>
              <a:cxnLst/>
              <a:rect l="l" t="t" r="r" b="b"/>
              <a:pathLst>
                <a:path w="140970" h="130175">
                  <a:moveTo>
                    <a:pt x="25260" y="109105"/>
                  </a:moveTo>
                  <a:lnTo>
                    <a:pt x="17843" y="103301"/>
                  </a:lnTo>
                  <a:lnTo>
                    <a:pt x="17843" y="109105"/>
                  </a:lnTo>
                  <a:lnTo>
                    <a:pt x="4572" y="119519"/>
                  </a:lnTo>
                  <a:lnTo>
                    <a:pt x="4572" y="98704"/>
                  </a:lnTo>
                  <a:lnTo>
                    <a:pt x="17843" y="109105"/>
                  </a:lnTo>
                  <a:lnTo>
                    <a:pt x="17843" y="103301"/>
                  </a:lnTo>
                  <a:lnTo>
                    <a:pt x="11988" y="98704"/>
                  </a:lnTo>
                  <a:lnTo>
                    <a:pt x="0" y="89319"/>
                  </a:lnTo>
                  <a:lnTo>
                    <a:pt x="0" y="128905"/>
                  </a:lnTo>
                  <a:lnTo>
                    <a:pt x="11988" y="119519"/>
                  </a:lnTo>
                  <a:lnTo>
                    <a:pt x="25260" y="109105"/>
                  </a:lnTo>
                  <a:close/>
                </a:path>
                <a:path w="140970" h="130175">
                  <a:moveTo>
                    <a:pt x="27686" y="124079"/>
                  </a:moveTo>
                  <a:lnTo>
                    <a:pt x="26149" y="124079"/>
                  </a:lnTo>
                  <a:lnTo>
                    <a:pt x="26149" y="130175"/>
                  </a:lnTo>
                  <a:lnTo>
                    <a:pt x="27686" y="130175"/>
                  </a:lnTo>
                  <a:lnTo>
                    <a:pt x="27686" y="124079"/>
                  </a:lnTo>
                  <a:close/>
                </a:path>
                <a:path w="140970" h="130175">
                  <a:moveTo>
                    <a:pt x="27686" y="111899"/>
                  </a:moveTo>
                  <a:lnTo>
                    <a:pt x="26149" y="111899"/>
                  </a:lnTo>
                  <a:lnTo>
                    <a:pt x="26149" y="117995"/>
                  </a:lnTo>
                  <a:lnTo>
                    <a:pt x="27686" y="117995"/>
                  </a:lnTo>
                  <a:lnTo>
                    <a:pt x="27686" y="111899"/>
                  </a:lnTo>
                  <a:close/>
                </a:path>
                <a:path w="140970" h="130175">
                  <a:moveTo>
                    <a:pt x="27686" y="99695"/>
                  </a:moveTo>
                  <a:lnTo>
                    <a:pt x="26149" y="99695"/>
                  </a:lnTo>
                  <a:lnTo>
                    <a:pt x="26149" y="105791"/>
                  </a:lnTo>
                  <a:lnTo>
                    <a:pt x="27686" y="105791"/>
                  </a:lnTo>
                  <a:lnTo>
                    <a:pt x="27686" y="99695"/>
                  </a:lnTo>
                  <a:close/>
                </a:path>
                <a:path w="140970" h="130175">
                  <a:moveTo>
                    <a:pt x="27686" y="87515"/>
                  </a:moveTo>
                  <a:lnTo>
                    <a:pt x="26149" y="87515"/>
                  </a:lnTo>
                  <a:lnTo>
                    <a:pt x="26149" y="93599"/>
                  </a:lnTo>
                  <a:lnTo>
                    <a:pt x="27686" y="93599"/>
                  </a:lnTo>
                  <a:lnTo>
                    <a:pt x="27686" y="87515"/>
                  </a:lnTo>
                  <a:close/>
                </a:path>
                <a:path w="140970" h="130175">
                  <a:moveTo>
                    <a:pt x="44488" y="22428"/>
                  </a:moveTo>
                  <a:lnTo>
                    <a:pt x="30467" y="8407"/>
                  </a:lnTo>
                  <a:lnTo>
                    <a:pt x="13119" y="25755"/>
                  </a:lnTo>
                  <a:lnTo>
                    <a:pt x="13119" y="48260"/>
                  </a:lnTo>
                  <a:lnTo>
                    <a:pt x="3949" y="48945"/>
                  </a:lnTo>
                  <a:lnTo>
                    <a:pt x="4635" y="39776"/>
                  </a:lnTo>
                  <a:lnTo>
                    <a:pt x="13119" y="48260"/>
                  </a:lnTo>
                  <a:lnTo>
                    <a:pt x="13119" y="25755"/>
                  </a:lnTo>
                  <a:lnTo>
                    <a:pt x="1866" y="36995"/>
                  </a:lnTo>
                  <a:lnTo>
                    <a:pt x="2247" y="37388"/>
                  </a:lnTo>
                  <a:lnTo>
                    <a:pt x="1765" y="37350"/>
                  </a:lnTo>
                  <a:lnTo>
                    <a:pt x="635" y="52260"/>
                  </a:lnTo>
                  <a:lnTo>
                    <a:pt x="15544" y="51130"/>
                  </a:lnTo>
                  <a:lnTo>
                    <a:pt x="15506" y="50647"/>
                  </a:lnTo>
                  <a:lnTo>
                    <a:pt x="15900" y="51028"/>
                  </a:lnTo>
                  <a:lnTo>
                    <a:pt x="44488" y="22428"/>
                  </a:lnTo>
                  <a:close/>
                </a:path>
                <a:path w="140970" h="130175">
                  <a:moveTo>
                    <a:pt x="52730" y="89903"/>
                  </a:moveTo>
                  <a:lnTo>
                    <a:pt x="28282" y="109118"/>
                  </a:lnTo>
                  <a:lnTo>
                    <a:pt x="52730" y="128320"/>
                  </a:lnTo>
                  <a:lnTo>
                    <a:pt x="52730" y="89903"/>
                  </a:lnTo>
                  <a:close/>
                </a:path>
                <a:path w="140970" h="130175">
                  <a:moveTo>
                    <a:pt x="52895" y="14020"/>
                  </a:moveTo>
                  <a:lnTo>
                    <a:pt x="38874" y="0"/>
                  </a:lnTo>
                  <a:lnTo>
                    <a:pt x="32804" y="6057"/>
                  </a:lnTo>
                  <a:lnTo>
                    <a:pt x="46837" y="20091"/>
                  </a:lnTo>
                  <a:lnTo>
                    <a:pt x="52895" y="14020"/>
                  </a:lnTo>
                  <a:close/>
                </a:path>
                <a:path w="140970" h="130175">
                  <a:moveTo>
                    <a:pt x="140512" y="11811"/>
                  </a:moveTo>
                  <a:lnTo>
                    <a:pt x="140258" y="11557"/>
                  </a:lnTo>
                  <a:lnTo>
                    <a:pt x="135940" y="7239"/>
                  </a:lnTo>
                  <a:lnTo>
                    <a:pt x="135940" y="14338"/>
                  </a:lnTo>
                  <a:lnTo>
                    <a:pt x="135940" y="21158"/>
                  </a:lnTo>
                  <a:lnTo>
                    <a:pt x="133172" y="23939"/>
                  </a:lnTo>
                  <a:lnTo>
                    <a:pt x="126339" y="23939"/>
                  </a:lnTo>
                  <a:lnTo>
                    <a:pt x="123571" y="21158"/>
                  </a:lnTo>
                  <a:lnTo>
                    <a:pt x="123571" y="14338"/>
                  </a:lnTo>
                  <a:lnTo>
                    <a:pt x="126339" y="11557"/>
                  </a:lnTo>
                  <a:lnTo>
                    <a:pt x="133172" y="11557"/>
                  </a:lnTo>
                  <a:lnTo>
                    <a:pt x="135940" y="14338"/>
                  </a:lnTo>
                  <a:lnTo>
                    <a:pt x="135940" y="7239"/>
                  </a:lnTo>
                  <a:lnTo>
                    <a:pt x="135686" y="6985"/>
                  </a:lnTo>
                  <a:lnTo>
                    <a:pt x="123812" y="6985"/>
                  </a:lnTo>
                  <a:lnTo>
                    <a:pt x="118986" y="11811"/>
                  </a:lnTo>
                  <a:lnTo>
                    <a:pt x="118986" y="23685"/>
                  </a:lnTo>
                  <a:lnTo>
                    <a:pt x="119214" y="23926"/>
                  </a:lnTo>
                  <a:lnTo>
                    <a:pt x="116662" y="25336"/>
                  </a:lnTo>
                  <a:lnTo>
                    <a:pt x="87972" y="10439"/>
                  </a:lnTo>
                  <a:lnTo>
                    <a:pt x="80137" y="14071"/>
                  </a:lnTo>
                  <a:lnTo>
                    <a:pt x="108610" y="29768"/>
                  </a:lnTo>
                  <a:lnTo>
                    <a:pt x="80289" y="45364"/>
                  </a:lnTo>
                  <a:lnTo>
                    <a:pt x="88125" y="48996"/>
                  </a:lnTo>
                  <a:lnTo>
                    <a:pt x="93560" y="46990"/>
                  </a:lnTo>
                  <a:lnTo>
                    <a:pt x="97193" y="45554"/>
                  </a:lnTo>
                  <a:lnTo>
                    <a:pt x="102171" y="42900"/>
                  </a:lnTo>
                  <a:lnTo>
                    <a:pt x="111899" y="37109"/>
                  </a:lnTo>
                  <a:lnTo>
                    <a:pt x="116662" y="34201"/>
                  </a:lnTo>
                  <a:lnTo>
                    <a:pt x="119062" y="35521"/>
                  </a:lnTo>
                  <a:lnTo>
                    <a:pt x="118833" y="35750"/>
                  </a:lnTo>
                  <a:lnTo>
                    <a:pt x="118833" y="47625"/>
                  </a:lnTo>
                  <a:lnTo>
                    <a:pt x="123659" y="52451"/>
                  </a:lnTo>
                  <a:lnTo>
                    <a:pt x="135521" y="52451"/>
                  </a:lnTo>
                  <a:lnTo>
                    <a:pt x="140106" y="47879"/>
                  </a:lnTo>
                  <a:lnTo>
                    <a:pt x="140347" y="47625"/>
                  </a:lnTo>
                  <a:lnTo>
                    <a:pt x="140347" y="35750"/>
                  </a:lnTo>
                  <a:lnTo>
                    <a:pt x="140106" y="35509"/>
                  </a:lnTo>
                  <a:lnTo>
                    <a:pt x="135788" y="31191"/>
                  </a:lnTo>
                  <a:lnTo>
                    <a:pt x="135788" y="38277"/>
                  </a:lnTo>
                  <a:lnTo>
                    <a:pt x="135788" y="45110"/>
                  </a:lnTo>
                  <a:lnTo>
                    <a:pt x="133007" y="47879"/>
                  </a:lnTo>
                  <a:lnTo>
                    <a:pt x="126187" y="47879"/>
                  </a:lnTo>
                  <a:lnTo>
                    <a:pt x="123405" y="45110"/>
                  </a:lnTo>
                  <a:lnTo>
                    <a:pt x="123405" y="38277"/>
                  </a:lnTo>
                  <a:lnTo>
                    <a:pt x="126187" y="35509"/>
                  </a:lnTo>
                  <a:lnTo>
                    <a:pt x="133007" y="35509"/>
                  </a:lnTo>
                  <a:lnTo>
                    <a:pt x="135788" y="38277"/>
                  </a:lnTo>
                  <a:lnTo>
                    <a:pt x="135788" y="31191"/>
                  </a:lnTo>
                  <a:lnTo>
                    <a:pt x="135521" y="30924"/>
                  </a:lnTo>
                  <a:lnTo>
                    <a:pt x="125831" y="30924"/>
                  </a:lnTo>
                  <a:lnTo>
                    <a:pt x="123926" y="29768"/>
                  </a:lnTo>
                  <a:lnTo>
                    <a:pt x="125996" y="28511"/>
                  </a:lnTo>
                  <a:lnTo>
                    <a:pt x="135686" y="28511"/>
                  </a:lnTo>
                  <a:lnTo>
                    <a:pt x="140258" y="23939"/>
                  </a:lnTo>
                  <a:lnTo>
                    <a:pt x="140512" y="23685"/>
                  </a:lnTo>
                  <a:lnTo>
                    <a:pt x="140512" y="11811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9" name="object 99" descr=""/>
          <p:cNvGrpSpPr/>
          <p:nvPr/>
        </p:nvGrpSpPr>
        <p:grpSpPr>
          <a:xfrm>
            <a:off x="5230853" y="5283870"/>
            <a:ext cx="295275" cy="241935"/>
            <a:chOff x="5230853" y="5283870"/>
            <a:chExt cx="295275" cy="241935"/>
          </a:xfrm>
        </p:grpSpPr>
        <p:sp>
          <p:nvSpPr>
            <p:cNvPr id="100" name="object 100" descr=""/>
            <p:cNvSpPr/>
            <p:nvPr/>
          </p:nvSpPr>
          <p:spPr>
            <a:xfrm>
              <a:off x="5230857" y="5283873"/>
              <a:ext cx="295275" cy="241935"/>
            </a:xfrm>
            <a:custGeom>
              <a:avLst/>
              <a:gdLst/>
              <a:ahLst/>
              <a:cxnLst/>
              <a:rect l="l" t="t" r="r" b="b"/>
              <a:pathLst>
                <a:path w="295275" h="241935">
                  <a:moveTo>
                    <a:pt x="155335" y="0"/>
                  </a:moveTo>
                  <a:lnTo>
                    <a:pt x="0" y="0"/>
                  </a:lnTo>
                  <a:lnTo>
                    <a:pt x="139409" y="241458"/>
                  </a:lnTo>
                  <a:lnTo>
                    <a:pt x="294744" y="241458"/>
                  </a:lnTo>
                  <a:lnTo>
                    <a:pt x="155335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5230853" y="5283870"/>
              <a:ext cx="139700" cy="241935"/>
            </a:xfrm>
            <a:custGeom>
              <a:avLst/>
              <a:gdLst/>
              <a:ahLst/>
              <a:cxnLst/>
              <a:rect l="l" t="t" r="r" b="b"/>
              <a:pathLst>
                <a:path w="139700" h="241935">
                  <a:moveTo>
                    <a:pt x="0" y="0"/>
                  </a:moveTo>
                  <a:lnTo>
                    <a:pt x="0" y="241510"/>
                  </a:lnTo>
                  <a:lnTo>
                    <a:pt x="139409" y="2415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4E4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" name="object 102" descr=""/>
          <p:cNvGrpSpPr/>
          <p:nvPr/>
        </p:nvGrpSpPr>
        <p:grpSpPr>
          <a:xfrm>
            <a:off x="3982822" y="4673651"/>
            <a:ext cx="1633220" cy="852169"/>
            <a:chOff x="3982822" y="4673651"/>
            <a:chExt cx="1633220" cy="852169"/>
          </a:xfrm>
        </p:grpSpPr>
        <p:sp>
          <p:nvSpPr>
            <p:cNvPr id="103" name="object 103" descr=""/>
            <p:cNvSpPr/>
            <p:nvPr/>
          </p:nvSpPr>
          <p:spPr>
            <a:xfrm>
              <a:off x="4359573" y="5283873"/>
              <a:ext cx="295275" cy="241935"/>
            </a:xfrm>
            <a:custGeom>
              <a:avLst/>
              <a:gdLst/>
              <a:ahLst/>
              <a:cxnLst/>
              <a:rect l="l" t="t" r="r" b="b"/>
              <a:pathLst>
                <a:path w="295275" h="241935">
                  <a:moveTo>
                    <a:pt x="155335" y="0"/>
                  </a:moveTo>
                  <a:lnTo>
                    <a:pt x="0" y="0"/>
                  </a:lnTo>
                  <a:lnTo>
                    <a:pt x="139409" y="241458"/>
                  </a:lnTo>
                  <a:lnTo>
                    <a:pt x="294744" y="241458"/>
                  </a:lnTo>
                  <a:lnTo>
                    <a:pt x="155335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4029443" y="4673656"/>
              <a:ext cx="1586865" cy="852169"/>
            </a:xfrm>
            <a:custGeom>
              <a:avLst/>
              <a:gdLst/>
              <a:ahLst/>
              <a:cxnLst/>
              <a:rect l="l" t="t" r="r" b="b"/>
              <a:pathLst>
                <a:path w="1586864" h="852170">
                  <a:moveTo>
                    <a:pt x="1586280" y="0"/>
                  </a:moveTo>
                  <a:lnTo>
                    <a:pt x="309994" y="0"/>
                  </a:lnTo>
                  <a:lnTo>
                    <a:pt x="0" y="851687"/>
                  </a:lnTo>
                  <a:lnTo>
                    <a:pt x="330123" y="851687"/>
                  </a:lnTo>
                  <a:lnTo>
                    <a:pt x="469531" y="851725"/>
                  </a:lnTo>
                  <a:lnTo>
                    <a:pt x="1276286" y="851687"/>
                  </a:lnTo>
                  <a:lnTo>
                    <a:pt x="158628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3982822" y="4673651"/>
              <a:ext cx="1586865" cy="852169"/>
            </a:xfrm>
            <a:custGeom>
              <a:avLst/>
              <a:gdLst/>
              <a:ahLst/>
              <a:cxnLst/>
              <a:rect l="l" t="t" r="r" b="b"/>
              <a:pathLst>
                <a:path w="1586864" h="852170">
                  <a:moveTo>
                    <a:pt x="1586286" y="0"/>
                  </a:moveTo>
                  <a:lnTo>
                    <a:pt x="310001" y="0"/>
                  </a:lnTo>
                  <a:lnTo>
                    <a:pt x="0" y="851680"/>
                  </a:lnTo>
                  <a:lnTo>
                    <a:pt x="1276285" y="851680"/>
                  </a:lnTo>
                  <a:lnTo>
                    <a:pt x="1586286" y="0"/>
                  </a:lnTo>
                  <a:close/>
                </a:path>
              </a:pathLst>
            </a:custGeom>
            <a:solidFill>
              <a:srgbClr val="4E4E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4078280" y="4725321"/>
              <a:ext cx="1395730" cy="748665"/>
            </a:xfrm>
            <a:custGeom>
              <a:avLst/>
              <a:gdLst/>
              <a:ahLst/>
              <a:cxnLst/>
              <a:rect l="l" t="t" r="r" b="b"/>
              <a:pathLst>
                <a:path w="1395729" h="748664">
                  <a:moveTo>
                    <a:pt x="1395371" y="0"/>
                  </a:moveTo>
                  <a:lnTo>
                    <a:pt x="272462" y="0"/>
                  </a:lnTo>
                  <a:lnTo>
                    <a:pt x="0" y="748574"/>
                  </a:lnTo>
                  <a:lnTo>
                    <a:pt x="1122908" y="748574"/>
                  </a:lnTo>
                  <a:lnTo>
                    <a:pt x="13953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4268437" y="4725264"/>
              <a:ext cx="334645" cy="289560"/>
            </a:xfrm>
            <a:custGeom>
              <a:avLst/>
              <a:gdLst/>
              <a:ahLst/>
              <a:cxnLst/>
              <a:rect l="l" t="t" r="r" b="b"/>
              <a:pathLst>
                <a:path w="334645" h="289560">
                  <a:moveTo>
                    <a:pt x="334366" y="0"/>
                  </a:moveTo>
                  <a:lnTo>
                    <a:pt x="82343" y="0"/>
                  </a:lnTo>
                  <a:lnTo>
                    <a:pt x="0" y="226223"/>
                  </a:lnTo>
                  <a:lnTo>
                    <a:pt x="6544" y="265876"/>
                  </a:lnTo>
                  <a:lnTo>
                    <a:pt x="53290" y="286232"/>
                  </a:lnTo>
                  <a:lnTo>
                    <a:pt x="88624" y="289168"/>
                  </a:lnTo>
                  <a:lnTo>
                    <a:pt x="126352" y="287991"/>
                  </a:lnTo>
                  <a:lnTo>
                    <a:pt x="182961" y="278542"/>
                  </a:lnTo>
                  <a:lnTo>
                    <a:pt x="228035" y="246776"/>
                  </a:lnTo>
                  <a:lnTo>
                    <a:pt x="249112" y="213629"/>
                  </a:lnTo>
                  <a:lnTo>
                    <a:pt x="272325" y="171211"/>
                  </a:lnTo>
                  <a:lnTo>
                    <a:pt x="295100" y="124299"/>
                  </a:lnTo>
                  <a:lnTo>
                    <a:pt x="311190" y="86677"/>
                  </a:lnTo>
                  <a:lnTo>
                    <a:pt x="328562" y="36281"/>
                  </a:lnTo>
                  <a:lnTo>
                    <a:pt x="33436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61669" y="4776266"/>
              <a:ext cx="74357" cy="77861"/>
            </a:xfrm>
            <a:prstGeom prst="rect">
              <a:avLst/>
            </a:prstGeom>
          </p:spPr>
        </p:pic>
        <p:sp>
          <p:nvSpPr>
            <p:cNvPr id="109" name="object 109" descr=""/>
            <p:cNvSpPr/>
            <p:nvPr/>
          </p:nvSpPr>
          <p:spPr>
            <a:xfrm>
              <a:off x="4941274" y="4987250"/>
              <a:ext cx="431165" cy="487045"/>
            </a:xfrm>
            <a:custGeom>
              <a:avLst/>
              <a:gdLst/>
              <a:ahLst/>
              <a:cxnLst/>
              <a:rect l="l" t="t" r="r" b="b"/>
              <a:pathLst>
                <a:path w="431164" h="487045">
                  <a:moveTo>
                    <a:pt x="328119" y="0"/>
                  </a:moveTo>
                  <a:lnTo>
                    <a:pt x="279010" y="1782"/>
                  </a:lnTo>
                  <a:lnTo>
                    <a:pt x="240788" y="12917"/>
                  </a:lnTo>
                  <a:lnTo>
                    <a:pt x="196779" y="56133"/>
                  </a:lnTo>
                  <a:lnTo>
                    <a:pt x="162244" y="99152"/>
                  </a:lnTo>
                  <a:lnTo>
                    <a:pt x="130428" y="142281"/>
                  </a:lnTo>
                  <a:lnTo>
                    <a:pt x="100053" y="186478"/>
                  </a:lnTo>
                  <a:lnTo>
                    <a:pt x="47043" y="272125"/>
                  </a:lnTo>
                  <a:lnTo>
                    <a:pt x="22482" y="318644"/>
                  </a:lnTo>
                  <a:lnTo>
                    <a:pt x="6027" y="358012"/>
                  </a:lnTo>
                  <a:lnTo>
                    <a:pt x="0" y="387084"/>
                  </a:lnTo>
                  <a:lnTo>
                    <a:pt x="8802" y="414355"/>
                  </a:lnTo>
                  <a:lnTo>
                    <a:pt x="32760" y="441030"/>
                  </a:lnTo>
                  <a:lnTo>
                    <a:pt x="68110" y="465608"/>
                  </a:lnTo>
                  <a:lnTo>
                    <a:pt x="111085" y="486589"/>
                  </a:lnTo>
                  <a:lnTo>
                    <a:pt x="259908" y="486589"/>
                  </a:lnTo>
                  <a:lnTo>
                    <a:pt x="430971" y="16603"/>
                  </a:lnTo>
                  <a:lnTo>
                    <a:pt x="397598" y="8304"/>
                  </a:lnTo>
                  <a:lnTo>
                    <a:pt x="362672" y="2734"/>
                  </a:lnTo>
                  <a:lnTo>
                    <a:pt x="32811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4853448" y="4725266"/>
              <a:ext cx="582295" cy="118745"/>
            </a:xfrm>
            <a:custGeom>
              <a:avLst/>
              <a:gdLst/>
              <a:ahLst/>
              <a:cxnLst/>
              <a:rect l="l" t="t" r="r" b="b"/>
              <a:pathLst>
                <a:path w="582295" h="118745">
                  <a:moveTo>
                    <a:pt x="582195" y="0"/>
                  </a:moveTo>
                  <a:lnTo>
                    <a:pt x="621" y="0"/>
                  </a:lnTo>
                  <a:lnTo>
                    <a:pt x="0" y="16805"/>
                  </a:lnTo>
                  <a:lnTo>
                    <a:pt x="6265" y="55034"/>
                  </a:lnTo>
                  <a:lnTo>
                    <a:pt x="49527" y="86021"/>
                  </a:lnTo>
                  <a:lnTo>
                    <a:pt x="88450" y="98469"/>
                  </a:lnTo>
                  <a:lnTo>
                    <a:pt x="135898" y="108306"/>
                  </a:lnTo>
                  <a:lnTo>
                    <a:pt x="189623" y="115096"/>
                  </a:lnTo>
                  <a:lnTo>
                    <a:pt x="247373" y="118405"/>
                  </a:lnTo>
                  <a:lnTo>
                    <a:pt x="306897" y="117797"/>
                  </a:lnTo>
                  <a:lnTo>
                    <a:pt x="365945" y="112836"/>
                  </a:lnTo>
                  <a:lnTo>
                    <a:pt x="422266" y="103087"/>
                  </a:lnTo>
                  <a:lnTo>
                    <a:pt x="473610" y="88115"/>
                  </a:lnTo>
                  <a:lnTo>
                    <a:pt x="517726" y="67484"/>
                  </a:lnTo>
                  <a:lnTo>
                    <a:pt x="548288" y="41607"/>
                  </a:lnTo>
                  <a:lnTo>
                    <a:pt x="582195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4078315" y="5196743"/>
              <a:ext cx="655955" cy="277495"/>
            </a:xfrm>
            <a:custGeom>
              <a:avLst/>
              <a:gdLst/>
              <a:ahLst/>
              <a:cxnLst/>
              <a:rect l="l" t="t" r="r" b="b"/>
              <a:pathLst>
                <a:path w="655954" h="277495">
                  <a:moveTo>
                    <a:pt x="290591" y="0"/>
                  </a:moveTo>
                  <a:lnTo>
                    <a:pt x="222153" y="21750"/>
                  </a:lnTo>
                  <a:lnTo>
                    <a:pt x="181454" y="49355"/>
                  </a:lnTo>
                  <a:lnTo>
                    <a:pt x="139199" y="85271"/>
                  </a:lnTo>
                  <a:lnTo>
                    <a:pt x="97249" y="126957"/>
                  </a:lnTo>
                  <a:lnTo>
                    <a:pt x="57461" y="171876"/>
                  </a:lnTo>
                  <a:lnTo>
                    <a:pt x="21695" y="217489"/>
                  </a:lnTo>
                  <a:lnTo>
                    <a:pt x="0" y="277100"/>
                  </a:lnTo>
                  <a:lnTo>
                    <a:pt x="644619" y="277100"/>
                  </a:lnTo>
                  <a:lnTo>
                    <a:pt x="648746" y="265807"/>
                  </a:lnTo>
                  <a:lnTo>
                    <a:pt x="651997" y="254826"/>
                  </a:lnTo>
                  <a:lnTo>
                    <a:pt x="654315" y="244178"/>
                  </a:lnTo>
                  <a:lnTo>
                    <a:pt x="655644" y="233887"/>
                  </a:lnTo>
                  <a:lnTo>
                    <a:pt x="652318" y="199080"/>
                  </a:lnTo>
                  <a:lnTo>
                    <a:pt x="613052" y="133709"/>
                  </a:lnTo>
                  <a:lnTo>
                    <a:pt x="580736" y="104121"/>
                  </a:lnTo>
                  <a:lnTo>
                    <a:pt x="540706" y="76131"/>
                  </a:lnTo>
                  <a:lnTo>
                    <a:pt x="506309" y="56845"/>
                  </a:lnTo>
                  <a:lnTo>
                    <a:pt x="461098" y="36068"/>
                  </a:lnTo>
                  <a:lnTo>
                    <a:pt x="414929" y="19485"/>
                  </a:lnTo>
                  <a:lnTo>
                    <a:pt x="370134" y="7745"/>
                  </a:lnTo>
                  <a:lnTo>
                    <a:pt x="328089" y="1083"/>
                  </a:lnTo>
                  <a:lnTo>
                    <a:pt x="290591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78322" y="4882936"/>
              <a:ext cx="175205" cy="184469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4346840" y="4763502"/>
              <a:ext cx="148590" cy="393065"/>
            </a:xfrm>
            <a:custGeom>
              <a:avLst/>
              <a:gdLst/>
              <a:ahLst/>
              <a:cxnLst/>
              <a:rect l="l" t="t" r="r" b="b"/>
              <a:pathLst>
                <a:path w="148589" h="393064">
                  <a:moveTo>
                    <a:pt x="148435" y="0"/>
                  </a:moveTo>
                  <a:lnTo>
                    <a:pt x="141859" y="0"/>
                  </a:lnTo>
                  <a:lnTo>
                    <a:pt x="120430" y="52629"/>
                  </a:lnTo>
                  <a:lnTo>
                    <a:pt x="101679" y="100800"/>
                  </a:lnTo>
                  <a:lnTo>
                    <a:pt x="83636" y="149022"/>
                  </a:lnTo>
                  <a:lnTo>
                    <a:pt x="66211" y="197271"/>
                  </a:lnTo>
                  <a:lnTo>
                    <a:pt x="49318" y="245522"/>
                  </a:lnTo>
                  <a:lnTo>
                    <a:pt x="32868" y="293750"/>
                  </a:lnTo>
                  <a:lnTo>
                    <a:pt x="16776" y="341931"/>
                  </a:lnTo>
                  <a:lnTo>
                    <a:pt x="0" y="392919"/>
                  </a:lnTo>
                  <a:lnTo>
                    <a:pt x="4272" y="392919"/>
                  </a:lnTo>
                  <a:lnTo>
                    <a:pt x="24625" y="341931"/>
                  </a:lnTo>
                  <a:lnTo>
                    <a:pt x="43601" y="293750"/>
                  </a:lnTo>
                  <a:lnTo>
                    <a:pt x="62256" y="245522"/>
                  </a:lnTo>
                  <a:lnTo>
                    <a:pt x="80484" y="197271"/>
                  </a:lnTo>
                  <a:lnTo>
                    <a:pt x="98180" y="149022"/>
                  </a:lnTo>
                  <a:lnTo>
                    <a:pt x="115239" y="100800"/>
                  </a:lnTo>
                  <a:lnTo>
                    <a:pt x="131554" y="52629"/>
                  </a:lnTo>
                  <a:lnTo>
                    <a:pt x="147021" y="4533"/>
                  </a:lnTo>
                  <a:lnTo>
                    <a:pt x="148435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58105" y="4725266"/>
              <a:ext cx="99326" cy="247071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34712" y="5248248"/>
              <a:ext cx="141208" cy="225595"/>
            </a:xfrm>
            <a:prstGeom prst="rect">
              <a:avLst/>
            </a:prstGeom>
          </p:spPr>
        </p:pic>
        <p:sp>
          <p:nvSpPr>
            <p:cNvPr id="116" name="object 116" descr=""/>
            <p:cNvSpPr/>
            <p:nvPr/>
          </p:nvSpPr>
          <p:spPr>
            <a:xfrm>
              <a:off x="4749343" y="5151913"/>
              <a:ext cx="551815" cy="59055"/>
            </a:xfrm>
            <a:custGeom>
              <a:avLst/>
              <a:gdLst/>
              <a:ahLst/>
              <a:cxnLst/>
              <a:rect l="l" t="t" r="r" b="b"/>
              <a:pathLst>
                <a:path w="551814" h="59054">
                  <a:moveTo>
                    <a:pt x="394893" y="3987"/>
                  </a:moveTo>
                  <a:lnTo>
                    <a:pt x="343090" y="1714"/>
                  </a:lnTo>
                  <a:lnTo>
                    <a:pt x="295363" y="495"/>
                  </a:lnTo>
                  <a:lnTo>
                    <a:pt x="247319" y="0"/>
                  </a:lnTo>
                  <a:lnTo>
                    <a:pt x="199021" y="139"/>
                  </a:lnTo>
                  <a:lnTo>
                    <a:pt x="150533" y="800"/>
                  </a:lnTo>
                  <a:lnTo>
                    <a:pt x="101904" y="1905"/>
                  </a:lnTo>
                  <a:lnTo>
                    <a:pt x="53200" y="3352"/>
                  </a:lnTo>
                  <a:lnTo>
                    <a:pt x="1562" y="5143"/>
                  </a:lnTo>
                  <a:lnTo>
                    <a:pt x="0" y="9410"/>
                  </a:lnTo>
                  <a:lnTo>
                    <a:pt x="50342" y="11201"/>
                  </a:lnTo>
                  <a:lnTo>
                    <a:pt x="97993" y="12636"/>
                  </a:lnTo>
                  <a:lnTo>
                    <a:pt x="145821" y="13741"/>
                  </a:lnTo>
                  <a:lnTo>
                    <a:pt x="193827" y="14414"/>
                  </a:lnTo>
                  <a:lnTo>
                    <a:pt x="242036" y="14541"/>
                  </a:lnTo>
                  <a:lnTo>
                    <a:pt x="290436" y="14058"/>
                  </a:lnTo>
                  <a:lnTo>
                    <a:pt x="339051" y="12839"/>
                  </a:lnTo>
                  <a:lnTo>
                    <a:pt x="387883" y="10795"/>
                  </a:lnTo>
                  <a:lnTo>
                    <a:pt x="392506" y="10566"/>
                  </a:lnTo>
                  <a:lnTo>
                    <a:pt x="394893" y="3987"/>
                  </a:lnTo>
                  <a:close/>
                </a:path>
                <a:path w="551814" h="59054">
                  <a:moveTo>
                    <a:pt x="551611" y="47802"/>
                  </a:moveTo>
                  <a:lnTo>
                    <a:pt x="497293" y="45631"/>
                  </a:lnTo>
                  <a:lnTo>
                    <a:pt x="442493" y="44538"/>
                  </a:lnTo>
                  <a:lnTo>
                    <a:pt x="387324" y="44335"/>
                  </a:lnTo>
                  <a:lnTo>
                    <a:pt x="331863" y="44881"/>
                  </a:lnTo>
                  <a:lnTo>
                    <a:pt x="276225" y="46012"/>
                  </a:lnTo>
                  <a:lnTo>
                    <a:pt x="250317" y="46736"/>
                  </a:lnTo>
                  <a:lnTo>
                    <a:pt x="169481" y="49453"/>
                  </a:lnTo>
                  <a:lnTo>
                    <a:pt x="167944" y="53644"/>
                  </a:lnTo>
                  <a:lnTo>
                    <a:pt x="244614" y="56261"/>
                  </a:lnTo>
                  <a:lnTo>
                    <a:pt x="315480" y="57988"/>
                  </a:lnTo>
                  <a:lnTo>
                    <a:pt x="361797" y="58610"/>
                  </a:lnTo>
                  <a:lnTo>
                    <a:pt x="408292" y="58750"/>
                  </a:lnTo>
                  <a:lnTo>
                    <a:pt x="454964" y="58293"/>
                  </a:lnTo>
                  <a:lnTo>
                    <a:pt x="501827" y="57175"/>
                  </a:lnTo>
                  <a:lnTo>
                    <a:pt x="548881" y="55295"/>
                  </a:lnTo>
                  <a:lnTo>
                    <a:pt x="551611" y="47802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85240" y="5156246"/>
              <a:ext cx="122846" cy="129348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03757" y="5014122"/>
              <a:ext cx="275909" cy="66874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3667" y="5012269"/>
              <a:ext cx="263003" cy="87584"/>
            </a:xfrm>
            <a:prstGeom prst="rect">
              <a:avLst/>
            </a:prstGeom>
          </p:spPr>
        </p:pic>
        <p:sp>
          <p:nvSpPr>
            <p:cNvPr id="120" name="object 120" descr=""/>
            <p:cNvSpPr/>
            <p:nvPr/>
          </p:nvSpPr>
          <p:spPr>
            <a:xfrm>
              <a:off x="5085652" y="5125734"/>
              <a:ext cx="8890" cy="6985"/>
            </a:xfrm>
            <a:custGeom>
              <a:avLst/>
              <a:gdLst/>
              <a:ahLst/>
              <a:cxnLst/>
              <a:rect l="l" t="t" r="r" b="b"/>
              <a:pathLst>
                <a:path w="8889" h="6985">
                  <a:moveTo>
                    <a:pt x="8732" y="0"/>
                  </a:moveTo>
                  <a:lnTo>
                    <a:pt x="6167" y="0"/>
                  </a:lnTo>
                  <a:lnTo>
                    <a:pt x="4774" y="3832"/>
                  </a:lnTo>
                  <a:lnTo>
                    <a:pt x="931" y="3832"/>
                  </a:lnTo>
                  <a:lnTo>
                    <a:pt x="0" y="6397"/>
                  </a:lnTo>
                  <a:lnTo>
                    <a:pt x="6397" y="6397"/>
                  </a:lnTo>
                  <a:lnTo>
                    <a:pt x="8732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4442329" y="5130849"/>
              <a:ext cx="634365" cy="0"/>
            </a:xfrm>
            <a:custGeom>
              <a:avLst/>
              <a:gdLst/>
              <a:ahLst/>
              <a:cxnLst/>
              <a:rect l="l" t="t" r="r" b="b"/>
              <a:pathLst>
                <a:path w="634364" h="0">
                  <a:moveTo>
                    <a:pt x="0" y="0"/>
                  </a:moveTo>
                  <a:lnTo>
                    <a:pt x="633875" y="0"/>
                  </a:lnTo>
                </a:path>
              </a:pathLst>
            </a:custGeom>
            <a:ln w="3175">
              <a:solidFill>
                <a:srgbClr val="353535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25558" y="4969295"/>
              <a:ext cx="65670" cy="162835"/>
            </a:xfrm>
            <a:prstGeom prst="rect">
              <a:avLst/>
            </a:prstGeom>
          </p:spPr>
        </p:pic>
        <p:sp>
          <p:nvSpPr>
            <p:cNvPr id="123" name="object 123" descr=""/>
            <p:cNvSpPr/>
            <p:nvPr/>
          </p:nvSpPr>
          <p:spPr>
            <a:xfrm>
              <a:off x="4500665" y="4972500"/>
              <a:ext cx="650875" cy="0"/>
            </a:xfrm>
            <a:custGeom>
              <a:avLst/>
              <a:gdLst/>
              <a:ahLst/>
              <a:cxnLst/>
              <a:rect l="l" t="t" r="r" b="b"/>
              <a:pathLst>
                <a:path w="650875" h="0">
                  <a:moveTo>
                    <a:pt x="0" y="0"/>
                  </a:moveTo>
                  <a:lnTo>
                    <a:pt x="650654" y="0"/>
                  </a:lnTo>
                </a:path>
              </a:pathLst>
            </a:custGeom>
            <a:ln w="3175">
              <a:solidFill>
                <a:srgbClr val="353535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4483875" y="4985708"/>
              <a:ext cx="661670" cy="130175"/>
            </a:xfrm>
            <a:custGeom>
              <a:avLst/>
              <a:gdLst/>
              <a:ahLst/>
              <a:cxnLst/>
              <a:rect l="l" t="t" r="r" b="b"/>
              <a:pathLst>
                <a:path w="661670" h="130175">
                  <a:moveTo>
                    <a:pt x="584415" y="93078"/>
                  </a:moveTo>
                  <a:lnTo>
                    <a:pt x="939" y="93078"/>
                  </a:lnTo>
                  <a:lnTo>
                    <a:pt x="0" y="95643"/>
                  </a:lnTo>
                  <a:lnTo>
                    <a:pt x="583488" y="95643"/>
                  </a:lnTo>
                  <a:lnTo>
                    <a:pt x="584415" y="93078"/>
                  </a:lnTo>
                  <a:close/>
                </a:path>
                <a:path w="661670" h="130175">
                  <a:moveTo>
                    <a:pt x="617778" y="120015"/>
                  </a:moveTo>
                  <a:lnTo>
                    <a:pt x="615213" y="120015"/>
                  </a:lnTo>
                  <a:lnTo>
                    <a:pt x="611581" y="130022"/>
                  </a:lnTo>
                  <a:lnTo>
                    <a:pt x="614146" y="130022"/>
                  </a:lnTo>
                  <a:lnTo>
                    <a:pt x="617778" y="120015"/>
                  </a:lnTo>
                  <a:close/>
                </a:path>
                <a:path w="661670" h="130175">
                  <a:moveTo>
                    <a:pt x="625055" y="100025"/>
                  </a:moveTo>
                  <a:lnTo>
                    <a:pt x="622490" y="100025"/>
                  </a:lnTo>
                  <a:lnTo>
                    <a:pt x="618858" y="110020"/>
                  </a:lnTo>
                  <a:lnTo>
                    <a:pt x="621423" y="110020"/>
                  </a:lnTo>
                  <a:lnTo>
                    <a:pt x="625055" y="100025"/>
                  </a:lnTo>
                  <a:close/>
                </a:path>
                <a:path w="661670" h="130175">
                  <a:moveTo>
                    <a:pt x="632333" y="80022"/>
                  </a:moveTo>
                  <a:lnTo>
                    <a:pt x="629780" y="80022"/>
                  </a:lnTo>
                  <a:lnTo>
                    <a:pt x="626135" y="90017"/>
                  </a:lnTo>
                  <a:lnTo>
                    <a:pt x="628700" y="90017"/>
                  </a:lnTo>
                  <a:lnTo>
                    <a:pt x="632333" y="80022"/>
                  </a:lnTo>
                  <a:close/>
                </a:path>
                <a:path w="661670" h="130175">
                  <a:moveTo>
                    <a:pt x="639622" y="60020"/>
                  </a:moveTo>
                  <a:lnTo>
                    <a:pt x="637057" y="60020"/>
                  </a:lnTo>
                  <a:lnTo>
                    <a:pt x="633412" y="70015"/>
                  </a:lnTo>
                  <a:lnTo>
                    <a:pt x="635977" y="70015"/>
                  </a:lnTo>
                  <a:lnTo>
                    <a:pt x="639622" y="60020"/>
                  </a:lnTo>
                  <a:close/>
                </a:path>
                <a:path w="661670" h="130175">
                  <a:moveTo>
                    <a:pt x="646899" y="40005"/>
                  </a:moveTo>
                  <a:lnTo>
                    <a:pt x="644334" y="40005"/>
                  </a:lnTo>
                  <a:lnTo>
                    <a:pt x="640702" y="50012"/>
                  </a:lnTo>
                  <a:lnTo>
                    <a:pt x="643255" y="50012"/>
                  </a:lnTo>
                  <a:lnTo>
                    <a:pt x="646899" y="40005"/>
                  </a:lnTo>
                  <a:close/>
                </a:path>
                <a:path w="661670" h="130175">
                  <a:moveTo>
                    <a:pt x="654177" y="20015"/>
                  </a:moveTo>
                  <a:lnTo>
                    <a:pt x="651624" y="20015"/>
                  </a:lnTo>
                  <a:lnTo>
                    <a:pt x="647979" y="30010"/>
                  </a:lnTo>
                  <a:lnTo>
                    <a:pt x="650544" y="30010"/>
                  </a:lnTo>
                  <a:lnTo>
                    <a:pt x="654177" y="20015"/>
                  </a:lnTo>
                  <a:close/>
                </a:path>
                <a:path w="661670" h="130175">
                  <a:moveTo>
                    <a:pt x="661466" y="0"/>
                  </a:moveTo>
                  <a:lnTo>
                    <a:pt x="658901" y="0"/>
                  </a:lnTo>
                  <a:lnTo>
                    <a:pt x="655256" y="9994"/>
                  </a:lnTo>
                  <a:lnTo>
                    <a:pt x="657821" y="9994"/>
                  </a:lnTo>
                  <a:lnTo>
                    <a:pt x="661466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4473707" y="4961835"/>
              <a:ext cx="24130" cy="17780"/>
            </a:xfrm>
            <a:custGeom>
              <a:avLst/>
              <a:gdLst/>
              <a:ahLst/>
              <a:cxnLst/>
              <a:rect l="l" t="t" r="r" b="b"/>
              <a:pathLst>
                <a:path w="24129" h="17779">
                  <a:moveTo>
                    <a:pt x="23852" y="0"/>
                  </a:moveTo>
                  <a:lnTo>
                    <a:pt x="6366" y="0"/>
                  </a:lnTo>
                  <a:lnTo>
                    <a:pt x="0" y="17486"/>
                  </a:lnTo>
                  <a:lnTo>
                    <a:pt x="17486" y="17486"/>
                  </a:lnTo>
                  <a:lnTo>
                    <a:pt x="23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4471960" y="4960553"/>
              <a:ext cx="27940" cy="20320"/>
            </a:xfrm>
            <a:custGeom>
              <a:avLst/>
              <a:gdLst/>
              <a:ahLst/>
              <a:cxnLst/>
              <a:rect l="l" t="t" r="r" b="b"/>
              <a:pathLst>
                <a:path w="27939" h="20320">
                  <a:moveTo>
                    <a:pt x="27339" y="0"/>
                  </a:moveTo>
                  <a:lnTo>
                    <a:pt x="7298" y="0"/>
                  </a:lnTo>
                  <a:lnTo>
                    <a:pt x="0" y="20051"/>
                  </a:lnTo>
                  <a:lnTo>
                    <a:pt x="20051" y="20051"/>
                  </a:lnTo>
                  <a:lnTo>
                    <a:pt x="20984" y="17486"/>
                  </a:lnTo>
                  <a:lnTo>
                    <a:pt x="3497" y="17486"/>
                  </a:lnTo>
                  <a:lnTo>
                    <a:pt x="8931" y="2565"/>
                  </a:lnTo>
                  <a:lnTo>
                    <a:pt x="26407" y="2565"/>
                  </a:lnTo>
                  <a:lnTo>
                    <a:pt x="27339" y="0"/>
                  </a:lnTo>
                  <a:close/>
                </a:path>
                <a:path w="27939" h="20320">
                  <a:moveTo>
                    <a:pt x="26407" y="2565"/>
                  </a:moveTo>
                  <a:lnTo>
                    <a:pt x="23852" y="2565"/>
                  </a:lnTo>
                  <a:lnTo>
                    <a:pt x="18418" y="17486"/>
                  </a:lnTo>
                  <a:lnTo>
                    <a:pt x="20984" y="17486"/>
                  </a:lnTo>
                  <a:lnTo>
                    <a:pt x="26407" y="2565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4415372" y="5122110"/>
              <a:ext cx="24130" cy="17780"/>
            </a:xfrm>
            <a:custGeom>
              <a:avLst/>
              <a:gdLst/>
              <a:ahLst/>
              <a:cxnLst/>
              <a:rect l="l" t="t" r="r" b="b"/>
              <a:pathLst>
                <a:path w="24129" h="17779">
                  <a:moveTo>
                    <a:pt x="23852" y="0"/>
                  </a:moveTo>
                  <a:lnTo>
                    <a:pt x="6366" y="0"/>
                  </a:lnTo>
                  <a:lnTo>
                    <a:pt x="0" y="17486"/>
                  </a:lnTo>
                  <a:lnTo>
                    <a:pt x="17486" y="17486"/>
                  </a:lnTo>
                  <a:lnTo>
                    <a:pt x="23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4413622" y="5120829"/>
              <a:ext cx="27940" cy="20320"/>
            </a:xfrm>
            <a:custGeom>
              <a:avLst/>
              <a:gdLst/>
              <a:ahLst/>
              <a:cxnLst/>
              <a:rect l="l" t="t" r="r" b="b"/>
              <a:pathLst>
                <a:path w="27939" h="20320">
                  <a:moveTo>
                    <a:pt x="27339" y="0"/>
                  </a:moveTo>
                  <a:lnTo>
                    <a:pt x="7298" y="0"/>
                  </a:lnTo>
                  <a:lnTo>
                    <a:pt x="0" y="20051"/>
                  </a:lnTo>
                  <a:lnTo>
                    <a:pt x="20051" y="20051"/>
                  </a:lnTo>
                  <a:lnTo>
                    <a:pt x="20984" y="17486"/>
                  </a:lnTo>
                  <a:lnTo>
                    <a:pt x="3497" y="17486"/>
                  </a:lnTo>
                  <a:lnTo>
                    <a:pt x="8931" y="2565"/>
                  </a:lnTo>
                  <a:lnTo>
                    <a:pt x="26407" y="2565"/>
                  </a:lnTo>
                  <a:lnTo>
                    <a:pt x="27339" y="0"/>
                  </a:lnTo>
                  <a:close/>
                </a:path>
                <a:path w="27939" h="20320">
                  <a:moveTo>
                    <a:pt x="26407" y="2565"/>
                  </a:moveTo>
                  <a:lnTo>
                    <a:pt x="23852" y="2565"/>
                  </a:lnTo>
                  <a:lnTo>
                    <a:pt x="18418" y="17486"/>
                  </a:lnTo>
                  <a:lnTo>
                    <a:pt x="20984" y="17486"/>
                  </a:lnTo>
                  <a:lnTo>
                    <a:pt x="26407" y="2565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5137644" y="4961835"/>
              <a:ext cx="24130" cy="17780"/>
            </a:xfrm>
            <a:custGeom>
              <a:avLst/>
              <a:gdLst/>
              <a:ahLst/>
              <a:cxnLst/>
              <a:rect l="l" t="t" r="r" b="b"/>
              <a:pathLst>
                <a:path w="24129" h="17779">
                  <a:moveTo>
                    <a:pt x="23852" y="0"/>
                  </a:moveTo>
                  <a:lnTo>
                    <a:pt x="6366" y="0"/>
                  </a:lnTo>
                  <a:lnTo>
                    <a:pt x="0" y="17486"/>
                  </a:lnTo>
                  <a:lnTo>
                    <a:pt x="17486" y="17486"/>
                  </a:lnTo>
                  <a:lnTo>
                    <a:pt x="23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5135894" y="4960553"/>
              <a:ext cx="27940" cy="20320"/>
            </a:xfrm>
            <a:custGeom>
              <a:avLst/>
              <a:gdLst/>
              <a:ahLst/>
              <a:cxnLst/>
              <a:rect l="l" t="t" r="r" b="b"/>
              <a:pathLst>
                <a:path w="27939" h="20320">
                  <a:moveTo>
                    <a:pt x="27349" y="0"/>
                  </a:moveTo>
                  <a:lnTo>
                    <a:pt x="7298" y="0"/>
                  </a:lnTo>
                  <a:lnTo>
                    <a:pt x="0" y="20051"/>
                  </a:lnTo>
                  <a:lnTo>
                    <a:pt x="20051" y="20051"/>
                  </a:lnTo>
                  <a:lnTo>
                    <a:pt x="20985" y="17486"/>
                  </a:lnTo>
                  <a:lnTo>
                    <a:pt x="3497" y="17486"/>
                  </a:lnTo>
                  <a:lnTo>
                    <a:pt x="8931" y="2565"/>
                  </a:lnTo>
                  <a:lnTo>
                    <a:pt x="26416" y="2565"/>
                  </a:lnTo>
                  <a:lnTo>
                    <a:pt x="27349" y="0"/>
                  </a:lnTo>
                  <a:close/>
                </a:path>
                <a:path w="27939" h="20320">
                  <a:moveTo>
                    <a:pt x="26416" y="2565"/>
                  </a:moveTo>
                  <a:lnTo>
                    <a:pt x="23852" y="2565"/>
                  </a:lnTo>
                  <a:lnTo>
                    <a:pt x="18428" y="17486"/>
                  </a:lnTo>
                  <a:lnTo>
                    <a:pt x="20985" y="17486"/>
                  </a:lnTo>
                  <a:lnTo>
                    <a:pt x="26416" y="2565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5079310" y="5122110"/>
              <a:ext cx="24130" cy="17780"/>
            </a:xfrm>
            <a:custGeom>
              <a:avLst/>
              <a:gdLst/>
              <a:ahLst/>
              <a:cxnLst/>
              <a:rect l="l" t="t" r="r" b="b"/>
              <a:pathLst>
                <a:path w="24129" h="17779">
                  <a:moveTo>
                    <a:pt x="23852" y="0"/>
                  </a:moveTo>
                  <a:lnTo>
                    <a:pt x="6366" y="0"/>
                  </a:lnTo>
                  <a:lnTo>
                    <a:pt x="0" y="17486"/>
                  </a:lnTo>
                  <a:lnTo>
                    <a:pt x="17486" y="17486"/>
                  </a:lnTo>
                  <a:lnTo>
                    <a:pt x="23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5077558" y="5120829"/>
              <a:ext cx="27940" cy="20320"/>
            </a:xfrm>
            <a:custGeom>
              <a:avLst/>
              <a:gdLst/>
              <a:ahLst/>
              <a:cxnLst/>
              <a:rect l="l" t="t" r="r" b="b"/>
              <a:pathLst>
                <a:path w="27939" h="20320">
                  <a:moveTo>
                    <a:pt x="27349" y="0"/>
                  </a:moveTo>
                  <a:lnTo>
                    <a:pt x="7298" y="0"/>
                  </a:lnTo>
                  <a:lnTo>
                    <a:pt x="0" y="20051"/>
                  </a:lnTo>
                  <a:lnTo>
                    <a:pt x="20051" y="20051"/>
                  </a:lnTo>
                  <a:lnTo>
                    <a:pt x="20985" y="17486"/>
                  </a:lnTo>
                  <a:lnTo>
                    <a:pt x="3497" y="17486"/>
                  </a:lnTo>
                  <a:lnTo>
                    <a:pt x="8931" y="2565"/>
                  </a:lnTo>
                  <a:lnTo>
                    <a:pt x="26416" y="2565"/>
                  </a:lnTo>
                  <a:lnTo>
                    <a:pt x="27349" y="0"/>
                  </a:lnTo>
                  <a:close/>
                </a:path>
                <a:path w="27939" h="20320">
                  <a:moveTo>
                    <a:pt x="26416" y="2565"/>
                  </a:moveTo>
                  <a:lnTo>
                    <a:pt x="23852" y="2565"/>
                  </a:lnTo>
                  <a:lnTo>
                    <a:pt x="18428" y="17486"/>
                  </a:lnTo>
                  <a:lnTo>
                    <a:pt x="20985" y="17486"/>
                  </a:lnTo>
                  <a:lnTo>
                    <a:pt x="26416" y="2565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4446340" y="5043292"/>
              <a:ext cx="20320" cy="15240"/>
            </a:xfrm>
            <a:custGeom>
              <a:avLst/>
              <a:gdLst/>
              <a:ahLst/>
              <a:cxnLst/>
              <a:rect l="l" t="t" r="r" b="b"/>
              <a:pathLst>
                <a:path w="20320" h="15239">
                  <a:moveTo>
                    <a:pt x="20250" y="0"/>
                  </a:moveTo>
                  <a:lnTo>
                    <a:pt x="5402" y="0"/>
                  </a:lnTo>
                  <a:lnTo>
                    <a:pt x="0" y="14847"/>
                  </a:lnTo>
                  <a:lnTo>
                    <a:pt x="14847" y="14847"/>
                  </a:lnTo>
                  <a:lnTo>
                    <a:pt x="20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4444593" y="5042009"/>
              <a:ext cx="24130" cy="17780"/>
            </a:xfrm>
            <a:custGeom>
              <a:avLst/>
              <a:gdLst/>
              <a:ahLst/>
              <a:cxnLst/>
              <a:rect l="l" t="t" r="r" b="b"/>
              <a:pathLst>
                <a:path w="24129" h="17779">
                  <a:moveTo>
                    <a:pt x="23747" y="0"/>
                  </a:moveTo>
                  <a:lnTo>
                    <a:pt x="6334" y="0"/>
                  </a:lnTo>
                  <a:lnTo>
                    <a:pt x="0" y="17413"/>
                  </a:lnTo>
                  <a:lnTo>
                    <a:pt x="17413" y="17413"/>
                  </a:lnTo>
                  <a:lnTo>
                    <a:pt x="18346" y="14847"/>
                  </a:lnTo>
                  <a:lnTo>
                    <a:pt x="3497" y="14847"/>
                  </a:lnTo>
                  <a:lnTo>
                    <a:pt x="7968" y="2565"/>
                  </a:lnTo>
                  <a:lnTo>
                    <a:pt x="22814" y="2565"/>
                  </a:lnTo>
                  <a:lnTo>
                    <a:pt x="23747" y="0"/>
                  </a:lnTo>
                  <a:close/>
                </a:path>
                <a:path w="24129" h="17779">
                  <a:moveTo>
                    <a:pt x="22814" y="2565"/>
                  </a:moveTo>
                  <a:lnTo>
                    <a:pt x="20250" y="2565"/>
                  </a:lnTo>
                  <a:lnTo>
                    <a:pt x="15779" y="14847"/>
                  </a:lnTo>
                  <a:lnTo>
                    <a:pt x="18346" y="14847"/>
                  </a:lnTo>
                  <a:lnTo>
                    <a:pt x="22814" y="2565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4807475" y="4963155"/>
              <a:ext cx="20320" cy="15240"/>
            </a:xfrm>
            <a:custGeom>
              <a:avLst/>
              <a:gdLst/>
              <a:ahLst/>
              <a:cxnLst/>
              <a:rect l="l" t="t" r="r" b="b"/>
              <a:pathLst>
                <a:path w="20320" h="15239">
                  <a:moveTo>
                    <a:pt x="20250" y="0"/>
                  </a:moveTo>
                  <a:lnTo>
                    <a:pt x="5402" y="0"/>
                  </a:lnTo>
                  <a:lnTo>
                    <a:pt x="0" y="14847"/>
                  </a:lnTo>
                  <a:lnTo>
                    <a:pt x="14847" y="14847"/>
                  </a:lnTo>
                  <a:lnTo>
                    <a:pt x="20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4805728" y="4961877"/>
              <a:ext cx="24130" cy="17780"/>
            </a:xfrm>
            <a:custGeom>
              <a:avLst/>
              <a:gdLst/>
              <a:ahLst/>
              <a:cxnLst/>
              <a:rect l="l" t="t" r="r" b="b"/>
              <a:pathLst>
                <a:path w="24129" h="17779">
                  <a:moveTo>
                    <a:pt x="23747" y="0"/>
                  </a:moveTo>
                  <a:lnTo>
                    <a:pt x="6345" y="0"/>
                  </a:lnTo>
                  <a:lnTo>
                    <a:pt x="0" y="17413"/>
                  </a:lnTo>
                  <a:lnTo>
                    <a:pt x="17413" y="17413"/>
                  </a:lnTo>
                  <a:lnTo>
                    <a:pt x="18346" y="14847"/>
                  </a:lnTo>
                  <a:lnTo>
                    <a:pt x="3497" y="14847"/>
                  </a:lnTo>
                  <a:lnTo>
                    <a:pt x="7968" y="2565"/>
                  </a:lnTo>
                  <a:lnTo>
                    <a:pt x="22814" y="2565"/>
                  </a:lnTo>
                  <a:lnTo>
                    <a:pt x="23747" y="0"/>
                  </a:lnTo>
                  <a:close/>
                </a:path>
                <a:path w="24129" h="17779">
                  <a:moveTo>
                    <a:pt x="22814" y="2565"/>
                  </a:moveTo>
                  <a:lnTo>
                    <a:pt x="20250" y="2565"/>
                  </a:lnTo>
                  <a:lnTo>
                    <a:pt x="15779" y="14847"/>
                  </a:lnTo>
                  <a:lnTo>
                    <a:pt x="18346" y="14847"/>
                  </a:lnTo>
                  <a:lnTo>
                    <a:pt x="22814" y="2565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4749140" y="5123429"/>
              <a:ext cx="20320" cy="15240"/>
            </a:xfrm>
            <a:custGeom>
              <a:avLst/>
              <a:gdLst/>
              <a:ahLst/>
              <a:cxnLst/>
              <a:rect l="l" t="t" r="r" b="b"/>
              <a:pathLst>
                <a:path w="20320" h="15239">
                  <a:moveTo>
                    <a:pt x="20250" y="0"/>
                  </a:moveTo>
                  <a:lnTo>
                    <a:pt x="5402" y="0"/>
                  </a:lnTo>
                  <a:lnTo>
                    <a:pt x="0" y="14847"/>
                  </a:lnTo>
                  <a:lnTo>
                    <a:pt x="14847" y="14847"/>
                  </a:lnTo>
                  <a:lnTo>
                    <a:pt x="20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4747395" y="5122147"/>
              <a:ext cx="24130" cy="17780"/>
            </a:xfrm>
            <a:custGeom>
              <a:avLst/>
              <a:gdLst/>
              <a:ahLst/>
              <a:cxnLst/>
              <a:rect l="l" t="t" r="r" b="b"/>
              <a:pathLst>
                <a:path w="24129" h="17779">
                  <a:moveTo>
                    <a:pt x="23747" y="0"/>
                  </a:moveTo>
                  <a:lnTo>
                    <a:pt x="6334" y="0"/>
                  </a:lnTo>
                  <a:lnTo>
                    <a:pt x="0" y="17413"/>
                  </a:lnTo>
                  <a:lnTo>
                    <a:pt x="17413" y="17413"/>
                  </a:lnTo>
                  <a:lnTo>
                    <a:pt x="18346" y="14847"/>
                  </a:lnTo>
                  <a:lnTo>
                    <a:pt x="3497" y="14847"/>
                  </a:lnTo>
                  <a:lnTo>
                    <a:pt x="7968" y="2565"/>
                  </a:lnTo>
                  <a:lnTo>
                    <a:pt x="22814" y="2565"/>
                  </a:lnTo>
                  <a:lnTo>
                    <a:pt x="23747" y="0"/>
                  </a:lnTo>
                  <a:close/>
                </a:path>
                <a:path w="24129" h="17779">
                  <a:moveTo>
                    <a:pt x="22814" y="2565"/>
                  </a:moveTo>
                  <a:lnTo>
                    <a:pt x="20250" y="2565"/>
                  </a:lnTo>
                  <a:lnTo>
                    <a:pt x="15779" y="14847"/>
                  </a:lnTo>
                  <a:lnTo>
                    <a:pt x="18346" y="14847"/>
                  </a:lnTo>
                  <a:lnTo>
                    <a:pt x="22814" y="2565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5110277" y="5043292"/>
              <a:ext cx="20320" cy="15240"/>
            </a:xfrm>
            <a:custGeom>
              <a:avLst/>
              <a:gdLst/>
              <a:ahLst/>
              <a:cxnLst/>
              <a:rect l="l" t="t" r="r" b="b"/>
              <a:pathLst>
                <a:path w="20320" h="15239">
                  <a:moveTo>
                    <a:pt x="20250" y="0"/>
                  </a:moveTo>
                  <a:lnTo>
                    <a:pt x="5402" y="0"/>
                  </a:lnTo>
                  <a:lnTo>
                    <a:pt x="0" y="14847"/>
                  </a:lnTo>
                  <a:lnTo>
                    <a:pt x="14847" y="14847"/>
                  </a:lnTo>
                  <a:lnTo>
                    <a:pt x="20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5108527" y="5042009"/>
              <a:ext cx="24130" cy="17780"/>
            </a:xfrm>
            <a:custGeom>
              <a:avLst/>
              <a:gdLst/>
              <a:ahLst/>
              <a:cxnLst/>
              <a:rect l="l" t="t" r="r" b="b"/>
              <a:pathLst>
                <a:path w="24129" h="17779">
                  <a:moveTo>
                    <a:pt x="23747" y="0"/>
                  </a:moveTo>
                  <a:lnTo>
                    <a:pt x="6345" y="0"/>
                  </a:lnTo>
                  <a:lnTo>
                    <a:pt x="0" y="17413"/>
                  </a:lnTo>
                  <a:lnTo>
                    <a:pt x="17413" y="17413"/>
                  </a:lnTo>
                  <a:lnTo>
                    <a:pt x="18346" y="14847"/>
                  </a:lnTo>
                  <a:lnTo>
                    <a:pt x="3497" y="14847"/>
                  </a:lnTo>
                  <a:lnTo>
                    <a:pt x="7968" y="2565"/>
                  </a:lnTo>
                  <a:lnTo>
                    <a:pt x="22814" y="2565"/>
                  </a:lnTo>
                  <a:lnTo>
                    <a:pt x="23747" y="0"/>
                  </a:lnTo>
                  <a:close/>
                </a:path>
                <a:path w="24129" h="17779">
                  <a:moveTo>
                    <a:pt x="22814" y="2565"/>
                  </a:moveTo>
                  <a:lnTo>
                    <a:pt x="20250" y="2565"/>
                  </a:lnTo>
                  <a:lnTo>
                    <a:pt x="15779" y="14847"/>
                  </a:lnTo>
                  <a:lnTo>
                    <a:pt x="18346" y="14847"/>
                  </a:lnTo>
                  <a:lnTo>
                    <a:pt x="22814" y="2565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1" name="object 141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546208" y="3633732"/>
            <a:ext cx="1654297" cy="1890821"/>
          </a:xfrm>
          <a:prstGeom prst="rect">
            <a:avLst/>
          </a:prstGeom>
        </p:spPr>
      </p:pic>
      <p:grpSp>
        <p:nvGrpSpPr>
          <p:cNvPr id="142" name="object 142" descr=""/>
          <p:cNvGrpSpPr/>
          <p:nvPr/>
        </p:nvGrpSpPr>
        <p:grpSpPr>
          <a:xfrm>
            <a:off x="3209664" y="6950862"/>
            <a:ext cx="405130" cy="1945005"/>
            <a:chOff x="3209664" y="6950862"/>
            <a:chExt cx="405130" cy="1945005"/>
          </a:xfrm>
        </p:grpSpPr>
        <p:sp>
          <p:nvSpPr>
            <p:cNvPr id="143" name="object 143" descr=""/>
            <p:cNvSpPr/>
            <p:nvPr/>
          </p:nvSpPr>
          <p:spPr>
            <a:xfrm>
              <a:off x="3209666" y="6950862"/>
              <a:ext cx="405130" cy="1945005"/>
            </a:xfrm>
            <a:custGeom>
              <a:avLst/>
              <a:gdLst/>
              <a:ahLst/>
              <a:cxnLst/>
              <a:rect l="l" t="t" r="r" b="b"/>
              <a:pathLst>
                <a:path w="405129" h="1945004">
                  <a:moveTo>
                    <a:pt x="146686" y="0"/>
                  </a:moveTo>
                  <a:lnTo>
                    <a:pt x="0" y="0"/>
                  </a:lnTo>
                  <a:lnTo>
                    <a:pt x="45663" y="273845"/>
                  </a:lnTo>
                  <a:lnTo>
                    <a:pt x="355015" y="1944422"/>
                  </a:lnTo>
                  <a:lnTo>
                    <a:pt x="404877" y="1944422"/>
                  </a:lnTo>
                  <a:lnTo>
                    <a:pt x="179931" y="273845"/>
                  </a:lnTo>
                  <a:lnTo>
                    <a:pt x="146686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3209664" y="6950862"/>
              <a:ext cx="180340" cy="274320"/>
            </a:xfrm>
            <a:custGeom>
              <a:avLst/>
              <a:gdLst/>
              <a:ahLst/>
              <a:cxnLst/>
              <a:rect l="l" t="t" r="r" b="b"/>
              <a:pathLst>
                <a:path w="180339" h="274320">
                  <a:moveTo>
                    <a:pt x="146686" y="0"/>
                  </a:moveTo>
                  <a:lnTo>
                    <a:pt x="0" y="0"/>
                  </a:lnTo>
                  <a:lnTo>
                    <a:pt x="45674" y="273845"/>
                  </a:lnTo>
                  <a:lnTo>
                    <a:pt x="179931" y="273845"/>
                  </a:lnTo>
                  <a:lnTo>
                    <a:pt x="146686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5" name="object 145" descr=""/>
          <p:cNvGrpSpPr/>
          <p:nvPr/>
        </p:nvGrpSpPr>
        <p:grpSpPr>
          <a:xfrm>
            <a:off x="2238224" y="6950862"/>
            <a:ext cx="405130" cy="1945005"/>
            <a:chOff x="2238224" y="6950862"/>
            <a:chExt cx="405130" cy="1945005"/>
          </a:xfrm>
        </p:grpSpPr>
        <p:sp>
          <p:nvSpPr>
            <p:cNvPr id="146" name="object 146" descr=""/>
            <p:cNvSpPr/>
            <p:nvPr/>
          </p:nvSpPr>
          <p:spPr>
            <a:xfrm>
              <a:off x="2238224" y="6950865"/>
              <a:ext cx="405130" cy="1945005"/>
            </a:xfrm>
            <a:custGeom>
              <a:avLst/>
              <a:gdLst/>
              <a:ahLst/>
              <a:cxnLst/>
              <a:rect l="l" t="t" r="r" b="b"/>
              <a:pathLst>
                <a:path w="405130" h="1945004">
                  <a:moveTo>
                    <a:pt x="404877" y="0"/>
                  </a:moveTo>
                  <a:lnTo>
                    <a:pt x="258191" y="0"/>
                  </a:lnTo>
                  <a:lnTo>
                    <a:pt x="224946" y="273834"/>
                  </a:lnTo>
                  <a:lnTo>
                    <a:pt x="0" y="1944422"/>
                  </a:lnTo>
                  <a:lnTo>
                    <a:pt x="49862" y="1944422"/>
                  </a:lnTo>
                  <a:lnTo>
                    <a:pt x="359203" y="273834"/>
                  </a:lnTo>
                  <a:lnTo>
                    <a:pt x="404877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2463169" y="6950862"/>
              <a:ext cx="180340" cy="274320"/>
            </a:xfrm>
            <a:custGeom>
              <a:avLst/>
              <a:gdLst/>
              <a:ahLst/>
              <a:cxnLst/>
              <a:rect l="l" t="t" r="r" b="b"/>
              <a:pathLst>
                <a:path w="180339" h="274320">
                  <a:moveTo>
                    <a:pt x="179931" y="0"/>
                  </a:moveTo>
                  <a:lnTo>
                    <a:pt x="33245" y="0"/>
                  </a:lnTo>
                  <a:lnTo>
                    <a:pt x="0" y="273845"/>
                  </a:lnTo>
                  <a:lnTo>
                    <a:pt x="134257" y="273845"/>
                  </a:lnTo>
                  <a:lnTo>
                    <a:pt x="179931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8" name="object 148" descr=""/>
          <p:cNvGrpSpPr/>
          <p:nvPr/>
        </p:nvGrpSpPr>
        <p:grpSpPr>
          <a:xfrm>
            <a:off x="1310349" y="4828259"/>
            <a:ext cx="2346325" cy="4067175"/>
            <a:chOff x="1310349" y="4828259"/>
            <a:chExt cx="2346325" cy="4067175"/>
          </a:xfrm>
        </p:grpSpPr>
        <p:sp>
          <p:nvSpPr>
            <p:cNvPr id="149" name="object 149" descr=""/>
            <p:cNvSpPr/>
            <p:nvPr/>
          </p:nvSpPr>
          <p:spPr>
            <a:xfrm>
              <a:off x="1310349" y="6950865"/>
              <a:ext cx="405130" cy="1945005"/>
            </a:xfrm>
            <a:custGeom>
              <a:avLst/>
              <a:gdLst/>
              <a:ahLst/>
              <a:cxnLst/>
              <a:rect l="l" t="t" r="r" b="b"/>
              <a:pathLst>
                <a:path w="405130" h="1945004">
                  <a:moveTo>
                    <a:pt x="404877" y="0"/>
                  </a:moveTo>
                  <a:lnTo>
                    <a:pt x="258191" y="0"/>
                  </a:lnTo>
                  <a:lnTo>
                    <a:pt x="224946" y="273834"/>
                  </a:lnTo>
                  <a:lnTo>
                    <a:pt x="0" y="1944422"/>
                  </a:lnTo>
                  <a:lnTo>
                    <a:pt x="49862" y="1944422"/>
                  </a:lnTo>
                  <a:lnTo>
                    <a:pt x="359203" y="273834"/>
                  </a:lnTo>
                  <a:lnTo>
                    <a:pt x="404877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535299" y="6950859"/>
              <a:ext cx="180340" cy="274320"/>
            </a:xfrm>
            <a:custGeom>
              <a:avLst/>
              <a:gdLst/>
              <a:ahLst/>
              <a:cxnLst/>
              <a:rect l="l" t="t" r="r" b="b"/>
              <a:pathLst>
                <a:path w="180339" h="274320">
                  <a:moveTo>
                    <a:pt x="179921" y="0"/>
                  </a:moveTo>
                  <a:lnTo>
                    <a:pt x="33245" y="0"/>
                  </a:lnTo>
                  <a:lnTo>
                    <a:pt x="0" y="273845"/>
                  </a:lnTo>
                  <a:lnTo>
                    <a:pt x="134257" y="273845"/>
                  </a:lnTo>
                  <a:lnTo>
                    <a:pt x="179921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389436" y="4828259"/>
              <a:ext cx="2266950" cy="2251710"/>
            </a:xfrm>
            <a:custGeom>
              <a:avLst/>
              <a:gdLst/>
              <a:ahLst/>
              <a:cxnLst/>
              <a:rect l="l" t="t" r="r" b="b"/>
              <a:pathLst>
                <a:path w="2266950" h="2251709">
                  <a:moveTo>
                    <a:pt x="1133023" y="0"/>
                  </a:moveTo>
                  <a:lnTo>
                    <a:pt x="86416" y="0"/>
                  </a:lnTo>
                  <a:lnTo>
                    <a:pt x="0" y="2251271"/>
                  </a:lnTo>
                  <a:lnTo>
                    <a:pt x="2266779" y="2251271"/>
                  </a:lnTo>
                  <a:lnTo>
                    <a:pt x="2266779" y="2012420"/>
                  </a:lnTo>
                  <a:lnTo>
                    <a:pt x="1418208" y="2012420"/>
                  </a:lnTo>
                  <a:lnTo>
                    <a:pt x="1133023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389430" y="4828266"/>
              <a:ext cx="2266950" cy="2251710"/>
            </a:xfrm>
            <a:custGeom>
              <a:avLst/>
              <a:gdLst/>
              <a:ahLst/>
              <a:cxnLst/>
              <a:rect l="l" t="t" r="r" b="b"/>
              <a:pathLst>
                <a:path w="2266950" h="2251709">
                  <a:moveTo>
                    <a:pt x="2266772" y="2012429"/>
                  </a:moveTo>
                  <a:lnTo>
                    <a:pt x="132105" y="2012429"/>
                  </a:lnTo>
                  <a:lnTo>
                    <a:pt x="204101" y="0"/>
                  </a:lnTo>
                  <a:lnTo>
                    <a:pt x="86410" y="0"/>
                  </a:lnTo>
                  <a:lnTo>
                    <a:pt x="0" y="2251265"/>
                  </a:lnTo>
                  <a:lnTo>
                    <a:pt x="123558" y="2251265"/>
                  </a:lnTo>
                  <a:lnTo>
                    <a:pt x="2266772" y="2251278"/>
                  </a:lnTo>
                  <a:lnTo>
                    <a:pt x="2266772" y="2012429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3" name="object 153" descr=""/>
          <p:cNvGrpSpPr/>
          <p:nvPr/>
        </p:nvGrpSpPr>
        <p:grpSpPr>
          <a:xfrm>
            <a:off x="13384947" y="7953871"/>
            <a:ext cx="1162685" cy="1367155"/>
            <a:chOff x="13384947" y="7953871"/>
            <a:chExt cx="1162685" cy="1367155"/>
          </a:xfrm>
        </p:grpSpPr>
        <p:sp>
          <p:nvSpPr>
            <p:cNvPr id="154" name="object 154" descr=""/>
            <p:cNvSpPr/>
            <p:nvPr/>
          </p:nvSpPr>
          <p:spPr>
            <a:xfrm>
              <a:off x="13648714" y="8637543"/>
              <a:ext cx="657225" cy="539115"/>
            </a:xfrm>
            <a:custGeom>
              <a:avLst/>
              <a:gdLst/>
              <a:ahLst/>
              <a:cxnLst/>
              <a:rect l="l" t="t" r="r" b="b"/>
              <a:pathLst>
                <a:path w="657225" h="539115">
                  <a:moveTo>
                    <a:pt x="445740" y="0"/>
                  </a:moveTo>
                  <a:lnTo>
                    <a:pt x="393919" y="6265"/>
                  </a:lnTo>
                  <a:lnTo>
                    <a:pt x="346068" y="27775"/>
                  </a:lnTo>
                  <a:lnTo>
                    <a:pt x="304743" y="61365"/>
                  </a:lnTo>
                  <a:lnTo>
                    <a:pt x="272500" y="103871"/>
                  </a:lnTo>
                  <a:lnTo>
                    <a:pt x="251707" y="145702"/>
                  </a:lnTo>
                  <a:lnTo>
                    <a:pt x="232852" y="188733"/>
                  </a:lnTo>
                  <a:lnTo>
                    <a:pt x="211036" y="229262"/>
                  </a:lnTo>
                  <a:lnTo>
                    <a:pt x="181361" y="263583"/>
                  </a:lnTo>
                  <a:lnTo>
                    <a:pt x="139971" y="289220"/>
                  </a:lnTo>
                  <a:lnTo>
                    <a:pt x="94693" y="308472"/>
                  </a:lnTo>
                  <a:lnTo>
                    <a:pt x="71843" y="318477"/>
                  </a:lnTo>
                  <a:lnTo>
                    <a:pt x="49758" y="330283"/>
                  </a:lnTo>
                  <a:lnTo>
                    <a:pt x="30382" y="345104"/>
                  </a:lnTo>
                  <a:lnTo>
                    <a:pt x="15659" y="364156"/>
                  </a:lnTo>
                  <a:lnTo>
                    <a:pt x="0" y="420415"/>
                  </a:lnTo>
                  <a:lnTo>
                    <a:pt x="9074" y="469243"/>
                  </a:lnTo>
                  <a:lnTo>
                    <a:pt x="30818" y="507346"/>
                  </a:lnTo>
                  <a:lnTo>
                    <a:pt x="53166" y="531428"/>
                  </a:lnTo>
                  <a:lnTo>
                    <a:pt x="62831" y="524748"/>
                  </a:lnTo>
                  <a:lnTo>
                    <a:pt x="504712" y="538329"/>
                  </a:lnTo>
                  <a:lnTo>
                    <a:pt x="567517" y="535765"/>
                  </a:lnTo>
                  <a:lnTo>
                    <a:pt x="622217" y="511251"/>
                  </a:lnTo>
                  <a:lnTo>
                    <a:pt x="652060" y="453716"/>
                  </a:lnTo>
                  <a:lnTo>
                    <a:pt x="656875" y="385234"/>
                  </a:lnTo>
                  <a:lnTo>
                    <a:pt x="656213" y="336253"/>
                  </a:lnTo>
                  <a:lnTo>
                    <a:pt x="654050" y="287232"/>
                  </a:lnTo>
                  <a:lnTo>
                    <a:pt x="648991" y="238678"/>
                  </a:lnTo>
                  <a:lnTo>
                    <a:pt x="639641" y="191101"/>
                  </a:lnTo>
                  <a:lnTo>
                    <a:pt x="624604" y="145011"/>
                  </a:lnTo>
                  <a:lnTo>
                    <a:pt x="602029" y="101369"/>
                  </a:lnTo>
                  <a:lnTo>
                    <a:pt x="571730" y="62497"/>
                  </a:lnTo>
                  <a:lnTo>
                    <a:pt x="534832" y="30946"/>
                  </a:lnTo>
                  <a:lnTo>
                    <a:pt x="492461" y="9264"/>
                  </a:lnTo>
                  <a:lnTo>
                    <a:pt x="44574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3384947" y="7953871"/>
              <a:ext cx="1162685" cy="1367155"/>
            </a:xfrm>
            <a:custGeom>
              <a:avLst/>
              <a:gdLst/>
              <a:ahLst/>
              <a:cxnLst/>
              <a:rect l="l" t="t" r="r" b="b"/>
              <a:pathLst>
                <a:path w="1162684" h="1367154">
                  <a:moveTo>
                    <a:pt x="1162079" y="0"/>
                  </a:moveTo>
                  <a:lnTo>
                    <a:pt x="0" y="0"/>
                  </a:lnTo>
                  <a:lnTo>
                    <a:pt x="209333" y="1248192"/>
                  </a:lnTo>
                  <a:lnTo>
                    <a:pt x="221578" y="1286504"/>
                  </a:lnTo>
                  <a:lnTo>
                    <a:pt x="243390" y="1318728"/>
                  </a:lnTo>
                  <a:lnTo>
                    <a:pt x="272976" y="1343465"/>
                  </a:lnTo>
                  <a:lnTo>
                    <a:pt x="308545" y="1359319"/>
                  </a:lnTo>
                  <a:lnTo>
                    <a:pt x="311268" y="1360042"/>
                  </a:lnTo>
                  <a:lnTo>
                    <a:pt x="312618" y="1360429"/>
                  </a:lnTo>
                  <a:lnTo>
                    <a:pt x="316084" y="1361319"/>
                  </a:lnTo>
                  <a:lnTo>
                    <a:pt x="319414" y="1362482"/>
                  </a:lnTo>
                  <a:lnTo>
                    <a:pt x="322963" y="1363099"/>
                  </a:lnTo>
                  <a:lnTo>
                    <a:pt x="330628" y="1364691"/>
                  </a:lnTo>
                  <a:lnTo>
                    <a:pt x="338555" y="1365497"/>
                  </a:lnTo>
                  <a:lnTo>
                    <a:pt x="346596" y="1365822"/>
                  </a:lnTo>
                  <a:lnTo>
                    <a:pt x="346785" y="1367015"/>
                  </a:lnTo>
                  <a:lnTo>
                    <a:pt x="352460" y="1366115"/>
                  </a:lnTo>
                  <a:lnTo>
                    <a:pt x="870413" y="1366115"/>
                  </a:lnTo>
                  <a:lnTo>
                    <a:pt x="877672" y="1365929"/>
                  </a:lnTo>
                  <a:lnTo>
                    <a:pt x="941996" y="1349154"/>
                  </a:lnTo>
                  <a:lnTo>
                    <a:pt x="977794" y="1322531"/>
                  </a:lnTo>
                  <a:lnTo>
                    <a:pt x="1003521" y="1285787"/>
                  </a:lnTo>
                  <a:lnTo>
                    <a:pt x="1016429" y="1241292"/>
                  </a:lnTo>
                  <a:lnTo>
                    <a:pt x="1021535" y="1197775"/>
                  </a:lnTo>
                  <a:lnTo>
                    <a:pt x="212579" y="1197775"/>
                  </a:lnTo>
                  <a:lnTo>
                    <a:pt x="159796" y="883072"/>
                  </a:lnTo>
                  <a:lnTo>
                    <a:pt x="1058460" y="883072"/>
                  </a:lnTo>
                  <a:lnTo>
                    <a:pt x="1068653" y="796195"/>
                  </a:lnTo>
                  <a:lnTo>
                    <a:pt x="145231" y="796195"/>
                  </a:lnTo>
                  <a:lnTo>
                    <a:pt x="84468" y="433944"/>
                  </a:lnTo>
                  <a:lnTo>
                    <a:pt x="1111156" y="433944"/>
                  </a:lnTo>
                  <a:lnTo>
                    <a:pt x="1117337" y="381265"/>
                  </a:lnTo>
                  <a:lnTo>
                    <a:pt x="1121892" y="347067"/>
                  </a:lnTo>
                  <a:lnTo>
                    <a:pt x="69903" y="347067"/>
                  </a:lnTo>
                  <a:lnTo>
                    <a:pt x="13633" y="11591"/>
                  </a:lnTo>
                  <a:lnTo>
                    <a:pt x="1160719" y="11591"/>
                  </a:lnTo>
                  <a:lnTo>
                    <a:pt x="1162079" y="0"/>
                  </a:lnTo>
                  <a:close/>
                </a:path>
                <a:path w="1162684" h="1367154">
                  <a:moveTo>
                    <a:pt x="282682" y="883072"/>
                  </a:moveTo>
                  <a:lnTo>
                    <a:pt x="271007" y="883072"/>
                  </a:lnTo>
                  <a:lnTo>
                    <a:pt x="320325" y="1197775"/>
                  </a:lnTo>
                  <a:lnTo>
                    <a:pt x="332000" y="1197775"/>
                  </a:lnTo>
                  <a:lnTo>
                    <a:pt x="291916" y="941909"/>
                  </a:lnTo>
                  <a:lnTo>
                    <a:pt x="282682" y="883072"/>
                  </a:lnTo>
                  <a:close/>
                </a:path>
                <a:path w="1162684" h="1367154">
                  <a:moveTo>
                    <a:pt x="459012" y="883072"/>
                  </a:moveTo>
                  <a:lnTo>
                    <a:pt x="447452" y="883072"/>
                  </a:lnTo>
                  <a:lnTo>
                    <a:pt x="471912" y="1197775"/>
                  </a:lnTo>
                  <a:lnTo>
                    <a:pt x="483472" y="1197775"/>
                  </a:lnTo>
                  <a:lnTo>
                    <a:pt x="459012" y="883072"/>
                  </a:lnTo>
                  <a:close/>
                </a:path>
                <a:path w="1162684" h="1367154">
                  <a:moveTo>
                    <a:pt x="637425" y="883072"/>
                  </a:moveTo>
                  <a:lnTo>
                    <a:pt x="625886" y="883072"/>
                  </a:lnTo>
                  <a:lnTo>
                    <a:pt x="633132" y="1197775"/>
                  </a:lnTo>
                  <a:lnTo>
                    <a:pt x="644681" y="1197775"/>
                  </a:lnTo>
                  <a:lnTo>
                    <a:pt x="637425" y="883072"/>
                  </a:lnTo>
                  <a:close/>
                </a:path>
                <a:path w="1162684" h="1367154">
                  <a:moveTo>
                    <a:pt x="820718" y="883072"/>
                  </a:moveTo>
                  <a:lnTo>
                    <a:pt x="809158" y="883072"/>
                  </a:lnTo>
                  <a:lnTo>
                    <a:pt x="798708" y="1197775"/>
                  </a:lnTo>
                  <a:lnTo>
                    <a:pt x="810258" y="1197775"/>
                  </a:lnTo>
                  <a:lnTo>
                    <a:pt x="820718" y="883072"/>
                  </a:lnTo>
                  <a:close/>
                </a:path>
                <a:path w="1162684" h="1367154">
                  <a:moveTo>
                    <a:pt x="947007" y="883072"/>
                  </a:moveTo>
                  <a:lnTo>
                    <a:pt x="935437" y="883072"/>
                  </a:lnTo>
                  <a:lnTo>
                    <a:pt x="908548" y="1197775"/>
                  </a:lnTo>
                  <a:lnTo>
                    <a:pt x="920118" y="1197775"/>
                  </a:lnTo>
                  <a:lnTo>
                    <a:pt x="947007" y="883072"/>
                  </a:lnTo>
                  <a:close/>
                </a:path>
                <a:path w="1162684" h="1367154">
                  <a:moveTo>
                    <a:pt x="1058460" y="883072"/>
                  </a:moveTo>
                  <a:lnTo>
                    <a:pt x="1046858" y="883072"/>
                  </a:lnTo>
                  <a:lnTo>
                    <a:pt x="1009937" y="1197775"/>
                  </a:lnTo>
                  <a:lnTo>
                    <a:pt x="1021535" y="1197775"/>
                  </a:lnTo>
                  <a:lnTo>
                    <a:pt x="1058460" y="883072"/>
                  </a:lnTo>
                  <a:close/>
                </a:path>
                <a:path w="1162684" h="1367154">
                  <a:moveTo>
                    <a:pt x="211972" y="433944"/>
                  </a:moveTo>
                  <a:lnTo>
                    <a:pt x="200297" y="433944"/>
                  </a:lnTo>
                  <a:lnTo>
                    <a:pt x="232186" y="636093"/>
                  </a:lnTo>
                  <a:lnTo>
                    <a:pt x="257374" y="796195"/>
                  </a:lnTo>
                  <a:lnTo>
                    <a:pt x="269038" y="796195"/>
                  </a:lnTo>
                  <a:lnTo>
                    <a:pt x="227506" y="532308"/>
                  </a:lnTo>
                  <a:lnTo>
                    <a:pt x="211972" y="433944"/>
                  </a:lnTo>
                  <a:close/>
                </a:path>
                <a:path w="1162684" h="1367154">
                  <a:moveTo>
                    <a:pt x="424112" y="433944"/>
                  </a:moveTo>
                  <a:lnTo>
                    <a:pt x="412552" y="433944"/>
                  </a:lnTo>
                  <a:lnTo>
                    <a:pt x="440698" y="796195"/>
                  </a:lnTo>
                  <a:lnTo>
                    <a:pt x="452258" y="796195"/>
                  </a:lnTo>
                  <a:lnTo>
                    <a:pt x="424112" y="433944"/>
                  </a:lnTo>
                  <a:close/>
                </a:path>
                <a:path w="1162684" h="1367154">
                  <a:moveTo>
                    <a:pt x="627080" y="433944"/>
                  </a:moveTo>
                  <a:lnTo>
                    <a:pt x="615541" y="433944"/>
                  </a:lnTo>
                  <a:lnTo>
                    <a:pt x="623886" y="796195"/>
                  </a:lnTo>
                  <a:lnTo>
                    <a:pt x="635425" y="796195"/>
                  </a:lnTo>
                  <a:lnTo>
                    <a:pt x="627080" y="433944"/>
                  </a:lnTo>
                  <a:close/>
                </a:path>
                <a:path w="1162684" h="1367154">
                  <a:moveTo>
                    <a:pt x="835629" y="433944"/>
                  </a:moveTo>
                  <a:lnTo>
                    <a:pt x="824090" y="433944"/>
                  </a:lnTo>
                  <a:lnTo>
                    <a:pt x="812048" y="796195"/>
                  </a:lnTo>
                  <a:lnTo>
                    <a:pt x="823597" y="796195"/>
                  </a:lnTo>
                  <a:lnTo>
                    <a:pt x="835629" y="433944"/>
                  </a:lnTo>
                  <a:close/>
                </a:path>
                <a:path w="1162684" h="1367154">
                  <a:moveTo>
                    <a:pt x="985383" y="433944"/>
                  </a:moveTo>
                  <a:lnTo>
                    <a:pt x="973802" y="433944"/>
                  </a:lnTo>
                  <a:lnTo>
                    <a:pt x="942850" y="796195"/>
                  </a:lnTo>
                  <a:lnTo>
                    <a:pt x="954431" y="796195"/>
                  </a:lnTo>
                  <a:lnTo>
                    <a:pt x="985383" y="433944"/>
                  </a:lnTo>
                  <a:close/>
                </a:path>
                <a:path w="1162684" h="1367154">
                  <a:moveTo>
                    <a:pt x="1111156" y="433944"/>
                  </a:moveTo>
                  <a:lnTo>
                    <a:pt x="1099558" y="433944"/>
                  </a:lnTo>
                  <a:lnTo>
                    <a:pt x="1057046" y="796195"/>
                  </a:lnTo>
                  <a:lnTo>
                    <a:pt x="1068653" y="796195"/>
                  </a:lnTo>
                  <a:lnTo>
                    <a:pt x="1111156" y="433944"/>
                  </a:lnTo>
                  <a:close/>
                </a:path>
                <a:path w="1162684" h="1367154">
                  <a:moveTo>
                    <a:pt x="143304" y="11591"/>
                  </a:moveTo>
                  <a:lnTo>
                    <a:pt x="132310" y="11591"/>
                  </a:lnTo>
                  <a:lnTo>
                    <a:pt x="135273" y="28405"/>
                  </a:lnTo>
                  <a:lnTo>
                    <a:pt x="140106" y="57354"/>
                  </a:lnTo>
                  <a:lnTo>
                    <a:pt x="146643" y="97380"/>
                  </a:lnTo>
                  <a:lnTo>
                    <a:pt x="154719" y="147423"/>
                  </a:lnTo>
                  <a:lnTo>
                    <a:pt x="164170" y="206425"/>
                  </a:lnTo>
                  <a:lnTo>
                    <a:pt x="174832" y="273326"/>
                  </a:lnTo>
                  <a:lnTo>
                    <a:pt x="186538" y="347067"/>
                  </a:lnTo>
                  <a:lnTo>
                    <a:pt x="198224" y="347067"/>
                  </a:lnTo>
                  <a:lnTo>
                    <a:pt x="177617" y="217417"/>
                  </a:lnTo>
                  <a:lnTo>
                    <a:pt x="163755" y="130731"/>
                  </a:lnTo>
                  <a:lnTo>
                    <a:pt x="154033" y="70832"/>
                  </a:lnTo>
                  <a:lnTo>
                    <a:pt x="147524" y="32769"/>
                  </a:lnTo>
                  <a:lnTo>
                    <a:pt x="143304" y="11591"/>
                  </a:lnTo>
                  <a:close/>
                </a:path>
                <a:path w="1162684" h="1367154">
                  <a:moveTo>
                    <a:pt x="391286" y="11591"/>
                  </a:moveTo>
                  <a:lnTo>
                    <a:pt x="379726" y="11591"/>
                  </a:lnTo>
                  <a:lnTo>
                    <a:pt x="405799" y="347067"/>
                  </a:lnTo>
                  <a:lnTo>
                    <a:pt x="417359" y="347067"/>
                  </a:lnTo>
                  <a:lnTo>
                    <a:pt x="391286" y="11591"/>
                  </a:lnTo>
                  <a:close/>
                </a:path>
                <a:path w="1162684" h="1367154">
                  <a:moveTo>
                    <a:pt x="617352" y="11591"/>
                  </a:moveTo>
                  <a:lnTo>
                    <a:pt x="605814" y="11591"/>
                  </a:lnTo>
                  <a:lnTo>
                    <a:pt x="613541" y="347067"/>
                  </a:lnTo>
                  <a:lnTo>
                    <a:pt x="625080" y="347067"/>
                  </a:lnTo>
                  <a:lnTo>
                    <a:pt x="617352" y="11591"/>
                  </a:lnTo>
                  <a:close/>
                </a:path>
                <a:path w="1162684" h="1367154">
                  <a:moveTo>
                    <a:pt x="849659" y="11591"/>
                  </a:moveTo>
                  <a:lnTo>
                    <a:pt x="838110" y="11591"/>
                  </a:lnTo>
                  <a:lnTo>
                    <a:pt x="826969" y="347067"/>
                  </a:lnTo>
                  <a:lnTo>
                    <a:pt x="838518" y="347067"/>
                  </a:lnTo>
                  <a:lnTo>
                    <a:pt x="849659" y="11591"/>
                  </a:lnTo>
                  <a:close/>
                </a:path>
                <a:path w="1162684" h="1367154">
                  <a:moveTo>
                    <a:pt x="1021466" y="11591"/>
                  </a:moveTo>
                  <a:lnTo>
                    <a:pt x="1009885" y="11591"/>
                  </a:lnTo>
                  <a:lnTo>
                    <a:pt x="981226" y="347067"/>
                  </a:lnTo>
                  <a:lnTo>
                    <a:pt x="992807" y="347067"/>
                  </a:lnTo>
                  <a:lnTo>
                    <a:pt x="1021466" y="11591"/>
                  </a:lnTo>
                  <a:close/>
                </a:path>
                <a:path w="1162684" h="1367154">
                  <a:moveTo>
                    <a:pt x="1160719" y="11591"/>
                  </a:moveTo>
                  <a:lnTo>
                    <a:pt x="1149106" y="11591"/>
                  </a:lnTo>
                  <a:lnTo>
                    <a:pt x="1109746" y="347067"/>
                  </a:lnTo>
                  <a:lnTo>
                    <a:pt x="1121358" y="347067"/>
                  </a:lnTo>
                  <a:lnTo>
                    <a:pt x="1160719" y="11591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6" name="object 156" descr=""/>
          <p:cNvGrpSpPr/>
          <p:nvPr/>
        </p:nvGrpSpPr>
        <p:grpSpPr>
          <a:xfrm>
            <a:off x="12795076" y="5434762"/>
            <a:ext cx="994410" cy="1047115"/>
            <a:chOff x="12795076" y="5434762"/>
            <a:chExt cx="994410" cy="1047115"/>
          </a:xfrm>
        </p:grpSpPr>
        <p:sp>
          <p:nvSpPr>
            <p:cNvPr id="157" name="object 157" descr=""/>
            <p:cNvSpPr/>
            <p:nvPr/>
          </p:nvSpPr>
          <p:spPr>
            <a:xfrm>
              <a:off x="12795076" y="6274642"/>
              <a:ext cx="994410" cy="207645"/>
            </a:xfrm>
            <a:custGeom>
              <a:avLst/>
              <a:gdLst/>
              <a:ahLst/>
              <a:cxnLst/>
              <a:rect l="l" t="t" r="r" b="b"/>
              <a:pathLst>
                <a:path w="994409" h="207645">
                  <a:moveTo>
                    <a:pt x="994043" y="0"/>
                  </a:moveTo>
                  <a:lnTo>
                    <a:pt x="103546" y="0"/>
                  </a:lnTo>
                  <a:lnTo>
                    <a:pt x="63239" y="8138"/>
                  </a:lnTo>
                  <a:lnTo>
                    <a:pt x="30326" y="30330"/>
                  </a:lnTo>
                  <a:lnTo>
                    <a:pt x="8136" y="63243"/>
                  </a:lnTo>
                  <a:lnTo>
                    <a:pt x="0" y="103546"/>
                  </a:lnTo>
                  <a:lnTo>
                    <a:pt x="8136" y="143853"/>
                  </a:lnTo>
                  <a:lnTo>
                    <a:pt x="30326" y="176766"/>
                  </a:lnTo>
                  <a:lnTo>
                    <a:pt x="63239" y="198956"/>
                  </a:lnTo>
                  <a:lnTo>
                    <a:pt x="103546" y="207093"/>
                  </a:lnTo>
                  <a:lnTo>
                    <a:pt x="994043" y="207093"/>
                  </a:lnTo>
                  <a:lnTo>
                    <a:pt x="994043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3435758" y="6318056"/>
              <a:ext cx="353695" cy="120650"/>
            </a:xfrm>
            <a:custGeom>
              <a:avLst/>
              <a:gdLst/>
              <a:ahLst/>
              <a:cxnLst/>
              <a:rect l="l" t="t" r="r" b="b"/>
              <a:pathLst>
                <a:path w="353694" h="120650">
                  <a:moveTo>
                    <a:pt x="353360" y="0"/>
                  </a:moveTo>
                  <a:lnTo>
                    <a:pt x="34292" y="0"/>
                  </a:lnTo>
                  <a:lnTo>
                    <a:pt x="20942" y="2694"/>
                  </a:lnTo>
                  <a:lnTo>
                    <a:pt x="10042" y="10042"/>
                  </a:lnTo>
                  <a:lnTo>
                    <a:pt x="2694" y="20942"/>
                  </a:lnTo>
                  <a:lnTo>
                    <a:pt x="0" y="34292"/>
                  </a:lnTo>
                  <a:lnTo>
                    <a:pt x="0" y="85976"/>
                  </a:lnTo>
                  <a:lnTo>
                    <a:pt x="2694" y="99325"/>
                  </a:lnTo>
                  <a:lnTo>
                    <a:pt x="10042" y="110225"/>
                  </a:lnTo>
                  <a:lnTo>
                    <a:pt x="20942" y="117574"/>
                  </a:lnTo>
                  <a:lnTo>
                    <a:pt x="34292" y="120268"/>
                  </a:lnTo>
                  <a:lnTo>
                    <a:pt x="353360" y="120268"/>
                  </a:lnTo>
                  <a:lnTo>
                    <a:pt x="35336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2795076" y="6067549"/>
              <a:ext cx="994410" cy="207645"/>
            </a:xfrm>
            <a:custGeom>
              <a:avLst/>
              <a:gdLst/>
              <a:ahLst/>
              <a:cxnLst/>
              <a:rect l="l" t="t" r="r" b="b"/>
              <a:pathLst>
                <a:path w="994409" h="207645">
                  <a:moveTo>
                    <a:pt x="994043" y="0"/>
                  </a:moveTo>
                  <a:lnTo>
                    <a:pt x="103546" y="0"/>
                  </a:lnTo>
                  <a:lnTo>
                    <a:pt x="63239" y="8138"/>
                  </a:lnTo>
                  <a:lnTo>
                    <a:pt x="30326" y="30330"/>
                  </a:lnTo>
                  <a:lnTo>
                    <a:pt x="8136" y="63243"/>
                  </a:lnTo>
                  <a:lnTo>
                    <a:pt x="0" y="103546"/>
                  </a:lnTo>
                  <a:lnTo>
                    <a:pt x="8136" y="143849"/>
                  </a:lnTo>
                  <a:lnTo>
                    <a:pt x="30326" y="176762"/>
                  </a:lnTo>
                  <a:lnTo>
                    <a:pt x="63239" y="198955"/>
                  </a:lnTo>
                  <a:lnTo>
                    <a:pt x="103546" y="207093"/>
                  </a:lnTo>
                  <a:lnTo>
                    <a:pt x="994043" y="207093"/>
                  </a:lnTo>
                  <a:lnTo>
                    <a:pt x="994043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3004559" y="5735377"/>
              <a:ext cx="784860" cy="495934"/>
            </a:xfrm>
            <a:custGeom>
              <a:avLst/>
              <a:gdLst/>
              <a:ahLst/>
              <a:cxnLst/>
              <a:rect l="l" t="t" r="r" b="b"/>
              <a:pathLst>
                <a:path w="784859" h="495935">
                  <a:moveTo>
                    <a:pt x="153860" y="154762"/>
                  </a:moveTo>
                  <a:lnTo>
                    <a:pt x="141439" y="0"/>
                  </a:lnTo>
                  <a:lnTo>
                    <a:pt x="0" y="332181"/>
                  </a:lnTo>
                  <a:lnTo>
                    <a:pt x="91033" y="332181"/>
                  </a:lnTo>
                  <a:lnTo>
                    <a:pt x="153860" y="154762"/>
                  </a:lnTo>
                  <a:close/>
                </a:path>
                <a:path w="784859" h="495935">
                  <a:moveTo>
                    <a:pt x="784555" y="375589"/>
                  </a:moveTo>
                  <a:lnTo>
                    <a:pt x="465480" y="375589"/>
                  </a:lnTo>
                  <a:lnTo>
                    <a:pt x="452132" y="378282"/>
                  </a:lnTo>
                  <a:lnTo>
                    <a:pt x="441236" y="385635"/>
                  </a:lnTo>
                  <a:lnTo>
                    <a:pt x="433882" y="396532"/>
                  </a:lnTo>
                  <a:lnTo>
                    <a:pt x="431190" y="409879"/>
                  </a:lnTo>
                  <a:lnTo>
                    <a:pt x="431190" y="461568"/>
                  </a:lnTo>
                  <a:lnTo>
                    <a:pt x="433882" y="474916"/>
                  </a:lnTo>
                  <a:lnTo>
                    <a:pt x="441236" y="485825"/>
                  </a:lnTo>
                  <a:lnTo>
                    <a:pt x="452132" y="493166"/>
                  </a:lnTo>
                  <a:lnTo>
                    <a:pt x="465480" y="495858"/>
                  </a:lnTo>
                  <a:lnTo>
                    <a:pt x="784555" y="495858"/>
                  </a:lnTo>
                  <a:lnTo>
                    <a:pt x="784555" y="375589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3121885" y="5434762"/>
              <a:ext cx="513080" cy="633095"/>
            </a:xfrm>
            <a:custGeom>
              <a:avLst/>
              <a:gdLst/>
              <a:ahLst/>
              <a:cxnLst/>
              <a:rect l="l" t="t" r="r" b="b"/>
              <a:pathLst>
                <a:path w="513080" h="633095">
                  <a:moveTo>
                    <a:pt x="458383" y="0"/>
                  </a:moveTo>
                  <a:lnTo>
                    <a:pt x="0" y="0"/>
                  </a:lnTo>
                  <a:lnTo>
                    <a:pt x="50783" y="632787"/>
                  </a:lnTo>
                  <a:lnTo>
                    <a:pt x="513021" y="632787"/>
                  </a:lnTo>
                  <a:lnTo>
                    <a:pt x="45838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3189136" y="5481884"/>
              <a:ext cx="394335" cy="537845"/>
            </a:xfrm>
            <a:custGeom>
              <a:avLst/>
              <a:gdLst/>
              <a:ahLst/>
              <a:cxnLst/>
              <a:rect l="l" t="t" r="r" b="b"/>
              <a:pathLst>
                <a:path w="394334" h="537845">
                  <a:moveTo>
                    <a:pt x="0" y="0"/>
                  </a:moveTo>
                  <a:lnTo>
                    <a:pt x="46867" y="537659"/>
                  </a:lnTo>
                  <a:lnTo>
                    <a:pt x="393841" y="533093"/>
                  </a:lnTo>
                  <a:lnTo>
                    <a:pt x="345978" y="3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3270985" y="5558332"/>
              <a:ext cx="217804" cy="365125"/>
            </a:xfrm>
            <a:custGeom>
              <a:avLst/>
              <a:gdLst/>
              <a:ahLst/>
              <a:cxnLst/>
              <a:rect l="l" t="t" r="r" b="b"/>
              <a:pathLst>
                <a:path w="217805" h="365125">
                  <a:moveTo>
                    <a:pt x="190507" y="0"/>
                  </a:moveTo>
                  <a:lnTo>
                    <a:pt x="0" y="0"/>
                  </a:lnTo>
                  <a:lnTo>
                    <a:pt x="32648" y="364721"/>
                  </a:lnTo>
                  <a:lnTo>
                    <a:pt x="217731" y="364721"/>
                  </a:lnTo>
                  <a:lnTo>
                    <a:pt x="190507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4" name="object 164" descr=""/>
          <p:cNvSpPr/>
          <p:nvPr/>
        </p:nvSpPr>
        <p:spPr>
          <a:xfrm>
            <a:off x="10735315" y="9320886"/>
            <a:ext cx="8058784" cy="0"/>
          </a:xfrm>
          <a:custGeom>
            <a:avLst/>
            <a:gdLst/>
            <a:ahLst/>
            <a:cxnLst/>
            <a:rect l="l" t="t" r="r" b="b"/>
            <a:pathLst>
              <a:path w="8058784" h="0">
                <a:moveTo>
                  <a:pt x="8058435" y="0"/>
                </a:moveTo>
                <a:lnTo>
                  <a:pt x="0" y="0"/>
                </a:lnTo>
                <a:lnTo>
                  <a:pt x="8058435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5" name="object 165" descr=""/>
          <p:cNvGrpSpPr/>
          <p:nvPr/>
        </p:nvGrpSpPr>
        <p:grpSpPr>
          <a:xfrm>
            <a:off x="13802858" y="4424579"/>
            <a:ext cx="2494280" cy="2057400"/>
            <a:chOff x="13802858" y="4424579"/>
            <a:chExt cx="2494280" cy="2057400"/>
          </a:xfrm>
        </p:grpSpPr>
        <p:sp>
          <p:nvSpPr>
            <p:cNvPr id="166" name="object 166" descr=""/>
            <p:cNvSpPr/>
            <p:nvPr/>
          </p:nvSpPr>
          <p:spPr>
            <a:xfrm>
              <a:off x="13802855" y="4424584"/>
              <a:ext cx="2494280" cy="2057400"/>
            </a:xfrm>
            <a:custGeom>
              <a:avLst/>
              <a:gdLst/>
              <a:ahLst/>
              <a:cxnLst/>
              <a:rect l="l" t="t" r="r" b="b"/>
              <a:pathLst>
                <a:path w="2494280" h="2057400">
                  <a:moveTo>
                    <a:pt x="2494051" y="44831"/>
                  </a:moveTo>
                  <a:lnTo>
                    <a:pt x="2490520" y="27381"/>
                  </a:lnTo>
                  <a:lnTo>
                    <a:pt x="2480919" y="13131"/>
                  </a:lnTo>
                  <a:lnTo>
                    <a:pt x="2466670" y="3530"/>
                  </a:lnTo>
                  <a:lnTo>
                    <a:pt x="2449220" y="0"/>
                  </a:lnTo>
                  <a:lnTo>
                    <a:pt x="44818" y="0"/>
                  </a:lnTo>
                  <a:lnTo>
                    <a:pt x="27368" y="3530"/>
                  </a:lnTo>
                  <a:lnTo>
                    <a:pt x="13119" y="13131"/>
                  </a:lnTo>
                  <a:lnTo>
                    <a:pt x="3517" y="27381"/>
                  </a:lnTo>
                  <a:lnTo>
                    <a:pt x="0" y="44831"/>
                  </a:lnTo>
                  <a:lnTo>
                    <a:pt x="0" y="1602752"/>
                  </a:lnTo>
                  <a:lnTo>
                    <a:pt x="7759" y="1641233"/>
                  </a:lnTo>
                  <a:lnTo>
                    <a:pt x="28956" y="1672653"/>
                  </a:lnTo>
                  <a:lnTo>
                    <a:pt x="60375" y="1693849"/>
                  </a:lnTo>
                  <a:lnTo>
                    <a:pt x="98856" y="1701609"/>
                  </a:lnTo>
                  <a:lnTo>
                    <a:pt x="1029830" y="1701609"/>
                  </a:lnTo>
                  <a:lnTo>
                    <a:pt x="954862" y="1832190"/>
                  </a:lnTo>
                  <a:lnTo>
                    <a:pt x="929868" y="1912747"/>
                  </a:lnTo>
                  <a:lnTo>
                    <a:pt x="954862" y="1976628"/>
                  </a:lnTo>
                  <a:lnTo>
                    <a:pt x="1029830" y="2057158"/>
                  </a:lnTo>
                  <a:lnTo>
                    <a:pt x="1477860" y="2057158"/>
                  </a:lnTo>
                  <a:lnTo>
                    <a:pt x="1353400" y="1970252"/>
                  </a:lnTo>
                  <a:lnTo>
                    <a:pt x="1310373" y="1904250"/>
                  </a:lnTo>
                  <a:lnTo>
                    <a:pt x="1347368" y="1825815"/>
                  </a:lnTo>
                  <a:lnTo>
                    <a:pt x="1463014" y="1701609"/>
                  </a:lnTo>
                  <a:lnTo>
                    <a:pt x="2395194" y="1701609"/>
                  </a:lnTo>
                  <a:lnTo>
                    <a:pt x="2433675" y="1693849"/>
                  </a:lnTo>
                  <a:lnTo>
                    <a:pt x="2465095" y="1672653"/>
                  </a:lnTo>
                  <a:lnTo>
                    <a:pt x="2486279" y="1641233"/>
                  </a:lnTo>
                  <a:lnTo>
                    <a:pt x="2494051" y="1602752"/>
                  </a:lnTo>
                  <a:lnTo>
                    <a:pt x="2494051" y="44831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4810735" y="6126192"/>
              <a:ext cx="455295" cy="75565"/>
            </a:xfrm>
            <a:custGeom>
              <a:avLst/>
              <a:gdLst/>
              <a:ahLst/>
              <a:cxnLst/>
              <a:rect l="l" t="t" r="r" b="b"/>
              <a:pathLst>
                <a:path w="455294" h="75564">
                  <a:moveTo>
                    <a:pt x="455137" y="0"/>
                  </a:moveTo>
                  <a:lnTo>
                    <a:pt x="21957" y="0"/>
                  </a:lnTo>
                  <a:lnTo>
                    <a:pt x="0" y="44061"/>
                  </a:lnTo>
                  <a:lnTo>
                    <a:pt x="397014" y="75180"/>
                  </a:lnTo>
                  <a:lnTo>
                    <a:pt x="416275" y="47566"/>
                  </a:lnTo>
                  <a:lnTo>
                    <a:pt x="428750" y="30530"/>
                  </a:lnTo>
                  <a:lnTo>
                    <a:pt x="439887" y="17024"/>
                  </a:lnTo>
                  <a:lnTo>
                    <a:pt x="455137" y="0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8" name="object 16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053742" y="5911930"/>
              <a:ext cx="98206" cy="98195"/>
            </a:xfrm>
            <a:prstGeom prst="rect">
              <a:avLst/>
            </a:prstGeom>
          </p:spPr>
        </p:pic>
        <p:sp>
          <p:nvSpPr>
            <p:cNvPr id="169" name="object 169" descr=""/>
            <p:cNvSpPr/>
            <p:nvPr/>
          </p:nvSpPr>
          <p:spPr>
            <a:xfrm>
              <a:off x="13936256" y="4518323"/>
              <a:ext cx="2255520" cy="1297940"/>
            </a:xfrm>
            <a:custGeom>
              <a:avLst/>
              <a:gdLst/>
              <a:ahLst/>
              <a:cxnLst/>
              <a:rect l="l" t="t" r="r" b="b"/>
              <a:pathLst>
                <a:path w="2255519" h="1297939">
                  <a:moveTo>
                    <a:pt x="2254905" y="0"/>
                  </a:moveTo>
                  <a:lnTo>
                    <a:pt x="0" y="0"/>
                  </a:lnTo>
                  <a:lnTo>
                    <a:pt x="0" y="1297751"/>
                  </a:lnTo>
                  <a:lnTo>
                    <a:pt x="2254905" y="1297751"/>
                  </a:lnTo>
                  <a:lnTo>
                    <a:pt x="2254905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3961543" y="4628194"/>
              <a:ext cx="530860" cy="1156335"/>
            </a:xfrm>
            <a:custGeom>
              <a:avLst/>
              <a:gdLst/>
              <a:ahLst/>
              <a:cxnLst/>
              <a:rect l="l" t="t" r="r" b="b"/>
              <a:pathLst>
                <a:path w="530859" h="1156335">
                  <a:moveTo>
                    <a:pt x="530685" y="0"/>
                  </a:moveTo>
                  <a:lnTo>
                    <a:pt x="0" y="0"/>
                  </a:lnTo>
                  <a:lnTo>
                    <a:pt x="0" y="1156121"/>
                  </a:lnTo>
                  <a:lnTo>
                    <a:pt x="530685" y="1156121"/>
                  </a:lnTo>
                  <a:lnTo>
                    <a:pt x="530685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3961529" y="5065769"/>
              <a:ext cx="530860" cy="578485"/>
            </a:xfrm>
            <a:custGeom>
              <a:avLst/>
              <a:gdLst/>
              <a:ahLst/>
              <a:cxnLst/>
              <a:rect l="l" t="t" r="r" b="b"/>
              <a:pathLst>
                <a:path w="530859" h="578485">
                  <a:moveTo>
                    <a:pt x="530479" y="463664"/>
                  </a:moveTo>
                  <a:lnTo>
                    <a:pt x="0" y="463664"/>
                  </a:lnTo>
                  <a:lnTo>
                    <a:pt x="0" y="578129"/>
                  </a:lnTo>
                  <a:lnTo>
                    <a:pt x="530479" y="578129"/>
                  </a:lnTo>
                  <a:lnTo>
                    <a:pt x="530479" y="463664"/>
                  </a:lnTo>
                  <a:close/>
                </a:path>
                <a:path w="530859" h="578485">
                  <a:moveTo>
                    <a:pt x="530479" y="211302"/>
                  </a:moveTo>
                  <a:lnTo>
                    <a:pt x="0" y="211302"/>
                  </a:lnTo>
                  <a:lnTo>
                    <a:pt x="0" y="314782"/>
                  </a:lnTo>
                  <a:lnTo>
                    <a:pt x="530479" y="314782"/>
                  </a:lnTo>
                  <a:lnTo>
                    <a:pt x="530479" y="211302"/>
                  </a:lnTo>
                  <a:close/>
                </a:path>
                <a:path w="530859" h="578485">
                  <a:moveTo>
                    <a:pt x="530479" y="0"/>
                  </a:moveTo>
                  <a:lnTo>
                    <a:pt x="0" y="0"/>
                  </a:lnTo>
                  <a:lnTo>
                    <a:pt x="0" y="103479"/>
                  </a:lnTo>
                  <a:lnTo>
                    <a:pt x="530479" y="103479"/>
                  </a:lnTo>
                  <a:lnTo>
                    <a:pt x="530479" y="0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093304" y="4706170"/>
              <a:ext cx="252777" cy="252779"/>
            </a:xfrm>
            <a:prstGeom prst="rect">
              <a:avLst/>
            </a:prstGeom>
          </p:spPr>
        </p:pic>
        <p:sp>
          <p:nvSpPr>
            <p:cNvPr id="173" name="object 173" descr=""/>
            <p:cNvSpPr/>
            <p:nvPr/>
          </p:nvSpPr>
          <p:spPr>
            <a:xfrm>
              <a:off x="14089472" y="4702554"/>
              <a:ext cx="258445" cy="260350"/>
            </a:xfrm>
            <a:custGeom>
              <a:avLst/>
              <a:gdLst/>
              <a:ahLst/>
              <a:cxnLst/>
              <a:rect l="l" t="t" r="r" b="b"/>
              <a:pathLst>
                <a:path w="258444" h="260350">
                  <a:moveTo>
                    <a:pt x="121460" y="0"/>
                  </a:moveTo>
                  <a:lnTo>
                    <a:pt x="69462" y="14737"/>
                  </a:lnTo>
                  <a:lnTo>
                    <a:pt x="38495" y="37528"/>
                  </a:lnTo>
                  <a:lnTo>
                    <a:pt x="14795" y="69724"/>
                  </a:lnTo>
                  <a:lnTo>
                    <a:pt x="1823" y="108925"/>
                  </a:lnTo>
                  <a:lnTo>
                    <a:pt x="0" y="130011"/>
                  </a:lnTo>
                  <a:lnTo>
                    <a:pt x="1817" y="151063"/>
                  </a:lnTo>
                  <a:lnTo>
                    <a:pt x="14784" y="190281"/>
                  </a:lnTo>
                  <a:lnTo>
                    <a:pt x="38487" y="222486"/>
                  </a:lnTo>
                  <a:lnTo>
                    <a:pt x="69460" y="245284"/>
                  </a:lnTo>
                  <a:lnTo>
                    <a:pt x="121464" y="260023"/>
                  </a:lnTo>
                  <a:lnTo>
                    <a:pt x="138614" y="259979"/>
                  </a:lnTo>
                  <a:lnTo>
                    <a:pt x="155061" y="257945"/>
                  </a:lnTo>
                  <a:lnTo>
                    <a:pt x="170577" y="253941"/>
                  </a:lnTo>
                  <a:lnTo>
                    <a:pt x="175297" y="252051"/>
                  </a:lnTo>
                  <a:lnTo>
                    <a:pt x="138158" y="252051"/>
                  </a:lnTo>
                  <a:lnTo>
                    <a:pt x="122061" y="251883"/>
                  </a:lnTo>
                  <a:lnTo>
                    <a:pt x="73577" y="237594"/>
                  </a:lnTo>
                  <a:lnTo>
                    <a:pt x="32897" y="202020"/>
                  </a:lnTo>
                  <a:lnTo>
                    <a:pt x="10966" y="149585"/>
                  </a:lnTo>
                  <a:lnTo>
                    <a:pt x="9275" y="129990"/>
                  </a:lnTo>
                  <a:lnTo>
                    <a:pt x="10969" y="110408"/>
                  </a:lnTo>
                  <a:lnTo>
                    <a:pt x="22938" y="73953"/>
                  </a:lnTo>
                  <a:lnTo>
                    <a:pt x="58565" y="31982"/>
                  </a:lnTo>
                  <a:lnTo>
                    <a:pt x="105701" y="10479"/>
                  </a:lnTo>
                  <a:lnTo>
                    <a:pt x="138153" y="7967"/>
                  </a:lnTo>
                  <a:lnTo>
                    <a:pt x="175297" y="7967"/>
                  </a:lnTo>
                  <a:lnTo>
                    <a:pt x="170571" y="6075"/>
                  </a:lnTo>
                  <a:lnTo>
                    <a:pt x="155061" y="2078"/>
                  </a:lnTo>
                  <a:lnTo>
                    <a:pt x="138610" y="43"/>
                  </a:lnTo>
                  <a:lnTo>
                    <a:pt x="121460" y="0"/>
                  </a:lnTo>
                  <a:close/>
                </a:path>
                <a:path w="258444" h="260350">
                  <a:moveTo>
                    <a:pt x="175297" y="7967"/>
                  </a:moveTo>
                  <a:lnTo>
                    <a:pt x="138153" y="7967"/>
                  </a:lnTo>
                  <a:lnTo>
                    <a:pt x="153647" y="9648"/>
                  </a:lnTo>
                  <a:lnTo>
                    <a:pt x="168312" y="13166"/>
                  </a:lnTo>
                  <a:lnTo>
                    <a:pt x="205499" y="32161"/>
                  </a:lnTo>
                  <a:lnTo>
                    <a:pt x="237316" y="66757"/>
                  </a:lnTo>
                  <a:lnTo>
                    <a:pt x="254627" y="112434"/>
                  </a:lnTo>
                  <a:lnTo>
                    <a:pt x="256809" y="127978"/>
                  </a:lnTo>
                  <a:lnTo>
                    <a:pt x="257414" y="130011"/>
                  </a:lnTo>
                  <a:lnTo>
                    <a:pt x="256809" y="132043"/>
                  </a:lnTo>
                  <a:lnTo>
                    <a:pt x="256086" y="138126"/>
                  </a:lnTo>
                  <a:lnTo>
                    <a:pt x="254627" y="147584"/>
                  </a:lnTo>
                  <a:lnTo>
                    <a:pt x="237318" y="193258"/>
                  </a:lnTo>
                  <a:lnTo>
                    <a:pt x="205510" y="227862"/>
                  </a:lnTo>
                  <a:lnTo>
                    <a:pt x="168317" y="246855"/>
                  </a:lnTo>
                  <a:lnTo>
                    <a:pt x="138158" y="252051"/>
                  </a:lnTo>
                  <a:lnTo>
                    <a:pt x="175297" y="252051"/>
                  </a:lnTo>
                  <a:lnTo>
                    <a:pt x="209489" y="233076"/>
                  </a:lnTo>
                  <a:lnTo>
                    <a:pt x="241776" y="195920"/>
                  </a:lnTo>
                  <a:lnTo>
                    <a:pt x="257424" y="151382"/>
                  </a:lnTo>
                  <a:lnTo>
                    <a:pt x="258074" y="143445"/>
                  </a:lnTo>
                  <a:lnTo>
                    <a:pt x="257937" y="138126"/>
                  </a:lnTo>
                  <a:lnTo>
                    <a:pt x="257861" y="132043"/>
                  </a:lnTo>
                  <a:lnTo>
                    <a:pt x="257937" y="121896"/>
                  </a:lnTo>
                  <a:lnTo>
                    <a:pt x="258074" y="116577"/>
                  </a:lnTo>
                  <a:lnTo>
                    <a:pt x="257424" y="108640"/>
                  </a:lnTo>
                  <a:lnTo>
                    <a:pt x="241772" y="64093"/>
                  </a:lnTo>
                  <a:lnTo>
                    <a:pt x="209489" y="26936"/>
                  </a:lnTo>
                  <a:lnTo>
                    <a:pt x="184874" y="11801"/>
                  </a:lnTo>
                  <a:lnTo>
                    <a:pt x="175297" y="7967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4492239" y="5014999"/>
              <a:ext cx="1661795" cy="155575"/>
            </a:xfrm>
            <a:custGeom>
              <a:avLst/>
              <a:gdLst/>
              <a:ahLst/>
              <a:cxnLst/>
              <a:rect l="l" t="t" r="r" b="b"/>
              <a:pathLst>
                <a:path w="1661794" h="155575">
                  <a:moveTo>
                    <a:pt x="1661719" y="0"/>
                  </a:moveTo>
                  <a:lnTo>
                    <a:pt x="0" y="0"/>
                  </a:lnTo>
                  <a:lnTo>
                    <a:pt x="0" y="155482"/>
                  </a:lnTo>
                  <a:lnTo>
                    <a:pt x="1661719" y="155482"/>
                  </a:lnTo>
                  <a:lnTo>
                    <a:pt x="166171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4492239" y="4628194"/>
              <a:ext cx="1661795" cy="78105"/>
            </a:xfrm>
            <a:custGeom>
              <a:avLst/>
              <a:gdLst/>
              <a:ahLst/>
              <a:cxnLst/>
              <a:rect l="l" t="t" r="r" b="b"/>
              <a:pathLst>
                <a:path w="1661794" h="78104">
                  <a:moveTo>
                    <a:pt x="1661719" y="0"/>
                  </a:moveTo>
                  <a:lnTo>
                    <a:pt x="0" y="0"/>
                  </a:lnTo>
                  <a:lnTo>
                    <a:pt x="0" y="77976"/>
                  </a:lnTo>
                  <a:lnTo>
                    <a:pt x="1661719" y="77976"/>
                  </a:lnTo>
                  <a:lnTo>
                    <a:pt x="1661719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4492237" y="4649361"/>
              <a:ext cx="1661795" cy="210820"/>
            </a:xfrm>
            <a:custGeom>
              <a:avLst/>
              <a:gdLst/>
              <a:ahLst/>
              <a:cxnLst/>
              <a:rect l="l" t="t" r="r" b="b"/>
              <a:pathLst>
                <a:path w="1661794" h="210820">
                  <a:moveTo>
                    <a:pt x="1193723" y="5562"/>
                  </a:moveTo>
                  <a:lnTo>
                    <a:pt x="1190358" y="2184"/>
                  </a:lnTo>
                  <a:lnTo>
                    <a:pt x="49326" y="2184"/>
                  </a:lnTo>
                  <a:lnTo>
                    <a:pt x="45948" y="5562"/>
                  </a:lnTo>
                  <a:lnTo>
                    <a:pt x="45948" y="29337"/>
                  </a:lnTo>
                  <a:lnTo>
                    <a:pt x="49326" y="32715"/>
                  </a:lnTo>
                  <a:lnTo>
                    <a:pt x="1186192" y="32715"/>
                  </a:lnTo>
                  <a:lnTo>
                    <a:pt x="1190358" y="32715"/>
                  </a:lnTo>
                  <a:lnTo>
                    <a:pt x="1193723" y="29337"/>
                  </a:lnTo>
                  <a:lnTo>
                    <a:pt x="1193723" y="5562"/>
                  </a:lnTo>
                  <a:close/>
                </a:path>
                <a:path w="1661794" h="210820">
                  <a:moveTo>
                    <a:pt x="1353959" y="5562"/>
                  </a:moveTo>
                  <a:lnTo>
                    <a:pt x="1350594" y="2184"/>
                  </a:lnTo>
                  <a:lnTo>
                    <a:pt x="1257046" y="2184"/>
                  </a:lnTo>
                  <a:lnTo>
                    <a:pt x="1253667" y="5562"/>
                  </a:lnTo>
                  <a:lnTo>
                    <a:pt x="1253667" y="29337"/>
                  </a:lnTo>
                  <a:lnTo>
                    <a:pt x="1257046" y="32715"/>
                  </a:lnTo>
                  <a:lnTo>
                    <a:pt x="1346428" y="32715"/>
                  </a:lnTo>
                  <a:lnTo>
                    <a:pt x="1350594" y="32715"/>
                  </a:lnTo>
                  <a:lnTo>
                    <a:pt x="1353959" y="29337"/>
                  </a:lnTo>
                  <a:lnTo>
                    <a:pt x="1353959" y="5562"/>
                  </a:lnTo>
                  <a:close/>
                </a:path>
                <a:path w="1661794" h="210820">
                  <a:moveTo>
                    <a:pt x="1419796" y="16662"/>
                  </a:moveTo>
                  <a:lnTo>
                    <a:pt x="1407236" y="16662"/>
                  </a:lnTo>
                  <a:lnTo>
                    <a:pt x="1407236" y="29222"/>
                  </a:lnTo>
                  <a:lnTo>
                    <a:pt x="1419796" y="29222"/>
                  </a:lnTo>
                  <a:lnTo>
                    <a:pt x="1419796" y="16662"/>
                  </a:lnTo>
                  <a:close/>
                </a:path>
                <a:path w="1661794" h="210820">
                  <a:moveTo>
                    <a:pt x="1419796" y="0"/>
                  </a:moveTo>
                  <a:lnTo>
                    <a:pt x="1407236" y="0"/>
                  </a:lnTo>
                  <a:lnTo>
                    <a:pt x="1407236" y="12573"/>
                  </a:lnTo>
                  <a:lnTo>
                    <a:pt x="1419796" y="12573"/>
                  </a:lnTo>
                  <a:lnTo>
                    <a:pt x="1419796" y="0"/>
                  </a:lnTo>
                  <a:close/>
                </a:path>
                <a:path w="1661794" h="210820">
                  <a:moveTo>
                    <a:pt x="1439341" y="16662"/>
                  </a:moveTo>
                  <a:lnTo>
                    <a:pt x="1426781" y="16662"/>
                  </a:lnTo>
                  <a:lnTo>
                    <a:pt x="1426781" y="29222"/>
                  </a:lnTo>
                  <a:lnTo>
                    <a:pt x="1439341" y="29222"/>
                  </a:lnTo>
                  <a:lnTo>
                    <a:pt x="1439341" y="16662"/>
                  </a:lnTo>
                  <a:close/>
                </a:path>
                <a:path w="1661794" h="210820">
                  <a:moveTo>
                    <a:pt x="1439341" y="0"/>
                  </a:moveTo>
                  <a:lnTo>
                    <a:pt x="1426781" y="0"/>
                  </a:lnTo>
                  <a:lnTo>
                    <a:pt x="1426781" y="12573"/>
                  </a:lnTo>
                  <a:lnTo>
                    <a:pt x="1439341" y="12573"/>
                  </a:lnTo>
                  <a:lnTo>
                    <a:pt x="1439341" y="0"/>
                  </a:lnTo>
                  <a:close/>
                </a:path>
                <a:path w="1661794" h="210820">
                  <a:moveTo>
                    <a:pt x="1661718" y="56819"/>
                  </a:moveTo>
                  <a:lnTo>
                    <a:pt x="0" y="56819"/>
                  </a:lnTo>
                  <a:lnTo>
                    <a:pt x="0" y="210337"/>
                  </a:lnTo>
                  <a:lnTo>
                    <a:pt x="1661718" y="210337"/>
                  </a:lnTo>
                  <a:lnTo>
                    <a:pt x="1661718" y="56819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4531861" y="4756943"/>
              <a:ext cx="53975" cy="510540"/>
            </a:xfrm>
            <a:custGeom>
              <a:avLst/>
              <a:gdLst/>
              <a:ahLst/>
              <a:cxnLst/>
              <a:rect l="l" t="t" r="r" b="b"/>
              <a:pathLst>
                <a:path w="53975" h="510539">
                  <a:moveTo>
                    <a:pt x="47485" y="463054"/>
                  </a:moveTo>
                  <a:lnTo>
                    <a:pt x="0" y="463054"/>
                  </a:lnTo>
                  <a:lnTo>
                    <a:pt x="0" y="510108"/>
                  </a:lnTo>
                  <a:lnTo>
                    <a:pt x="47485" y="510108"/>
                  </a:lnTo>
                  <a:lnTo>
                    <a:pt x="47485" y="463054"/>
                  </a:lnTo>
                  <a:close/>
                </a:path>
                <a:path w="53975" h="510539">
                  <a:moveTo>
                    <a:pt x="53365" y="0"/>
                  </a:moveTo>
                  <a:lnTo>
                    <a:pt x="6324" y="0"/>
                  </a:lnTo>
                  <a:lnTo>
                    <a:pt x="6324" y="47028"/>
                  </a:lnTo>
                  <a:lnTo>
                    <a:pt x="53365" y="47028"/>
                  </a:lnTo>
                  <a:lnTo>
                    <a:pt x="53365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4492239" y="5322445"/>
              <a:ext cx="1661795" cy="153670"/>
            </a:xfrm>
            <a:custGeom>
              <a:avLst/>
              <a:gdLst/>
              <a:ahLst/>
              <a:cxnLst/>
              <a:rect l="l" t="t" r="r" b="b"/>
              <a:pathLst>
                <a:path w="1661794" h="153670">
                  <a:moveTo>
                    <a:pt x="0" y="153189"/>
                  </a:moveTo>
                  <a:lnTo>
                    <a:pt x="1661719" y="153189"/>
                  </a:lnTo>
                  <a:lnTo>
                    <a:pt x="1661719" y="0"/>
                  </a:lnTo>
                  <a:lnTo>
                    <a:pt x="0" y="0"/>
                  </a:lnTo>
                  <a:lnTo>
                    <a:pt x="0" y="153189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4531861" y="5373198"/>
              <a:ext cx="47625" cy="200660"/>
            </a:xfrm>
            <a:custGeom>
              <a:avLst/>
              <a:gdLst/>
              <a:ahLst/>
              <a:cxnLst/>
              <a:rect l="l" t="t" r="r" b="b"/>
              <a:pathLst>
                <a:path w="47625" h="200660">
                  <a:moveTo>
                    <a:pt x="47485" y="153200"/>
                  </a:moveTo>
                  <a:lnTo>
                    <a:pt x="0" y="153200"/>
                  </a:lnTo>
                  <a:lnTo>
                    <a:pt x="0" y="200240"/>
                  </a:lnTo>
                  <a:lnTo>
                    <a:pt x="47485" y="200240"/>
                  </a:lnTo>
                  <a:lnTo>
                    <a:pt x="47485" y="153200"/>
                  </a:lnTo>
                  <a:close/>
                </a:path>
                <a:path w="47625" h="200660">
                  <a:moveTo>
                    <a:pt x="47485" y="0"/>
                  </a:moveTo>
                  <a:lnTo>
                    <a:pt x="0" y="0"/>
                  </a:lnTo>
                  <a:lnTo>
                    <a:pt x="0" y="47053"/>
                  </a:lnTo>
                  <a:lnTo>
                    <a:pt x="47485" y="47053"/>
                  </a:lnTo>
                  <a:lnTo>
                    <a:pt x="47485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4492239" y="5628834"/>
              <a:ext cx="1661795" cy="155575"/>
            </a:xfrm>
            <a:custGeom>
              <a:avLst/>
              <a:gdLst/>
              <a:ahLst/>
              <a:cxnLst/>
              <a:rect l="l" t="t" r="r" b="b"/>
              <a:pathLst>
                <a:path w="1661794" h="155575">
                  <a:moveTo>
                    <a:pt x="1661719" y="0"/>
                  </a:moveTo>
                  <a:lnTo>
                    <a:pt x="0" y="0"/>
                  </a:lnTo>
                  <a:lnTo>
                    <a:pt x="0" y="155482"/>
                  </a:lnTo>
                  <a:lnTo>
                    <a:pt x="1661719" y="155482"/>
                  </a:lnTo>
                  <a:lnTo>
                    <a:pt x="166171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4531861" y="4910448"/>
              <a:ext cx="53975" cy="816610"/>
            </a:xfrm>
            <a:custGeom>
              <a:avLst/>
              <a:gdLst/>
              <a:ahLst/>
              <a:cxnLst/>
              <a:rect l="l" t="t" r="r" b="b"/>
              <a:pathLst>
                <a:path w="53975" h="816610">
                  <a:moveTo>
                    <a:pt x="47485" y="769150"/>
                  </a:moveTo>
                  <a:lnTo>
                    <a:pt x="0" y="769150"/>
                  </a:lnTo>
                  <a:lnTo>
                    <a:pt x="0" y="816190"/>
                  </a:lnTo>
                  <a:lnTo>
                    <a:pt x="47485" y="816190"/>
                  </a:lnTo>
                  <a:lnTo>
                    <a:pt x="47485" y="769150"/>
                  </a:lnTo>
                  <a:close/>
                </a:path>
                <a:path w="53975" h="816610">
                  <a:moveTo>
                    <a:pt x="53365" y="155308"/>
                  </a:moveTo>
                  <a:lnTo>
                    <a:pt x="6324" y="155308"/>
                  </a:lnTo>
                  <a:lnTo>
                    <a:pt x="6324" y="202349"/>
                  </a:lnTo>
                  <a:lnTo>
                    <a:pt x="53365" y="202349"/>
                  </a:lnTo>
                  <a:lnTo>
                    <a:pt x="53365" y="155308"/>
                  </a:lnTo>
                  <a:close/>
                </a:path>
                <a:path w="53975" h="816610">
                  <a:moveTo>
                    <a:pt x="53365" y="0"/>
                  </a:moveTo>
                  <a:lnTo>
                    <a:pt x="6324" y="0"/>
                  </a:lnTo>
                  <a:lnTo>
                    <a:pt x="6324" y="47053"/>
                  </a:lnTo>
                  <a:lnTo>
                    <a:pt x="53365" y="47053"/>
                  </a:lnTo>
                  <a:lnTo>
                    <a:pt x="53365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4007198" y="4575790"/>
              <a:ext cx="139065" cy="28575"/>
            </a:xfrm>
            <a:custGeom>
              <a:avLst/>
              <a:gdLst/>
              <a:ahLst/>
              <a:cxnLst/>
              <a:rect l="l" t="t" r="r" b="b"/>
              <a:pathLst>
                <a:path w="139065" h="28575">
                  <a:moveTo>
                    <a:pt x="28333" y="6350"/>
                  </a:moveTo>
                  <a:lnTo>
                    <a:pt x="21996" y="0"/>
                  </a:lnTo>
                  <a:lnTo>
                    <a:pt x="6337" y="0"/>
                  </a:lnTo>
                  <a:lnTo>
                    <a:pt x="0" y="6350"/>
                  </a:lnTo>
                  <a:lnTo>
                    <a:pt x="0" y="22009"/>
                  </a:lnTo>
                  <a:lnTo>
                    <a:pt x="6337" y="28359"/>
                  </a:lnTo>
                  <a:lnTo>
                    <a:pt x="21996" y="28359"/>
                  </a:lnTo>
                  <a:lnTo>
                    <a:pt x="28333" y="22009"/>
                  </a:lnTo>
                  <a:lnTo>
                    <a:pt x="28333" y="14185"/>
                  </a:lnTo>
                  <a:lnTo>
                    <a:pt x="28333" y="6350"/>
                  </a:lnTo>
                  <a:close/>
                </a:path>
                <a:path w="139065" h="28575">
                  <a:moveTo>
                    <a:pt x="83591" y="6350"/>
                  </a:moveTo>
                  <a:lnTo>
                    <a:pt x="77254" y="0"/>
                  </a:lnTo>
                  <a:lnTo>
                    <a:pt x="61595" y="0"/>
                  </a:lnTo>
                  <a:lnTo>
                    <a:pt x="55245" y="6350"/>
                  </a:lnTo>
                  <a:lnTo>
                    <a:pt x="55245" y="22009"/>
                  </a:lnTo>
                  <a:lnTo>
                    <a:pt x="61595" y="28359"/>
                  </a:lnTo>
                  <a:lnTo>
                    <a:pt x="77254" y="28359"/>
                  </a:lnTo>
                  <a:lnTo>
                    <a:pt x="83591" y="22009"/>
                  </a:lnTo>
                  <a:lnTo>
                    <a:pt x="83591" y="14185"/>
                  </a:lnTo>
                  <a:lnTo>
                    <a:pt x="83591" y="6350"/>
                  </a:lnTo>
                  <a:close/>
                </a:path>
                <a:path w="139065" h="28575">
                  <a:moveTo>
                    <a:pt x="138849" y="6350"/>
                  </a:moveTo>
                  <a:lnTo>
                    <a:pt x="132511" y="0"/>
                  </a:lnTo>
                  <a:lnTo>
                    <a:pt x="116852" y="0"/>
                  </a:lnTo>
                  <a:lnTo>
                    <a:pt x="110502" y="6350"/>
                  </a:lnTo>
                  <a:lnTo>
                    <a:pt x="110502" y="22009"/>
                  </a:lnTo>
                  <a:lnTo>
                    <a:pt x="116852" y="28359"/>
                  </a:lnTo>
                  <a:lnTo>
                    <a:pt x="132511" y="28359"/>
                  </a:lnTo>
                  <a:lnTo>
                    <a:pt x="138849" y="22009"/>
                  </a:lnTo>
                  <a:lnTo>
                    <a:pt x="138849" y="14185"/>
                  </a:lnTo>
                  <a:lnTo>
                    <a:pt x="138849" y="635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3" name="object 183" descr=""/>
          <p:cNvSpPr/>
          <p:nvPr/>
        </p:nvSpPr>
        <p:spPr>
          <a:xfrm>
            <a:off x="16778994" y="6636760"/>
            <a:ext cx="433070" cy="2684145"/>
          </a:xfrm>
          <a:custGeom>
            <a:avLst/>
            <a:gdLst/>
            <a:ahLst/>
            <a:cxnLst/>
            <a:rect l="l" t="t" r="r" b="b"/>
            <a:pathLst>
              <a:path w="433069" h="2684145">
                <a:moveTo>
                  <a:pt x="175848" y="0"/>
                </a:moveTo>
                <a:lnTo>
                  <a:pt x="0" y="0"/>
                </a:lnTo>
                <a:lnTo>
                  <a:pt x="298922" y="2684127"/>
                </a:lnTo>
                <a:lnTo>
                  <a:pt x="432939" y="2684127"/>
                </a:lnTo>
                <a:lnTo>
                  <a:pt x="175848" y="0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 descr=""/>
          <p:cNvSpPr/>
          <p:nvPr/>
        </p:nvSpPr>
        <p:spPr>
          <a:xfrm>
            <a:off x="13984720" y="6481730"/>
            <a:ext cx="3268345" cy="2839720"/>
          </a:xfrm>
          <a:custGeom>
            <a:avLst/>
            <a:gdLst/>
            <a:ahLst/>
            <a:cxnLst/>
            <a:rect l="l" t="t" r="r" b="b"/>
            <a:pathLst>
              <a:path w="3268344" h="2839720">
                <a:moveTo>
                  <a:pt x="3268332" y="0"/>
                </a:moveTo>
                <a:lnTo>
                  <a:pt x="0" y="0"/>
                </a:lnTo>
                <a:lnTo>
                  <a:pt x="0" y="155041"/>
                </a:lnTo>
                <a:lnTo>
                  <a:pt x="1944649" y="155041"/>
                </a:lnTo>
                <a:lnTo>
                  <a:pt x="2245830" y="2839161"/>
                </a:lnTo>
                <a:lnTo>
                  <a:pt x="2379840" y="2839161"/>
                </a:lnTo>
                <a:lnTo>
                  <a:pt x="2120493" y="155041"/>
                </a:lnTo>
                <a:lnTo>
                  <a:pt x="3268332" y="155041"/>
                </a:lnTo>
                <a:lnTo>
                  <a:pt x="3268332" y="0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 descr=""/>
          <p:cNvSpPr/>
          <p:nvPr/>
        </p:nvSpPr>
        <p:spPr>
          <a:xfrm>
            <a:off x="13509766" y="6636760"/>
            <a:ext cx="421640" cy="2684145"/>
          </a:xfrm>
          <a:custGeom>
            <a:avLst/>
            <a:gdLst/>
            <a:ahLst/>
            <a:cxnLst/>
            <a:rect l="l" t="t" r="r" b="b"/>
            <a:pathLst>
              <a:path w="421640" h="2684145">
                <a:moveTo>
                  <a:pt x="421536" y="0"/>
                </a:moveTo>
                <a:lnTo>
                  <a:pt x="245688" y="0"/>
                </a:lnTo>
                <a:lnTo>
                  <a:pt x="0" y="2684127"/>
                </a:lnTo>
                <a:lnTo>
                  <a:pt x="134016" y="2684127"/>
                </a:lnTo>
                <a:lnTo>
                  <a:pt x="421536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 descr=""/>
          <p:cNvSpPr/>
          <p:nvPr/>
        </p:nvSpPr>
        <p:spPr>
          <a:xfrm>
            <a:off x="12360174" y="6481730"/>
            <a:ext cx="1624965" cy="2839720"/>
          </a:xfrm>
          <a:custGeom>
            <a:avLst/>
            <a:gdLst/>
            <a:ahLst/>
            <a:cxnLst/>
            <a:rect l="l" t="t" r="r" b="b"/>
            <a:pathLst>
              <a:path w="1624965" h="2839720">
                <a:moveTo>
                  <a:pt x="1624545" y="0"/>
                </a:moveTo>
                <a:lnTo>
                  <a:pt x="169151" y="0"/>
                </a:lnTo>
                <a:lnTo>
                  <a:pt x="169151" y="155041"/>
                </a:lnTo>
                <a:lnTo>
                  <a:pt x="259054" y="155041"/>
                </a:lnTo>
                <a:lnTo>
                  <a:pt x="0" y="2839161"/>
                </a:lnTo>
                <a:lnTo>
                  <a:pt x="134010" y="2839161"/>
                </a:lnTo>
                <a:lnTo>
                  <a:pt x="434898" y="155041"/>
                </a:lnTo>
                <a:lnTo>
                  <a:pt x="1624545" y="155041"/>
                </a:lnTo>
                <a:lnTo>
                  <a:pt x="1624545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 descr=""/>
          <p:cNvSpPr/>
          <p:nvPr/>
        </p:nvSpPr>
        <p:spPr>
          <a:xfrm>
            <a:off x="14651239" y="6435395"/>
            <a:ext cx="1005205" cy="46355"/>
          </a:xfrm>
          <a:custGeom>
            <a:avLst/>
            <a:gdLst/>
            <a:ahLst/>
            <a:cxnLst/>
            <a:rect l="l" t="t" r="r" b="b"/>
            <a:pathLst>
              <a:path w="1005205" h="46354">
                <a:moveTo>
                  <a:pt x="1004974" y="0"/>
                </a:moveTo>
                <a:lnTo>
                  <a:pt x="0" y="0"/>
                </a:lnTo>
                <a:lnTo>
                  <a:pt x="0" y="46344"/>
                </a:lnTo>
                <a:lnTo>
                  <a:pt x="1004974" y="46344"/>
                </a:lnTo>
                <a:lnTo>
                  <a:pt x="1004974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8" name="object 188" descr=""/>
          <p:cNvGrpSpPr/>
          <p:nvPr/>
        </p:nvGrpSpPr>
        <p:grpSpPr>
          <a:xfrm>
            <a:off x="15963575" y="6066678"/>
            <a:ext cx="2298700" cy="3254375"/>
            <a:chOff x="15963575" y="6066678"/>
            <a:chExt cx="2298700" cy="3254375"/>
          </a:xfrm>
        </p:grpSpPr>
        <p:sp>
          <p:nvSpPr>
            <p:cNvPr id="189" name="object 189" descr=""/>
            <p:cNvSpPr/>
            <p:nvPr/>
          </p:nvSpPr>
          <p:spPr>
            <a:xfrm>
              <a:off x="16899239" y="7551366"/>
              <a:ext cx="1348740" cy="1769745"/>
            </a:xfrm>
            <a:custGeom>
              <a:avLst/>
              <a:gdLst/>
              <a:ahLst/>
              <a:cxnLst/>
              <a:rect l="l" t="t" r="r" b="b"/>
              <a:pathLst>
                <a:path w="1348740" h="1769745">
                  <a:moveTo>
                    <a:pt x="313301" y="0"/>
                  </a:moveTo>
                  <a:lnTo>
                    <a:pt x="109284" y="37017"/>
                  </a:lnTo>
                  <a:lnTo>
                    <a:pt x="62778" y="29414"/>
                  </a:lnTo>
                  <a:lnTo>
                    <a:pt x="38445" y="31754"/>
                  </a:lnTo>
                  <a:lnTo>
                    <a:pt x="28335" y="48424"/>
                  </a:lnTo>
                  <a:lnTo>
                    <a:pt x="24501" y="83811"/>
                  </a:lnTo>
                  <a:lnTo>
                    <a:pt x="20986" y="128327"/>
                  </a:lnTo>
                  <a:lnTo>
                    <a:pt x="17610" y="166191"/>
                  </a:lnTo>
                  <a:lnTo>
                    <a:pt x="14072" y="202363"/>
                  </a:lnTo>
                  <a:lnTo>
                    <a:pt x="0" y="1769519"/>
                  </a:lnTo>
                  <a:lnTo>
                    <a:pt x="89253" y="1769519"/>
                  </a:lnTo>
                  <a:lnTo>
                    <a:pt x="95902" y="233556"/>
                  </a:lnTo>
                  <a:lnTo>
                    <a:pt x="99318" y="192900"/>
                  </a:lnTo>
                  <a:lnTo>
                    <a:pt x="106499" y="171548"/>
                  </a:lnTo>
                  <a:lnTo>
                    <a:pt x="122884" y="162481"/>
                  </a:lnTo>
                  <a:lnTo>
                    <a:pt x="153911" y="158678"/>
                  </a:lnTo>
                  <a:lnTo>
                    <a:pt x="310161" y="162288"/>
                  </a:lnTo>
                  <a:lnTo>
                    <a:pt x="601701" y="174792"/>
                  </a:lnTo>
                  <a:lnTo>
                    <a:pt x="883201" y="188173"/>
                  </a:lnTo>
                  <a:lnTo>
                    <a:pt x="1009330" y="194415"/>
                  </a:lnTo>
                  <a:lnTo>
                    <a:pt x="1245626" y="1769519"/>
                  </a:lnTo>
                  <a:lnTo>
                    <a:pt x="1348262" y="1769519"/>
                  </a:lnTo>
                  <a:lnTo>
                    <a:pt x="1117452" y="194604"/>
                  </a:lnTo>
                  <a:lnTo>
                    <a:pt x="722869" y="64019"/>
                  </a:lnTo>
                  <a:lnTo>
                    <a:pt x="486324" y="4076"/>
                  </a:lnTo>
                  <a:lnTo>
                    <a:pt x="313301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5967347" y="6066678"/>
              <a:ext cx="2294890" cy="1679575"/>
            </a:xfrm>
            <a:custGeom>
              <a:avLst/>
              <a:gdLst/>
              <a:ahLst/>
              <a:cxnLst/>
              <a:rect l="l" t="t" r="r" b="b"/>
              <a:pathLst>
                <a:path w="2294890" h="1679575">
                  <a:moveTo>
                    <a:pt x="2065480" y="1578328"/>
                  </a:moveTo>
                  <a:lnTo>
                    <a:pt x="135148" y="1578328"/>
                  </a:lnTo>
                  <a:lnTo>
                    <a:pt x="226065" y="1583193"/>
                  </a:lnTo>
                  <a:lnTo>
                    <a:pt x="361066" y="1595332"/>
                  </a:lnTo>
                  <a:lnTo>
                    <a:pt x="1140216" y="1679299"/>
                  </a:lnTo>
                  <a:lnTo>
                    <a:pt x="2049387" y="1679008"/>
                  </a:lnTo>
                  <a:lnTo>
                    <a:pt x="2065480" y="1578328"/>
                  </a:lnTo>
                  <a:close/>
                </a:path>
                <a:path w="2294890" h="1679575">
                  <a:moveTo>
                    <a:pt x="2049387" y="1679008"/>
                  </a:moveTo>
                  <a:lnTo>
                    <a:pt x="1792442" y="1679008"/>
                  </a:lnTo>
                  <a:lnTo>
                    <a:pt x="2049341" y="1679299"/>
                  </a:lnTo>
                  <a:lnTo>
                    <a:pt x="2049387" y="1679008"/>
                  </a:lnTo>
                  <a:close/>
                </a:path>
                <a:path w="2294890" h="1679575">
                  <a:moveTo>
                    <a:pt x="107326" y="1453934"/>
                  </a:moveTo>
                  <a:lnTo>
                    <a:pt x="67663" y="1459079"/>
                  </a:lnTo>
                  <a:lnTo>
                    <a:pt x="13139" y="1505328"/>
                  </a:lnTo>
                  <a:lnTo>
                    <a:pt x="0" y="1575766"/>
                  </a:lnTo>
                  <a:lnTo>
                    <a:pt x="12066" y="1611147"/>
                  </a:lnTo>
                  <a:lnTo>
                    <a:pt x="38219" y="1641887"/>
                  </a:lnTo>
                  <a:lnTo>
                    <a:pt x="44548" y="1616657"/>
                  </a:lnTo>
                  <a:lnTo>
                    <a:pt x="57937" y="1595595"/>
                  </a:lnTo>
                  <a:lnTo>
                    <a:pt x="85698" y="1581789"/>
                  </a:lnTo>
                  <a:lnTo>
                    <a:pt x="135148" y="1578328"/>
                  </a:lnTo>
                  <a:lnTo>
                    <a:pt x="2065480" y="1578328"/>
                  </a:lnTo>
                  <a:lnTo>
                    <a:pt x="2077049" y="1505954"/>
                  </a:lnTo>
                  <a:lnTo>
                    <a:pt x="961635" y="1505954"/>
                  </a:lnTo>
                  <a:lnTo>
                    <a:pt x="107326" y="1453934"/>
                  </a:lnTo>
                  <a:close/>
                </a:path>
                <a:path w="2294890" h="1679575">
                  <a:moveTo>
                    <a:pt x="1446888" y="0"/>
                  </a:moveTo>
                  <a:lnTo>
                    <a:pt x="1373493" y="8669"/>
                  </a:lnTo>
                  <a:lnTo>
                    <a:pt x="1305478" y="37475"/>
                  </a:lnTo>
                  <a:lnTo>
                    <a:pt x="1270120" y="61529"/>
                  </a:lnTo>
                  <a:lnTo>
                    <a:pt x="1234375" y="92636"/>
                  </a:lnTo>
                  <a:lnTo>
                    <a:pt x="1200867" y="131448"/>
                  </a:lnTo>
                  <a:lnTo>
                    <a:pt x="1172218" y="178618"/>
                  </a:lnTo>
                  <a:lnTo>
                    <a:pt x="1151054" y="234799"/>
                  </a:lnTo>
                  <a:lnTo>
                    <a:pt x="1119887" y="358487"/>
                  </a:lnTo>
                  <a:lnTo>
                    <a:pt x="1089768" y="532129"/>
                  </a:lnTo>
                  <a:lnTo>
                    <a:pt x="1042936" y="874894"/>
                  </a:lnTo>
                  <a:lnTo>
                    <a:pt x="961635" y="1505954"/>
                  </a:lnTo>
                  <a:lnTo>
                    <a:pt x="2077049" y="1505954"/>
                  </a:lnTo>
                  <a:lnTo>
                    <a:pt x="2294495" y="145608"/>
                  </a:lnTo>
                  <a:lnTo>
                    <a:pt x="2291679" y="97371"/>
                  </a:lnTo>
                  <a:lnTo>
                    <a:pt x="2269966" y="56387"/>
                  </a:lnTo>
                  <a:lnTo>
                    <a:pt x="2233543" y="27670"/>
                  </a:lnTo>
                  <a:lnTo>
                    <a:pt x="2186593" y="16240"/>
                  </a:lnTo>
                  <a:lnTo>
                    <a:pt x="1446888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7091794" y="6153239"/>
              <a:ext cx="1165225" cy="1598930"/>
            </a:xfrm>
            <a:custGeom>
              <a:avLst/>
              <a:gdLst/>
              <a:ahLst/>
              <a:cxnLst/>
              <a:rect l="l" t="t" r="r" b="b"/>
              <a:pathLst>
                <a:path w="1165225" h="1598929">
                  <a:moveTo>
                    <a:pt x="441133" y="0"/>
                  </a:moveTo>
                  <a:lnTo>
                    <a:pt x="385423" y="5773"/>
                  </a:lnTo>
                  <a:lnTo>
                    <a:pt x="331851" y="26697"/>
                  </a:lnTo>
                  <a:lnTo>
                    <a:pt x="285183" y="62522"/>
                  </a:lnTo>
                  <a:lnTo>
                    <a:pt x="250004" y="111153"/>
                  </a:lnTo>
                  <a:lnTo>
                    <a:pt x="233259" y="153847"/>
                  </a:lnTo>
                  <a:lnTo>
                    <a:pt x="55160" y="1242428"/>
                  </a:lnTo>
                  <a:lnTo>
                    <a:pt x="13999" y="1502786"/>
                  </a:lnTo>
                  <a:lnTo>
                    <a:pt x="3266" y="1573653"/>
                  </a:lnTo>
                  <a:lnTo>
                    <a:pt x="0" y="1598427"/>
                  </a:lnTo>
                  <a:lnTo>
                    <a:pt x="314" y="1598480"/>
                  </a:lnTo>
                  <a:lnTo>
                    <a:pt x="816" y="1596385"/>
                  </a:lnTo>
                  <a:lnTo>
                    <a:pt x="17570" y="1503362"/>
                  </a:lnTo>
                  <a:lnTo>
                    <a:pt x="61631" y="1243475"/>
                  </a:lnTo>
                  <a:lnTo>
                    <a:pt x="238884" y="170606"/>
                  </a:lnTo>
                  <a:lnTo>
                    <a:pt x="242072" y="156140"/>
                  </a:lnTo>
                  <a:lnTo>
                    <a:pt x="258014" y="115343"/>
                  </a:lnTo>
                  <a:lnTo>
                    <a:pt x="291575" y="68755"/>
                  </a:lnTo>
                  <a:lnTo>
                    <a:pt x="336180" y="34353"/>
                  </a:lnTo>
                  <a:lnTo>
                    <a:pt x="387435" y="14174"/>
                  </a:lnTo>
                  <a:lnTo>
                    <a:pt x="427609" y="8754"/>
                  </a:lnTo>
                  <a:lnTo>
                    <a:pt x="1068302" y="6036"/>
                  </a:lnTo>
                  <a:lnTo>
                    <a:pt x="1139975" y="5156"/>
                  </a:lnTo>
                  <a:lnTo>
                    <a:pt x="1164969" y="4382"/>
                  </a:lnTo>
                  <a:lnTo>
                    <a:pt x="1164969" y="4225"/>
                  </a:lnTo>
                  <a:lnTo>
                    <a:pt x="1164969" y="4067"/>
                  </a:lnTo>
                  <a:lnTo>
                    <a:pt x="1162823" y="3910"/>
                  </a:lnTo>
                  <a:lnTo>
                    <a:pt x="1068302" y="2424"/>
                  </a:lnTo>
                  <a:lnTo>
                    <a:pt x="804687" y="947"/>
                  </a:lnTo>
                  <a:lnTo>
                    <a:pt x="441133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5963575" y="7619962"/>
              <a:ext cx="1421765" cy="1701164"/>
            </a:xfrm>
            <a:custGeom>
              <a:avLst/>
              <a:gdLst/>
              <a:ahLst/>
              <a:cxnLst/>
              <a:rect l="l" t="t" r="r" b="b"/>
              <a:pathLst>
                <a:path w="1421765" h="1701165">
                  <a:moveTo>
                    <a:pt x="135999" y="0"/>
                  </a:moveTo>
                  <a:lnTo>
                    <a:pt x="90981" y="10126"/>
                  </a:lnTo>
                  <a:lnTo>
                    <a:pt x="59232" y="36753"/>
                  </a:lnTo>
                  <a:lnTo>
                    <a:pt x="41988" y="88605"/>
                  </a:lnTo>
                  <a:lnTo>
                    <a:pt x="39659" y="134293"/>
                  </a:lnTo>
                  <a:lnTo>
                    <a:pt x="40208" y="135375"/>
                  </a:lnTo>
                  <a:lnTo>
                    <a:pt x="40606" y="133766"/>
                  </a:lnTo>
                  <a:lnTo>
                    <a:pt x="0" y="1700922"/>
                  </a:lnTo>
                  <a:lnTo>
                    <a:pt x="89253" y="1700922"/>
                  </a:lnTo>
                  <a:lnTo>
                    <a:pt x="112384" y="167398"/>
                  </a:lnTo>
                  <a:lnTo>
                    <a:pt x="114100" y="114743"/>
                  </a:lnTo>
                  <a:lnTo>
                    <a:pt x="122030" y="88474"/>
                  </a:lnTo>
                  <a:lnTo>
                    <a:pt x="142796" y="80747"/>
                  </a:lnTo>
                  <a:lnTo>
                    <a:pt x="183020" y="83715"/>
                  </a:lnTo>
                  <a:lnTo>
                    <a:pt x="1046177" y="183670"/>
                  </a:lnTo>
                  <a:lnTo>
                    <a:pt x="1318787" y="1700922"/>
                  </a:lnTo>
                  <a:lnTo>
                    <a:pt x="1421433" y="1700922"/>
                  </a:lnTo>
                  <a:lnTo>
                    <a:pt x="1143986" y="126007"/>
                  </a:lnTo>
                  <a:lnTo>
                    <a:pt x="151555" y="974"/>
                  </a:lnTo>
                  <a:lnTo>
                    <a:pt x="13599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3" name="object 193" descr=""/>
          <p:cNvSpPr txBox="1"/>
          <p:nvPr/>
        </p:nvSpPr>
        <p:spPr>
          <a:xfrm>
            <a:off x="624158" y="728636"/>
            <a:ext cx="293941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0935" y="1935383"/>
            <a:ext cx="6176645" cy="6273165"/>
            <a:chOff x="7520935" y="1935383"/>
            <a:chExt cx="6176645" cy="6273165"/>
          </a:xfrm>
        </p:grpSpPr>
        <p:sp>
          <p:nvSpPr>
            <p:cNvPr id="3" name="object 3" descr=""/>
            <p:cNvSpPr/>
            <p:nvPr/>
          </p:nvSpPr>
          <p:spPr>
            <a:xfrm>
              <a:off x="9057964" y="1935383"/>
              <a:ext cx="4639310" cy="3264535"/>
            </a:xfrm>
            <a:custGeom>
              <a:avLst/>
              <a:gdLst/>
              <a:ahLst/>
              <a:cxnLst/>
              <a:rect l="l" t="t" r="r" b="b"/>
              <a:pathLst>
                <a:path w="4639309" h="3264535">
                  <a:moveTo>
                    <a:pt x="4422001" y="0"/>
                  </a:moveTo>
                  <a:lnTo>
                    <a:pt x="188172" y="214935"/>
                  </a:lnTo>
                  <a:lnTo>
                    <a:pt x="138101" y="224175"/>
                  </a:lnTo>
                  <a:lnTo>
                    <a:pt x="93138" y="245365"/>
                  </a:lnTo>
                  <a:lnTo>
                    <a:pt x="55063" y="276625"/>
                  </a:lnTo>
                  <a:lnTo>
                    <a:pt x="25661" y="316076"/>
                  </a:lnTo>
                  <a:lnTo>
                    <a:pt x="6712" y="361841"/>
                  </a:lnTo>
                  <a:lnTo>
                    <a:pt x="0" y="412039"/>
                  </a:lnTo>
                  <a:lnTo>
                    <a:pt x="0" y="3076566"/>
                  </a:lnTo>
                  <a:lnTo>
                    <a:pt x="6712" y="3126427"/>
                  </a:lnTo>
                  <a:lnTo>
                    <a:pt x="25661" y="3171230"/>
                  </a:lnTo>
                  <a:lnTo>
                    <a:pt x="55063" y="3209188"/>
                  </a:lnTo>
                  <a:lnTo>
                    <a:pt x="93138" y="3238514"/>
                  </a:lnTo>
                  <a:lnTo>
                    <a:pt x="138101" y="3257421"/>
                  </a:lnTo>
                  <a:lnTo>
                    <a:pt x="188172" y="3264120"/>
                  </a:lnTo>
                  <a:lnTo>
                    <a:pt x="4422001" y="3264120"/>
                  </a:lnTo>
                  <a:lnTo>
                    <a:pt x="4471707" y="3258783"/>
                  </a:lnTo>
                  <a:lnTo>
                    <a:pt x="4517364" y="3243581"/>
                  </a:lnTo>
                  <a:lnTo>
                    <a:pt x="4557662" y="3219726"/>
                  </a:lnTo>
                  <a:lnTo>
                    <a:pt x="4591289" y="3188430"/>
                  </a:lnTo>
                  <a:lnTo>
                    <a:pt x="4616932" y="3150905"/>
                  </a:lnTo>
                  <a:lnTo>
                    <a:pt x="4633280" y="3108365"/>
                  </a:lnTo>
                  <a:lnTo>
                    <a:pt x="4639021" y="3062021"/>
                  </a:lnTo>
                  <a:lnTo>
                    <a:pt x="4639021" y="191072"/>
                  </a:lnTo>
                  <a:lnTo>
                    <a:pt x="4633280" y="145027"/>
                  </a:lnTo>
                  <a:lnTo>
                    <a:pt x="4616932" y="103321"/>
                  </a:lnTo>
                  <a:lnTo>
                    <a:pt x="4591289" y="67100"/>
                  </a:lnTo>
                  <a:lnTo>
                    <a:pt x="4557662" y="37511"/>
                  </a:lnTo>
                  <a:lnTo>
                    <a:pt x="4517364" y="15700"/>
                  </a:lnTo>
                  <a:lnTo>
                    <a:pt x="4471707" y="2814"/>
                  </a:lnTo>
                  <a:lnTo>
                    <a:pt x="4422001" y="0"/>
                  </a:lnTo>
                  <a:close/>
                </a:path>
              </a:pathLst>
            </a:custGeom>
            <a:solidFill>
              <a:srgbClr val="C4C7CD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30183" y="2013760"/>
              <a:ext cx="4483182" cy="311339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411323" y="2279224"/>
              <a:ext cx="2969895" cy="869950"/>
            </a:xfrm>
            <a:custGeom>
              <a:avLst/>
              <a:gdLst/>
              <a:ahLst/>
              <a:cxnLst/>
              <a:rect l="l" t="t" r="r" b="b"/>
              <a:pathLst>
                <a:path w="2969895" h="869950">
                  <a:moveTo>
                    <a:pt x="1953742" y="0"/>
                  </a:moveTo>
                  <a:lnTo>
                    <a:pt x="1948599" y="241"/>
                  </a:lnTo>
                  <a:lnTo>
                    <a:pt x="1948599" y="798347"/>
                  </a:lnTo>
                  <a:lnTo>
                    <a:pt x="0" y="864844"/>
                  </a:lnTo>
                  <a:lnTo>
                    <a:pt x="0" y="869619"/>
                  </a:lnTo>
                  <a:lnTo>
                    <a:pt x="1953742" y="803109"/>
                  </a:lnTo>
                  <a:lnTo>
                    <a:pt x="1953742" y="0"/>
                  </a:lnTo>
                  <a:close/>
                </a:path>
                <a:path w="2969895" h="869950">
                  <a:moveTo>
                    <a:pt x="2969361" y="570357"/>
                  </a:moveTo>
                  <a:lnTo>
                    <a:pt x="2963634" y="523430"/>
                  </a:lnTo>
                  <a:lnTo>
                    <a:pt x="2947327" y="480796"/>
                  </a:lnTo>
                  <a:lnTo>
                    <a:pt x="2921762" y="443636"/>
                  </a:lnTo>
                  <a:lnTo>
                    <a:pt x="2888234" y="413131"/>
                  </a:lnTo>
                  <a:lnTo>
                    <a:pt x="2848051" y="390474"/>
                  </a:lnTo>
                  <a:lnTo>
                    <a:pt x="2802534" y="376834"/>
                  </a:lnTo>
                  <a:lnTo>
                    <a:pt x="2752991" y="373405"/>
                  </a:lnTo>
                  <a:lnTo>
                    <a:pt x="2752991" y="469125"/>
                  </a:lnTo>
                  <a:lnTo>
                    <a:pt x="2797822" y="475983"/>
                  </a:lnTo>
                  <a:lnTo>
                    <a:pt x="2834449" y="498017"/>
                  </a:lnTo>
                  <a:lnTo>
                    <a:pt x="2859151" y="531850"/>
                  </a:lnTo>
                  <a:lnTo>
                    <a:pt x="2868218" y="574128"/>
                  </a:lnTo>
                  <a:lnTo>
                    <a:pt x="2859151" y="617093"/>
                  </a:lnTo>
                  <a:lnTo>
                    <a:pt x="2834436" y="652792"/>
                  </a:lnTo>
                  <a:lnTo>
                    <a:pt x="2797810" y="677583"/>
                  </a:lnTo>
                  <a:lnTo>
                    <a:pt x="2752966" y="687781"/>
                  </a:lnTo>
                  <a:lnTo>
                    <a:pt x="2708275" y="680783"/>
                  </a:lnTo>
                  <a:lnTo>
                    <a:pt x="2671813" y="658685"/>
                  </a:lnTo>
                  <a:lnTo>
                    <a:pt x="2647238" y="624865"/>
                  </a:lnTo>
                  <a:lnTo>
                    <a:pt x="2638221" y="582701"/>
                  </a:lnTo>
                  <a:lnTo>
                    <a:pt x="2538057" y="586422"/>
                  </a:lnTo>
                  <a:lnTo>
                    <a:pt x="2543733" y="633069"/>
                  </a:lnTo>
                  <a:lnTo>
                    <a:pt x="2559888" y="675513"/>
                  </a:lnTo>
                  <a:lnTo>
                    <a:pt x="2585237" y="712584"/>
                  </a:lnTo>
                  <a:lnTo>
                    <a:pt x="2618498" y="743089"/>
                  </a:lnTo>
                  <a:lnTo>
                    <a:pt x="2658389" y="765860"/>
                  </a:lnTo>
                  <a:lnTo>
                    <a:pt x="2703639" y="779691"/>
                  </a:lnTo>
                  <a:lnTo>
                    <a:pt x="2752966" y="783424"/>
                  </a:lnTo>
                  <a:lnTo>
                    <a:pt x="2802521" y="776300"/>
                  </a:lnTo>
                  <a:lnTo>
                    <a:pt x="2848038" y="759282"/>
                  </a:lnTo>
                  <a:lnTo>
                    <a:pt x="2888221" y="733628"/>
                  </a:lnTo>
                  <a:lnTo>
                    <a:pt x="2921749" y="700633"/>
                  </a:lnTo>
                  <a:lnTo>
                    <a:pt x="2947327" y="661568"/>
                  </a:lnTo>
                  <a:lnTo>
                    <a:pt x="2963634" y="617715"/>
                  </a:lnTo>
                  <a:lnTo>
                    <a:pt x="2969361" y="570357"/>
                  </a:lnTo>
                  <a:close/>
                </a:path>
              </a:pathLst>
            </a:custGeom>
            <a:solidFill>
              <a:srgbClr val="C4E1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519012" y="2629427"/>
              <a:ext cx="439420" cy="414020"/>
            </a:xfrm>
            <a:custGeom>
              <a:avLst/>
              <a:gdLst/>
              <a:ahLst/>
              <a:cxnLst/>
              <a:rect l="l" t="t" r="r" b="b"/>
              <a:pathLst>
                <a:path w="439420" h="414019">
                  <a:moveTo>
                    <a:pt x="218831" y="0"/>
                  </a:moveTo>
                  <a:lnTo>
                    <a:pt x="218831" y="96593"/>
                  </a:lnTo>
                  <a:lnTo>
                    <a:pt x="264491" y="103498"/>
                  </a:lnTo>
                  <a:lnTo>
                    <a:pt x="301801" y="125716"/>
                  </a:lnTo>
                  <a:lnTo>
                    <a:pt x="326967" y="159851"/>
                  </a:lnTo>
                  <a:lnTo>
                    <a:pt x="336199" y="202506"/>
                  </a:lnTo>
                  <a:lnTo>
                    <a:pt x="326967" y="245868"/>
                  </a:lnTo>
                  <a:lnTo>
                    <a:pt x="301799" y="281908"/>
                  </a:lnTo>
                  <a:lnTo>
                    <a:pt x="264487" y="306932"/>
                  </a:lnTo>
                  <a:lnTo>
                    <a:pt x="218820" y="317246"/>
                  </a:lnTo>
                  <a:lnTo>
                    <a:pt x="173308" y="310199"/>
                  </a:lnTo>
                  <a:lnTo>
                    <a:pt x="136179" y="287908"/>
                  </a:lnTo>
                  <a:lnTo>
                    <a:pt x="111159" y="253784"/>
                  </a:lnTo>
                  <a:lnTo>
                    <a:pt x="101975" y="211239"/>
                  </a:lnTo>
                  <a:lnTo>
                    <a:pt x="0" y="215040"/>
                  </a:lnTo>
                  <a:lnTo>
                    <a:pt x="5774" y="262104"/>
                  </a:lnTo>
                  <a:lnTo>
                    <a:pt x="22217" y="304931"/>
                  </a:lnTo>
                  <a:lnTo>
                    <a:pt x="48026" y="342329"/>
                  </a:lnTo>
                  <a:lnTo>
                    <a:pt x="81895" y="373103"/>
                  </a:lnTo>
                  <a:lnTo>
                    <a:pt x="122520" y="396059"/>
                  </a:lnTo>
                  <a:lnTo>
                    <a:pt x="168596" y="410005"/>
                  </a:lnTo>
                  <a:lnTo>
                    <a:pt x="218820" y="413746"/>
                  </a:lnTo>
                  <a:lnTo>
                    <a:pt x="269284" y="406549"/>
                  </a:lnTo>
                  <a:lnTo>
                    <a:pt x="315640" y="389357"/>
                  </a:lnTo>
                  <a:lnTo>
                    <a:pt x="356557" y="363460"/>
                  </a:lnTo>
                  <a:lnTo>
                    <a:pt x="390701" y="330151"/>
                  </a:lnTo>
                  <a:lnTo>
                    <a:pt x="416739" y="290723"/>
                  </a:lnTo>
                  <a:lnTo>
                    <a:pt x="433340" y="246466"/>
                  </a:lnTo>
                  <a:lnTo>
                    <a:pt x="439169" y="198674"/>
                  </a:lnTo>
                  <a:lnTo>
                    <a:pt x="433340" y="151315"/>
                  </a:lnTo>
                  <a:lnTo>
                    <a:pt x="416740" y="108294"/>
                  </a:lnTo>
                  <a:lnTo>
                    <a:pt x="390702" y="70802"/>
                  </a:lnTo>
                  <a:lnTo>
                    <a:pt x="356559" y="40034"/>
                  </a:lnTo>
                  <a:lnTo>
                    <a:pt x="315644" y="17182"/>
                  </a:lnTo>
                  <a:lnTo>
                    <a:pt x="269290" y="3439"/>
                  </a:lnTo>
                  <a:lnTo>
                    <a:pt x="218831" y="0"/>
                  </a:lnTo>
                  <a:close/>
                </a:path>
              </a:pathLst>
            </a:custGeom>
            <a:solidFill>
              <a:srgbClr val="7FC241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095294" y="2181345"/>
              <a:ext cx="3146425" cy="2598420"/>
            </a:xfrm>
            <a:custGeom>
              <a:avLst/>
              <a:gdLst/>
              <a:ahLst/>
              <a:cxnLst/>
              <a:rect l="l" t="t" r="r" b="b"/>
              <a:pathLst>
                <a:path w="3146425" h="2598420">
                  <a:moveTo>
                    <a:pt x="638657" y="2280628"/>
                  </a:moveTo>
                  <a:lnTo>
                    <a:pt x="0" y="2288286"/>
                  </a:lnTo>
                  <a:lnTo>
                    <a:pt x="0" y="2327084"/>
                  </a:lnTo>
                  <a:lnTo>
                    <a:pt x="638657" y="2319845"/>
                  </a:lnTo>
                  <a:lnTo>
                    <a:pt x="638657" y="2280628"/>
                  </a:lnTo>
                  <a:close/>
                </a:path>
                <a:path w="3146425" h="2598420">
                  <a:moveTo>
                    <a:pt x="924915" y="2555290"/>
                  </a:moveTo>
                  <a:lnTo>
                    <a:pt x="467029" y="2558719"/>
                  </a:lnTo>
                  <a:lnTo>
                    <a:pt x="467029" y="2597810"/>
                  </a:lnTo>
                  <a:lnTo>
                    <a:pt x="924915" y="2594673"/>
                  </a:lnTo>
                  <a:lnTo>
                    <a:pt x="924915" y="2555290"/>
                  </a:lnTo>
                  <a:close/>
                </a:path>
                <a:path w="3146425" h="2598420">
                  <a:moveTo>
                    <a:pt x="924915" y="2487676"/>
                  </a:moveTo>
                  <a:lnTo>
                    <a:pt x="821207" y="2488552"/>
                  </a:lnTo>
                  <a:lnTo>
                    <a:pt x="821207" y="2527884"/>
                  </a:lnTo>
                  <a:lnTo>
                    <a:pt x="924915" y="2527071"/>
                  </a:lnTo>
                  <a:lnTo>
                    <a:pt x="924915" y="2487676"/>
                  </a:lnTo>
                  <a:close/>
                </a:path>
                <a:path w="3146425" h="2598420">
                  <a:moveTo>
                    <a:pt x="924915" y="2344813"/>
                  </a:moveTo>
                  <a:lnTo>
                    <a:pt x="467029" y="2349792"/>
                  </a:lnTo>
                  <a:lnTo>
                    <a:pt x="467029" y="2388908"/>
                  </a:lnTo>
                  <a:lnTo>
                    <a:pt x="924915" y="2384196"/>
                  </a:lnTo>
                  <a:lnTo>
                    <a:pt x="924915" y="2344813"/>
                  </a:lnTo>
                  <a:close/>
                </a:path>
                <a:path w="3146425" h="2598420">
                  <a:moveTo>
                    <a:pt x="924915" y="2277199"/>
                  </a:moveTo>
                  <a:lnTo>
                    <a:pt x="821207" y="2278443"/>
                  </a:lnTo>
                  <a:lnTo>
                    <a:pt x="821207" y="2317762"/>
                  </a:lnTo>
                  <a:lnTo>
                    <a:pt x="924915" y="2316594"/>
                  </a:lnTo>
                  <a:lnTo>
                    <a:pt x="924915" y="2277199"/>
                  </a:lnTo>
                  <a:close/>
                </a:path>
                <a:path w="3146425" h="2598420">
                  <a:moveTo>
                    <a:pt x="1710613" y="2549398"/>
                  </a:moveTo>
                  <a:lnTo>
                    <a:pt x="1438338" y="2551455"/>
                  </a:lnTo>
                  <a:lnTo>
                    <a:pt x="1438338" y="2591155"/>
                  </a:lnTo>
                  <a:lnTo>
                    <a:pt x="1710613" y="2589288"/>
                  </a:lnTo>
                  <a:lnTo>
                    <a:pt x="1710613" y="2549398"/>
                  </a:lnTo>
                  <a:close/>
                </a:path>
                <a:path w="3146425" h="2598420">
                  <a:moveTo>
                    <a:pt x="1710613" y="2336266"/>
                  </a:moveTo>
                  <a:lnTo>
                    <a:pt x="1438338" y="2339225"/>
                  </a:lnTo>
                  <a:lnTo>
                    <a:pt x="1438338" y="2378938"/>
                  </a:lnTo>
                  <a:lnTo>
                    <a:pt x="1710613" y="2376157"/>
                  </a:lnTo>
                  <a:lnTo>
                    <a:pt x="1710613" y="2336266"/>
                  </a:lnTo>
                  <a:close/>
                </a:path>
                <a:path w="3146425" h="2598420">
                  <a:moveTo>
                    <a:pt x="1763903" y="415493"/>
                  </a:moveTo>
                  <a:lnTo>
                    <a:pt x="1491170" y="426808"/>
                  </a:lnTo>
                  <a:lnTo>
                    <a:pt x="1491170" y="466572"/>
                  </a:lnTo>
                  <a:lnTo>
                    <a:pt x="1763903" y="455409"/>
                  </a:lnTo>
                  <a:lnTo>
                    <a:pt x="1763903" y="415493"/>
                  </a:lnTo>
                  <a:close/>
                </a:path>
                <a:path w="3146425" h="2598420">
                  <a:moveTo>
                    <a:pt x="1763903" y="202158"/>
                  </a:moveTo>
                  <a:lnTo>
                    <a:pt x="1491170" y="214414"/>
                  </a:lnTo>
                  <a:lnTo>
                    <a:pt x="1491170" y="254177"/>
                  </a:lnTo>
                  <a:lnTo>
                    <a:pt x="1763903" y="242087"/>
                  </a:lnTo>
                  <a:lnTo>
                    <a:pt x="1763903" y="202158"/>
                  </a:lnTo>
                  <a:close/>
                </a:path>
                <a:path w="3146425" h="2598420">
                  <a:moveTo>
                    <a:pt x="1975510" y="2478671"/>
                  </a:moveTo>
                  <a:lnTo>
                    <a:pt x="1438338" y="2483269"/>
                  </a:lnTo>
                  <a:lnTo>
                    <a:pt x="1438338" y="2522982"/>
                  </a:lnTo>
                  <a:lnTo>
                    <a:pt x="1975510" y="2518714"/>
                  </a:lnTo>
                  <a:lnTo>
                    <a:pt x="1975510" y="2478671"/>
                  </a:lnTo>
                  <a:close/>
                </a:path>
                <a:path w="3146425" h="2598420">
                  <a:moveTo>
                    <a:pt x="1975510" y="2264613"/>
                  </a:moveTo>
                  <a:lnTo>
                    <a:pt x="1438338" y="2271039"/>
                  </a:lnTo>
                  <a:lnTo>
                    <a:pt x="1438338" y="2310765"/>
                  </a:lnTo>
                  <a:lnTo>
                    <a:pt x="1975510" y="2304681"/>
                  </a:lnTo>
                  <a:lnTo>
                    <a:pt x="1975510" y="2264613"/>
                  </a:lnTo>
                  <a:close/>
                </a:path>
                <a:path w="3146425" h="2598420">
                  <a:moveTo>
                    <a:pt x="2029282" y="335648"/>
                  </a:moveTo>
                  <a:lnTo>
                    <a:pt x="1491170" y="358584"/>
                  </a:lnTo>
                  <a:lnTo>
                    <a:pt x="1491170" y="398348"/>
                  </a:lnTo>
                  <a:lnTo>
                    <a:pt x="2029282" y="375742"/>
                  </a:lnTo>
                  <a:lnTo>
                    <a:pt x="2029282" y="335648"/>
                  </a:lnTo>
                  <a:close/>
                </a:path>
                <a:path w="3146425" h="2598420">
                  <a:moveTo>
                    <a:pt x="2029282" y="121412"/>
                  </a:moveTo>
                  <a:lnTo>
                    <a:pt x="1491170" y="146189"/>
                  </a:lnTo>
                  <a:lnTo>
                    <a:pt x="1491170" y="185940"/>
                  </a:lnTo>
                  <a:lnTo>
                    <a:pt x="2029282" y="161518"/>
                  </a:lnTo>
                  <a:lnTo>
                    <a:pt x="2029282" y="121412"/>
                  </a:lnTo>
                  <a:close/>
                </a:path>
                <a:path w="3146425" h="2598420">
                  <a:moveTo>
                    <a:pt x="2445410" y="2543899"/>
                  </a:moveTo>
                  <a:lnTo>
                    <a:pt x="1885810" y="2548090"/>
                  </a:lnTo>
                  <a:lnTo>
                    <a:pt x="1885810" y="2588082"/>
                  </a:lnTo>
                  <a:lnTo>
                    <a:pt x="2445410" y="2584259"/>
                  </a:lnTo>
                  <a:lnTo>
                    <a:pt x="2445410" y="2543899"/>
                  </a:lnTo>
                  <a:close/>
                </a:path>
                <a:path w="3146425" h="2598420">
                  <a:moveTo>
                    <a:pt x="2445410" y="2328253"/>
                  </a:moveTo>
                  <a:lnTo>
                    <a:pt x="1885810" y="2334349"/>
                  </a:lnTo>
                  <a:lnTo>
                    <a:pt x="1885810" y="2374354"/>
                  </a:lnTo>
                  <a:lnTo>
                    <a:pt x="2445410" y="2368613"/>
                  </a:lnTo>
                  <a:lnTo>
                    <a:pt x="2445410" y="2328253"/>
                  </a:lnTo>
                  <a:close/>
                </a:path>
                <a:path w="3146425" h="2598420">
                  <a:moveTo>
                    <a:pt x="2499982" y="384924"/>
                  </a:moveTo>
                  <a:lnTo>
                    <a:pt x="1939442" y="408190"/>
                  </a:lnTo>
                  <a:lnTo>
                    <a:pt x="1939442" y="448233"/>
                  </a:lnTo>
                  <a:lnTo>
                    <a:pt x="2499982" y="425310"/>
                  </a:lnTo>
                  <a:lnTo>
                    <a:pt x="2499982" y="384924"/>
                  </a:lnTo>
                  <a:close/>
                </a:path>
                <a:path w="3146425" h="2598420">
                  <a:moveTo>
                    <a:pt x="2499982" y="169100"/>
                  </a:moveTo>
                  <a:lnTo>
                    <a:pt x="1939442" y="194271"/>
                  </a:lnTo>
                  <a:lnTo>
                    <a:pt x="1939442" y="234315"/>
                  </a:lnTo>
                  <a:lnTo>
                    <a:pt x="2499982" y="209486"/>
                  </a:lnTo>
                  <a:lnTo>
                    <a:pt x="2499982" y="169100"/>
                  </a:lnTo>
                  <a:close/>
                </a:path>
                <a:path w="3146425" h="2598420">
                  <a:moveTo>
                    <a:pt x="2783852" y="2471724"/>
                  </a:moveTo>
                  <a:lnTo>
                    <a:pt x="2100135" y="2477592"/>
                  </a:lnTo>
                  <a:lnTo>
                    <a:pt x="2100135" y="2517711"/>
                  </a:lnTo>
                  <a:lnTo>
                    <a:pt x="2783852" y="2512288"/>
                  </a:lnTo>
                  <a:lnTo>
                    <a:pt x="2783852" y="2471724"/>
                  </a:lnTo>
                  <a:close/>
                </a:path>
                <a:path w="3146425" h="2598420">
                  <a:moveTo>
                    <a:pt x="2783852" y="2254923"/>
                  </a:moveTo>
                  <a:lnTo>
                    <a:pt x="2100135" y="2263127"/>
                  </a:lnTo>
                  <a:lnTo>
                    <a:pt x="2100135" y="2303272"/>
                  </a:lnTo>
                  <a:lnTo>
                    <a:pt x="2783852" y="2295512"/>
                  </a:lnTo>
                  <a:lnTo>
                    <a:pt x="2783852" y="2254923"/>
                  </a:lnTo>
                  <a:close/>
                </a:path>
                <a:path w="3146425" h="2598420">
                  <a:moveTo>
                    <a:pt x="2839008" y="301129"/>
                  </a:moveTo>
                  <a:lnTo>
                    <a:pt x="2154123" y="330339"/>
                  </a:lnTo>
                  <a:lnTo>
                    <a:pt x="2154123" y="370497"/>
                  </a:lnTo>
                  <a:lnTo>
                    <a:pt x="2839008" y="341757"/>
                  </a:lnTo>
                  <a:lnTo>
                    <a:pt x="2839008" y="301129"/>
                  </a:lnTo>
                  <a:close/>
                </a:path>
                <a:path w="3146425" h="2598420">
                  <a:moveTo>
                    <a:pt x="2839008" y="84162"/>
                  </a:moveTo>
                  <a:lnTo>
                    <a:pt x="2154123" y="115684"/>
                  </a:lnTo>
                  <a:lnTo>
                    <a:pt x="2154123" y="155854"/>
                  </a:lnTo>
                  <a:lnTo>
                    <a:pt x="2839008" y="124777"/>
                  </a:lnTo>
                  <a:lnTo>
                    <a:pt x="2839008" y="84162"/>
                  </a:lnTo>
                  <a:close/>
                </a:path>
                <a:path w="3146425" h="2598420">
                  <a:moveTo>
                    <a:pt x="3090456" y="2539073"/>
                  </a:moveTo>
                  <a:lnTo>
                    <a:pt x="2600083" y="2542756"/>
                  </a:lnTo>
                  <a:lnTo>
                    <a:pt x="2600083" y="2583205"/>
                  </a:lnTo>
                  <a:lnTo>
                    <a:pt x="3090456" y="2579840"/>
                  </a:lnTo>
                  <a:lnTo>
                    <a:pt x="3090456" y="2539073"/>
                  </a:lnTo>
                  <a:close/>
                </a:path>
                <a:path w="3146425" h="2598420">
                  <a:moveTo>
                    <a:pt x="3090456" y="2469096"/>
                  </a:moveTo>
                  <a:lnTo>
                    <a:pt x="2979394" y="2470035"/>
                  </a:lnTo>
                  <a:lnTo>
                    <a:pt x="2979394" y="2510752"/>
                  </a:lnTo>
                  <a:lnTo>
                    <a:pt x="3090456" y="2509863"/>
                  </a:lnTo>
                  <a:lnTo>
                    <a:pt x="3090456" y="2469096"/>
                  </a:lnTo>
                  <a:close/>
                </a:path>
                <a:path w="3146425" h="2598420">
                  <a:moveTo>
                    <a:pt x="3090456" y="2399106"/>
                  </a:moveTo>
                  <a:lnTo>
                    <a:pt x="1438338" y="2415095"/>
                  </a:lnTo>
                  <a:lnTo>
                    <a:pt x="1438338" y="2454808"/>
                  </a:lnTo>
                  <a:lnTo>
                    <a:pt x="3090456" y="2439898"/>
                  </a:lnTo>
                  <a:lnTo>
                    <a:pt x="3090456" y="2399106"/>
                  </a:lnTo>
                  <a:close/>
                </a:path>
                <a:path w="3146425" h="2598420">
                  <a:moveTo>
                    <a:pt x="3090456" y="2321242"/>
                  </a:moveTo>
                  <a:lnTo>
                    <a:pt x="2600083" y="2326563"/>
                  </a:lnTo>
                  <a:lnTo>
                    <a:pt x="2600083" y="2367038"/>
                  </a:lnTo>
                  <a:lnTo>
                    <a:pt x="3090456" y="2361996"/>
                  </a:lnTo>
                  <a:lnTo>
                    <a:pt x="3090456" y="2321242"/>
                  </a:lnTo>
                  <a:close/>
                </a:path>
                <a:path w="3146425" h="2598420">
                  <a:moveTo>
                    <a:pt x="3090456" y="2251252"/>
                  </a:moveTo>
                  <a:lnTo>
                    <a:pt x="2979394" y="2252586"/>
                  </a:lnTo>
                  <a:lnTo>
                    <a:pt x="2979394" y="2293289"/>
                  </a:lnTo>
                  <a:lnTo>
                    <a:pt x="3090456" y="2292019"/>
                  </a:lnTo>
                  <a:lnTo>
                    <a:pt x="3090456" y="2251252"/>
                  </a:lnTo>
                  <a:close/>
                </a:path>
                <a:path w="3146425" h="2598420">
                  <a:moveTo>
                    <a:pt x="3090456" y="2181288"/>
                  </a:moveTo>
                  <a:lnTo>
                    <a:pt x="1438338" y="2202878"/>
                  </a:lnTo>
                  <a:lnTo>
                    <a:pt x="1438338" y="2242604"/>
                  </a:lnTo>
                  <a:lnTo>
                    <a:pt x="3090456" y="2222055"/>
                  </a:lnTo>
                  <a:lnTo>
                    <a:pt x="3090456" y="2181288"/>
                  </a:lnTo>
                  <a:close/>
                </a:path>
                <a:path w="3146425" h="2598420">
                  <a:moveTo>
                    <a:pt x="3146158" y="358076"/>
                  </a:moveTo>
                  <a:lnTo>
                    <a:pt x="2654909" y="378485"/>
                  </a:lnTo>
                  <a:lnTo>
                    <a:pt x="2654909" y="418985"/>
                  </a:lnTo>
                  <a:lnTo>
                    <a:pt x="3146158" y="398894"/>
                  </a:lnTo>
                  <a:lnTo>
                    <a:pt x="3146158" y="358076"/>
                  </a:lnTo>
                  <a:close/>
                </a:path>
                <a:path w="3146425" h="2598420">
                  <a:moveTo>
                    <a:pt x="3146158" y="288061"/>
                  </a:moveTo>
                  <a:lnTo>
                    <a:pt x="3034893" y="292798"/>
                  </a:lnTo>
                  <a:lnTo>
                    <a:pt x="3034893" y="333527"/>
                  </a:lnTo>
                  <a:lnTo>
                    <a:pt x="3146158" y="328853"/>
                  </a:lnTo>
                  <a:lnTo>
                    <a:pt x="3146158" y="288061"/>
                  </a:lnTo>
                  <a:close/>
                </a:path>
                <a:path w="3146425" h="2598420">
                  <a:moveTo>
                    <a:pt x="3146158" y="218008"/>
                  </a:moveTo>
                  <a:lnTo>
                    <a:pt x="1491183" y="290360"/>
                  </a:lnTo>
                  <a:lnTo>
                    <a:pt x="1491183" y="330098"/>
                  </a:lnTo>
                  <a:lnTo>
                    <a:pt x="3146158" y="258826"/>
                  </a:lnTo>
                  <a:lnTo>
                    <a:pt x="3146158" y="218008"/>
                  </a:lnTo>
                  <a:close/>
                </a:path>
                <a:path w="3146425" h="2598420">
                  <a:moveTo>
                    <a:pt x="3146158" y="140055"/>
                  </a:moveTo>
                  <a:lnTo>
                    <a:pt x="2654909" y="162140"/>
                  </a:lnTo>
                  <a:lnTo>
                    <a:pt x="2654909" y="202628"/>
                  </a:lnTo>
                  <a:lnTo>
                    <a:pt x="3146158" y="180873"/>
                  </a:lnTo>
                  <a:lnTo>
                    <a:pt x="3146158" y="140055"/>
                  </a:lnTo>
                  <a:close/>
                </a:path>
                <a:path w="3146425" h="2598420">
                  <a:moveTo>
                    <a:pt x="3146158" y="70015"/>
                  </a:moveTo>
                  <a:lnTo>
                    <a:pt x="3034893" y="75145"/>
                  </a:lnTo>
                  <a:lnTo>
                    <a:pt x="3034893" y="115887"/>
                  </a:lnTo>
                  <a:lnTo>
                    <a:pt x="3146158" y="110832"/>
                  </a:lnTo>
                  <a:lnTo>
                    <a:pt x="3146158" y="70015"/>
                  </a:lnTo>
                  <a:close/>
                </a:path>
                <a:path w="3146425" h="2598420">
                  <a:moveTo>
                    <a:pt x="3146158" y="0"/>
                  </a:moveTo>
                  <a:lnTo>
                    <a:pt x="1491183" y="77965"/>
                  </a:lnTo>
                  <a:lnTo>
                    <a:pt x="1491183" y="117716"/>
                  </a:lnTo>
                  <a:lnTo>
                    <a:pt x="3146158" y="40792"/>
                  </a:lnTo>
                  <a:lnTo>
                    <a:pt x="3146158" y="0"/>
                  </a:lnTo>
                  <a:close/>
                </a:path>
              </a:pathLst>
            </a:custGeom>
            <a:solidFill>
              <a:srgbClr val="C4C7CD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117846" y="4175486"/>
              <a:ext cx="87630" cy="20955"/>
            </a:xfrm>
            <a:custGeom>
              <a:avLst/>
              <a:gdLst/>
              <a:ahLst/>
              <a:cxnLst/>
              <a:rect l="l" t="t" r="r" b="b"/>
              <a:pathLst>
                <a:path w="87630" h="20954">
                  <a:moveTo>
                    <a:pt x="87620" y="0"/>
                  </a:moveTo>
                  <a:lnTo>
                    <a:pt x="0" y="1392"/>
                  </a:lnTo>
                  <a:lnTo>
                    <a:pt x="20" y="20952"/>
                  </a:lnTo>
                  <a:lnTo>
                    <a:pt x="87630" y="19580"/>
                  </a:lnTo>
                  <a:lnTo>
                    <a:pt x="87620" y="0"/>
                  </a:lnTo>
                  <a:close/>
                </a:path>
              </a:pathLst>
            </a:custGeom>
            <a:solidFill>
              <a:srgbClr val="009A44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994466" y="3202514"/>
              <a:ext cx="2210435" cy="109220"/>
            </a:xfrm>
            <a:custGeom>
              <a:avLst/>
              <a:gdLst/>
              <a:ahLst/>
              <a:cxnLst/>
              <a:rect l="l" t="t" r="r" b="b"/>
              <a:pathLst>
                <a:path w="2210434" h="109220">
                  <a:moveTo>
                    <a:pt x="78028" y="92760"/>
                  </a:moveTo>
                  <a:lnTo>
                    <a:pt x="15582" y="94691"/>
                  </a:lnTo>
                  <a:lnTo>
                    <a:pt x="15582" y="108877"/>
                  </a:lnTo>
                  <a:lnTo>
                    <a:pt x="78028" y="106972"/>
                  </a:lnTo>
                  <a:lnTo>
                    <a:pt x="78028" y="92760"/>
                  </a:lnTo>
                  <a:close/>
                </a:path>
                <a:path w="2210434" h="109220">
                  <a:moveTo>
                    <a:pt x="78028" y="66509"/>
                  </a:moveTo>
                  <a:lnTo>
                    <a:pt x="0" y="68948"/>
                  </a:lnTo>
                  <a:lnTo>
                    <a:pt x="0" y="83121"/>
                  </a:lnTo>
                  <a:lnTo>
                    <a:pt x="78028" y="80721"/>
                  </a:lnTo>
                  <a:lnTo>
                    <a:pt x="78028" y="66509"/>
                  </a:lnTo>
                  <a:close/>
                </a:path>
                <a:path w="2210434" h="109220">
                  <a:moveTo>
                    <a:pt x="593940" y="76898"/>
                  </a:moveTo>
                  <a:lnTo>
                    <a:pt x="487718" y="80162"/>
                  </a:lnTo>
                  <a:lnTo>
                    <a:pt x="487718" y="94462"/>
                  </a:lnTo>
                  <a:lnTo>
                    <a:pt x="593940" y="91224"/>
                  </a:lnTo>
                  <a:lnTo>
                    <a:pt x="593940" y="76898"/>
                  </a:lnTo>
                  <a:close/>
                </a:path>
                <a:path w="2210434" h="109220">
                  <a:moveTo>
                    <a:pt x="593940" y="50419"/>
                  </a:moveTo>
                  <a:lnTo>
                    <a:pt x="461225" y="54559"/>
                  </a:lnTo>
                  <a:lnTo>
                    <a:pt x="461225" y="68846"/>
                  </a:lnTo>
                  <a:lnTo>
                    <a:pt x="593940" y="64744"/>
                  </a:lnTo>
                  <a:lnTo>
                    <a:pt x="593940" y="50419"/>
                  </a:lnTo>
                  <a:close/>
                </a:path>
                <a:path w="2210434" h="109220">
                  <a:moveTo>
                    <a:pt x="1122248" y="60642"/>
                  </a:moveTo>
                  <a:lnTo>
                    <a:pt x="1014222" y="63969"/>
                  </a:lnTo>
                  <a:lnTo>
                    <a:pt x="1014222" y="78384"/>
                  </a:lnTo>
                  <a:lnTo>
                    <a:pt x="1122248" y="75082"/>
                  </a:lnTo>
                  <a:lnTo>
                    <a:pt x="1122248" y="60642"/>
                  </a:lnTo>
                  <a:close/>
                </a:path>
                <a:path w="2210434" h="109220">
                  <a:moveTo>
                    <a:pt x="1122248" y="33934"/>
                  </a:moveTo>
                  <a:lnTo>
                    <a:pt x="1029550" y="36830"/>
                  </a:lnTo>
                  <a:lnTo>
                    <a:pt x="1029550" y="51257"/>
                  </a:lnTo>
                  <a:lnTo>
                    <a:pt x="1122248" y="48374"/>
                  </a:lnTo>
                  <a:lnTo>
                    <a:pt x="1122248" y="33934"/>
                  </a:lnTo>
                  <a:close/>
                </a:path>
                <a:path w="2210434" h="109220">
                  <a:moveTo>
                    <a:pt x="1669249" y="43815"/>
                  </a:moveTo>
                  <a:lnTo>
                    <a:pt x="1571929" y="46799"/>
                  </a:lnTo>
                  <a:lnTo>
                    <a:pt x="1571929" y="61353"/>
                  </a:lnTo>
                  <a:lnTo>
                    <a:pt x="1669249" y="58369"/>
                  </a:lnTo>
                  <a:lnTo>
                    <a:pt x="1669249" y="43815"/>
                  </a:lnTo>
                  <a:close/>
                </a:path>
                <a:path w="2210434" h="109220">
                  <a:moveTo>
                    <a:pt x="1669249" y="16878"/>
                  </a:moveTo>
                  <a:lnTo>
                    <a:pt x="1517180" y="21628"/>
                  </a:lnTo>
                  <a:lnTo>
                    <a:pt x="1517180" y="36156"/>
                  </a:lnTo>
                  <a:lnTo>
                    <a:pt x="1669249" y="31445"/>
                  </a:lnTo>
                  <a:lnTo>
                    <a:pt x="1669249" y="16878"/>
                  </a:lnTo>
                  <a:close/>
                </a:path>
                <a:path w="2210434" h="109220">
                  <a:moveTo>
                    <a:pt x="2210066" y="27165"/>
                  </a:moveTo>
                  <a:lnTo>
                    <a:pt x="2023287" y="32905"/>
                  </a:lnTo>
                  <a:lnTo>
                    <a:pt x="2023287" y="47574"/>
                  </a:lnTo>
                  <a:lnTo>
                    <a:pt x="2210066" y="41859"/>
                  </a:lnTo>
                  <a:lnTo>
                    <a:pt x="2210066" y="27165"/>
                  </a:lnTo>
                  <a:close/>
                </a:path>
                <a:path w="2210434" h="109220">
                  <a:moveTo>
                    <a:pt x="2210079" y="14706"/>
                  </a:moveTo>
                  <a:lnTo>
                    <a:pt x="2210066" y="0"/>
                  </a:lnTo>
                  <a:lnTo>
                    <a:pt x="2078278" y="4114"/>
                  </a:lnTo>
                  <a:lnTo>
                    <a:pt x="2078291" y="18783"/>
                  </a:lnTo>
                  <a:lnTo>
                    <a:pt x="2210079" y="14706"/>
                  </a:lnTo>
                  <a:close/>
                </a:path>
              </a:pathLst>
            </a:custGeom>
            <a:solidFill>
              <a:srgbClr val="696F82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987875" y="4184224"/>
              <a:ext cx="1671320" cy="45720"/>
            </a:xfrm>
            <a:custGeom>
              <a:avLst/>
              <a:gdLst/>
              <a:ahLst/>
              <a:cxnLst/>
              <a:rect l="l" t="t" r="r" b="b"/>
              <a:pathLst>
                <a:path w="1671320" h="45720">
                  <a:moveTo>
                    <a:pt x="81864" y="25425"/>
                  </a:moveTo>
                  <a:lnTo>
                    <a:pt x="0" y="26746"/>
                  </a:lnTo>
                  <a:lnTo>
                    <a:pt x="0" y="45643"/>
                  </a:lnTo>
                  <a:lnTo>
                    <a:pt x="81864" y="44361"/>
                  </a:lnTo>
                  <a:lnTo>
                    <a:pt x="81864" y="25425"/>
                  </a:lnTo>
                  <a:close/>
                </a:path>
                <a:path w="1671320" h="45720">
                  <a:moveTo>
                    <a:pt x="601408" y="17106"/>
                  </a:moveTo>
                  <a:lnTo>
                    <a:pt x="518147" y="18440"/>
                  </a:lnTo>
                  <a:lnTo>
                    <a:pt x="518147" y="37528"/>
                  </a:lnTo>
                  <a:lnTo>
                    <a:pt x="601408" y="36207"/>
                  </a:lnTo>
                  <a:lnTo>
                    <a:pt x="601408" y="17106"/>
                  </a:lnTo>
                  <a:close/>
                </a:path>
                <a:path w="1671320" h="45720">
                  <a:moveTo>
                    <a:pt x="1129753" y="8661"/>
                  </a:moveTo>
                  <a:lnTo>
                    <a:pt x="1045070" y="10020"/>
                  </a:lnTo>
                  <a:lnTo>
                    <a:pt x="1045070" y="29248"/>
                  </a:lnTo>
                  <a:lnTo>
                    <a:pt x="1129753" y="27927"/>
                  </a:lnTo>
                  <a:lnTo>
                    <a:pt x="1129753" y="8661"/>
                  </a:lnTo>
                  <a:close/>
                </a:path>
                <a:path w="1671320" h="45720">
                  <a:moveTo>
                    <a:pt x="1670913" y="0"/>
                  </a:moveTo>
                  <a:lnTo>
                    <a:pt x="1584782" y="1384"/>
                  </a:lnTo>
                  <a:lnTo>
                    <a:pt x="1584794" y="20789"/>
                  </a:lnTo>
                  <a:lnTo>
                    <a:pt x="1670900" y="19431"/>
                  </a:lnTo>
                  <a:lnTo>
                    <a:pt x="1670913" y="0"/>
                  </a:lnTo>
                  <a:close/>
                </a:path>
              </a:pathLst>
            </a:custGeom>
            <a:solidFill>
              <a:srgbClr val="009A44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080696" y="3321174"/>
              <a:ext cx="2121535" cy="848994"/>
            </a:xfrm>
            <a:custGeom>
              <a:avLst/>
              <a:gdLst/>
              <a:ahLst/>
              <a:cxnLst/>
              <a:rect l="l" t="t" r="r" b="b"/>
              <a:pathLst>
                <a:path w="2121534" h="848995">
                  <a:moveTo>
                    <a:pt x="115210" y="0"/>
                  </a:moveTo>
                  <a:lnTo>
                    <a:pt x="75836" y="1683"/>
                  </a:lnTo>
                  <a:lnTo>
                    <a:pt x="43524" y="6458"/>
                  </a:lnTo>
                  <a:lnTo>
                    <a:pt x="18252" y="12849"/>
                  </a:lnTo>
                  <a:lnTo>
                    <a:pt x="0" y="19382"/>
                  </a:lnTo>
                  <a:lnTo>
                    <a:pt x="848" y="848990"/>
                  </a:lnTo>
                  <a:lnTo>
                    <a:pt x="2121013" y="812457"/>
                  </a:lnTo>
                  <a:lnTo>
                    <a:pt x="2120082" y="169901"/>
                  </a:lnTo>
                  <a:lnTo>
                    <a:pt x="2093868" y="157597"/>
                  </a:lnTo>
                  <a:lnTo>
                    <a:pt x="2063646" y="139670"/>
                  </a:lnTo>
                  <a:lnTo>
                    <a:pt x="1992530" y="93965"/>
                  </a:lnTo>
                  <a:lnTo>
                    <a:pt x="1952312" y="69697"/>
                  </a:lnTo>
                  <a:lnTo>
                    <a:pt x="1909440" y="46826"/>
                  </a:lnTo>
                  <a:lnTo>
                    <a:pt x="1864250" y="27107"/>
                  </a:lnTo>
                  <a:lnTo>
                    <a:pt x="1817082" y="12294"/>
                  </a:lnTo>
                  <a:lnTo>
                    <a:pt x="1768274" y="4144"/>
                  </a:lnTo>
                  <a:lnTo>
                    <a:pt x="1718164" y="4410"/>
                  </a:lnTo>
                  <a:lnTo>
                    <a:pt x="1667090" y="14848"/>
                  </a:lnTo>
                  <a:lnTo>
                    <a:pt x="1628682" y="25450"/>
                  </a:lnTo>
                  <a:lnTo>
                    <a:pt x="1585323" y="35017"/>
                  </a:lnTo>
                  <a:lnTo>
                    <a:pt x="1537721" y="43718"/>
                  </a:lnTo>
                  <a:lnTo>
                    <a:pt x="1486583" y="51722"/>
                  </a:lnTo>
                  <a:lnTo>
                    <a:pt x="1432618" y="59195"/>
                  </a:lnTo>
                  <a:lnTo>
                    <a:pt x="1376533" y="66308"/>
                  </a:lnTo>
                  <a:lnTo>
                    <a:pt x="1202642" y="87162"/>
                  </a:lnTo>
                  <a:lnTo>
                    <a:pt x="1145160" y="94514"/>
                  </a:lnTo>
                  <a:lnTo>
                    <a:pt x="1089099" y="102346"/>
                  </a:lnTo>
                  <a:lnTo>
                    <a:pt x="1035166" y="110827"/>
                  </a:lnTo>
                  <a:lnTo>
                    <a:pt x="984071" y="120126"/>
                  </a:lnTo>
                  <a:lnTo>
                    <a:pt x="936519" y="130411"/>
                  </a:lnTo>
                  <a:lnTo>
                    <a:pt x="893221" y="141850"/>
                  </a:lnTo>
                  <a:lnTo>
                    <a:pt x="854884" y="154611"/>
                  </a:lnTo>
                  <a:lnTo>
                    <a:pt x="770640" y="191779"/>
                  </a:lnTo>
                  <a:lnTo>
                    <a:pt x="725727" y="204577"/>
                  </a:lnTo>
                  <a:lnTo>
                    <a:pt x="685345" y="208194"/>
                  </a:lnTo>
                  <a:lnTo>
                    <a:pt x="647361" y="203568"/>
                  </a:lnTo>
                  <a:lnTo>
                    <a:pt x="609643" y="191634"/>
                  </a:lnTo>
                  <a:lnTo>
                    <a:pt x="570057" y="173330"/>
                  </a:lnTo>
                  <a:lnTo>
                    <a:pt x="526472" y="149591"/>
                  </a:lnTo>
                  <a:lnTo>
                    <a:pt x="476754" y="121355"/>
                  </a:lnTo>
                  <a:lnTo>
                    <a:pt x="418772" y="89557"/>
                  </a:lnTo>
                  <a:lnTo>
                    <a:pt x="343763" y="53666"/>
                  </a:lnTo>
                  <a:lnTo>
                    <a:pt x="275924" y="28240"/>
                  </a:lnTo>
                  <a:lnTo>
                    <a:pt x="215233" y="11803"/>
                  </a:lnTo>
                  <a:lnTo>
                    <a:pt x="161669" y="2881"/>
                  </a:lnTo>
                  <a:lnTo>
                    <a:pt x="115210" y="0"/>
                  </a:lnTo>
                  <a:close/>
                </a:path>
              </a:pathLst>
            </a:custGeom>
            <a:solidFill>
              <a:srgbClr val="C4E1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1080697" y="3503266"/>
              <a:ext cx="2121535" cy="667385"/>
            </a:xfrm>
            <a:custGeom>
              <a:avLst/>
              <a:gdLst/>
              <a:ahLst/>
              <a:cxnLst/>
              <a:rect l="l" t="t" r="r" b="b"/>
              <a:pathLst>
                <a:path w="2121534" h="667385">
                  <a:moveTo>
                    <a:pt x="1935641" y="0"/>
                  </a:moveTo>
                  <a:lnTo>
                    <a:pt x="1876361" y="233"/>
                  </a:lnTo>
                  <a:lnTo>
                    <a:pt x="1815602" y="2939"/>
                  </a:lnTo>
                  <a:lnTo>
                    <a:pt x="1755232" y="8004"/>
                  </a:lnTo>
                  <a:lnTo>
                    <a:pt x="1697121" y="15312"/>
                  </a:lnTo>
                  <a:lnTo>
                    <a:pt x="1642060" y="25058"/>
                  </a:lnTo>
                  <a:lnTo>
                    <a:pt x="1590260" y="36953"/>
                  </a:lnTo>
                  <a:lnTo>
                    <a:pt x="1541069" y="50406"/>
                  </a:lnTo>
                  <a:lnTo>
                    <a:pt x="1493837" y="64827"/>
                  </a:lnTo>
                  <a:lnTo>
                    <a:pt x="1406587" y="92961"/>
                  </a:lnTo>
                  <a:lnTo>
                    <a:pt x="1365796" y="105538"/>
                  </a:lnTo>
                  <a:lnTo>
                    <a:pt x="1325012" y="116939"/>
                  </a:lnTo>
                  <a:lnTo>
                    <a:pt x="1283707" y="126749"/>
                  </a:lnTo>
                  <a:lnTo>
                    <a:pt x="1241354" y="134554"/>
                  </a:lnTo>
                  <a:lnTo>
                    <a:pt x="1197424" y="139937"/>
                  </a:lnTo>
                  <a:lnTo>
                    <a:pt x="1151390" y="142484"/>
                  </a:lnTo>
                  <a:lnTo>
                    <a:pt x="1102723" y="141781"/>
                  </a:lnTo>
                  <a:lnTo>
                    <a:pt x="1050895" y="137410"/>
                  </a:lnTo>
                  <a:lnTo>
                    <a:pt x="995379" y="128959"/>
                  </a:lnTo>
                  <a:lnTo>
                    <a:pt x="935646" y="116010"/>
                  </a:lnTo>
                  <a:lnTo>
                    <a:pt x="834167" y="91077"/>
                  </a:lnTo>
                  <a:lnTo>
                    <a:pt x="784282" y="79196"/>
                  </a:lnTo>
                  <a:lnTo>
                    <a:pt x="734907" y="67913"/>
                  </a:lnTo>
                  <a:lnTo>
                    <a:pt x="685998" y="57385"/>
                  </a:lnTo>
                  <a:lnTo>
                    <a:pt x="637511" y="47769"/>
                  </a:lnTo>
                  <a:lnTo>
                    <a:pt x="589402" y="39219"/>
                  </a:lnTo>
                  <a:lnTo>
                    <a:pt x="541626" y="31894"/>
                  </a:lnTo>
                  <a:lnTo>
                    <a:pt x="494139" y="25950"/>
                  </a:lnTo>
                  <a:lnTo>
                    <a:pt x="446897" y="21542"/>
                  </a:lnTo>
                  <a:lnTo>
                    <a:pt x="408430" y="19265"/>
                  </a:lnTo>
                  <a:lnTo>
                    <a:pt x="365436" y="18192"/>
                  </a:lnTo>
                  <a:lnTo>
                    <a:pt x="318658" y="18725"/>
                  </a:lnTo>
                  <a:lnTo>
                    <a:pt x="268836" y="21270"/>
                  </a:lnTo>
                  <a:lnTo>
                    <a:pt x="216710" y="26230"/>
                  </a:lnTo>
                  <a:lnTo>
                    <a:pt x="163023" y="34009"/>
                  </a:lnTo>
                  <a:lnTo>
                    <a:pt x="108514" y="45012"/>
                  </a:lnTo>
                  <a:lnTo>
                    <a:pt x="53926" y="59643"/>
                  </a:lnTo>
                  <a:lnTo>
                    <a:pt x="0" y="78305"/>
                  </a:lnTo>
                  <a:lnTo>
                    <a:pt x="879" y="666915"/>
                  </a:lnTo>
                  <a:lnTo>
                    <a:pt x="2121485" y="630361"/>
                  </a:lnTo>
                  <a:lnTo>
                    <a:pt x="2120634" y="453035"/>
                  </a:lnTo>
                  <a:lnTo>
                    <a:pt x="2120254" y="330982"/>
                  </a:lnTo>
                  <a:lnTo>
                    <a:pt x="2120260" y="207552"/>
                  </a:lnTo>
                  <a:lnTo>
                    <a:pt x="2120563" y="26097"/>
                  </a:lnTo>
                  <a:lnTo>
                    <a:pt x="2085901" y="15288"/>
                  </a:lnTo>
                  <a:lnTo>
                    <a:pt x="2042280" y="7412"/>
                  </a:lnTo>
                  <a:lnTo>
                    <a:pt x="1991570" y="2354"/>
                  </a:lnTo>
                  <a:lnTo>
                    <a:pt x="1935641" y="0"/>
                  </a:lnTo>
                  <a:close/>
                </a:path>
              </a:pathLst>
            </a:custGeom>
            <a:solidFill>
              <a:srgbClr val="7FC241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1068863" y="3271868"/>
              <a:ext cx="2140585" cy="905510"/>
            </a:xfrm>
            <a:custGeom>
              <a:avLst/>
              <a:gdLst/>
              <a:ahLst/>
              <a:cxnLst/>
              <a:rect l="l" t="t" r="r" b="b"/>
              <a:pathLst>
                <a:path w="2140584" h="905510">
                  <a:moveTo>
                    <a:pt x="8102" y="905370"/>
                  </a:moveTo>
                  <a:lnTo>
                    <a:pt x="7264" y="64185"/>
                  </a:lnTo>
                  <a:lnTo>
                    <a:pt x="0" y="64414"/>
                  </a:lnTo>
                  <a:lnTo>
                    <a:pt x="876" y="905497"/>
                  </a:lnTo>
                  <a:lnTo>
                    <a:pt x="8102" y="905370"/>
                  </a:lnTo>
                  <a:close/>
                </a:path>
                <a:path w="2140584" h="905510">
                  <a:moveTo>
                    <a:pt x="527761" y="896785"/>
                  </a:moveTo>
                  <a:lnTo>
                    <a:pt x="526884" y="48552"/>
                  </a:lnTo>
                  <a:lnTo>
                    <a:pt x="519531" y="48780"/>
                  </a:lnTo>
                  <a:lnTo>
                    <a:pt x="520420" y="896912"/>
                  </a:lnTo>
                  <a:lnTo>
                    <a:pt x="527761" y="896785"/>
                  </a:lnTo>
                  <a:close/>
                </a:path>
                <a:path w="2140584" h="905510">
                  <a:moveTo>
                    <a:pt x="1056233" y="888060"/>
                  </a:moveTo>
                  <a:lnTo>
                    <a:pt x="1055357" y="32639"/>
                  </a:lnTo>
                  <a:lnTo>
                    <a:pt x="1047851" y="32854"/>
                  </a:lnTo>
                  <a:lnTo>
                    <a:pt x="1048766" y="888199"/>
                  </a:lnTo>
                  <a:lnTo>
                    <a:pt x="1056233" y="888060"/>
                  </a:lnTo>
                  <a:close/>
                </a:path>
                <a:path w="2140584" h="905510">
                  <a:moveTo>
                    <a:pt x="1593735" y="879182"/>
                  </a:moveTo>
                  <a:lnTo>
                    <a:pt x="1592821" y="16446"/>
                  </a:lnTo>
                  <a:lnTo>
                    <a:pt x="1585214" y="16687"/>
                  </a:lnTo>
                  <a:lnTo>
                    <a:pt x="1586115" y="879322"/>
                  </a:lnTo>
                  <a:lnTo>
                    <a:pt x="1593735" y="879182"/>
                  </a:lnTo>
                  <a:close/>
                </a:path>
                <a:path w="2140584" h="905510">
                  <a:moveTo>
                    <a:pt x="2140483" y="870153"/>
                  </a:moveTo>
                  <a:lnTo>
                    <a:pt x="2139556" y="0"/>
                  </a:lnTo>
                  <a:lnTo>
                    <a:pt x="2131796" y="241"/>
                  </a:lnTo>
                  <a:lnTo>
                    <a:pt x="2132723" y="870292"/>
                  </a:lnTo>
                  <a:lnTo>
                    <a:pt x="2140483" y="870153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0935" y="2358528"/>
              <a:ext cx="3853295" cy="5849518"/>
            </a:xfrm>
            <a:prstGeom prst="rect">
              <a:avLst/>
            </a:prstGeom>
          </p:spPr>
        </p:pic>
      </p:grpSp>
      <p:sp>
        <p:nvSpPr>
          <p:cNvPr id="15" name="object 15" descr=""/>
          <p:cNvSpPr/>
          <p:nvPr/>
        </p:nvSpPr>
        <p:spPr>
          <a:xfrm>
            <a:off x="14235421" y="7488301"/>
            <a:ext cx="243204" cy="400685"/>
          </a:xfrm>
          <a:custGeom>
            <a:avLst/>
            <a:gdLst/>
            <a:ahLst/>
            <a:cxnLst/>
            <a:rect l="l" t="t" r="r" b="b"/>
            <a:pathLst>
              <a:path w="243205" h="400684">
                <a:moveTo>
                  <a:pt x="242610" y="0"/>
                </a:moveTo>
                <a:lnTo>
                  <a:pt x="0" y="0"/>
                </a:lnTo>
                <a:lnTo>
                  <a:pt x="5214" y="399464"/>
                </a:lnTo>
                <a:lnTo>
                  <a:pt x="147576" y="400270"/>
                </a:lnTo>
                <a:lnTo>
                  <a:pt x="242610" y="0"/>
                </a:lnTo>
                <a:close/>
              </a:path>
            </a:pathLst>
          </a:custGeom>
          <a:solidFill>
            <a:srgbClr val="703B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2904788" y="7452666"/>
            <a:ext cx="375920" cy="436245"/>
          </a:xfrm>
          <a:custGeom>
            <a:avLst/>
            <a:gdLst/>
            <a:ahLst/>
            <a:cxnLst/>
            <a:rect l="l" t="t" r="r" b="b"/>
            <a:pathLst>
              <a:path w="375919" h="436245">
                <a:moveTo>
                  <a:pt x="162748" y="0"/>
                </a:moveTo>
                <a:lnTo>
                  <a:pt x="0" y="300587"/>
                </a:lnTo>
                <a:lnTo>
                  <a:pt x="105389" y="435902"/>
                </a:lnTo>
                <a:lnTo>
                  <a:pt x="375800" y="52689"/>
                </a:lnTo>
                <a:lnTo>
                  <a:pt x="162748" y="0"/>
                </a:lnTo>
                <a:close/>
              </a:path>
            </a:pathLst>
          </a:custGeom>
          <a:solidFill>
            <a:srgbClr val="703B1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14195435" y="7866197"/>
            <a:ext cx="226060" cy="341630"/>
            <a:chOff x="14195435" y="7866197"/>
            <a:chExt cx="226060" cy="341630"/>
          </a:xfrm>
        </p:grpSpPr>
        <p:sp>
          <p:nvSpPr>
            <p:cNvPr id="18" name="object 18" descr=""/>
            <p:cNvSpPr/>
            <p:nvPr/>
          </p:nvSpPr>
          <p:spPr>
            <a:xfrm>
              <a:off x="14205081" y="7866197"/>
              <a:ext cx="212725" cy="272415"/>
            </a:xfrm>
            <a:custGeom>
              <a:avLst/>
              <a:gdLst/>
              <a:ahLst/>
              <a:cxnLst/>
              <a:rect l="l" t="t" r="r" b="b"/>
              <a:pathLst>
                <a:path w="212725" h="272415">
                  <a:moveTo>
                    <a:pt x="182687" y="0"/>
                  </a:moveTo>
                  <a:lnTo>
                    <a:pt x="35560" y="21570"/>
                  </a:lnTo>
                  <a:lnTo>
                    <a:pt x="11565" y="144024"/>
                  </a:lnTo>
                  <a:lnTo>
                    <a:pt x="1205" y="199250"/>
                  </a:lnTo>
                  <a:lnTo>
                    <a:pt x="0" y="238395"/>
                  </a:lnTo>
                  <a:lnTo>
                    <a:pt x="16735" y="260896"/>
                  </a:lnTo>
                  <a:lnTo>
                    <a:pt x="55297" y="270822"/>
                  </a:lnTo>
                  <a:lnTo>
                    <a:pt x="119568" y="272243"/>
                  </a:lnTo>
                  <a:lnTo>
                    <a:pt x="179648" y="269440"/>
                  </a:lnTo>
                  <a:lnTo>
                    <a:pt x="208138" y="257242"/>
                  </a:lnTo>
                  <a:lnTo>
                    <a:pt x="212653" y="225511"/>
                  </a:lnTo>
                  <a:lnTo>
                    <a:pt x="200812" y="164110"/>
                  </a:lnTo>
                  <a:lnTo>
                    <a:pt x="183890" y="113826"/>
                  </a:lnTo>
                  <a:lnTo>
                    <a:pt x="176361" y="79970"/>
                  </a:lnTo>
                  <a:lnTo>
                    <a:pt x="176527" y="47156"/>
                  </a:lnTo>
                  <a:lnTo>
                    <a:pt x="182687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95435" y="8027593"/>
              <a:ext cx="225924" cy="179889"/>
            </a:xfrm>
            <a:prstGeom prst="rect">
              <a:avLst/>
            </a:prstGeom>
          </p:spPr>
        </p:pic>
      </p:grpSp>
      <p:pic>
        <p:nvPicPr>
          <p:cNvPr id="20" name="object 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30129" y="4635000"/>
            <a:ext cx="1883450" cy="3048660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12614071" y="7753250"/>
            <a:ext cx="408940" cy="335915"/>
          </a:xfrm>
          <a:custGeom>
            <a:avLst/>
            <a:gdLst/>
            <a:ahLst/>
            <a:cxnLst/>
            <a:rect l="l" t="t" r="r" b="b"/>
            <a:pathLst>
              <a:path w="408940" h="335915">
                <a:moveTo>
                  <a:pt x="290713" y="0"/>
                </a:moveTo>
                <a:lnTo>
                  <a:pt x="244740" y="60265"/>
                </a:lnTo>
                <a:lnTo>
                  <a:pt x="199749" y="108903"/>
                </a:lnTo>
                <a:lnTo>
                  <a:pt x="129041" y="171608"/>
                </a:lnTo>
                <a:lnTo>
                  <a:pt x="5916" y="274075"/>
                </a:lnTo>
                <a:lnTo>
                  <a:pt x="0" y="315299"/>
                </a:lnTo>
                <a:lnTo>
                  <a:pt x="72845" y="335549"/>
                </a:lnTo>
                <a:lnTo>
                  <a:pt x="408772" y="135200"/>
                </a:lnTo>
                <a:lnTo>
                  <a:pt x="290713" y="0"/>
                </a:lnTo>
                <a:close/>
              </a:path>
            </a:pathLst>
          </a:custGeom>
          <a:solidFill>
            <a:srgbClr val="703B1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198621" y="7960347"/>
            <a:ext cx="218955" cy="197696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12475329" y="7853116"/>
            <a:ext cx="606425" cy="356235"/>
            <a:chOff x="12475329" y="7853116"/>
            <a:chExt cx="606425" cy="356235"/>
          </a:xfrm>
        </p:grpSpPr>
        <p:sp>
          <p:nvSpPr>
            <p:cNvPr id="24" name="object 24" descr=""/>
            <p:cNvSpPr/>
            <p:nvPr/>
          </p:nvSpPr>
          <p:spPr>
            <a:xfrm>
              <a:off x="12475329" y="7853116"/>
              <a:ext cx="606425" cy="316230"/>
            </a:xfrm>
            <a:custGeom>
              <a:avLst/>
              <a:gdLst/>
              <a:ahLst/>
              <a:cxnLst/>
              <a:rect l="l" t="t" r="r" b="b"/>
              <a:pathLst>
                <a:path w="606425" h="316229">
                  <a:moveTo>
                    <a:pt x="238868" y="85051"/>
                  </a:moveTo>
                  <a:lnTo>
                    <a:pt x="232517" y="87267"/>
                  </a:lnTo>
                  <a:lnTo>
                    <a:pt x="227299" y="91756"/>
                  </a:lnTo>
                  <a:lnTo>
                    <a:pt x="189405" y="131952"/>
                  </a:lnTo>
                  <a:lnTo>
                    <a:pt x="145293" y="165292"/>
                  </a:lnTo>
                  <a:lnTo>
                    <a:pt x="96222" y="191820"/>
                  </a:lnTo>
                  <a:lnTo>
                    <a:pt x="43472" y="211585"/>
                  </a:lnTo>
                  <a:lnTo>
                    <a:pt x="42770" y="211773"/>
                  </a:lnTo>
                  <a:lnTo>
                    <a:pt x="22243" y="219965"/>
                  </a:lnTo>
                  <a:lnTo>
                    <a:pt x="7498" y="233112"/>
                  </a:lnTo>
                  <a:lnTo>
                    <a:pt x="0" y="252279"/>
                  </a:lnTo>
                  <a:lnTo>
                    <a:pt x="1211" y="278536"/>
                  </a:lnTo>
                  <a:lnTo>
                    <a:pt x="11127" y="315990"/>
                  </a:lnTo>
                  <a:lnTo>
                    <a:pt x="39361" y="315965"/>
                  </a:lnTo>
                  <a:lnTo>
                    <a:pt x="95800" y="312989"/>
                  </a:lnTo>
                  <a:lnTo>
                    <a:pt x="152000" y="306122"/>
                  </a:lnTo>
                  <a:lnTo>
                    <a:pt x="207623" y="295408"/>
                  </a:lnTo>
                  <a:lnTo>
                    <a:pt x="600544" y="191868"/>
                  </a:lnTo>
                  <a:lnTo>
                    <a:pt x="606286" y="134631"/>
                  </a:lnTo>
                  <a:lnTo>
                    <a:pt x="605795" y="130302"/>
                  </a:lnTo>
                  <a:lnTo>
                    <a:pt x="303509" y="130302"/>
                  </a:lnTo>
                  <a:lnTo>
                    <a:pt x="293274" y="128467"/>
                  </a:lnTo>
                  <a:lnTo>
                    <a:pt x="283807" y="123663"/>
                  </a:lnTo>
                  <a:lnTo>
                    <a:pt x="275737" y="116164"/>
                  </a:lnTo>
                  <a:lnTo>
                    <a:pt x="254177" y="89840"/>
                  </a:lnTo>
                  <a:lnTo>
                    <a:pt x="253057" y="88803"/>
                  </a:lnTo>
                  <a:lnTo>
                    <a:pt x="251811" y="87934"/>
                  </a:lnTo>
                  <a:lnTo>
                    <a:pt x="245562" y="85231"/>
                  </a:lnTo>
                  <a:lnTo>
                    <a:pt x="238868" y="85051"/>
                  </a:lnTo>
                  <a:close/>
                </a:path>
                <a:path w="606425" h="316229">
                  <a:moveTo>
                    <a:pt x="561048" y="0"/>
                  </a:moveTo>
                  <a:lnTo>
                    <a:pt x="469333" y="57872"/>
                  </a:lnTo>
                  <a:lnTo>
                    <a:pt x="432459" y="79433"/>
                  </a:lnTo>
                  <a:lnTo>
                    <a:pt x="394199" y="98491"/>
                  </a:lnTo>
                  <a:lnTo>
                    <a:pt x="354699" y="114977"/>
                  </a:lnTo>
                  <a:lnTo>
                    <a:pt x="313882" y="128896"/>
                  </a:lnTo>
                  <a:lnTo>
                    <a:pt x="303509" y="130302"/>
                  </a:lnTo>
                  <a:lnTo>
                    <a:pt x="605795" y="130302"/>
                  </a:lnTo>
                  <a:lnTo>
                    <a:pt x="600836" y="86566"/>
                  </a:lnTo>
                  <a:lnTo>
                    <a:pt x="588481" y="45356"/>
                  </a:lnTo>
                  <a:lnTo>
                    <a:pt x="571843" y="13884"/>
                  </a:lnTo>
                  <a:lnTo>
                    <a:pt x="561048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98339" y="7971599"/>
              <a:ext cx="63977" cy="64689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2475325" y="7853127"/>
              <a:ext cx="606425" cy="356235"/>
            </a:xfrm>
            <a:custGeom>
              <a:avLst/>
              <a:gdLst/>
              <a:ahLst/>
              <a:cxnLst/>
              <a:rect l="l" t="t" r="r" b="b"/>
              <a:pathLst>
                <a:path w="606425" h="356234">
                  <a:moveTo>
                    <a:pt x="606285" y="134620"/>
                  </a:moveTo>
                  <a:lnTo>
                    <a:pt x="605790" y="130302"/>
                  </a:lnTo>
                  <a:lnTo>
                    <a:pt x="600837" y="86563"/>
                  </a:lnTo>
                  <a:lnTo>
                    <a:pt x="588479" y="45351"/>
                  </a:lnTo>
                  <a:lnTo>
                    <a:pt x="571842" y="13881"/>
                  </a:lnTo>
                  <a:lnTo>
                    <a:pt x="561047" y="0"/>
                  </a:lnTo>
                  <a:lnTo>
                    <a:pt x="469328" y="57861"/>
                  </a:lnTo>
                  <a:lnTo>
                    <a:pt x="432460" y="79425"/>
                  </a:lnTo>
                  <a:lnTo>
                    <a:pt x="394195" y="98488"/>
                  </a:lnTo>
                  <a:lnTo>
                    <a:pt x="354698" y="114973"/>
                  </a:lnTo>
                  <a:lnTo>
                    <a:pt x="313880" y="128892"/>
                  </a:lnTo>
                  <a:lnTo>
                    <a:pt x="303504" y="130302"/>
                  </a:lnTo>
                  <a:lnTo>
                    <a:pt x="293268" y="128460"/>
                  </a:lnTo>
                  <a:lnTo>
                    <a:pt x="283806" y="123659"/>
                  </a:lnTo>
                  <a:lnTo>
                    <a:pt x="275742" y="116154"/>
                  </a:lnTo>
                  <a:lnTo>
                    <a:pt x="254177" y="89839"/>
                  </a:lnTo>
                  <a:lnTo>
                    <a:pt x="253060" y="88798"/>
                  </a:lnTo>
                  <a:lnTo>
                    <a:pt x="251815" y="87934"/>
                  </a:lnTo>
                  <a:lnTo>
                    <a:pt x="245567" y="85229"/>
                  </a:lnTo>
                  <a:lnTo>
                    <a:pt x="238861" y="85051"/>
                  </a:lnTo>
                  <a:lnTo>
                    <a:pt x="232511" y="87261"/>
                  </a:lnTo>
                  <a:lnTo>
                    <a:pt x="227304" y="91744"/>
                  </a:lnTo>
                  <a:lnTo>
                    <a:pt x="189407" y="131953"/>
                  </a:lnTo>
                  <a:lnTo>
                    <a:pt x="145288" y="165290"/>
                  </a:lnTo>
                  <a:lnTo>
                    <a:pt x="96227" y="191820"/>
                  </a:lnTo>
                  <a:lnTo>
                    <a:pt x="43472" y="211582"/>
                  </a:lnTo>
                  <a:lnTo>
                    <a:pt x="42773" y="211772"/>
                  </a:lnTo>
                  <a:lnTo>
                    <a:pt x="22237" y="219964"/>
                  </a:lnTo>
                  <a:lnTo>
                    <a:pt x="7493" y="233108"/>
                  </a:lnTo>
                  <a:lnTo>
                    <a:pt x="0" y="252272"/>
                  </a:lnTo>
                  <a:lnTo>
                    <a:pt x="1206" y="278536"/>
                  </a:lnTo>
                  <a:lnTo>
                    <a:pt x="11125" y="315988"/>
                  </a:lnTo>
                  <a:lnTo>
                    <a:pt x="36830" y="353936"/>
                  </a:lnTo>
                  <a:lnTo>
                    <a:pt x="47980" y="355790"/>
                  </a:lnTo>
                  <a:lnTo>
                    <a:pt x="97866" y="353479"/>
                  </a:lnTo>
                  <a:lnTo>
                    <a:pt x="147548" y="348132"/>
                  </a:lnTo>
                  <a:lnTo>
                    <a:pt x="196862" y="339775"/>
                  </a:lnTo>
                  <a:lnTo>
                    <a:pt x="245681" y="328422"/>
                  </a:lnTo>
                  <a:lnTo>
                    <a:pt x="587298" y="237959"/>
                  </a:lnTo>
                  <a:lnTo>
                    <a:pt x="605180" y="216903"/>
                  </a:lnTo>
                  <a:lnTo>
                    <a:pt x="604469" y="206679"/>
                  </a:lnTo>
                  <a:lnTo>
                    <a:pt x="600544" y="191858"/>
                  </a:lnTo>
                  <a:lnTo>
                    <a:pt x="602208" y="186664"/>
                  </a:lnTo>
                  <a:lnTo>
                    <a:pt x="606285" y="13462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98339" y="7971599"/>
              <a:ext cx="63977" cy="64689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2486455" y="8044980"/>
              <a:ext cx="594360" cy="164465"/>
            </a:xfrm>
            <a:custGeom>
              <a:avLst/>
              <a:gdLst/>
              <a:ahLst/>
              <a:cxnLst/>
              <a:rect l="l" t="t" r="r" b="b"/>
              <a:pathLst>
                <a:path w="594359" h="164465">
                  <a:moveTo>
                    <a:pt x="589416" y="0"/>
                  </a:moveTo>
                  <a:lnTo>
                    <a:pt x="224024" y="96750"/>
                  </a:lnTo>
                  <a:lnTo>
                    <a:pt x="168734" y="109378"/>
                  </a:lnTo>
                  <a:lnTo>
                    <a:pt x="112817" y="118167"/>
                  </a:lnTo>
                  <a:lnTo>
                    <a:pt x="56497" y="123091"/>
                  </a:lnTo>
                  <a:lnTo>
                    <a:pt x="0" y="124121"/>
                  </a:lnTo>
                  <a:lnTo>
                    <a:pt x="3486" y="137304"/>
                  </a:lnTo>
                  <a:lnTo>
                    <a:pt x="8275" y="148104"/>
                  </a:lnTo>
                  <a:lnTo>
                    <a:pt x="15927" y="156582"/>
                  </a:lnTo>
                  <a:lnTo>
                    <a:pt x="25701" y="162078"/>
                  </a:lnTo>
                  <a:lnTo>
                    <a:pt x="36857" y="163932"/>
                  </a:lnTo>
                  <a:lnTo>
                    <a:pt x="86738" y="161616"/>
                  </a:lnTo>
                  <a:lnTo>
                    <a:pt x="136418" y="156270"/>
                  </a:lnTo>
                  <a:lnTo>
                    <a:pt x="185743" y="147911"/>
                  </a:lnTo>
                  <a:lnTo>
                    <a:pt x="234558" y="136561"/>
                  </a:lnTo>
                  <a:lnTo>
                    <a:pt x="576170" y="46103"/>
                  </a:lnTo>
                  <a:lnTo>
                    <a:pt x="594049" y="25042"/>
                  </a:lnTo>
                  <a:lnTo>
                    <a:pt x="593343" y="14826"/>
                  </a:lnTo>
                  <a:lnTo>
                    <a:pt x="58941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4398195" y="2379028"/>
            <a:ext cx="10769600" cy="7296784"/>
            <a:chOff x="4398195" y="2379028"/>
            <a:chExt cx="10769600" cy="7296784"/>
          </a:xfrm>
        </p:grpSpPr>
        <p:sp>
          <p:nvSpPr>
            <p:cNvPr id="30" name="object 30" descr=""/>
            <p:cNvSpPr/>
            <p:nvPr/>
          </p:nvSpPr>
          <p:spPr>
            <a:xfrm>
              <a:off x="12745708" y="3190538"/>
              <a:ext cx="656590" cy="915669"/>
            </a:xfrm>
            <a:custGeom>
              <a:avLst/>
              <a:gdLst/>
              <a:ahLst/>
              <a:cxnLst/>
              <a:rect l="l" t="t" r="r" b="b"/>
              <a:pathLst>
                <a:path w="656590" h="915670">
                  <a:moveTo>
                    <a:pt x="656183" y="733234"/>
                  </a:moveTo>
                  <a:lnTo>
                    <a:pt x="623443" y="693153"/>
                  </a:lnTo>
                  <a:lnTo>
                    <a:pt x="590550" y="643572"/>
                  </a:lnTo>
                  <a:lnTo>
                    <a:pt x="561225" y="597636"/>
                  </a:lnTo>
                  <a:lnTo>
                    <a:pt x="539229" y="568464"/>
                  </a:lnTo>
                  <a:lnTo>
                    <a:pt x="499503" y="529869"/>
                  </a:lnTo>
                  <a:lnTo>
                    <a:pt x="461797" y="490347"/>
                  </a:lnTo>
                  <a:lnTo>
                    <a:pt x="404114" y="425869"/>
                  </a:lnTo>
                  <a:lnTo>
                    <a:pt x="329120" y="340563"/>
                  </a:lnTo>
                  <a:lnTo>
                    <a:pt x="322135" y="298272"/>
                  </a:lnTo>
                  <a:lnTo>
                    <a:pt x="312432" y="245186"/>
                  </a:lnTo>
                  <a:lnTo>
                    <a:pt x="303796" y="203974"/>
                  </a:lnTo>
                  <a:lnTo>
                    <a:pt x="280568" y="140436"/>
                  </a:lnTo>
                  <a:lnTo>
                    <a:pt x="258775" y="108572"/>
                  </a:lnTo>
                  <a:lnTo>
                    <a:pt x="236766" y="80010"/>
                  </a:lnTo>
                  <a:lnTo>
                    <a:pt x="220472" y="55689"/>
                  </a:lnTo>
                  <a:lnTo>
                    <a:pt x="208330" y="45224"/>
                  </a:lnTo>
                  <a:lnTo>
                    <a:pt x="198526" y="54089"/>
                  </a:lnTo>
                  <a:lnTo>
                    <a:pt x="196659" y="76923"/>
                  </a:lnTo>
                  <a:lnTo>
                    <a:pt x="208343" y="108381"/>
                  </a:lnTo>
                  <a:lnTo>
                    <a:pt x="223189" y="138430"/>
                  </a:lnTo>
                  <a:lnTo>
                    <a:pt x="227520" y="159181"/>
                  </a:lnTo>
                  <a:lnTo>
                    <a:pt x="221881" y="168567"/>
                  </a:lnTo>
                  <a:lnTo>
                    <a:pt x="206857" y="164503"/>
                  </a:lnTo>
                  <a:lnTo>
                    <a:pt x="185597" y="144576"/>
                  </a:lnTo>
                  <a:lnTo>
                    <a:pt x="155079" y="109258"/>
                  </a:lnTo>
                  <a:lnTo>
                    <a:pt x="118452" y="67665"/>
                  </a:lnTo>
                  <a:lnTo>
                    <a:pt x="78854" y="28892"/>
                  </a:lnTo>
                  <a:lnTo>
                    <a:pt x="39408" y="2057"/>
                  </a:lnTo>
                  <a:lnTo>
                    <a:pt x="14973" y="0"/>
                  </a:lnTo>
                  <a:lnTo>
                    <a:pt x="3060" y="19354"/>
                  </a:lnTo>
                  <a:lnTo>
                    <a:pt x="0" y="53721"/>
                  </a:lnTo>
                  <a:lnTo>
                    <a:pt x="2095" y="96748"/>
                  </a:lnTo>
                  <a:lnTo>
                    <a:pt x="5664" y="142062"/>
                  </a:lnTo>
                  <a:lnTo>
                    <a:pt x="7023" y="183311"/>
                  </a:lnTo>
                  <a:lnTo>
                    <a:pt x="24942" y="233375"/>
                  </a:lnTo>
                  <a:lnTo>
                    <a:pt x="48196" y="264147"/>
                  </a:lnTo>
                  <a:lnTo>
                    <a:pt x="80962" y="298767"/>
                  </a:lnTo>
                  <a:lnTo>
                    <a:pt x="123253" y="337210"/>
                  </a:lnTo>
                  <a:lnTo>
                    <a:pt x="175056" y="379488"/>
                  </a:lnTo>
                  <a:lnTo>
                    <a:pt x="230098" y="420903"/>
                  </a:lnTo>
                  <a:lnTo>
                    <a:pt x="235623" y="438251"/>
                  </a:lnTo>
                  <a:lnTo>
                    <a:pt x="259930" y="509866"/>
                  </a:lnTo>
                  <a:lnTo>
                    <a:pt x="295694" y="605193"/>
                  </a:lnTo>
                  <a:lnTo>
                    <a:pt x="339013" y="704545"/>
                  </a:lnTo>
                  <a:lnTo>
                    <a:pt x="363054" y="751725"/>
                  </a:lnTo>
                  <a:lnTo>
                    <a:pt x="388937" y="797788"/>
                  </a:lnTo>
                  <a:lnTo>
                    <a:pt x="415734" y="841362"/>
                  </a:lnTo>
                  <a:lnTo>
                    <a:pt x="442531" y="881087"/>
                  </a:lnTo>
                  <a:lnTo>
                    <a:pt x="468414" y="915593"/>
                  </a:lnTo>
                  <a:lnTo>
                    <a:pt x="501345" y="857504"/>
                  </a:lnTo>
                  <a:lnTo>
                    <a:pt x="535381" y="816102"/>
                  </a:lnTo>
                  <a:lnTo>
                    <a:pt x="569201" y="787184"/>
                  </a:lnTo>
                  <a:lnTo>
                    <a:pt x="601484" y="766533"/>
                  </a:lnTo>
                  <a:lnTo>
                    <a:pt x="630923" y="749947"/>
                  </a:lnTo>
                  <a:lnTo>
                    <a:pt x="656183" y="733234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040669" y="3349629"/>
              <a:ext cx="1000760" cy="1028700"/>
            </a:xfrm>
            <a:custGeom>
              <a:avLst/>
              <a:gdLst/>
              <a:ahLst/>
              <a:cxnLst/>
              <a:rect l="l" t="t" r="r" b="b"/>
              <a:pathLst>
                <a:path w="1000759" h="1028700">
                  <a:moveTo>
                    <a:pt x="966574" y="0"/>
                  </a:moveTo>
                  <a:lnTo>
                    <a:pt x="908249" y="27148"/>
                  </a:lnTo>
                  <a:lnTo>
                    <a:pt x="875226" y="57037"/>
                  </a:lnTo>
                  <a:lnTo>
                    <a:pt x="839135" y="94732"/>
                  </a:lnTo>
                  <a:lnTo>
                    <a:pt x="800789" y="138675"/>
                  </a:lnTo>
                  <a:lnTo>
                    <a:pt x="761004" y="187311"/>
                  </a:lnTo>
                  <a:lnTo>
                    <a:pt x="720594" y="239083"/>
                  </a:lnTo>
                  <a:lnTo>
                    <a:pt x="680374" y="292434"/>
                  </a:lnTo>
                  <a:lnTo>
                    <a:pt x="641157" y="345808"/>
                  </a:lnTo>
                  <a:lnTo>
                    <a:pt x="603760" y="397648"/>
                  </a:lnTo>
                  <a:lnTo>
                    <a:pt x="510626" y="528401"/>
                  </a:lnTo>
                  <a:lnTo>
                    <a:pt x="488649" y="558541"/>
                  </a:lnTo>
                  <a:lnTo>
                    <a:pt x="472563" y="579365"/>
                  </a:lnTo>
                  <a:lnTo>
                    <a:pt x="463184" y="589315"/>
                  </a:lnTo>
                  <a:lnTo>
                    <a:pt x="438869" y="592831"/>
                  </a:lnTo>
                  <a:lnTo>
                    <a:pt x="408760" y="574946"/>
                  </a:lnTo>
                  <a:lnTo>
                    <a:pt x="372343" y="537940"/>
                  </a:lnTo>
                  <a:lnTo>
                    <a:pt x="329104" y="484094"/>
                  </a:lnTo>
                  <a:lnTo>
                    <a:pt x="289043" y="430857"/>
                  </a:lnTo>
                  <a:lnTo>
                    <a:pt x="259638" y="392403"/>
                  </a:lnTo>
                  <a:lnTo>
                    <a:pt x="236598" y="366069"/>
                  </a:lnTo>
                  <a:lnTo>
                    <a:pt x="215631" y="349197"/>
                  </a:lnTo>
                  <a:lnTo>
                    <a:pt x="192750" y="350208"/>
                  </a:lnTo>
                  <a:lnTo>
                    <a:pt x="153895" y="365419"/>
                  </a:lnTo>
                  <a:lnTo>
                    <a:pt x="107129" y="390750"/>
                  </a:lnTo>
                  <a:lnTo>
                    <a:pt x="60515" y="422119"/>
                  </a:lnTo>
                  <a:lnTo>
                    <a:pt x="22118" y="455447"/>
                  </a:lnTo>
                  <a:lnTo>
                    <a:pt x="0" y="486652"/>
                  </a:lnTo>
                  <a:lnTo>
                    <a:pt x="2224" y="511653"/>
                  </a:lnTo>
                  <a:lnTo>
                    <a:pt x="18526" y="534900"/>
                  </a:lnTo>
                  <a:lnTo>
                    <a:pt x="39985" y="570526"/>
                  </a:lnTo>
                  <a:lnTo>
                    <a:pt x="65288" y="615271"/>
                  </a:lnTo>
                  <a:lnTo>
                    <a:pt x="122168" y="719079"/>
                  </a:lnTo>
                  <a:lnTo>
                    <a:pt x="151116" y="771623"/>
                  </a:lnTo>
                  <a:lnTo>
                    <a:pt x="178649" y="820247"/>
                  </a:lnTo>
                  <a:lnTo>
                    <a:pt x="203455" y="861692"/>
                  </a:lnTo>
                  <a:lnTo>
                    <a:pt x="259115" y="935729"/>
                  </a:lnTo>
                  <a:lnTo>
                    <a:pt x="295368" y="972794"/>
                  </a:lnTo>
                  <a:lnTo>
                    <a:pt x="331147" y="1001918"/>
                  </a:lnTo>
                  <a:lnTo>
                    <a:pt x="364628" y="1021123"/>
                  </a:lnTo>
                  <a:lnTo>
                    <a:pt x="393982" y="1028433"/>
                  </a:lnTo>
                  <a:lnTo>
                    <a:pt x="408427" y="1026525"/>
                  </a:lnTo>
                  <a:lnTo>
                    <a:pt x="450338" y="1009336"/>
                  </a:lnTo>
                  <a:lnTo>
                    <a:pt x="509610" y="974314"/>
                  </a:lnTo>
                  <a:lnTo>
                    <a:pt x="545756" y="950115"/>
                  </a:lnTo>
                  <a:lnTo>
                    <a:pt x="586243" y="921458"/>
                  </a:lnTo>
                  <a:lnTo>
                    <a:pt x="631070" y="888343"/>
                  </a:lnTo>
                  <a:lnTo>
                    <a:pt x="680237" y="850770"/>
                  </a:lnTo>
                  <a:lnTo>
                    <a:pt x="733745" y="808737"/>
                  </a:lnTo>
                  <a:lnTo>
                    <a:pt x="791594" y="762247"/>
                  </a:lnTo>
                  <a:lnTo>
                    <a:pt x="853782" y="711297"/>
                  </a:lnTo>
                  <a:lnTo>
                    <a:pt x="920311" y="655889"/>
                  </a:lnTo>
                  <a:lnTo>
                    <a:pt x="938158" y="568285"/>
                  </a:lnTo>
                  <a:lnTo>
                    <a:pt x="953767" y="486951"/>
                  </a:lnTo>
                  <a:lnTo>
                    <a:pt x="967139" y="411886"/>
                  </a:lnTo>
                  <a:lnTo>
                    <a:pt x="978274" y="343092"/>
                  </a:lnTo>
                  <a:lnTo>
                    <a:pt x="987171" y="280568"/>
                  </a:lnTo>
                  <a:lnTo>
                    <a:pt x="993831" y="224313"/>
                  </a:lnTo>
                  <a:lnTo>
                    <a:pt x="998254" y="174329"/>
                  </a:lnTo>
                  <a:lnTo>
                    <a:pt x="1000440" y="130615"/>
                  </a:lnTo>
                  <a:lnTo>
                    <a:pt x="1000388" y="93171"/>
                  </a:lnTo>
                  <a:lnTo>
                    <a:pt x="998100" y="61996"/>
                  </a:lnTo>
                  <a:lnTo>
                    <a:pt x="993574" y="37092"/>
                  </a:lnTo>
                  <a:lnTo>
                    <a:pt x="986811" y="18458"/>
                  </a:lnTo>
                  <a:lnTo>
                    <a:pt x="977811" y="6094"/>
                  </a:lnTo>
                  <a:lnTo>
                    <a:pt x="96657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3437782" y="3413608"/>
              <a:ext cx="603885" cy="964565"/>
            </a:xfrm>
            <a:custGeom>
              <a:avLst/>
              <a:gdLst/>
              <a:ahLst/>
              <a:cxnLst/>
              <a:rect l="l" t="t" r="r" b="b"/>
              <a:pathLst>
                <a:path w="603884" h="964564">
                  <a:moveTo>
                    <a:pt x="601221" y="0"/>
                  </a:moveTo>
                  <a:lnTo>
                    <a:pt x="488491" y="62814"/>
                  </a:lnTo>
                  <a:lnTo>
                    <a:pt x="456263" y="106196"/>
                  </a:lnTo>
                  <a:lnTo>
                    <a:pt x="426521" y="150044"/>
                  </a:lnTo>
                  <a:lnTo>
                    <a:pt x="399771" y="194371"/>
                  </a:lnTo>
                  <a:lnTo>
                    <a:pt x="376522" y="239191"/>
                  </a:lnTo>
                  <a:lnTo>
                    <a:pt x="357280" y="284518"/>
                  </a:lnTo>
                  <a:lnTo>
                    <a:pt x="342553" y="330365"/>
                  </a:lnTo>
                  <a:lnTo>
                    <a:pt x="332849" y="376745"/>
                  </a:lnTo>
                  <a:lnTo>
                    <a:pt x="328674" y="423672"/>
                  </a:lnTo>
                  <a:lnTo>
                    <a:pt x="328014" y="444248"/>
                  </a:lnTo>
                  <a:lnTo>
                    <a:pt x="325232" y="504878"/>
                  </a:lnTo>
                  <a:lnTo>
                    <a:pt x="320806" y="557319"/>
                  </a:lnTo>
                  <a:lnTo>
                    <a:pt x="313322" y="601581"/>
                  </a:lnTo>
                  <a:lnTo>
                    <a:pt x="283532" y="665624"/>
                  </a:lnTo>
                  <a:lnTo>
                    <a:pt x="224557" y="697107"/>
                  </a:lnTo>
                  <a:lnTo>
                    <a:pt x="180595" y="700669"/>
                  </a:lnTo>
                  <a:lnTo>
                    <a:pt x="175401" y="700575"/>
                  </a:lnTo>
                  <a:lnTo>
                    <a:pt x="131222" y="704861"/>
                  </a:lnTo>
                  <a:lnTo>
                    <a:pt x="93166" y="719490"/>
                  </a:lnTo>
                  <a:lnTo>
                    <a:pt x="61382" y="743388"/>
                  </a:lnTo>
                  <a:lnTo>
                    <a:pt x="36023" y="775477"/>
                  </a:lnTo>
                  <a:lnTo>
                    <a:pt x="17239" y="814683"/>
                  </a:lnTo>
                  <a:lnTo>
                    <a:pt x="5181" y="859930"/>
                  </a:lnTo>
                  <a:lnTo>
                    <a:pt x="0" y="910142"/>
                  </a:lnTo>
                  <a:lnTo>
                    <a:pt x="1846" y="964242"/>
                  </a:lnTo>
                  <a:lnTo>
                    <a:pt x="60814" y="941341"/>
                  </a:lnTo>
                  <a:lnTo>
                    <a:pt x="120573" y="905067"/>
                  </a:lnTo>
                  <a:lnTo>
                    <a:pt x="156587" y="880627"/>
                  </a:lnTo>
                  <a:lnTo>
                    <a:pt x="196691" y="851986"/>
                  </a:lnTo>
                  <a:lnTo>
                    <a:pt x="240884" y="819143"/>
                  </a:lnTo>
                  <a:lnTo>
                    <a:pt x="289167" y="782099"/>
                  </a:lnTo>
                  <a:lnTo>
                    <a:pt x="341541" y="740854"/>
                  </a:lnTo>
                  <a:lnTo>
                    <a:pt x="398004" y="695407"/>
                  </a:lnTo>
                  <a:lnTo>
                    <a:pt x="458558" y="645758"/>
                  </a:lnTo>
                  <a:lnTo>
                    <a:pt x="523202" y="591908"/>
                  </a:lnTo>
                  <a:lnTo>
                    <a:pt x="543644" y="491125"/>
                  </a:lnTo>
                  <a:lnTo>
                    <a:pt x="557150" y="420297"/>
                  </a:lnTo>
                  <a:lnTo>
                    <a:pt x="568934" y="354295"/>
                  </a:lnTo>
                  <a:lnTo>
                    <a:pt x="578995" y="293118"/>
                  </a:lnTo>
                  <a:lnTo>
                    <a:pt x="587335" y="236767"/>
                  </a:lnTo>
                  <a:lnTo>
                    <a:pt x="593953" y="185242"/>
                  </a:lnTo>
                  <a:lnTo>
                    <a:pt x="598850" y="138542"/>
                  </a:lnTo>
                  <a:lnTo>
                    <a:pt x="602025" y="96668"/>
                  </a:lnTo>
                  <a:lnTo>
                    <a:pt x="603478" y="59620"/>
                  </a:lnTo>
                  <a:lnTo>
                    <a:pt x="603210" y="27397"/>
                  </a:lnTo>
                  <a:lnTo>
                    <a:pt x="601221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691599" y="3277014"/>
              <a:ext cx="1153969" cy="1866098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3277974" y="3314416"/>
              <a:ext cx="720725" cy="3343275"/>
            </a:xfrm>
            <a:custGeom>
              <a:avLst/>
              <a:gdLst/>
              <a:ahLst/>
              <a:cxnLst/>
              <a:rect l="l" t="t" r="r" b="b"/>
              <a:pathLst>
                <a:path w="720725" h="3343275">
                  <a:moveTo>
                    <a:pt x="712485" y="0"/>
                  </a:moveTo>
                  <a:lnTo>
                    <a:pt x="663254" y="51279"/>
                  </a:lnTo>
                  <a:lnTo>
                    <a:pt x="633776" y="88747"/>
                  </a:lnTo>
                  <a:lnTo>
                    <a:pt x="596484" y="137860"/>
                  </a:lnTo>
                  <a:lnTo>
                    <a:pt x="564464" y="185059"/>
                  </a:lnTo>
                  <a:lnTo>
                    <a:pt x="537250" y="234360"/>
                  </a:lnTo>
                  <a:lnTo>
                    <a:pt x="514477" y="285384"/>
                  </a:lnTo>
                  <a:lnTo>
                    <a:pt x="495778" y="337751"/>
                  </a:lnTo>
                  <a:lnTo>
                    <a:pt x="480786" y="391082"/>
                  </a:lnTo>
                  <a:lnTo>
                    <a:pt x="469135" y="444997"/>
                  </a:lnTo>
                  <a:lnTo>
                    <a:pt x="460460" y="499117"/>
                  </a:lnTo>
                  <a:lnTo>
                    <a:pt x="454394" y="553061"/>
                  </a:lnTo>
                  <a:lnTo>
                    <a:pt x="450571" y="606452"/>
                  </a:lnTo>
                  <a:lnTo>
                    <a:pt x="448624" y="658908"/>
                  </a:lnTo>
                  <a:lnTo>
                    <a:pt x="448187" y="710051"/>
                  </a:lnTo>
                  <a:lnTo>
                    <a:pt x="448895" y="759501"/>
                  </a:lnTo>
                  <a:lnTo>
                    <a:pt x="450380" y="806878"/>
                  </a:lnTo>
                  <a:lnTo>
                    <a:pt x="455841" y="932780"/>
                  </a:lnTo>
                  <a:lnTo>
                    <a:pt x="456775" y="968072"/>
                  </a:lnTo>
                  <a:lnTo>
                    <a:pt x="456117" y="1007679"/>
                  </a:lnTo>
                  <a:lnTo>
                    <a:pt x="447541" y="1051706"/>
                  </a:lnTo>
                  <a:lnTo>
                    <a:pt x="434797" y="1097794"/>
                  </a:lnTo>
                  <a:lnTo>
                    <a:pt x="377754" y="1288332"/>
                  </a:lnTo>
                  <a:lnTo>
                    <a:pt x="358920" y="1353874"/>
                  </a:lnTo>
                  <a:lnTo>
                    <a:pt x="338502" y="1427514"/>
                  </a:lnTo>
                  <a:lnTo>
                    <a:pt x="327739" y="1467518"/>
                  </a:lnTo>
                  <a:lnTo>
                    <a:pt x="316626" y="1509722"/>
                  </a:lnTo>
                  <a:lnTo>
                    <a:pt x="305179" y="1554184"/>
                  </a:lnTo>
                  <a:lnTo>
                    <a:pt x="293413" y="1600964"/>
                  </a:lnTo>
                  <a:lnTo>
                    <a:pt x="281344" y="1650120"/>
                  </a:lnTo>
                  <a:lnTo>
                    <a:pt x="268987" y="1701710"/>
                  </a:lnTo>
                  <a:lnTo>
                    <a:pt x="256357" y="1755793"/>
                  </a:lnTo>
                  <a:lnTo>
                    <a:pt x="243471" y="1812427"/>
                  </a:lnTo>
                  <a:lnTo>
                    <a:pt x="230342" y="1871671"/>
                  </a:lnTo>
                  <a:lnTo>
                    <a:pt x="216988" y="1933584"/>
                  </a:lnTo>
                  <a:lnTo>
                    <a:pt x="203423" y="1998223"/>
                  </a:lnTo>
                  <a:lnTo>
                    <a:pt x="189662" y="2065648"/>
                  </a:lnTo>
                  <a:lnTo>
                    <a:pt x="175721" y="2135916"/>
                  </a:lnTo>
                  <a:lnTo>
                    <a:pt x="161616" y="2209087"/>
                  </a:lnTo>
                  <a:lnTo>
                    <a:pt x="147362" y="2285219"/>
                  </a:lnTo>
                  <a:lnTo>
                    <a:pt x="132973" y="2364370"/>
                  </a:lnTo>
                  <a:lnTo>
                    <a:pt x="118467" y="2446599"/>
                  </a:lnTo>
                  <a:lnTo>
                    <a:pt x="103857" y="2531965"/>
                  </a:lnTo>
                  <a:lnTo>
                    <a:pt x="89160" y="2620525"/>
                  </a:lnTo>
                  <a:lnTo>
                    <a:pt x="74390" y="2712339"/>
                  </a:lnTo>
                  <a:lnTo>
                    <a:pt x="59564" y="2807465"/>
                  </a:lnTo>
                  <a:lnTo>
                    <a:pt x="44696" y="2905961"/>
                  </a:lnTo>
                  <a:lnTo>
                    <a:pt x="29803" y="3007887"/>
                  </a:lnTo>
                  <a:lnTo>
                    <a:pt x="14899" y="3113299"/>
                  </a:lnTo>
                  <a:lnTo>
                    <a:pt x="0" y="3222258"/>
                  </a:lnTo>
                  <a:lnTo>
                    <a:pt x="68132" y="3250768"/>
                  </a:lnTo>
                  <a:lnTo>
                    <a:pt x="218992" y="3306150"/>
                  </a:lnTo>
                  <a:lnTo>
                    <a:pt x="372267" y="3343185"/>
                  </a:lnTo>
                  <a:lnTo>
                    <a:pt x="447651" y="3316653"/>
                  </a:lnTo>
                  <a:lnTo>
                    <a:pt x="459105" y="3227776"/>
                  </a:lnTo>
                  <a:lnTo>
                    <a:pt x="469755" y="3141374"/>
                  </a:lnTo>
                  <a:lnTo>
                    <a:pt x="479627" y="3057403"/>
                  </a:lnTo>
                  <a:lnTo>
                    <a:pt x="488747" y="2975818"/>
                  </a:lnTo>
                  <a:lnTo>
                    <a:pt x="497144" y="2896574"/>
                  </a:lnTo>
                  <a:lnTo>
                    <a:pt x="504843" y="2819628"/>
                  </a:lnTo>
                  <a:lnTo>
                    <a:pt x="511871" y="2744935"/>
                  </a:lnTo>
                  <a:lnTo>
                    <a:pt x="518256" y="2672449"/>
                  </a:lnTo>
                  <a:lnTo>
                    <a:pt x="524024" y="2602128"/>
                  </a:lnTo>
                  <a:lnTo>
                    <a:pt x="529203" y="2533925"/>
                  </a:lnTo>
                  <a:lnTo>
                    <a:pt x="533818" y="2467797"/>
                  </a:lnTo>
                  <a:lnTo>
                    <a:pt x="537896" y="2403699"/>
                  </a:lnTo>
                  <a:lnTo>
                    <a:pt x="541466" y="2341586"/>
                  </a:lnTo>
                  <a:lnTo>
                    <a:pt x="544553" y="2281415"/>
                  </a:lnTo>
                  <a:lnTo>
                    <a:pt x="547184" y="2223140"/>
                  </a:lnTo>
                  <a:lnTo>
                    <a:pt x="549386" y="2166717"/>
                  </a:lnTo>
                  <a:lnTo>
                    <a:pt x="551186" y="2112102"/>
                  </a:lnTo>
                  <a:lnTo>
                    <a:pt x="552611" y="2059250"/>
                  </a:lnTo>
                  <a:lnTo>
                    <a:pt x="553688" y="2008116"/>
                  </a:lnTo>
                  <a:lnTo>
                    <a:pt x="554443" y="1958656"/>
                  </a:lnTo>
                  <a:lnTo>
                    <a:pt x="554904" y="1910826"/>
                  </a:lnTo>
                  <a:lnTo>
                    <a:pt x="555097" y="1864580"/>
                  </a:lnTo>
                  <a:lnTo>
                    <a:pt x="555049" y="1819875"/>
                  </a:lnTo>
                  <a:lnTo>
                    <a:pt x="554338" y="1734908"/>
                  </a:lnTo>
                  <a:lnTo>
                    <a:pt x="552985" y="1655569"/>
                  </a:lnTo>
                  <a:lnTo>
                    <a:pt x="551206" y="1581500"/>
                  </a:lnTo>
                  <a:lnTo>
                    <a:pt x="546301" y="1417055"/>
                  </a:lnTo>
                  <a:lnTo>
                    <a:pt x="544119" y="1330819"/>
                  </a:lnTo>
                  <a:lnTo>
                    <a:pt x="543429" y="1277766"/>
                  </a:lnTo>
                  <a:lnTo>
                    <a:pt x="543394" y="1252438"/>
                  </a:lnTo>
                  <a:lnTo>
                    <a:pt x="543601" y="1227848"/>
                  </a:lnTo>
                  <a:lnTo>
                    <a:pt x="546184" y="1130994"/>
                  </a:lnTo>
                  <a:lnTo>
                    <a:pt x="548622" y="1060563"/>
                  </a:lnTo>
                  <a:lnTo>
                    <a:pt x="551421" y="992661"/>
                  </a:lnTo>
                  <a:lnTo>
                    <a:pt x="554613" y="927289"/>
                  </a:lnTo>
                  <a:lnTo>
                    <a:pt x="558230" y="864447"/>
                  </a:lnTo>
                  <a:lnTo>
                    <a:pt x="562303" y="804135"/>
                  </a:lnTo>
                  <a:lnTo>
                    <a:pt x="566863" y="746355"/>
                  </a:lnTo>
                  <a:lnTo>
                    <a:pt x="571941" y="691106"/>
                  </a:lnTo>
                  <a:lnTo>
                    <a:pt x="577569" y="638390"/>
                  </a:lnTo>
                  <a:lnTo>
                    <a:pt x="583779" y="588206"/>
                  </a:lnTo>
                  <a:lnTo>
                    <a:pt x="590601" y="540556"/>
                  </a:lnTo>
                  <a:lnTo>
                    <a:pt x="598067" y="495440"/>
                  </a:lnTo>
                  <a:lnTo>
                    <a:pt x="606209" y="452858"/>
                  </a:lnTo>
                  <a:lnTo>
                    <a:pt x="615057" y="412811"/>
                  </a:lnTo>
                  <a:lnTo>
                    <a:pt x="624643" y="375300"/>
                  </a:lnTo>
                  <a:lnTo>
                    <a:pt x="646155" y="307886"/>
                  </a:lnTo>
                  <a:lnTo>
                    <a:pt x="670996" y="250620"/>
                  </a:lnTo>
                  <a:lnTo>
                    <a:pt x="684743" y="225794"/>
                  </a:lnTo>
                  <a:lnTo>
                    <a:pt x="686981" y="191500"/>
                  </a:lnTo>
                  <a:lnTo>
                    <a:pt x="691384" y="157476"/>
                  </a:lnTo>
                  <a:lnTo>
                    <a:pt x="697187" y="124597"/>
                  </a:lnTo>
                  <a:lnTo>
                    <a:pt x="703621" y="93737"/>
                  </a:lnTo>
                  <a:lnTo>
                    <a:pt x="715310" y="41577"/>
                  </a:lnTo>
                  <a:lnTo>
                    <a:pt x="719031" y="22028"/>
                  </a:lnTo>
                  <a:lnTo>
                    <a:pt x="720312" y="7998"/>
                  </a:lnTo>
                  <a:lnTo>
                    <a:pt x="718386" y="364"/>
                  </a:lnTo>
                  <a:lnTo>
                    <a:pt x="71248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3854867" y="3277081"/>
              <a:ext cx="991235" cy="1866264"/>
            </a:xfrm>
            <a:custGeom>
              <a:avLst/>
              <a:gdLst/>
              <a:ahLst/>
              <a:cxnLst/>
              <a:rect l="l" t="t" r="r" b="b"/>
              <a:pathLst>
                <a:path w="991234" h="1866264">
                  <a:moveTo>
                    <a:pt x="490034" y="100"/>
                  </a:moveTo>
                  <a:lnTo>
                    <a:pt x="442454" y="0"/>
                  </a:lnTo>
                  <a:lnTo>
                    <a:pt x="397569" y="784"/>
                  </a:lnTo>
                  <a:lnTo>
                    <a:pt x="355381" y="2452"/>
                  </a:lnTo>
                  <a:lnTo>
                    <a:pt x="315888" y="5006"/>
                  </a:lnTo>
                  <a:lnTo>
                    <a:pt x="244991" y="12767"/>
                  </a:lnTo>
                  <a:lnTo>
                    <a:pt x="184878" y="24065"/>
                  </a:lnTo>
                  <a:lnTo>
                    <a:pt x="454" y="262445"/>
                  </a:lnTo>
                  <a:lnTo>
                    <a:pt x="0" y="314641"/>
                  </a:lnTo>
                  <a:lnTo>
                    <a:pt x="6378" y="363123"/>
                  </a:lnTo>
                  <a:lnTo>
                    <a:pt x="19590" y="407890"/>
                  </a:lnTo>
                  <a:lnTo>
                    <a:pt x="39635" y="448942"/>
                  </a:lnTo>
                  <a:lnTo>
                    <a:pt x="66514" y="486280"/>
                  </a:lnTo>
                  <a:lnTo>
                    <a:pt x="100227" y="519904"/>
                  </a:lnTo>
                  <a:lnTo>
                    <a:pt x="140774" y="549812"/>
                  </a:lnTo>
                  <a:lnTo>
                    <a:pt x="188156" y="576007"/>
                  </a:lnTo>
                  <a:lnTo>
                    <a:pt x="232817" y="599668"/>
                  </a:lnTo>
                  <a:lnTo>
                    <a:pt x="273102" y="625743"/>
                  </a:lnTo>
                  <a:lnTo>
                    <a:pt x="309131" y="654261"/>
                  </a:lnTo>
                  <a:lnTo>
                    <a:pt x="341022" y="685251"/>
                  </a:lnTo>
                  <a:lnTo>
                    <a:pt x="368894" y="718743"/>
                  </a:lnTo>
                  <a:lnTo>
                    <a:pt x="392867" y="754766"/>
                  </a:lnTo>
                  <a:lnTo>
                    <a:pt x="413061" y="793350"/>
                  </a:lnTo>
                  <a:lnTo>
                    <a:pt x="429594" y="834525"/>
                  </a:lnTo>
                  <a:lnTo>
                    <a:pt x="442586" y="878321"/>
                  </a:lnTo>
                  <a:lnTo>
                    <a:pt x="452157" y="924766"/>
                  </a:lnTo>
                  <a:lnTo>
                    <a:pt x="458424" y="973890"/>
                  </a:lnTo>
                  <a:lnTo>
                    <a:pt x="461509" y="1025723"/>
                  </a:lnTo>
                  <a:lnTo>
                    <a:pt x="461529" y="1080295"/>
                  </a:lnTo>
                  <a:lnTo>
                    <a:pt x="459431" y="1139396"/>
                  </a:lnTo>
                  <a:lnTo>
                    <a:pt x="452457" y="1306775"/>
                  </a:lnTo>
                  <a:lnTo>
                    <a:pt x="450601" y="1357478"/>
                  </a:lnTo>
                  <a:lnTo>
                    <a:pt x="448861" y="1411249"/>
                  </a:lnTo>
                  <a:lnTo>
                    <a:pt x="447315" y="1467850"/>
                  </a:lnTo>
                  <a:lnTo>
                    <a:pt x="446045" y="1527043"/>
                  </a:lnTo>
                  <a:lnTo>
                    <a:pt x="445130" y="1588590"/>
                  </a:lnTo>
                  <a:lnTo>
                    <a:pt x="444649" y="1652254"/>
                  </a:lnTo>
                  <a:lnTo>
                    <a:pt x="444684" y="1717797"/>
                  </a:lnTo>
                  <a:lnTo>
                    <a:pt x="445314" y="1784982"/>
                  </a:lnTo>
                  <a:lnTo>
                    <a:pt x="446619" y="1853570"/>
                  </a:lnTo>
                  <a:lnTo>
                    <a:pt x="919495" y="1866030"/>
                  </a:lnTo>
                  <a:lnTo>
                    <a:pt x="912091" y="1799292"/>
                  </a:lnTo>
                  <a:lnTo>
                    <a:pt x="903395" y="1737895"/>
                  </a:lnTo>
                  <a:lnTo>
                    <a:pt x="893408" y="1681839"/>
                  </a:lnTo>
                  <a:lnTo>
                    <a:pt x="882129" y="1631124"/>
                  </a:lnTo>
                  <a:lnTo>
                    <a:pt x="869557" y="1585748"/>
                  </a:lnTo>
                  <a:lnTo>
                    <a:pt x="855692" y="1545712"/>
                  </a:lnTo>
                  <a:lnTo>
                    <a:pt x="821255" y="1467132"/>
                  </a:lnTo>
                  <a:lnTo>
                    <a:pt x="804637" y="1420029"/>
                  </a:lnTo>
                  <a:lnTo>
                    <a:pt x="790279" y="1370436"/>
                  </a:lnTo>
                  <a:lnTo>
                    <a:pt x="777776" y="1319082"/>
                  </a:lnTo>
                  <a:lnTo>
                    <a:pt x="766727" y="1266697"/>
                  </a:lnTo>
                  <a:lnTo>
                    <a:pt x="756727" y="1214011"/>
                  </a:lnTo>
                  <a:lnTo>
                    <a:pt x="738264" y="1110650"/>
                  </a:lnTo>
                  <a:lnTo>
                    <a:pt x="731863" y="1035889"/>
                  </a:lnTo>
                  <a:lnTo>
                    <a:pt x="734014" y="996718"/>
                  </a:lnTo>
                  <a:lnTo>
                    <a:pt x="739909" y="955848"/>
                  </a:lnTo>
                  <a:lnTo>
                    <a:pt x="749681" y="912899"/>
                  </a:lnTo>
                  <a:lnTo>
                    <a:pt x="763460" y="867490"/>
                  </a:lnTo>
                  <a:lnTo>
                    <a:pt x="781379" y="819243"/>
                  </a:lnTo>
                  <a:lnTo>
                    <a:pt x="803571" y="767777"/>
                  </a:lnTo>
                  <a:lnTo>
                    <a:pt x="830166" y="712712"/>
                  </a:lnTo>
                  <a:lnTo>
                    <a:pt x="861298" y="653669"/>
                  </a:lnTo>
                  <a:lnTo>
                    <a:pt x="897097" y="590268"/>
                  </a:lnTo>
                  <a:lnTo>
                    <a:pt x="918973" y="549589"/>
                  </a:lnTo>
                  <a:lnTo>
                    <a:pt x="937942" y="507859"/>
                  </a:lnTo>
                  <a:lnTo>
                    <a:pt x="954003" y="465079"/>
                  </a:lnTo>
                  <a:lnTo>
                    <a:pt x="967157" y="421247"/>
                  </a:lnTo>
                  <a:lnTo>
                    <a:pt x="977404" y="376364"/>
                  </a:lnTo>
                  <a:lnTo>
                    <a:pt x="984744" y="330430"/>
                  </a:lnTo>
                  <a:lnTo>
                    <a:pt x="989176" y="283445"/>
                  </a:lnTo>
                  <a:lnTo>
                    <a:pt x="990701" y="235410"/>
                  </a:lnTo>
                  <a:lnTo>
                    <a:pt x="989318" y="186323"/>
                  </a:lnTo>
                  <a:lnTo>
                    <a:pt x="985028" y="136185"/>
                  </a:lnTo>
                  <a:lnTo>
                    <a:pt x="977829" y="84996"/>
                  </a:lnTo>
                  <a:lnTo>
                    <a:pt x="967723" y="32756"/>
                  </a:lnTo>
                  <a:lnTo>
                    <a:pt x="898577" y="25577"/>
                  </a:lnTo>
                  <a:lnTo>
                    <a:pt x="832127" y="19283"/>
                  </a:lnTo>
                  <a:lnTo>
                    <a:pt x="768372" y="13874"/>
                  </a:lnTo>
                  <a:lnTo>
                    <a:pt x="707313" y="9349"/>
                  </a:lnTo>
                  <a:lnTo>
                    <a:pt x="648949" y="5710"/>
                  </a:lnTo>
                  <a:lnTo>
                    <a:pt x="593282" y="2955"/>
                  </a:lnTo>
                  <a:lnTo>
                    <a:pt x="540310" y="1085"/>
                  </a:lnTo>
                  <a:lnTo>
                    <a:pt x="490034" y="100"/>
                  </a:lnTo>
                  <a:close/>
                </a:path>
              </a:pathLst>
            </a:custGeom>
            <a:solidFill>
              <a:srgbClr val="212C61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4341557" y="3388205"/>
              <a:ext cx="826135" cy="3337560"/>
            </a:xfrm>
            <a:custGeom>
              <a:avLst/>
              <a:gdLst/>
              <a:ahLst/>
              <a:cxnLst/>
              <a:rect l="l" t="t" r="r" b="b"/>
              <a:pathLst>
                <a:path w="826134" h="3337559">
                  <a:moveTo>
                    <a:pt x="336915" y="0"/>
                  </a:moveTo>
                  <a:lnTo>
                    <a:pt x="132502" y="121148"/>
                  </a:lnTo>
                  <a:lnTo>
                    <a:pt x="123498" y="167196"/>
                  </a:lnTo>
                  <a:lnTo>
                    <a:pt x="114810" y="213460"/>
                  </a:lnTo>
                  <a:lnTo>
                    <a:pt x="106439" y="259938"/>
                  </a:lnTo>
                  <a:lnTo>
                    <a:pt x="98384" y="306631"/>
                  </a:lnTo>
                  <a:lnTo>
                    <a:pt x="90647" y="353538"/>
                  </a:lnTo>
                  <a:lnTo>
                    <a:pt x="83226" y="400661"/>
                  </a:lnTo>
                  <a:lnTo>
                    <a:pt x="76123" y="447997"/>
                  </a:lnTo>
                  <a:lnTo>
                    <a:pt x="69336" y="495549"/>
                  </a:lnTo>
                  <a:lnTo>
                    <a:pt x="62866" y="543315"/>
                  </a:lnTo>
                  <a:lnTo>
                    <a:pt x="56712" y="591296"/>
                  </a:lnTo>
                  <a:lnTo>
                    <a:pt x="50876" y="639492"/>
                  </a:lnTo>
                  <a:lnTo>
                    <a:pt x="45356" y="687902"/>
                  </a:lnTo>
                  <a:lnTo>
                    <a:pt x="40154" y="736527"/>
                  </a:lnTo>
                  <a:lnTo>
                    <a:pt x="35268" y="785367"/>
                  </a:lnTo>
                  <a:lnTo>
                    <a:pt x="30699" y="834421"/>
                  </a:lnTo>
                  <a:lnTo>
                    <a:pt x="26447" y="883690"/>
                  </a:lnTo>
                  <a:lnTo>
                    <a:pt x="22511" y="933174"/>
                  </a:lnTo>
                  <a:lnTo>
                    <a:pt x="18893" y="982873"/>
                  </a:lnTo>
                  <a:lnTo>
                    <a:pt x="15591" y="1032786"/>
                  </a:lnTo>
                  <a:lnTo>
                    <a:pt x="12606" y="1082914"/>
                  </a:lnTo>
                  <a:lnTo>
                    <a:pt x="9938" y="1133257"/>
                  </a:lnTo>
                  <a:lnTo>
                    <a:pt x="7587" y="1183814"/>
                  </a:lnTo>
                  <a:lnTo>
                    <a:pt x="5552" y="1234586"/>
                  </a:lnTo>
                  <a:lnTo>
                    <a:pt x="3835" y="1285573"/>
                  </a:lnTo>
                  <a:lnTo>
                    <a:pt x="2434" y="1336774"/>
                  </a:lnTo>
                  <a:lnTo>
                    <a:pt x="1350" y="1388190"/>
                  </a:lnTo>
                  <a:lnTo>
                    <a:pt x="583" y="1439821"/>
                  </a:lnTo>
                  <a:lnTo>
                    <a:pt x="133" y="1491667"/>
                  </a:lnTo>
                  <a:lnTo>
                    <a:pt x="0" y="1543727"/>
                  </a:lnTo>
                  <a:lnTo>
                    <a:pt x="183" y="1596002"/>
                  </a:lnTo>
                  <a:lnTo>
                    <a:pt x="683" y="1648492"/>
                  </a:lnTo>
                  <a:lnTo>
                    <a:pt x="1500" y="1701196"/>
                  </a:lnTo>
                  <a:lnTo>
                    <a:pt x="2634" y="1754116"/>
                  </a:lnTo>
                  <a:lnTo>
                    <a:pt x="4085" y="1807250"/>
                  </a:lnTo>
                  <a:lnTo>
                    <a:pt x="5853" y="1860598"/>
                  </a:lnTo>
                  <a:lnTo>
                    <a:pt x="7937" y="1914162"/>
                  </a:lnTo>
                  <a:lnTo>
                    <a:pt x="10338" y="1967940"/>
                  </a:lnTo>
                  <a:lnTo>
                    <a:pt x="13226" y="2038598"/>
                  </a:lnTo>
                  <a:lnTo>
                    <a:pt x="15193" y="2108118"/>
                  </a:lnTo>
                  <a:lnTo>
                    <a:pt x="16346" y="2176430"/>
                  </a:lnTo>
                  <a:lnTo>
                    <a:pt x="16791" y="2243464"/>
                  </a:lnTo>
                  <a:lnTo>
                    <a:pt x="16634" y="2309151"/>
                  </a:lnTo>
                  <a:lnTo>
                    <a:pt x="15982" y="2373421"/>
                  </a:lnTo>
                  <a:lnTo>
                    <a:pt x="14939" y="2436203"/>
                  </a:lnTo>
                  <a:lnTo>
                    <a:pt x="13613" y="2497430"/>
                  </a:lnTo>
                  <a:lnTo>
                    <a:pt x="7595" y="2725377"/>
                  </a:lnTo>
                  <a:lnTo>
                    <a:pt x="6441" y="2777777"/>
                  </a:lnTo>
                  <a:lnTo>
                    <a:pt x="5641" y="2828201"/>
                  </a:lnTo>
                  <a:lnTo>
                    <a:pt x="5299" y="2876582"/>
                  </a:lnTo>
                  <a:lnTo>
                    <a:pt x="5523" y="2922849"/>
                  </a:lnTo>
                  <a:lnTo>
                    <a:pt x="6417" y="2966933"/>
                  </a:lnTo>
                  <a:lnTo>
                    <a:pt x="8088" y="3008763"/>
                  </a:lnTo>
                  <a:lnTo>
                    <a:pt x="10642" y="3048271"/>
                  </a:lnTo>
                  <a:lnTo>
                    <a:pt x="18824" y="3120040"/>
                  </a:lnTo>
                  <a:lnTo>
                    <a:pt x="31811" y="3181682"/>
                  </a:lnTo>
                  <a:lnTo>
                    <a:pt x="50452" y="3232640"/>
                  </a:lnTo>
                  <a:lnTo>
                    <a:pt x="75595" y="3272357"/>
                  </a:lnTo>
                  <a:lnTo>
                    <a:pt x="264513" y="3337319"/>
                  </a:lnTo>
                  <a:lnTo>
                    <a:pt x="510705" y="3329279"/>
                  </a:lnTo>
                  <a:lnTo>
                    <a:pt x="730778" y="3298753"/>
                  </a:lnTo>
                  <a:lnTo>
                    <a:pt x="826062" y="3280790"/>
                  </a:lnTo>
                  <a:lnTo>
                    <a:pt x="365951" y="939521"/>
                  </a:lnTo>
                  <a:lnTo>
                    <a:pt x="359824" y="899577"/>
                  </a:lnTo>
                  <a:lnTo>
                    <a:pt x="356705" y="858145"/>
                  </a:lnTo>
                  <a:lnTo>
                    <a:pt x="356594" y="815226"/>
                  </a:lnTo>
                  <a:lnTo>
                    <a:pt x="359491" y="770820"/>
                  </a:lnTo>
                  <a:lnTo>
                    <a:pt x="365394" y="724925"/>
                  </a:lnTo>
                  <a:lnTo>
                    <a:pt x="374306" y="677544"/>
                  </a:lnTo>
                  <a:lnTo>
                    <a:pt x="386224" y="628674"/>
                  </a:lnTo>
                  <a:lnTo>
                    <a:pt x="401150" y="578318"/>
                  </a:lnTo>
                  <a:lnTo>
                    <a:pt x="419082" y="526473"/>
                  </a:lnTo>
                  <a:lnTo>
                    <a:pt x="440022" y="473141"/>
                  </a:lnTo>
                  <a:lnTo>
                    <a:pt x="463969" y="418322"/>
                  </a:lnTo>
                  <a:lnTo>
                    <a:pt x="33691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4571984" y="3619453"/>
              <a:ext cx="541655" cy="2774950"/>
            </a:xfrm>
            <a:custGeom>
              <a:avLst/>
              <a:gdLst/>
              <a:ahLst/>
              <a:cxnLst/>
              <a:rect l="l" t="t" r="r" b="b"/>
              <a:pathLst>
                <a:path w="541655" h="2774950">
                  <a:moveTo>
                    <a:pt x="10709" y="0"/>
                  </a:moveTo>
                  <a:lnTo>
                    <a:pt x="6272" y="62684"/>
                  </a:lnTo>
                  <a:lnTo>
                    <a:pt x="3008" y="123157"/>
                  </a:lnTo>
                  <a:lnTo>
                    <a:pt x="917" y="181418"/>
                  </a:lnTo>
                  <a:lnTo>
                    <a:pt x="0" y="237467"/>
                  </a:lnTo>
                  <a:lnTo>
                    <a:pt x="254" y="291304"/>
                  </a:lnTo>
                  <a:lnTo>
                    <a:pt x="1682" y="342929"/>
                  </a:lnTo>
                  <a:lnTo>
                    <a:pt x="4283" y="392343"/>
                  </a:lnTo>
                  <a:lnTo>
                    <a:pt x="8057" y="439544"/>
                  </a:lnTo>
                  <a:lnTo>
                    <a:pt x="13003" y="484534"/>
                  </a:lnTo>
                  <a:lnTo>
                    <a:pt x="19123" y="527312"/>
                  </a:lnTo>
                  <a:lnTo>
                    <a:pt x="26415" y="567877"/>
                  </a:lnTo>
                  <a:lnTo>
                    <a:pt x="33673" y="610244"/>
                  </a:lnTo>
                  <a:lnTo>
                    <a:pt x="39111" y="655528"/>
                  </a:lnTo>
                  <a:lnTo>
                    <a:pt x="42731" y="703728"/>
                  </a:lnTo>
                  <a:lnTo>
                    <a:pt x="44531" y="754846"/>
                  </a:lnTo>
                  <a:lnTo>
                    <a:pt x="44513" y="808880"/>
                  </a:lnTo>
                  <a:lnTo>
                    <a:pt x="42677" y="865831"/>
                  </a:lnTo>
                  <a:lnTo>
                    <a:pt x="39022" y="925699"/>
                  </a:lnTo>
                  <a:lnTo>
                    <a:pt x="36311" y="974121"/>
                  </a:lnTo>
                  <a:lnTo>
                    <a:pt x="35382" y="1022544"/>
                  </a:lnTo>
                  <a:lnTo>
                    <a:pt x="36220" y="1070926"/>
                  </a:lnTo>
                  <a:lnTo>
                    <a:pt x="38811" y="1119224"/>
                  </a:lnTo>
                  <a:lnTo>
                    <a:pt x="43141" y="1167395"/>
                  </a:lnTo>
                  <a:lnTo>
                    <a:pt x="49196" y="1215397"/>
                  </a:lnTo>
                  <a:lnTo>
                    <a:pt x="56961" y="1263187"/>
                  </a:lnTo>
                  <a:lnTo>
                    <a:pt x="66423" y="1310721"/>
                  </a:lnTo>
                  <a:lnTo>
                    <a:pt x="77566" y="1357958"/>
                  </a:lnTo>
                  <a:lnTo>
                    <a:pt x="90378" y="1404855"/>
                  </a:lnTo>
                  <a:lnTo>
                    <a:pt x="104842" y="1451369"/>
                  </a:lnTo>
                  <a:lnTo>
                    <a:pt x="541572" y="2774700"/>
                  </a:lnTo>
                  <a:lnTo>
                    <a:pt x="538658" y="2747679"/>
                  </a:lnTo>
                  <a:lnTo>
                    <a:pt x="529038" y="2679300"/>
                  </a:lnTo>
                  <a:lnTo>
                    <a:pt x="522507" y="2638659"/>
                  </a:lnTo>
                  <a:lnTo>
                    <a:pt x="514947" y="2594195"/>
                  </a:lnTo>
                  <a:lnTo>
                    <a:pt x="506446" y="2546267"/>
                  </a:lnTo>
                  <a:lnTo>
                    <a:pt x="497093" y="2495232"/>
                  </a:lnTo>
                  <a:lnTo>
                    <a:pt x="486974" y="2441449"/>
                  </a:lnTo>
                  <a:lnTo>
                    <a:pt x="464795" y="2327073"/>
                  </a:lnTo>
                  <a:lnTo>
                    <a:pt x="440616" y="2206006"/>
                  </a:lnTo>
                  <a:lnTo>
                    <a:pt x="402137" y="2018133"/>
                  </a:lnTo>
                  <a:lnTo>
                    <a:pt x="266671" y="1374140"/>
                  </a:lnTo>
                  <a:lnTo>
                    <a:pt x="253958" y="1311963"/>
                  </a:lnTo>
                  <a:lnTo>
                    <a:pt x="135522" y="708271"/>
                  </a:lnTo>
                  <a:lnTo>
                    <a:pt x="129398" y="668327"/>
                  </a:lnTo>
                  <a:lnTo>
                    <a:pt x="126280" y="626897"/>
                  </a:lnTo>
                  <a:lnTo>
                    <a:pt x="126170" y="583978"/>
                  </a:lnTo>
                  <a:lnTo>
                    <a:pt x="129066" y="539573"/>
                  </a:lnTo>
                  <a:lnTo>
                    <a:pt x="134970" y="493679"/>
                  </a:lnTo>
                  <a:lnTo>
                    <a:pt x="143880" y="446298"/>
                  </a:lnTo>
                  <a:lnTo>
                    <a:pt x="155798" y="397430"/>
                  </a:lnTo>
                  <a:lnTo>
                    <a:pt x="170723" y="347073"/>
                  </a:lnTo>
                  <a:lnTo>
                    <a:pt x="188654" y="295228"/>
                  </a:lnTo>
                  <a:lnTo>
                    <a:pt x="209593" y="241894"/>
                  </a:lnTo>
                  <a:lnTo>
                    <a:pt x="233540" y="187072"/>
                  </a:lnTo>
                  <a:lnTo>
                    <a:pt x="200735" y="79023"/>
                  </a:lnTo>
                  <a:lnTo>
                    <a:pt x="10709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912351" y="3371530"/>
              <a:ext cx="540150" cy="300723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3725246" y="3957447"/>
              <a:ext cx="758825" cy="469900"/>
            </a:xfrm>
            <a:custGeom>
              <a:avLst/>
              <a:gdLst/>
              <a:ahLst/>
              <a:cxnLst/>
              <a:rect l="l" t="t" r="r" b="b"/>
              <a:pathLst>
                <a:path w="758825" h="469900">
                  <a:moveTo>
                    <a:pt x="29699" y="0"/>
                  </a:moveTo>
                  <a:lnTo>
                    <a:pt x="7377" y="4756"/>
                  </a:lnTo>
                  <a:lnTo>
                    <a:pt x="0" y="17724"/>
                  </a:lnTo>
                  <a:lnTo>
                    <a:pt x="3872" y="35809"/>
                  </a:lnTo>
                  <a:lnTo>
                    <a:pt x="35293" y="109585"/>
                  </a:lnTo>
                  <a:lnTo>
                    <a:pt x="62450" y="158074"/>
                  </a:lnTo>
                  <a:lnTo>
                    <a:pt x="96978" y="209495"/>
                  </a:lnTo>
                  <a:lnTo>
                    <a:pt x="138682" y="260248"/>
                  </a:lnTo>
                  <a:lnTo>
                    <a:pt x="187366" y="306731"/>
                  </a:lnTo>
                  <a:lnTo>
                    <a:pt x="219434" y="329022"/>
                  </a:lnTo>
                  <a:lnTo>
                    <a:pt x="245290" y="338866"/>
                  </a:lnTo>
                  <a:lnTo>
                    <a:pt x="304107" y="359210"/>
                  </a:lnTo>
                  <a:lnTo>
                    <a:pt x="361358" y="377718"/>
                  </a:lnTo>
                  <a:lnTo>
                    <a:pt x="417004" y="394471"/>
                  </a:lnTo>
                  <a:lnTo>
                    <a:pt x="471006" y="409552"/>
                  </a:lnTo>
                  <a:lnTo>
                    <a:pt x="523325" y="423042"/>
                  </a:lnTo>
                  <a:lnTo>
                    <a:pt x="573922" y="435021"/>
                  </a:lnTo>
                  <a:lnTo>
                    <a:pt x="622757" y="445570"/>
                  </a:lnTo>
                  <a:lnTo>
                    <a:pt x="669791" y="454773"/>
                  </a:lnTo>
                  <a:lnTo>
                    <a:pt x="714985" y="462708"/>
                  </a:lnTo>
                  <a:lnTo>
                    <a:pt x="758301" y="469459"/>
                  </a:lnTo>
                  <a:lnTo>
                    <a:pt x="749778" y="252408"/>
                  </a:lnTo>
                  <a:lnTo>
                    <a:pt x="572292" y="237433"/>
                  </a:lnTo>
                  <a:lnTo>
                    <a:pt x="286567" y="214608"/>
                  </a:lnTo>
                  <a:lnTo>
                    <a:pt x="275789" y="195917"/>
                  </a:lnTo>
                  <a:lnTo>
                    <a:pt x="265429" y="174586"/>
                  </a:lnTo>
                  <a:lnTo>
                    <a:pt x="256785" y="151483"/>
                  </a:lnTo>
                  <a:lnTo>
                    <a:pt x="251154" y="127480"/>
                  </a:lnTo>
                  <a:lnTo>
                    <a:pt x="239531" y="85738"/>
                  </a:lnTo>
                  <a:lnTo>
                    <a:pt x="216386" y="51131"/>
                  </a:lnTo>
                  <a:lnTo>
                    <a:pt x="178782" y="25249"/>
                  </a:lnTo>
                  <a:lnTo>
                    <a:pt x="123786" y="9682"/>
                  </a:lnTo>
                  <a:lnTo>
                    <a:pt x="68117" y="2095"/>
                  </a:lnTo>
                  <a:lnTo>
                    <a:pt x="29699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4418023" y="3250111"/>
              <a:ext cx="584200" cy="1245870"/>
            </a:xfrm>
            <a:custGeom>
              <a:avLst/>
              <a:gdLst/>
              <a:ahLst/>
              <a:cxnLst/>
              <a:rect l="l" t="t" r="r" b="b"/>
              <a:pathLst>
                <a:path w="584200" h="1245870">
                  <a:moveTo>
                    <a:pt x="71936" y="0"/>
                  </a:moveTo>
                  <a:lnTo>
                    <a:pt x="99195" y="130202"/>
                  </a:lnTo>
                  <a:lnTo>
                    <a:pt x="160821" y="422149"/>
                  </a:lnTo>
                  <a:lnTo>
                    <a:pt x="226580" y="727846"/>
                  </a:lnTo>
                  <a:lnTo>
                    <a:pt x="266244" y="899302"/>
                  </a:lnTo>
                  <a:lnTo>
                    <a:pt x="275414" y="941433"/>
                  </a:lnTo>
                  <a:lnTo>
                    <a:pt x="256873" y="961291"/>
                  </a:lnTo>
                  <a:lnTo>
                    <a:pt x="191181" y="964110"/>
                  </a:lnTo>
                  <a:lnTo>
                    <a:pt x="58900" y="955122"/>
                  </a:lnTo>
                  <a:lnTo>
                    <a:pt x="14524" y="980389"/>
                  </a:lnTo>
                  <a:lnTo>
                    <a:pt x="15566" y="1079600"/>
                  </a:lnTo>
                  <a:lnTo>
                    <a:pt x="61465" y="1199335"/>
                  </a:lnTo>
                  <a:lnTo>
                    <a:pt x="230634" y="1233196"/>
                  </a:lnTo>
                  <a:lnTo>
                    <a:pt x="328080" y="1245655"/>
                  </a:lnTo>
                  <a:lnTo>
                    <a:pt x="403780" y="1240504"/>
                  </a:lnTo>
                  <a:lnTo>
                    <a:pt x="497692" y="1219428"/>
                  </a:lnTo>
                  <a:lnTo>
                    <a:pt x="527591" y="1156466"/>
                  </a:lnTo>
                  <a:lnTo>
                    <a:pt x="540015" y="1117351"/>
                  </a:lnTo>
                  <a:lnTo>
                    <a:pt x="550805" y="1073905"/>
                  </a:lnTo>
                  <a:lnTo>
                    <a:pt x="559997" y="1026698"/>
                  </a:lnTo>
                  <a:lnTo>
                    <a:pt x="567629" y="976299"/>
                  </a:lnTo>
                  <a:lnTo>
                    <a:pt x="573737" y="923277"/>
                  </a:lnTo>
                  <a:lnTo>
                    <a:pt x="578357" y="868201"/>
                  </a:lnTo>
                  <a:lnTo>
                    <a:pt x="581528" y="811641"/>
                  </a:lnTo>
                  <a:lnTo>
                    <a:pt x="583285" y="754165"/>
                  </a:lnTo>
                  <a:lnTo>
                    <a:pt x="583666" y="696343"/>
                  </a:lnTo>
                  <a:lnTo>
                    <a:pt x="582707" y="638743"/>
                  </a:lnTo>
                  <a:lnTo>
                    <a:pt x="580445" y="581936"/>
                  </a:lnTo>
                  <a:lnTo>
                    <a:pt x="576918" y="526489"/>
                  </a:lnTo>
                  <a:lnTo>
                    <a:pt x="572161" y="472973"/>
                  </a:lnTo>
                  <a:lnTo>
                    <a:pt x="566211" y="421957"/>
                  </a:lnTo>
                  <a:lnTo>
                    <a:pt x="559107" y="374009"/>
                  </a:lnTo>
                  <a:lnTo>
                    <a:pt x="550883" y="329698"/>
                  </a:lnTo>
                  <a:lnTo>
                    <a:pt x="541578" y="289595"/>
                  </a:lnTo>
                  <a:lnTo>
                    <a:pt x="519870" y="224286"/>
                  </a:lnTo>
                  <a:lnTo>
                    <a:pt x="466205" y="113998"/>
                  </a:lnTo>
                  <a:lnTo>
                    <a:pt x="401657" y="53872"/>
                  </a:lnTo>
                  <a:lnTo>
                    <a:pt x="284232" y="22882"/>
                  </a:lnTo>
                  <a:lnTo>
                    <a:pt x="7193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3849372" y="2379028"/>
              <a:ext cx="1106170" cy="1426845"/>
            </a:xfrm>
            <a:custGeom>
              <a:avLst/>
              <a:gdLst/>
              <a:ahLst/>
              <a:cxnLst/>
              <a:rect l="l" t="t" r="r" b="b"/>
              <a:pathLst>
                <a:path w="1106169" h="1426845">
                  <a:moveTo>
                    <a:pt x="509427" y="0"/>
                  </a:moveTo>
                  <a:lnTo>
                    <a:pt x="435964" y="5121"/>
                  </a:lnTo>
                  <a:lnTo>
                    <a:pt x="396423" y="16637"/>
                  </a:lnTo>
                  <a:lnTo>
                    <a:pt x="357663" y="34707"/>
                  </a:lnTo>
                  <a:lnTo>
                    <a:pt x="320665" y="59214"/>
                  </a:lnTo>
                  <a:lnTo>
                    <a:pt x="286410" y="90044"/>
                  </a:lnTo>
                  <a:lnTo>
                    <a:pt x="255880" y="127080"/>
                  </a:lnTo>
                  <a:lnTo>
                    <a:pt x="230055" y="170207"/>
                  </a:lnTo>
                  <a:lnTo>
                    <a:pt x="209916" y="219310"/>
                  </a:lnTo>
                  <a:lnTo>
                    <a:pt x="196445" y="274271"/>
                  </a:lnTo>
                  <a:lnTo>
                    <a:pt x="190623" y="334976"/>
                  </a:lnTo>
                  <a:lnTo>
                    <a:pt x="188587" y="397141"/>
                  </a:lnTo>
                  <a:lnTo>
                    <a:pt x="185711" y="456458"/>
                  </a:lnTo>
                  <a:lnTo>
                    <a:pt x="181827" y="512781"/>
                  </a:lnTo>
                  <a:lnTo>
                    <a:pt x="176768" y="565961"/>
                  </a:lnTo>
                  <a:lnTo>
                    <a:pt x="170368" y="615851"/>
                  </a:lnTo>
                  <a:lnTo>
                    <a:pt x="162459" y="662303"/>
                  </a:lnTo>
                  <a:lnTo>
                    <a:pt x="152874" y="705169"/>
                  </a:lnTo>
                  <a:lnTo>
                    <a:pt x="141447" y="744302"/>
                  </a:lnTo>
                  <a:lnTo>
                    <a:pt x="112395" y="810773"/>
                  </a:lnTo>
                  <a:lnTo>
                    <a:pt x="68306" y="884848"/>
                  </a:lnTo>
                  <a:lnTo>
                    <a:pt x="46858" y="924085"/>
                  </a:lnTo>
                  <a:lnTo>
                    <a:pt x="27806" y="965957"/>
                  </a:lnTo>
                  <a:lnTo>
                    <a:pt x="12646" y="1011339"/>
                  </a:lnTo>
                  <a:lnTo>
                    <a:pt x="2878" y="1061108"/>
                  </a:lnTo>
                  <a:lnTo>
                    <a:pt x="0" y="1116138"/>
                  </a:lnTo>
                  <a:lnTo>
                    <a:pt x="5508" y="1177307"/>
                  </a:lnTo>
                  <a:lnTo>
                    <a:pt x="15055" y="1219341"/>
                  </a:lnTo>
                  <a:lnTo>
                    <a:pt x="29941" y="1259041"/>
                  </a:lnTo>
                  <a:lnTo>
                    <a:pt x="49933" y="1295856"/>
                  </a:lnTo>
                  <a:lnTo>
                    <a:pt x="74800" y="1329235"/>
                  </a:lnTo>
                  <a:lnTo>
                    <a:pt x="104309" y="1358626"/>
                  </a:lnTo>
                  <a:lnTo>
                    <a:pt x="138230" y="1383477"/>
                  </a:lnTo>
                  <a:lnTo>
                    <a:pt x="176331" y="1403238"/>
                  </a:lnTo>
                  <a:lnTo>
                    <a:pt x="218379" y="1417356"/>
                  </a:lnTo>
                  <a:lnTo>
                    <a:pt x="264142" y="1425281"/>
                  </a:lnTo>
                  <a:lnTo>
                    <a:pt x="313390" y="1426460"/>
                  </a:lnTo>
                  <a:lnTo>
                    <a:pt x="365891" y="1420343"/>
                  </a:lnTo>
                  <a:lnTo>
                    <a:pt x="421411" y="1406378"/>
                  </a:lnTo>
                  <a:lnTo>
                    <a:pt x="473798" y="1386115"/>
                  </a:lnTo>
                  <a:lnTo>
                    <a:pt x="525543" y="1359509"/>
                  </a:lnTo>
                  <a:lnTo>
                    <a:pt x="576242" y="1327779"/>
                  </a:lnTo>
                  <a:lnTo>
                    <a:pt x="625490" y="1292146"/>
                  </a:lnTo>
                  <a:lnTo>
                    <a:pt x="672881" y="1253829"/>
                  </a:lnTo>
                  <a:lnTo>
                    <a:pt x="718012" y="1214047"/>
                  </a:lnTo>
                  <a:lnTo>
                    <a:pt x="760477" y="1174021"/>
                  </a:lnTo>
                  <a:lnTo>
                    <a:pt x="799872" y="1134969"/>
                  </a:lnTo>
                  <a:lnTo>
                    <a:pt x="835791" y="1098113"/>
                  </a:lnTo>
                  <a:lnTo>
                    <a:pt x="895585" y="1035863"/>
                  </a:lnTo>
                  <a:lnTo>
                    <a:pt x="918650" y="1012910"/>
                  </a:lnTo>
                  <a:lnTo>
                    <a:pt x="936621" y="997029"/>
                  </a:lnTo>
                  <a:lnTo>
                    <a:pt x="964042" y="984920"/>
                  </a:lnTo>
                  <a:lnTo>
                    <a:pt x="993304" y="989970"/>
                  </a:lnTo>
                  <a:lnTo>
                    <a:pt x="1024407" y="1012177"/>
                  </a:lnTo>
                  <a:lnTo>
                    <a:pt x="1057351" y="1051541"/>
                  </a:lnTo>
                  <a:lnTo>
                    <a:pt x="1092134" y="1108063"/>
                  </a:lnTo>
                  <a:lnTo>
                    <a:pt x="1103300" y="1053039"/>
                  </a:lnTo>
                  <a:lnTo>
                    <a:pt x="1105746" y="1003706"/>
                  </a:lnTo>
                  <a:lnTo>
                    <a:pt x="1099473" y="960062"/>
                  </a:lnTo>
                  <a:lnTo>
                    <a:pt x="1084479" y="922110"/>
                  </a:lnTo>
                  <a:lnTo>
                    <a:pt x="1060764" y="889849"/>
                  </a:lnTo>
                  <a:lnTo>
                    <a:pt x="1023157" y="859536"/>
                  </a:lnTo>
                  <a:lnTo>
                    <a:pt x="967062" y="842171"/>
                  </a:lnTo>
                  <a:lnTo>
                    <a:pt x="943273" y="828755"/>
                  </a:lnTo>
                  <a:lnTo>
                    <a:pt x="918789" y="794606"/>
                  </a:lnTo>
                  <a:lnTo>
                    <a:pt x="901555" y="736767"/>
                  </a:lnTo>
                  <a:lnTo>
                    <a:pt x="895955" y="659808"/>
                  </a:lnTo>
                  <a:lnTo>
                    <a:pt x="893998" y="561840"/>
                  </a:lnTo>
                  <a:lnTo>
                    <a:pt x="891888" y="504386"/>
                  </a:lnTo>
                  <a:lnTo>
                    <a:pt x="887694" y="440972"/>
                  </a:lnTo>
                  <a:lnTo>
                    <a:pt x="880414" y="371359"/>
                  </a:lnTo>
                  <a:lnTo>
                    <a:pt x="869052" y="295313"/>
                  </a:lnTo>
                  <a:lnTo>
                    <a:pt x="854165" y="233856"/>
                  </a:lnTo>
                  <a:lnTo>
                    <a:pt x="832998" y="181287"/>
                  </a:lnTo>
                  <a:lnTo>
                    <a:pt x="806457" y="136949"/>
                  </a:lnTo>
                  <a:lnTo>
                    <a:pt x="775449" y="100188"/>
                  </a:lnTo>
                  <a:lnTo>
                    <a:pt x="740879" y="70350"/>
                  </a:lnTo>
                  <a:lnTo>
                    <a:pt x="703654" y="46778"/>
                  </a:lnTo>
                  <a:lnTo>
                    <a:pt x="664681" y="28819"/>
                  </a:lnTo>
                  <a:lnTo>
                    <a:pt x="624865" y="15816"/>
                  </a:lnTo>
                  <a:lnTo>
                    <a:pt x="585113" y="7115"/>
                  </a:lnTo>
                  <a:lnTo>
                    <a:pt x="546332" y="2061"/>
                  </a:lnTo>
                  <a:lnTo>
                    <a:pt x="50942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4088002" y="2606625"/>
              <a:ext cx="488950" cy="685165"/>
            </a:xfrm>
            <a:custGeom>
              <a:avLst/>
              <a:gdLst/>
              <a:ahLst/>
              <a:cxnLst/>
              <a:rect l="l" t="t" r="r" b="b"/>
              <a:pathLst>
                <a:path w="488950" h="685164">
                  <a:moveTo>
                    <a:pt x="348927" y="82"/>
                  </a:moveTo>
                  <a:lnTo>
                    <a:pt x="303129" y="7758"/>
                  </a:lnTo>
                  <a:lnTo>
                    <a:pt x="245338" y="46801"/>
                  </a:lnTo>
                  <a:lnTo>
                    <a:pt x="211945" y="78084"/>
                  </a:lnTo>
                  <a:lnTo>
                    <a:pt x="175553" y="117209"/>
                  </a:lnTo>
                  <a:lnTo>
                    <a:pt x="136163" y="164175"/>
                  </a:lnTo>
                  <a:lnTo>
                    <a:pt x="93774" y="218983"/>
                  </a:lnTo>
                  <a:lnTo>
                    <a:pt x="48386" y="281632"/>
                  </a:lnTo>
                  <a:lnTo>
                    <a:pt x="0" y="352122"/>
                  </a:lnTo>
                  <a:lnTo>
                    <a:pt x="14264" y="404169"/>
                  </a:lnTo>
                  <a:lnTo>
                    <a:pt x="31245" y="453023"/>
                  </a:lnTo>
                  <a:lnTo>
                    <a:pt x="50944" y="498683"/>
                  </a:lnTo>
                  <a:lnTo>
                    <a:pt x="73359" y="541151"/>
                  </a:lnTo>
                  <a:lnTo>
                    <a:pt x="98491" y="580426"/>
                  </a:lnTo>
                  <a:lnTo>
                    <a:pt x="126340" y="616509"/>
                  </a:lnTo>
                  <a:lnTo>
                    <a:pt x="156906" y="649401"/>
                  </a:lnTo>
                  <a:lnTo>
                    <a:pt x="188892" y="672891"/>
                  </a:lnTo>
                  <a:lnTo>
                    <a:pt x="259049" y="684816"/>
                  </a:lnTo>
                  <a:lnTo>
                    <a:pt x="295276" y="675418"/>
                  </a:lnTo>
                  <a:lnTo>
                    <a:pt x="330974" y="657225"/>
                  </a:lnTo>
                  <a:lnTo>
                    <a:pt x="365172" y="631319"/>
                  </a:lnTo>
                  <a:lnTo>
                    <a:pt x="396898" y="598784"/>
                  </a:lnTo>
                  <a:lnTo>
                    <a:pt x="425182" y="560702"/>
                  </a:lnTo>
                  <a:lnTo>
                    <a:pt x="449050" y="518158"/>
                  </a:lnTo>
                  <a:lnTo>
                    <a:pt x="467534" y="472235"/>
                  </a:lnTo>
                  <a:lnTo>
                    <a:pt x="479660" y="424015"/>
                  </a:lnTo>
                  <a:lnTo>
                    <a:pt x="487199" y="364571"/>
                  </a:lnTo>
                  <a:lnTo>
                    <a:pt x="488951" y="306559"/>
                  </a:lnTo>
                  <a:lnTo>
                    <a:pt x="485252" y="250783"/>
                  </a:lnTo>
                  <a:lnTo>
                    <a:pt x="476435" y="198045"/>
                  </a:lnTo>
                  <a:lnTo>
                    <a:pt x="462837" y="149147"/>
                  </a:lnTo>
                  <a:lnTo>
                    <a:pt x="444792" y="104892"/>
                  </a:lnTo>
                  <a:lnTo>
                    <a:pt x="422636" y="66082"/>
                  </a:lnTo>
                  <a:lnTo>
                    <a:pt x="396703" y="33519"/>
                  </a:lnTo>
                  <a:lnTo>
                    <a:pt x="367329" y="8007"/>
                  </a:lnTo>
                  <a:lnTo>
                    <a:pt x="348927" y="82"/>
                  </a:lnTo>
                  <a:close/>
                </a:path>
              </a:pathLst>
            </a:custGeom>
            <a:solidFill>
              <a:srgbClr val="259CA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4055432" y="3067505"/>
              <a:ext cx="854710" cy="425450"/>
            </a:xfrm>
            <a:custGeom>
              <a:avLst/>
              <a:gdLst/>
              <a:ahLst/>
              <a:cxnLst/>
              <a:rect l="l" t="t" r="r" b="b"/>
              <a:pathLst>
                <a:path w="854709" h="425450">
                  <a:moveTo>
                    <a:pt x="10369" y="276549"/>
                  </a:moveTo>
                  <a:lnTo>
                    <a:pt x="920" y="281624"/>
                  </a:lnTo>
                  <a:lnTo>
                    <a:pt x="0" y="303609"/>
                  </a:lnTo>
                  <a:lnTo>
                    <a:pt x="11597" y="332850"/>
                  </a:lnTo>
                  <a:lnTo>
                    <a:pt x="35876" y="364479"/>
                  </a:lnTo>
                  <a:lnTo>
                    <a:pt x="72998" y="393626"/>
                  </a:lnTo>
                  <a:lnTo>
                    <a:pt x="123126" y="415420"/>
                  </a:lnTo>
                  <a:lnTo>
                    <a:pt x="186422" y="424992"/>
                  </a:lnTo>
                  <a:lnTo>
                    <a:pt x="226040" y="422031"/>
                  </a:lnTo>
                  <a:lnTo>
                    <a:pt x="268171" y="411930"/>
                  </a:lnTo>
                  <a:lnTo>
                    <a:pt x="312173" y="395881"/>
                  </a:lnTo>
                  <a:lnTo>
                    <a:pt x="357406" y="375072"/>
                  </a:lnTo>
                  <a:lnTo>
                    <a:pt x="389199" y="358156"/>
                  </a:lnTo>
                  <a:lnTo>
                    <a:pt x="188181" y="358156"/>
                  </a:lnTo>
                  <a:lnTo>
                    <a:pt x="128467" y="354541"/>
                  </a:lnTo>
                  <a:lnTo>
                    <a:pt x="82852" y="336481"/>
                  </a:lnTo>
                  <a:lnTo>
                    <a:pt x="49313" y="312069"/>
                  </a:lnTo>
                  <a:lnTo>
                    <a:pt x="25826" y="289394"/>
                  </a:lnTo>
                  <a:lnTo>
                    <a:pt x="10369" y="276549"/>
                  </a:lnTo>
                  <a:close/>
                </a:path>
                <a:path w="854709" h="425450">
                  <a:moveTo>
                    <a:pt x="691025" y="0"/>
                  </a:moveTo>
                  <a:lnTo>
                    <a:pt x="658098" y="39975"/>
                  </a:lnTo>
                  <a:lnTo>
                    <a:pt x="621988" y="79482"/>
                  </a:lnTo>
                  <a:lnTo>
                    <a:pt x="583300" y="118085"/>
                  </a:lnTo>
                  <a:lnTo>
                    <a:pt x="542642" y="155345"/>
                  </a:lnTo>
                  <a:lnTo>
                    <a:pt x="500621" y="190826"/>
                  </a:lnTo>
                  <a:lnTo>
                    <a:pt x="457843" y="224091"/>
                  </a:lnTo>
                  <a:lnTo>
                    <a:pt x="414915" y="254702"/>
                  </a:lnTo>
                  <a:lnTo>
                    <a:pt x="372444" y="282222"/>
                  </a:lnTo>
                  <a:lnTo>
                    <a:pt x="331037" y="306214"/>
                  </a:lnTo>
                  <a:lnTo>
                    <a:pt x="291300" y="326240"/>
                  </a:lnTo>
                  <a:lnTo>
                    <a:pt x="253841" y="341864"/>
                  </a:lnTo>
                  <a:lnTo>
                    <a:pt x="188181" y="358156"/>
                  </a:lnTo>
                  <a:lnTo>
                    <a:pt x="389199" y="358156"/>
                  </a:lnTo>
                  <a:lnTo>
                    <a:pt x="403226" y="350693"/>
                  </a:lnTo>
                  <a:lnTo>
                    <a:pt x="448992" y="323936"/>
                  </a:lnTo>
                  <a:lnTo>
                    <a:pt x="494061" y="295989"/>
                  </a:lnTo>
                  <a:lnTo>
                    <a:pt x="579542" y="241287"/>
                  </a:lnTo>
                  <a:lnTo>
                    <a:pt x="618670" y="216913"/>
                  </a:lnTo>
                  <a:lnTo>
                    <a:pt x="654534" y="196109"/>
                  </a:lnTo>
                  <a:lnTo>
                    <a:pt x="712562" y="171200"/>
                  </a:lnTo>
                  <a:lnTo>
                    <a:pt x="764704" y="163242"/>
                  </a:lnTo>
                  <a:lnTo>
                    <a:pt x="796523" y="163242"/>
                  </a:lnTo>
                  <a:lnTo>
                    <a:pt x="784995" y="159155"/>
                  </a:lnTo>
                  <a:lnTo>
                    <a:pt x="736711" y="139815"/>
                  </a:lnTo>
                  <a:lnTo>
                    <a:pt x="712731" y="106132"/>
                  </a:lnTo>
                  <a:lnTo>
                    <a:pt x="697497" y="59999"/>
                  </a:lnTo>
                  <a:lnTo>
                    <a:pt x="691067" y="1214"/>
                  </a:lnTo>
                  <a:lnTo>
                    <a:pt x="691025" y="0"/>
                  </a:lnTo>
                  <a:close/>
                </a:path>
                <a:path w="854709" h="425450">
                  <a:moveTo>
                    <a:pt x="796523" y="163242"/>
                  </a:moveTo>
                  <a:lnTo>
                    <a:pt x="764704" y="163242"/>
                  </a:lnTo>
                  <a:lnTo>
                    <a:pt x="810958" y="172233"/>
                  </a:lnTo>
                  <a:lnTo>
                    <a:pt x="851323" y="198171"/>
                  </a:lnTo>
                  <a:lnTo>
                    <a:pt x="854695" y="201376"/>
                  </a:lnTo>
                  <a:lnTo>
                    <a:pt x="850276" y="196863"/>
                  </a:lnTo>
                  <a:lnTo>
                    <a:pt x="814269" y="169533"/>
                  </a:lnTo>
                  <a:lnTo>
                    <a:pt x="796523" y="163242"/>
                  </a:lnTo>
                  <a:close/>
                </a:path>
              </a:pathLst>
            </a:custGeom>
            <a:solidFill>
              <a:srgbClr val="259CA6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4070954" y="2519182"/>
              <a:ext cx="485775" cy="678815"/>
            </a:xfrm>
            <a:custGeom>
              <a:avLst/>
              <a:gdLst/>
              <a:ahLst/>
              <a:cxnLst/>
              <a:rect l="l" t="t" r="r" b="b"/>
              <a:pathLst>
                <a:path w="485775" h="678814">
                  <a:moveTo>
                    <a:pt x="236645" y="0"/>
                  </a:moveTo>
                  <a:lnTo>
                    <a:pt x="159304" y="9877"/>
                  </a:lnTo>
                  <a:lnTo>
                    <a:pt x="111423" y="36300"/>
                  </a:lnTo>
                  <a:lnTo>
                    <a:pt x="57195" y="88416"/>
                  </a:lnTo>
                  <a:lnTo>
                    <a:pt x="32593" y="126105"/>
                  </a:lnTo>
                  <a:lnTo>
                    <a:pt x="15573" y="170060"/>
                  </a:lnTo>
                  <a:lnTo>
                    <a:pt x="5135" y="218315"/>
                  </a:lnTo>
                  <a:lnTo>
                    <a:pt x="278" y="268905"/>
                  </a:lnTo>
                  <a:lnTo>
                    <a:pt x="0" y="319865"/>
                  </a:lnTo>
                  <a:lnTo>
                    <a:pt x="3300" y="369230"/>
                  </a:lnTo>
                  <a:lnTo>
                    <a:pt x="9177" y="415035"/>
                  </a:lnTo>
                  <a:lnTo>
                    <a:pt x="16631" y="455315"/>
                  </a:lnTo>
                  <a:lnTo>
                    <a:pt x="32723" y="505872"/>
                  </a:lnTo>
                  <a:lnTo>
                    <a:pt x="57932" y="556521"/>
                  </a:lnTo>
                  <a:lnTo>
                    <a:pt x="89291" y="603187"/>
                  </a:lnTo>
                  <a:lnTo>
                    <a:pt x="123831" y="641790"/>
                  </a:lnTo>
                  <a:lnTo>
                    <a:pt x="158584" y="668255"/>
                  </a:lnTo>
                  <a:lnTo>
                    <a:pt x="190583" y="678502"/>
                  </a:lnTo>
                  <a:lnTo>
                    <a:pt x="232403" y="672820"/>
                  </a:lnTo>
                  <a:lnTo>
                    <a:pt x="282329" y="655322"/>
                  </a:lnTo>
                  <a:lnTo>
                    <a:pt x="333738" y="628140"/>
                  </a:lnTo>
                  <a:lnTo>
                    <a:pt x="380007" y="593405"/>
                  </a:lnTo>
                  <a:lnTo>
                    <a:pt x="414514" y="553250"/>
                  </a:lnTo>
                  <a:lnTo>
                    <a:pt x="445781" y="487293"/>
                  </a:lnTo>
                  <a:lnTo>
                    <a:pt x="460688" y="442897"/>
                  </a:lnTo>
                  <a:lnTo>
                    <a:pt x="473187" y="393481"/>
                  </a:lnTo>
                  <a:lnTo>
                    <a:pt x="481838" y="340988"/>
                  </a:lnTo>
                  <a:lnTo>
                    <a:pt x="485199" y="287363"/>
                  </a:lnTo>
                  <a:lnTo>
                    <a:pt x="481827" y="234548"/>
                  </a:lnTo>
                  <a:lnTo>
                    <a:pt x="470281" y="184488"/>
                  </a:lnTo>
                  <a:lnTo>
                    <a:pt x="449120" y="139126"/>
                  </a:lnTo>
                  <a:lnTo>
                    <a:pt x="408852" y="84769"/>
                  </a:lnTo>
                  <a:lnTo>
                    <a:pt x="368448" y="46823"/>
                  </a:lnTo>
                  <a:lnTo>
                    <a:pt x="329465" y="22330"/>
                  </a:lnTo>
                  <a:lnTo>
                    <a:pt x="293465" y="8333"/>
                  </a:lnTo>
                  <a:lnTo>
                    <a:pt x="236645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4304340" y="2628835"/>
              <a:ext cx="252095" cy="563245"/>
            </a:xfrm>
            <a:custGeom>
              <a:avLst/>
              <a:gdLst/>
              <a:ahLst/>
              <a:cxnLst/>
              <a:rect l="l" t="t" r="r" b="b"/>
              <a:pathLst>
                <a:path w="252094" h="563244">
                  <a:moveTo>
                    <a:pt x="145807" y="0"/>
                  </a:moveTo>
                  <a:lnTo>
                    <a:pt x="149335" y="17737"/>
                  </a:lnTo>
                  <a:lnTo>
                    <a:pt x="160006" y="82423"/>
                  </a:lnTo>
                  <a:lnTo>
                    <a:pt x="165663" y="139447"/>
                  </a:lnTo>
                  <a:lnTo>
                    <a:pt x="166306" y="188811"/>
                  </a:lnTo>
                  <a:lnTo>
                    <a:pt x="161935" y="230513"/>
                  </a:lnTo>
                  <a:lnTo>
                    <a:pt x="152551" y="264553"/>
                  </a:lnTo>
                  <a:lnTo>
                    <a:pt x="138152" y="290933"/>
                  </a:lnTo>
                  <a:lnTo>
                    <a:pt x="111343" y="324076"/>
                  </a:lnTo>
                  <a:lnTo>
                    <a:pt x="83043" y="358029"/>
                  </a:lnTo>
                  <a:lnTo>
                    <a:pt x="55506" y="395840"/>
                  </a:lnTo>
                  <a:lnTo>
                    <a:pt x="30984" y="440553"/>
                  </a:lnTo>
                  <a:lnTo>
                    <a:pt x="11731" y="495215"/>
                  </a:lnTo>
                  <a:lnTo>
                    <a:pt x="0" y="562872"/>
                  </a:lnTo>
                  <a:lnTo>
                    <a:pt x="49750" y="545296"/>
                  </a:lnTo>
                  <a:lnTo>
                    <a:pt x="100869" y="518155"/>
                  </a:lnTo>
                  <a:lnTo>
                    <a:pt x="146836" y="483552"/>
                  </a:lnTo>
                  <a:lnTo>
                    <a:pt x="181125" y="443588"/>
                  </a:lnTo>
                  <a:lnTo>
                    <a:pt x="212393" y="377637"/>
                  </a:lnTo>
                  <a:lnTo>
                    <a:pt x="227301" y="333242"/>
                  </a:lnTo>
                  <a:lnTo>
                    <a:pt x="239802" y="283828"/>
                  </a:lnTo>
                  <a:lnTo>
                    <a:pt x="248453" y="231336"/>
                  </a:lnTo>
                  <a:lnTo>
                    <a:pt x="251814" y="177711"/>
                  </a:lnTo>
                  <a:lnTo>
                    <a:pt x="248442" y="124897"/>
                  </a:lnTo>
                  <a:lnTo>
                    <a:pt x="236895" y="74837"/>
                  </a:lnTo>
                  <a:lnTo>
                    <a:pt x="215731" y="29475"/>
                  </a:lnTo>
                  <a:lnTo>
                    <a:pt x="208171" y="17758"/>
                  </a:lnTo>
                  <a:lnTo>
                    <a:pt x="145807" y="0"/>
                  </a:lnTo>
                  <a:close/>
                </a:path>
              </a:pathLst>
            </a:custGeom>
            <a:solidFill>
              <a:srgbClr val="703B1A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4070580" y="2518942"/>
              <a:ext cx="485775" cy="319405"/>
            </a:xfrm>
            <a:custGeom>
              <a:avLst/>
              <a:gdLst/>
              <a:ahLst/>
              <a:cxnLst/>
              <a:rect l="l" t="t" r="r" b="b"/>
              <a:pathLst>
                <a:path w="485775" h="319405">
                  <a:moveTo>
                    <a:pt x="221302" y="0"/>
                  </a:moveTo>
                  <a:lnTo>
                    <a:pt x="149185" y="14380"/>
                  </a:lnTo>
                  <a:lnTo>
                    <a:pt x="105868" y="41080"/>
                  </a:lnTo>
                  <a:lnTo>
                    <a:pt x="57568" y="88656"/>
                  </a:lnTo>
                  <a:lnTo>
                    <a:pt x="30409" y="131610"/>
                  </a:lnTo>
                  <a:lnTo>
                    <a:pt x="12716" y="182201"/>
                  </a:lnTo>
                  <a:lnTo>
                    <a:pt x="3058" y="237617"/>
                  </a:lnTo>
                  <a:lnTo>
                    <a:pt x="0" y="295048"/>
                  </a:lnTo>
                  <a:lnTo>
                    <a:pt x="23501" y="244835"/>
                  </a:lnTo>
                  <a:lnTo>
                    <a:pt x="51411" y="203982"/>
                  </a:lnTo>
                  <a:lnTo>
                    <a:pt x="83727" y="172488"/>
                  </a:lnTo>
                  <a:lnTo>
                    <a:pt x="120450" y="150352"/>
                  </a:lnTo>
                  <a:lnTo>
                    <a:pt x="161579" y="137574"/>
                  </a:lnTo>
                  <a:lnTo>
                    <a:pt x="207114" y="134152"/>
                  </a:lnTo>
                  <a:lnTo>
                    <a:pt x="265453" y="141108"/>
                  </a:lnTo>
                  <a:lnTo>
                    <a:pt x="317599" y="157548"/>
                  </a:lnTo>
                  <a:lnTo>
                    <a:pt x="363520" y="181680"/>
                  </a:lnTo>
                  <a:lnTo>
                    <a:pt x="403183" y="211710"/>
                  </a:lnTo>
                  <a:lnTo>
                    <a:pt x="436555" y="245844"/>
                  </a:lnTo>
                  <a:lnTo>
                    <a:pt x="463605" y="282291"/>
                  </a:lnTo>
                  <a:lnTo>
                    <a:pt x="484299" y="319257"/>
                  </a:lnTo>
                  <a:lnTo>
                    <a:pt x="485311" y="271172"/>
                  </a:lnTo>
                  <a:lnTo>
                    <a:pt x="480541" y="224227"/>
                  </a:lnTo>
                  <a:lnTo>
                    <a:pt x="468948" y="179824"/>
                  </a:lnTo>
                  <a:lnTo>
                    <a:pt x="449494" y="139367"/>
                  </a:lnTo>
                  <a:lnTo>
                    <a:pt x="409226" y="85010"/>
                  </a:lnTo>
                  <a:lnTo>
                    <a:pt x="368821" y="47064"/>
                  </a:lnTo>
                  <a:lnTo>
                    <a:pt x="329839" y="22571"/>
                  </a:lnTo>
                  <a:lnTo>
                    <a:pt x="293838" y="8574"/>
                  </a:lnTo>
                  <a:lnTo>
                    <a:pt x="237018" y="240"/>
                  </a:lnTo>
                  <a:lnTo>
                    <a:pt x="221302" y="0"/>
                  </a:lnTo>
                  <a:close/>
                </a:path>
              </a:pathLst>
            </a:custGeom>
            <a:solidFill>
              <a:srgbClr val="FADB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3554997" y="5816645"/>
              <a:ext cx="15875" cy="16510"/>
            </a:xfrm>
            <a:custGeom>
              <a:avLst/>
              <a:gdLst/>
              <a:ahLst/>
              <a:cxnLst/>
              <a:rect l="l" t="t" r="r" b="b"/>
              <a:pathLst>
                <a:path w="15875" h="16510">
                  <a:moveTo>
                    <a:pt x="7770" y="0"/>
                  </a:moveTo>
                  <a:lnTo>
                    <a:pt x="1944" y="2514"/>
                  </a:lnTo>
                  <a:lnTo>
                    <a:pt x="0" y="8046"/>
                  </a:lnTo>
                  <a:lnTo>
                    <a:pt x="1941" y="13579"/>
                  </a:lnTo>
                  <a:lnTo>
                    <a:pt x="7770" y="16093"/>
                  </a:lnTo>
                  <a:lnTo>
                    <a:pt x="13597" y="13579"/>
                  </a:lnTo>
                  <a:lnTo>
                    <a:pt x="15541" y="8046"/>
                  </a:lnTo>
                  <a:lnTo>
                    <a:pt x="13600" y="2514"/>
                  </a:lnTo>
                  <a:lnTo>
                    <a:pt x="777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161636" y="6255169"/>
              <a:ext cx="7140575" cy="3189605"/>
            </a:xfrm>
            <a:custGeom>
              <a:avLst/>
              <a:gdLst/>
              <a:ahLst/>
              <a:cxnLst/>
              <a:rect l="l" t="t" r="r" b="b"/>
              <a:pathLst>
                <a:path w="7140575" h="3189604">
                  <a:moveTo>
                    <a:pt x="0" y="0"/>
                  </a:moveTo>
                  <a:lnTo>
                    <a:pt x="481754" y="2484322"/>
                  </a:lnTo>
                  <a:lnTo>
                    <a:pt x="496561" y="2534639"/>
                  </a:lnTo>
                  <a:lnTo>
                    <a:pt x="520592" y="2581476"/>
                  </a:lnTo>
                  <a:lnTo>
                    <a:pt x="553280" y="2623703"/>
                  </a:lnTo>
                  <a:lnTo>
                    <a:pt x="594055" y="2660191"/>
                  </a:lnTo>
                  <a:lnTo>
                    <a:pt x="649683" y="2698571"/>
                  </a:lnTo>
                  <a:lnTo>
                    <a:pt x="710966" y="2735228"/>
                  </a:lnTo>
                  <a:lnTo>
                    <a:pt x="777606" y="2770193"/>
                  </a:lnTo>
                  <a:lnTo>
                    <a:pt x="812842" y="2787050"/>
                  </a:lnTo>
                  <a:lnTo>
                    <a:pt x="849307" y="2803497"/>
                  </a:lnTo>
                  <a:lnTo>
                    <a:pt x="886962" y="2819535"/>
                  </a:lnTo>
                  <a:lnTo>
                    <a:pt x="925772" y="2835170"/>
                  </a:lnTo>
                  <a:lnTo>
                    <a:pt x="965699" y="2850406"/>
                  </a:lnTo>
                  <a:lnTo>
                    <a:pt x="1006706" y="2865246"/>
                  </a:lnTo>
                  <a:lnTo>
                    <a:pt x="1048755" y="2879694"/>
                  </a:lnTo>
                  <a:lnTo>
                    <a:pt x="1091811" y="2893754"/>
                  </a:lnTo>
                  <a:lnTo>
                    <a:pt x="1135835" y="2907431"/>
                  </a:lnTo>
                  <a:lnTo>
                    <a:pt x="1180791" y="2920727"/>
                  </a:lnTo>
                  <a:lnTo>
                    <a:pt x="1226642" y="2933647"/>
                  </a:lnTo>
                  <a:lnTo>
                    <a:pt x="1273351" y="2946195"/>
                  </a:lnTo>
                  <a:lnTo>
                    <a:pt x="1320880" y="2958375"/>
                  </a:lnTo>
                  <a:lnTo>
                    <a:pt x="1369192" y="2970190"/>
                  </a:lnTo>
                  <a:lnTo>
                    <a:pt x="1418252" y="2981645"/>
                  </a:lnTo>
                  <a:lnTo>
                    <a:pt x="1468020" y="2992743"/>
                  </a:lnTo>
                  <a:lnTo>
                    <a:pt x="1518461" y="3003489"/>
                  </a:lnTo>
                  <a:lnTo>
                    <a:pt x="1569538" y="3013886"/>
                  </a:lnTo>
                  <a:lnTo>
                    <a:pt x="1621213" y="3023938"/>
                  </a:lnTo>
                  <a:lnTo>
                    <a:pt x="1673448" y="3033650"/>
                  </a:lnTo>
                  <a:lnTo>
                    <a:pt x="1726209" y="3043024"/>
                  </a:lnTo>
                  <a:lnTo>
                    <a:pt x="1779456" y="3052065"/>
                  </a:lnTo>
                  <a:lnTo>
                    <a:pt x="1833153" y="3060778"/>
                  </a:lnTo>
                  <a:lnTo>
                    <a:pt x="1887264" y="3069165"/>
                  </a:lnTo>
                  <a:lnTo>
                    <a:pt x="1941750" y="3077230"/>
                  </a:lnTo>
                  <a:lnTo>
                    <a:pt x="1996576" y="3084979"/>
                  </a:lnTo>
                  <a:lnTo>
                    <a:pt x="2051703" y="3092413"/>
                  </a:lnTo>
                  <a:lnTo>
                    <a:pt x="2107095" y="3099539"/>
                  </a:lnTo>
                  <a:lnTo>
                    <a:pt x="2162715" y="3106358"/>
                  </a:lnTo>
                  <a:lnTo>
                    <a:pt x="2218526" y="3112876"/>
                  </a:lnTo>
                  <a:lnTo>
                    <a:pt x="2274490" y="3119096"/>
                  </a:lnTo>
                  <a:lnTo>
                    <a:pt x="2330571" y="3125022"/>
                  </a:lnTo>
                  <a:lnTo>
                    <a:pt x="2386731" y="3130658"/>
                  </a:lnTo>
                  <a:lnTo>
                    <a:pt x="2442934" y="3136008"/>
                  </a:lnTo>
                  <a:lnTo>
                    <a:pt x="2499143" y="3141076"/>
                  </a:lnTo>
                  <a:lnTo>
                    <a:pt x="2555320" y="3145866"/>
                  </a:lnTo>
                  <a:lnTo>
                    <a:pt x="2611428" y="3150381"/>
                  </a:lnTo>
                  <a:lnTo>
                    <a:pt x="2667431" y="3154626"/>
                  </a:lnTo>
                  <a:lnTo>
                    <a:pt x="2723290" y="3158605"/>
                  </a:lnTo>
                  <a:lnTo>
                    <a:pt x="2778970" y="3162320"/>
                  </a:lnTo>
                  <a:lnTo>
                    <a:pt x="2834434" y="3165778"/>
                  </a:lnTo>
                  <a:lnTo>
                    <a:pt x="2889643" y="3168980"/>
                  </a:lnTo>
                  <a:lnTo>
                    <a:pt x="2944561" y="3171932"/>
                  </a:lnTo>
                  <a:lnTo>
                    <a:pt x="2999152" y="3174636"/>
                  </a:lnTo>
                  <a:lnTo>
                    <a:pt x="3053377" y="3177098"/>
                  </a:lnTo>
                  <a:lnTo>
                    <a:pt x="3107200" y="3179320"/>
                  </a:lnTo>
                  <a:lnTo>
                    <a:pt x="3160584" y="3181308"/>
                  </a:lnTo>
                  <a:lnTo>
                    <a:pt x="3213492" y="3183064"/>
                  </a:lnTo>
                  <a:lnTo>
                    <a:pt x="3317731" y="3185898"/>
                  </a:lnTo>
                  <a:lnTo>
                    <a:pt x="3419621" y="3187853"/>
                  </a:lnTo>
                  <a:lnTo>
                    <a:pt x="3518864" y="3188962"/>
                  </a:lnTo>
                  <a:lnTo>
                    <a:pt x="3615166" y="3189256"/>
                  </a:lnTo>
                  <a:lnTo>
                    <a:pt x="3708228" y="3188765"/>
                  </a:lnTo>
                  <a:lnTo>
                    <a:pt x="3797756" y="3187522"/>
                  </a:lnTo>
                  <a:lnTo>
                    <a:pt x="3883452" y="3185557"/>
                  </a:lnTo>
                  <a:lnTo>
                    <a:pt x="3955006" y="3183700"/>
                  </a:lnTo>
                  <a:lnTo>
                    <a:pt x="4026058" y="3181468"/>
                  </a:lnTo>
                  <a:lnTo>
                    <a:pt x="4096591" y="3178865"/>
                  </a:lnTo>
                  <a:lnTo>
                    <a:pt x="4166588" y="3175894"/>
                  </a:lnTo>
                  <a:lnTo>
                    <a:pt x="4236032" y="3172561"/>
                  </a:lnTo>
                  <a:lnTo>
                    <a:pt x="4304904" y="3168868"/>
                  </a:lnTo>
                  <a:lnTo>
                    <a:pt x="4373189" y="3164820"/>
                  </a:lnTo>
                  <a:lnTo>
                    <a:pt x="4440867" y="3160421"/>
                  </a:lnTo>
                  <a:lnTo>
                    <a:pt x="4507923" y="3155675"/>
                  </a:lnTo>
                  <a:lnTo>
                    <a:pt x="4574338" y="3150586"/>
                  </a:lnTo>
                  <a:lnTo>
                    <a:pt x="4640096" y="3145158"/>
                  </a:lnTo>
                  <a:lnTo>
                    <a:pt x="4705179" y="3139395"/>
                  </a:lnTo>
                  <a:lnTo>
                    <a:pt x="4769569" y="3133301"/>
                  </a:lnTo>
                  <a:lnTo>
                    <a:pt x="4833250" y="3126881"/>
                  </a:lnTo>
                  <a:lnTo>
                    <a:pt x="4896203" y="3120137"/>
                  </a:lnTo>
                  <a:lnTo>
                    <a:pt x="4958413" y="3113074"/>
                  </a:lnTo>
                  <a:lnTo>
                    <a:pt x="5019860" y="3105696"/>
                  </a:lnTo>
                  <a:lnTo>
                    <a:pt x="5080529" y="3098008"/>
                  </a:lnTo>
                  <a:lnTo>
                    <a:pt x="5140401" y="3090012"/>
                  </a:lnTo>
                  <a:lnTo>
                    <a:pt x="5199460" y="3081714"/>
                  </a:lnTo>
                  <a:lnTo>
                    <a:pt x="5257687" y="3073117"/>
                  </a:lnTo>
                  <a:lnTo>
                    <a:pt x="5315066" y="3064225"/>
                  </a:lnTo>
                  <a:lnTo>
                    <a:pt x="5371579" y="3055042"/>
                  </a:lnTo>
                  <a:lnTo>
                    <a:pt x="5427210" y="3045572"/>
                  </a:lnTo>
                  <a:lnTo>
                    <a:pt x="5481939" y="3035820"/>
                  </a:lnTo>
                  <a:lnTo>
                    <a:pt x="5535751" y="3025789"/>
                  </a:lnTo>
                  <a:lnTo>
                    <a:pt x="5588628" y="3015483"/>
                  </a:lnTo>
                  <a:lnTo>
                    <a:pt x="5640553" y="3004906"/>
                  </a:lnTo>
                  <a:lnTo>
                    <a:pt x="5691508" y="2994063"/>
                  </a:lnTo>
                  <a:lnTo>
                    <a:pt x="5741475" y="2982957"/>
                  </a:lnTo>
                  <a:lnTo>
                    <a:pt x="5790438" y="2971593"/>
                  </a:lnTo>
                  <a:lnTo>
                    <a:pt x="5838380" y="2959973"/>
                  </a:lnTo>
                  <a:lnTo>
                    <a:pt x="5885282" y="2948103"/>
                  </a:lnTo>
                  <a:lnTo>
                    <a:pt x="5931128" y="2935987"/>
                  </a:lnTo>
                  <a:lnTo>
                    <a:pt x="5975899" y="2923628"/>
                  </a:lnTo>
                  <a:lnTo>
                    <a:pt x="6019580" y="2911030"/>
                  </a:lnTo>
                  <a:lnTo>
                    <a:pt x="6062152" y="2898198"/>
                  </a:lnTo>
                  <a:lnTo>
                    <a:pt x="6103599" y="2885136"/>
                  </a:lnTo>
                  <a:lnTo>
                    <a:pt x="6143902" y="2871846"/>
                  </a:lnTo>
                  <a:lnTo>
                    <a:pt x="6183045" y="2858335"/>
                  </a:lnTo>
                  <a:lnTo>
                    <a:pt x="6221009" y="2844605"/>
                  </a:lnTo>
                  <a:lnTo>
                    <a:pt x="6257779" y="2830660"/>
                  </a:lnTo>
                  <a:lnTo>
                    <a:pt x="6293336" y="2816505"/>
                  </a:lnTo>
                  <a:lnTo>
                    <a:pt x="6360743" y="2787580"/>
                  </a:lnTo>
                  <a:lnTo>
                    <a:pt x="6423092" y="2757861"/>
                  </a:lnTo>
                  <a:lnTo>
                    <a:pt x="6480243" y="2727381"/>
                  </a:lnTo>
                  <a:lnTo>
                    <a:pt x="6532059" y="2696171"/>
                  </a:lnTo>
                  <a:lnTo>
                    <a:pt x="6578401" y="2664265"/>
                  </a:lnTo>
                  <a:lnTo>
                    <a:pt x="6619129" y="2631693"/>
                  </a:lnTo>
                  <a:lnTo>
                    <a:pt x="6654105" y="2598489"/>
                  </a:lnTo>
                  <a:lnTo>
                    <a:pt x="6683191" y="2564684"/>
                  </a:lnTo>
                  <a:lnTo>
                    <a:pt x="6713704" y="2512982"/>
                  </a:lnTo>
                  <a:lnTo>
                    <a:pt x="6731042" y="2458860"/>
                  </a:lnTo>
                  <a:lnTo>
                    <a:pt x="6734622" y="2437381"/>
                  </a:lnTo>
                  <a:lnTo>
                    <a:pt x="7139960" y="169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7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193782" y="6059534"/>
              <a:ext cx="7110095" cy="841375"/>
            </a:xfrm>
            <a:custGeom>
              <a:avLst/>
              <a:gdLst/>
              <a:ahLst/>
              <a:cxnLst/>
              <a:rect l="l" t="t" r="r" b="b"/>
              <a:pathLst>
                <a:path w="7110094" h="841375">
                  <a:moveTo>
                    <a:pt x="6476420" y="0"/>
                  </a:moveTo>
                  <a:lnTo>
                    <a:pt x="80636" y="217103"/>
                  </a:lnTo>
                  <a:lnTo>
                    <a:pt x="77327" y="219794"/>
                  </a:lnTo>
                  <a:lnTo>
                    <a:pt x="74008" y="222799"/>
                  </a:lnTo>
                  <a:lnTo>
                    <a:pt x="70699" y="225500"/>
                  </a:lnTo>
                  <a:lnTo>
                    <a:pt x="39450" y="255901"/>
                  </a:lnTo>
                  <a:lnTo>
                    <a:pt x="17146" y="286724"/>
                  </a:lnTo>
                  <a:lnTo>
                    <a:pt x="3943" y="317939"/>
                  </a:lnTo>
                  <a:lnTo>
                    <a:pt x="0" y="349518"/>
                  </a:lnTo>
                  <a:lnTo>
                    <a:pt x="659" y="360334"/>
                  </a:lnTo>
                  <a:lnTo>
                    <a:pt x="65432" y="721559"/>
                  </a:lnTo>
                  <a:lnTo>
                    <a:pt x="167310" y="734985"/>
                  </a:lnTo>
                  <a:lnTo>
                    <a:pt x="238478" y="743531"/>
                  </a:lnTo>
                  <a:lnTo>
                    <a:pt x="312184" y="751749"/>
                  </a:lnTo>
                  <a:lnTo>
                    <a:pt x="388377" y="759634"/>
                  </a:lnTo>
                  <a:lnTo>
                    <a:pt x="467003" y="767183"/>
                  </a:lnTo>
                  <a:lnTo>
                    <a:pt x="548010" y="774390"/>
                  </a:lnTo>
                  <a:lnTo>
                    <a:pt x="631345" y="781251"/>
                  </a:lnTo>
                  <a:lnTo>
                    <a:pt x="716956" y="787763"/>
                  </a:lnTo>
                  <a:lnTo>
                    <a:pt x="804791" y="793921"/>
                  </a:lnTo>
                  <a:lnTo>
                    <a:pt x="894796" y="799720"/>
                  </a:lnTo>
                  <a:lnTo>
                    <a:pt x="986920" y="805157"/>
                  </a:lnTo>
                  <a:lnTo>
                    <a:pt x="1081109" y="810227"/>
                  </a:lnTo>
                  <a:lnTo>
                    <a:pt x="1177312" y="814926"/>
                  </a:lnTo>
                  <a:lnTo>
                    <a:pt x="1275475" y="819250"/>
                  </a:lnTo>
                  <a:lnTo>
                    <a:pt x="1375547" y="823194"/>
                  </a:lnTo>
                  <a:lnTo>
                    <a:pt x="1477474" y="826755"/>
                  </a:lnTo>
                  <a:lnTo>
                    <a:pt x="1581204" y="829927"/>
                  </a:lnTo>
                  <a:lnTo>
                    <a:pt x="1686685" y="832707"/>
                  </a:lnTo>
                  <a:lnTo>
                    <a:pt x="1793864" y="835090"/>
                  </a:lnTo>
                  <a:lnTo>
                    <a:pt x="1902688" y="837073"/>
                  </a:lnTo>
                  <a:lnTo>
                    <a:pt x="2013106" y="838650"/>
                  </a:lnTo>
                  <a:lnTo>
                    <a:pt x="2125064" y="839818"/>
                  </a:lnTo>
                  <a:lnTo>
                    <a:pt x="2238510" y="840573"/>
                  </a:lnTo>
                  <a:lnTo>
                    <a:pt x="2353391" y="840909"/>
                  </a:lnTo>
                  <a:lnTo>
                    <a:pt x="2469656" y="840823"/>
                  </a:lnTo>
                  <a:lnTo>
                    <a:pt x="2587250" y="840311"/>
                  </a:lnTo>
                  <a:lnTo>
                    <a:pt x="2706123" y="839368"/>
                  </a:lnTo>
                  <a:lnTo>
                    <a:pt x="2826221" y="837990"/>
                  </a:lnTo>
                  <a:lnTo>
                    <a:pt x="2947491" y="836173"/>
                  </a:lnTo>
                  <a:lnTo>
                    <a:pt x="3069882" y="833913"/>
                  </a:lnTo>
                  <a:lnTo>
                    <a:pt x="3193341" y="831205"/>
                  </a:lnTo>
                  <a:lnTo>
                    <a:pt x="3317814" y="828045"/>
                  </a:lnTo>
                  <a:lnTo>
                    <a:pt x="3443251" y="824428"/>
                  </a:lnTo>
                  <a:lnTo>
                    <a:pt x="3569598" y="820351"/>
                  </a:lnTo>
                  <a:lnTo>
                    <a:pt x="3695930" y="815826"/>
                  </a:lnTo>
                  <a:lnTo>
                    <a:pt x="3821319" y="810903"/>
                  </a:lnTo>
                  <a:lnTo>
                    <a:pt x="3945711" y="805592"/>
                  </a:lnTo>
                  <a:lnTo>
                    <a:pt x="4069056" y="799901"/>
                  </a:lnTo>
                  <a:lnTo>
                    <a:pt x="4191300" y="793836"/>
                  </a:lnTo>
                  <a:lnTo>
                    <a:pt x="4312391" y="787406"/>
                  </a:lnTo>
                  <a:lnTo>
                    <a:pt x="4432278" y="780620"/>
                  </a:lnTo>
                  <a:lnTo>
                    <a:pt x="4550907" y="773483"/>
                  </a:lnTo>
                  <a:lnTo>
                    <a:pt x="4668228" y="766006"/>
                  </a:lnTo>
                  <a:lnTo>
                    <a:pt x="4784187" y="758194"/>
                  </a:lnTo>
                  <a:lnTo>
                    <a:pt x="4898732" y="750057"/>
                  </a:lnTo>
                  <a:lnTo>
                    <a:pt x="5011811" y="741602"/>
                  </a:lnTo>
                  <a:lnTo>
                    <a:pt x="5123373" y="732837"/>
                  </a:lnTo>
                  <a:lnTo>
                    <a:pt x="5233364" y="723770"/>
                  </a:lnTo>
                  <a:lnTo>
                    <a:pt x="5341732" y="714408"/>
                  </a:lnTo>
                  <a:lnTo>
                    <a:pt x="5448426" y="704759"/>
                  </a:lnTo>
                  <a:lnTo>
                    <a:pt x="5553393" y="694832"/>
                  </a:lnTo>
                  <a:lnTo>
                    <a:pt x="5656581" y="684634"/>
                  </a:lnTo>
                  <a:lnTo>
                    <a:pt x="5757937" y="674173"/>
                  </a:lnTo>
                  <a:lnTo>
                    <a:pt x="5857410" y="663457"/>
                  </a:lnTo>
                  <a:lnTo>
                    <a:pt x="5954947" y="652493"/>
                  </a:lnTo>
                  <a:lnTo>
                    <a:pt x="6050496" y="641290"/>
                  </a:lnTo>
                  <a:lnTo>
                    <a:pt x="6144005" y="629856"/>
                  </a:lnTo>
                  <a:lnTo>
                    <a:pt x="6235421" y="618197"/>
                  </a:lnTo>
                  <a:lnTo>
                    <a:pt x="6324693" y="606323"/>
                  </a:lnTo>
                  <a:lnTo>
                    <a:pt x="6411768" y="594241"/>
                  </a:lnTo>
                  <a:lnTo>
                    <a:pt x="6496594" y="581958"/>
                  </a:lnTo>
                  <a:lnTo>
                    <a:pt x="6579119" y="569483"/>
                  </a:lnTo>
                  <a:lnTo>
                    <a:pt x="6659290" y="556823"/>
                  </a:lnTo>
                  <a:lnTo>
                    <a:pt x="6737056" y="543987"/>
                  </a:lnTo>
                  <a:lnTo>
                    <a:pt x="6812364" y="530982"/>
                  </a:lnTo>
                  <a:lnTo>
                    <a:pt x="6885162" y="517816"/>
                  </a:lnTo>
                  <a:lnTo>
                    <a:pt x="6955397" y="504497"/>
                  </a:lnTo>
                  <a:lnTo>
                    <a:pt x="7023018" y="491032"/>
                  </a:lnTo>
                  <a:lnTo>
                    <a:pt x="7087972" y="477430"/>
                  </a:lnTo>
                  <a:lnTo>
                    <a:pt x="7107814" y="365433"/>
                  </a:lnTo>
                  <a:lnTo>
                    <a:pt x="7109510" y="343918"/>
                  </a:lnTo>
                  <a:lnTo>
                    <a:pt x="7106737" y="322571"/>
                  </a:lnTo>
                  <a:lnTo>
                    <a:pt x="7088328" y="280148"/>
                  </a:lnTo>
                  <a:lnTo>
                    <a:pt x="7055586" y="240526"/>
                  </a:lnTo>
                  <a:lnTo>
                    <a:pt x="7022983" y="212675"/>
                  </a:lnTo>
                  <a:lnTo>
                    <a:pt x="6982928" y="185271"/>
                  </a:lnTo>
                  <a:lnTo>
                    <a:pt x="6913548" y="146833"/>
                  </a:lnTo>
                  <a:lnTo>
                    <a:pt x="6878489" y="130456"/>
                  </a:lnTo>
                  <a:lnTo>
                    <a:pt x="6840768" y="114219"/>
                  </a:lnTo>
                  <a:lnTo>
                    <a:pt x="6800451" y="98150"/>
                  </a:lnTo>
                  <a:lnTo>
                    <a:pt x="6757605" y="82280"/>
                  </a:lnTo>
                  <a:lnTo>
                    <a:pt x="6718591" y="68762"/>
                  </a:lnTo>
                  <a:lnTo>
                    <a:pt x="6680000" y="56344"/>
                  </a:lnTo>
                  <a:lnTo>
                    <a:pt x="6590396" y="29726"/>
                  </a:lnTo>
                  <a:lnTo>
                    <a:pt x="6534649" y="14635"/>
                  </a:lnTo>
                  <a:lnTo>
                    <a:pt x="6505844" y="7259"/>
                  </a:lnTo>
                  <a:lnTo>
                    <a:pt x="6476420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75072" y="5722659"/>
              <a:ext cx="8743629" cy="3721450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6682482" y="8153681"/>
              <a:ext cx="988694" cy="1196340"/>
            </a:xfrm>
            <a:custGeom>
              <a:avLst/>
              <a:gdLst/>
              <a:ahLst/>
              <a:cxnLst/>
              <a:rect l="l" t="t" r="r" b="b"/>
              <a:pathLst>
                <a:path w="988695" h="1196340">
                  <a:moveTo>
                    <a:pt x="410792" y="0"/>
                  </a:moveTo>
                  <a:lnTo>
                    <a:pt x="371693" y="91433"/>
                  </a:lnTo>
                  <a:lnTo>
                    <a:pt x="281898" y="295176"/>
                  </a:lnTo>
                  <a:lnTo>
                    <a:pt x="182660" y="505395"/>
                  </a:lnTo>
                  <a:lnTo>
                    <a:pt x="115230" y="616253"/>
                  </a:lnTo>
                  <a:lnTo>
                    <a:pt x="87306" y="638137"/>
                  </a:lnTo>
                  <a:lnTo>
                    <a:pt x="57048" y="668182"/>
                  </a:lnTo>
                  <a:lnTo>
                    <a:pt x="29229" y="704780"/>
                  </a:lnTo>
                  <a:lnTo>
                    <a:pt x="8622" y="746322"/>
                  </a:lnTo>
                  <a:lnTo>
                    <a:pt x="0" y="791197"/>
                  </a:lnTo>
                  <a:lnTo>
                    <a:pt x="8134" y="837796"/>
                  </a:lnTo>
                  <a:lnTo>
                    <a:pt x="31868" y="874775"/>
                  </a:lnTo>
                  <a:lnTo>
                    <a:pt x="68701" y="905427"/>
                  </a:lnTo>
                  <a:lnTo>
                    <a:pt x="113671" y="930026"/>
                  </a:lnTo>
                  <a:lnTo>
                    <a:pt x="161819" y="948848"/>
                  </a:lnTo>
                  <a:lnTo>
                    <a:pt x="208183" y="962169"/>
                  </a:lnTo>
                  <a:lnTo>
                    <a:pt x="247802" y="970262"/>
                  </a:lnTo>
                  <a:lnTo>
                    <a:pt x="275718" y="973404"/>
                  </a:lnTo>
                  <a:lnTo>
                    <a:pt x="308225" y="978077"/>
                  </a:lnTo>
                  <a:lnTo>
                    <a:pt x="342010" y="994043"/>
                  </a:lnTo>
                  <a:lnTo>
                    <a:pt x="388684" y="1028180"/>
                  </a:lnTo>
                  <a:lnTo>
                    <a:pt x="459859" y="1087370"/>
                  </a:lnTo>
                  <a:lnTo>
                    <a:pt x="501031" y="1114485"/>
                  </a:lnTo>
                  <a:lnTo>
                    <a:pt x="552575" y="1136895"/>
                  </a:lnTo>
                  <a:lnTo>
                    <a:pt x="611262" y="1155000"/>
                  </a:lnTo>
                  <a:lnTo>
                    <a:pt x="673868" y="1169205"/>
                  </a:lnTo>
                  <a:lnTo>
                    <a:pt x="737167" y="1179910"/>
                  </a:lnTo>
                  <a:lnTo>
                    <a:pt x="797932" y="1187519"/>
                  </a:lnTo>
                  <a:lnTo>
                    <a:pt x="852937" y="1192434"/>
                  </a:lnTo>
                  <a:lnTo>
                    <a:pt x="898956" y="1195058"/>
                  </a:lnTo>
                  <a:lnTo>
                    <a:pt x="932763" y="1195793"/>
                  </a:lnTo>
                  <a:lnTo>
                    <a:pt x="951132" y="1195042"/>
                  </a:lnTo>
                  <a:lnTo>
                    <a:pt x="967884" y="1184504"/>
                  </a:lnTo>
                  <a:lnTo>
                    <a:pt x="982248" y="1160337"/>
                  </a:lnTo>
                  <a:lnTo>
                    <a:pt x="988255" y="1126936"/>
                  </a:lnTo>
                  <a:lnTo>
                    <a:pt x="979937" y="1088700"/>
                  </a:lnTo>
                  <a:lnTo>
                    <a:pt x="951325" y="1050025"/>
                  </a:lnTo>
                  <a:lnTo>
                    <a:pt x="896453" y="1015309"/>
                  </a:lnTo>
                  <a:lnTo>
                    <a:pt x="850644" y="991396"/>
                  </a:lnTo>
                  <a:lnTo>
                    <a:pt x="806816" y="961937"/>
                  </a:lnTo>
                  <a:lnTo>
                    <a:pt x="765374" y="927855"/>
                  </a:lnTo>
                  <a:lnTo>
                    <a:pt x="726722" y="890070"/>
                  </a:lnTo>
                  <a:lnTo>
                    <a:pt x="691264" y="849503"/>
                  </a:lnTo>
                  <a:lnTo>
                    <a:pt x="659403" y="807076"/>
                  </a:lnTo>
                  <a:lnTo>
                    <a:pt x="631544" y="763709"/>
                  </a:lnTo>
                  <a:lnTo>
                    <a:pt x="608090" y="720324"/>
                  </a:lnTo>
                  <a:lnTo>
                    <a:pt x="589446" y="677843"/>
                  </a:lnTo>
                  <a:lnTo>
                    <a:pt x="563711" y="600641"/>
                  </a:lnTo>
                  <a:lnTo>
                    <a:pt x="564659" y="529609"/>
                  </a:lnTo>
                  <a:lnTo>
                    <a:pt x="600864" y="423980"/>
                  </a:lnTo>
                  <a:lnTo>
                    <a:pt x="680899" y="242987"/>
                  </a:lnTo>
                  <a:lnTo>
                    <a:pt x="410792" y="0"/>
                  </a:lnTo>
                  <a:close/>
                </a:path>
              </a:pathLst>
            </a:custGeom>
            <a:solidFill>
              <a:srgbClr val="2D51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682482" y="8153681"/>
              <a:ext cx="988694" cy="1196340"/>
            </a:xfrm>
            <a:custGeom>
              <a:avLst/>
              <a:gdLst/>
              <a:ahLst/>
              <a:cxnLst/>
              <a:rect l="l" t="t" r="r" b="b"/>
              <a:pathLst>
                <a:path w="988695" h="1196340">
                  <a:moveTo>
                    <a:pt x="410792" y="0"/>
                  </a:moveTo>
                  <a:lnTo>
                    <a:pt x="371693" y="91433"/>
                  </a:lnTo>
                  <a:lnTo>
                    <a:pt x="281898" y="295176"/>
                  </a:lnTo>
                  <a:lnTo>
                    <a:pt x="182660" y="505395"/>
                  </a:lnTo>
                  <a:lnTo>
                    <a:pt x="115230" y="616253"/>
                  </a:lnTo>
                  <a:lnTo>
                    <a:pt x="87306" y="638137"/>
                  </a:lnTo>
                  <a:lnTo>
                    <a:pt x="57048" y="668182"/>
                  </a:lnTo>
                  <a:lnTo>
                    <a:pt x="29229" y="704780"/>
                  </a:lnTo>
                  <a:lnTo>
                    <a:pt x="8622" y="746322"/>
                  </a:lnTo>
                  <a:lnTo>
                    <a:pt x="0" y="791197"/>
                  </a:lnTo>
                  <a:lnTo>
                    <a:pt x="8134" y="837796"/>
                  </a:lnTo>
                  <a:lnTo>
                    <a:pt x="31868" y="874775"/>
                  </a:lnTo>
                  <a:lnTo>
                    <a:pt x="68701" y="905427"/>
                  </a:lnTo>
                  <a:lnTo>
                    <a:pt x="113671" y="930026"/>
                  </a:lnTo>
                  <a:lnTo>
                    <a:pt x="161819" y="948848"/>
                  </a:lnTo>
                  <a:lnTo>
                    <a:pt x="208183" y="962169"/>
                  </a:lnTo>
                  <a:lnTo>
                    <a:pt x="247802" y="970262"/>
                  </a:lnTo>
                  <a:lnTo>
                    <a:pt x="275718" y="973404"/>
                  </a:lnTo>
                  <a:lnTo>
                    <a:pt x="308225" y="978077"/>
                  </a:lnTo>
                  <a:lnTo>
                    <a:pt x="342010" y="994043"/>
                  </a:lnTo>
                  <a:lnTo>
                    <a:pt x="388684" y="1028180"/>
                  </a:lnTo>
                  <a:lnTo>
                    <a:pt x="459859" y="1087370"/>
                  </a:lnTo>
                  <a:lnTo>
                    <a:pt x="501031" y="1114485"/>
                  </a:lnTo>
                  <a:lnTo>
                    <a:pt x="552575" y="1136895"/>
                  </a:lnTo>
                  <a:lnTo>
                    <a:pt x="611262" y="1155000"/>
                  </a:lnTo>
                  <a:lnTo>
                    <a:pt x="673868" y="1169205"/>
                  </a:lnTo>
                  <a:lnTo>
                    <a:pt x="737167" y="1179910"/>
                  </a:lnTo>
                  <a:lnTo>
                    <a:pt x="797932" y="1187519"/>
                  </a:lnTo>
                  <a:lnTo>
                    <a:pt x="852937" y="1192434"/>
                  </a:lnTo>
                  <a:lnTo>
                    <a:pt x="898956" y="1195058"/>
                  </a:lnTo>
                  <a:lnTo>
                    <a:pt x="932763" y="1195793"/>
                  </a:lnTo>
                  <a:lnTo>
                    <a:pt x="951132" y="1195042"/>
                  </a:lnTo>
                  <a:lnTo>
                    <a:pt x="967884" y="1184504"/>
                  </a:lnTo>
                  <a:lnTo>
                    <a:pt x="982248" y="1160337"/>
                  </a:lnTo>
                  <a:lnTo>
                    <a:pt x="988255" y="1126936"/>
                  </a:lnTo>
                  <a:lnTo>
                    <a:pt x="979937" y="1088700"/>
                  </a:lnTo>
                  <a:lnTo>
                    <a:pt x="951325" y="1050025"/>
                  </a:lnTo>
                  <a:lnTo>
                    <a:pt x="896453" y="1015309"/>
                  </a:lnTo>
                  <a:lnTo>
                    <a:pt x="850644" y="991396"/>
                  </a:lnTo>
                  <a:lnTo>
                    <a:pt x="806816" y="961937"/>
                  </a:lnTo>
                  <a:lnTo>
                    <a:pt x="765374" y="927855"/>
                  </a:lnTo>
                  <a:lnTo>
                    <a:pt x="726722" y="890070"/>
                  </a:lnTo>
                  <a:lnTo>
                    <a:pt x="691264" y="849503"/>
                  </a:lnTo>
                  <a:lnTo>
                    <a:pt x="659403" y="807076"/>
                  </a:lnTo>
                  <a:lnTo>
                    <a:pt x="631544" y="763709"/>
                  </a:lnTo>
                  <a:lnTo>
                    <a:pt x="608090" y="720324"/>
                  </a:lnTo>
                  <a:lnTo>
                    <a:pt x="589446" y="677843"/>
                  </a:lnTo>
                  <a:lnTo>
                    <a:pt x="563711" y="600641"/>
                  </a:lnTo>
                  <a:lnTo>
                    <a:pt x="564659" y="529609"/>
                  </a:lnTo>
                  <a:lnTo>
                    <a:pt x="600864" y="423980"/>
                  </a:lnTo>
                  <a:lnTo>
                    <a:pt x="680899" y="242987"/>
                  </a:lnTo>
                  <a:lnTo>
                    <a:pt x="410792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682537" y="8153619"/>
              <a:ext cx="681355" cy="962660"/>
            </a:xfrm>
            <a:custGeom>
              <a:avLst/>
              <a:gdLst/>
              <a:ahLst/>
              <a:cxnLst/>
              <a:rect l="l" t="t" r="r" b="b"/>
              <a:pathLst>
                <a:path w="681354" h="962659">
                  <a:moveTo>
                    <a:pt x="410800" y="0"/>
                  </a:moveTo>
                  <a:lnTo>
                    <a:pt x="268241" y="336864"/>
                  </a:lnTo>
                  <a:lnTo>
                    <a:pt x="189931" y="513349"/>
                  </a:lnTo>
                  <a:lnTo>
                    <a:pt x="148160" y="587230"/>
                  </a:lnTo>
                  <a:lnTo>
                    <a:pt x="115218" y="616284"/>
                  </a:lnTo>
                  <a:lnTo>
                    <a:pt x="87276" y="638162"/>
                  </a:lnTo>
                  <a:lnTo>
                    <a:pt x="57009" y="668216"/>
                  </a:lnTo>
                  <a:lnTo>
                    <a:pt x="29191" y="704831"/>
                  </a:lnTo>
                  <a:lnTo>
                    <a:pt x="8597" y="746393"/>
                  </a:lnTo>
                  <a:lnTo>
                    <a:pt x="0" y="791284"/>
                  </a:lnTo>
                  <a:lnTo>
                    <a:pt x="8174" y="837890"/>
                  </a:lnTo>
                  <a:lnTo>
                    <a:pt x="31799" y="874790"/>
                  </a:lnTo>
                  <a:lnTo>
                    <a:pt x="68520" y="905381"/>
                  </a:lnTo>
                  <a:lnTo>
                    <a:pt x="113371" y="929956"/>
                  </a:lnTo>
                  <a:lnTo>
                    <a:pt x="161390" y="948809"/>
                  </a:lnTo>
                  <a:lnTo>
                    <a:pt x="207613" y="962232"/>
                  </a:lnTo>
                  <a:lnTo>
                    <a:pt x="184885" y="946729"/>
                  </a:lnTo>
                  <a:lnTo>
                    <a:pt x="165175" y="929374"/>
                  </a:lnTo>
                  <a:lnTo>
                    <a:pt x="149316" y="910127"/>
                  </a:lnTo>
                  <a:lnTo>
                    <a:pt x="138138" y="888946"/>
                  </a:lnTo>
                  <a:lnTo>
                    <a:pt x="130046" y="842366"/>
                  </a:lnTo>
                  <a:lnTo>
                    <a:pt x="138702" y="797492"/>
                  </a:lnTo>
                  <a:lnTo>
                    <a:pt x="159335" y="755939"/>
                  </a:lnTo>
                  <a:lnTo>
                    <a:pt x="187175" y="719323"/>
                  </a:lnTo>
                  <a:lnTo>
                    <a:pt x="217451" y="689262"/>
                  </a:lnTo>
                  <a:lnTo>
                    <a:pt x="245392" y="667372"/>
                  </a:lnTo>
                  <a:lnTo>
                    <a:pt x="259888" y="654050"/>
                  </a:lnTo>
                  <a:lnTo>
                    <a:pt x="294330" y="600312"/>
                  </a:lnTo>
                  <a:lnTo>
                    <a:pt x="316608" y="556194"/>
                  </a:lnTo>
                  <a:lnTo>
                    <a:pt x="343815" y="498105"/>
                  </a:lnTo>
                  <a:lnTo>
                    <a:pt x="377115" y="424196"/>
                  </a:lnTo>
                  <a:lnTo>
                    <a:pt x="515460" y="408391"/>
                  </a:lnTo>
                  <a:lnTo>
                    <a:pt x="609746" y="344688"/>
                  </a:lnTo>
                  <a:lnTo>
                    <a:pt x="663633" y="275421"/>
                  </a:lnTo>
                  <a:lnTo>
                    <a:pt x="680781" y="242924"/>
                  </a:lnTo>
                  <a:lnTo>
                    <a:pt x="410800" y="0"/>
                  </a:lnTo>
                  <a:close/>
                </a:path>
              </a:pathLst>
            </a:custGeom>
            <a:solidFill>
              <a:srgbClr val="CCCCCC">
                <a:alpha val="16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683363" y="8892640"/>
              <a:ext cx="973455" cy="457834"/>
            </a:xfrm>
            <a:custGeom>
              <a:avLst/>
              <a:gdLst/>
              <a:ahLst/>
              <a:cxnLst/>
              <a:rect l="l" t="t" r="r" b="b"/>
              <a:pathLst>
                <a:path w="973454" h="457834">
                  <a:moveTo>
                    <a:pt x="10627" y="0"/>
                  </a:moveTo>
                  <a:lnTo>
                    <a:pt x="4136" y="20110"/>
                  </a:lnTo>
                  <a:lnTo>
                    <a:pt x="1540" y="31080"/>
                  </a:lnTo>
                  <a:lnTo>
                    <a:pt x="0" y="42763"/>
                  </a:lnTo>
                  <a:lnTo>
                    <a:pt x="5456" y="90574"/>
                  </a:lnTo>
                  <a:lnTo>
                    <a:pt x="20768" y="128551"/>
                  </a:lnTo>
                  <a:lnTo>
                    <a:pt x="74622" y="180505"/>
                  </a:lnTo>
                  <a:lnTo>
                    <a:pt x="109995" y="197233"/>
                  </a:lnTo>
                  <a:lnTo>
                    <a:pt x="148887" y="209631"/>
                  </a:lnTo>
                  <a:lnTo>
                    <a:pt x="189712" y="219073"/>
                  </a:lnTo>
                  <a:lnTo>
                    <a:pt x="270825" y="234596"/>
                  </a:lnTo>
                  <a:lnTo>
                    <a:pt x="307944" y="243428"/>
                  </a:lnTo>
                  <a:lnTo>
                    <a:pt x="340659" y="254808"/>
                  </a:lnTo>
                  <a:lnTo>
                    <a:pt x="379159" y="287208"/>
                  </a:lnTo>
                  <a:lnTo>
                    <a:pt x="418443" y="317325"/>
                  </a:lnTo>
                  <a:lnTo>
                    <a:pt x="458624" y="344863"/>
                  </a:lnTo>
                  <a:lnTo>
                    <a:pt x="499813" y="369523"/>
                  </a:lnTo>
                  <a:lnTo>
                    <a:pt x="542124" y="391006"/>
                  </a:lnTo>
                  <a:lnTo>
                    <a:pt x="585668" y="409015"/>
                  </a:lnTo>
                  <a:lnTo>
                    <a:pt x="630558" y="423251"/>
                  </a:lnTo>
                  <a:lnTo>
                    <a:pt x="676906" y="433416"/>
                  </a:lnTo>
                  <a:lnTo>
                    <a:pt x="778209" y="445565"/>
                  </a:lnTo>
                  <a:lnTo>
                    <a:pt x="836895" y="453267"/>
                  </a:lnTo>
                  <a:lnTo>
                    <a:pt x="893740" y="457587"/>
                  </a:lnTo>
                  <a:lnTo>
                    <a:pt x="941600" y="453794"/>
                  </a:lnTo>
                  <a:lnTo>
                    <a:pt x="973331" y="437159"/>
                  </a:lnTo>
                  <a:lnTo>
                    <a:pt x="902326" y="429113"/>
                  </a:lnTo>
                  <a:lnTo>
                    <a:pt x="838031" y="419638"/>
                  </a:lnTo>
                  <a:lnTo>
                    <a:pt x="779770" y="408668"/>
                  </a:lnTo>
                  <a:lnTo>
                    <a:pt x="726867" y="396137"/>
                  </a:lnTo>
                  <a:lnTo>
                    <a:pt x="678647" y="381981"/>
                  </a:lnTo>
                  <a:lnTo>
                    <a:pt x="634435" y="366134"/>
                  </a:lnTo>
                  <a:lnTo>
                    <a:pt x="593555" y="348531"/>
                  </a:lnTo>
                  <a:lnTo>
                    <a:pt x="555331" y="329106"/>
                  </a:lnTo>
                  <a:lnTo>
                    <a:pt x="519087" y="307794"/>
                  </a:lnTo>
                  <a:lnTo>
                    <a:pt x="484149" y="284530"/>
                  </a:lnTo>
                  <a:lnTo>
                    <a:pt x="449840" y="259248"/>
                  </a:lnTo>
                  <a:lnTo>
                    <a:pt x="415486" y="231883"/>
                  </a:lnTo>
                  <a:lnTo>
                    <a:pt x="380410" y="202370"/>
                  </a:lnTo>
                  <a:lnTo>
                    <a:pt x="343937" y="170644"/>
                  </a:lnTo>
                  <a:lnTo>
                    <a:pt x="297815" y="155745"/>
                  </a:lnTo>
                  <a:lnTo>
                    <a:pt x="250574" y="141900"/>
                  </a:lnTo>
                  <a:lnTo>
                    <a:pt x="203410" y="127662"/>
                  </a:lnTo>
                  <a:lnTo>
                    <a:pt x="157520" y="111586"/>
                  </a:lnTo>
                  <a:lnTo>
                    <a:pt x="114100" y="92228"/>
                  </a:lnTo>
                  <a:lnTo>
                    <a:pt x="74347" y="68141"/>
                  </a:lnTo>
                  <a:lnTo>
                    <a:pt x="39457" y="37880"/>
                  </a:lnTo>
                  <a:lnTo>
                    <a:pt x="10627" y="0"/>
                  </a:lnTo>
                  <a:close/>
                </a:path>
              </a:pathLst>
            </a:custGeom>
            <a:solidFill>
              <a:srgbClr val="1F27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5464759" y="6517290"/>
              <a:ext cx="2735580" cy="2070735"/>
            </a:xfrm>
            <a:custGeom>
              <a:avLst/>
              <a:gdLst/>
              <a:ahLst/>
              <a:cxnLst/>
              <a:rect l="l" t="t" r="r" b="b"/>
              <a:pathLst>
                <a:path w="2735579" h="2070734">
                  <a:moveTo>
                    <a:pt x="2734957" y="583374"/>
                  </a:moveTo>
                  <a:lnTo>
                    <a:pt x="2734576" y="579285"/>
                  </a:lnTo>
                  <a:lnTo>
                    <a:pt x="2734653" y="573646"/>
                  </a:lnTo>
                  <a:lnTo>
                    <a:pt x="2732697" y="559003"/>
                  </a:lnTo>
                  <a:lnTo>
                    <a:pt x="2726550" y="492252"/>
                  </a:lnTo>
                  <a:lnTo>
                    <a:pt x="2690393" y="457796"/>
                  </a:lnTo>
                  <a:lnTo>
                    <a:pt x="2672702" y="434479"/>
                  </a:lnTo>
                  <a:lnTo>
                    <a:pt x="2645778" y="405625"/>
                  </a:lnTo>
                  <a:lnTo>
                    <a:pt x="2613418" y="376605"/>
                  </a:lnTo>
                  <a:lnTo>
                    <a:pt x="2575344" y="347522"/>
                  </a:lnTo>
                  <a:lnTo>
                    <a:pt x="2531313" y="318452"/>
                  </a:lnTo>
                  <a:lnTo>
                    <a:pt x="2481059" y="289458"/>
                  </a:lnTo>
                  <a:lnTo>
                    <a:pt x="2424328" y="260642"/>
                  </a:lnTo>
                  <a:lnTo>
                    <a:pt x="2360866" y="232067"/>
                  </a:lnTo>
                  <a:lnTo>
                    <a:pt x="2314867" y="213194"/>
                  </a:lnTo>
                  <a:lnTo>
                    <a:pt x="2267648" y="195122"/>
                  </a:lnTo>
                  <a:lnTo>
                    <a:pt x="2219287" y="177850"/>
                  </a:lnTo>
                  <a:lnTo>
                    <a:pt x="2169871" y="161378"/>
                  </a:lnTo>
                  <a:lnTo>
                    <a:pt x="2119465" y="145707"/>
                  </a:lnTo>
                  <a:lnTo>
                    <a:pt x="2068144" y="130835"/>
                  </a:lnTo>
                  <a:lnTo>
                    <a:pt x="2015985" y="116763"/>
                  </a:lnTo>
                  <a:lnTo>
                    <a:pt x="1963064" y="103492"/>
                  </a:lnTo>
                  <a:lnTo>
                    <a:pt x="1909470" y="91008"/>
                  </a:lnTo>
                  <a:lnTo>
                    <a:pt x="1855254" y="79336"/>
                  </a:lnTo>
                  <a:lnTo>
                    <a:pt x="1800517" y="68465"/>
                  </a:lnTo>
                  <a:lnTo>
                    <a:pt x="1745322" y="58394"/>
                  </a:lnTo>
                  <a:lnTo>
                    <a:pt x="1689735" y="49123"/>
                  </a:lnTo>
                  <a:lnTo>
                    <a:pt x="1633855" y="40652"/>
                  </a:lnTo>
                  <a:lnTo>
                    <a:pt x="1577746" y="32981"/>
                  </a:lnTo>
                  <a:lnTo>
                    <a:pt x="1521472" y="26111"/>
                  </a:lnTo>
                  <a:lnTo>
                    <a:pt x="1465135" y="20040"/>
                  </a:lnTo>
                  <a:lnTo>
                    <a:pt x="1408785" y="14770"/>
                  </a:lnTo>
                  <a:lnTo>
                    <a:pt x="1352524" y="10312"/>
                  </a:lnTo>
                  <a:lnTo>
                    <a:pt x="1296403" y="6642"/>
                  </a:lnTo>
                  <a:lnTo>
                    <a:pt x="1240510" y="3784"/>
                  </a:lnTo>
                  <a:lnTo>
                    <a:pt x="1184922" y="1714"/>
                  </a:lnTo>
                  <a:lnTo>
                    <a:pt x="1129703" y="457"/>
                  </a:lnTo>
                  <a:lnTo>
                    <a:pt x="1074953" y="0"/>
                  </a:lnTo>
                  <a:lnTo>
                    <a:pt x="1020711" y="342"/>
                  </a:lnTo>
                  <a:lnTo>
                    <a:pt x="967092" y="1485"/>
                  </a:lnTo>
                  <a:lnTo>
                    <a:pt x="914146" y="3429"/>
                  </a:lnTo>
                  <a:lnTo>
                    <a:pt x="861961" y="6172"/>
                  </a:lnTo>
                  <a:lnTo>
                    <a:pt x="810615" y="9728"/>
                  </a:lnTo>
                  <a:lnTo>
                    <a:pt x="760171" y="14084"/>
                  </a:lnTo>
                  <a:lnTo>
                    <a:pt x="710717" y="19240"/>
                  </a:lnTo>
                  <a:lnTo>
                    <a:pt x="662317" y="25196"/>
                  </a:lnTo>
                  <a:lnTo>
                    <a:pt x="615048" y="31953"/>
                  </a:lnTo>
                  <a:lnTo>
                    <a:pt x="568998" y="39509"/>
                  </a:lnTo>
                  <a:lnTo>
                    <a:pt x="524243" y="47879"/>
                  </a:lnTo>
                  <a:lnTo>
                    <a:pt x="480847" y="57048"/>
                  </a:lnTo>
                  <a:lnTo>
                    <a:pt x="438886" y="67017"/>
                  </a:lnTo>
                  <a:lnTo>
                    <a:pt x="398449" y="77787"/>
                  </a:lnTo>
                  <a:lnTo>
                    <a:pt x="359600" y="89369"/>
                  </a:lnTo>
                  <a:lnTo>
                    <a:pt x="322414" y="101739"/>
                  </a:lnTo>
                  <a:lnTo>
                    <a:pt x="253352" y="128917"/>
                  </a:lnTo>
                  <a:lnTo>
                    <a:pt x="191884" y="159296"/>
                  </a:lnTo>
                  <a:lnTo>
                    <a:pt x="138595" y="192887"/>
                  </a:lnTo>
                  <a:lnTo>
                    <a:pt x="94094" y="229704"/>
                  </a:lnTo>
                  <a:lnTo>
                    <a:pt x="59004" y="269735"/>
                  </a:lnTo>
                  <a:lnTo>
                    <a:pt x="33909" y="312978"/>
                  </a:lnTo>
                  <a:lnTo>
                    <a:pt x="14782" y="372821"/>
                  </a:lnTo>
                  <a:lnTo>
                    <a:pt x="2070" y="440613"/>
                  </a:lnTo>
                  <a:lnTo>
                    <a:pt x="0" y="471512"/>
                  </a:lnTo>
                  <a:lnTo>
                    <a:pt x="876" y="500494"/>
                  </a:lnTo>
                  <a:lnTo>
                    <a:pt x="11734" y="552932"/>
                  </a:lnTo>
                  <a:lnTo>
                    <a:pt x="35115" y="598424"/>
                  </a:lnTo>
                  <a:lnTo>
                    <a:pt x="71551" y="637438"/>
                  </a:lnTo>
                  <a:lnTo>
                    <a:pt x="121513" y="670483"/>
                  </a:lnTo>
                  <a:lnTo>
                    <a:pt x="185521" y="698017"/>
                  </a:lnTo>
                  <a:lnTo>
                    <a:pt x="222948" y="709879"/>
                  </a:lnTo>
                  <a:lnTo>
                    <a:pt x="264083" y="720547"/>
                  </a:lnTo>
                  <a:lnTo>
                    <a:pt x="308965" y="730084"/>
                  </a:lnTo>
                  <a:lnTo>
                    <a:pt x="357682" y="738543"/>
                  </a:lnTo>
                  <a:lnTo>
                    <a:pt x="410286" y="745998"/>
                  </a:lnTo>
                  <a:lnTo>
                    <a:pt x="466826" y="752500"/>
                  </a:lnTo>
                  <a:lnTo>
                    <a:pt x="527392" y="758113"/>
                  </a:lnTo>
                  <a:lnTo>
                    <a:pt x="592035" y="762889"/>
                  </a:lnTo>
                  <a:lnTo>
                    <a:pt x="660806" y="766902"/>
                  </a:lnTo>
                  <a:lnTo>
                    <a:pt x="733780" y="770216"/>
                  </a:lnTo>
                  <a:lnTo>
                    <a:pt x="811022" y="772871"/>
                  </a:lnTo>
                  <a:lnTo>
                    <a:pt x="971651" y="776782"/>
                  </a:lnTo>
                  <a:lnTo>
                    <a:pt x="1047394" y="778840"/>
                  </a:lnTo>
                  <a:lnTo>
                    <a:pt x="1119974" y="781100"/>
                  </a:lnTo>
                  <a:lnTo>
                    <a:pt x="1189545" y="783551"/>
                  </a:lnTo>
                  <a:lnTo>
                    <a:pt x="1256233" y="786193"/>
                  </a:lnTo>
                  <a:lnTo>
                    <a:pt x="1320203" y="789000"/>
                  </a:lnTo>
                  <a:lnTo>
                    <a:pt x="1381582" y="791959"/>
                  </a:lnTo>
                  <a:lnTo>
                    <a:pt x="1440522" y="795070"/>
                  </a:lnTo>
                  <a:lnTo>
                    <a:pt x="1497164" y="798309"/>
                  </a:lnTo>
                  <a:lnTo>
                    <a:pt x="1551660" y="801687"/>
                  </a:lnTo>
                  <a:lnTo>
                    <a:pt x="1604149" y="805167"/>
                  </a:lnTo>
                  <a:lnTo>
                    <a:pt x="1654784" y="808748"/>
                  </a:lnTo>
                  <a:lnTo>
                    <a:pt x="1751050" y="816190"/>
                  </a:lnTo>
                  <a:lnTo>
                    <a:pt x="1841601" y="823899"/>
                  </a:lnTo>
                  <a:lnTo>
                    <a:pt x="1927631" y="831786"/>
                  </a:lnTo>
                  <a:lnTo>
                    <a:pt x="1934489" y="832472"/>
                  </a:lnTo>
                  <a:lnTo>
                    <a:pt x="1846364" y="983818"/>
                  </a:lnTo>
                  <a:lnTo>
                    <a:pt x="1743506" y="1196060"/>
                  </a:lnTo>
                  <a:lnTo>
                    <a:pt x="1644078" y="1470050"/>
                  </a:lnTo>
                  <a:lnTo>
                    <a:pt x="1501381" y="1917992"/>
                  </a:lnTo>
                  <a:lnTo>
                    <a:pt x="1601939" y="2011807"/>
                  </a:lnTo>
                  <a:lnTo>
                    <a:pt x="1678863" y="2058187"/>
                  </a:lnTo>
                  <a:lnTo>
                    <a:pt x="1771205" y="2070735"/>
                  </a:lnTo>
                  <a:lnTo>
                    <a:pt x="1918017" y="2063051"/>
                  </a:lnTo>
                  <a:lnTo>
                    <a:pt x="1932609" y="2030844"/>
                  </a:lnTo>
                  <a:lnTo>
                    <a:pt x="1949513" y="1997252"/>
                  </a:lnTo>
                  <a:lnTo>
                    <a:pt x="1968550" y="1962353"/>
                  </a:lnTo>
                  <a:lnTo>
                    <a:pt x="1989582" y="1926209"/>
                  </a:lnTo>
                  <a:lnTo>
                    <a:pt x="2012442" y="1888896"/>
                  </a:lnTo>
                  <a:lnTo>
                    <a:pt x="2036940" y="1850491"/>
                  </a:lnTo>
                  <a:lnTo>
                    <a:pt x="2062937" y="1811058"/>
                  </a:lnTo>
                  <a:lnTo>
                    <a:pt x="2090267" y="1770672"/>
                  </a:lnTo>
                  <a:lnTo>
                    <a:pt x="2118766" y="1729409"/>
                  </a:lnTo>
                  <a:lnTo>
                    <a:pt x="2148268" y="1687334"/>
                  </a:lnTo>
                  <a:lnTo>
                    <a:pt x="2178608" y="1644523"/>
                  </a:lnTo>
                  <a:lnTo>
                    <a:pt x="2273046" y="1512379"/>
                  </a:lnTo>
                  <a:lnTo>
                    <a:pt x="2337206" y="1421930"/>
                  </a:lnTo>
                  <a:lnTo>
                    <a:pt x="2369172" y="1376222"/>
                  </a:lnTo>
                  <a:lnTo>
                    <a:pt x="2400833" y="1330261"/>
                  </a:lnTo>
                  <a:lnTo>
                    <a:pt x="2432024" y="1284160"/>
                  </a:lnTo>
                  <a:lnTo>
                    <a:pt x="2462593" y="1237957"/>
                  </a:lnTo>
                  <a:lnTo>
                    <a:pt x="2492375" y="1191742"/>
                  </a:lnTo>
                  <a:lnTo>
                    <a:pt x="2521191" y="1145590"/>
                  </a:lnTo>
                  <a:lnTo>
                    <a:pt x="2548902" y="1099553"/>
                  </a:lnTo>
                  <a:lnTo>
                    <a:pt x="2575331" y="1053719"/>
                  </a:lnTo>
                  <a:lnTo>
                    <a:pt x="2600312" y="1008164"/>
                  </a:lnTo>
                  <a:lnTo>
                    <a:pt x="2623693" y="962952"/>
                  </a:lnTo>
                  <a:lnTo>
                    <a:pt x="2645308" y="918146"/>
                  </a:lnTo>
                  <a:lnTo>
                    <a:pt x="2664993" y="873836"/>
                  </a:lnTo>
                  <a:lnTo>
                    <a:pt x="2682570" y="830084"/>
                  </a:lnTo>
                  <a:lnTo>
                    <a:pt x="2697899" y="786968"/>
                  </a:lnTo>
                  <a:lnTo>
                    <a:pt x="2710802" y="744550"/>
                  </a:lnTo>
                  <a:lnTo>
                    <a:pt x="2721127" y="702919"/>
                  </a:lnTo>
                  <a:lnTo>
                    <a:pt x="2728709" y="662127"/>
                  </a:lnTo>
                  <a:lnTo>
                    <a:pt x="2733370" y="622261"/>
                  </a:lnTo>
                  <a:lnTo>
                    <a:pt x="2734272" y="600125"/>
                  </a:lnTo>
                  <a:lnTo>
                    <a:pt x="2734310" y="599884"/>
                  </a:lnTo>
                  <a:lnTo>
                    <a:pt x="2734310" y="598944"/>
                  </a:lnTo>
                  <a:lnTo>
                    <a:pt x="2734957" y="583374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5126916" y="6498445"/>
              <a:ext cx="2721610" cy="964565"/>
            </a:xfrm>
            <a:custGeom>
              <a:avLst/>
              <a:gdLst/>
              <a:ahLst/>
              <a:cxnLst/>
              <a:rect l="l" t="t" r="r" b="b"/>
              <a:pathLst>
                <a:path w="2721609" h="964565">
                  <a:moveTo>
                    <a:pt x="1040796" y="0"/>
                  </a:moveTo>
                  <a:lnTo>
                    <a:pt x="991930" y="207"/>
                  </a:lnTo>
                  <a:lnTo>
                    <a:pt x="943632" y="1809"/>
                  </a:lnTo>
                  <a:lnTo>
                    <a:pt x="895963" y="4866"/>
                  </a:lnTo>
                  <a:lnTo>
                    <a:pt x="848985" y="9441"/>
                  </a:lnTo>
                  <a:lnTo>
                    <a:pt x="802758" y="15594"/>
                  </a:lnTo>
                  <a:lnTo>
                    <a:pt x="740630" y="26460"/>
                  </a:lnTo>
                  <a:lnTo>
                    <a:pt x="680460" y="39795"/>
                  </a:lnTo>
                  <a:lnTo>
                    <a:pt x="622327" y="55448"/>
                  </a:lnTo>
                  <a:lnTo>
                    <a:pt x="566309" y="73265"/>
                  </a:lnTo>
                  <a:lnTo>
                    <a:pt x="512486" y="93096"/>
                  </a:lnTo>
                  <a:lnTo>
                    <a:pt x="460935" y="114788"/>
                  </a:lnTo>
                  <a:lnTo>
                    <a:pt x="411735" y="138189"/>
                  </a:lnTo>
                  <a:lnTo>
                    <a:pt x="364965" y="163147"/>
                  </a:lnTo>
                  <a:lnTo>
                    <a:pt x="320703" y="189511"/>
                  </a:lnTo>
                  <a:lnTo>
                    <a:pt x="279028" y="217128"/>
                  </a:lnTo>
                  <a:lnTo>
                    <a:pt x="240019" y="245845"/>
                  </a:lnTo>
                  <a:lnTo>
                    <a:pt x="203755" y="275513"/>
                  </a:lnTo>
                  <a:lnTo>
                    <a:pt x="170313" y="305977"/>
                  </a:lnTo>
                  <a:lnTo>
                    <a:pt x="139772" y="337087"/>
                  </a:lnTo>
                  <a:lnTo>
                    <a:pt x="112211" y="368689"/>
                  </a:lnTo>
                  <a:lnTo>
                    <a:pt x="87709" y="400634"/>
                  </a:lnTo>
                  <a:lnTo>
                    <a:pt x="66345" y="432767"/>
                  </a:lnTo>
                  <a:lnTo>
                    <a:pt x="33341" y="496994"/>
                  </a:lnTo>
                  <a:lnTo>
                    <a:pt x="13829" y="560153"/>
                  </a:lnTo>
                  <a:lnTo>
                    <a:pt x="6637" y="600764"/>
                  </a:lnTo>
                  <a:lnTo>
                    <a:pt x="2004" y="638863"/>
                  </a:lnTo>
                  <a:lnTo>
                    <a:pt x="0" y="674510"/>
                  </a:lnTo>
                  <a:lnTo>
                    <a:pt x="691" y="707763"/>
                  </a:lnTo>
                  <a:lnTo>
                    <a:pt x="10431" y="767323"/>
                  </a:lnTo>
                  <a:lnTo>
                    <a:pt x="31770" y="818014"/>
                  </a:lnTo>
                  <a:lnTo>
                    <a:pt x="65249" y="860306"/>
                  </a:lnTo>
                  <a:lnTo>
                    <a:pt x="111411" y="894668"/>
                  </a:lnTo>
                  <a:lnTo>
                    <a:pt x="170799" y="921572"/>
                  </a:lnTo>
                  <a:lnTo>
                    <a:pt x="243957" y="941487"/>
                  </a:lnTo>
                  <a:lnTo>
                    <a:pt x="285869" y="948971"/>
                  </a:lnTo>
                  <a:lnTo>
                    <a:pt x="331427" y="954884"/>
                  </a:lnTo>
                  <a:lnTo>
                    <a:pt x="380699" y="959285"/>
                  </a:lnTo>
                  <a:lnTo>
                    <a:pt x="433752" y="962233"/>
                  </a:lnTo>
                  <a:lnTo>
                    <a:pt x="490655" y="963786"/>
                  </a:lnTo>
                  <a:lnTo>
                    <a:pt x="551475" y="964004"/>
                  </a:lnTo>
                  <a:lnTo>
                    <a:pt x="616281" y="962945"/>
                  </a:lnTo>
                  <a:lnTo>
                    <a:pt x="685139" y="960668"/>
                  </a:lnTo>
                  <a:lnTo>
                    <a:pt x="758119" y="957231"/>
                  </a:lnTo>
                  <a:lnTo>
                    <a:pt x="835288" y="952694"/>
                  </a:lnTo>
                  <a:lnTo>
                    <a:pt x="995620" y="941536"/>
                  </a:lnTo>
                  <a:lnTo>
                    <a:pt x="1071251" y="936502"/>
                  </a:lnTo>
                  <a:lnTo>
                    <a:pt x="1143750" y="931989"/>
                  </a:lnTo>
                  <a:lnTo>
                    <a:pt x="1213259" y="927969"/>
                  </a:lnTo>
                  <a:lnTo>
                    <a:pt x="1279923" y="924417"/>
                  </a:lnTo>
                  <a:lnTo>
                    <a:pt x="1343883" y="921307"/>
                  </a:lnTo>
                  <a:lnTo>
                    <a:pt x="1405284" y="918614"/>
                  </a:lnTo>
                  <a:lnTo>
                    <a:pt x="1464269" y="916311"/>
                  </a:lnTo>
                  <a:lnTo>
                    <a:pt x="1520981" y="914372"/>
                  </a:lnTo>
                  <a:lnTo>
                    <a:pt x="1575562" y="912772"/>
                  </a:lnTo>
                  <a:lnTo>
                    <a:pt x="1628157" y="911485"/>
                  </a:lnTo>
                  <a:lnTo>
                    <a:pt x="1678908" y="910485"/>
                  </a:lnTo>
                  <a:lnTo>
                    <a:pt x="1727960" y="909746"/>
                  </a:lnTo>
                  <a:lnTo>
                    <a:pt x="1821534" y="908948"/>
                  </a:lnTo>
                  <a:lnTo>
                    <a:pt x="1910026" y="908883"/>
                  </a:lnTo>
                  <a:lnTo>
                    <a:pt x="2035741" y="909709"/>
                  </a:lnTo>
                  <a:lnTo>
                    <a:pt x="2276068" y="912123"/>
                  </a:lnTo>
                  <a:lnTo>
                    <a:pt x="2357088" y="912394"/>
                  </a:lnTo>
                  <a:lnTo>
                    <a:pt x="2408477" y="908142"/>
                  </a:lnTo>
                  <a:lnTo>
                    <a:pt x="2461634" y="895865"/>
                  </a:lnTo>
                  <a:lnTo>
                    <a:pt x="2514628" y="876280"/>
                  </a:lnTo>
                  <a:lnTo>
                    <a:pt x="2565525" y="850105"/>
                  </a:lnTo>
                  <a:lnTo>
                    <a:pt x="2612391" y="818057"/>
                  </a:lnTo>
                  <a:lnTo>
                    <a:pt x="2653293" y="780855"/>
                  </a:lnTo>
                  <a:lnTo>
                    <a:pt x="2686299" y="739215"/>
                  </a:lnTo>
                  <a:lnTo>
                    <a:pt x="2709475" y="693856"/>
                  </a:lnTo>
                  <a:lnTo>
                    <a:pt x="2720888" y="645495"/>
                  </a:lnTo>
                  <a:lnTo>
                    <a:pt x="2721579" y="620413"/>
                  </a:lnTo>
                  <a:lnTo>
                    <a:pt x="2718605" y="594850"/>
                  </a:lnTo>
                  <a:lnTo>
                    <a:pt x="2700692" y="542638"/>
                  </a:lnTo>
                  <a:lnTo>
                    <a:pt x="2665217" y="489578"/>
                  </a:lnTo>
                  <a:lnTo>
                    <a:pt x="2610246" y="436386"/>
                  </a:lnTo>
                  <a:lnTo>
                    <a:pt x="2574845" y="409965"/>
                  </a:lnTo>
                  <a:lnTo>
                    <a:pt x="2533846" y="383780"/>
                  </a:lnTo>
                  <a:lnTo>
                    <a:pt x="2487006" y="357921"/>
                  </a:lnTo>
                  <a:lnTo>
                    <a:pt x="2434084" y="332478"/>
                  </a:lnTo>
                  <a:lnTo>
                    <a:pt x="2374838" y="307541"/>
                  </a:lnTo>
                  <a:lnTo>
                    <a:pt x="2309027" y="283198"/>
                  </a:lnTo>
                  <a:lnTo>
                    <a:pt x="2223924" y="253942"/>
                  </a:lnTo>
                  <a:lnTo>
                    <a:pt x="2179888" y="239076"/>
                  </a:lnTo>
                  <a:lnTo>
                    <a:pt x="2134943" y="224132"/>
                  </a:lnTo>
                  <a:lnTo>
                    <a:pt x="2089151" y="209174"/>
                  </a:lnTo>
                  <a:lnTo>
                    <a:pt x="2042574" y="194260"/>
                  </a:lnTo>
                  <a:lnTo>
                    <a:pt x="1995272" y="179454"/>
                  </a:lnTo>
                  <a:lnTo>
                    <a:pt x="1947309" y="164816"/>
                  </a:lnTo>
                  <a:lnTo>
                    <a:pt x="1898744" y="150408"/>
                  </a:lnTo>
                  <a:lnTo>
                    <a:pt x="1849640" y="136291"/>
                  </a:lnTo>
                  <a:lnTo>
                    <a:pt x="1800059" y="122526"/>
                  </a:lnTo>
                  <a:lnTo>
                    <a:pt x="1750060" y="109174"/>
                  </a:lnTo>
                  <a:lnTo>
                    <a:pt x="1699707" y="96297"/>
                  </a:lnTo>
                  <a:lnTo>
                    <a:pt x="1649060" y="83956"/>
                  </a:lnTo>
                  <a:lnTo>
                    <a:pt x="1598182" y="72213"/>
                  </a:lnTo>
                  <a:lnTo>
                    <a:pt x="1547133" y="61128"/>
                  </a:lnTo>
                  <a:lnTo>
                    <a:pt x="1495975" y="50764"/>
                  </a:lnTo>
                  <a:lnTo>
                    <a:pt x="1444769" y="41181"/>
                  </a:lnTo>
                  <a:lnTo>
                    <a:pt x="1393578" y="32440"/>
                  </a:lnTo>
                  <a:lnTo>
                    <a:pt x="1342462" y="24603"/>
                  </a:lnTo>
                  <a:lnTo>
                    <a:pt x="1291483" y="17732"/>
                  </a:lnTo>
                  <a:lnTo>
                    <a:pt x="1240702" y="11887"/>
                  </a:lnTo>
                  <a:lnTo>
                    <a:pt x="1190182" y="7130"/>
                  </a:lnTo>
                  <a:lnTo>
                    <a:pt x="1139983" y="3522"/>
                  </a:lnTo>
                  <a:lnTo>
                    <a:pt x="1090167" y="1125"/>
                  </a:lnTo>
                  <a:lnTo>
                    <a:pt x="1040796" y="0"/>
                  </a:lnTo>
                  <a:close/>
                </a:path>
              </a:pathLst>
            </a:custGeom>
            <a:solidFill>
              <a:srgbClr val="0120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462817" y="8547324"/>
              <a:ext cx="1111885" cy="946150"/>
            </a:xfrm>
            <a:custGeom>
              <a:avLst/>
              <a:gdLst/>
              <a:ahLst/>
              <a:cxnLst/>
              <a:rect l="l" t="t" r="r" b="b"/>
              <a:pathLst>
                <a:path w="1111884" h="946150">
                  <a:moveTo>
                    <a:pt x="0" y="0"/>
                  </a:moveTo>
                  <a:lnTo>
                    <a:pt x="16878" y="97996"/>
                  </a:lnTo>
                  <a:lnTo>
                    <a:pt x="52249" y="317818"/>
                  </a:lnTo>
                  <a:lnTo>
                    <a:pt x="83215" y="548213"/>
                  </a:lnTo>
                  <a:lnTo>
                    <a:pt x="86876" y="677927"/>
                  </a:lnTo>
                  <a:lnTo>
                    <a:pt x="75328" y="711469"/>
                  </a:lnTo>
                  <a:lnTo>
                    <a:pt x="66258" y="753132"/>
                  </a:lnTo>
                  <a:lnTo>
                    <a:pt x="62799" y="798970"/>
                  </a:lnTo>
                  <a:lnTo>
                    <a:pt x="68082" y="845039"/>
                  </a:lnTo>
                  <a:lnTo>
                    <a:pt x="85242" y="887393"/>
                  </a:lnTo>
                  <a:lnTo>
                    <a:pt x="117410" y="922087"/>
                  </a:lnTo>
                  <a:lnTo>
                    <a:pt x="157422" y="940223"/>
                  </a:lnTo>
                  <a:lnTo>
                    <a:pt x="204994" y="945929"/>
                  </a:lnTo>
                  <a:lnTo>
                    <a:pt x="256109" y="942132"/>
                  </a:lnTo>
                  <a:lnTo>
                    <a:pt x="306753" y="931759"/>
                  </a:lnTo>
                  <a:lnTo>
                    <a:pt x="352910" y="917737"/>
                  </a:lnTo>
                  <a:lnTo>
                    <a:pt x="390566" y="902993"/>
                  </a:lnTo>
                  <a:lnTo>
                    <a:pt x="415704" y="890454"/>
                  </a:lnTo>
                  <a:lnTo>
                    <a:pt x="445540" y="876718"/>
                  </a:lnTo>
                  <a:lnTo>
                    <a:pt x="482578" y="871762"/>
                  </a:lnTo>
                  <a:lnTo>
                    <a:pt x="540303" y="875051"/>
                  </a:lnTo>
                  <a:lnTo>
                    <a:pt x="632200" y="886046"/>
                  </a:lnTo>
                  <a:lnTo>
                    <a:pt x="681506" y="886428"/>
                  </a:lnTo>
                  <a:lnTo>
                    <a:pt x="736957" y="877222"/>
                  </a:lnTo>
                  <a:lnTo>
                    <a:pt x="796065" y="860519"/>
                  </a:lnTo>
                  <a:lnTo>
                    <a:pt x="856339" y="838412"/>
                  </a:lnTo>
                  <a:lnTo>
                    <a:pt x="915291" y="812990"/>
                  </a:lnTo>
                  <a:lnTo>
                    <a:pt x="970432" y="786348"/>
                  </a:lnTo>
                  <a:lnTo>
                    <a:pt x="1019274" y="760576"/>
                  </a:lnTo>
                  <a:lnTo>
                    <a:pt x="1059326" y="737767"/>
                  </a:lnTo>
                  <a:lnTo>
                    <a:pt x="1103107" y="709402"/>
                  </a:lnTo>
                  <a:lnTo>
                    <a:pt x="1111445" y="691441"/>
                  </a:lnTo>
                  <a:lnTo>
                    <a:pt x="1110368" y="663344"/>
                  </a:lnTo>
                  <a:lnTo>
                    <a:pt x="1097257" y="632044"/>
                  </a:lnTo>
                  <a:lnTo>
                    <a:pt x="1069491" y="604477"/>
                  </a:lnTo>
                  <a:lnTo>
                    <a:pt x="1024452" y="587575"/>
                  </a:lnTo>
                  <a:lnTo>
                    <a:pt x="959520" y="588275"/>
                  </a:lnTo>
                  <a:lnTo>
                    <a:pt x="908064" y="593091"/>
                  </a:lnTo>
                  <a:lnTo>
                    <a:pt x="855260" y="592180"/>
                  </a:lnTo>
                  <a:lnTo>
                    <a:pt x="801946" y="586094"/>
                  </a:lnTo>
                  <a:lnTo>
                    <a:pt x="748962" y="575385"/>
                  </a:lnTo>
                  <a:lnTo>
                    <a:pt x="697149" y="560607"/>
                  </a:lnTo>
                  <a:lnTo>
                    <a:pt x="647346" y="542311"/>
                  </a:lnTo>
                  <a:lnTo>
                    <a:pt x="600392" y="521049"/>
                  </a:lnTo>
                  <a:lnTo>
                    <a:pt x="557127" y="497374"/>
                  </a:lnTo>
                  <a:lnTo>
                    <a:pt x="518392" y="471839"/>
                  </a:lnTo>
                  <a:lnTo>
                    <a:pt x="454838" y="421049"/>
                  </a:lnTo>
                  <a:lnTo>
                    <a:pt x="417027" y="360922"/>
                  </a:lnTo>
                  <a:lnTo>
                    <a:pt x="389997" y="252578"/>
                  </a:lnTo>
                  <a:lnTo>
                    <a:pt x="358784" y="571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62851" y="8547258"/>
              <a:ext cx="362114" cy="945978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7529330" y="9228282"/>
              <a:ext cx="1045844" cy="267335"/>
            </a:xfrm>
            <a:custGeom>
              <a:avLst/>
              <a:gdLst/>
              <a:ahLst/>
              <a:cxnLst/>
              <a:rect l="l" t="t" r="r" b="b"/>
              <a:pathLst>
                <a:path w="1045845" h="267334">
                  <a:moveTo>
                    <a:pt x="1045674" y="0"/>
                  </a:moveTo>
                  <a:lnTo>
                    <a:pt x="981700" y="31842"/>
                  </a:lnTo>
                  <a:lnTo>
                    <a:pt x="922581" y="58836"/>
                  </a:lnTo>
                  <a:lnTo>
                    <a:pt x="867716" y="81295"/>
                  </a:lnTo>
                  <a:lnTo>
                    <a:pt x="816501" y="99532"/>
                  </a:lnTo>
                  <a:lnTo>
                    <a:pt x="768334" y="113859"/>
                  </a:lnTo>
                  <a:lnTo>
                    <a:pt x="722612" y="124587"/>
                  </a:lnTo>
                  <a:lnTo>
                    <a:pt x="678731" y="132031"/>
                  </a:lnTo>
                  <a:lnTo>
                    <a:pt x="636090" y="136502"/>
                  </a:lnTo>
                  <a:lnTo>
                    <a:pt x="594085" y="138312"/>
                  </a:lnTo>
                  <a:lnTo>
                    <a:pt x="552113" y="137774"/>
                  </a:lnTo>
                  <a:lnTo>
                    <a:pt x="509572" y="135201"/>
                  </a:lnTo>
                  <a:lnTo>
                    <a:pt x="465858" y="130905"/>
                  </a:lnTo>
                  <a:lnTo>
                    <a:pt x="420369" y="125198"/>
                  </a:lnTo>
                  <a:lnTo>
                    <a:pt x="372501" y="118394"/>
                  </a:lnTo>
                  <a:lnTo>
                    <a:pt x="326546" y="130680"/>
                  </a:lnTo>
                  <a:lnTo>
                    <a:pt x="280366" y="144441"/>
                  </a:lnTo>
                  <a:lnTo>
                    <a:pt x="234115" y="157922"/>
                  </a:lnTo>
                  <a:lnTo>
                    <a:pt x="187945" y="169369"/>
                  </a:lnTo>
                  <a:lnTo>
                    <a:pt x="142011" y="177025"/>
                  </a:lnTo>
                  <a:lnTo>
                    <a:pt x="96465" y="179136"/>
                  </a:lnTo>
                  <a:lnTo>
                    <a:pt x="51461" y="173947"/>
                  </a:lnTo>
                  <a:lnTo>
                    <a:pt x="7151" y="159701"/>
                  </a:lnTo>
                  <a:lnTo>
                    <a:pt x="4785" y="158560"/>
                  </a:lnTo>
                  <a:lnTo>
                    <a:pt x="2230" y="157618"/>
                  </a:lnTo>
                  <a:lnTo>
                    <a:pt x="17504" y="201157"/>
                  </a:lnTo>
                  <a:lnTo>
                    <a:pt x="41339" y="233019"/>
                  </a:lnTo>
                  <a:lnTo>
                    <a:pt x="104006" y="264257"/>
                  </a:lnTo>
                  <a:lnTo>
                    <a:pt x="140844" y="266839"/>
                  </a:lnTo>
                  <a:lnTo>
                    <a:pt x="180020" y="262867"/>
                  </a:lnTo>
                  <a:lnTo>
                    <a:pt x="220538" y="253943"/>
                  </a:lnTo>
                  <a:lnTo>
                    <a:pt x="261399" y="241671"/>
                  </a:lnTo>
                  <a:lnTo>
                    <a:pt x="301605" y="227652"/>
                  </a:lnTo>
                  <a:lnTo>
                    <a:pt x="340160" y="213489"/>
                  </a:lnTo>
                  <a:lnTo>
                    <a:pt x="376065" y="200786"/>
                  </a:lnTo>
                  <a:lnTo>
                    <a:pt x="408322" y="191146"/>
                  </a:lnTo>
                  <a:lnTo>
                    <a:pt x="462332" y="196567"/>
                  </a:lnTo>
                  <a:lnTo>
                    <a:pt x="515683" y="200390"/>
                  </a:lnTo>
                  <a:lnTo>
                    <a:pt x="568281" y="201839"/>
                  </a:lnTo>
                  <a:lnTo>
                    <a:pt x="620032" y="200135"/>
                  </a:lnTo>
                  <a:lnTo>
                    <a:pt x="670841" y="194500"/>
                  </a:lnTo>
                  <a:lnTo>
                    <a:pt x="720616" y="184157"/>
                  </a:lnTo>
                  <a:lnTo>
                    <a:pt x="769263" y="168328"/>
                  </a:lnTo>
                  <a:lnTo>
                    <a:pt x="816687" y="146236"/>
                  </a:lnTo>
                  <a:lnTo>
                    <a:pt x="860367" y="125465"/>
                  </a:lnTo>
                  <a:lnTo>
                    <a:pt x="909261" y="102927"/>
                  </a:lnTo>
                  <a:lnTo>
                    <a:pt x="957803" y="78866"/>
                  </a:lnTo>
                  <a:lnTo>
                    <a:pt x="1000429" y="53528"/>
                  </a:lnTo>
                  <a:lnTo>
                    <a:pt x="1031574" y="27158"/>
                  </a:lnTo>
                  <a:lnTo>
                    <a:pt x="1045674" y="0"/>
                  </a:lnTo>
                  <a:close/>
                </a:path>
              </a:pathLst>
            </a:custGeom>
            <a:solidFill>
              <a:srgbClr val="1F27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232631" y="7088798"/>
              <a:ext cx="705485" cy="1788160"/>
            </a:xfrm>
            <a:custGeom>
              <a:avLst/>
              <a:gdLst/>
              <a:ahLst/>
              <a:cxnLst/>
              <a:rect l="l" t="t" r="r" b="b"/>
              <a:pathLst>
                <a:path w="705484" h="1788159">
                  <a:moveTo>
                    <a:pt x="617824" y="0"/>
                  </a:moveTo>
                  <a:lnTo>
                    <a:pt x="0" y="58239"/>
                  </a:lnTo>
                  <a:lnTo>
                    <a:pt x="5369" y="85976"/>
                  </a:lnTo>
                  <a:lnTo>
                    <a:pt x="17982" y="168077"/>
                  </a:lnTo>
                  <a:lnTo>
                    <a:pt x="32596" y="302870"/>
                  </a:lnTo>
                  <a:lnTo>
                    <a:pt x="43967" y="488686"/>
                  </a:lnTo>
                  <a:lnTo>
                    <a:pt x="58367" y="792351"/>
                  </a:lnTo>
                  <a:lnTo>
                    <a:pt x="87391" y="1026416"/>
                  </a:lnTo>
                  <a:lnTo>
                    <a:pt x="152840" y="1310438"/>
                  </a:lnTo>
                  <a:lnTo>
                    <a:pt x="276515" y="1763977"/>
                  </a:lnTo>
                  <a:lnTo>
                    <a:pt x="411922" y="1788069"/>
                  </a:lnTo>
                  <a:lnTo>
                    <a:pt x="501702" y="1785196"/>
                  </a:lnTo>
                  <a:lnTo>
                    <a:pt x="586030" y="1745548"/>
                  </a:lnTo>
                  <a:lnTo>
                    <a:pt x="705088" y="1659310"/>
                  </a:lnTo>
                  <a:lnTo>
                    <a:pt x="665140" y="1412178"/>
                  </a:lnTo>
                  <a:lnTo>
                    <a:pt x="642734" y="1156955"/>
                  </a:lnTo>
                  <a:lnTo>
                    <a:pt x="629689" y="738083"/>
                  </a:lnTo>
                  <a:lnTo>
                    <a:pt x="617824" y="0"/>
                  </a:lnTo>
                  <a:close/>
                </a:path>
              </a:pathLst>
            </a:custGeom>
            <a:solidFill>
              <a:srgbClr val="0120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26913" y="6498576"/>
              <a:ext cx="3072770" cy="2362825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43043" y="3997288"/>
              <a:ext cx="2614183" cy="3392296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11624413" y="7987044"/>
              <a:ext cx="702310" cy="1685289"/>
            </a:xfrm>
            <a:custGeom>
              <a:avLst/>
              <a:gdLst/>
              <a:ahLst/>
              <a:cxnLst/>
              <a:rect l="l" t="t" r="r" b="b"/>
              <a:pathLst>
                <a:path w="702309" h="1685290">
                  <a:moveTo>
                    <a:pt x="439558" y="0"/>
                  </a:moveTo>
                  <a:lnTo>
                    <a:pt x="92961" y="27988"/>
                  </a:lnTo>
                  <a:lnTo>
                    <a:pt x="114774" y="126750"/>
                  </a:lnTo>
                  <a:lnTo>
                    <a:pt x="135977" y="221183"/>
                  </a:lnTo>
                  <a:lnTo>
                    <a:pt x="156528" y="311375"/>
                  </a:lnTo>
                  <a:lnTo>
                    <a:pt x="195505" y="479387"/>
                  </a:lnTo>
                  <a:lnTo>
                    <a:pt x="263787" y="768370"/>
                  </a:lnTo>
                  <a:lnTo>
                    <a:pt x="292418" y="890742"/>
                  </a:lnTo>
                  <a:lnTo>
                    <a:pt x="305209" y="946704"/>
                  </a:lnTo>
                  <a:lnTo>
                    <a:pt x="316927" y="999301"/>
                  </a:lnTo>
                  <a:lnTo>
                    <a:pt x="327531" y="1048619"/>
                  </a:lnTo>
                  <a:lnTo>
                    <a:pt x="336979" y="1094747"/>
                  </a:lnTo>
                  <a:lnTo>
                    <a:pt x="345228" y="1137771"/>
                  </a:lnTo>
                  <a:lnTo>
                    <a:pt x="352236" y="1177780"/>
                  </a:lnTo>
                  <a:lnTo>
                    <a:pt x="362363" y="1249100"/>
                  </a:lnTo>
                  <a:lnTo>
                    <a:pt x="367022" y="1309407"/>
                  </a:lnTo>
                  <a:lnTo>
                    <a:pt x="367197" y="1335650"/>
                  </a:lnTo>
                  <a:lnTo>
                    <a:pt x="365879" y="1359403"/>
                  </a:lnTo>
                  <a:lnTo>
                    <a:pt x="358595" y="1399785"/>
                  </a:lnTo>
                  <a:lnTo>
                    <a:pt x="335422" y="1443868"/>
                  </a:lnTo>
                  <a:lnTo>
                    <a:pt x="296542" y="1470260"/>
                  </a:lnTo>
                  <a:lnTo>
                    <a:pt x="240821" y="1481326"/>
                  </a:lnTo>
                  <a:lnTo>
                    <a:pt x="218308" y="1482017"/>
                  </a:lnTo>
                  <a:lnTo>
                    <a:pt x="166781" y="1488974"/>
                  </a:lnTo>
                  <a:lnTo>
                    <a:pt x="118963" y="1506914"/>
                  </a:lnTo>
                  <a:lnTo>
                    <a:pt x="76732" y="1531445"/>
                  </a:lnTo>
                  <a:lnTo>
                    <a:pt x="41966" y="1558173"/>
                  </a:lnTo>
                  <a:lnTo>
                    <a:pt x="0" y="1620668"/>
                  </a:lnTo>
                  <a:lnTo>
                    <a:pt x="15545" y="1653305"/>
                  </a:lnTo>
                  <a:lnTo>
                    <a:pt x="53330" y="1676157"/>
                  </a:lnTo>
                  <a:lnTo>
                    <a:pt x="103505" y="1684765"/>
                  </a:lnTo>
                  <a:lnTo>
                    <a:pt x="645457" y="1684765"/>
                  </a:lnTo>
                  <a:lnTo>
                    <a:pt x="662219" y="1678095"/>
                  </a:lnTo>
                  <a:lnTo>
                    <a:pt x="691601" y="1651131"/>
                  </a:lnTo>
                  <a:lnTo>
                    <a:pt x="702252" y="1593444"/>
                  </a:lnTo>
                  <a:lnTo>
                    <a:pt x="662818" y="1494603"/>
                  </a:lnTo>
                  <a:lnTo>
                    <a:pt x="650643" y="1471529"/>
                  </a:lnTo>
                  <a:lnTo>
                    <a:pt x="640359" y="1445606"/>
                  </a:lnTo>
                  <a:lnTo>
                    <a:pt x="624841" y="1385745"/>
                  </a:lnTo>
                  <a:lnTo>
                    <a:pt x="615021" y="1316080"/>
                  </a:lnTo>
                  <a:lnTo>
                    <a:pt x="611859" y="1277901"/>
                  </a:lnTo>
                  <a:lnTo>
                    <a:pt x="609654" y="1237668"/>
                  </a:lnTo>
                  <a:lnTo>
                    <a:pt x="608252" y="1195513"/>
                  </a:lnTo>
                  <a:lnTo>
                    <a:pt x="607496" y="1151569"/>
                  </a:lnTo>
                  <a:lnTo>
                    <a:pt x="607231" y="1105968"/>
                  </a:lnTo>
                  <a:lnTo>
                    <a:pt x="607301" y="1058842"/>
                  </a:lnTo>
                  <a:lnTo>
                    <a:pt x="607969" y="909641"/>
                  </a:lnTo>
                  <a:lnTo>
                    <a:pt x="607825" y="857740"/>
                  </a:lnTo>
                  <a:lnTo>
                    <a:pt x="607239" y="804977"/>
                  </a:lnTo>
                  <a:lnTo>
                    <a:pt x="606054" y="751483"/>
                  </a:lnTo>
                  <a:lnTo>
                    <a:pt x="604116" y="697391"/>
                  </a:lnTo>
                  <a:lnTo>
                    <a:pt x="601269" y="642833"/>
                  </a:lnTo>
                  <a:lnTo>
                    <a:pt x="597357" y="587943"/>
                  </a:lnTo>
                  <a:lnTo>
                    <a:pt x="592225" y="532851"/>
                  </a:lnTo>
                  <a:lnTo>
                    <a:pt x="585717" y="477690"/>
                  </a:lnTo>
                  <a:lnTo>
                    <a:pt x="577677" y="422593"/>
                  </a:lnTo>
                  <a:lnTo>
                    <a:pt x="567950" y="367693"/>
                  </a:lnTo>
                  <a:lnTo>
                    <a:pt x="556381" y="313121"/>
                  </a:lnTo>
                  <a:lnTo>
                    <a:pt x="542813" y="259009"/>
                  </a:lnTo>
                  <a:lnTo>
                    <a:pt x="527092" y="205491"/>
                  </a:lnTo>
                  <a:lnTo>
                    <a:pt x="509061" y="152699"/>
                  </a:lnTo>
                  <a:lnTo>
                    <a:pt x="488566" y="100765"/>
                  </a:lnTo>
                  <a:lnTo>
                    <a:pt x="465450" y="49821"/>
                  </a:lnTo>
                  <a:lnTo>
                    <a:pt x="439558" y="0"/>
                  </a:lnTo>
                  <a:close/>
                </a:path>
              </a:pathLst>
            </a:custGeom>
            <a:solidFill>
              <a:srgbClr val="F4D4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1624413" y="9055242"/>
              <a:ext cx="702310" cy="616585"/>
            </a:xfrm>
            <a:custGeom>
              <a:avLst/>
              <a:gdLst/>
              <a:ahLst/>
              <a:cxnLst/>
              <a:rect l="l" t="t" r="r" b="b"/>
              <a:pathLst>
                <a:path w="702309" h="616584">
                  <a:moveTo>
                    <a:pt x="607270" y="0"/>
                  </a:moveTo>
                  <a:lnTo>
                    <a:pt x="576338" y="14084"/>
                  </a:lnTo>
                  <a:lnTo>
                    <a:pt x="527374" y="22871"/>
                  </a:lnTo>
                  <a:lnTo>
                    <a:pt x="469442" y="26321"/>
                  </a:lnTo>
                  <a:lnTo>
                    <a:pt x="411603" y="24397"/>
                  </a:lnTo>
                  <a:lnTo>
                    <a:pt x="362922" y="17064"/>
                  </a:lnTo>
                  <a:lnTo>
                    <a:pt x="332462" y="4282"/>
                  </a:lnTo>
                  <a:lnTo>
                    <a:pt x="347948" y="84767"/>
                  </a:lnTo>
                  <a:lnTo>
                    <a:pt x="359078" y="154907"/>
                  </a:lnTo>
                  <a:lnTo>
                    <a:pt x="365580" y="215268"/>
                  </a:lnTo>
                  <a:lnTo>
                    <a:pt x="367181" y="266413"/>
                  </a:lnTo>
                  <a:lnTo>
                    <a:pt x="363609" y="308908"/>
                  </a:lnTo>
                  <a:lnTo>
                    <a:pt x="339858" y="370203"/>
                  </a:lnTo>
                  <a:lnTo>
                    <a:pt x="292151" y="403668"/>
                  </a:lnTo>
                  <a:lnTo>
                    <a:pt x="218308" y="413819"/>
                  </a:lnTo>
                  <a:lnTo>
                    <a:pt x="166781" y="420776"/>
                  </a:lnTo>
                  <a:lnTo>
                    <a:pt x="118963" y="438716"/>
                  </a:lnTo>
                  <a:lnTo>
                    <a:pt x="76732" y="463247"/>
                  </a:lnTo>
                  <a:lnTo>
                    <a:pt x="41966" y="489975"/>
                  </a:lnTo>
                  <a:lnTo>
                    <a:pt x="0" y="552471"/>
                  </a:lnTo>
                  <a:lnTo>
                    <a:pt x="15545" y="585107"/>
                  </a:lnTo>
                  <a:lnTo>
                    <a:pt x="53330" y="607959"/>
                  </a:lnTo>
                  <a:lnTo>
                    <a:pt x="103505" y="616567"/>
                  </a:lnTo>
                  <a:lnTo>
                    <a:pt x="645457" y="616567"/>
                  </a:lnTo>
                  <a:lnTo>
                    <a:pt x="662219" y="609897"/>
                  </a:lnTo>
                  <a:lnTo>
                    <a:pt x="691601" y="582933"/>
                  </a:lnTo>
                  <a:lnTo>
                    <a:pt x="702252" y="525246"/>
                  </a:lnTo>
                  <a:lnTo>
                    <a:pt x="662818" y="426405"/>
                  </a:lnTo>
                  <a:lnTo>
                    <a:pt x="647243" y="395556"/>
                  </a:lnTo>
                  <a:lnTo>
                    <a:pt x="634838" y="359876"/>
                  </a:lnTo>
                  <a:lnTo>
                    <a:pt x="625253" y="319665"/>
                  </a:lnTo>
                  <a:lnTo>
                    <a:pt x="618135" y="275221"/>
                  </a:lnTo>
                  <a:lnTo>
                    <a:pt x="613133" y="226845"/>
                  </a:lnTo>
                  <a:lnTo>
                    <a:pt x="609897" y="174836"/>
                  </a:lnTo>
                  <a:lnTo>
                    <a:pt x="608076" y="119492"/>
                  </a:lnTo>
                  <a:lnTo>
                    <a:pt x="607317" y="61114"/>
                  </a:lnTo>
                  <a:lnTo>
                    <a:pt x="6072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1624416" y="9399431"/>
              <a:ext cx="691515" cy="272415"/>
            </a:xfrm>
            <a:custGeom>
              <a:avLst/>
              <a:gdLst/>
              <a:ahLst/>
              <a:cxnLst/>
              <a:rect l="l" t="t" r="r" b="b"/>
              <a:pathLst>
                <a:path w="691515" h="272415">
                  <a:moveTo>
                    <a:pt x="383676" y="0"/>
                  </a:moveTo>
                  <a:lnTo>
                    <a:pt x="354079" y="687"/>
                  </a:lnTo>
                  <a:lnTo>
                    <a:pt x="335931" y="30958"/>
                  </a:lnTo>
                  <a:lnTo>
                    <a:pt x="306864" y="57188"/>
                  </a:lnTo>
                  <a:lnTo>
                    <a:pt x="266515" y="77474"/>
                  </a:lnTo>
                  <a:lnTo>
                    <a:pt x="214523" y="89910"/>
                  </a:lnTo>
                  <a:lnTo>
                    <a:pt x="149508" y="102600"/>
                  </a:lnTo>
                  <a:lnTo>
                    <a:pt x="93625" y="121074"/>
                  </a:lnTo>
                  <a:lnTo>
                    <a:pt x="48695" y="144067"/>
                  </a:lnTo>
                  <a:lnTo>
                    <a:pt x="16540" y="170316"/>
                  </a:lnTo>
                  <a:lnTo>
                    <a:pt x="0" y="208279"/>
                  </a:lnTo>
                  <a:lnTo>
                    <a:pt x="15545" y="240916"/>
                  </a:lnTo>
                  <a:lnTo>
                    <a:pt x="53331" y="263767"/>
                  </a:lnTo>
                  <a:lnTo>
                    <a:pt x="103511" y="272376"/>
                  </a:lnTo>
                  <a:lnTo>
                    <a:pt x="645453" y="272376"/>
                  </a:lnTo>
                  <a:lnTo>
                    <a:pt x="658437" y="265751"/>
                  </a:lnTo>
                  <a:lnTo>
                    <a:pt x="681525" y="238863"/>
                  </a:lnTo>
                  <a:lnTo>
                    <a:pt x="690917" y="181191"/>
                  </a:lnTo>
                  <a:lnTo>
                    <a:pt x="662813" y="82214"/>
                  </a:lnTo>
                  <a:lnTo>
                    <a:pt x="649172" y="75531"/>
                  </a:lnTo>
                  <a:lnTo>
                    <a:pt x="622152" y="77996"/>
                  </a:lnTo>
                  <a:lnTo>
                    <a:pt x="584630" y="82979"/>
                  </a:lnTo>
                  <a:lnTo>
                    <a:pt x="539480" y="83852"/>
                  </a:lnTo>
                  <a:lnTo>
                    <a:pt x="489576" y="73985"/>
                  </a:lnTo>
                  <a:lnTo>
                    <a:pt x="437794" y="46749"/>
                  </a:lnTo>
                  <a:lnTo>
                    <a:pt x="417097" y="27264"/>
                  </a:lnTo>
                  <a:lnTo>
                    <a:pt x="401870" y="10270"/>
                  </a:lnTo>
                  <a:lnTo>
                    <a:pt x="383676" y="0"/>
                  </a:lnTo>
                  <a:close/>
                </a:path>
              </a:pathLst>
            </a:custGeom>
            <a:solidFill>
              <a:srgbClr val="0B14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0381515" y="7923964"/>
              <a:ext cx="1416050" cy="1751330"/>
            </a:xfrm>
            <a:custGeom>
              <a:avLst/>
              <a:gdLst/>
              <a:ahLst/>
              <a:cxnLst/>
              <a:rect l="l" t="t" r="r" b="b"/>
              <a:pathLst>
                <a:path w="1416050" h="1751329">
                  <a:moveTo>
                    <a:pt x="963514" y="0"/>
                  </a:moveTo>
                  <a:lnTo>
                    <a:pt x="949075" y="38051"/>
                  </a:lnTo>
                  <a:lnTo>
                    <a:pt x="914909" y="137843"/>
                  </a:lnTo>
                  <a:lnTo>
                    <a:pt x="832137" y="388233"/>
                  </a:lnTo>
                  <a:lnTo>
                    <a:pt x="771939" y="569221"/>
                  </a:lnTo>
                  <a:lnTo>
                    <a:pt x="729299" y="695236"/>
                  </a:lnTo>
                  <a:lnTo>
                    <a:pt x="707565" y="758508"/>
                  </a:lnTo>
                  <a:lnTo>
                    <a:pt x="685705" y="821360"/>
                  </a:lnTo>
                  <a:lnTo>
                    <a:pt x="663832" y="883343"/>
                  </a:lnTo>
                  <a:lnTo>
                    <a:pt x="642059" y="944012"/>
                  </a:lnTo>
                  <a:lnTo>
                    <a:pt x="620498" y="1002917"/>
                  </a:lnTo>
                  <a:lnTo>
                    <a:pt x="599263" y="1059613"/>
                  </a:lnTo>
                  <a:lnTo>
                    <a:pt x="578467" y="1113650"/>
                  </a:lnTo>
                  <a:lnTo>
                    <a:pt x="558222" y="1164582"/>
                  </a:lnTo>
                  <a:lnTo>
                    <a:pt x="538641" y="1211962"/>
                  </a:lnTo>
                  <a:lnTo>
                    <a:pt x="519836" y="1255342"/>
                  </a:lnTo>
                  <a:lnTo>
                    <a:pt x="501921" y="1294273"/>
                  </a:lnTo>
                  <a:lnTo>
                    <a:pt x="469212" y="1357004"/>
                  </a:lnTo>
                  <a:lnTo>
                    <a:pt x="441415" y="1396575"/>
                  </a:lnTo>
                  <a:lnTo>
                    <a:pt x="399609" y="1437469"/>
                  </a:lnTo>
                  <a:lnTo>
                    <a:pt x="355444" y="1472504"/>
                  </a:lnTo>
                  <a:lnTo>
                    <a:pt x="308946" y="1500590"/>
                  </a:lnTo>
                  <a:lnTo>
                    <a:pt x="260143" y="1520634"/>
                  </a:lnTo>
                  <a:lnTo>
                    <a:pt x="208190" y="1538150"/>
                  </a:lnTo>
                  <a:lnTo>
                    <a:pt x="155062" y="1558584"/>
                  </a:lnTo>
                  <a:lnTo>
                    <a:pt x="104322" y="1580957"/>
                  </a:lnTo>
                  <a:lnTo>
                    <a:pt x="59532" y="1604294"/>
                  </a:lnTo>
                  <a:lnTo>
                    <a:pt x="24255" y="1627615"/>
                  </a:lnTo>
                  <a:lnTo>
                    <a:pt x="0" y="1664027"/>
                  </a:lnTo>
                  <a:lnTo>
                    <a:pt x="1944" y="1704644"/>
                  </a:lnTo>
                  <a:lnTo>
                    <a:pt x="25889" y="1737667"/>
                  </a:lnTo>
                  <a:lnTo>
                    <a:pt x="67636" y="1751297"/>
                  </a:lnTo>
                  <a:lnTo>
                    <a:pt x="659995" y="1747842"/>
                  </a:lnTo>
                  <a:lnTo>
                    <a:pt x="716321" y="1675957"/>
                  </a:lnTo>
                  <a:lnTo>
                    <a:pt x="736945" y="1557690"/>
                  </a:lnTo>
                  <a:lnTo>
                    <a:pt x="738252" y="1547447"/>
                  </a:lnTo>
                  <a:lnTo>
                    <a:pt x="739820" y="1537348"/>
                  </a:lnTo>
                  <a:lnTo>
                    <a:pt x="741136" y="1527354"/>
                  </a:lnTo>
                  <a:lnTo>
                    <a:pt x="743622" y="1484353"/>
                  </a:lnTo>
                  <a:lnTo>
                    <a:pt x="749257" y="1448920"/>
                  </a:lnTo>
                  <a:lnTo>
                    <a:pt x="758347" y="1411305"/>
                  </a:lnTo>
                  <a:lnTo>
                    <a:pt x="770646" y="1371679"/>
                  </a:lnTo>
                  <a:lnTo>
                    <a:pt x="785905" y="1330215"/>
                  </a:lnTo>
                  <a:lnTo>
                    <a:pt x="803880" y="1287086"/>
                  </a:lnTo>
                  <a:lnTo>
                    <a:pt x="824323" y="1242465"/>
                  </a:lnTo>
                  <a:lnTo>
                    <a:pt x="846986" y="1196523"/>
                  </a:lnTo>
                  <a:lnTo>
                    <a:pt x="871625" y="1149433"/>
                  </a:lnTo>
                  <a:lnTo>
                    <a:pt x="897990" y="1101369"/>
                  </a:lnTo>
                  <a:lnTo>
                    <a:pt x="925836" y="1052502"/>
                  </a:lnTo>
                  <a:lnTo>
                    <a:pt x="954917" y="1003005"/>
                  </a:lnTo>
                  <a:lnTo>
                    <a:pt x="984984" y="953051"/>
                  </a:lnTo>
                  <a:lnTo>
                    <a:pt x="1015792" y="902812"/>
                  </a:lnTo>
                  <a:lnTo>
                    <a:pt x="1047094" y="852461"/>
                  </a:lnTo>
                  <a:lnTo>
                    <a:pt x="1172299" y="653386"/>
                  </a:lnTo>
                  <a:lnTo>
                    <a:pt x="1202367" y="605062"/>
                  </a:lnTo>
                  <a:lnTo>
                    <a:pt x="1231447" y="557661"/>
                  </a:lnTo>
                  <a:lnTo>
                    <a:pt x="1259293" y="511357"/>
                  </a:lnTo>
                  <a:lnTo>
                    <a:pt x="1285659" y="466320"/>
                  </a:lnTo>
                  <a:lnTo>
                    <a:pt x="1310297" y="422725"/>
                  </a:lnTo>
                  <a:lnTo>
                    <a:pt x="1332961" y="380743"/>
                  </a:lnTo>
                  <a:lnTo>
                    <a:pt x="1353403" y="340546"/>
                  </a:lnTo>
                  <a:lnTo>
                    <a:pt x="1371378" y="302309"/>
                  </a:lnTo>
                  <a:lnTo>
                    <a:pt x="1386638" y="266203"/>
                  </a:lnTo>
                  <a:lnTo>
                    <a:pt x="1408027" y="201073"/>
                  </a:lnTo>
                  <a:lnTo>
                    <a:pt x="1415595" y="146540"/>
                  </a:lnTo>
                  <a:lnTo>
                    <a:pt x="963514" y="0"/>
                  </a:lnTo>
                  <a:close/>
                </a:path>
              </a:pathLst>
            </a:custGeom>
            <a:solidFill>
              <a:srgbClr val="F4D4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0381515" y="8959209"/>
              <a:ext cx="868044" cy="716280"/>
            </a:xfrm>
            <a:custGeom>
              <a:avLst/>
              <a:gdLst/>
              <a:ahLst/>
              <a:cxnLst/>
              <a:rect l="l" t="t" r="r" b="b"/>
              <a:pathLst>
                <a:path w="868045" h="716279">
                  <a:moveTo>
                    <a:pt x="608457" y="0"/>
                  </a:moveTo>
                  <a:lnTo>
                    <a:pt x="583735" y="64859"/>
                  </a:lnTo>
                  <a:lnTo>
                    <a:pt x="559741" y="125562"/>
                  </a:lnTo>
                  <a:lnTo>
                    <a:pt x="536660" y="181372"/>
                  </a:lnTo>
                  <a:lnTo>
                    <a:pt x="514676" y="231557"/>
                  </a:lnTo>
                  <a:lnTo>
                    <a:pt x="493975" y="275379"/>
                  </a:lnTo>
                  <a:lnTo>
                    <a:pt x="474741" y="312105"/>
                  </a:lnTo>
                  <a:lnTo>
                    <a:pt x="441415" y="361329"/>
                  </a:lnTo>
                  <a:lnTo>
                    <a:pt x="399609" y="402223"/>
                  </a:lnTo>
                  <a:lnTo>
                    <a:pt x="355444" y="437258"/>
                  </a:lnTo>
                  <a:lnTo>
                    <a:pt x="308946" y="465344"/>
                  </a:lnTo>
                  <a:lnTo>
                    <a:pt x="260143" y="485388"/>
                  </a:lnTo>
                  <a:lnTo>
                    <a:pt x="208190" y="502904"/>
                  </a:lnTo>
                  <a:lnTo>
                    <a:pt x="155062" y="523338"/>
                  </a:lnTo>
                  <a:lnTo>
                    <a:pt x="104322" y="545711"/>
                  </a:lnTo>
                  <a:lnTo>
                    <a:pt x="59532" y="569048"/>
                  </a:lnTo>
                  <a:lnTo>
                    <a:pt x="24255" y="592369"/>
                  </a:lnTo>
                  <a:lnTo>
                    <a:pt x="0" y="628781"/>
                  </a:lnTo>
                  <a:lnTo>
                    <a:pt x="1944" y="669398"/>
                  </a:lnTo>
                  <a:lnTo>
                    <a:pt x="25889" y="702421"/>
                  </a:lnTo>
                  <a:lnTo>
                    <a:pt x="67636" y="716051"/>
                  </a:lnTo>
                  <a:lnTo>
                    <a:pt x="659995" y="712596"/>
                  </a:lnTo>
                  <a:lnTo>
                    <a:pt x="716321" y="640711"/>
                  </a:lnTo>
                  <a:lnTo>
                    <a:pt x="736945" y="522444"/>
                  </a:lnTo>
                  <a:lnTo>
                    <a:pt x="738252" y="512202"/>
                  </a:lnTo>
                  <a:lnTo>
                    <a:pt x="739820" y="502102"/>
                  </a:lnTo>
                  <a:lnTo>
                    <a:pt x="741136" y="492109"/>
                  </a:lnTo>
                  <a:lnTo>
                    <a:pt x="744052" y="445442"/>
                  </a:lnTo>
                  <a:lnTo>
                    <a:pt x="750918" y="405837"/>
                  </a:lnTo>
                  <a:lnTo>
                    <a:pt x="761952" y="363605"/>
                  </a:lnTo>
                  <a:lnTo>
                    <a:pt x="776818" y="318979"/>
                  </a:lnTo>
                  <a:lnTo>
                    <a:pt x="795181" y="272194"/>
                  </a:lnTo>
                  <a:lnTo>
                    <a:pt x="816705" y="223483"/>
                  </a:lnTo>
                  <a:lnTo>
                    <a:pt x="841055" y="173081"/>
                  </a:lnTo>
                  <a:lnTo>
                    <a:pt x="867894" y="121221"/>
                  </a:lnTo>
                  <a:lnTo>
                    <a:pt x="844997" y="119467"/>
                  </a:lnTo>
                  <a:lnTo>
                    <a:pt x="800447" y="109397"/>
                  </a:lnTo>
                  <a:lnTo>
                    <a:pt x="744380" y="91713"/>
                  </a:lnTo>
                  <a:lnTo>
                    <a:pt x="686934" y="67117"/>
                  </a:lnTo>
                  <a:lnTo>
                    <a:pt x="638247" y="36312"/>
                  </a:lnTo>
                  <a:lnTo>
                    <a:pt x="6084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0381515" y="9320476"/>
              <a:ext cx="746125" cy="354965"/>
            </a:xfrm>
            <a:custGeom>
              <a:avLst/>
              <a:gdLst/>
              <a:ahLst/>
              <a:cxnLst/>
              <a:rect l="l" t="t" r="r" b="b"/>
              <a:pathLst>
                <a:path w="746125" h="354965">
                  <a:moveTo>
                    <a:pt x="441342" y="0"/>
                  </a:moveTo>
                  <a:lnTo>
                    <a:pt x="399552" y="40896"/>
                  </a:lnTo>
                  <a:lnTo>
                    <a:pt x="355411" y="75957"/>
                  </a:lnTo>
                  <a:lnTo>
                    <a:pt x="308936" y="104069"/>
                  </a:lnTo>
                  <a:lnTo>
                    <a:pt x="260143" y="124121"/>
                  </a:lnTo>
                  <a:lnTo>
                    <a:pt x="208190" y="141637"/>
                  </a:lnTo>
                  <a:lnTo>
                    <a:pt x="155062" y="162071"/>
                  </a:lnTo>
                  <a:lnTo>
                    <a:pt x="104322" y="184445"/>
                  </a:lnTo>
                  <a:lnTo>
                    <a:pt x="59532" y="207781"/>
                  </a:lnTo>
                  <a:lnTo>
                    <a:pt x="24255" y="231102"/>
                  </a:lnTo>
                  <a:lnTo>
                    <a:pt x="0" y="267514"/>
                  </a:lnTo>
                  <a:lnTo>
                    <a:pt x="1944" y="308131"/>
                  </a:lnTo>
                  <a:lnTo>
                    <a:pt x="25889" y="341155"/>
                  </a:lnTo>
                  <a:lnTo>
                    <a:pt x="67636" y="354785"/>
                  </a:lnTo>
                  <a:lnTo>
                    <a:pt x="659995" y="351329"/>
                  </a:lnTo>
                  <a:lnTo>
                    <a:pt x="678990" y="351514"/>
                  </a:lnTo>
                  <a:lnTo>
                    <a:pt x="717062" y="335975"/>
                  </a:lnTo>
                  <a:lnTo>
                    <a:pt x="745838" y="280576"/>
                  </a:lnTo>
                  <a:lnTo>
                    <a:pt x="736945" y="161178"/>
                  </a:lnTo>
                  <a:lnTo>
                    <a:pt x="736029" y="151285"/>
                  </a:lnTo>
                  <a:lnTo>
                    <a:pt x="737237" y="141487"/>
                  </a:lnTo>
                  <a:lnTo>
                    <a:pt x="741699" y="120917"/>
                  </a:lnTo>
                  <a:lnTo>
                    <a:pt x="709061" y="133654"/>
                  </a:lnTo>
                  <a:lnTo>
                    <a:pt x="664228" y="137859"/>
                  </a:lnTo>
                  <a:lnTo>
                    <a:pt x="613753" y="134264"/>
                  </a:lnTo>
                  <a:lnTo>
                    <a:pt x="564190" y="123598"/>
                  </a:lnTo>
                  <a:lnTo>
                    <a:pt x="522095" y="106592"/>
                  </a:lnTo>
                  <a:lnTo>
                    <a:pt x="480144" y="57761"/>
                  </a:lnTo>
                  <a:lnTo>
                    <a:pt x="466731" y="25881"/>
                  </a:lnTo>
                  <a:lnTo>
                    <a:pt x="453793" y="2054"/>
                  </a:lnTo>
                  <a:lnTo>
                    <a:pt x="441342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227547" y="6735859"/>
              <a:ext cx="2527195" cy="1554078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13115182" y="5223072"/>
              <a:ext cx="687070" cy="807720"/>
            </a:xfrm>
            <a:custGeom>
              <a:avLst/>
              <a:gdLst/>
              <a:ahLst/>
              <a:cxnLst/>
              <a:rect l="l" t="t" r="r" b="b"/>
              <a:pathLst>
                <a:path w="687069" h="807720">
                  <a:moveTo>
                    <a:pt x="226122" y="0"/>
                  </a:moveTo>
                  <a:lnTo>
                    <a:pt x="56410" y="46994"/>
                  </a:lnTo>
                  <a:lnTo>
                    <a:pt x="34354" y="173057"/>
                  </a:lnTo>
                  <a:lnTo>
                    <a:pt x="0" y="444843"/>
                  </a:lnTo>
                  <a:lnTo>
                    <a:pt x="1064" y="702749"/>
                  </a:lnTo>
                  <a:lnTo>
                    <a:pt x="85268" y="787170"/>
                  </a:lnTo>
                  <a:lnTo>
                    <a:pt x="140494" y="768777"/>
                  </a:lnTo>
                  <a:lnTo>
                    <a:pt x="182287" y="761314"/>
                  </a:lnTo>
                  <a:lnTo>
                    <a:pt x="213728" y="762302"/>
                  </a:lnTo>
                  <a:lnTo>
                    <a:pt x="237895" y="769263"/>
                  </a:lnTo>
                  <a:lnTo>
                    <a:pt x="257867" y="779720"/>
                  </a:lnTo>
                  <a:lnTo>
                    <a:pt x="276724" y="791194"/>
                  </a:lnTo>
                  <a:lnTo>
                    <a:pt x="297545" y="801207"/>
                  </a:lnTo>
                  <a:lnTo>
                    <a:pt x="323409" y="807282"/>
                  </a:lnTo>
                  <a:lnTo>
                    <a:pt x="357396" y="806939"/>
                  </a:lnTo>
                  <a:lnTo>
                    <a:pt x="393103" y="798771"/>
                  </a:lnTo>
                  <a:lnTo>
                    <a:pt x="415575" y="785233"/>
                  </a:lnTo>
                  <a:lnTo>
                    <a:pt x="429714" y="767991"/>
                  </a:lnTo>
                  <a:lnTo>
                    <a:pt x="440422" y="748709"/>
                  </a:lnTo>
                  <a:lnTo>
                    <a:pt x="452599" y="729054"/>
                  </a:lnTo>
                  <a:lnTo>
                    <a:pt x="471147" y="710691"/>
                  </a:lnTo>
                  <a:lnTo>
                    <a:pt x="500967" y="695286"/>
                  </a:lnTo>
                  <a:lnTo>
                    <a:pt x="546961" y="684503"/>
                  </a:lnTo>
                  <a:lnTo>
                    <a:pt x="632598" y="671191"/>
                  </a:lnTo>
                  <a:lnTo>
                    <a:pt x="674953" y="657249"/>
                  </a:lnTo>
                  <a:lnTo>
                    <a:pt x="686455" y="634120"/>
                  </a:lnTo>
                  <a:lnTo>
                    <a:pt x="679532" y="593249"/>
                  </a:lnTo>
                  <a:lnTo>
                    <a:pt x="670935" y="593930"/>
                  </a:lnTo>
                  <a:lnTo>
                    <a:pt x="641027" y="570124"/>
                  </a:lnTo>
                  <a:lnTo>
                    <a:pt x="583635" y="483062"/>
                  </a:lnTo>
                  <a:lnTo>
                    <a:pt x="492585" y="293970"/>
                  </a:lnTo>
                  <a:lnTo>
                    <a:pt x="403318" y="100334"/>
                  </a:lnTo>
                  <a:lnTo>
                    <a:pt x="328127" y="10062"/>
                  </a:lnTo>
                  <a:lnTo>
                    <a:pt x="226122" y="0"/>
                  </a:lnTo>
                  <a:close/>
                </a:path>
              </a:pathLst>
            </a:custGeom>
            <a:solidFill>
              <a:srgbClr val="48A2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3115182" y="5223072"/>
              <a:ext cx="687070" cy="807720"/>
            </a:xfrm>
            <a:custGeom>
              <a:avLst/>
              <a:gdLst/>
              <a:ahLst/>
              <a:cxnLst/>
              <a:rect l="l" t="t" r="r" b="b"/>
              <a:pathLst>
                <a:path w="687069" h="807720">
                  <a:moveTo>
                    <a:pt x="226122" y="0"/>
                  </a:moveTo>
                  <a:lnTo>
                    <a:pt x="56410" y="46994"/>
                  </a:lnTo>
                  <a:lnTo>
                    <a:pt x="34354" y="173057"/>
                  </a:lnTo>
                  <a:lnTo>
                    <a:pt x="0" y="444843"/>
                  </a:lnTo>
                  <a:lnTo>
                    <a:pt x="1064" y="702749"/>
                  </a:lnTo>
                  <a:lnTo>
                    <a:pt x="85268" y="787170"/>
                  </a:lnTo>
                  <a:lnTo>
                    <a:pt x="140494" y="768777"/>
                  </a:lnTo>
                  <a:lnTo>
                    <a:pt x="182287" y="761314"/>
                  </a:lnTo>
                  <a:lnTo>
                    <a:pt x="213728" y="762302"/>
                  </a:lnTo>
                  <a:lnTo>
                    <a:pt x="237895" y="769263"/>
                  </a:lnTo>
                  <a:lnTo>
                    <a:pt x="257867" y="779720"/>
                  </a:lnTo>
                  <a:lnTo>
                    <a:pt x="276724" y="791194"/>
                  </a:lnTo>
                  <a:lnTo>
                    <a:pt x="297545" y="801207"/>
                  </a:lnTo>
                  <a:lnTo>
                    <a:pt x="323409" y="807282"/>
                  </a:lnTo>
                  <a:lnTo>
                    <a:pt x="357396" y="806939"/>
                  </a:lnTo>
                  <a:lnTo>
                    <a:pt x="393103" y="798771"/>
                  </a:lnTo>
                  <a:lnTo>
                    <a:pt x="415575" y="785233"/>
                  </a:lnTo>
                  <a:lnTo>
                    <a:pt x="429714" y="767991"/>
                  </a:lnTo>
                  <a:lnTo>
                    <a:pt x="440422" y="748709"/>
                  </a:lnTo>
                  <a:lnTo>
                    <a:pt x="452599" y="729054"/>
                  </a:lnTo>
                  <a:lnTo>
                    <a:pt x="471147" y="710691"/>
                  </a:lnTo>
                  <a:lnTo>
                    <a:pt x="500967" y="695286"/>
                  </a:lnTo>
                  <a:lnTo>
                    <a:pt x="546961" y="684503"/>
                  </a:lnTo>
                  <a:lnTo>
                    <a:pt x="632598" y="671191"/>
                  </a:lnTo>
                  <a:lnTo>
                    <a:pt x="674953" y="657249"/>
                  </a:lnTo>
                  <a:lnTo>
                    <a:pt x="686455" y="634120"/>
                  </a:lnTo>
                  <a:lnTo>
                    <a:pt x="679532" y="593249"/>
                  </a:lnTo>
                  <a:lnTo>
                    <a:pt x="670935" y="593930"/>
                  </a:lnTo>
                  <a:lnTo>
                    <a:pt x="641027" y="570124"/>
                  </a:lnTo>
                  <a:lnTo>
                    <a:pt x="583635" y="483062"/>
                  </a:lnTo>
                  <a:lnTo>
                    <a:pt x="492585" y="293970"/>
                  </a:lnTo>
                  <a:lnTo>
                    <a:pt x="403318" y="100334"/>
                  </a:lnTo>
                  <a:lnTo>
                    <a:pt x="328127" y="10062"/>
                  </a:lnTo>
                  <a:lnTo>
                    <a:pt x="226122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2218713" y="5233605"/>
              <a:ext cx="1487170" cy="1834514"/>
            </a:xfrm>
            <a:custGeom>
              <a:avLst/>
              <a:gdLst/>
              <a:ahLst/>
              <a:cxnLst/>
              <a:rect l="l" t="t" r="r" b="b"/>
              <a:pathLst>
                <a:path w="1487169" h="1834515">
                  <a:moveTo>
                    <a:pt x="967965" y="0"/>
                  </a:moveTo>
                  <a:lnTo>
                    <a:pt x="912860" y="5532"/>
                  </a:lnTo>
                  <a:lnTo>
                    <a:pt x="858341" y="17874"/>
                  </a:lnTo>
                  <a:lnTo>
                    <a:pt x="805500" y="34425"/>
                  </a:lnTo>
                  <a:lnTo>
                    <a:pt x="755432" y="52583"/>
                  </a:lnTo>
                  <a:lnTo>
                    <a:pt x="715850" y="66181"/>
                  </a:lnTo>
                  <a:lnTo>
                    <a:pt x="673019" y="78932"/>
                  </a:lnTo>
                  <a:lnTo>
                    <a:pt x="627564" y="91184"/>
                  </a:lnTo>
                  <a:lnTo>
                    <a:pt x="531294" y="115590"/>
                  </a:lnTo>
                  <a:lnTo>
                    <a:pt x="481732" y="128441"/>
                  </a:lnTo>
                  <a:lnTo>
                    <a:pt x="432053" y="142188"/>
                  </a:lnTo>
                  <a:lnTo>
                    <a:pt x="382886" y="157180"/>
                  </a:lnTo>
                  <a:lnTo>
                    <a:pt x="334856" y="173767"/>
                  </a:lnTo>
                  <a:lnTo>
                    <a:pt x="288590" y="192296"/>
                  </a:lnTo>
                  <a:lnTo>
                    <a:pt x="244715" y="213117"/>
                  </a:lnTo>
                  <a:lnTo>
                    <a:pt x="203857" y="236578"/>
                  </a:lnTo>
                  <a:lnTo>
                    <a:pt x="166644" y="263028"/>
                  </a:lnTo>
                  <a:lnTo>
                    <a:pt x="133702" y="292815"/>
                  </a:lnTo>
                  <a:lnTo>
                    <a:pt x="105658" y="326289"/>
                  </a:lnTo>
                  <a:lnTo>
                    <a:pt x="83138" y="363798"/>
                  </a:lnTo>
                  <a:lnTo>
                    <a:pt x="15447" y="668291"/>
                  </a:lnTo>
                  <a:lnTo>
                    <a:pt x="0" y="863388"/>
                  </a:lnTo>
                  <a:lnTo>
                    <a:pt x="43199" y="1033327"/>
                  </a:lnTo>
                  <a:lnTo>
                    <a:pt x="151450" y="1262347"/>
                  </a:lnTo>
                  <a:lnTo>
                    <a:pt x="181530" y="1327075"/>
                  </a:lnTo>
                  <a:lnTo>
                    <a:pt x="205115" y="1386475"/>
                  </a:lnTo>
                  <a:lnTo>
                    <a:pt x="223103" y="1440705"/>
                  </a:lnTo>
                  <a:lnTo>
                    <a:pt x="236388" y="1489926"/>
                  </a:lnTo>
                  <a:lnTo>
                    <a:pt x="245867" y="1534295"/>
                  </a:lnTo>
                  <a:lnTo>
                    <a:pt x="252435" y="1573972"/>
                  </a:lnTo>
                  <a:lnTo>
                    <a:pt x="260420" y="1639885"/>
                  </a:lnTo>
                  <a:lnTo>
                    <a:pt x="263629" y="1666439"/>
                  </a:lnTo>
                  <a:lnTo>
                    <a:pt x="272958" y="1707535"/>
                  </a:lnTo>
                  <a:lnTo>
                    <a:pt x="307664" y="1741534"/>
                  </a:lnTo>
                  <a:lnTo>
                    <a:pt x="355059" y="1747625"/>
                  </a:lnTo>
                  <a:lnTo>
                    <a:pt x="388721" y="1746175"/>
                  </a:lnTo>
                  <a:lnTo>
                    <a:pt x="415552" y="1745486"/>
                  </a:lnTo>
                  <a:lnTo>
                    <a:pt x="482120" y="1750361"/>
                  </a:lnTo>
                  <a:lnTo>
                    <a:pt x="521035" y="1755346"/>
                  </a:lnTo>
                  <a:lnTo>
                    <a:pt x="563154" y="1761641"/>
                  </a:lnTo>
                  <a:lnTo>
                    <a:pt x="608068" y="1768958"/>
                  </a:lnTo>
                  <a:lnTo>
                    <a:pt x="755463" y="1794134"/>
                  </a:lnTo>
                  <a:lnTo>
                    <a:pt x="807443" y="1802634"/>
                  </a:lnTo>
                  <a:lnTo>
                    <a:pt x="860161" y="1810706"/>
                  </a:lnTo>
                  <a:lnTo>
                    <a:pt x="913207" y="1818058"/>
                  </a:lnTo>
                  <a:lnTo>
                    <a:pt x="966169" y="1824402"/>
                  </a:lnTo>
                  <a:lnTo>
                    <a:pt x="1018637" y="1829446"/>
                  </a:lnTo>
                  <a:lnTo>
                    <a:pt x="1070199" y="1832901"/>
                  </a:lnTo>
                  <a:lnTo>
                    <a:pt x="1120444" y="1834477"/>
                  </a:lnTo>
                  <a:lnTo>
                    <a:pt x="1168961" y="1833884"/>
                  </a:lnTo>
                  <a:lnTo>
                    <a:pt x="1215339" y="1830831"/>
                  </a:lnTo>
                  <a:lnTo>
                    <a:pt x="1259168" y="1825030"/>
                  </a:lnTo>
                  <a:lnTo>
                    <a:pt x="1300034" y="1816189"/>
                  </a:lnTo>
                  <a:lnTo>
                    <a:pt x="1337529" y="1804019"/>
                  </a:lnTo>
                  <a:lnTo>
                    <a:pt x="1400757" y="1768530"/>
                  </a:lnTo>
                  <a:lnTo>
                    <a:pt x="1445562" y="1716244"/>
                  </a:lnTo>
                  <a:lnTo>
                    <a:pt x="1470653" y="1647139"/>
                  </a:lnTo>
                  <a:lnTo>
                    <a:pt x="1483724" y="1581067"/>
                  </a:lnTo>
                  <a:lnTo>
                    <a:pt x="1487095" y="1520403"/>
                  </a:lnTo>
                  <a:lnTo>
                    <a:pt x="1485594" y="1491224"/>
                  </a:lnTo>
                  <a:lnTo>
                    <a:pt x="1477126" y="1433425"/>
                  </a:lnTo>
                  <a:lnTo>
                    <a:pt x="1462573" y="1374037"/>
                  </a:lnTo>
                  <a:lnTo>
                    <a:pt x="1443382" y="1310263"/>
                  </a:lnTo>
                  <a:lnTo>
                    <a:pt x="1421000" y="1239305"/>
                  </a:lnTo>
                  <a:lnTo>
                    <a:pt x="1409064" y="1200256"/>
                  </a:lnTo>
                  <a:lnTo>
                    <a:pt x="1396872" y="1158363"/>
                  </a:lnTo>
                  <a:lnTo>
                    <a:pt x="1384606" y="1113273"/>
                  </a:lnTo>
                  <a:lnTo>
                    <a:pt x="1372447" y="1064639"/>
                  </a:lnTo>
                  <a:lnTo>
                    <a:pt x="1360574" y="1012110"/>
                  </a:lnTo>
                  <a:lnTo>
                    <a:pt x="1349169" y="955335"/>
                  </a:lnTo>
                  <a:lnTo>
                    <a:pt x="1338412" y="893967"/>
                  </a:lnTo>
                  <a:lnTo>
                    <a:pt x="1328485" y="827654"/>
                  </a:lnTo>
                  <a:lnTo>
                    <a:pt x="1319568" y="756046"/>
                  </a:lnTo>
                  <a:lnTo>
                    <a:pt x="1311843" y="678795"/>
                  </a:lnTo>
                  <a:lnTo>
                    <a:pt x="1305489" y="595550"/>
                  </a:lnTo>
                  <a:lnTo>
                    <a:pt x="1298677" y="513078"/>
                  </a:lnTo>
                  <a:lnTo>
                    <a:pt x="1289552" y="438162"/>
                  </a:lnTo>
                  <a:lnTo>
                    <a:pt x="1278250" y="370477"/>
                  </a:lnTo>
                  <a:lnTo>
                    <a:pt x="1264907" y="309697"/>
                  </a:lnTo>
                  <a:lnTo>
                    <a:pt x="1249661" y="255497"/>
                  </a:lnTo>
                  <a:lnTo>
                    <a:pt x="1232647" y="207553"/>
                  </a:lnTo>
                  <a:lnTo>
                    <a:pt x="1214004" y="165538"/>
                  </a:lnTo>
                  <a:lnTo>
                    <a:pt x="1193866" y="129129"/>
                  </a:lnTo>
                  <a:lnTo>
                    <a:pt x="1149657" y="71823"/>
                  </a:lnTo>
                  <a:lnTo>
                    <a:pt x="1101114" y="33034"/>
                  </a:lnTo>
                  <a:lnTo>
                    <a:pt x="1049328" y="10160"/>
                  </a:lnTo>
                  <a:lnTo>
                    <a:pt x="995395" y="600"/>
                  </a:lnTo>
                  <a:lnTo>
                    <a:pt x="967965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0994256" y="5440161"/>
              <a:ext cx="1403350" cy="945515"/>
            </a:xfrm>
            <a:custGeom>
              <a:avLst/>
              <a:gdLst/>
              <a:ahLst/>
              <a:cxnLst/>
              <a:rect l="l" t="t" r="r" b="b"/>
              <a:pathLst>
                <a:path w="1403350" h="945514">
                  <a:moveTo>
                    <a:pt x="1130186" y="0"/>
                  </a:moveTo>
                  <a:lnTo>
                    <a:pt x="1066682" y="3601"/>
                  </a:lnTo>
                  <a:lnTo>
                    <a:pt x="995742" y="18628"/>
                  </a:lnTo>
                  <a:lnTo>
                    <a:pt x="956640" y="31192"/>
                  </a:lnTo>
                  <a:lnTo>
                    <a:pt x="914667" y="47533"/>
                  </a:lnTo>
                  <a:lnTo>
                    <a:pt x="869485" y="67956"/>
                  </a:lnTo>
                  <a:lnTo>
                    <a:pt x="820756" y="92769"/>
                  </a:lnTo>
                  <a:lnTo>
                    <a:pt x="768144" y="122278"/>
                  </a:lnTo>
                  <a:lnTo>
                    <a:pt x="711310" y="156790"/>
                  </a:lnTo>
                  <a:lnTo>
                    <a:pt x="649918" y="196611"/>
                  </a:lnTo>
                  <a:lnTo>
                    <a:pt x="583629" y="242049"/>
                  </a:lnTo>
                  <a:lnTo>
                    <a:pt x="512106" y="293409"/>
                  </a:lnTo>
                  <a:lnTo>
                    <a:pt x="435012" y="350998"/>
                  </a:lnTo>
                  <a:lnTo>
                    <a:pt x="366212" y="404252"/>
                  </a:lnTo>
                  <a:lnTo>
                    <a:pt x="303717" y="454605"/>
                  </a:lnTo>
                  <a:lnTo>
                    <a:pt x="247416" y="502124"/>
                  </a:lnTo>
                  <a:lnTo>
                    <a:pt x="197194" y="546873"/>
                  </a:lnTo>
                  <a:lnTo>
                    <a:pt x="152937" y="588919"/>
                  </a:lnTo>
                  <a:lnTo>
                    <a:pt x="114531" y="628326"/>
                  </a:lnTo>
                  <a:lnTo>
                    <a:pt x="81864" y="665161"/>
                  </a:lnTo>
                  <a:lnTo>
                    <a:pt x="54822" y="699489"/>
                  </a:lnTo>
                  <a:lnTo>
                    <a:pt x="33290" y="731374"/>
                  </a:lnTo>
                  <a:lnTo>
                    <a:pt x="6305" y="788082"/>
                  </a:lnTo>
                  <a:lnTo>
                    <a:pt x="0" y="835808"/>
                  </a:lnTo>
                  <a:lnTo>
                    <a:pt x="4318" y="856466"/>
                  </a:lnTo>
                  <a:lnTo>
                    <a:pt x="27328" y="891702"/>
                  </a:lnTo>
                  <a:lnTo>
                    <a:pt x="68745" y="919266"/>
                  </a:lnTo>
                  <a:lnTo>
                    <a:pt x="127660" y="939682"/>
                  </a:lnTo>
                  <a:lnTo>
                    <a:pt x="186232" y="945058"/>
                  </a:lnTo>
                  <a:lnTo>
                    <a:pt x="221479" y="942633"/>
                  </a:lnTo>
                  <a:lnTo>
                    <a:pt x="260220" y="937070"/>
                  </a:lnTo>
                  <a:lnTo>
                    <a:pt x="302096" y="928573"/>
                  </a:lnTo>
                  <a:lnTo>
                    <a:pt x="346746" y="917344"/>
                  </a:lnTo>
                  <a:lnTo>
                    <a:pt x="393811" y="903586"/>
                  </a:lnTo>
                  <a:lnTo>
                    <a:pt x="442931" y="887503"/>
                  </a:lnTo>
                  <a:lnTo>
                    <a:pt x="493746" y="869299"/>
                  </a:lnTo>
                  <a:lnTo>
                    <a:pt x="545896" y="849175"/>
                  </a:lnTo>
                  <a:lnTo>
                    <a:pt x="599021" y="827335"/>
                  </a:lnTo>
                  <a:lnTo>
                    <a:pt x="652762" y="803983"/>
                  </a:lnTo>
                  <a:lnTo>
                    <a:pt x="706758" y="779321"/>
                  </a:lnTo>
                  <a:lnTo>
                    <a:pt x="760650" y="753553"/>
                  </a:lnTo>
                  <a:lnTo>
                    <a:pt x="814079" y="726881"/>
                  </a:lnTo>
                  <a:lnTo>
                    <a:pt x="866683" y="699510"/>
                  </a:lnTo>
                  <a:lnTo>
                    <a:pt x="918104" y="671641"/>
                  </a:lnTo>
                  <a:lnTo>
                    <a:pt x="967981" y="643479"/>
                  </a:lnTo>
                  <a:lnTo>
                    <a:pt x="1015955" y="615226"/>
                  </a:lnTo>
                  <a:lnTo>
                    <a:pt x="1061666" y="587085"/>
                  </a:lnTo>
                  <a:lnTo>
                    <a:pt x="1104753" y="559260"/>
                  </a:lnTo>
                  <a:lnTo>
                    <a:pt x="1144858" y="531954"/>
                  </a:lnTo>
                  <a:lnTo>
                    <a:pt x="1181620" y="505370"/>
                  </a:lnTo>
                  <a:lnTo>
                    <a:pt x="1214679" y="479711"/>
                  </a:lnTo>
                  <a:lnTo>
                    <a:pt x="1268251" y="431981"/>
                  </a:lnTo>
                  <a:lnTo>
                    <a:pt x="1323845" y="364205"/>
                  </a:lnTo>
                  <a:lnTo>
                    <a:pt x="1353304" y="319754"/>
                  </a:lnTo>
                  <a:lnTo>
                    <a:pt x="1376179" y="277193"/>
                  </a:lnTo>
                  <a:lnTo>
                    <a:pt x="1392226" y="236752"/>
                  </a:lnTo>
                  <a:lnTo>
                    <a:pt x="1401203" y="198662"/>
                  </a:lnTo>
                  <a:lnTo>
                    <a:pt x="1402867" y="163154"/>
                  </a:lnTo>
                  <a:lnTo>
                    <a:pt x="1396976" y="130459"/>
                  </a:lnTo>
                  <a:lnTo>
                    <a:pt x="1361555" y="74432"/>
                  </a:lnTo>
                  <a:lnTo>
                    <a:pt x="1292999" y="32427"/>
                  </a:lnTo>
                  <a:lnTo>
                    <a:pt x="1245689" y="17259"/>
                  </a:lnTo>
                  <a:lnTo>
                    <a:pt x="1188955" y="5370"/>
                  </a:lnTo>
                  <a:lnTo>
                    <a:pt x="1130186" y="0"/>
                  </a:lnTo>
                  <a:close/>
                </a:path>
              </a:pathLst>
            </a:custGeom>
            <a:solidFill>
              <a:srgbClr val="F4D4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1571756" y="5233254"/>
              <a:ext cx="979805" cy="909955"/>
            </a:xfrm>
            <a:custGeom>
              <a:avLst/>
              <a:gdLst/>
              <a:ahLst/>
              <a:cxnLst/>
              <a:rect l="l" t="t" r="r" b="b"/>
              <a:pathLst>
                <a:path w="979804" h="909954">
                  <a:moveTo>
                    <a:pt x="765262" y="0"/>
                  </a:moveTo>
                  <a:lnTo>
                    <a:pt x="722827" y="1574"/>
                  </a:lnTo>
                  <a:lnTo>
                    <a:pt x="676820" y="8773"/>
                  </a:lnTo>
                  <a:lnTo>
                    <a:pt x="627300" y="22101"/>
                  </a:lnTo>
                  <a:lnTo>
                    <a:pt x="574331" y="42063"/>
                  </a:lnTo>
                  <a:lnTo>
                    <a:pt x="517972" y="69165"/>
                  </a:lnTo>
                  <a:lnTo>
                    <a:pt x="458286" y="103911"/>
                  </a:lnTo>
                  <a:lnTo>
                    <a:pt x="395334" y="146807"/>
                  </a:lnTo>
                  <a:lnTo>
                    <a:pt x="193441" y="282501"/>
                  </a:lnTo>
                  <a:lnTo>
                    <a:pt x="85011" y="335908"/>
                  </a:lnTo>
                  <a:lnTo>
                    <a:pt x="41147" y="342177"/>
                  </a:lnTo>
                  <a:lnTo>
                    <a:pt x="32947" y="336456"/>
                  </a:lnTo>
                  <a:lnTo>
                    <a:pt x="2059" y="373257"/>
                  </a:lnTo>
                  <a:lnTo>
                    <a:pt x="0" y="403124"/>
                  </a:lnTo>
                  <a:lnTo>
                    <a:pt x="34180" y="441896"/>
                  </a:lnTo>
                  <a:lnTo>
                    <a:pt x="112013" y="505414"/>
                  </a:lnTo>
                  <a:lnTo>
                    <a:pt x="148311" y="539233"/>
                  </a:lnTo>
                  <a:lnTo>
                    <a:pt x="169175" y="569104"/>
                  </a:lnTo>
                  <a:lnTo>
                    <a:pt x="178732" y="595877"/>
                  </a:lnTo>
                  <a:lnTo>
                    <a:pt x="181110" y="620400"/>
                  </a:lnTo>
                  <a:lnTo>
                    <a:pt x="180435" y="643522"/>
                  </a:lnTo>
                  <a:lnTo>
                    <a:pt x="180836" y="666091"/>
                  </a:lnTo>
                  <a:lnTo>
                    <a:pt x="201376" y="712970"/>
                  </a:lnTo>
                  <a:lnTo>
                    <a:pt x="229769" y="738977"/>
                  </a:lnTo>
                  <a:lnTo>
                    <a:pt x="287369" y="767213"/>
                  </a:lnTo>
                  <a:lnTo>
                    <a:pt x="311860" y="770349"/>
                  </a:lnTo>
                  <a:lnTo>
                    <a:pt x="358151" y="770271"/>
                  </a:lnTo>
                  <a:lnTo>
                    <a:pt x="382320" y="773302"/>
                  </a:lnTo>
                  <a:lnTo>
                    <a:pt x="408753" y="782543"/>
                  </a:lnTo>
                  <a:lnTo>
                    <a:pt x="438633" y="801117"/>
                  </a:lnTo>
                  <a:lnTo>
                    <a:pt x="473146" y="832146"/>
                  </a:lnTo>
                  <a:lnTo>
                    <a:pt x="513477" y="878753"/>
                  </a:lnTo>
                  <a:lnTo>
                    <a:pt x="532735" y="897355"/>
                  </a:lnTo>
                  <a:lnTo>
                    <a:pt x="553960" y="907360"/>
                  </a:lnTo>
                  <a:lnTo>
                    <a:pt x="576886" y="909362"/>
                  </a:lnTo>
                  <a:lnTo>
                    <a:pt x="601243" y="903955"/>
                  </a:lnTo>
                  <a:lnTo>
                    <a:pt x="653182" y="873295"/>
                  </a:lnTo>
                  <a:lnTo>
                    <a:pt x="707632" y="820136"/>
                  </a:lnTo>
                  <a:lnTo>
                    <a:pt x="735128" y="786605"/>
                  </a:lnTo>
                  <a:lnTo>
                    <a:pt x="762447" y="749233"/>
                  </a:lnTo>
                  <a:lnTo>
                    <a:pt x="789323" y="708614"/>
                  </a:lnTo>
                  <a:lnTo>
                    <a:pt x="815485" y="665342"/>
                  </a:lnTo>
                  <a:lnTo>
                    <a:pt x="840667" y="620013"/>
                  </a:lnTo>
                  <a:lnTo>
                    <a:pt x="864600" y="573220"/>
                  </a:lnTo>
                  <a:lnTo>
                    <a:pt x="887016" y="525558"/>
                  </a:lnTo>
                  <a:lnTo>
                    <a:pt x="907647" y="477622"/>
                  </a:lnTo>
                  <a:lnTo>
                    <a:pt x="926225" y="430006"/>
                  </a:lnTo>
                  <a:lnTo>
                    <a:pt x="942482" y="383304"/>
                  </a:lnTo>
                  <a:lnTo>
                    <a:pt x="956150" y="338112"/>
                  </a:lnTo>
                  <a:lnTo>
                    <a:pt x="966961" y="295023"/>
                  </a:lnTo>
                  <a:lnTo>
                    <a:pt x="974646" y="254632"/>
                  </a:lnTo>
                  <a:lnTo>
                    <a:pt x="979569" y="184322"/>
                  </a:lnTo>
                  <a:lnTo>
                    <a:pt x="976270" y="155592"/>
                  </a:lnTo>
                  <a:lnTo>
                    <a:pt x="957110" y="104035"/>
                  </a:lnTo>
                  <a:lnTo>
                    <a:pt x="921695" y="58815"/>
                  </a:lnTo>
                  <a:lnTo>
                    <a:pt x="870515" y="23971"/>
                  </a:lnTo>
                  <a:lnTo>
                    <a:pt x="804063" y="3544"/>
                  </a:lnTo>
                  <a:lnTo>
                    <a:pt x="765262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2115823" y="4433006"/>
              <a:ext cx="707390" cy="847090"/>
            </a:xfrm>
            <a:custGeom>
              <a:avLst/>
              <a:gdLst/>
              <a:ahLst/>
              <a:cxnLst/>
              <a:rect l="l" t="t" r="r" b="b"/>
              <a:pathLst>
                <a:path w="707390" h="847089">
                  <a:moveTo>
                    <a:pt x="314888" y="0"/>
                  </a:moveTo>
                  <a:lnTo>
                    <a:pt x="272417" y="884"/>
                  </a:lnTo>
                  <a:lnTo>
                    <a:pt x="230909" y="4766"/>
                  </a:lnTo>
                  <a:lnTo>
                    <a:pt x="190967" y="11669"/>
                  </a:lnTo>
                  <a:lnTo>
                    <a:pt x="153192" y="21617"/>
                  </a:lnTo>
                  <a:lnTo>
                    <a:pt x="86550" y="50740"/>
                  </a:lnTo>
                  <a:lnTo>
                    <a:pt x="35799" y="92320"/>
                  </a:lnTo>
                  <a:lnTo>
                    <a:pt x="5753" y="146544"/>
                  </a:lnTo>
                  <a:lnTo>
                    <a:pt x="0" y="178457"/>
                  </a:lnTo>
                  <a:lnTo>
                    <a:pt x="1227" y="213600"/>
                  </a:lnTo>
                  <a:lnTo>
                    <a:pt x="8473" y="253262"/>
                  </a:lnTo>
                  <a:lnTo>
                    <a:pt x="20749" y="298388"/>
                  </a:lnTo>
                  <a:lnTo>
                    <a:pt x="38544" y="347857"/>
                  </a:lnTo>
                  <a:lnTo>
                    <a:pt x="62346" y="400547"/>
                  </a:lnTo>
                  <a:lnTo>
                    <a:pt x="72764" y="432338"/>
                  </a:lnTo>
                  <a:lnTo>
                    <a:pt x="72597" y="459535"/>
                  </a:lnTo>
                  <a:lnTo>
                    <a:pt x="68635" y="487730"/>
                  </a:lnTo>
                  <a:lnTo>
                    <a:pt x="67669" y="522517"/>
                  </a:lnTo>
                  <a:lnTo>
                    <a:pt x="76489" y="569488"/>
                  </a:lnTo>
                  <a:lnTo>
                    <a:pt x="101884" y="634236"/>
                  </a:lnTo>
                  <a:lnTo>
                    <a:pt x="137695" y="699542"/>
                  </a:lnTo>
                  <a:lnTo>
                    <a:pt x="159145" y="731203"/>
                  </a:lnTo>
                  <a:lnTo>
                    <a:pt x="208469" y="787745"/>
                  </a:lnTo>
                  <a:lnTo>
                    <a:pt x="265465" y="828849"/>
                  </a:lnTo>
                  <a:lnTo>
                    <a:pt x="329065" y="846843"/>
                  </a:lnTo>
                  <a:lnTo>
                    <a:pt x="363007" y="844774"/>
                  </a:lnTo>
                  <a:lnTo>
                    <a:pt x="434506" y="813710"/>
                  </a:lnTo>
                  <a:lnTo>
                    <a:pt x="471796" y="782796"/>
                  </a:lnTo>
                  <a:lnTo>
                    <a:pt x="509934" y="740348"/>
                  </a:lnTo>
                  <a:lnTo>
                    <a:pt x="549333" y="690411"/>
                  </a:lnTo>
                  <a:lnTo>
                    <a:pt x="584514" y="644593"/>
                  </a:lnTo>
                  <a:lnTo>
                    <a:pt x="615408" y="602087"/>
                  </a:lnTo>
                  <a:lnTo>
                    <a:pt x="641949" y="562084"/>
                  </a:lnTo>
                  <a:lnTo>
                    <a:pt x="664066" y="523777"/>
                  </a:lnTo>
                  <a:lnTo>
                    <a:pt x="681690" y="486359"/>
                  </a:lnTo>
                  <a:lnTo>
                    <a:pt x="694755" y="449022"/>
                  </a:lnTo>
                  <a:lnTo>
                    <a:pt x="703189" y="410957"/>
                  </a:lnTo>
                  <a:lnTo>
                    <a:pt x="706926" y="371359"/>
                  </a:lnTo>
                  <a:lnTo>
                    <a:pt x="705897" y="329418"/>
                  </a:lnTo>
                  <a:lnTo>
                    <a:pt x="700032" y="284327"/>
                  </a:lnTo>
                  <a:lnTo>
                    <a:pt x="689263" y="235278"/>
                  </a:lnTo>
                  <a:lnTo>
                    <a:pt x="673521" y="181465"/>
                  </a:lnTo>
                  <a:lnTo>
                    <a:pt x="641172" y="123099"/>
                  </a:lnTo>
                  <a:lnTo>
                    <a:pt x="588603" y="75792"/>
                  </a:lnTo>
                  <a:lnTo>
                    <a:pt x="520628" y="39730"/>
                  </a:lnTo>
                  <a:lnTo>
                    <a:pt x="482368" y="25975"/>
                  </a:lnTo>
                  <a:lnTo>
                    <a:pt x="442062" y="15101"/>
                  </a:lnTo>
                  <a:lnTo>
                    <a:pt x="400312" y="7131"/>
                  </a:lnTo>
                  <a:lnTo>
                    <a:pt x="357720" y="2090"/>
                  </a:lnTo>
                  <a:lnTo>
                    <a:pt x="314888" y="0"/>
                  </a:lnTo>
                  <a:close/>
                </a:path>
              </a:pathLst>
            </a:custGeom>
            <a:solidFill>
              <a:srgbClr val="F4D4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2042910" y="4144242"/>
              <a:ext cx="1336675" cy="1771014"/>
            </a:xfrm>
            <a:custGeom>
              <a:avLst/>
              <a:gdLst/>
              <a:ahLst/>
              <a:cxnLst/>
              <a:rect l="l" t="t" r="r" b="b"/>
              <a:pathLst>
                <a:path w="1336675" h="1771014">
                  <a:moveTo>
                    <a:pt x="80516" y="194023"/>
                  </a:moveTo>
                  <a:lnTo>
                    <a:pt x="46265" y="197898"/>
                  </a:lnTo>
                  <a:lnTo>
                    <a:pt x="24659" y="229075"/>
                  </a:lnTo>
                  <a:lnTo>
                    <a:pt x="2809" y="295641"/>
                  </a:lnTo>
                  <a:lnTo>
                    <a:pt x="0" y="323831"/>
                  </a:lnTo>
                  <a:lnTo>
                    <a:pt x="8004" y="350751"/>
                  </a:lnTo>
                  <a:lnTo>
                    <a:pt x="49828" y="402738"/>
                  </a:lnTo>
                  <a:lnTo>
                    <a:pt x="80333" y="428779"/>
                  </a:lnTo>
                  <a:lnTo>
                    <a:pt x="115023" y="455502"/>
                  </a:lnTo>
                  <a:lnTo>
                    <a:pt x="152242" y="483394"/>
                  </a:lnTo>
                  <a:lnTo>
                    <a:pt x="190331" y="512943"/>
                  </a:lnTo>
                  <a:lnTo>
                    <a:pt x="227635" y="544637"/>
                  </a:lnTo>
                  <a:lnTo>
                    <a:pt x="262494" y="578963"/>
                  </a:lnTo>
                  <a:lnTo>
                    <a:pt x="293254" y="616409"/>
                  </a:lnTo>
                  <a:lnTo>
                    <a:pt x="318255" y="657463"/>
                  </a:lnTo>
                  <a:lnTo>
                    <a:pt x="336899" y="721947"/>
                  </a:lnTo>
                  <a:lnTo>
                    <a:pt x="335711" y="751846"/>
                  </a:lnTo>
                  <a:lnTo>
                    <a:pt x="316964" y="810000"/>
                  </a:lnTo>
                  <a:lnTo>
                    <a:pt x="282590" y="870011"/>
                  </a:lnTo>
                  <a:lnTo>
                    <a:pt x="261867" y="902232"/>
                  </a:lnTo>
                  <a:lnTo>
                    <a:pt x="240027" y="936742"/>
                  </a:lnTo>
                  <a:lnTo>
                    <a:pt x="217999" y="974147"/>
                  </a:lnTo>
                  <a:lnTo>
                    <a:pt x="196713" y="1015056"/>
                  </a:lnTo>
                  <a:lnTo>
                    <a:pt x="177100" y="1060077"/>
                  </a:lnTo>
                  <a:lnTo>
                    <a:pt x="160088" y="1109817"/>
                  </a:lnTo>
                  <a:lnTo>
                    <a:pt x="146609" y="1164884"/>
                  </a:lnTo>
                  <a:lnTo>
                    <a:pt x="137590" y="1225885"/>
                  </a:lnTo>
                  <a:lnTo>
                    <a:pt x="135712" y="1279867"/>
                  </a:lnTo>
                  <a:lnTo>
                    <a:pt x="140859" y="1328857"/>
                  </a:lnTo>
                  <a:lnTo>
                    <a:pt x="152080" y="1373293"/>
                  </a:lnTo>
                  <a:lnTo>
                    <a:pt x="168422" y="1413612"/>
                  </a:lnTo>
                  <a:lnTo>
                    <a:pt x="188932" y="1450253"/>
                  </a:lnTo>
                  <a:lnTo>
                    <a:pt x="212658" y="1483654"/>
                  </a:lnTo>
                  <a:lnTo>
                    <a:pt x="238646" y="1514253"/>
                  </a:lnTo>
                  <a:lnTo>
                    <a:pt x="265943" y="1542487"/>
                  </a:lnTo>
                  <a:lnTo>
                    <a:pt x="293597" y="1568795"/>
                  </a:lnTo>
                  <a:lnTo>
                    <a:pt x="320656" y="1593614"/>
                  </a:lnTo>
                  <a:lnTo>
                    <a:pt x="346165" y="1617383"/>
                  </a:lnTo>
                  <a:lnTo>
                    <a:pt x="388727" y="1663522"/>
                  </a:lnTo>
                  <a:lnTo>
                    <a:pt x="413659" y="1710715"/>
                  </a:lnTo>
                  <a:lnTo>
                    <a:pt x="417133" y="1735802"/>
                  </a:lnTo>
                  <a:lnTo>
                    <a:pt x="413341" y="1762466"/>
                  </a:lnTo>
                  <a:lnTo>
                    <a:pt x="608029" y="1770891"/>
                  </a:lnTo>
                  <a:lnTo>
                    <a:pt x="719756" y="1748983"/>
                  </a:lnTo>
                  <a:lnTo>
                    <a:pt x="747991" y="1719326"/>
                  </a:lnTo>
                  <a:lnTo>
                    <a:pt x="736211" y="1719326"/>
                  </a:lnTo>
                  <a:lnTo>
                    <a:pt x="781527" y="1684099"/>
                  </a:lnTo>
                  <a:lnTo>
                    <a:pt x="790670" y="1674496"/>
                  </a:lnTo>
                  <a:lnTo>
                    <a:pt x="862919" y="1525185"/>
                  </a:lnTo>
                  <a:lnTo>
                    <a:pt x="1240987" y="1525185"/>
                  </a:lnTo>
                  <a:lnTo>
                    <a:pt x="1291660" y="1384970"/>
                  </a:lnTo>
                  <a:lnTo>
                    <a:pt x="1308980" y="1327128"/>
                  </a:lnTo>
                  <a:lnTo>
                    <a:pt x="1322107" y="1273984"/>
                  </a:lnTo>
                  <a:lnTo>
                    <a:pt x="1331017" y="1224915"/>
                  </a:lnTo>
                  <a:lnTo>
                    <a:pt x="1335685" y="1179297"/>
                  </a:lnTo>
                  <a:lnTo>
                    <a:pt x="1336088" y="1136507"/>
                  </a:lnTo>
                  <a:lnTo>
                    <a:pt x="1332201" y="1095922"/>
                  </a:lnTo>
                  <a:lnTo>
                    <a:pt x="1324000" y="1056919"/>
                  </a:lnTo>
                  <a:lnTo>
                    <a:pt x="1311461" y="1018875"/>
                  </a:lnTo>
                  <a:lnTo>
                    <a:pt x="1294560" y="981167"/>
                  </a:lnTo>
                  <a:lnTo>
                    <a:pt x="1273273" y="943170"/>
                  </a:lnTo>
                  <a:lnTo>
                    <a:pt x="1247576" y="904263"/>
                  </a:lnTo>
                  <a:lnTo>
                    <a:pt x="1217444" y="863822"/>
                  </a:lnTo>
                  <a:lnTo>
                    <a:pt x="1182853" y="821224"/>
                  </a:lnTo>
                  <a:lnTo>
                    <a:pt x="1143780" y="775845"/>
                  </a:lnTo>
                  <a:lnTo>
                    <a:pt x="1100200" y="727063"/>
                  </a:lnTo>
                  <a:lnTo>
                    <a:pt x="1063812" y="683739"/>
                  </a:lnTo>
                  <a:lnTo>
                    <a:pt x="1034876" y="643016"/>
                  </a:lnTo>
                  <a:lnTo>
                    <a:pt x="1012392" y="604585"/>
                  </a:lnTo>
                  <a:lnTo>
                    <a:pt x="995359" y="568136"/>
                  </a:lnTo>
                  <a:lnTo>
                    <a:pt x="973640" y="499948"/>
                  </a:lnTo>
                  <a:lnTo>
                    <a:pt x="961708" y="435975"/>
                  </a:lnTo>
                  <a:lnTo>
                    <a:pt x="956909" y="404795"/>
                  </a:lnTo>
                  <a:lnTo>
                    <a:pt x="951554" y="373740"/>
                  </a:lnTo>
                  <a:lnTo>
                    <a:pt x="935170" y="310769"/>
                  </a:lnTo>
                  <a:lnTo>
                    <a:pt x="904545" y="244584"/>
                  </a:lnTo>
                  <a:lnTo>
                    <a:pt x="881390" y="209513"/>
                  </a:lnTo>
                  <a:lnTo>
                    <a:pt x="881267" y="209361"/>
                  </a:lnTo>
                  <a:lnTo>
                    <a:pt x="140302" y="209361"/>
                  </a:lnTo>
                  <a:lnTo>
                    <a:pt x="80516" y="194023"/>
                  </a:lnTo>
                  <a:close/>
                </a:path>
                <a:path w="1336675" h="1771014">
                  <a:moveTo>
                    <a:pt x="781527" y="1684099"/>
                  </a:moveTo>
                  <a:lnTo>
                    <a:pt x="736211" y="1719326"/>
                  </a:lnTo>
                  <a:lnTo>
                    <a:pt x="749067" y="1718196"/>
                  </a:lnTo>
                  <a:lnTo>
                    <a:pt x="781527" y="1684099"/>
                  </a:lnTo>
                  <a:close/>
                </a:path>
                <a:path w="1336675" h="1771014">
                  <a:moveTo>
                    <a:pt x="749067" y="1718196"/>
                  </a:moveTo>
                  <a:lnTo>
                    <a:pt x="736211" y="1719326"/>
                  </a:lnTo>
                  <a:lnTo>
                    <a:pt x="747991" y="1719326"/>
                  </a:lnTo>
                  <a:lnTo>
                    <a:pt x="749067" y="1718196"/>
                  </a:lnTo>
                  <a:close/>
                </a:path>
                <a:path w="1336675" h="1771014">
                  <a:moveTo>
                    <a:pt x="1240987" y="1525185"/>
                  </a:moveTo>
                  <a:lnTo>
                    <a:pt x="862919" y="1525185"/>
                  </a:lnTo>
                  <a:lnTo>
                    <a:pt x="844271" y="1596470"/>
                  </a:lnTo>
                  <a:lnTo>
                    <a:pt x="824856" y="1640455"/>
                  </a:lnTo>
                  <a:lnTo>
                    <a:pt x="792796" y="1675340"/>
                  </a:lnTo>
                  <a:lnTo>
                    <a:pt x="781527" y="1684099"/>
                  </a:lnTo>
                  <a:lnTo>
                    <a:pt x="749067" y="1718196"/>
                  </a:lnTo>
                  <a:lnTo>
                    <a:pt x="1002731" y="1695896"/>
                  </a:lnTo>
                  <a:lnTo>
                    <a:pt x="1149430" y="1653257"/>
                  </a:lnTo>
                  <a:lnTo>
                    <a:pt x="1228382" y="1560064"/>
                  </a:lnTo>
                  <a:lnTo>
                    <a:pt x="1240987" y="1525185"/>
                  </a:lnTo>
                  <a:close/>
                </a:path>
                <a:path w="1336675" h="1771014">
                  <a:moveTo>
                    <a:pt x="511058" y="0"/>
                  </a:moveTo>
                  <a:lnTo>
                    <a:pt x="466937" y="239"/>
                  </a:lnTo>
                  <a:lnTo>
                    <a:pt x="423758" y="4777"/>
                  </a:lnTo>
                  <a:lnTo>
                    <a:pt x="381903" y="13435"/>
                  </a:lnTo>
                  <a:lnTo>
                    <a:pt x="341751" y="26033"/>
                  </a:lnTo>
                  <a:lnTo>
                    <a:pt x="303682" y="42389"/>
                  </a:lnTo>
                  <a:lnTo>
                    <a:pt x="268076" y="62323"/>
                  </a:lnTo>
                  <a:lnTo>
                    <a:pt x="235314" y="85656"/>
                  </a:lnTo>
                  <a:lnTo>
                    <a:pt x="205776" y="112206"/>
                  </a:lnTo>
                  <a:lnTo>
                    <a:pt x="179841" y="141794"/>
                  </a:lnTo>
                  <a:lnTo>
                    <a:pt x="157890" y="174239"/>
                  </a:lnTo>
                  <a:lnTo>
                    <a:pt x="140302" y="209361"/>
                  </a:lnTo>
                  <a:lnTo>
                    <a:pt x="881267" y="209361"/>
                  </a:lnTo>
                  <a:lnTo>
                    <a:pt x="851671" y="172710"/>
                  </a:lnTo>
                  <a:lnTo>
                    <a:pt x="814387" y="133866"/>
                  </a:lnTo>
                  <a:lnTo>
                    <a:pt x="774306" y="98958"/>
                  </a:lnTo>
                  <a:lnTo>
                    <a:pt x="732508" y="69612"/>
                  </a:lnTo>
                  <a:lnTo>
                    <a:pt x="689373" y="45647"/>
                  </a:lnTo>
                  <a:lnTo>
                    <a:pt x="645280" y="26884"/>
                  </a:lnTo>
                  <a:lnTo>
                    <a:pt x="600610" y="13142"/>
                  </a:lnTo>
                  <a:lnTo>
                    <a:pt x="555743" y="4241"/>
                  </a:lnTo>
                  <a:lnTo>
                    <a:pt x="5110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2537306" y="7653359"/>
              <a:ext cx="400050" cy="2019300"/>
            </a:xfrm>
            <a:custGeom>
              <a:avLst/>
              <a:gdLst/>
              <a:ahLst/>
              <a:cxnLst/>
              <a:rect l="l" t="t" r="r" b="b"/>
              <a:pathLst>
                <a:path w="400050" h="2019300">
                  <a:moveTo>
                    <a:pt x="399652" y="0"/>
                  </a:moveTo>
                  <a:lnTo>
                    <a:pt x="308168" y="0"/>
                  </a:lnTo>
                  <a:lnTo>
                    <a:pt x="0" y="2018943"/>
                  </a:lnTo>
                  <a:lnTo>
                    <a:pt x="91494" y="2018943"/>
                  </a:lnTo>
                  <a:lnTo>
                    <a:pt x="399652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1782512" y="6764518"/>
              <a:ext cx="1997075" cy="805815"/>
            </a:xfrm>
            <a:custGeom>
              <a:avLst/>
              <a:gdLst/>
              <a:ahLst/>
              <a:cxnLst/>
              <a:rect l="l" t="t" r="r" b="b"/>
              <a:pathLst>
                <a:path w="1997075" h="805815">
                  <a:moveTo>
                    <a:pt x="1748515" y="802981"/>
                  </a:moveTo>
                  <a:lnTo>
                    <a:pt x="918371" y="802981"/>
                  </a:lnTo>
                  <a:lnTo>
                    <a:pt x="1691864" y="805378"/>
                  </a:lnTo>
                  <a:lnTo>
                    <a:pt x="1743539" y="803653"/>
                  </a:lnTo>
                  <a:lnTo>
                    <a:pt x="1748515" y="802981"/>
                  </a:lnTo>
                  <a:close/>
                </a:path>
                <a:path w="1997075" h="805815">
                  <a:moveTo>
                    <a:pt x="1933113" y="0"/>
                  </a:moveTo>
                  <a:lnTo>
                    <a:pt x="1932371" y="4988"/>
                  </a:lnTo>
                  <a:lnTo>
                    <a:pt x="1931684" y="13738"/>
                  </a:lnTo>
                  <a:lnTo>
                    <a:pt x="1930861" y="25982"/>
                  </a:lnTo>
                  <a:lnTo>
                    <a:pt x="1929711" y="41455"/>
                  </a:lnTo>
                  <a:lnTo>
                    <a:pt x="1925665" y="81023"/>
                  </a:lnTo>
                  <a:lnTo>
                    <a:pt x="1918013" y="130312"/>
                  </a:lnTo>
                  <a:lnTo>
                    <a:pt x="1905226" y="187194"/>
                  </a:lnTo>
                  <a:lnTo>
                    <a:pt x="1885773" y="249540"/>
                  </a:lnTo>
                  <a:lnTo>
                    <a:pt x="1858123" y="315222"/>
                  </a:lnTo>
                  <a:lnTo>
                    <a:pt x="1820745" y="382110"/>
                  </a:lnTo>
                  <a:lnTo>
                    <a:pt x="1797930" y="415342"/>
                  </a:lnTo>
                  <a:lnTo>
                    <a:pt x="1772109" y="448077"/>
                  </a:lnTo>
                  <a:lnTo>
                    <a:pt x="1743090" y="480050"/>
                  </a:lnTo>
                  <a:lnTo>
                    <a:pt x="1710683" y="510994"/>
                  </a:lnTo>
                  <a:lnTo>
                    <a:pt x="1674696" y="540643"/>
                  </a:lnTo>
                  <a:lnTo>
                    <a:pt x="1634937" y="568731"/>
                  </a:lnTo>
                  <a:lnTo>
                    <a:pt x="1591216" y="594992"/>
                  </a:lnTo>
                  <a:lnTo>
                    <a:pt x="1543341" y="619160"/>
                  </a:lnTo>
                  <a:lnTo>
                    <a:pt x="1491121" y="640969"/>
                  </a:lnTo>
                  <a:lnTo>
                    <a:pt x="1434364" y="660153"/>
                  </a:lnTo>
                  <a:lnTo>
                    <a:pt x="1372878" y="676446"/>
                  </a:lnTo>
                  <a:lnTo>
                    <a:pt x="1306474" y="689581"/>
                  </a:lnTo>
                  <a:lnTo>
                    <a:pt x="1234959" y="699292"/>
                  </a:lnTo>
                  <a:lnTo>
                    <a:pt x="1158141" y="705315"/>
                  </a:lnTo>
                  <a:lnTo>
                    <a:pt x="1053588" y="707939"/>
                  </a:lnTo>
                  <a:lnTo>
                    <a:pt x="1021741" y="709544"/>
                  </a:lnTo>
                  <a:lnTo>
                    <a:pt x="933466" y="715492"/>
                  </a:lnTo>
                  <a:lnTo>
                    <a:pt x="618814" y="741608"/>
                  </a:lnTo>
                  <a:lnTo>
                    <a:pt x="36823" y="799019"/>
                  </a:lnTo>
                  <a:lnTo>
                    <a:pt x="0" y="804446"/>
                  </a:lnTo>
                  <a:lnTo>
                    <a:pt x="1748515" y="802981"/>
                  </a:lnTo>
                  <a:lnTo>
                    <a:pt x="1789401" y="797461"/>
                  </a:lnTo>
                  <a:lnTo>
                    <a:pt x="1829753" y="787079"/>
                  </a:lnTo>
                  <a:lnTo>
                    <a:pt x="1895140" y="754861"/>
                  </a:lnTo>
                  <a:lnTo>
                    <a:pt x="1942123" y="709224"/>
                  </a:lnTo>
                  <a:lnTo>
                    <a:pt x="1973127" y="652395"/>
                  </a:lnTo>
                  <a:lnTo>
                    <a:pt x="1990575" y="586598"/>
                  </a:lnTo>
                  <a:lnTo>
                    <a:pt x="1996892" y="514061"/>
                  </a:lnTo>
                  <a:lnTo>
                    <a:pt x="1996634" y="475959"/>
                  </a:lnTo>
                  <a:lnTo>
                    <a:pt x="1994502" y="437007"/>
                  </a:lnTo>
                  <a:lnTo>
                    <a:pt x="1990799" y="397483"/>
                  </a:lnTo>
                  <a:lnTo>
                    <a:pt x="1985829" y="357664"/>
                  </a:lnTo>
                  <a:lnTo>
                    <a:pt x="1979893" y="317830"/>
                  </a:lnTo>
                  <a:lnTo>
                    <a:pt x="1973297" y="278257"/>
                  </a:lnTo>
                  <a:lnTo>
                    <a:pt x="1966341" y="239225"/>
                  </a:lnTo>
                  <a:lnTo>
                    <a:pt x="1959330" y="201012"/>
                  </a:lnTo>
                  <a:lnTo>
                    <a:pt x="1952566" y="163895"/>
                  </a:lnTo>
                  <a:lnTo>
                    <a:pt x="1940992" y="94065"/>
                  </a:lnTo>
                  <a:lnTo>
                    <a:pt x="1934043" y="31961"/>
                  </a:lnTo>
                  <a:lnTo>
                    <a:pt x="1933061" y="4502"/>
                  </a:lnTo>
                  <a:lnTo>
                    <a:pt x="1997068" y="4502"/>
                  </a:lnTo>
                  <a:lnTo>
                    <a:pt x="1933113" y="0"/>
                  </a:lnTo>
                  <a:close/>
                </a:path>
                <a:path w="1997075" h="805815">
                  <a:moveTo>
                    <a:pt x="1997068" y="4502"/>
                  </a:moveTo>
                  <a:lnTo>
                    <a:pt x="1933061" y="4502"/>
                  </a:lnTo>
                  <a:lnTo>
                    <a:pt x="1997068" y="6604"/>
                  </a:lnTo>
                  <a:lnTo>
                    <a:pt x="1997068" y="4502"/>
                  </a:lnTo>
                  <a:close/>
                </a:path>
              </a:pathLst>
            </a:custGeom>
            <a:solidFill>
              <a:srgbClr val="CCCCCC">
                <a:alpha val="16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1461128" y="7653359"/>
              <a:ext cx="400050" cy="2019300"/>
            </a:xfrm>
            <a:custGeom>
              <a:avLst/>
              <a:gdLst/>
              <a:ahLst/>
              <a:cxnLst/>
              <a:rect l="l" t="t" r="r" b="b"/>
              <a:pathLst>
                <a:path w="400050" h="2019300">
                  <a:moveTo>
                    <a:pt x="399652" y="0"/>
                  </a:moveTo>
                  <a:lnTo>
                    <a:pt x="308168" y="0"/>
                  </a:lnTo>
                  <a:lnTo>
                    <a:pt x="0" y="2018943"/>
                  </a:lnTo>
                  <a:lnTo>
                    <a:pt x="91484" y="2018943"/>
                  </a:lnTo>
                  <a:lnTo>
                    <a:pt x="399652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2668468" y="5846930"/>
              <a:ext cx="1612265" cy="626110"/>
            </a:xfrm>
            <a:custGeom>
              <a:avLst/>
              <a:gdLst/>
              <a:ahLst/>
              <a:cxnLst/>
              <a:rect l="l" t="t" r="r" b="b"/>
              <a:pathLst>
                <a:path w="1612265" h="626110">
                  <a:moveTo>
                    <a:pt x="1545785" y="0"/>
                  </a:moveTo>
                  <a:lnTo>
                    <a:pt x="165953" y="0"/>
                  </a:lnTo>
                  <a:lnTo>
                    <a:pt x="143161" y="4753"/>
                  </a:lnTo>
                  <a:lnTo>
                    <a:pt x="107808" y="38444"/>
                  </a:lnTo>
                  <a:lnTo>
                    <a:pt x="880" y="520957"/>
                  </a:lnTo>
                  <a:lnTo>
                    <a:pt x="0" y="559774"/>
                  </a:lnTo>
                  <a:lnTo>
                    <a:pt x="12490" y="593246"/>
                  </a:lnTo>
                  <a:lnTo>
                    <a:pt x="35463" y="616733"/>
                  </a:lnTo>
                  <a:lnTo>
                    <a:pt x="66029" y="625593"/>
                  </a:lnTo>
                  <a:lnTo>
                    <a:pt x="1445862" y="625593"/>
                  </a:lnTo>
                  <a:lnTo>
                    <a:pt x="1488542" y="607546"/>
                  </a:lnTo>
                  <a:lnTo>
                    <a:pt x="1513546" y="561103"/>
                  </a:lnTo>
                  <a:lnTo>
                    <a:pt x="1610935" y="104646"/>
                  </a:lnTo>
                  <a:lnTo>
                    <a:pt x="1611815" y="65823"/>
                  </a:lnTo>
                  <a:lnTo>
                    <a:pt x="1599324" y="32348"/>
                  </a:lnTo>
                  <a:lnTo>
                    <a:pt x="1576351" y="8860"/>
                  </a:lnTo>
                  <a:lnTo>
                    <a:pt x="1545785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2709018" y="5894363"/>
              <a:ext cx="1561465" cy="578485"/>
            </a:xfrm>
            <a:custGeom>
              <a:avLst/>
              <a:gdLst/>
              <a:ahLst/>
              <a:cxnLst/>
              <a:rect l="l" t="t" r="r" b="b"/>
              <a:pathLst>
                <a:path w="1561465" h="578485">
                  <a:moveTo>
                    <a:pt x="1496053" y="0"/>
                  </a:moveTo>
                  <a:lnTo>
                    <a:pt x="153350" y="0"/>
                  </a:lnTo>
                  <a:lnTo>
                    <a:pt x="131244" y="4391"/>
                  </a:lnTo>
                  <a:lnTo>
                    <a:pt x="97336" y="35524"/>
                  </a:lnTo>
                  <a:lnTo>
                    <a:pt x="287" y="481461"/>
                  </a:lnTo>
                  <a:lnTo>
                    <a:pt x="0" y="517337"/>
                  </a:lnTo>
                  <a:lnTo>
                    <a:pt x="12642" y="548269"/>
                  </a:lnTo>
                  <a:lnTo>
                    <a:pt x="35337" y="569973"/>
                  </a:lnTo>
                  <a:lnTo>
                    <a:pt x="65206" y="578160"/>
                  </a:lnTo>
                  <a:lnTo>
                    <a:pt x="1407898" y="578160"/>
                  </a:lnTo>
                  <a:lnTo>
                    <a:pt x="1449162" y="561481"/>
                  </a:lnTo>
                  <a:lnTo>
                    <a:pt x="1472818" y="518549"/>
                  </a:lnTo>
                  <a:lnTo>
                    <a:pt x="1560962" y="96709"/>
                  </a:lnTo>
                  <a:lnTo>
                    <a:pt x="1561249" y="60827"/>
                  </a:lnTo>
                  <a:lnTo>
                    <a:pt x="1548607" y="29891"/>
                  </a:lnTo>
                  <a:lnTo>
                    <a:pt x="1525916" y="8187"/>
                  </a:lnTo>
                  <a:lnTo>
                    <a:pt x="149605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1408339" y="7569902"/>
              <a:ext cx="1193800" cy="108585"/>
            </a:xfrm>
            <a:custGeom>
              <a:avLst/>
              <a:gdLst/>
              <a:ahLst/>
              <a:cxnLst/>
              <a:rect l="l" t="t" r="r" b="b"/>
              <a:pathLst>
                <a:path w="1193800" h="108584">
                  <a:moveTo>
                    <a:pt x="1139190" y="0"/>
                  </a:moveTo>
                  <a:lnTo>
                    <a:pt x="54165" y="0"/>
                  </a:lnTo>
                  <a:lnTo>
                    <a:pt x="33081" y="4256"/>
                  </a:lnTo>
                  <a:lnTo>
                    <a:pt x="15864" y="15864"/>
                  </a:lnTo>
                  <a:lnTo>
                    <a:pt x="4256" y="33081"/>
                  </a:lnTo>
                  <a:lnTo>
                    <a:pt x="0" y="54165"/>
                  </a:lnTo>
                  <a:lnTo>
                    <a:pt x="4256" y="75249"/>
                  </a:lnTo>
                  <a:lnTo>
                    <a:pt x="15864" y="92467"/>
                  </a:lnTo>
                  <a:lnTo>
                    <a:pt x="33081" y="104075"/>
                  </a:lnTo>
                  <a:lnTo>
                    <a:pt x="54165" y="108331"/>
                  </a:lnTo>
                  <a:lnTo>
                    <a:pt x="1139190" y="108331"/>
                  </a:lnTo>
                  <a:lnTo>
                    <a:pt x="1160274" y="104075"/>
                  </a:lnTo>
                  <a:lnTo>
                    <a:pt x="1177491" y="92467"/>
                  </a:lnTo>
                  <a:lnTo>
                    <a:pt x="1189099" y="75249"/>
                  </a:lnTo>
                  <a:lnTo>
                    <a:pt x="1193356" y="54165"/>
                  </a:lnTo>
                  <a:lnTo>
                    <a:pt x="1189099" y="33081"/>
                  </a:lnTo>
                  <a:lnTo>
                    <a:pt x="1177491" y="15864"/>
                  </a:lnTo>
                  <a:lnTo>
                    <a:pt x="1160274" y="4256"/>
                  </a:lnTo>
                  <a:lnTo>
                    <a:pt x="11391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2584024" y="7653368"/>
              <a:ext cx="1476375" cy="2019300"/>
            </a:xfrm>
            <a:custGeom>
              <a:avLst/>
              <a:gdLst/>
              <a:ahLst/>
              <a:cxnLst/>
              <a:rect l="l" t="t" r="r" b="b"/>
              <a:pathLst>
                <a:path w="1476375" h="2019300">
                  <a:moveTo>
                    <a:pt x="399656" y="2018944"/>
                  </a:moveTo>
                  <a:lnTo>
                    <a:pt x="91490" y="0"/>
                  </a:lnTo>
                  <a:lnTo>
                    <a:pt x="0" y="0"/>
                  </a:lnTo>
                  <a:lnTo>
                    <a:pt x="308152" y="2018944"/>
                  </a:lnTo>
                  <a:lnTo>
                    <a:pt x="399656" y="2018944"/>
                  </a:lnTo>
                  <a:close/>
                </a:path>
                <a:path w="1476375" h="2019300">
                  <a:moveTo>
                    <a:pt x="1475828" y="2018944"/>
                  </a:moveTo>
                  <a:lnTo>
                    <a:pt x="1167663" y="0"/>
                  </a:lnTo>
                  <a:lnTo>
                    <a:pt x="1076172" y="0"/>
                  </a:lnTo>
                  <a:lnTo>
                    <a:pt x="1384350" y="2018944"/>
                  </a:lnTo>
                  <a:lnTo>
                    <a:pt x="1475828" y="2018944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2461244" y="7569902"/>
              <a:ext cx="1398905" cy="108585"/>
            </a:xfrm>
            <a:custGeom>
              <a:avLst/>
              <a:gdLst/>
              <a:ahLst/>
              <a:cxnLst/>
              <a:rect l="l" t="t" r="r" b="b"/>
              <a:pathLst>
                <a:path w="1398905" h="108584">
                  <a:moveTo>
                    <a:pt x="1344618" y="0"/>
                  </a:moveTo>
                  <a:lnTo>
                    <a:pt x="54165" y="0"/>
                  </a:lnTo>
                  <a:lnTo>
                    <a:pt x="33081" y="4256"/>
                  </a:lnTo>
                  <a:lnTo>
                    <a:pt x="15864" y="15864"/>
                  </a:lnTo>
                  <a:lnTo>
                    <a:pt x="4256" y="33081"/>
                  </a:lnTo>
                  <a:lnTo>
                    <a:pt x="0" y="54165"/>
                  </a:lnTo>
                  <a:lnTo>
                    <a:pt x="4256" y="75249"/>
                  </a:lnTo>
                  <a:lnTo>
                    <a:pt x="15864" y="92467"/>
                  </a:lnTo>
                  <a:lnTo>
                    <a:pt x="33081" y="104075"/>
                  </a:lnTo>
                  <a:lnTo>
                    <a:pt x="54165" y="108331"/>
                  </a:lnTo>
                  <a:lnTo>
                    <a:pt x="1344618" y="108331"/>
                  </a:lnTo>
                  <a:lnTo>
                    <a:pt x="1365702" y="104075"/>
                  </a:lnTo>
                  <a:lnTo>
                    <a:pt x="1382919" y="92467"/>
                  </a:lnTo>
                  <a:lnTo>
                    <a:pt x="1394528" y="75249"/>
                  </a:lnTo>
                  <a:lnTo>
                    <a:pt x="1398784" y="54165"/>
                  </a:lnTo>
                  <a:lnTo>
                    <a:pt x="1394528" y="33081"/>
                  </a:lnTo>
                  <a:lnTo>
                    <a:pt x="1382919" y="15864"/>
                  </a:lnTo>
                  <a:lnTo>
                    <a:pt x="1365702" y="4256"/>
                  </a:lnTo>
                  <a:lnTo>
                    <a:pt x="1344618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2572127" y="6061390"/>
              <a:ext cx="402590" cy="1581785"/>
            </a:xfrm>
            <a:custGeom>
              <a:avLst/>
              <a:gdLst/>
              <a:ahLst/>
              <a:cxnLst/>
              <a:rect l="l" t="t" r="r" b="b"/>
              <a:pathLst>
                <a:path w="402590" h="1581784">
                  <a:moveTo>
                    <a:pt x="359229" y="0"/>
                  </a:moveTo>
                  <a:lnTo>
                    <a:pt x="328303" y="32716"/>
                  </a:lnTo>
                  <a:lnTo>
                    <a:pt x="774" y="1526482"/>
                  </a:lnTo>
                  <a:lnTo>
                    <a:pt x="0" y="1543978"/>
                  </a:lnTo>
                  <a:lnTo>
                    <a:pt x="4852" y="1559911"/>
                  </a:lnTo>
                  <a:lnTo>
                    <a:pt x="14456" y="1572553"/>
                  </a:lnTo>
                  <a:lnTo>
                    <a:pt x="27935" y="1580177"/>
                  </a:lnTo>
                  <a:lnTo>
                    <a:pt x="31087" y="1581119"/>
                  </a:lnTo>
                  <a:lnTo>
                    <a:pt x="34239" y="1581549"/>
                  </a:lnTo>
                  <a:lnTo>
                    <a:pt x="37328" y="1581549"/>
                  </a:lnTo>
                  <a:lnTo>
                    <a:pt x="73850" y="1548408"/>
                  </a:lnTo>
                  <a:lnTo>
                    <a:pt x="401390" y="54642"/>
                  </a:lnTo>
                  <a:lnTo>
                    <a:pt x="402158" y="37147"/>
                  </a:lnTo>
                  <a:lnTo>
                    <a:pt x="397302" y="21215"/>
                  </a:lnTo>
                  <a:lnTo>
                    <a:pt x="387697" y="8576"/>
                  </a:lnTo>
                  <a:lnTo>
                    <a:pt x="374218" y="958"/>
                  </a:lnTo>
                  <a:lnTo>
                    <a:pt x="35922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2609845" y="6061390"/>
              <a:ext cx="402590" cy="1581785"/>
            </a:xfrm>
            <a:custGeom>
              <a:avLst/>
              <a:gdLst/>
              <a:ahLst/>
              <a:cxnLst/>
              <a:rect l="l" t="t" r="r" b="b"/>
              <a:pathLst>
                <a:path w="402590" h="1581784">
                  <a:moveTo>
                    <a:pt x="359215" y="0"/>
                  </a:moveTo>
                  <a:lnTo>
                    <a:pt x="328307" y="32716"/>
                  </a:lnTo>
                  <a:lnTo>
                    <a:pt x="778" y="1526482"/>
                  </a:lnTo>
                  <a:lnTo>
                    <a:pt x="0" y="1543978"/>
                  </a:lnTo>
                  <a:lnTo>
                    <a:pt x="4853" y="1559911"/>
                  </a:lnTo>
                  <a:lnTo>
                    <a:pt x="14459" y="1572553"/>
                  </a:lnTo>
                  <a:lnTo>
                    <a:pt x="27940" y="1580177"/>
                  </a:lnTo>
                  <a:lnTo>
                    <a:pt x="31091" y="1581119"/>
                  </a:lnTo>
                  <a:lnTo>
                    <a:pt x="34233" y="1581549"/>
                  </a:lnTo>
                  <a:lnTo>
                    <a:pt x="37332" y="1581549"/>
                  </a:lnTo>
                  <a:lnTo>
                    <a:pt x="73854" y="1548408"/>
                  </a:lnTo>
                  <a:lnTo>
                    <a:pt x="401384" y="54642"/>
                  </a:lnTo>
                  <a:lnTo>
                    <a:pt x="402158" y="37147"/>
                  </a:lnTo>
                  <a:lnTo>
                    <a:pt x="397304" y="21215"/>
                  </a:lnTo>
                  <a:lnTo>
                    <a:pt x="387697" y="8576"/>
                  </a:lnTo>
                  <a:lnTo>
                    <a:pt x="374212" y="958"/>
                  </a:lnTo>
                  <a:lnTo>
                    <a:pt x="359215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3640094" y="6061390"/>
              <a:ext cx="402590" cy="1581785"/>
            </a:xfrm>
            <a:custGeom>
              <a:avLst/>
              <a:gdLst/>
              <a:ahLst/>
              <a:cxnLst/>
              <a:rect l="l" t="t" r="r" b="b"/>
              <a:pathLst>
                <a:path w="402590" h="1581784">
                  <a:moveTo>
                    <a:pt x="359229" y="0"/>
                  </a:moveTo>
                  <a:lnTo>
                    <a:pt x="328312" y="32716"/>
                  </a:lnTo>
                  <a:lnTo>
                    <a:pt x="772" y="1526482"/>
                  </a:lnTo>
                  <a:lnTo>
                    <a:pt x="0" y="1543978"/>
                  </a:lnTo>
                  <a:lnTo>
                    <a:pt x="4856" y="1559911"/>
                  </a:lnTo>
                  <a:lnTo>
                    <a:pt x="14463" y="1572553"/>
                  </a:lnTo>
                  <a:lnTo>
                    <a:pt x="27944" y="1580177"/>
                  </a:lnTo>
                  <a:lnTo>
                    <a:pt x="31085" y="1581119"/>
                  </a:lnTo>
                  <a:lnTo>
                    <a:pt x="34237" y="1581549"/>
                  </a:lnTo>
                  <a:lnTo>
                    <a:pt x="37336" y="1581549"/>
                  </a:lnTo>
                  <a:lnTo>
                    <a:pt x="73859" y="1548408"/>
                  </a:lnTo>
                  <a:lnTo>
                    <a:pt x="401388" y="54642"/>
                  </a:lnTo>
                  <a:lnTo>
                    <a:pt x="402161" y="37147"/>
                  </a:lnTo>
                  <a:lnTo>
                    <a:pt x="397304" y="21215"/>
                  </a:lnTo>
                  <a:lnTo>
                    <a:pt x="387697" y="8576"/>
                  </a:lnTo>
                  <a:lnTo>
                    <a:pt x="374216" y="958"/>
                  </a:lnTo>
                  <a:lnTo>
                    <a:pt x="35922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3677814" y="6061390"/>
              <a:ext cx="402590" cy="1581785"/>
            </a:xfrm>
            <a:custGeom>
              <a:avLst/>
              <a:gdLst/>
              <a:ahLst/>
              <a:cxnLst/>
              <a:rect l="l" t="t" r="r" b="b"/>
              <a:pathLst>
                <a:path w="402590" h="1581784">
                  <a:moveTo>
                    <a:pt x="359219" y="0"/>
                  </a:moveTo>
                  <a:lnTo>
                    <a:pt x="328307" y="32716"/>
                  </a:lnTo>
                  <a:lnTo>
                    <a:pt x="768" y="1526482"/>
                  </a:lnTo>
                  <a:lnTo>
                    <a:pt x="0" y="1543978"/>
                  </a:lnTo>
                  <a:lnTo>
                    <a:pt x="4855" y="1559911"/>
                  </a:lnTo>
                  <a:lnTo>
                    <a:pt x="14460" y="1572553"/>
                  </a:lnTo>
                  <a:lnTo>
                    <a:pt x="27940" y="1580177"/>
                  </a:lnTo>
                  <a:lnTo>
                    <a:pt x="31081" y="1581119"/>
                  </a:lnTo>
                  <a:lnTo>
                    <a:pt x="34243" y="1581549"/>
                  </a:lnTo>
                  <a:lnTo>
                    <a:pt x="37332" y="1581549"/>
                  </a:lnTo>
                  <a:lnTo>
                    <a:pt x="73854" y="1548408"/>
                  </a:lnTo>
                  <a:lnTo>
                    <a:pt x="401384" y="54642"/>
                  </a:lnTo>
                  <a:lnTo>
                    <a:pt x="402156" y="37147"/>
                  </a:lnTo>
                  <a:lnTo>
                    <a:pt x="397301" y="21215"/>
                  </a:lnTo>
                  <a:lnTo>
                    <a:pt x="387697" y="8576"/>
                  </a:lnTo>
                  <a:lnTo>
                    <a:pt x="374222" y="958"/>
                  </a:lnTo>
                  <a:lnTo>
                    <a:pt x="359219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751042" y="7392206"/>
              <a:ext cx="1486535" cy="2120900"/>
            </a:xfrm>
            <a:custGeom>
              <a:avLst/>
              <a:gdLst/>
              <a:ahLst/>
              <a:cxnLst/>
              <a:rect l="l" t="t" r="r" b="b"/>
              <a:pathLst>
                <a:path w="1486534" h="2120900">
                  <a:moveTo>
                    <a:pt x="402488" y="2120493"/>
                  </a:moveTo>
                  <a:lnTo>
                    <a:pt x="92125" y="0"/>
                  </a:lnTo>
                  <a:lnTo>
                    <a:pt x="0" y="0"/>
                  </a:lnTo>
                  <a:lnTo>
                    <a:pt x="310349" y="2120493"/>
                  </a:lnTo>
                  <a:lnTo>
                    <a:pt x="402488" y="2120493"/>
                  </a:lnTo>
                  <a:close/>
                </a:path>
                <a:path w="1486534" h="2120900">
                  <a:moveTo>
                    <a:pt x="1486293" y="2120493"/>
                  </a:moveTo>
                  <a:lnTo>
                    <a:pt x="1175943" y="0"/>
                  </a:lnTo>
                  <a:lnTo>
                    <a:pt x="1083792" y="0"/>
                  </a:lnTo>
                  <a:lnTo>
                    <a:pt x="1394155" y="2120493"/>
                  </a:lnTo>
                  <a:lnTo>
                    <a:pt x="1486293" y="212049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4398195" y="5606415"/>
              <a:ext cx="1623695" cy="617855"/>
            </a:xfrm>
            <a:custGeom>
              <a:avLst/>
              <a:gdLst/>
              <a:ahLst/>
              <a:cxnLst/>
              <a:rect l="l" t="t" r="r" b="b"/>
              <a:pathLst>
                <a:path w="1623695" h="617854">
                  <a:moveTo>
                    <a:pt x="1456114" y="0"/>
                  </a:moveTo>
                  <a:lnTo>
                    <a:pt x="66492" y="0"/>
                  </a:lnTo>
                  <a:lnTo>
                    <a:pt x="35715" y="8750"/>
                  </a:lnTo>
                  <a:lnTo>
                    <a:pt x="12581" y="31946"/>
                  </a:lnTo>
                  <a:lnTo>
                    <a:pt x="0" y="65006"/>
                  </a:lnTo>
                  <a:lnTo>
                    <a:pt x="881" y="103347"/>
                  </a:lnTo>
                  <a:lnTo>
                    <a:pt x="98972" y="554140"/>
                  </a:lnTo>
                  <a:lnTo>
                    <a:pt x="124143" y="600013"/>
                  </a:lnTo>
                  <a:lnTo>
                    <a:pt x="167117" y="617834"/>
                  </a:lnTo>
                  <a:lnTo>
                    <a:pt x="1556750" y="617834"/>
                  </a:lnTo>
                  <a:lnTo>
                    <a:pt x="1587531" y="609084"/>
                  </a:lnTo>
                  <a:lnTo>
                    <a:pt x="1610663" y="585889"/>
                  </a:lnTo>
                  <a:lnTo>
                    <a:pt x="1623239" y="552832"/>
                  </a:lnTo>
                  <a:lnTo>
                    <a:pt x="1622350" y="514497"/>
                  </a:lnTo>
                  <a:lnTo>
                    <a:pt x="1524269" y="63683"/>
                  </a:lnTo>
                  <a:lnTo>
                    <a:pt x="1499097" y="17824"/>
                  </a:lnTo>
                  <a:lnTo>
                    <a:pt x="1456114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4408284" y="5653251"/>
              <a:ext cx="1572895" cy="571500"/>
            </a:xfrm>
            <a:custGeom>
              <a:avLst/>
              <a:gdLst/>
              <a:ahLst/>
              <a:cxnLst/>
              <a:rect l="l" t="t" r="r" b="b"/>
              <a:pathLst>
                <a:path w="1572895" h="571500">
                  <a:moveTo>
                    <a:pt x="1417879" y="0"/>
                  </a:moveTo>
                  <a:lnTo>
                    <a:pt x="65669" y="0"/>
                  </a:lnTo>
                  <a:lnTo>
                    <a:pt x="35589" y="8086"/>
                  </a:lnTo>
                  <a:lnTo>
                    <a:pt x="12733" y="29522"/>
                  </a:lnTo>
                  <a:lnTo>
                    <a:pt x="0" y="60076"/>
                  </a:lnTo>
                  <a:lnTo>
                    <a:pt x="288" y="95515"/>
                  </a:lnTo>
                  <a:lnTo>
                    <a:pt x="89061" y="512131"/>
                  </a:lnTo>
                  <a:lnTo>
                    <a:pt x="112871" y="554526"/>
                  </a:lnTo>
                  <a:lnTo>
                    <a:pt x="154430" y="570998"/>
                  </a:lnTo>
                  <a:lnTo>
                    <a:pt x="1506651" y="570998"/>
                  </a:lnTo>
                  <a:lnTo>
                    <a:pt x="1536730" y="562912"/>
                  </a:lnTo>
                  <a:lnTo>
                    <a:pt x="1559585" y="541476"/>
                  </a:lnTo>
                  <a:lnTo>
                    <a:pt x="1572316" y="510926"/>
                  </a:lnTo>
                  <a:lnTo>
                    <a:pt x="1572021" y="475493"/>
                  </a:lnTo>
                  <a:lnTo>
                    <a:pt x="1483259" y="58867"/>
                  </a:lnTo>
                  <a:lnTo>
                    <a:pt x="1459435" y="16475"/>
                  </a:lnTo>
                  <a:lnTo>
                    <a:pt x="1417879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6230134" y="7295798"/>
              <a:ext cx="1060450" cy="125730"/>
            </a:xfrm>
            <a:custGeom>
              <a:avLst/>
              <a:gdLst/>
              <a:ahLst/>
              <a:cxnLst/>
              <a:rect l="l" t="t" r="r" b="b"/>
              <a:pathLst>
                <a:path w="1060450" h="125729">
                  <a:moveTo>
                    <a:pt x="1060376" y="0"/>
                  </a:moveTo>
                  <a:lnTo>
                    <a:pt x="0" y="0"/>
                  </a:lnTo>
                  <a:lnTo>
                    <a:pt x="0" y="125137"/>
                  </a:lnTo>
                  <a:lnTo>
                    <a:pt x="1060376" y="125137"/>
                  </a:lnTo>
                  <a:lnTo>
                    <a:pt x="1060376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4620171" y="7392206"/>
              <a:ext cx="1486535" cy="2120900"/>
            </a:xfrm>
            <a:custGeom>
              <a:avLst/>
              <a:gdLst/>
              <a:ahLst/>
              <a:cxnLst/>
              <a:rect l="l" t="t" r="r" b="b"/>
              <a:pathLst>
                <a:path w="1486535" h="2120900">
                  <a:moveTo>
                    <a:pt x="402488" y="0"/>
                  </a:moveTo>
                  <a:lnTo>
                    <a:pt x="310362" y="0"/>
                  </a:lnTo>
                  <a:lnTo>
                    <a:pt x="0" y="2120493"/>
                  </a:lnTo>
                  <a:lnTo>
                    <a:pt x="92138" y="2120493"/>
                  </a:lnTo>
                  <a:lnTo>
                    <a:pt x="402488" y="0"/>
                  </a:lnTo>
                  <a:close/>
                </a:path>
                <a:path w="1486535" h="2120900">
                  <a:moveTo>
                    <a:pt x="1486306" y="0"/>
                  </a:moveTo>
                  <a:lnTo>
                    <a:pt x="1394167" y="0"/>
                  </a:lnTo>
                  <a:lnTo>
                    <a:pt x="1083805" y="2120493"/>
                  </a:lnTo>
                  <a:lnTo>
                    <a:pt x="1175943" y="2120493"/>
                  </a:lnTo>
                  <a:lnTo>
                    <a:pt x="1486306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821434" y="7295798"/>
              <a:ext cx="1409065" cy="125730"/>
            </a:xfrm>
            <a:custGeom>
              <a:avLst/>
              <a:gdLst/>
              <a:ahLst/>
              <a:cxnLst/>
              <a:rect l="l" t="t" r="r" b="b"/>
              <a:pathLst>
                <a:path w="1409064" h="125729">
                  <a:moveTo>
                    <a:pt x="1408700" y="0"/>
                  </a:moveTo>
                  <a:lnTo>
                    <a:pt x="0" y="0"/>
                  </a:lnTo>
                  <a:lnTo>
                    <a:pt x="0" y="125137"/>
                  </a:lnTo>
                  <a:lnTo>
                    <a:pt x="1408700" y="125137"/>
                  </a:lnTo>
                  <a:lnTo>
                    <a:pt x="140870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713456" y="5818210"/>
              <a:ext cx="405130" cy="1562100"/>
            </a:xfrm>
            <a:custGeom>
              <a:avLst/>
              <a:gdLst/>
              <a:ahLst/>
              <a:cxnLst/>
              <a:rect l="l" t="t" r="r" b="b"/>
              <a:pathLst>
                <a:path w="405129" h="1562100">
                  <a:moveTo>
                    <a:pt x="43228" y="0"/>
                  </a:moveTo>
                  <a:lnTo>
                    <a:pt x="28131" y="937"/>
                  </a:lnTo>
                  <a:lnTo>
                    <a:pt x="14559" y="8469"/>
                  </a:lnTo>
                  <a:lnTo>
                    <a:pt x="4887" y="20958"/>
                  </a:lnTo>
                  <a:lnTo>
                    <a:pt x="0" y="36698"/>
                  </a:lnTo>
                  <a:lnTo>
                    <a:pt x="781" y="53983"/>
                  </a:lnTo>
                  <a:lnTo>
                    <a:pt x="330635" y="1529216"/>
                  </a:lnTo>
                  <a:lnTo>
                    <a:pt x="355143" y="1559601"/>
                  </a:lnTo>
                  <a:lnTo>
                    <a:pt x="367419" y="1561948"/>
                  </a:lnTo>
                  <a:lnTo>
                    <a:pt x="370539" y="1561948"/>
                  </a:lnTo>
                  <a:lnTo>
                    <a:pt x="405010" y="1524841"/>
                  </a:lnTo>
                  <a:lnTo>
                    <a:pt x="404235" y="1507562"/>
                  </a:lnTo>
                  <a:lnTo>
                    <a:pt x="74381" y="32319"/>
                  </a:lnTo>
                  <a:lnTo>
                    <a:pt x="67830" y="16724"/>
                  </a:lnTo>
                  <a:lnTo>
                    <a:pt x="56953" y="5606"/>
                  </a:lnTo>
                  <a:lnTo>
                    <a:pt x="432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5675468" y="5818210"/>
              <a:ext cx="405130" cy="1562100"/>
            </a:xfrm>
            <a:custGeom>
              <a:avLst/>
              <a:gdLst/>
              <a:ahLst/>
              <a:cxnLst/>
              <a:rect l="l" t="t" r="r" b="b"/>
              <a:pathLst>
                <a:path w="405129" h="1562100">
                  <a:moveTo>
                    <a:pt x="43248" y="0"/>
                  </a:moveTo>
                  <a:lnTo>
                    <a:pt x="28143" y="937"/>
                  </a:lnTo>
                  <a:lnTo>
                    <a:pt x="14560" y="8469"/>
                  </a:lnTo>
                  <a:lnTo>
                    <a:pt x="4886" y="20958"/>
                  </a:lnTo>
                  <a:lnTo>
                    <a:pt x="0" y="36698"/>
                  </a:lnTo>
                  <a:lnTo>
                    <a:pt x="782" y="53983"/>
                  </a:lnTo>
                  <a:lnTo>
                    <a:pt x="330636" y="1529216"/>
                  </a:lnTo>
                  <a:lnTo>
                    <a:pt x="355140" y="1559601"/>
                  </a:lnTo>
                  <a:lnTo>
                    <a:pt x="367410" y="1561948"/>
                  </a:lnTo>
                  <a:lnTo>
                    <a:pt x="370530" y="1561948"/>
                  </a:lnTo>
                  <a:lnTo>
                    <a:pt x="405016" y="1524841"/>
                  </a:lnTo>
                  <a:lnTo>
                    <a:pt x="404236" y="1507562"/>
                  </a:lnTo>
                  <a:lnTo>
                    <a:pt x="74372" y="32319"/>
                  </a:lnTo>
                  <a:lnTo>
                    <a:pt x="67824" y="16724"/>
                  </a:lnTo>
                  <a:lnTo>
                    <a:pt x="56963" y="5606"/>
                  </a:lnTo>
                  <a:lnTo>
                    <a:pt x="43248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4637908" y="5818210"/>
              <a:ext cx="405130" cy="1562100"/>
            </a:xfrm>
            <a:custGeom>
              <a:avLst/>
              <a:gdLst/>
              <a:ahLst/>
              <a:cxnLst/>
              <a:rect l="l" t="t" r="r" b="b"/>
              <a:pathLst>
                <a:path w="405129" h="1562100">
                  <a:moveTo>
                    <a:pt x="43236" y="0"/>
                  </a:moveTo>
                  <a:lnTo>
                    <a:pt x="28147" y="937"/>
                  </a:lnTo>
                  <a:lnTo>
                    <a:pt x="14563" y="8469"/>
                  </a:lnTo>
                  <a:lnTo>
                    <a:pt x="4886" y="20958"/>
                  </a:lnTo>
                  <a:lnTo>
                    <a:pt x="0" y="36698"/>
                  </a:lnTo>
                  <a:lnTo>
                    <a:pt x="787" y="53983"/>
                  </a:lnTo>
                  <a:lnTo>
                    <a:pt x="330641" y="1529216"/>
                  </a:lnTo>
                  <a:lnTo>
                    <a:pt x="355147" y="1559601"/>
                  </a:lnTo>
                  <a:lnTo>
                    <a:pt x="367414" y="1561948"/>
                  </a:lnTo>
                  <a:lnTo>
                    <a:pt x="370535" y="1561948"/>
                  </a:lnTo>
                  <a:lnTo>
                    <a:pt x="405017" y="1524841"/>
                  </a:lnTo>
                  <a:lnTo>
                    <a:pt x="404230" y="1507562"/>
                  </a:lnTo>
                  <a:lnTo>
                    <a:pt x="74376" y="32319"/>
                  </a:lnTo>
                  <a:lnTo>
                    <a:pt x="67827" y="16724"/>
                  </a:lnTo>
                  <a:lnTo>
                    <a:pt x="56955" y="5606"/>
                  </a:lnTo>
                  <a:lnTo>
                    <a:pt x="4323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4599920" y="5818210"/>
              <a:ext cx="405130" cy="1562100"/>
            </a:xfrm>
            <a:custGeom>
              <a:avLst/>
              <a:gdLst/>
              <a:ahLst/>
              <a:cxnLst/>
              <a:rect l="l" t="t" r="r" b="b"/>
              <a:pathLst>
                <a:path w="405129" h="1562100">
                  <a:moveTo>
                    <a:pt x="43244" y="0"/>
                  </a:moveTo>
                  <a:lnTo>
                    <a:pt x="28131" y="937"/>
                  </a:lnTo>
                  <a:lnTo>
                    <a:pt x="14559" y="8469"/>
                  </a:lnTo>
                  <a:lnTo>
                    <a:pt x="4887" y="20958"/>
                  </a:lnTo>
                  <a:lnTo>
                    <a:pt x="0" y="36698"/>
                  </a:lnTo>
                  <a:lnTo>
                    <a:pt x="781" y="53983"/>
                  </a:lnTo>
                  <a:lnTo>
                    <a:pt x="330645" y="1529216"/>
                  </a:lnTo>
                  <a:lnTo>
                    <a:pt x="355143" y="1559601"/>
                  </a:lnTo>
                  <a:lnTo>
                    <a:pt x="367419" y="1561948"/>
                  </a:lnTo>
                  <a:lnTo>
                    <a:pt x="370539" y="1561948"/>
                  </a:lnTo>
                  <a:lnTo>
                    <a:pt x="405022" y="1524841"/>
                  </a:lnTo>
                  <a:lnTo>
                    <a:pt x="404235" y="1507562"/>
                  </a:lnTo>
                  <a:lnTo>
                    <a:pt x="74381" y="32319"/>
                  </a:lnTo>
                  <a:lnTo>
                    <a:pt x="67832" y="16724"/>
                  </a:lnTo>
                  <a:lnTo>
                    <a:pt x="56965" y="5606"/>
                  </a:lnTo>
                  <a:lnTo>
                    <a:pt x="4324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0449"/>
            <a:ext cx="20076160" cy="11298555"/>
            <a:chOff x="0" y="10449"/>
            <a:chExt cx="20076160" cy="11298555"/>
          </a:xfrm>
        </p:grpSpPr>
        <p:sp>
          <p:nvSpPr>
            <p:cNvPr id="3" name="object 3" descr=""/>
            <p:cNvSpPr/>
            <p:nvPr/>
          </p:nvSpPr>
          <p:spPr>
            <a:xfrm>
              <a:off x="0" y="9071608"/>
              <a:ext cx="20076160" cy="2237105"/>
            </a:xfrm>
            <a:custGeom>
              <a:avLst/>
              <a:gdLst/>
              <a:ahLst/>
              <a:cxnLst/>
              <a:rect l="l" t="t" r="r" b="b"/>
              <a:pathLst>
                <a:path w="20076160" h="2237104">
                  <a:moveTo>
                    <a:pt x="20075975" y="0"/>
                  </a:moveTo>
                  <a:lnTo>
                    <a:pt x="0" y="0"/>
                  </a:lnTo>
                  <a:lnTo>
                    <a:pt x="0" y="2236947"/>
                  </a:lnTo>
                  <a:lnTo>
                    <a:pt x="20075975" y="2236947"/>
                  </a:lnTo>
                  <a:lnTo>
                    <a:pt x="20075975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1736051"/>
              <a:ext cx="20076160" cy="7336155"/>
            </a:xfrm>
            <a:custGeom>
              <a:avLst/>
              <a:gdLst/>
              <a:ahLst/>
              <a:cxnLst/>
              <a:rect l="l" t="t" r="r" b="b"/>
              <a:pathLst>
                <a:path w="20076160" h="7336155">
                  <a:moveTo>
                    <a:pt x="0" y="7335556"/>
                  </a:moveTo>
                  <a:lnTo>
                    <a:pt x="20075975" y="7335556"/>
                  </a:lnTo>
                  <a:lnTo>
                    <a:pt x="20075975" y="0"/>
                  </a:lnTo>
                  <a:lnTo>
                    <a:pt x="0" y="0"/>
                  </a:lnTo>
                  <a:lnTo>
                    <a:pt x="0" y="733555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0449"/>
              <a:ext cx="20076160" cy="1725930"/>
            </a:xfrm>
            <a:custGeom>
              <a:avLst/>
              <a:gdLst/>
              <a:ahLst/>
              <a:cxnLst/>
              <a:rect l="l" t="t" r="r" b="b"/>
              <a:pathLst>
                <a:path w="20076160" h="1725930">
                  <a:moveTo>
                    <a:pt x="20075975" y="0"/>
                  </a:moveTo>
                  <a:lnTo>
                    <a:pt x="0" y="0"/>
                  </a:lnTo>
                  <a:lnTo>
                    <a:pt x="0" y="1725601"/>
                  </a:lnTo>
                  <a:lnTo>
                    <a:pt x="20075975" y="1725601"/>
                  </a:lnTo>
                  <a:lnTo>
                    <a:pt x="20075975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3673552" y="348198"/>
              <a:ext cx="6402705" cy="6748780"/>
            </a:xfrm>
            <a:custGeom>
              <a:avLst/>
              <a:gdLst/>
              <a:ahLst/>
              <a:cxnLst/>
              <a:rect l="l" t="t" r="r" b="b"/>
              <a:pathLst>
                <a:path w="6402705" h="6748780">
                  <a:moveTo>
                    <a:pt x="6402422" y="0"/>
                  </a:moveTo>
                  <a:lnTo>
                    <a:pt x="0" y="0"/>
                  </a:lnTo>
                  <a:lnTo>
                    <a:pt x="0" y="6748674"/>
                  </a:lnTo>
                  <a:lnTo>
                    <a:pt x="6402422" y="6748674"/>
                  </a:lnTo>
                  <a:lnTo>
                    <a:pt x="640242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3900049" y="564533"/>
              <a:ext cx="4387850" cy="6316345"/>
            </a:xfrm>
            <a:custGeom>
              <a:avLst/>
              <a:gdLst/>
              <a:ahLst/>
              <a:cxnLst/>
              <a:rect l="l" t="t" r="r" b="b"/>
              <a:pathLst>
                <a:path w="4387850" h="6316345">
                  <a:moveTo>
                    <a:pt x="2065883" y="0"/>
                  </a:moveTo>
                  <a:lnTo>
                    <a:pt x="0" y="0"/>
                  </a:lnTo>
                  <a:lnTo>
                    <a:pt x="0" y="6316027"/>
                  </a:lnTo>
                  <a:lnTo>
                    <a:pt x="2065883" y="6316027"/>
                  </a:lnTo>
                  <a:lnTo>
                    <a:pt x="2065883" y="0"/>
                  </a:lnTo>
                  <a:close/>
                </a:path>
                <a:path w="4387850" h="6316345">
                  <a:moveTo>
                    <a:pt x="4387824" y="0"/>
                  </a:moveTo>
                  <a:lnTo>
                    <a:pt x="2321928" y="0"/>
                  </a:lnTo>
                  <a:lnTo>
                    <a:pt x="2321928" y="6316027"/>
                  </a:lnTo>
                  <a:lnTo>
                    <a:pt x="4387824" y="6316027"/>
                  </a:lnTo>
                  <a:lnTo>
                    <a:pt x="4387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6221998" y="4868951"/>
              <a:ext cx="601345" cy="2011680"/>
            </a:xfrm>
            <a:custGeom>
              <a:avLst/>
              <a:gdLst/>
              <a:ahLst/>
              <a:cxnLst/>
              <a:rect l="l" t="t" r="r" b="b"/>
              <a:pathLst>
                <a:path w="601344" h="2011679">
                  <a:moveTo>
                    <a:pt x="601028" y="0"/>
                  </a:moveTo>
                  <a:lnTo>
                    <a:pt x="0" y="0"/>
                  </a:lnTo>
                  <a:lnTo>
                    <a:pt x="0" y="2011603"/>
                  </a:lnTo>
                  <a:lnTo>
                    <a:pt x="601028" y="2011603"/>
                  </a:lnTo>
                  <a:lnTo>
                    <a:pt x="6010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6221989" y="5048789"/>
              <a:ext cx="480695" cy="1831339"/>
            </a:xfrm>
            <a:custGeom>
              <a:avLst/>
              <a:gdLst/>
              <a:ahLst/>
              <a:cxnLst/>
              <a:rect l="l" t="t" r="r" b="b"/>
              <a:pathLst>
                <a:path w="480694" h="1831340">
                  <a:moveTo>
                    <a:pt x="480682" y="1724494"/>
                  </a:moveTo>
                  <a:lnTo>
                    <a:pt x="0" y="1724494"/>
                  </a:lnTo>
                  <a:lnTo>
                    <a:pt x="0" y="1831238"/>
                  </a:lnTo>
                  <a:lnTo>
                    <a:pt x="480682" y="1831238"/>
                  </a:lnTo>
                  <a:lnTo>
                    <a:pt x="480682" y="1724494"/>
                  </a:lnTo>
                  <a:close/>
                </a:path>
                <a:path w="480694" h="1831340">
                  <a:moveTo>
                    <a:pt x="480682" y="1478140"/>
                  </a:moveTo>
                  <a:lnTo>
                    <a:pt x="0" y="1478140"/>
                  </a:lnTo>
                  <a:lnTo>
                    <a:pt x="0" y="1584883"/>
                  </a:lnTo>
                  <a:lnTo>
                    <a:pt x="480682" y="1584883"/>
                  </a:lnTo>
                  <a:lnTo>
                    <a:pt x="480682" y="1478140"/>
                  </a:lnTo>
                  <a:close/>
                </a:path>
                <a:path w="480694" h="1831340">
                  <a:moveTo>
                    <a:pt x="480682" y="1231773"/>
                  </a:moveTo>
                  <a:lnTo>
                    <a:pt x="0" y="1231773"/>
                  </a:lnTo>
                  <a:lnTo>
                    <a:pt x="0" y="1338516"/>
                  </a:lnTo>
                  <a:lnTo>
                    <a:pt x="480682" y="1338516"/>
                  </a:lnTo>
                  <a:lnTo>
                    <a:pt x="480682" y="1231773"/>
                  </a:lnTo>
                  <a:close/>
                </a:path>
                <a:path w="480694" h="1831340">
                  <a:moveTo>
                    <a:pt x="480682" y="985418"/>
                  </a:moveTo>
                  <a:lnTo>
                    <a:pt x="0" y="985418"/>
                  </a:lnTo>
                  <a:lnTo>
                    <a:pt x="0" y="1092161"/>
                  </a:lnTo>
                  <a:lnTo>
                    <a:pt x="480682" y="1092161"/>
                  </a:lnTo>
                  <a:lnTo>
                    <a:pt x="480682" y="985418"/>
                  </a:lnTo>
                  <a:close/>
                </a:path>
                <a:path w="480694" h="1831340">
                  <a:moveTo>
                    <a:pt x="480682" y="739076"/>
                  </a:moveTo>
                  <a:lnTo>
                    <a:pt x="0" y="739076"/>
                  </a:lnTo>
                  <a:lnTo>
                    <a:pt x="0" y="845807"/>
                  </a:lnTo>
                  <a:lnTo>
                    <a:pt x="480682" y="845807"/>
                  </a:lnTo>
                  <a:lnTo>
                    <a:pt x="480682" y="739076"/>
                  </a:lnTo>
                  <a:close/>
                </a:path>
                <a:path w="480694" h="1831340">
                  <a:moveTo>
                    <a:pt x="480682" y="492709"/>
                  </a:moveTo>
                  <a:lnTo>
                    <a:pt x="0" y="492709"/>
                  </a:lnTo>
                  <a:lnTo>
                    <a:pt x="0" y="599452"/>
                  </a:lnTo>
                  <a:lnTo>
                    <a:pt x="480682" y="599452"/>
                  </a:lnTo>
                  <a:lnTo>
                    <a:pt x="480682" y="492709"/>
                  </a:lnTo>
                  <a:close/>
                </a:path>
                <a:path w="480694" h="1831340">
                  <a:moveTo>
                    <a:pt x="480682" y="246354"/>
                  </a:moveTo>
                  <a:lnTo>
                    <a:pt x="0" y="246354"/>
                  </a:lnTo>
                  <a:lnTo>
                    <a:pt x="0" y="353098"/>
                  </a:lnTo>
                  <a:lnTo>
                    <a:pt x="480682" y="353098"/>
                  </a:lnTo>
                  <a:lnTo>
                    <a:pt x="480682" y="246354"/>
                  </a:lnTo>
                  <a:close/>
                </a:path>
                <a:path w="480694" h="1831340">
                  <a:moveTo>
                    <a:pt x="480682" y="0"/>
                  </a:moveTo>
                  <a:lnTo>
                    <a:pt x="0" y="0"/>
                  </a:lnTo>
                  <a:lnTo>
                    <a:pt x="0" y="106730"/>
                  </a:lnTo>
                  <a:lnTo>
                    <a:pt x="480682" y="106730"/>
                  </a:lnTo>
                  <a:lnTo>
                    <a:pt x="480682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64905" y="4263053"/>
              <a:ext cx="2923540" cy="2618105"/>
            </a:xfrm>
            <a:custGeom>
              <a:avLst/>
              <a:gdLst/>
              <a:ahLst/>
              <a:cxnLst/>
              <a:rect l="l" t="t" r="r" b="b"/>
              <a:pathLst>
                <a:path w="2923540" h="2618104">
                  <a:moveTo>
                    <a:pt x="601027" y="605904"/>
                  </a:moveTo>
                  <a:lnTo>
                    <a:pt x="0" y="605904"/>
                  </a:lnTo>
                  <a:lnTo>
                    <a:pt x="0" y="2617508"/>
                  </a:lnTo>
                  <a:lnTo>
                    <a:pt x="601027" y="2617508"/>
                  </a:lnTo>
                  <a:lnTo>
                    <a:pt x="601027" y="605904"/>
                  </a:lnTo>
                  <a:close/>
                </a:path>
                <a:path w="2923540" h="2618104">
                  <a:moveTo>
                    <a:pt x="2922968" y="0"/>
                  </a:moveTo>
                  <a:lnTo>
                    <a:pt x="2325116" y="0"/>
                  </a:lnTo>
                  <a:lnTo>
                    <a:pt x="2325116" y="2617495"/>
                  </a:lnTo>
                  <a:lnTo>
                    <a:pt x="2922968" y="2617495"/>
                  </a:lnTo>
                  <a:lnTo>
                    <a:pt x="29229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7873574" y="4484871"/>
              <a:ext cx="414655" cy="2181225"/>
            </a:xfrm>
            <a:custGeom>
              <a:avLst/>
              <a:gdLst/>
              <a:ahLst/>
              <a:cxnLst/>
              <a:rect l="l" t="t" r="r" b="b"/>
              <a:pathLst>
                <a:path w="414655" h="2181225">
                  <a:moveTo>
                    <a:pt x="414299" y="1989391"/>
                  </a:moveTo>
                  <a:lnTo>
                    <a:pt x="0" y="1989391"/>
                  </a:lnTo>
                  <a:lnTo>
                    <a:pt x="0" y="2180717"/>
                  </a:lnTo>
                  <a:lnTo>
                    <a:pt x="414299" y="2180717"/>
                  </a:lnTo>
                  <a:lnTo>
                    <a:pt x="414299" y="1989391"/>
                  </a:lnTo>
                  <a:close/>
                </a:path>
                <a:path w="414655" h="2181225">
                  <a:moveTo>
                    <a:pt x="414299" y="1591513"/>
                  </a:moveTo>
                  <a:lnTo>
                    <a:pt x="0" y="1591513"/>
                  </a:lnTo>
                  <a:lnTo>
                    <a:pt x="0" y="1782851"/>
                  </a:lnTo>
                  <a:lnTo>
                    <a:pt x="414299" y="1782851"/>
                  </a:lnTo>
                  <a:lnTo>
                    <a:pt x="414299" y="1591513"/>
                  </a:lnTo>
                  <a:close/>
                </a:path>
                <a:path w="414655" h="2181225">
                  <a:moveTo>
                    <a:pt x="414299" y="1193634"/>
                  </a:moveTo>
                  <a:lnTo>
                    <a:pt x="0" y="1193634"/>
                  </a:lnTo>
                  <a:lnTo>
                    <a:pt x="0" y="1384960"/>
                  </a:lnTo>
                  <a:lnTo>
                    <a:pt x="414299" y="1384960"/>
                  </a:lnTo>
                  <a:lnTo>
                    <a:pt x="414299" y="1193634"/>
                  </a:lnTo>
                  <a:close/>
                </a:path>
                <a:path w="414655" h="2181225">
                  <a:moveTo>
                    <a:pt x="414299" y="795756"/>
                  </a:moveTo>
                  <a:lnTo>
                    <a:pt x="0" y="795756"/>
                  </a:lnTo>
                  <a:lnTo>
                    <a:pt x="0" y="987094"/>
                  </a:lnTo>
                  <a:lnTo>
                    <a:pt x="414299" y="987094"/>
                  </a:lnTo>
                  <a:lnTo>
                    <a:pt x="414299" y="795756"/>
                  </a:lnTo>
                  <a:close/>
                </a:path>
                <a:path w="414655" h="2181225">
                  <a:moveTo>
                    <a:pt x="414299" y="397891"/>
                  </a:moveTo>
                  <a:lnTo>
                    <a:pt x="0" y="397891"/>
                  </a:lnTo>
                  <a:lnTo>
                    <a:pt x="0" y="589216"/>
                  </a:lnTo>
                  <a:lnTo>
                    <a:pt x="414299" y="589216"/>
                  </a:lnTo>
                  <a:lnTo>
                    <a:pt x="414299" y="397891"/>
                  </a:lnTo>
                  <a:close/>
                </a:path>
                <a:path w="414655" h="2181225">
                  <a:moveTo>
                    <a:pt x="414299" y="0"/>
                  </a:moveTo>
                  <a:lnTo>
                    <a:pt x="0" y="0"/>
                  </a:lnTo>
                  <a:lnTo>
                    <a:pt x="0" y="191338"/>
                  </a:lnTo>
                  <a:lnTo>
                    <a:pt x="414299" y="191338"/>
                  </a:lnTo>
                  <a:lnTo>
                    <a:pt x="41429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8543927" y="564527"/>
              <a:ext cx="1532255" cy="6316345"/>
            </a:xfrm>
            <a:custGeom>
              <a:avLst/>
              <a:gdLst/>
              <a:ahLst/>
              <a:cxnLst/>
              <a:rect l="l" t="t" r="r" b="b"/>
              <a:pathLst>
                <a:path w="1532255" h="6316345">
                  <a:moveTo>
                    <a:pt x="1532047" y="0"/>
                  </a:moveTo>
                  <a:lnTo>
                    <a:pt x="0" y="0"/>
                  </a:lnTo>
                  <a:lnTo>
                    <a:pt x="0" y="6316027"/>
                  </a:lnTo>
                  <a:lnTo>
                    <a:pt x="1532047" y="6316027"/>
                  </a:lnTo>
                  <a:lnTo>
                    <a:pt x="15320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4940005" y="5827403"/>
              <a:ext cx="425450" cy="1064260"/>
            </a:xfrm>
            <a:custGeom>
              <a:avLst/>
              <a:gdLst/>
              <a:ahLst/>
              <a:cxnLst/>
              <a:rect l="l" t="t" r="r" b="b"/>
              <a:pathLst>
                <a:path w="425450" h="1064259">
                  <a:moveTo>
                    <a:pt x="424908" y="0"/>
                  </a:moveTo>
                  <a:lnTo>
                    <a:pt x="0" y="0"/>
                  </a:lnTo>
                  <a:lnTo>
                    <a:pt x="0" y="1063967"/>
                  </a:lnTo>
                  <a:lnTo>
                    <a:pt x="424908" y="1063967"/>
                  </a:lnTo>
                  <a:lnTo>
                    <a:pt x="424908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8543927" y="4263043"/>
              <a:ext cx="927100" cy="2618105"/>
            </a:xfrm>
            <a:custGeom>
              <a:avLst/>
              <a:gdLst/>
              <a:ahLst/>
              <a:cxnLst/>
              <a:rect l="l" t="t" r="r" b="b"/>
              <a:pathLst>
                <a:path w="927100" h="2618104">
                  <a:moveTo>
                    <a:pt x="926872" y="0"/>
                  </a:moveTo>
                  <a:lnTo>
                    <a:pt x="0" y="0"/>
                  </a:lnTo>
                  <a:lnTo>
                    <a:pt x="0" y="2617501"/>
                  </a:lnTo>
                  <a:lnTo>
                    <a:pt x="926872" y="2617501"/>
                  </a:lnTo>
                  <a:lnTo>
                    <a:pt x="9268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8543919" y="4484871"/>
              <a:ext cx="642620" cy="2181225"/>
            </a:xfrm>
            <a:custGeom>
              <a:avLst/>
              <a:gdLst/>
              <a:ahLst/>
              <a:cxnLst/>
              <a:rect l="l" t="t" r="r" b="b"/>
              <a:pathLst>
                <a:path w="642619" h="2181225">
                  <a:moveTo>
                    <a:pt x="642315" y="1989391"/>
                  </a:moveTo>
                  <a:lnTo>
                    <a:pt x="0" y="1989391"/>
                  </a:lnTo>
                  <a:lnTo>
                    <a:pt x="0" y="2180717"/>
                  </a:lnTo>
                  <a:lnTo>
                    <a:pt x="642315" y="2180717"/>
                  </a:lnTo>
                  <a:lnTo>
                    <a:pt x="642315" y="1989391"/>
                  </a:lnTo>
                  <a:close/>
                </a:path>
                <a:path w="642619" h="2181225">
                  <a:moveTo>
                    <a:pt x="642315" y="1591513"/>
                  </a:moveTo>
                  <a:lnTo>
                    <a:pt x="0" y="1591513"/>
                  </a:lnTo>
                  <a:lnTo>
                    <a:pt x="0" y="1782851"/>
                  </a:lnTo>
                  <a:lnTo>
                    <a:pt x="642315" y="1782851"/>
                  </a:lnTo>
                  <a:lnTo>
                    <a:pt x="642315" y="1591513"/>
                  </a:lnTo>
                  <a:close/>
                </a:path>
                <a:path w="642619" h="2181225">
                  <a:moveTo>
                    <a:pt x="642315" y="1193634"/>
                  </a:moveTo>
                  <a:lnTo>
                    <a:pt x="0" y="1193634"/>
                  </a:lnTo>
                  <a:lnTo>
                    <a:pt x="0" y="1384960"/>
                  </a:lnTo>
                  <a:lnTo>
                    <a:pt x="642315" y="1384960"/>
                  </a:lnTo>
                  <a:lnTo>
                    <a:pt x="642315" y="1193634"/>
                  </a:lnTo>
                  <a:close/>
                </a:path>
                <a:path w="642619" h="2181225">
                  <a:moveTo>
                    <a:pt x="642315" y="795756"/>
                  </a:moveTo>
                  <a:lnTo>
                    <a:pt x="0" y="795756"/>
                  </a:lnTo>
                  <a:lnTo>
                    <a:pt x="0" y="987094"/>
                  </a:lnTo>
                  <a:lnTo>
                    <a:pt x="642315" y="987094"/>
                  </a:lnTo>
                  <a:lnTo>
                    <a:pt x="642315" y="795756"/>
                  </a:lnTo>
                  <a:close/>
                </a:path>
                <a:path w="642619" h="2181225">
                  <a:moveTo>
                    <a:pt x="642315" y="397891"/>
                  </a:moveTo>
                  <a:lnTo>
                    <a:pt x="0" y="397891"/>
                  </a:lnTo>
                  <a:lnTo>
                    <a:pt x="0" y="589216"/>
                  </a:lnTo>
                  <a:lnTo>
                    <a:pt x="642315" y="589216"/>
                  </a:lnTo>
                  <a:lnTo>
                    <a:pt x="642315" y="397891"/>
                  </a:lnTo>
                  <a:close/>
                </a:path>
                <a:path w="642619" h="2181225">
                  <a:moveTo>
                    <a:pt x="642315" y="0"/>
                  </a:moveTo>
                  <a:lnTo>
                    <a:pt x="0" y="0"/>
                  </a:lnTo>
                  <a:lnTo>
                    <a:pt x="0" y="191338"/>
                  </a:lnTo>
                  <a:lnTo>
                    <a:pt x="642315" y="191338"/>
                  </a:lnTo>
                  <a:lnTo>
                    <a:pt x="642315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73328" y="2991325"/>
              <a:ext cx="3275329" cy="6080760"/>
            </a:xfrm>
            <a:custGeom>
              <a:avLst/>
              <a:gdLst/>
              <a:ahLst/>
              <a:cxnLst/>
              <a:rect l="l" t="t" r="r" b="b"/>
              <a:pathLst>
                <a:path w="3275329" h="6080759">
                  <a:moveTo>
                    <a:pt x="1695818" y="2990164"/>
                  </a:moveTo>
                  <a:lnTo>
                    <a:pt x="1599133" y="2990164"/>
                  </a:lnTo>
                  <a:lnTo>
                    <a:pt x="1599133" y="2991739"/>
                  </a:lnTo>
                  <a:lnTo>
                    <a:pt x="1695818" y="2991739"/>
                  </a:lnTo>
                  <a:lnTo>
                    <a:pt x="1695818" y="2990164"/>
                  </a:lnTo>
                  <a:close/>
                </a:path>
                <a:path w="3275329" h="6080759">
                  <a:moveTo>
                    <a:pt x="1695818" y="1086408"/>
                  </a:moveTo>
                  <a:lnTo>
                    <a:pt x="1599133" y="1086408"/>
                  </a:lnTo>
                  <a:lnTo>
                    <a:pt x="1599133" y="1990750"/>
                  </a:lnTo>
                  <a:lnTo>
                    <a:pt x="1695818" y="1990750"/>
                  </a:lnTo>
                  <a:lnTo>
                    <a:pt x="1695818" y="1086408"/>
                  </a:lnTo>
                  <a:close/>
                </a:path>
                <a:path w="3275329" h="6080759">
                  <a:moveTo>
                    <a:pt x="3274860" y="5090426"/>
                  </a:moveTo>
                  <a:lnTo>
                    <a:pt x="3178200" y="5090426"/>
                  </a:lnTo>
                  <a:lnTo>
                    <a:pt x="3178200" y="5983605"/>
                  </a:lnTo>
                  <a:lnTo>
                    <a:pt x="3274860" y="5983605"/>
                  </a:lnTo>
                  <a:lnTo>
                    <a:pt x="3274860" y="5090426"/>
                  </a:lnTo>
                  <a:close/>
                </a:path>
                <a:path w="3275329" h="6080759">
                  <a:moveTo>
                    <a:pt x="3274860" y="1086408"/>
                  </a:moveTo>
                  <a:lnTo>
                    <a:pt x="3178200" y="1086408"/>
                  </a:lnTo>
                  <a:lnTo>
                    <a:pt x="3178200" y="1990750"/>
                  </a:lnTo>
                  <a:lnTo>
                    <a:pt x="3274860" y="1990750"/>
                  </a:lnTo>
                  <a:lnTo>
                    <a:pt x="3274860" y="1086408"/>
                  </a:lnTo>
                  <a:close/>
                </a:path>
                <a:path w="3275329" h="6080759">
                  <a:moveTo>
                    <a:pt x="3274860" y="0"/>
                  </a:moveTo>
                  <a:lnTo>
                    <a:pt x="0" y="0"/>
                  </a:lnTo>
                  <a:lnTo>
                    <a:pt x="0" y="96520"/>
                  </a:lnTo>
                  <a:lnTo>
                    <a:pt x="0" y="989330"/>
                  </a:lnTo>
                  <a:lnTo>
                    <a:pt x="0" y="6080760"/>
                  </a:lnTo>
                  <a:lnTo>
                    <a:pt x="3274860" y="6080760"/>
                  </a:lnTo>
                  <a:lnTo>
                    <a:pt x="3274860" y="5984240"/>
                  </a:lnTo>
                  <a:lnTo>
                    <a:pt x="1695818" y="5984240"/>
                  </a:lnTo>
                  <a:lnTo>
                    <a:pt x="1695818" y="5982970"/>
                  </a:lnTo>
                  <a:lnTo>
                    <a:pt x="1695818" y="5090160"/>
                  </a:lnTo>
                  <a:lnTo>
                    <a:pt x="3274860" y="5090160"/>
                  </a:lnTo>
                  <a:lnTo>
                    <a:pt x="3274860" y="4993754"/>
                  </a:lnTo>
                  <a:lnTo>
                    <a:pt x="3274860" y="4089412"/>
                  </a:lnTo>
                  <a:lnTo>
                    <a:pt x="3178200" y="4089412"/>
                  </a:lnTo>
                  <a:lnTo>
                    <a:pt x="3178200" y="4993640"/>
                  </a:lnTo>
                  <a:lnTo>
                    <a:pt x="1599133" y="4993640"/>
                  </a:lnTo>
                  <a:lnTo>
                    <a:pt x="1599133" y="5090160"/>
                  </a:lnTo>
                  <a:lnTo>
                    <a:pt x="1599133" y="5982970"/>
                  </a:lnTo>
                  <a:lnTo>
                    <a:pt x="1599133" y="5984240"/>
                  </a:lnTo>
                  <a:lnTo>
                    <a:pt x="96672" y="5984240"/>
                  </a:lnTo>
                  <a:lnTo>
                    <a:pt x="96672" y="5090160"/>
                  </a:lnTo>
                  <a:lnTo>
                    <a:pt x="1599133" y="5090160"/>
                  </a:lnTo>
                  <a:lnTo>
                    <a:pt x="1599133" y="4993640"/>
                  </a:lnTo>
                  <a:lnTo>
                    <a:pt x="96672" y="4993640"/>
                  </a:lnTo>
                  <a:lnTo>
                    <a:pt x="96672" y="4089400"/>
                  </a:lnTo>
                  <a:lnTo>
                    <a:pt x="3274860" y="4089400"/>
                  </a:lnTo>
                  <a:lnTo>
                    <a:pt x="3274860" y="3992880"/>
                  </a:lnTo>
                  <a:lnTo>
                    <a:pt x="1695818" y="3992880"/>
                  </a:lnTo>
                  <a:lnTo>
                    <a:pt x="1695818" y="3088640"/>
                  </a:lnTo>
                  <a:lnTo>
                    <a:pt x="3178200" y="3088640"/>
                  </a:lnTo>
                  <a:lnTo>
                    <a:pt x="3178200" y="3992740"/>
                  </a:lnTo>
                  <a:lnTo>
                    <a:pt x="3274860" y="3992740"/>
                  </a:lnTo>
                  <a:lnTo>
                    <a:pt x="3274860" y="3088640"/>
                  </a:lnTo>
                  <a:lnTo>
                    <a:pt x="3274860" y="3088411"/>
                  </a:lnTo>
                  <a:lnTo>
                    <a:pt x="3274860" y="2992120"/>
                  </a:lnTo>
                  <a:lnTo>
                    <a:pt x="1599133" y="2992120"/>
                  </a:lnTo>
                  <a:lnTo>
                    <a:pt x="1599133" y="3088640"/>
                  </a:lnTo>
                  <a:lnTo>
                    <a:pt x="1599133" y="3992880"/>
                  </a:lnTo>
                  <a:lnTo>
                    <a:pt x="96672" y="3992880"/>
                  </a:lnTo>
                  <a:lnTo>
                    <a:pt x="96672" y="3088640"/>
                  </a:lnTo>
                  <a:lnTo>
                    <a:pt x="1599133" y="3088640"/>
                  </a:lnTo>
                  <a:lnTo>
                    <a:pt x="1599133" y="2992120"/>
                  </a:lnTo>
                  <a:lnTo>
                    <a:pt x="96672" y="2992120"/>
                  </a:lnTo>
                  <a:lnTo>
                    <a:pt x="96672" y="2087880"/>
                  </a:lnTo>
                  <a:lnTo>
                    <a:pt x="3178200" y="2087880"/>
                  </a:lnTo>
                  <a:lnTo>
                    <a:pt x="3178200" y="2991739"/>
                  </a:lnTo>
                  <a:lnTo>
                    <a:pt x="3274860" y="2991739"/>
                  </a:lnTo>
                  <a:lnTo>
                    <a:pt x="3274860" y="2087880"/>
                  </a:lnTo>
                  <a:lnTo>
                    <a:pt x="3274860" y="2087410"/>
                  </a:lnTo>
                  <a:lnTo>
                    <a:pt x="3274860" y="1991360"/>
                  </a:lnTo>
                  <a:lnTo>
                    <a:pt x="96672" y="1991360"/>
                  </a:lnTo>
                  <a:lnTo>
                    <a:pt x="96672" y="1085850"/>
                  </a:lnTo>
                  <a:lnTo>
                    <a:pt x="3274860" y="1085850"/>
                  </a:lnTo>
                  <a:lnTo>
                    <a:pt x="3274860" y="989736"/>
                  </a:lnTo>
                  <a:lnTo>
                    <a:pt x="3274860" y="989330"/>
                  </a:lnTo>
                  <a:lnTo>
                    <a:pt x="3274860" y="96545"/>
                  </a:lnTo>
                  <a:lnTo>
                    <a:pt x="3178200" y="96545"/>
                  </a:lnTo>
                  <a:lnTo>
                    <a:pt x="3178200" y="989330"/>
                  </a:lnTo>
                  <a:lnTo>
                    <a:pt x="733539" y="989330"/>
                  </a:lnTo>
                  <a:lnTo>
                    <a:pt x="733539" y="343852"/>
                  </a:lnTo>
                  <a:lnTo>
                    <a:pt x="637501" y="343852"/>
                  </a:lnTo>
                  <a:lnTo>
                    <a:pt x="637501" y="989330"/>
                  </a:lnTo>
                  <a:lnTo>
                    <a:pt x="430936" y="989330"/>
                  </a:lnTo>
                  <a:lnTo>
                    <a:pt x="430936" y="343852"/>
                  </a:lnTo>
                  <a:lnTo>
                    <a:pt x="238874" y="343852"/>
                  </a:lnTo>
                  <a:lnTo>
                    <a:pt x="238874" y="989330"/>
                  </a:lnTo>
                  <a:lnTo>
                    <a:pt x="96672" y="989330"/>
                  </a:lnTo>
                  <a:lnTo>
                    <a:pt x="96672" y="96520"/>
                  </a:lnTo>
                  <a:lnTo>
                    <a:pt x="3274860" y="96520"/>
                  </a:lnTo>
                  <a:lnTo>
                    <a:pt x="3274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606872" y="3534457"/>
              <a:ext cx="96520" cy="447040"/>
            </a:xfrm>
            <a:custGeom>
              <a:avLst/>
              <a:gdLst/>
              <a:ahLst/>
              <a:cxnLst/>
              <a:rect l="l" t="t" r="r" b="b"/>
              <a:pathLst>
                <a:path w="96519" h="447039">
                  <a:moveTo>
                    <a:pt x="96038" y="0"/>
                  </a:moveTo>
                  <a:lnTo>
                    <a:pt x="0" y="0"/>
                  </a:lnTo>
                  <a:lnTo>
                    <a:pt x="0" y="446593"/>
                  </a:lnTo>
                  <a:lnTo>
                    <a:pt x="96038" y="446593"/>
                  </a:lnTo>
                  <a:lnTo>
                    <a:pt x="9603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18776" y="3203033"/>
              <a:ext cx="192405" cy="778510"/>
            </a:xfrm>
            <a:custGeom>
              <a:avLst/>
              <a:gdLst/>
              <a:ahLst/>
              <a:cxnLst/>
              <a:rect l="l" t="t" r="r" b="b"/>
              <a:pathLst>
                <a:path w="192405" h="778510">
                  <a:moveTo>
                    <a:pt x="192067" y="0"/>
                  </a:moveTo>
                  <a:lnTo>
                    <a:pt x="0" y="0"/>
                  </a:lnTo>
                  <a:lnTo>
                    <a:pt x="0" y="778018"/>
                  </a:lnTo>
                  <a:lnTo>
                    <a:pt x="192067" y="778018"/>
                  </a:lnTo>
                  <a:lnTo>
                    <a:pt x="19206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702904" y="3335178"/>
              <a:ext cx="504190" cy="646430"/>
            </a:xfrm>
            <a:custGeom>
              <a:avLst/>
              <a:gdLst/>
              <a:ahLst/>
              <a:cxnLst/>
              <a:rect l="l" t="t" r="r" b="b"/>
              <a:pathLst>
                <a:path w="504189" h="646429">
                  <a:moveTo>
                    <a:pt x="239712" y="0"/>
                  </a:moveTo>
                  <a:lnTo>
                    <a:pt x="0" y="0"/>
                  </a:lnTo>
                  <a:lnTo>
                    <a:pt x="0" y="645883"/>
                  </a:lnTo>
                  <a:lnTo>
                    <a:pt x="239712" y="645883"/>
                  </a:lnTo>
                  <a:lnTo>
                    <a:pt x="239712" y="0"/>
                  </a:lnTo>
                  <a:close/>
                </a:path>
                <a:path w="504189" h="646429">
                  <a:moveTo>
                    <a:pt x="503618" y="0"/>
                  </a:moveTo>
                  <a:lnTo>
                    <a:pt x="383755" y="0"/>
                  </a:lnTo>
                  <a:lnTo>
                    <a:pt x="383755" y="645883"/>
                  </a:lnTo>
                  <a:lnTo>
                    <a:pt x="503618" y="645883"/>
                  </a:lnTo>
                  <a:lnTo>
                    <a:pt x="503618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942632" y="3241733"/>
              <a:ext cx="144145" cy="739775"/>
            </a:xfrm>
            <a:custGeom>
              <a:avLst/>
              <a:gdLst/>
              <a:ahLst/>
              <a:cxnLst/>
              <a:rect l="l" t="t" r="r" b="b"/>
              <a:pathLst>
                <a:path w="144144" h="739775">
                  <a:moveTo>
                    <a:pt x="144047" y="0"/>
                  </a:moveTo>
                  <a:lnTo>
                    <a:pt x="0" y="0"/>
                  </a:lnTo>
                  <a:lnTo>
                    <a:pt x="0" y="739317"/>
                  </a:lnTo>
                  <a:lnTo>
                    <a:pt x="144047" y="739317"/>
                  </a:lnTo>
                  <a:lnTo>
                    <a:pt x="144047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957195" y="4336192"/>
              <a:ext cx="495300" cy="646430"/>
            </a:xfrm>
            <a:custGeom>
              <a:avLst/>
              <a:gdLst/>
              <a:ahLst/>
              <a:cxnLst/>
              <a:rect l="l" t="t" r="r" b="b"/>
              <a:pathLst>
                <a:path w="495300" h="646429">
                  <a:moveTo>
                    <a:pt x="192062" y="0"/>
                  </a:moveTo>
                  <a:lnTo>
                    <a:pt x="0" y="0"/>
                  </a:lnTo>
                  <a:lnTo>
                    <a:pt x="0" y="645883"/>
                  </a:lnTo>
                  <a:lnTo>
                    <a:pt x="192062" y="645883"/>
                  </a:lnTo>
                  <a:lnTo>
                    <a:pt x="192062" y="0"/>
                  </a:lnTo>
                  <a:close/>
                </a:path>
                <a:path w="495300" h="646429">
                  <a:moveTo>
                    <a:pt x="494677" y="0"/>
                  </a:moveTo>
                  <a:lnTo>
                    <a:pt x="398627" y="0"/>
                  </a:lnTo>
                  <a:lnTo>
                    <a:pt x="398627" y="645883"/>
                  </a:lnTo>
                  <a:lnTo>
                    <a:pt x="494677" y="645883"/>
                  </a:lnTo>
                  <a:lnTo>
                    <a:pt x="4946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451863" y="4535474"/>
              <a:ext cx="96520" cy="447040"/>
            </a:xfrm>
            <a:custGeom>
              <a:avLst/>
              <a:gdLst/>
              <a:ahLst/>
              <a:cxnLst/>
              <a:rect l="l" t="t" r="r" b="b"/>
              <a:pathLst>
                <a:path w="96520" h="447039">
                  <a:moveTo>
                    <a:pt x="96038" y="0"/>
                  </a:moveTo>
                  <a:lnTo>
                    <a:pt x="0" y="0"/>
                  </a:lnTo>
                  <a:lnTo>
                    <a:pt x="0" y="446593"/>
                  </a:lnTo>
                  <a:lnTo>
                    <a:pt x="96038" y="446593"/>
                  </a:lnTo>
                  <a:lnTo>
                    <a:pt x="9603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163767" y="4204050"/>
              <a:ext cx="192405" cy="778510"/>
            </a:xfrm>
            <a:custGeom>
              <a:avLst/>
              <a:gdLst/>
              <a:ahLst/>
              <a:cxnLst/>
              <a:rect l="l" t="t" r="r" b="b"/>
              <a:pathLst>
                <a:path w="192404" h="778510">
                  <a:moveTo>
                    <a:pt x="192067" y="0"/>
                  </a:moveTo>
                  <a:lnTo>
                    <a:pt x="0" y="0"/>
                  </a:lnTo>
                  <a:lnTo>
                    <a:pt x="0" y="778018"/>
                  </a:lnTo>
                  <a:lnTo>
                    <a:pt x="192067" y="778018"/>
                  </a:lnTo>
                  <a:lnTo>
                    <a:pt x="19206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547912" y="4336192"/>
              <a:ext cx="240029" cy="646430"/>
            </a:xfrm>
            <a:custGeom>
              <a:avLst/>
              <a:gdLst/>
              <a:ahLst/>
              <a:cxnLst/>
              <a:rect l="l" t="t" r="r" b="b"/>
              <a:pathLst>
                <a:path w="240029" h="646429">
                  <a:moveTo>
                    <a:pt x="239709" y="0"/>
                  </a:moveTo>
                  <a:lnTo>
                    <a:pt x="0" y="0"/>
                  </a:lnTo>
                  <a:lnTo>
                    <a:pt x="0" y="645875"/>
                  </a:lnTo>
                  <a:lnTo>
                    <a:pt x="239709" y="645875"/>
                  </a:lnTo>
                  <a:lnTo>
                    <a:pt x="239709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931670" y="4336192"/>
              <a:ext cx="120014" cy="646430"/>
            </a:xfrm>
            <a:custGeom>
              <a:avLst/>
              <a:gdLst/>
              <a:ahLst/>
              <a:cxnLst/>
              <a:rect l="l" t="t" r="r" b="b"/>
              <a:pathLst>
                <a:path w="120014" h="646429">
                  <a:moveTo>
                    <a:pt x="119860" y="0"/>
                  </a:moveTo>
                  <a:lnTo>
                    <a:pt x="0" y="0"/>
                  </a:lnTo>
                  <a:lnTo>
                    <a:pt x="0" y="645875"/>
                  </a:lnTo>
                  <a:lnTo>
                    <a:pt x="119860" y="645875"/>
                  </a:lnTo>
                  <a:lnTo>
                    <a:pt x="119860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787623" y="4242750"/>
              <a:ext cx="144145" cy="739775"/>
            </a:xfrm>
            <a:custGeom>
              <a:avLst/>
              <a:gdLst/>
              <a:ahLst/>
              <a:cxnLst/>
              <a:rect l="l" t="t" r="r" b="b"/>
              <a:pathLst>
                <a:path w="144145" h="739775">
                  <a:moveTo>
                    <a:pt x="144047" y="0"/>
                  </a:moveTo>
                  <a:lnTo>
                    <a:pt x="0" y="0"/>
                  </a:lnTo>
                  <a:lnTo>
                    <a:pt x="0" y="739317"/>
                  </a:lnTo>
                  <a:lnTo>
                    <a:pt x="144047" y="739317"/>
                  </a:lnTo>
                  <a:lnTo>
                    <a:pt x="14404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70000" y="6338195"/>
              <a:ext cx="494665" cy="646430"/>
            </a:xfrm>
            <a:custGeom>
              <a:avLst/>
              <a:gdLst/>
              <a:ahLst/>
              <a:cxnLst/>
              <a:rect l="l" t="t" r="r" b="b"/>
              <a:pathLst>
                <a:path w="494665" h="646429">
                  <a:moveTo>
                    <a:pt x="192062" y="0"/>
                  </a:moveTo>
                  <a:lnTo>
                    <a:pt x="0" y="0"/>
                  </a:lnTo>
                  <a:lnTo>
                    <a:pt x="0" y="645871"/>
                  </a:lnTo>
                  <a:lnTo>
                    <a:pt x="192062" y="645871"/>
                  </a:lnTo>
                  <a:lnTo>
                    <a:pt x="192062" y="0"/>
                  </a:lnTo>
                  <a:close/>
                </a:path>
                <a:path w="494665" h="646429">
                  <a:moveTo>
                    <a:pt x="494665" y="0"/>
                  </a:moveTo>
                  <a:lnTo>
                    <a:pt x="398627" y="0"/>
                  </a:lnTo>
                  <a:lnTo>
                    <a:pt x="398627" y="645871"/>
                  </a:lnTo>
                  <a:lnTo>
                    <a:pt x="494665" y="645871"/>
                  </a:lnTo>
                  <a:lnTo>
                    <a:pt x="4946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464667" y="6537465"/>
              <a:ext cx="96520" cy="447040"/>
            </a:xfrm>
            <a:custGeom>
              <a:avLst/>
              <a:gdLst/>
              <a:ahLst/>
              <a:cxnLst/>
              <a:rect l="l" t="t" r="r" b="b"/>
              <a:pathLst>
                <a:path w="96519" h="447040">
                  <a:moveTo>
                    <a:pt x="96038" y="0"/>
                  </a:moveTo>
                  <a:lnTo>
                    <a:pt x="0" y="0"/>
                  </a:lnTo>
                  <a:lnTo>
                    <a:pt x="0" y="446593"/>
                  </a:lnTo>
                  <a:lnTo>
                    <a:pt x="96038" y="446593"/>
                  </a:lnTo>
                  <a:lnTo>
                    <a:pt x="9603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176571" y="6206041"/>
              <a:ext cx="192405" cy="778510"/>
            </a:xfrm>
            <a:custGeom>
              <a:avLst/>
              <a:gdLst/>
              <a:ahLst/>
              <a:cxnLst/>
              <a:rect l="l" t="t" r="r" b="b"/>
              <a:pathLst>
                <a:path w="192405" h="778509">
                  <a:moveTo>
                    <a:pt x="192067" y="0"/>
                  </a:moveTo>
                  <a:lnTo>
                    <a:pt x="0" y="0"/>
                  </a:lnTo>
                  <a:lnTo>
                    <a:pt x="0" y="778018"/>
                  </a:lnTo>
                  <a:lnTo>
                    <a:pt x="192067" y="778018"/>
                  </a:lnTo>
                  <a:lnTo>
                    <a:pt x="19206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560716" y="6338183"/>
              <a:ext cx="240029" cy="646430"/>
            </a:xfrm>
            <a:custGeom>
              <a:avLst/>
              <a:gdLst/>
              <a:ahLst/>
              <a:cxnLst/>
              <a:rect l="l" t="t" r="r" b="b"/>
              <a:pathLst>
                <a:path w="240030" h="646429">
                  <a:moveTo>
                    <a:pt x="239709" y="0"/>
                  </a:moveTo>
                  <a:lnTo>
                    <a:pt x="0" y="0"/>
                  </a:lnTo>
                  <a:lnTo>
                    <a:pt x="0" y="645875"/>
                  </a:lnTo>
                  <a:lnTo>
                    <a:pt x="239709" y="645875"/>
                  </a:lnTo>
                  <a:lnTo>
                    <a:pt x="239709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944474" y="6338183"/>
              <a:ext cx="120014" cy="646430"/>
            </a:xfrm>
            <a:custGeom>
              <a:avLst/>
              <a:gdLst/>
              <a:ahLst/>
              <a:cxnLst/>
              <a:rect l="l" t="t" r="r" b="b"/>
              <a:pathLst>
                <a:path w="120014" h="646429">
                  <a:moveTo>
                    <a:pt x="119860" y="0"/>
                  </a:moveTo>
                  <a:lnTo>
                    <a:pt x="0" y="0"/>
                  </a:lnTo>
                  <a:lnTo>
                    <a:pt x="0" y="645875"/>
                  </a:lnTo>
                  <a:lnTo>
                    <a:pt x="119860" y="645875"/>
                  </a:lnTo>
                  <a:lnTo>
                    <a:pt x="119860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800426" y="6244752"/>
              <a:ext cx="144145" cy="739775"/>
            </a:xfrm>
            <a:custGeom>
              <a:avLst/>
              <a:gdLst/>
              <a:ahLst/>
              <a:cxnLst/>
              <a:rect l="l" t="t" r="r" b="b"/>
              <a:pathLst>
                <a:path w="144144" h="739775">
                  <a:moveTo>
                    <a:pt x="144047" y="0"/>
                  </a:moveTo>
                  <a:lnTo>
                    <a:pt x="0" y="0"/>
                  </a:lnTo>
                  <a:lnTo>
                    <a:pt x="0" y="739317"/>
                  </a:lnTo>
                  <a:lnTo>
                    <a:pt x="144047" y="739317"/>
                  </a:lnTo>
                  <a:lnTo>
                    <a:pt x="14404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291132" y="7333494"/>
              <a:ext cx="494665" cy="646430"/>
            </a:xfrm>
            <a:custGeom>
              <a:avLst/>
              <a:gdLst/>
              <a:ahLst/>
              <a:cxnLst/>
              <a:rect l="l" t="t" r="r" b="b"/>
              <a:pathLst>
                <a:path w="494664" h="646429">
                  <a:moveTo>
                    <a:pt x="192074" y="0"/>
                  </a:moveTo>
                  <a:lnTo>
                    <a:pt x="0" y="0"/>
                  </a:lnTo>
                  <a:lnTo>
                    <a:pt x="0" y="645883"/>
                  </a:lnTo>
                  <a:lnTo>
                    <a:pt x="192074" y="645883"/>
                  </a:lnTo>
                  <a:lnTo>
                    <a:pt x="192074" y="0"/>
                  </a:lnTo>
                  <a:close/>
                </a:path>
                <a:path w="494664" h="646429">
                  <a:moveTo>
                    <a:pt x="494665" y="0"/>
                  </a:moveTo>
                  <a:lnTo>
                    <a:pt x="398627" y="0"/>
                  </a:lnTo>
                  <a:lnTo>
                    <a:pt x="398627" y="645883"/>
                  </a:lnTo>
                  <a:lnTo>
                    <a:pt x="494665" y="645883"/>
                  </a:lnTo>
                  <a:lnTo>
                    <a:pt x="4946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785809" y="7532776"/>
              <a:ext cx="96520" cy="447040"/>
            </a:xfrm>
            <a:custGeom>
              <a:avLst/>
              <a:gdLst/>
              <a:ahLst/>
              <a:cxnLst/>
              <a:rect l="l" t="t" r="r" b="b"/>
              <a:pathLst>
                <a:path w="96519" h="447040">
                  <a:moveTo>
                    <a:pt x="96038" y="0"/>
                  </a:moveTo>
                  <a:lnTo>
                    <a:pt x="0" y="0"/>
                  </a:lnTo>
                  <a:lnTo>
                    <a:pt x="0" y="446593"/>
                  </a:lnTo>
                  <a:lnTo>
                    <a:pt x="96038" y="446593"/>
                  </a:lnTo>
                  <a:lnTo>
                    <a:pt x="9603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497713" y="7201351"/>
              <a:ext cx="192405" cy="778510"/>
            </a:xfrm>
            <a:custGeom>
              <a:avLst/>
              <a:gdLst/>
              <a:ahLst/>
              <a:cxnLst/>
              <a:rect l="l" t="t" r="r" b="b"/>
              <a:pathLst>
                <a:path w="192405" h="778509">
                  <a:moveTo>
                    <a:pt x="192067" y="0"/>
                  </a:moveTo>
                  <a:lnTo>
                    <a:pt x="0" y="0"/>
                  </a:lnTo>
                  <a:lnTo>
                    <a:pt x="0" y="778018"/>
                  </a:lnTo>
                  <a:lnTo>
                    <a:pt x="192067" y="778018"/>
                  </a:lnTo>
                  <a:lnTo>
                    <a:pt x="19206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881847" y="7333494"/>
              <a:ext cx="504190" cy="646430"/>
            </a:xfrm>
            <a:custGeom>
              <a:avLst/>
              <a:gdLst/>
              <a:ahLst/>
              <a:cxnLst/>
              <a:rect l="l" t="t" r="r" b="b"/>
              <a:pathLst>
                <a:path w="504189" h="646429">
                  <a:moveTo>
                    <a:pt x="239699" y="0"/>
                  </a:moveTo>
                  <a:lnTo>
                    <a:pt x="0" y="0"/>
                  </a:lnTo>
                  <a:lnTo>
                    <a:pt x="0" y="645883"/>
                  </a:lnTo>
                  <a:lnTo>
                    <a:pt x="239699" y="645883"/>
                  </a:lnTo>
                  <a:lnTo>
                    <a:pt x="239699" y="0"/>
                  </a:lnTo>
                  <a:close/>
                </a:path>
                <a:path w="504189" h="646429">
                  <a:moveTo>
                    <a:pt x="503618" y="0"/>
                  </a:moveTo>
                  <a:lnTo>
                    <a:pt x="383755" y="0"/>
                  </a:lnTo>
                  <a:lnTo>
                    <a:pt x="383755" y="645883"/>
                  </a:lnTo>
                  <a:lnTo>
                    <a:pt x="503618" y="645883"/>
                  </a:lnTo>
                  <a:lnTo>
                    <a:pt x="503618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121568" y="7240052"/>
              <a:ext cx="144145" cy="739775"/>
            </a:xfrm>
            <a:custGeom>
              <a:avLst/>
              <a:gdLst/>
              <a:ahLst/>
              <a:cxnLst/>
              <a:rect l="l" t="t" r="r" b="b"/>
              <a:pathLst>
                <a:path w="144144" h="739775">
                  <a:moveTo>
                    <a:pt x="144047" y="0"/>
                  </a:moveTo>
                  <a:lnTo>
                    <a:pt x="0" y="0"/>
                  </a:lnTo>
                  <a:lnTo>
                    <a:pt x="0" y="739317"/>
                  </a:lnTo>
                  <a:lnTo>
                    <a:pt x="144047" y="739317"/>
                  </a:lnTo>
                  <a:lnTo>
                    <a:pt x="14404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467472" y="5335619"/>
              <a:ext cx="495300" cy="646430"/>
            </a:xfrm>
            <a:custGeom>
              <a:avLst/>
              <a:gdLst/>
              <a:ahLst/>
              <a:cxnLst/>
              <a:rect l="l" t="t" r="r" b="b"/>
              <a:pathLst>
                <a:path w="495300" h="646429">
                  <a:moveTo>
                    <a:pt x="192074" y="0"/>
                  </a:moveTo>
                  <a:lnTo>
                    <a:pt x="0" y="0"/>
                  </a:lnTo>
                  <a:lnTo>
                    <a:pt x="0" y="645871"/>
                  </a:lnTo>
                  <a:lnTo>
                    <a:pt x="192074" y="645871"/>
                  </a:lnTo>
                  <a:lnTo>
                    <a:pt x="192074" y="0"/>
                  </a:lnTo>
                  <a:close/>
                </a:path>
                <a:path w="495300" h="646429">
                  <a:moveTo>
                    <a:pt x="494677" y="0"/>
                  </a:moveTo>
                  <a:lnTo>
                    <a:pt x="398640" y="0"/>
                  </a:lnTo>
                  <a:lnTo>
                    <a:pt x="398640" y="645871"/>
                  </a:lnTo>
                  <a:lnTo>
                    <a:pt x="494677" y="645871"/>
                  </a:lnTo>
                  <a:lnTo>
                    <a:pt x="4946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962149" y="5534889"/>
              <a:ext cx="96520" cy="447040"/>
            </a:xfrm>
            <a:custGeom>
              <a:avLst/>
              <a:gdLst/>
              <a:ahLst/>
              <a:cxnLst/>
              <a:rect l="l" t="t" r="r" b="b"/>
              <a:pathLst>
                <a:path w="96519" h="447039">
                  <a:moveTo>
                    <a:pt x="96038" y="0"/>
                  </a:moveTo>
                  <a:lnTo>
                    <a:pt x="0" y="0"/>
                  </a:lnTo>
                  <a:lnTo>
                    <a:pt x="0" y="446593"/>
                  </a:lnTo>
                  <a:lnTo>
                    <a:pt x="96038" y="446593"/>
                  </a:lnTo>
                  <a:lnTo>
                    <a:pt x="9603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674053" y="5203464"/>
              <a:ext cx="192405" cy="778510"/>
            </a:xfrm>
            <a:custGeom>
              <a:avLst/>
              <a:gdLst/>
              <a:ahLst/>
              <a:cxnLst/>
              <a:rect l="l" t="t" r="r" b="b"/>
              <a:pathLst>
                <a:path w="192405" h="778510">
                  <a:moveTo>
                    <a:pt x="192067" y="0"/>
                  </a:moveTo>
                  <a:lnTo>
                    <a:pt x="0" y="0"/>
                  </a:lnTo>
                  <a:lnTo>
                    <a:pt x="0" y="778018"/>
                  </a:lnTo>
                  <a:lnTo>
                    <a:pt x="192067" y="778018"/>
                  </a:lnTo>
                  <a:lnTo>
                    <a:pt x="19206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058188" y="5335607"/>
              <a:ext cx="240029" cy="646430"/>
            </a:xfrm>
            <a:custGeom>
              <a:avLst/>
              <a:gdLst/>
              <a:ahLst/>
              <a:cxnLst/>
              <a:rect l="l" t="t" r="r" b="b"/>
              <a:pathLst>
                <a:path w="240030" h="646429">
                  <a:moveTo>
                    <a:pt x="239709" y="0"/>
                  </a:moveTo>
                  <a:lnTo>
                    <a:pt x="0" y="0"/>
                  </a:lnTo>
                  <a:lnTo>
                    <a:pt x="0" y="645875"/>
                  </a:lnTo>
                  <a:lnTo>
                    <a:pt x="239709" y="645875"/>
                  </a:lnTo>
                  <a:lnTo>
                    <a:pt x="239709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441957" y="5335607"/>
              <a:ext cx="120014" cy="646430"/>
            </a:xfrm>
            <a:custGeom>
              <a:avLst/>
              <a:gdLst/>
              <a:ahLst/>
              <a:cxnLst/>
              <a:rect l="l" t="t" r="r" b="b"/>
              <a:pathLst>
                <a:path w="120014" h="646429">
                  <a:moveTo>
                    <a:pt x="119860" y="0"/>
                  </a:moveTo>
                  <a:lnTo>
                    <a:pt x="0" y="0"/>
                  </a:lnTo>
                  <a:lnTo>
                    <a:pt x="0" y="645875"/>
                  </a:lnTo>
                  <a:lnTo>
                    <a:pt x="119860" y="645875"/>
                  </a:lnTo>
                  <a:lnTo>
                    <a:pt x="119860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297909" y="5242165"/>
              <a:ext cx="144145" cy="739775"/>
            </a:xfrm>
            <a:custGeom>
              <a:avLst/>
              <a:gdLst/>
              <a:ahLst/>
              <a:cxnLst/>
              <a:rect l="l" t="t" r="r" b="b"/>
              <a:pathLst>
                <a:path w="144144" h="739775">
                  <a:moveTo>
                    <a:pt x="144047" y="0"/>
                  </a:moveTo>
                  <a:lnTo>
                    <a:pt x="0" y="0"/>
                  </a:lnTo>
                  <a:lnTo>
                    <a:pt x="0" y="739317"/>
                  </a:lnTo>
                  <a:lnTo>
                    <a:pt x="144047" y="739317"/>
                  </a:lnTo>
                  <a:lnTo>
                    <a:pt x="14404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561806" y="5335619"/>
              <a:ext cx="494665" cy="646430"/>
            </a:xfrm>
            <a:custGeom>
              <a:avLst/>
              <a:gdLst/>
              <a:ahLst/>
              <a:cxnLst/>
              <a:rect l="l" t="t" r="r" b="b"/>
              <a:pathLst>
                <a:path w="494664" h="646429">
                  <a:moveTo>
                    <a:pt x="192074" y="0"/>
                  </a:moveTo>
                  <a:lnTo>
                    <a:pt x="0" y="0"/>
                  </a:lnTo>
                  <a:lnTo>
                    <a:pt x="0" y="645871"/>
                  </a:lnTo>
                  <a:lnTo>
                    <a:pt x="192074" y="645871"/>
                  </a:lnTo>
                  <a:lnTo>
                    <a:pt x="192074" y="0"/>
                  </a:lnTo>
                  <a:close/>
                </a:path>
                <a:path w="494664" h="646429">
                  <a:moveTo>
                    <a:pt x="494665" y="0"/>
                  </a:moveTo>
                  <a:lnTo>
                    <a:pt x="398627" y="0"/>
                  </a:lnTo>
                  <a:lnTo>
                    <a:pt x="398627" y="645871"/>
                  </a:lnTo>
                  <a:lnTo>
                    <a:pt x="494665" y="645871"/>
                  </a:lnTo>
                  <a:lnTo>
                    <a:pt x="4946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056482" y="5534889"/>
              <a:ext cx="96520" cy="447040"/>
            </a:xfrm>
            <a:custGeom>
              <a:avLst/>
              <a:gdLst/>
              <a:ahLst/>
              <a:cxnLst/>
              <a:rect l="l" t="t" r="r" b="b"/>
              <a:pathLst>
                <a:path w="96519" h="447039">
                  <a:moveTo>
                    <a:pt x="96038" y="0"/>
                  </a:moveTo>
                  <a:lnTo>
                    <a:pt x="0" y="0"/>
                  </a:lnTo>
                  <a:lnTo>
                    <a:pt x="0" y="446593"/>
                  </a:lnTo>
                  <a:lnTo>
                    <a:pt x="96038" y="446593"/>
                  </a:lnTo>
                  <a:lnTo>
                    <a:pt x="9603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768376" y="5203464"/>
              <a:ext cx="192405" cy="778510"/>
            </a:xfrm>
            <a:custGeom>
              <a:avLst/>
              <a:gdLst/>
              <a:ahLst/>
              <a:cxnLst/>
              <a:rect l="l" t="t" r="r" b="b"/>
              <a:pathLst>
                <a:path w="192405" h="778510">
                  <a:moveTo>
                    <a:pt x="192067" y="0"/>
                  </a:moveTo>
                  <a:lnTo>
                    <a:pt x="0" y="0"/>
                  </a:lnTo>
                  <a:lnTo>
                    <a:pt x="0" y="778018"/>
                  </a:lnTo>
                  <a:lnTo>
                    <a:pt x="192067" y="778018"/>
                  </a:lnTo>
                  <a:lnTo>
                    <a:pt x="19206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152521" y="5335607"/>
              <a:ext cx="240029" cy="646430"/>
            </a:xfrm>
            <a:custGeom>
              <a:avLst/>
              <a:gdLst/>
              <a:ahLst/>
              <a:cxnLst/>
              <a:rect l="l" t="t" r="r" b="b"/>
              <a:pathLst>
                <a:path w="240029" h="646429">
                  <a:moveTo>
                    <a:pt x="239709" y="0"/>
                  </a:moveTo>
                  <a:lnTo>
                    <a:pt x="0" y="0"/>
                  </a:lnTo>
                  <a:lnTo>
                    <a:pt x="0" y="645875"/>
                  </a:lnTo>
                  <a:lnTo>
                    <a:pt x="239709" y="645875"/>
                  </a:lnTo>
                  <a:lnTo>
                    <a:pt x="239709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536279" y="5335607"/>
              <a:ext cx="120014" cy="646430"/>
            </a:xfrm>
            <a:custGeom>
              <a:avLst/>
              <a:gdLst/>
              <a:ahLst/>
              <a:cxnLst/>
              <a:rect l="l" t="t" r="r" b="b"/>
              <a:pathLst>
                <a:path w="120014" h="646429">
                  <a:moveTo>
                    <a:pt x="119860" y="0"/>
                  </a:moveTo>
                  <a:lnTo>
                    <a:pt x="0" y="0"/>
                  </a:lnTo>
                  <a:lnTo>
                    <a:pt x="0" y="645875"/>
                  </a:lnTo>
                  <a:lnTo>
                    <a:pt x="119860" y="645875"/>
                  </a:lnTo>
                  <a:lnTo>
                    <a:pt x="119860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392231" y="5242165"/>
              <a:ext cx="144145" cy="739775"/>
            </a:xfrm>
            <a:custGeom>
              <a:avLst/>
              <a:gdLst/>
              <a:ahLst/>
              <a:cxnLst/>
              <a:rect l="l" t="t" r="r" b="b"/>
              <a:pathLst>
                <a:path w="144145" h="739775">
                  <a:moveTo>
                    <a:pt x="144047" y="0"/>
                  </a:moveTo>
                  <a:lnTo>
                    <a:pt x="0" y="0"/>
                  </a:lnTo>
                  <a:lnTo>
                    <a:pt x="0" y="739317"/>
                  </a:lnTo>
                  <a:lnTo>
                    <a:pt x="144047" y="739317"/>
                  </a:lnTo>
                  <a:lnTo>
                    <a:pt x="144047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584790" y="7134681"/>
              <a:ext cx="4423410" cy="3277235"/>
            </a:xfrm>
            <a:custGeom>
              <a:avLst/>
              <a:gdLst/>
              <a:ahLst/>
              <a:cxnLst/>
              <a:rect l="l" t="t" r="r" b="b"/>
              <a:pathLst>
                <a:path w="4423409" h="3277234">
                  <a:moveTo>
                    <a:pt x="1146358" y="0"/>
                  </a:moveTo>
                  <a:lnTo>
                    <a:pt x="1103281" y="140"/>
                  </a:lnTo>
                  <a:lnTo>
                    <a:pt x="1057530" y="2159"/>
                  </a:lnTo>
                  <a:lnTo>
                    <a:pt x="1012153" y="6136"/>
                  </a:lnTo>
                  <a:lnTo>
                    <a:pt x="967211" y="12083"/>
                  </a:lnTo>
                  <a:lnTo>
                    <a:pt x="922765" y="20012"/>
                  </a:lnTo>
                  <a:lnTo>
                    <a:pt x="878875" y="29934"/>
                  </a:lnTo>
                  <a:lnTo>
                    <a:pt x="835603" y="41862"/>
                  </a:lnTo>
                  <a:lnTo>
                    <a:pt x="793009" y="55807"/>
                  </a:lnTo>
                  <a:lnTo>
                    <a:pt x="751154" y="71781"/>
                  </a:lnTo>
                  <a:lnTo>
                    <a:pt x="710100" y="89797"/>
                  </a:lnTo>
                  <a:lnTo>
                    <a:pt x="669906" y="109865"/>
                  </a:lnTo>
                  <a:lnTo>
                    <a:pt x="630635" y="131999"/>
                  </a:lnTo>
                  <a:lnTo>
                    <a:pt x="592346" y="156209"/>
                  </a:lnTo>
                  <a:lnTo>
                    <a:pt x="555101" y="182509"/>
                  </a:lnTo>
                  <a:lnTo>
                    <a:pt x="518961" y="210908"/>
                  </a:lnTo>
                  <a:lnTo>
                    <a:pt x="483986" y="241421"/>
                  </a:lnTo>
                  <a:lnTo>
                    <a:pt x="450237" y="274058"/>
                  </a:lnTo>
                  <a:lnTo>
                    <a:pt x="417776" y="308831"/>
                  </a:lnTo>
                  <a:lnTo>
                    <a:pt x="386663" y="345753"/>
                  </a:lnTo>
                  <a:lnTo>
                    <a:pt x="356959" y="384835"/>
                  </a:lnTo>
                  <a:lnTo>
                    <a:pt x="328725" y="426089"/>
                  </a:lnTo>
                  <a:lnTo>
                    <a:pt x="302022" y="469527"/>
                  </a:lnTo>
                  <a:lnTo>
                    <a:pt x="276910" y="515160"/>
                  </a:lnTo>
                  <a:lnTo>
                    <a:pt x="253451" y="563002"/>
                  </a:lnTo>
                  <a:lnTo>
                    <a:pt x="231705" y="613063"/>
                  </a:lnTo>
                  <a:lnTo>
                    <a:pt x="213698" y="658121"/>
                  </a:lnTo>
                  <a:lnTo>
                    <a:pt x="196343" y="703540"/>
                  </a:lnTo>
                  <a:lnTo>
                    <a:pt x="179652" y="749301"/>
                  </a:lnTo>
                  <a:lnTo>
                    <a:pt x="163633" y="795388"/>
                  </a:lnTo>
                  <a:lnTo>
                    <a:pt x="148297" y="841783"/>
                  </a:lnTo>
                  <a:lnTo>
                    <a:pt x="133655" y="888470"/>
                  </a:lnTo>
                  <a:lnTo>
                    <a:pt x="119715" y="935431"/>
                  </a:lnTo>
                  <a:lnTo>
                    <a:pt x="106488" y="982650"/>
                  </a:lnTo>
                  <a:lnTo>
                    <a:pt x="93985" y="1030108"/>
                  </a:lnTo>
                  <a:lnTo>
                    <a:pt x="82214" y="1077788"/>
                  </a:lnTo>
                  <a:lnTo>
                    <a:pt x="71187" y="1125674"/>
                  </a:lnTo>
                  <a:lnTo>
                    <a:pt x="60912" y="1173749"/>
                  </a:lnTo>
                  <a:lnTo>
                    <a:pt x="51401" y="1221994"/>
                  </a:lnTo>
                  <a:lnTo>
                    <a:pt x="42662" y="1270393"/>
                  </a:lnTo>
                  <a:lnTo>
                    <a:pt x="34707" y="1318929"/>
                  </a:lnTo>
                  <a:lnTo>
                    <a:pt x="27545" y="1367585"/>
                  </a:lnTo>
                  <a:lnTo>
                    <a:pt x="21186" y="1416343"/>
                  </a:lnTo>
                  <a:lnTo>
                    <a:pt x="15640" y="1465186"/>
                  </a:lnTo>
                  <a:lnTo>
                    <a:pt x="10917" y="1514097"/>
                  </a:lnTo>
                  <a:lnTo>
                    <a:pt x="7027" y="1563059"/>
                  </a:lnTo>
                  <a:lnTo>
                    <a:pt x="3980" y="1612054"/>
                  </a:lnTo>
                  <a:lnTo>
                    <a:pt x="1787" y="1661065"/>
                  </a:lnTo>
                  <a:lnTo>
                    <a:pt x="457" y="1710076"/>
                  </a:lnTo>
                  <a:lnTo>
                    <a:pt x="0" y="1759069"/>
                  </a:lnTo>
                  <a:lnTo>
                    <a:pt x="426" y="1808027"/>
                  </a:lnTo>
                  <a:lnTo>
                    <a:pt x="1745" y="1856932"/>
                  </a:lnTo>
                  <a:lnTo>
                    <a:pt x="3967" y="1905768"/>
                  </a:lnTo>
                  <a:lnTo>
                    <a:pt x="7103" y="1954517"/>
                  </a:lnTo>
                  <a:lnTo>
                    <a:pt x="11161" y="2003162"/>
                  </a:lnTo>
                  <a:lnTo>
                    <a:pt x="16153" y="2051685"/>
                  </a:lnTo>
                  <a:lnTo>
                    <a:pt x="22089" y="2100071"/>
                  </a:lnTo>
                  <a:lnTo>
                    <a:pt x="28977" y="2148301"/>
                  </a:lnTo>
                  <a:lnTo>
                    <a:pt x="36829" y="2196358"/>
                  </a:lnTo>
                  <a:lnTo>
                    <a:pt x="45654" y="2244226"/>
                  </a:lnTo>
                  <a:lnTo>
                    <a:pt x="55462" y="2291886"/>
                  </a:lnTo>
                  <a:lnTo>
                    <a:pt x="66263" y="2339322"/>
                  </a:lnTo>
                  <a:lnTo>
                    <a:pt x="78068" y="2386517"/>
                  </a:lnTo>
                  <a:lnTo>
                    <a:pt x="90886" y="2433453"/>
                  </a:lnTo>
                  <a:lnTo>
                    <a:pt x="104727" y="2480113"/>
                  </a:lnTo>
                  <a:lnTo>
                    <a:pt x="119602" y="2526480"/>
                  </a:lnTo>
                  <a:lnTo>
                    <a:pt x="135520" y="2572537"/>
                  </a:lnTo>
                  <a:lnTo>
                    <a:pt x="152491" y="2618267"/>
                  </a:lnTo>
                  <a:lnTo>
                    <a:pt x="170525" y="2663652"/>
                  </a:lnTo>
                  <a:lnTo>
                    <a:pt x="189633" y="2708675"/>
                  </a:lnTo>
                  <a:lnTo>
                    <a:pt x="214913" y="2764716"/>
                  </a:lnTo>
                  <a:lnTo>
                    <a:pt x="249113" y="2833685"/>
                  </a:lnTo>
                  <a:lnTo>
                    <a:pt x="271411" y="2874314"/>
                  </a:lnTo>
                  <a:lnTo>
                    <a:pt x="296587" y="2915354"/>
                  </a:lnTo>
                  <a:lnTo>
                    <a:pt x="323985" y="2955799"/>
                  </a:lnTo>
                  <a:lnTo>
                    <a:pt x="353521" y="2995317"/>
                  </a:lnTo>
                  <a:lnTo>
                    <a:pt x="385111" y="3033576"/>
                  </a:lnTo>
                  <a:lnTo>
                    <a:pt x="418670" y="3070246"/>
                  </a:lnTo>
                  <a:lnTo>
                    <a:pt x="454116" y="3104995"/>
                  </a:lnTo>
                  <a:lnTo>
                    <a:pt x="491363" y="3137493"/>
                  </a:lnTo>
                  <a:lnTo>
                    <a:pt x="530327" y="3167407"/>
                  </a:lnTo>
                  <a:lnTo>
                    <a:pt x="570925" y="3194408"/>
                  </a:lnTo>
                  <a:lnTo>
                    <a:pt x="613072" y="3218163"/>
                  </a:lnTo>
                  <a:lnTo>
                    <a:pt x="656685" y="3238342"/>
                  </a:lnTo>
                  <a:lnTo>
                    <a:pt x="701678" y="3254613"/>
                  </a:lnTo>
                  <a:lnTo>
                    <a:pt x="747969" y="3266645"/>
                  </a:lnTo>
                  <a:lnTo>
                    <a:pt x="795473" y="3274107"/>
                  </a:lnTo>
                  <a:lnTo>
                    <a:pt x="844106" y="3276668"/>
                  </a:lnTo>
                  <a:lnTo>
                    <a:pt x="4114373" y="3276668"/>
                  </a:lnTo>
                  <a:lnTo>
                    <a:pt x="4167290" y="3243174"/>
                  </a:lnTo>
                  <a:lnTo>
                    <a:pt x="4214580" y="3208729"/>
                  </a:lnTo>
                  <a:lnTo>
                    <a:pt x="4256450" y="3173413"/>
                  </a:lnTo>
                  <a:lnTo>
                    <a:pt x="4293105" y="3137302"/>
                  </a:lnTo>
                  <a:lnTo>
                    <a:pt x="4324753" y="3100475"/>
                  </a:lnTo>
                  <a:lnTo>
                    <a:pt x="4351599" y="3063009"/>
                  </a:lnTo>
                  <a:lnTo>
                    <a:pt x="4373850" y="3024982"/>
                  </a:lnTo>
                  <a:lnTo>
                    <a:pt x="4391712" y="2986471"/>
                  </a:lnTo>
                  <a:lnTo>
                    <a:pt x="4405392" y="2947555"/>
                  </a:lnTo>
                  <a:lnTo>
                    <a:pt x="4415095" y="2908311"/>
                  </a:lnTo>
                  <a:lnTo>
                    <a:pt x="4421029" y="2868816"/>
                  </a:lnTo>
                  <a:lnTo>
                    <a:pt x="4423399" y="2829148"/>
                  </a:lnTo>
                  <a:lnTo>
                    <a:pt x="4422412" y="2789386"/>
                  </a:lnTo>
                  <a:lnTo>
                    <a:pt x="4418274" y="2749606"/>
                  </a:lnTo>
                  <a:lnTo>
                    <a:pt x="4411192" y="2709887"/>
                  </a:lnTo>
                  <a:lnTo>
                    <a:pt x="4401371" y="2670306"/>
                  </a:lnTo>
                  <a:lnTo>
                    <a:pt x="4389019" y="2630941"/>
                  </a:lnTo>
                  <a:lnTo>
                    <a:pt x="4374341" y="2591870"/>
                  </a:lnTo>
                  <a:lnTo>
                    <a:pt x="4357544" y="2553170"/>
                  </a:lnTo>
                  <a:lnTo>
                    <a:pt x="4338835" y="2514919"/>
                  </a:lnTo>
                  <a:lnTo>
                    <a:pt x="4318419" y="2477195"/>
                  </a:lnTo>
                  <a:lnTo>
                    <a:pt x="4291197" y="2431539"/>
                  </a:lnTo>
                  <a:lnTo>
                    <a:pt x="4262104" y="2386958"/>
                  </a:lnTo>
                  <a:lnTo>
                    <a:pt x="4231522" y="2343595"/>
                  </a:lnTo>
                  <a:lnTo>
                    <a:pt x="4199836" y="2301594"/>
                  </a:lnTo>
                  <a:lnTo>
                    <a:pt x="4167427" y="2261100"/>
                  </a:lnTo>
                  <a:lnTo>
                    <a:pt x="4134678" y="2222256"/>
                  </a:lnTo>
                  <a:lnTo>
                    <a:pt x="4101973" y="2185207"/>
                  </a:lnTo>
                  <a:lnTo>
                    <a:pt x="4069693" y="2150095"/>
                  </a:lnTo>
                  <a:lnTo>
                    <a:pt x="4021621" y="2099929"/>
                  </a:lnTo>
                  <a:lnTo>
                    <a:pt x="3978721" y="2061451"/>
                  </a:lnTo>
                  <a:lnTo>
                    <a:pt x="3930811" y="2027064"/>
                  </a:lnTo>
                  <a:lnTo>
                    <a:pt x="3878280" y="1996069"/>
                  </a:lnTo>
                  <a:lnTo>
                    <a:pt x="3821516" y="1967765"/>
                  </a:lnTo>
                  <a:lnTo>
                    <a:pt x="3760907" y="1941451"/>
                  </a:lnTo>
                  <a:lnTo>
                    <a:pt x="3696841" y="1916426"/>
                  </a:lnTo>
                  <a:lnTo>
                    <a:pt x="3629705" y="1891989"/>
                  </a:lnTo>
                  <a:lnTo>
                    <a:pt x="3524096" y="1854905"/>
                  </a:lnTo>
                  <a:lnTo>
                    <a:pt x="3450985" y="1828875"/>
                  </a:lnTo>
                  <a:lnTo>
                    <a:pt x="3413763" y="1815204"/>
                  </a:lnTo>
                  <a:lnTo>
                    <a:pt x="3376162" y="1800980"/>
                  </a:lnTo>
                  <a:lnTo>
                    <a:pt x="3338230" y="1786115"/>
                  </a:lnTo>
                  <a:lnTo>
                    <a:pt x="3300016" y="1770521"/>
                  </a:lnTo>
                  <a:lnTo>
                    <a:pt x="3261567" y="1754111"/>
                  </a:lnTo>
                  <a:lnTo>
                    <a:pt x="3222934" y="1736797"/>
                  </a:lnTo>
                  <a:lnTo>
                    <a:pt x="3184163" y="1718491"/>
                  </a:lnTo>
                  <a:lnTo>
                    <a:pt x="3145304" y="1699107"/>
                  </a:lnTo>
                  <a:lnTo>
                    <a:pt x="3106405" y="1678556"/>
                  </a:lnTo>
                  <a:lnTo>
                    <a:pt x="3067515" y="1656750"/>
                  </a:lnTo>
                  <a:lnTo>
                    <a:pt x="3028681" y="1633603"/>
                  </a:lnTo>
                  <a:lnTo>
                    <a:pt x="2989954" y="1609026"/>
                  </a:lnTo>
                  <a:lnTo>
                    <a:pt x="2951380" y="1582933"/>
                  </a:lnTo>
                  <a:lnTo>
                    <a:pt x="2913009" y="1555234"/>
                  </a:lnTo>
                  <a:lnTo>
                    <a:pt x="2874888" y="1525844"/>
                  </a:lnTo>
                  <a:lnTo>
                    <a:pt x="2837068" y="1494674"/>
                  </a:lnTo>
                  <a:lnTo>
                    <a:pt x="2799595" y="1461636"/>
                  </a:lnTo>
                  <a:lnTo>
                    <a:pt x="2762519" y="1426644"/>
                  </a:lnTo>
                  <a:lnTo>
                    <a:pt x="2725888" y="1389609"/>
                  </a:lnTo>
                  <a:lnTo>
                    <a:pt x="2689750" y="1350444"/>
                  </a:lnTo>
                  <a:lnTo>
                    <a:pt x="2654154" y="1309061"/>
                  </a:lnTo>
                  <a:lnTo>
                    <a:pt x="2619149" y="1265373"/>
                  </a:lnTo>
                  <a:lnTo>
                    <a:pt x="2584782" y="1219292"/>
                  </a:lnTo>
                  <a:lnTo>
                    <a:pt x="2551104" y="1170731"/>
                  </a:lnTo>
                  <a:lnTo>
                    <a:pt x="2518161" y="1119601"/>
                  </a:lnTo>
                  <a:lnTo>
                    <a:pt x="2486002" y="1065816"/>
                  </a:lnTo>
                  <a:lnTo>
                    <a:pt x="2454677" y="1009288"/>
                  </a:lnTo>
                  <a:lnTo>
                    <a:pt x="2424232" y="949929"/>
                  </a:lnTo>
                  <a:lnTo>
                    <a:pt x="2370637" y="837046"/>
                  </a:lnTo>
                  <a:lnTo>
                    <a:pt x="2345180" y="787820"/>
                  </a:lnTo>
                  <a:lnTo>
                    <a:pt x="2318397" y="739983"/>
                  </a:lnTo>
                  <a:lnTo>
                    <a:pt x="2290337" y="693545"/>
                  </a:lnTo>
                  <a:lnTo>
                    <a:pt x="2261051" y="648517"/>
                  </a:lnTo>
                  <a:lnTo>
                    <a:pt x="2230588" y="604907"/>
                  </a:lnTo>
                  <a:lnTo>
                    <a:pt x="2198999" y="562727"/>
                  </a:lnTo>
                  <a:lnTo>
                    <a:pt x="2166334" y="521985"/>
                  </a:lnTo>
                  <a:lnTo>
                    <a:pt x="2132643" y="482692"/>
                  </a:lnTo>
                  <a:lnTo>
                    <a:pt x="2097976" y="444858"/>
                  </a:lnTo>
                  <a:lnTo>
                    <a:pt x="2062383" y="408492"/>
                  </a:lnTo>
                  <a:lnTo>
                    <a:pt x="2025914" y="373605"/>
                  </a:lnTo>
                  <a:lnTo>
                    <a:pt x="1988619" y="340206"/>
                  </a:lnTo>
                  <a:lnTo>
                    <a:pt x="1950548" y="308305"/>
                  </a:lnTo>
                  <a:lnTo>
                    <a:pt x="1911751" y="277912"/>
                  </a:lnTo>
                  <a:lnTo>
                    <a:pt x="1872278" y="249037"/>
                  </a:lnTo>
                  <a:lnTo>
                    <a:pt x="1832180" y="221690"/>
                  </a:lnTo>
                  <a:lnTo>
                    <a:pt x="1791506" y="195881"/>
                  </a:lnTo>
                  <a:lnTo>
                    <a:pt x="1750307" y="171620"/>
                  </a:lnTo>
                  <a:lnTo>
                    <a:pt x="1708632" y="148916"/>
                  </a:lnTo>
                  <a:lnTo>
                    <a:pt x="1666531" y="127779"/>
                  </a:lnTo>
                  <a:lnTo>
                    <a:pt x="1624056" y="108220"/>
                  </a:lnTo>
                  <a:lnTo>
                    <a:pt x="1581254" y="90248"/>
                  </a:lnTo>
                  <a:lnTo>
                    <a:pt x="1538178" y="73873"/>
                  </a:lnTo>
                  <a:lnTo>
                    <a:pt x="1494876" y="59105"/>
                  </a:lnTo>
                  <a:lnTo>
                    <a:pt x="1451399" y="45954"/>
                  </a:lnTo>
                  <a:lnTo>
                    <a:pt x="1407797" y="34429"/>
                  </a:lnTo>
                  <a:lnTo>
                    <a:pt x="1364119" y="24542"/>
                  </a:lnTo>
                  <a:lnTo>
                    <a:pt x="1320417" y="16301"/>
                  </a:lnTo>
                  <a:lnTo>
                    <a:pt x="1276739" y="9716"/>
                  </a:lnTo>
                  <a:lnTo>
                    <a:pt x="1233137" y="4798"/>
                  </a:lnTo>
                  <a:lnTo>
                    <a:pt x="1189660" y="1555"/>
                  </a:lnTo>
                  <a:lnTo>
                    <a:pt x="1146358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826946" y="9611877"/>
              <a:ext cx="4181475" cy="800100"/>
            </a:xfrm>
            <a:custGeom>
              <a:avLst/>
              <a:gdLst/>
              <a:ahLst/>
              <a:cxnLst/>
              <a:rect l="l" t="t" r="r" b="b"/>
              <a:pathLst>
                <a:path w="4181475" h="800100">
                  <a:moveTo>
                    <a:pt x="4076263" y="0"/>
                  </a:moveTo>
                  <a:lnTo>
                    <a:pt x="4065429" y="48557"/>
                  </a:lnTo>
                  <a:lnTo>
                    <a:pt x="4056235" y="97746"/>
                  </a:lnTo>
                  <a:lnTo>
                    <a:pt x="4047594" y="147053"/>
                  </a:lnTo>
                  <a:lnTo>
                    <a:pt x="4038417" y="195966"/>
                  </a:lnTo>
                  <a:lnTo>
                    <a:pt x="4027616" y="243975"/>
                  </a:lnTo>
                  <a:lnTo>
                    <a:pt x="4014104" y="290567"/>
                  </a:lnTo>
                  <a:lnTo>
                    <a:pt x="3996791" y="335229"/>
                  </a:lnTo>
                  <a:lnTo>
                    <a:pt x="3974590" y="377451"/>
                  </a:lnTo>
                  <a:lnTo>
                    <a:pt x="3946413" y="416720"/>
                  </a:lnTo>
                  <a:lnTo>
                    <a:pt x="3913633" y="450507"/>
                  </a:lnTo>
                  <a:lnTo>
                    <a:pt x="3876949" y="478849"/>
                  </a:lnTo>
                  <a:lnTo>
                    <a:pt x="3836910" y="502257"/>
                  </a:lnTo>
                  <a:lnTo>
                    <a:pt x="3794066" y="521241"/>
                  </a:lnTo>
                  <a:lnTo>
                    <a:pt x="3748964" y="536312"/>
                  </a:lnTo>
                  <a:lnTo>
                    <a:pt x="3702153" y="547981"/>
                  </a:lnTo>
                  <a:lnTo>
                    <a:pt x="3654182" y="556760"/>
                  </a:lnTo>
                  <a:lnTo>
                    <a:pt x="3605599" y="563159"/>
                  </a:lnTo>
                  <a:lnTo>
                    <a:pt x="3556953" y="567689"/>
                  </a:lnTo>
                  <a:lnTo>
                    <a:pt x="3508793" y="570862"/>
                  </a:lnTo>
                  <a:lnTo>
                    <a:pt x="3456640" y="573586"/>
                  </a:lnTo>
                  <a:lnTo>
                    <a:pt x="3404473" y="575963"/>
                  </a:lnTo>
                  <a:lnTo>
                    <a:pt x="3352292" y="578014"/>
                  </a:lnTo>
                  <a:lnTo>
                    <a:pt x="3300100" y="579762"/>
                  </a:lnTo>
                  <a:lnTo>
                    <a:pt x="3247897" y="581228"/>
                  </a:lnTo>
                  <a:lnTo>
                    <a:pt x="3195687" y="582434"/>
                  </a:lnTo>
                  <a:lnTo>
                    <a:pt x="3143469" y="583401"/>
                  </a:lnTo>
                  <a:lnTo>
                    <a:pt x="3091247" y="584151"/>
                  </a:lnTo>
                  <a:lnTo>
                    <a:pt x="2986792" y="585087"/>
                  </a:lnTo>
                  <a:lnTo>
                    <a:pt x="2882336" y="585415"/>
                  </a:lnTo>
                  <a:lnTo>
                    <a:pt x="2725676" y="585147"/>
                  </a:lnTo>
                  <a:lnTo>
                    <a:pt x="2166715" y="582115"/>
                  </a:lnTo>
                  <a:lnTo>
                    <a:pt x="1863769" y="579098"/>
                  </a:lnTo>
                  <a:lnTo>
                    <a:pt x="1661826" y="576014"/>
                  </a:lnTo>
                  <a:lnTo>
                    <a:pt x="1510372" y="572956"/>
                  </a:lnTo>
                  <a:lnTo>
                    <a:pt x="1407831" y="570348"/>
                  </a:lnTo>
                  <a:lnTo>
                    <a:pt x="1305016" y="567054"/>
                  </a:lnTo>
                  <a:lnTo>
                    <a:pt x="1253545" y="565067"/>
                  </a:lnTo>
                  <a:lnTo>
                    <a:pt x="1202052" y="562812"/>
                  </a:lnTo>
                  <a:lnTo>
                    <a:pt x="1150553" y="560253"/>
                  </a:lnTo>
                  <a:lnTo>
                    <a:pt x="1099063" y="557360"/>
                  </a:lnTo>
                  <a:lnTo>
                    <a:pt x="1047598" y="554099"/>
                  </a:lnTo>
                  <a:lnTo>
                    <a:pt x="996173" y="550437"/>
                  </a:lnTo>
                  <a:lnTo>
                    <a:pt x="944804" y="546343"/>
                  </a:lnTo>
                  <a:lnTo>
                    <a:pt x="893506" y="541782"/>
                  </a:lnTo>
                  <a:lnTo>
                    <a:pt x="842295" y="536723"/>
                  </a:lnTo>
                  <a:lnTo>
                    <a:pt x="791186" y="531133"/>
                  </a:lnTo>
                  <a:lnTo>
                    <a:pt x="740194" y="524980"/>
                  </a:lnTo>
                  <a:lnTo>
                    <a:pt x="689336" y="518229"/>
                  </a:lnTo>
                  <a:lnTo>
                    <a:pt x="638627" y="510850"/>
                  </a:lnTo>
                  <a:lnTo>
                    <a:pt x="588082" y="502808"/>
                  </a:lnTo>
                  <a:lnTo>
                    <a:pt x="537717" y="494072"/>
                  </a:lnTo>
                  <a:lnTo>
                    <a:pt x="487547" y="484609"/>
                  </a:lnTo>
                  <a:lnTo>
                    <a:pt x="437588" y="474385"/>
                  </a:lnTo>
                  <a:lnTo>
                    <a:pt x="387855" y="463370"/>
                  </a:lnTo>
                  <a:lnTo>
                    <a:pt x="338364" y="451528"/>
                  </a:lnTo>
                  <a:lnTo>
                    <a:pt x="289130" y="438829"/>
                  </a:lnTo>
                  <a:lnTo>
                    <a:pt x="240169" y="425239"/>
                  </a:lnTo>
                  <a:lnTo>
                    <a:pt x="191497" y="410726"/>
                  </a:lnTo>
                  <a:lnTo>
                    <a:pt x="143128" y="395256"/>
                  </a:lnTo>
                  <a:lnTo>
                    <a:pt x="95078" y="378798"/>
                  </a:lnTo>
                  <a:lnTo>
                    <a:pt x="47364" y="361319"/>
                  </a:lnTo>
                  <a:lnTo>
                    <a:pt x="0" y="342785"/>
                  </a:lnTo>
                  <a:lnTo>
                    <a:pt x="6958" y="356490"/>
                  </a:lnTo>
                  <a:lnTo>
                    <a:pt x="29255" y="397118"/>
                  </a:lnTo>
                  <a:lnTo>
                    <a:pt x="54431" y="438159"/>
                  </a:lnTo>
                  <a:lnTo>
                    <a:pt x="81829" y="478603"/>
                  </a:lnTo>
                  <a:lnTo>
                    <a:pt x="111365" y="518121"/>
                  </a:lnTo>
                  <a:lnTo>
                    <a:pt x="142955" y="556380"/>
                  </a:lnTo>
                  <a:lnTo>
                    <a:pt x="176515" y="593050"/>
                  </a:lnTo>
                  <a:lnTo>
                    <a:pt x="211960" y="627800"/>
                  </a:lnTo>
                  <a:lnTo>
                    <a:pt x="249207" y="660297"/>
                  </a:lnTo>
                  <a:lnTo>
                    <a:pt x="288171" y="690212"/>
                  </a:lnTo>
                  <a:lnTo>
                    <a:pt x="328769" y="717212"/>
                  </a:lnTo>
                  <a:lnTo>
                    <a:pt x="370916" y="740967"/>
                  </a:lnTo>
                  <a:lnTo>
                    <a:pt x="414529" y="761146"/>
                  </a:lnTo>
                  <a:lnTo>
                    <a:pt x="459522" y="777417"/>
                  </a:lnTo>
                  <a:lnTo>
                    <a:pt x="505813" y="789449"/>
                  </a:lnTo>
                  <a:lnTo>
                    <a:pt x="553317" y="796912"/>
                  </a:lnTo>
                  <a:lnTo>
                    <a:pt x="601950" y="799473"/>
                  </a:lnTo>
                  <a:lnTo>
                    <a:pt x="3872217" y="799473"/>
                  </a:lnTo>
                  <a:lnTo>
                    <a:pt x="3925134" y="765978"/>
                  </a:lnTo>
                  <a:lnTo>
                    <a:pt x="3972424" y="731534"/>
                  </a:lnTo>
                  <a:lnTo>
                    <a:pt x="4014294" y="696218"/>
                  </a:lnTo>
                  <a:lnTo>
                    <a:pt x="4050949" y="660107"/>
                  </a:lnTo>
                  <a:lnTo>
                    <a:pt x="4082597" y="623280"/>
                  </a:lnTo>
                  <a:lnTo>
                    <a:pt x="4109443" y="585814"/>
                  </a:lnTo>
                  <a:lnTo>
                    <a:pt x="4131694" y="547787"/>
                  </a:lnTo>
                  <a:lnTo>
                    <a:pt x="4149556" y="509276"/>
                  </a:lnTo>
                  <a:lnTo>
                    <a:pt x="4163236" y="470359"/>
                  </a:lnTo>
                  <a:lnTo>
                    <a:pt x="4172939" y="431115"/>
                  </a:lnTo>
                  <a:lnTo>
                    <a:pt x="4178873" y="391620"/>
                  </a:lnTo>
                  <a:lnTo>
                    <a:pt x="4181243" y="351953"/>
                  </a:lnTo>
                  <a:lnTo>
                    <a:pt x="4180256" y="312190"/>
                  </a:lnTo>
                  <a:lnTo>
                    <a:pt x="4176118" y="272411"/>
                  </a:lnTo>
                  <a:lnTo>
                    <a:pt x="4169036" y="232692"/>
                  </a:lnTo>
                  <a:lnTo>
                    <a:pt x="4159215" y="193111"/>
                  </a:lnTo>
                  <a:lnTo>
                    <a:pt x="4146863" y="153746"/>
                  </a:lnTo>
                  <a:lnTo>
                    <a:pt x="4132185" y="114675"/>
                  </a:lnTo>
                  <a:lnTo>
                    <a:pt x="4115389" y="75975"/>
                  </a:lnTo>
                  <a:lnTo>
                    <a:pt x="4096679" y="37724"/>
                  </a:lnTo>
                  <a:lnTo>
                    <a:pt x="4076263" y="0"/>
                  </a:lnTo>
                  <a:close/>
                </a:path>
              </a:pathLst>
            </a:custGeom>
            <a:solidFill>
              <a:srgbClr val="CCCCCC">
                <a:alpha val="1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137859" y="7159016"/>
              <a:ext cx="3625850" cy="2777490"/>
            </a:xfrm>
            <a:custGeom>
              <a:avLst/>
              <a:gdLst/>
              <a:ahLst/>
              <a:cxnLst/>
              <a:rect l="l" t="t" r="r" b="b"/>
              <a:pathLst>
                <a:path w="3625850" h="2777490">
                  <a:moveTo>
                    <a:pt x="725308" y="0"/>
                  </a:moveTo>
                  <a:lnTo>
                    <a:pt x="680691" y="4633"/>
                  </a:lnTo>
                  <a:lnTo>
                    <a:pt x="637521" y="14044"/>
                  </a:lnTo>
                  <a:lnTo>
                    <a:pt x="595381" y="28196"/>
                  </a:lnTo>
                  <a:lnTo>
                    <a:pt x="553850" y="47051"/>
                  </a:lnTo>
                  <a:lnTo>
                    <a:pt x="512509" y="70574"/>
                  </a:lnTo>
                  <a:lnTo>
                    <a:pt x="470940" y="98726"/>
                  </a:lnTo>
                  <a:lnTo>
                    <a:pt x="428724" y="131471"/>
                  </a:lnTo>
                  <a:lnTo>
                    <a:pt x="385440" y="168772"/>
                  </a:lnTo>
                  <a:lnTo>
                    <a:pt x="348819" y="203390"/>
                  </a:lnTo>
                  <a:lnTo>
                    <a:pt x="313909" y="239721"/>
                  </a:lnTo>
                  <a:lnTo>
                    <a:pt x="280738" y="277660"/>
                  </a:lnTo>
                  <a:lnTo>
                    <a:pt x="249330" y="317102"/>
                  </a:lnTo>
                  <a:lnTo>
                    <a:pt x="219714" y="357941"/>
                  </a:lnTo>
                  <a:lnTo>
                    <a:pt x="191914" y="400070"/>
                  </a:lnTo>
                  <a:lnTo>
                    <a:pt x="165958" y="443384"/>
                  </a:lnTo>
                  <a:lnTo>
                    <a:pt x="141872" y="487777"/>
                  </a:lnTo>
                  <a:lnTo>
                    <a:pt x="119682" y="533144"/>
                  </a:lnTo>
                  <a:lnTo>
                    <a:pt x="99415" y="579379"/>
                  </a:lnTo>
                  <a:lnTo>
                    <a:pt x="81097" y="626376"/>
                  </a:lnTo>
                  <a:lnTo>
                    <a:pt x="64754" y="674029"/>
                  </a:lnTo>
                  <a:lnTo>
                    <a:pt x="50414" y="722232"/>
                  </a:lnTo>
                  <a:lnTo>
                    <a:pt x="38211" y="770033"/>
                  </a:lnTo>
                  <a:lnTo>
                    <a:pt x="27784" y="818154"/>
                  </a:lnTo>
                  <a:lnTo>
                    <a:pt x="19087" y="866557"/>
                  </a:lnTo>
                  <a:lnTo>
                    <a:pt x="12077" y="915204"/>
                  </a:lnTo>
                  <a:lnTo>
                    <a:pt x="6707" y="964057"/>
                  </a:lnTo>
                  <a:lnTo>
                    <a:pt x="2934" y="1013080"/>
                  </a:lnTo>
                  <a:lnTo>
                    <a:pt x="713" y="1062235"/>
                  </a:lnTo>
                  <a:lnTo>
                    <a:pt x="0" y="1111484"/>
                  </a:lnTo>
                  <a:lnTo>
                    <a:pt x="748" y="1160791"/>
                  </a:lnTo>
                  <a:lnTo>
                    <a:pt x="2914" y="1210116"/>
                  </a:lnTo>
                  <a:lnTo>
                    <a:pt x="6452" y="1259424"/>
                  </a:lnTo>
                  <a:lnTo>
                    <a:pt x="11319" y="1308676"/>
                  </a:lnTo>
                  <a:lnTo>
                    <a:pt x="17469" y="1357836"/>
                  </a:lnTo>
                  <a:lnTo>
                    <a:pt x="24858" y="1406865"/>
                  </a:lnTo>
                  <a:lnTo>
                    <a:pt x="33440" y="1455726"/>
                  </a:lnTo>
                  <a:lnTo>
                    <a:pt x="43172" y="1504382"/>
                  </a:lnTo>
                  <a:lnTo>
                    <a:pt x="54008" y="1552795"/>
                  </a:lnTo>
                  <a:lnTo>
                    <a:pt x="65904" y="1600927"/>
                  </a:lnTo>
                  <a:lnTo>
                    <a:pt x="78814" y="1648742"/>
                  </a:lnTo>
                  <a:lnTo>
                    <a:pt x="92695" y="1696202"/>
                  </a:lnTo>
                  <a:lnTo>
                    <a:pt x="107418" y="1742608"/>
                  </a:lnTo>
                  <a:lnTo>
                    <a:pt x="123327" y="1788657"/>
                  </a:lnTo>
                  <a:lnTo>
                    <a:pt x="140438" y="1834281"/>
                  </a:lnTo>
                  <a:lnTo>
                    <a:pt x="158766" y="1879410"/>
                  </a:lnTo>
                  <a:lnTo>
                    <a:pt x="178326" y="1923974"/>
                  </a:lnTo>
                  <a:lnTo>
                    <a:pt x="199132" y="1967903"/>
                  </a:lnTo>
                  <a:lnTo>
                    <a:pt x="221200" y="2011129"/>
                  </a:lnTo>
                  <a:lnTo>
                    <a:pt x="244544" y="2053581"/>
                  </a:lnTo>
                  <a:lnTo>
                    <a:pt x="269179" y="2095190"/>
                  </a:lnTo>
                  <a:lnTo>
                    <a:pt x="295121" y="2135886"/>
                  </a:lnTo>
                  <a:lnTo>
                    <a:pt x="322384" y="2175600"/>
                  </a:lnTo>
                  <a:lnTo>
                    <a:pt x="350984" y="2214262"/>
                  </a:lnTo>
                  <a:lnTo>
                    <a:pt x="380934" y="2251802"/>
                  </a:lnTo>
                  <a:lnTo>
                    <a:pt x="412251" y="2288152"/>
                  </a:lnTo>
                  <a:lnTo>
                    <a:pt x="444949" y="2323241"/>
                  </a:lnTo>
                  <a:lnTo>
                    <a:pt x="479043" y="2356999"/>
                  </a:lnTo>
                  <a:lnTo>
                    <a:pt x="514548" y="2389358"/>
                  </a:lnTo>
                  <a:lnTo>
                    <a:pt x="551479" y="2420247"/>
                  </a:lnTo>
                  <a:lnTo>
                    <a:pt x="589851" y="2449598"/>
                  </a:lnTo>
                  <a:lnTo>
                    <a:pt x="629679" y="2477340"/>
                  </a:lnTo>
                  <a:lnTo>
                    <a:pt x="670977" y="2503403"/>
                  </a:lnTo>
                  <a:lnTo>
                    <a:pt x="713761" y="2527719"/>
                  </a:lnTo>
                  <a:lnTo>
                    <a:pt x="758046" y="2550218"/>
                  </a:lnTo>
                  <a:lnTo>
                    <a:pt x="710796" y="2574257"/>
                  </a:lnTo>
                  <a:lnTo>
                    <a:pt x="667515" y="2604865"/>
                  </a:lnTo>
                  <a:lnTo>
                    <a:pt x="628927" y="2641257"/>
                  </a:lnTo>
                  <a:lnTo>
                    <a:pt x="595759" y="2682648"/>
                  </a:lnTo>
                  <a:lnTo>
                    <a:pt x="568733" y="2728250"/>
                  </a:lnTo>
                  <a:lnTo>
                    <a:pt x="548576" y="2777279"/>
                  </a:lnTo>
                  <a:lnTo>
                    <a:pt x="598230" y="2773479"/>
                  </a:lnTo>
                  <a:lnTo>
                    <a:pt x="647611" y="2768285"/>
                  </a:lnTo>
                  <a:lnTo>
                    <a:pt x="696738" y="2761797"/>
                  </a:lnTo>
                  <a:lnTo>
                    <a:pt x="745632" y="2754115"/>
                  </a:lnTo>
                  <a:lnTo>
                    <a:pt x="794312" y="2745339"/>
                  </a:lnTo>
                  <a:lnTo>
                    <a:pt x="842799" y="2735569"/>
                  </a:lnTo>
                  <a:lnTo>
                    <a:pt x="891112" y="2724904"/>
                  </a:lnTo>
                  <a:lnTo>
                    <a:pt x="939272" y="2713445"/>
                  </a:lnTo>
                  <a:lnTo>
                    <a:pt x="987298" y="2701290"/>
                  </a:lnTo>
                  <a:lnTo>
                    <a:pt x="1035210" y="2688540"/>
                  </a:lnTo>
                  <a:lnTo>
                    <a:pt x="1083029" y="2675294"/>
                  </a:lnTo>
                  <a:lnTo>
                    <a:pt x="1130773" y="2661652"/>
                  </a:lnTo>
                  <a:lnTo>
                    <a:pt x="1178464" y="2647715"/>
                  </a:lnTo>
                  <a:lnTo>
                    <a:pt x="1321410" y="2605123"/>
                  </a:lnTo>
                  <a:lnTo>
                    <a:pt x="1416803" y="2577078"/>
                  </a:lnTo>
                  <a:lnTo>
                    <a:pt x="1464588" y="2563459"/>
                  </a:lnTo>
                  <a:lnTo>
                    <a:pt x="1512459" y="2550242"/>
                  </a:lnTo>
                  <a:lnTo>
                    <a:pt x="1560434" y="2537528"/>
                  </a:lnTo>
                  <a:lnTo>
                    <a:pt x="1608536" y="2525415"/>
                  </a:lnTo>
                  <a:lnTo>
                    <a:pt x="1656782" y="2514004"/>
                  </a:lnTo>
                  <a:lnTo>
                    <a:pt x="1705194" y="2503394"/>
                  </a:lnTo>
                  <a:lnTo>
                    <a:pt x="1753791" y="2493685"/>
                  </a:lnTo>
                  <a:lnTo>
                    <a:pt x="1802593" y="2484978"/>
                  </a:lnTo>
                  <a:lnTo>
                    <a:pt x="1851619" y="2477371"/>
                  </a:lnTo>
                  <a:lnTo>
                    <a:pt x="1900891" y="2470964"/>
                  </a:lnTo>
                  <a:lnTo>
                    <a:pt x="1949954" y="2465820"/>
                  </a:lnTo>
                  <a:lnTo>
                    <a:pt x="1999102" y="2461838"/>
                  </a:lnTo>
                  <a:lnTo>
                    <a:pt x="2048315" y="2459001"/>
                  </a:lnTo>
                  <a:lnTo>
                    <a:pt x="2097571" y="2457296"/>
                  </a:lnTo>
                  <a:lnTo>
                    <a:pt x="2146852" y="2456708"/>
                  </a:lnTo>
                  <a:lnTo>
                    <a:pt x="2196137" y="2457222"/>
                  </a:lnTo>
                  <a:lnTo>
                    <a:pt x="2245407" y="2458823"/>
                  </a:lnTo>
                  <a:lnTo>
                    <a:pt x="2294640" y="2461497"/>
                  </a:lnTo>
                  <a:lnTo>
                    <a:pt x="2343817" y="2465228"/>
                  </a:lnTo>
                  <a:lnTo>
                    <a:pt x="2392918" y="2470003"/>
                  </a:lnTo>
                  <a:lnTo>
                    <a:pt x="2441922" y="2475806"/>
                  </a:lnTo>
                  <a:lnTo>
                    <a:pt x="2490810" y="2482622"/>
                  </a:lnTo>
                  <a:lnTo>
                    <a:pt x="2539561" y="2490438"/>
                  </a:lnTo>
                  <a:lnTo>
                    <a:pt x="2588156" y="2499237"/>
                  </a:lnTo>
                  <a:lnTo>
                    <a:pt x="2636574" y="2509006"/>
                  </a:lnTo>
                  <a:lnTo>
                    <a:pt x="2684795" y="2519729"/>
                  </a:lnTo>
                  <a:lnTo>
                    <a:pt x="2732799" y="2531392"/>
                  </a:lnTo>
                  <a:lnTo>
                    <a:pt x="2780566" y="2543981"/>
                  </a:lnTo>
                  <a:lnTo>
                    <a:pt x="2828075" y="2557479"/>
                  </a:lnTo>
                  <a:lnTo>
                    <a:pt x="2875307" y="2571874"/>
                  </a:lnTo>
                  <a:lnTo>
                    <a:pt x="2922242" y="2587149"/>
                  </a:lnTo>
                  <a:lnTo>
                    <a:pt x="3018060" y="2619604"/>
                  </a:lnTo>
                  <a:lnTo>
                    <a:pt x="3066698" y="2635110"/>
                  </a:lnTo>
                  <a:lnTo>
                    <a:pt x="3115615" y="2649025"/>
                  </a:lnTo>
                  <a:lnTo>
                    <a:pt x="3164658" y="2660517"/>
                  </a:lnTo>
                  <a:lnTo>
                    <a:pt x="3213673" y="2668753"/>
                  </a:lnTo>
                  <a:lnTo>
                    <a:pt x="3262506" y="2672900"/>
                  </a:lnTo>
                  <a:lnTo>
                    <a:pt x="3311003" y="2672127"/>
                  </a:lnTo>
                  <a:lnTo>
                    <a:pt x="3359011" y="2665600"/>
                  </a:lnTo>
                  <a:lnTo>
                    <a:pt x="3406374" y="2652487"/>
                  </a:lnTo>
                  <a:lnTo>
                    <a:pt x="3448431" y="2633892"/>
                  </a:lnTo>
                  <a:lnTo>
                    <a:pt x="3487312" y="2609430"/>
                  </a:lnTo>
                  <a:lnTo>
                    <a:pt x="3522472" y="2579787"/>
                  </a:lnTo>
                  <a:lnTo>
                    <a:pt x="3553367" y="2545654"/>
                  </a:lnTo>
                  <a:lnTo>
                    <a:pt x="3579453" y="2507719"/>
                  </a:lnTo>
                  <a:lnTo>
                    <a:pt x="3600186" y="2466669"/>
                  </a:lnTo>
                  <a:lnTo>
                    <a:pt x="3615022" y="2423194"/>
                  </a:lnTo>
                  <a:lnTo>
                    <a:pt x="3623415" y="2377983"/>
                  </a:lnTo>
                  <a:lnTo>
                    <a:pt x="3625256" y="2325836"/>
                  </a:lnTo>
                  <a:lnTo>
                    <a:pt x="3619431" y="2277030"/>
                  </a:lnTo>
                  <a:lnTo>
                    <a:pt x="3606524" y="2231408"/>
                  </a:lnTo>
                  <a:lnTo>
                    <a:pt x="3587116" y="2188819"/>
                  </a:lnTo>
                  <a:lnTo>
                    <a:pt x="3561792" y="2149106"/>
                  </a:lnTo>
                  <a:lnTo>
                    <a:pt x="3531135" y="2112116"/>
                  </a:lnTo>
                  <a:lnTo>
                    <a:pt x="3497205" y="2078999"/>
                  </a:lnTo>
                  <a:lnTo>
                    <a:pt x="3459409" y="2048113"/>
                  </a:lnTo>
                  <a:lnTo>
                    <a:pt x="3418265" y="2019322"/>
                  </a:lnTo>
                  <a:lnTo>
                    <a:pt x="3374290" y="1992487"/>
                  </a:lnTo>
                  <a:lnTo>
                    <a:pt x="3328001" y="1967472"/>
                  </a:lnTo>
                  <a:lnTo>
                    <a:pt x="3279915" y="1944140"/>
                  </a:lnTo>
                  <a:lnTo>
                    <a:pt x="3230550" y="1922353"/>
                  </a:lnTo>
                  <a:lnTo>
                    <a:pt x="3180423" y="1901973"/>
                  </a:lnTo>
                  <a:lnTo>
                    <a:pt x="3130051" y="1882865"/>
                  </a:lnTo>
                  <a:lnTo>
                    <a:pt x="3079951" y="1864889"/>
                  </a:lnTo>
                  <a:lnTo>
                    <a:pt x="3030641" y="1847909"/>
                  </a:lnTo>
                  <a:lnTo>
                    <a:pt x="2892620" y="1801572"/>
                  </a:lnTo>
                  <a:lnTo>
                    <a:pt x="2851640" y="1787202"/>
                  </a:lnTo>
                  <a:lnTo>
                    <a:pt x="2814036" y="1773142"/>
                  </a:lnTo>
                  <a:lnTo>
                    <a:pt x="2766988" y="1754122"/>
                  </a:lnTo>
                  <a:lnTo>
                    <a:pt x="2720806" y="1734124"/>
                  </a:lnTo>
                  <a:lnTo>
                    <a:pt x="2675496" y="1713147"/>
                  </a:lnTo>
                  <a:lnTo>
                    <a:pt x="2631064" y="1691187"/>
                  </a:lnTo>
                  <a:lnTo>
                    <a:pt x="2587514" y="1668243"/>
                  </a:lnTo>
                  <a:lnTo>
                    <a:pt x="2544852" y="1644312"/>
                  </a:lnTo>
                  <a:lnTo>
                    <a:pt x="2503084" y="1619391"/>
                  </a:lnTo>
                  <a:lnTo>
                    <a:pt x="2462213" y="1593480"/>
                  </a:lnTo>
                  <a:lnTo>
                    <a:pt x="2422247" y="1566574"/>
                  </a:lnTo>
                  <a:lnTo>
                    <a:pt x="2383190" y="1538672"/>
                  </a:lnTo>
                  <a:lnTo>
                    <a:pt x="2345047" y="1509772"/>
                  </a:lnTo>
                  <a:lnTo>
                    <a:pt x="2307823" y="1479871"/>
                  </a:lnTo>
                  <a:lnTo>
                    <a:pt x="2271524" y="1448967"/>
                  </a:lnTo>
                  <a:lnTo>
                    <a:pt x="2236156" y="1417058"/>
                  </a:lnTo>
                  <a:lnTo>
                    <a:pt x="2201723" y="1384140"/>
                  </a:lnTo>
                  <a:lnTo>
                    <a:pt x="2168230" y="1350213"/>
                  </a:lnTo>
                  <a:lnTo>
                    <a:pt x="2135684" y="1315273"/>
                  </a:lnTo>
                  <a:lnTo>
                    <a:pt x="2104089" y="1279318"/>
                  </a:lnTo>
                  <a:lnTo>
                    <a:pt x="2073450" y="1242346"/>
                  </a:lnTo>
                  <a:lnTo>
                    <a:pt x="2043773" y="1204355"/>
                  </a:lnTo>
                  <a:lnTo>
                    <a:pt x="2015063" y="1165341"/>
                  </a:lnTo>
                  <a:lnTo>
                    <a:pt x="1987326" y="1125304"/>
                  </a:lnTo>
                  <a:lnTo>
                    <a:pt x="1960566" y="1084240"/>
                  </a:lnTo>
                  <a:lnTo>
                    <a:pt x="1934789" y="1042147"/>
                  </a:lnTo>
                  <a:lnTo>
                    <a:pt x="1910000" y="999024"/>
                  </a:lnTo>
                  <a:lnTo>
                    <a:pt x="1886205" y="954866"/>
                  </a:lnTo>
                  <a:lnTo>
                    <a:pt x="1863408" y="909673"/>
                  </a:lnTo>
                  <a:lnTo>
                    <a:pt x="1820631" y="819157"/>
                  </a:lnTo>
                  <a:lnTo>
                    <a:pt x="1798314" y="775497"/>
                  </a:lnTo>
                  <a:lnTo>
                    <a:pt x="1774688" y="732506"/>
                  </a:lnTo>
                  <a:lnTo>
                    <a:pt x="1749778" y="690228"/>
                  </a:lnTo>
                  <a:lnTo>
                    <a:pt x="1723609" y="648708"/>
                  </a:lnTo>
                  <a:lnTo>
                    <a:pt x="1696204" y="607989"/>
                  </a:lnTo>
                  <a:lnTo>
                    <a:pt x="1667590" y="568117"/>
                  </a:lnTo>
                  <a:lnTo>
                    <a:pt x="1637789" y="529134"/>
                  </a:lnTo>
                  <a:lnTo>
                    <a:pt x="1606828" y="491086"/>
                  </a:lnTo>
                  <a:lnTo>
                    <a:pt x="1574730" y="454015"/>
                  </a:lnTo>
                  <a:lnTo>
                    <a:pt x="1541520" y="417968"/>
                  </a:lnTo>
                  <a:lnTo>
                    <a:pt x="1507223" y="382987"/>
                  </a:lnTo>
                  <a:lnTo>
                    <a:pt x="1471862" y="349116"/>
                  </a:lnTo>
                  <a:lnTo>
                    <a:pt x="1435464" y="316401"/>
                  </a:lnTo>
                  <a:lnTo>
                    <a:pt x="1398052" y="284885"/>
                  </a:lnTo>
                  <a:lnTo>
                    <a:pt x="1359650" y="254612"/>
                  </a:lnTo>
                  <a:lnTo>
                    <a:pt x="1320284" y="225627"/>
                  </a:lnTo>
                  <a:lnTo>
                    <a:pt x="1279978" y="197973"/>
                  </a:lnTo>
                  <a:lnTo>
                    <a:pt x="1238757" y="171695"/>
                  </a:lnTo>
                  <a:lnTo>
                    <a:pt x="1196644" y="146837"/>
                  </a:lnTo>
                  <a:lnTo>
                    <a:pt x="1153666" y="123443"/>
                  </a:lnTo>
                  <a:lnTo>
                    <a:pt x="1109845" y="101557"/>
                  </a:lnTo>
                  <a:lnTo>
                    <a:pt x="1065208" y="81224"/>
                  </a:lnTo>
                  <a:lnTo>
                    <a:pt x="1019778" y="62487"/>
                  </a:lnTo>
                  <a:lnTo>
                    <a:pt x="973580" y="45392"/>
                  </a:lnTo>
                  <a:lnTo>
                    <a:pt x="926638" y="29981"/>
                  </a:lnTo>
                  <a:lnTo>
                    <a:pt x="872038" y="15134"/>
                  </a:lnTo>
                  <a:lnTo>
                    <a:pt x="820562" y="5213"/>
                  </a:lnTo>
                  <a:lnTo>
                    <a:pt x="771792" y="181"/>
                  </a:lnTo>
                  <a:lnTo>
                    <a:pt x="725308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903272" y="6834621"/>
              <a:ext cx="10160" cy="7620"/>
            </a:xfrm>
            <a:custGeom>
              <a:avLst/>
              <a:gdLst/>
              <a:ahLst/>
              <a:cxnLst/>
              <a:rect l="l" t="t" r="r" b="b"/>
              <a:pathLst>
                <a:path w="10160" h="7620">
                  <a:moveTo>
                    <a:pt x="5748" y="0"/>
                  </a:moveTo>
                  <a:lnTo>
                    <a:pt x="0" y="261"/>
                  </a:lnTo>
                  <a:lnTo>
                    <a:pt x="5486" y="7057"/>
                  </a:lnTo>
                  <a:lnTo>
                    <a:pt x="9926" y="7580"/>
                  </a:lnTo>
                  <a:lnTo>
                    <a:pt x="5748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215475" y="2991186"/>
              <a:ext cx="5413375" cy="3041650"/>
            </a:xfrm>
            <a:custGeom>
              <a:avLst/>
              <a:gdLst/>
              <a:ahLst/>
              <a:cxnLst/>
              <a:rect l="l" t="t" r="r" b="b"/>
              <a:pathLst>
                <a:path w="5413375" h="3041650">
                  <a:moveTo>
                    <a:pt x="5413112" y="0"/>
                  </a:moveTo>
                  <a:lnTo>
                    <a:pt x="0" y="0"/>
                  </a:lnTo>
                  <a:lnTo>
                    <a:pt x="0" y="3041457"/>
                  </a:lnTo>
                  <a:lnTo>
                    <a:pt x="5413112" y="3041457"/>
                  </a:lnTo>
                  <a:lnTo>
                    <a:pt x="541311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6334089" y="3203033"/>
              <a:ext cx="5175885" cy="2711450"/>
            </a:xfrm>
            <a:custGeom>
              <a:avLst/>
              <a:gdLst/>
              <a:ahLst/>
              <a:cxnLst/>
              <a:rect l="l" t="t" r="r" b="b"/>
              <a:pathLst>
                <a:path w="5175884" h="2711450">
                  <a:moveTo>
                    <a:pt x="0" y="2710985"/>
                  </a:moveTo>
                  <a:lnTo>
                    <a:pt x="5175873" y="2710985"/>
                  </a:lnTo>
                  <a:lnTo>
                    <a:pt x="5175873" y="0"/>
                  </a:lnTo>
                  <a:lnTo>
                    <a:pt x="0" y="0"/>
                  </a:lnTo>
                  <a:lnTo>
                    <a:pt x="0" y="27109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6334089" y="3109821"/>
              <a:ext cx="5175885" cy="93345"/>
            </a:xfrm>
            <a:custGeom>
              <a:avLst/>
              <a:gdLst/>
              <a:ahLst/>
              <a:cxnLst/>
              <a:rect l="l" t="t" r="r" b="b"/>
              <a:pathLst>
                <a:path w="5175884" h="93344">
                  <a:moveTo>
                    <a:pt x="5175873" y="0"/>
                  </a:moveTo>
                  <a:lnTo>
                    <a:pt x="0" y="0"/>
                  </a:lnTo>
                  <a:lnTo>
                    <a:pt x="0" y="93211"/>
                  </a:lnTo>
                  <a:lnTo>
                    <a:pt x="5175873" y="93211"/>
                  </a:lnTo>
                  <a:lnTo>
                    <a:pt x="5175873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9690392" y="3742102"/>
              <a:ext cx="1458595" cy="1458595"/>
            </a:xfrm>
            <a:custGeom>
              <a:avLst/>
              <a:gdLst/>
              <a:ahLst/>
              <a:cxnLst/>
              <a:rect l="l" t="t" r="r" b="b"/>
              <a:pathLst>
                <a:path w="1458595" h="1458595">
                  <a:moveTo>
                    <a:pt x="729297" y="0"/>
                  </a:moveTo>
                  <a:lnTo>
                    <a:pt x="679430" y="1682"/>
                  </a:lnTo>
                  <a:lnTo>
                    <a:pt x="630460" y="6656"/>
                  </a:lnTo>
                  <a:lnTo>
                    <a:pt x="582496" y="14812"/>
                  </a:lnTo>
                  <a:lnTo>
                    <a:pt x="535644" y="26042"/>
                  </a:lnTo>
                  <a:lnTo>
                    <a:pt x="490014" y="40236"/>
                  </a:lnTo>
                  <a:lnTo>
                    <a:pt x="445713" y="57285"/>
                  </a:lnTo>
                  <a:lnTo>
                    <a:pt x="402850" y="77080"/>
                  </a:lnTo>
                  <a:lnTo>
                    <a:pt x="361533" y="99512"/>
                  </a:lnTo>
                  <a:lnTo>
                    <a:pt x="321870" y="124471"/>
                  </a:lnTo>
                  <a:lnTo>
                    <a:pt x="283968" y="151848"/>
                  </a:lnTo>
                  <a:lnTo>
                    <a:pt x="247937" y="181533"/>
                  </a:lnTo>
                  <a:lnTo>
                    <a:pt x="213884" y="213419"/>
                  </a:lnTo>
                  <a:lnTo>
                    <a:pt x="181918" y="247396"/>
                  </a:lnTo>
                  <a:lnTo>
                    <a:pt x="152146" y="283353"/>
                  </a:lnTo>
                  <a:lnTo>
                    <a:pt x="124676" y="321183"/>
                  </a:lnTo>
                  <a:lnTo>
                    <a:pt x="98012" y="363812"/>
                  </a:lnTo>
                  <a:lnTo>
                    <a:pt x="74258" y="408353"/>
                  </a:lnTo>
                  <a:lnTo>
                    <a:pt x="53549" y="454672"/>
                  </a:lnTo>
                  <a:lnTo>
                    <a:pt x="36021" y="502634"/>
                  </a:lnTo>
                  <a:lnTo>
                    <a:pt x="21809" y="552102"/>
                  </a:lnTo>
                  <a:lnTo>
                    <a:pt x="11048" y="602941"/>
                  </a:lnTo>
                  <a:lnTo>
                    <a:pt x="3874" y="655016"/>
                  </a:lnTo>
                  <a:lnTo>
                    <a:pt x="232" y="710518"/>
                  </a:lnTo>
                  <a:lnTo>
                    <a:pt x="0" y="729297"/>
                  </a:lnTo>
                  <a:lnTo>
                    <a:pt x="1957" y="783160"/>
                  </a:lnTo>
                  <a:lnTo>
                    <a:pt x="7740" y="835963"/>
                  </a:lnTo>
                  <a:lnTo>
                    <a:pt x="17214" y="887569"/>
                  </a:lnTo>
                  <a:lnTo>
                    <a:pt x="30246" y="937840"/>
                  </a:lnTo>
                  <a:lnTo>
                    <a:pt x="46700" y="986637"/>
                  </a:lnTo>
                  <a:lnTo>
                    <a:pt x="66444" y="1033823"/>
                  </a:lnTo>
                  <a:lnTo>
                    <a:pt x="89343" y="1079261"/>
                  </a:lnTo>
                  <a:lnTo>
                    <a:pt x="115262" y="1122813"/>
                  </a:lnTo>
                  <a:lnTo>
                    <a:pt x="144068" y="1164341"/>
                  </a:lnTo>
                  <a:lnTo>
                    <a:pt x="173740" y="1201622"/>
                  </a:lnTo>
                  <a:lnTo>
                    <a:pt x="205743" y="1236864"/>
                  </a:lnTo>
                  <a:lnTo>
                    <a:pt x="239963" y="1269950"/>
                  </a:lnTo>
                  <a:lnTo>
                    <a:pt x="276281" y="1300764"/>
                  </a:lnTo>
                  <a:lnTo>
                    <a:pt x="314582" y="1329193"/>
                  </a:lnTo>
                  <a:lnTo>
                    <a:pt x="354750" y="1355119"/>
                  </a:lnTo>
                  <a:lnTo>
                    <a:pt x="396667" y="1378427"/>
                  </a:lnTo>
                  <a:lnTo>
                    <a:pt x="440217" y="1399003"/>
                  </a:lnTo>
                  <a:lnTo>
                    <a:pt x="485284" y="1416730"/>
                  </a:lnTo>
                  <a:lnTo>
                    <a:pt x="531752" y="1431493"/>
                  </a:lnTo>
                  <a:lnTo>
                    <a:pt x="579504" y="1443176"/>
                  </a:lnTo>
                  <a:lnTo>
                    <a:pt x="628422" y="1451665"/>
                  </a:lnTo>
                  <a:lnTo>
                    <a:pt x="678392" y="1456842"/>
                  </a:lnTo>
                  <a:lnTo>
                    <a:pt x="729297" y="1458594"/>
                  </a:lnTo>
                  <a:lnTo>
                    <a:pt x="777251" y="1457043"/>
                  </a:lnTo>
                  <a:lnTo>
                    <a:pt x="824376" y="1452453"/>
                  </a:lnTo>
                  <a:lnTo>
                    <a:pt x="870577" y="1444922"/>
                  </a:lnTo>
                  <a:lnTo>
                    <a:pt x="915757" y="1434544"/>
                  </a:lnTo>
                  <a:lnTo>
                    <a:pt x="959820" y="1421416"/>
                  </a:lnTo>
                  <a:lnTo>
                    <a:pt x="1002671" y="1405634"/>
                  </a:lnTo>
                  <a:lnTo>
                    <a:pt x="1044212" y="1387295"/>
                  </a:lnTo>
                  <a:lnTo>
                    <a:pt x="1084348" y="1366493"/>
                  </a:lnTo>
                  <a:lnTo>
                    <a:pt x="1122983" y="1343326"/>
                  </a:lnTo>
                  <a:lnTo>
                    <a:pt x="1160021" y="1317889"/>
                  </a:lnTo>
                  <a:lnTo>
                    <a:pt x="1195365" y="1290278"/>
                  </a:lnTo>
                  <a:lnTo>
                    <a:pt x="1228920" y="1260590"/>
                  </a:lnTo>
                  <a:lnTo>
                    <a:pt x="1260590" y="1228920"/>
                  </a:lnTo>
                  <a:lnTo>
                    <a:pt x="1290278" y="1195365"/>
                  </a:lnTo>
                  <a:lnTo>
                    <a:pt x="1317889" y="1160021"/>
                  </a:lnTo>
                  <a:lnTo>
                    <a:pt x="1343326" y="1122983"/>
                  </a:lnTo>
                  <a:lnTo>
                    <a:pt x="1366493" y="1084348"/>
                  </a:lnTo>
                  <a:lnTo>
                    <a:pt x="1387295" y="1044212"/>
                  </a:lnTo>
                  <a:lnTo>
                    <a:pt x="1405634" y="1002671"/>
                  </a:lnTo>
                  <a:lnTo>
                    <a:pt x="1421416" y="959820"/>
                  </a:lnTo>
                  <a:lnTo>
                    <a:pt x="1434544" y="915757"/>
                  </a:lnTo>
                  <a:lnTo>
                    <a:pt x="1444922" y="870577"/>
                  </a:lnTo>
                  <a:lnTo>
                    <a:pt x="1452453" y="824376"/>
                  </a:lnTo>
                  <a:lnTo>
                    <a:pt x="1457043" y="777251"/>
                  </a:lnTo>
                  <a:lnTo>
                    <a:pt x="1458594" y="729297"/>
                  </a:lnTo>
                  <a:lnTo>
                    <a:pt x="1457043" y="681364"/>
                  </a:lnTo>
                  <a:lnTo>
                    <a:pt x="1452453" y="634257"/>
                  </a:lnTo>
                  <a:lnTo>
                    <a:pt x="1444922" y="588071"/>
                  </a:lnTo>
                  <a:lnTo>
                    <a:pt x="1434544" y="542903"/>
                  </a:lnTo>
                  <a:lnTo>
                    <a:pt x="1421416" y="498849"/>
                  </a:lnTo>
                  <a:lnTo>
                    <a:pt x="1405634" y="456005"/>
                  </a:lnTo>
                  <a:lnTo>
                    <a:pt x="1387295" y="414468"/>
                  </a:lnTo>
                  <a:lnTo>
                    <a:pt x="1366493" y="374334"/>
                  </a:lnTo>
                  <a:lnTo>
                    <a:pt x="1343326" y="335698"/>
                  </a:lnTo>
                  <a:lnTo>
                    <a:pt x="1317889" y="298658"/>
                  </a:lnTo>
                  <a:lnTo>
                    <a:pt x="1290278" y="263310"/>
                  </a:lnTo>
                  <a:lnTo>
                    <a:pt x="1260590" y="229750"/>
                  </a:lnTo>
                  <a:lnTo>
                    <a:pt x="1228920" y="198075"/>
                  </a:lnTo>
                  <a:lnTo>
                    <a:pt x="1195365" y="168380"/>
                  </a:lnTo>
                  <a:lnTo>
                    <a:pt x="1160021" y="140762"/>
                  </a:lnTo>
                  <a:lnTo>
                    <a:pt x="1122983" y="115317"/>
                  </a:lnTo>
                  <a:lnTo>
                    <a:pt x="1084348" y="92142"/>
                  </a:lnTo>
                  <a:lnTo>
                    <a:pt x="1044212" y="71332"/>
                  </a:lnTo>
                  <a:lnTo>
                    <a:pt x="1002671" y="52985"/>
                  </a:lnTo>
                  <a:lnTo>
                    <a:pt x="959820" y="37196"/>
                  </a:lnTo>
                  <a:lnTo>
                    <a:pt x="915757" y="24062"/>
                  </a:lnTo>
                  <a:lnTo>
                    <a:pt x="870577" y="13679"/>
                  </a:lnTo>
                  <a:lnTo>
                    <a:pt x="824376" y="6144"/>
                  </a:lnTo>
                  <a:lnTo>
                    <a:pt x="777251" y="1552"/>
                  </a:lnTo>
                  <a:lnTo>
                    <a:pt x="729297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9694267" y="3742104"/>
              <a:ext cx="725805" cy="729615"/>
            </a:xfrm>
            <a:custGeom>
              <a:avLst/>
              <a:gdLst/>
              <a:ahLst/>
              <a:cxnLst/>
              <a:rect l="l" t="t" r="r" b="b"/>
              <a:pathLst>
                <a:path w="725804" h="729614">
                  <a:moveTo>
                    <a:pt x="725422" y="0"/>
                  </a:moveTo>
                  <a:lnTo>
                    <a:pt x="675556" y="1682"/>
                  </a:lnTo>
                  <a:lnTo>
                    <a:pt x="626586" y="6656"/>
                  </a:lnTo>
                  <a:lnTo>
                    <a:pt x="578621" y="14812"/>
                  </a:lnTo>
                  <a:lnTo>
                    <a:pt x="531770" y="26042"/>
                  </a:lnTo>
                  <a:lnTo>
                    <a:pt x="486140" y="40236"/>
                  </a:lnTo>
                  <a:lnTo>
                    <a:pt x="441839" y="57285"/>
                  </a:lnTo>
                  <a:lnTo>
                    <a:pt x="398976" y="77080"/>
                  </a:lnTo>
                  <a:lnTo>
                    <a:pt x="357659" y="99512"/>
                  </a:lnTo>
                  <a:lnTo>
                    <a:pt x="317996" y="124471"/>
                  </a:lnTo>
                  <a:lnTo>
                    <a:pt x="280094" y="151848"/>
                  </a:lnTo>
                  <a:lnTo>
                    <a:pt x="244063" y="181533"/>
                  </a:lnTo>
                  <a:lnTo>
                    <a:pt x="210010" y="213419"/>
                  </a:lnTo>
                  <a:lnTo>
                    <a:pt x="178043" y="247396"/>
                  </a:lnTo>
                  <a:lnTo>
                    <a:pt x="148271" y="283353"/>
                  </a:lnTo>
                  <a:lnTo>
                    <a:pt x="120802" y="321183"/>
                  </a:lnTo>
                  <a:lnTo>
                    <a:pt x="94138" y="363812"/>
                  </a:lnTo>
                  <a:lnTo>
                    <a:pt x="70384" y="408353"/>
                  </a:lnTo>
                  <a:lnTo>
                    <a:pt x="49675" y="454672"/>
                  </a:lnTo>
                  <a:lnTo>
                    <a:pt x="32147" y="502634"/>
                  </a:lnTo>
                  <a:lnTo>
                    <a:pt x="17935" y="552102"/>
                  </a:lnTo>
                  <a:lnTo>
                    <a:pt x="7174" y="602941"/>
                  </a:lnTo>
                  <a:lnTo>
                    <a:pt x="0" y="655016"/>
                  </a:lnTo>
                  <a:lnTo>
                    <a:pt x="725422" y="729297"/>
                  </a:lnTo>
                  <a:lnTo>
                    <a:pt x="72542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9690395" y="4063286"/>
              <a:ext cx="729615" cy="843280"/>
            </a:xfrm>
            <a:custGeom>
              <a:avLst/>
              <a:gdLst/>
              <a:ahLst/>
              <a:cxnLst/>
              <a:rect l="l" t="t" r="r" b="b"/>
              <a:pathLst>
                <a:path w="729615" h="843279">
                  <a:moveTo>
                    <a:pt x="124676" y="0"/>
                  </a:moveTo>
                  <a:lnTo>
                    <a:pt x="99709" y="39710"/>
                  </a:lnTo>
                  <a:lnTo>
                    <a:pt x="77258" y="81092"/>
                  </a:lnTo>
                  <a:lnTo>
                    <a:pt x="57436" y="124033"/>
                  </a:lnTo>
                  <a:lnTo>
                    <a:pt x="40354" y="168421"/>
                  </a:lnTo>
                  <a:lnTo>
                    <a:pt x="26127" y="214142"/>
                  </a:lnTo>
                  <a:lnTo>
                    <a:pt x="14865" y="261085"/>
                  </a:lnTo>
                  <a:lnTo>
                    <a:pt x="6681" y="309136"/>
                  </a:lnTo>
                  <a:lnTo>
                    <a:pt x="1689" y="358183"/>
                  </a:lnTo>
                  <a:lnTo>
                    <a:pt x="0" y="408113"/>
                  </a:lnTo>
                  <a:lnTo>
                    <a:pt x="1957" y="461976"/>
                  </a:lnTo>
                  <a:lnTo>
                    <a:pt x="7740" y="514779"/>
                  </a:lnTo>
                  <a:lnTo>
                    <a:pt x="17214" y="566385"/>
                  </a:lnTo>
                  <a:lnTo>
                    <a:pt x="30245" y="616656"/>
                  </a:lnTo>
                  <a:lnTo>
                    <a:pt x="46698" y="665453"/>
                  </a:lnTo>
                  <a:lnTo>
                    <a:pt x="66441" y="712639"/>
                  </a:lnTo>
                  <a:lnTo>
                    <a:pt x="89338" y="758077"/>
                  </a:lnTo>
                  <a:lnTo>
                    <a:pt x="115255" y="801629"/>
                  </a:lnTo>
                  <a:lnTo>
                    <a:pt x="144058" y="843157"/>
                  </a:lnTo>
                  <a:lnTo>
                    <a:pt x="187487" y="809293"/>
                  </a:lnTo>
                  <a:lnTo>
                    <a:pt x="339159" y="691767"/>
                  </a:lnTo>
                  <a:lnTo>
                    <a:pt x="446645" y="609393"/>
                  </a:lnTo>
                  <a:lnTo>
                    <a:pt x="498864" y="569775"/>
                  </a:lnTo>
                  <a:lnTo>
                    <a:pt x="548540" y="532438"/>
                  </a:lnTo>
                  <a:lnTo>
                    <a:pt x="594530" y="498305"/>
                  </a:lnTo>
                  <a:lnTo>
                    <a:pt x="635686" y="468304"/>
                  </a:lnTo>
                  <a:lnTo>
                    <a:pt x="670865" y="443358"/>
                  </a:lnTo>
                  <a:lnTo>
                    <a:pt x="718711" y="412337"/>
                  </a:lnTo>
                  <a:lnTo>
                    <a:pt x="729087" y="408113"/>
                  </a:lnTo>
                  <a:lnTo>
                    <a:pt x="124676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9662304" y="4488817"/>
              <a:ext cx="501650" cy="58419"/>
            </a:xfrm>
            <a:custGeom>
              <a:avLst/>
              <a:gdLst/>
              <a:ahLst/>
              <a:cxnLst/>
              <a:rect l="l" t="t" r="r" b="b"/>
              <a:pathLst>
                <a:path w="501650" h="58420">
                  <a:moveTo>
                    <a:pt x="501455" y="0"/>
                  </a:moveTo>
                  <a:lnTo>
                    <a:pt x="443242" y="823"/>
                  </a:lnTo>
                  <a:lnTo>
                    <a:pt x="394477" y="2423"/>
                  </a:lnTo>
                  <a:lnTo>
                    <a:pt x="345722" y="4833"/>
                  </a:lnTo>
                  <a:lnTo>
                    <a:pt x="296990" y="8014"/>
                  </a:lnTo>
                  <a:lnTo>
                    <a:pt x="248300" y="11925"/>
                  </a:lnTo>
                  <a:lnTo>
                    <a:pt x="199665" y="16524"/>
                  </a:lnTo>
                  <a:lnTo>
                    <a:pt x="151102" y="21774"/>
                  </a:lnTo>
                  <a:lnTo>
                    <a:pt x="102628" y="27632"/>
                  </a:lnTo>
                  <a:lnTo>
                    <a:pt x="54256" y="34059"/>
                  </a:lnTo>
                  <a:lnTo>
                    <a:pt x="6005" y="41014"/>
                  </a:lnTo>
                  <a:lnTo>
                    <a:pt x="0" y="50752"/>
                  </a:lnTo>
                  <a:lnTo>
                    <a:pt x="3696" y="56272"/>
                  </a:lnTo>
                  <a:lnTo>
                    <a:pt x="10675" y="57977"/>
                  </a:lnTo>
                  <a:lnTo>
                    <a:pt x="58595" y="51029"/>
                  </a:lnTo>
                  <a:lnTo>
                    <a:pt x="106561" y="44766"/>
                  </a:lnTo>
                  <a:lnTo>
                    <a:pt x="154572" y="39149"/>
                  </a:lnTo>
                  <a:lnTo>
                    <a:pt x="202631" y="34141"/>
                  </a:lnTo>
                  <a:lnTo>
                    <a:pt x="250737" y="29701"/>
                  </a:lnTo>
                  <a:lnTo>
                    <a:pt x="298890" y="25793"/>
                  </a:lnTo>
                  <a:lnTo>
                    <a:pt x="347093" y="22376"/>
                  </a:lnTo>
                  <a:lnTo>
                    <a:pt x="395345" y="19412"/>
                  </a:lnTo>
                  <a:lnTo>
                    <a:pt x="443647" y="16863"/>
                  </a:lnTo>
                  <a:lnTo>
                    <a:pt x="501361" y="14303"/>
                  </a:lnTo>
                  <a:lnTo>
                    <a:pt x="50145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56083" y="4463877"/>
              <a:ext cx="104849" cy="127324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10564082" y="4714407"/>
              <a:ext cx="348615" cy="529590"/>
            </a:xfrm>
            <a:custGeom>
              <a:avLst/>
              <a:gdLst/>
              <a:ahLst/>
              <a:cxnLst/>
              <a:rect l="l" t="t" r="r" b="b"/>
              <a:pathLst>
                <a:path w="348615" h="529589">
                  <a:moveTo>
                    <a:pt x="4981" y="0"/>
                  </a:moveTo>
                  <a:lnTo>
                    <a:pt x="387" y="3535"/>
                  </a:lnTo>
                  <a:lnTo>
                    <a:pt x="0" y="8843"/>
                  </a:lnTo>
                  <a:lnTo>
                    <a:pt x="3087" y="13306"/>
                  </a:lnTo>
                  <a:lnTo>
                    <a:pt x="8918" y="14303"/>
                  </a:lnTo>
                  <a:lnTo>
                    <a:pt x="25779" y="14158"/>
                  </a:lnTo>
                  <a:lnTo>
                    <a:pt x="41274" y="20261"/>
                  </a:lnTo>
                  <a:lnTo>
                    <a:pt x="77927" y="52013"/>
                  </a:lnTo>
                  <a:lnTo>
                    <a:pt x="107522" y="83976"/>
                  </a:lnTo>
                  <a:lnTo>
                    <a:pt x="146979" y="131406"/>
                  </a:lnTo>
                  <a:lnTo>
                    <a:pt x="183405" y="181209"/>
                  </a:lnTo>
                  <a:lnTo>
                    <a:pt x="209536" y="221348"/>
                  </a:lnTo>
                  <a:lnTo>
                    <a:pt x="233726" y="262697"/>
                  </a:lnTo>
                  <a:lnTo>
                    <a:pt x="255906" y="305159"/>
                  </a:lnTo>
                  <a:lnTo>
                    <a:pt x="276002" y="348644"/>
                  </a:lnTo>
                  <a:lnTo>
                    <a:pt x="293946" y="393056"/>
                  </a:lnTo>
                  <a:lnTo>
                    <a:pt x="315421" y="458102"/>
                  </a:lnTo>
                  <a:lnTo>
                    <a:pt x="333463" y="524193"/>
                  </a:lnTo>
                  <a:lnTo>
                    <a:pt x="337107" y="528999"/>
                  </a:lnTo>
                  <a:lnTo>
                    <a:pt x="342524" y="529396"/>
                  </a:lnTo>
                  <a:lnTo>
                    <a:pt x="347123" y="526170"/>
                  </a:lnTo>
                  <a:lnTo>
                    <a:pt x="348311" y="520109"/>
                  </a:lnTo>
                  <a:lnTo>
                    <a:pt x="336806" y="470088"/>
                  </a:lnTo>
                  <a:lnTo>
                    <a:pt x="321793" y="420669"/>
                  </a:lnTo>
                  <a:lnTo>
                    <a:pt x="303760" y="372111"/>
                  </a:lnTo>
                  <a:lnTo>
                    <a:pt x="283198" y="324675"/>
                  </a:lnTo>
                  <a:lnTo>
                    <a:pt x="260596" y="278619"/>
                  </a:lnTo>
                  <a:lnTo>
                    <a:pt x="235721" y="233507"/>
                  </a:lnTo>
                  <a:lnTo>
                    <a:pt x="208550" y="189743"/>
                  </a:lnTo>
                  <a:lnTo>
                    <a:pt x="179157" y="147442"/>
                  </a:lnTo>
                  <a:lnTo>
                    <a:pt x="147614" y="106714"/>
                  </a:lnTo>
                  <a:lnTo>
                    <a:pt x="113993" y="67673"/>
                  </a:lnTo>
                  <a:lnTo>
                    <a:pt x="66524" y="18566"/>
                  </a:lnTo>
                  <a:lnTo>
                    <a:pt x="37372" y="1593"/>
                  </a:lnTo>
                  <a:lnTo>
                    <a:pt x="498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88388" y="5129742"/>
              <a:ext cx="150808" cy="114678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10230488" y="3611241"/>
              <a:ext cx="132080" cy="404495"/>
            </a:xfrm>
            <a:custGeom>
              <a:avLst/>
              <a:gdLst/>
              <a:ahLst/>
              <a:cxnLst/>
              <a:rect l="l" t="t" r="r" b="b"/>
              <a:pathLst>
                <a:path w="132079" h="404495">
                  <a:moveTo>
                    <a:pt x="122314" y="0"/>
                  </a:moveTo>
                  <a:lnTo>
                    <a:pt x="94128" y="43426"/>
                  </a:lnTo>
                  <a:lnTo>
                    <a:pt x="71425" y="84605"/>
                  </a:lnTo>
                  <a:lnTo>
                    <a:pt x="50186" y="127046"/>
                  </a:lnTo>
                  <a:lnTo>
                    <a:pt x="31418" y="170589"/>
                  </a:lnTo>
                  <a:lnTo>
                    <a:pt x="16128" y="215074"/>
                  </a:lnTo>
                  <a:lnTo>
                    <a:pt x="5319" y="260342"/>
                  </a:lnTo>
                  <a:lnTo>
                    <a:pt x="0" y="306231"/>
                  </a:lnTo>
                  <a:lnTo>
                    <a:pt x="1174" y="352583"/>
                  </a:lnTo>
                  <a:lnTo>
                    <a:pt x="9849" y="399238"/>
                  </a:lnTo>
                  <a:lnTo>
                    <a:pt x="13480" y="403807"/>
                  </a:lnTo>
                  <a:lnTo>
                    <a:pt x="18839" y="404192"/>
                  </a:lnTo>
                  <a:lnTo>
                    <a:pt x="23278" y="401115"/>
                  </a:lnTo>
                  <a:lnTo>
                    <a:pt x="24152" y="395300"/>
                  </a:lnTo>
                  <a:lnTo>
                    <a:pt x="15871" y="344208"/>
                  </a:lnTo>
                  <a:lnTo>
                    <a:pt x="16513" y="293658"/>
                  </a:lnTo>
                  <a:lnTo>
                    <a:pt x="24705" y="243827"/>
                  </a:lnTo>
                  <a:lnTo>
                    <a:pt x="39076" y="194890"/>
                  </a:lnTo>
                  <a:lnTo>
                    <a:pt x="58252" y="147025"/>
                  </a:lnTo>
                  <a:lnTo>
                    <a:pt x="80860" y="100406"/>
                  </a:lnTo>
                  <a:lnTo>
                    <a:pt x="105528" y="55211"/>
                  </a:lnTo>
                  <a:lnTo>
                    <a:pt x="130882" y="11616"/>
                  </a:lnTo>
                  <a:lnTo>
                    <a:pt x="131661" y="5455"/>
                  </a:lnTo>
                  <a:lnTo>
                    <a:pt x="127954" y="1089"/>
                  </a:lnTo>
                  <a:lnTo>
                    <a:pt x="12231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7399" y="3590952"/>
              <a:ext cx="145400" cy="111644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6629603" y="3456806"/>
              <a:ext cx="4600575" cy="2178685"/>
            </a:xfrm>
            <a:custGeom>
              <a:avLst/>
              <a:gdLst/>
              <a:ahLst/>
              <a:cxnLst/>
              <a:rect l="l" t="t" r="r" b="b"/>
              <a:pathLst>
                <a:path w="4600575" h="2178685">
                  <a:moveTo>
                    <a:pt x="1185418" y="14808"/>
                  </a:moveTo>
                  <a:lnTo>
                    <a:pt x="839355" y="13804"/>
                  </a:lnTo>
                  <a:lnTo>
                    <a:pt x="290118" y="14808"/>
                  </a:lnTo>
                  <a:lnTo>
                    <a:pt x="1185418" y="14808"/>
                  </a:lnTo>
                  <a:close/>
                </a:path>
                <a:path w="4600575" h="2178685">
                  <a:moveTo>
                    <a:pt x="1253274" y="1440967"/>
                  </a:moveTo>
                  <a:lnTo>
                    <a:pt x="1251254" y="1435214"/>
                  </a:lnTo>
                  <a:lnTo>
                    <a:pt x="1245158" y="1432560"/>
                  </a:lnTo>
                  <a:lnTo>
                    <a:pt x="1093952" y="1431290"/>
                  </a:lnTo>
                  <a:lnTo>
                    <a:pt x="892340" y="1430642"/>
                  </a:lnTo>
                  <a:lnTo>
                    <a:pt x="337870" y="1431759"/>
                  </a:lnTo>
                  <a:lnTo>
                    <a:pt x="185686" y="1431505"/>
                  </a:lnTo>
                  <a:lnTo>
                    <a:pt x="134962" y="1431950"/>
                  </a:lnTo>
                  <a:lnTo>
                    <a:pt x="84277" y="1433156"/>
                  </a:lnTo>
                  <a:lnTo>
                    <a:pt x="78625" y="1435696"/>
                  </a:lnTo>
                  <a:lnTo>
                    <a:pt x="76733" y="1440967"/>
                  </a:lnTo>
                  <a:lnTo>
                    <a:pt x="78625" y="1446237"/>
                  </a:lnTo>
                  <a:lnTo>
                    <a:pt x="84277" y="1448765"/>
                  </a:lnTo>
                  <a:lnTo>
                    <a:pt x="140589" y="1450009"/>
                  </a:lnTo>
                  <a:lnTo>
                    <a:pt x="196964" y="1450301"/>
                  </a:lnTo>
                  <a:lnTo>
                    <a:pt x="309689" y="1450086"/>
                  </a:lnTo>
                  <a:lnTo>
                    <a:pt x="1042289" y="1450619"/>
                  </a:lnTo>
                  <a:lnTo>
                    <a:pt x="1143723" y="1450213"/>
                  </a:lnTo>
                  <a:lnTo>
                    <a:pt x="1245158" y="1449374"/>
                  </a:lnTo>
                  <a:lnTo>
                    <a:pt x="1251242" y="1446707"/>
                  </a:lnTo>
                  <a:lnTo>
                    <a:pt x="1253274" y="1440967"/>
                  </a:lnTo>
                  <a:close/>
                </a:path>
                <a:path w="4600575" h="2178685">
                  <a:moveTo>
                    <a:pt x="1298638" y="25768"/>
                  </a:moveTo>
                  <a:lnTo>
                    <a:pt x="1296174" y="18757"/>
                  </a:lnTo>
                  <a:lnTo>
                    <a:pt x="1288745" y="15633"/>
                  </a:lnTo>
                  <a:lnTo>
                    <a:pt x="290118" y="14808"/>
                  </a:lnTo>
                  <a:lnTo>
                    <a:pt x="149021" y="14579"/>
                  </a:lnTo>
                  <a:lnTo>
                    <a:pt x="101981" y="14897"/>
                  </a:lnTo>
                  <a:lnTo>
                    <a:pt x="54965" y="15811"/>
                  </a:lnTo>
                  <a:lnTo>
                    <a:pt x="8013" y="17538"/>
                  </a:lnTo>
                  <a:lnTo>
                    <a:pt x="0" y="25768"/>
                  </a:lnTo>
                  <a:lnTo>
                    <a:pt x="0" y="25958"/>
                  </a:lnTo>
                  <a:lnTo>
                    <a:pt x="58178" y="35966"/>
                  </a:lnTo>
                  <a:lnTo>
                    <a:pt x="108394" y="36791"/>
                  </a:lnTo>
                  <a:lnTo>
                    <a:pt x="158635" y="36982"/>
                  </a:lnTo>
                  <a:lnTo>
                    <a:pt x="377710" y="36957"/>
                  </a:lnTo>
                  <a:lnTo>
                    <a:pt x="907338" y="37401"/>
                  </a:lnTo>
                  <a:lnTo>
                    <a:pt x="1186929" y="36855"/>
                  </a:lnTo>
                  <a:lnTo>
                    <a:pt x="1288745" y="36106"/>
                  </a:lnTo>
                  <a:lnTo>
                    <a:pt x="1296162" y="32981"/>
                  </a:lnTo>
                  <a:lnTo>
                    <a:pt x="1298638" y="25958"/>
                  </a:lnTo>
                  <a:lnTo>
                    <a:pt x="1298575" y="25806"/>
                  </a:lnTo>
                  <a:close/>
                </a:path>
                <a:path w="4600575" h="2178685">
                  <a:moveTo>
                    <a:pt x="1330121" y="1703641"/>
                  </a:moveTo>
                  <a:lnTo>
                    <a:pt x="1327950" y="1697507"/>
                  </a:lnTo>
                  <a:lnTo>
                    <a:pt x="1321422" y="1694637"/>
                  </a:lnTo>
                  <a:lnTo>
                    <a:pt x="1272120" y="1693951"/>
                  </a:lnTo>
                  <a:lnTo>
                    <a:pt x="1173480" y="1693227"/>
                  </a:lnTo>
                  <a:lnTo>
                    <a:pt x="1025512" y="1693265"/>
                  </a:lnTo>
                  <a:lnTo>
                    <a:pt x="233578" y="1694357"/>
                  </a:lnTo>
                  <a:lnTo>
                    <a:pt x="199758" y="1694522"/>
                  </a:lnTo>
                  <a:lnTo>
                    <a:pt x="129273" y="1694357"/>
                  </a:lnTo>
                  <a:lnTo>
                    <a:pt x="94005" y="1694827"/>
                  </a:lnTo>
                  <a:lnTo>
                    <a:pt x="58851" y="1696478"/>
                  </a:lnTo>
                  <a:lnTo>
                    <a:pt x="49644" y="1697126"/>
                  </a:lnTo>
                  <a:lnTo>
                    <a:pt x="49618" y="1710169"/>
                  </a:lnTo>
                  <a:lnTo>
                    <a:pt x="58851" y="1710817"/>
                  </a:lnTo>
                  <a:lnTo>
                    <a:pt x="89776" y="1712290"/>
                  </a:lnTo>
                  <a:lnTo>
                    <a:pt x="120815" y="1712760"/>
                  </a:lnTo>
                  <a:lnTo>
                    <a:pt x="182854" y="1712696"/>
                  </a:lnTo>
                  <a:lnTo>
                    <a:pt x="1155712" y="1713699"/>
                  </a:lnTo>
                  <a:lnTo>
                    <a:pt x="1210957" y="1713649"/>
                  </a:lnTo>
                  <a:lnTo>
                    <a:pt x="1266190" y="1713344"/>
                  </a:lnTo>
                  <a:lnTo>
                    <a:pt x="1321422" y="1712658"/>
                  </a:lnTo>
                  <a:lnTo>
                    <a:pt x="1327950" y="1709788"/>
                  </a:lnTo>
                  <a:lnTo>
                    <a:pt x="1330121" y="1703641"/>
                  </a:lnTo>
                  <a:close/>
                </a:path>
                <a:path w="4600575" h="2178685">
                  <a:moveTo>
                    <a:pt x="1391259" y="389737"/>
                  </a:moveTo>
                  <a:lnTo>
                    <a:pt x="978776" y="388670"/>
                  </a:lnTo>
                  <a:lnTo>
                    <a:pt x="146100" y="389737"/>
                  </a:lnTo>
                  <a:lnTo>
                    <a:pt x="1391259" y="389737"/>
                  </a:lnTo>
                  <a:close/>
                </a:path>
                <a:path w="4600575" h="2178685">
                  <a:moveTo>
                    <a:pt x="1414208" y="2025650"/>
                  </a:moveTo>
                  <a:lnTo>
                    <a:pt x="1412201" y="2019935"/>
                  </a:lnTo>
                  <a:lnTo>
                    <a:pt x="1406156" y="2017318"/>
                  </a:lnTo>
                  <a:lnTo>
                    <a:pt x="1054227" y="2015413"/>
                  </a:lnTo>
                  <a:lnTo>
                    <a:pt x="551446" y="2015032"/>
                  </a:lnTo>
                  <a:lnTo>
                    <a:pt x="259397" y="2015655"/>
                  </a:lnTo>
                  <a:lnTo>
                    <a:pt x="188671" y="2017204"/>
                  </a:lnTo>
                  <a:lnTo>
                    <a:pt x="153212" y="2016963"/>
                  </a:lnTo>
                  <a:lnTo>
                    <a:pt x="118173" y="2014372"/>
                  </a:lnTo>
                  <a:lnTo>
                    <a:pt x="110020" y="2017407"/>
                  </a:lnTo>
                  <a:lnTo>
                    <a:pt x="107302" y="2025650"/>
                  </a:lnTo>
                  <a:lnTo>
                    <a:pt x="110020" y="2033879"/>
                  </a:lnTo>
                  <a:lnTo>
                    <a:pt x="118173" y="2036914"/>
                  </a:lnTo>
                  <a:lnTo>
                    <a:pt x="150431" y="2034489"/>
                  </a:lnTo>
                  <a:lnTo>
                    <a:pt x="183032" y="2034184"/>
                  </a:lnTo>
                  <a:lnTo>
                    <a:pt x="248107" y="2035556"/>
                  </a:lnTo>
                  <a:lnTo>
                    <a:pt x="1123708" y="2036203"/>
                  </a:lnTo>
                  <a:lnTo>
                    <a:pt x="1217853" y="2035721"/>
                  </a:lnTo>
                  <a:lnTo>
                    <a:pt x="1406156" y="2033981"/>
                  </a:lnTo>
                  <a:lnTo>
                    <a:pt x="1412189" y="2031352"/>
                  </a:lnTo>
                  <a:lnTo>
                    <a:pt x="1414208" y="2025650"/>
                  </a:lnTo>
                  <a:close/>
                </a:path>
                <a:path w="4600575" h="2178685">
                  <a:moveTo>
                    <a:pt x="1488401" y="398653"/>
                  </a:moveTo>
                  <a:lnTo>
                    <a:pt x="1486382" y="392899"/>
                  </a:lnTo>
                  <a:lnTo>
                    <a:pt x="1480299" y="390321"/>
                  </a:lnTo>
                  <a:lnTo>
                    <a:pt x="146100" y="389737"/>
                  </a:lnTo>
                  <a:lnTo>
                    <a:pt x="106629" y="389280"/>
                  </a:lnTo>
                  <a:lnTo>
                    <a:pt x="67322" y="387438"/>
                  </a:lnTo>
                  <a:lnTo>
                    <a:pt x="59169" y="390677"/>
                  </a:lnTo>
                  <a:lnTo>
                    <a:pt x="56464" y="398653"/>
                  </a:lnTo>
                  <a:lnTo>
                    <a:pt x="59156" y="406730"/>
                  </a:lnTo>
                  <a:lnTo>
                    <a:pt x="67322" y="409968"/>
                  </a:lnTo>
                  <a:lnTo>
                    <a:pt x="102425" y="408292"/>
                  </a:lnTo>
                  <a:lnTo>
                    <a:pt x="137655" y="407822"/>
                  </a:lnTo>
                  <a:lnTo>
                    <a:pt x="869772" y="408343"/>
                  </a:lnTo>
                  <a:lnTo>
                    <a:pt x="1363167" y="407822"/>
                  </a:lnTo>
                  <a:lnTo>
                    <a:pt x="1480299" y="407085"/>
                  </a:lnTo>
                  <a:lnTo>
                    <a:pt x="1486369" y="404507"/>
                  </a:lnTo>
                  <a:lnTo>
                    <a:pt x="1488401" y="398767"/>
                  </a:lnTo>
                  <a:close/>
                </a:path>
                <a:path w="4600575" h="2178685">
                  <a:moveTo>
                    <a:pt x="1558340" y="644448"/>
                  </a:moveTo>
                  <a:lnTo>
                    <a:pt x="1556308" y="638695"/>
                  </a:lnTo>
                  <a:lnTo>
                    <a:pt x="1550212" y="636028"/>
                  </a:lnTo>
                  <a:lnTo>
                    <a:pt x="1403337" y="634847"/>
                  </a:lnTo>
                  <a:lnTo>
                    <a:pt x="327621" y="634123"/>
                  </a:lnTo>
                  <a:lnTo>
                    <a:pt x="232359" y="633742"/>
                  </a:lnTo>
                  <a:lnTo>
                    <a:pt x="184708" y="633742"/>
                  </a:lnTo>
                  <a:lnTo>
                    <a:pt x="137071" y="634047"/>
                  </a:lnTo>
                  <a:lnTo>
                    <a:pt x="89471" y="634834"/>
                  </a:lnTo>
                  <a:lnTo>
                    <a:pt x="41910" y="636257"/>
                  </a:lnTo>
                  <a:lnTo>
                    <a:pt x="35979" y="638924"/>
                  </a:lnTo>
                  <a:lnTo>
                    <a:pt x="33997" y="644436"/>
                  </a:lnTo>
                  <a:lnTo>
                    <a:pt x="35966" y="649960"/>
                  </a:lnTo>
                  <a:lnTo>
                    <a:pt x="41910" y="652627"/>
                  </a:lnTo>
                  <a:lnTo>
                    <a:pt x="90817" y="654037"/>
                  </a:lnTo>
                  <a:lnTo>
                    <a:pt x="139776" y="654748"/>
                  </a:lnTo>
                  <a:lnTo>
                    <a:pt x="188760" y="654964"/>
                  </a:lnTo>
                  <a:lnTo>
                    <a:pt x="335661" y="654646"/>
                  </a:lnTo>
                  <a:lnTo>
                    <a:pt x="1264526" y="654773"/>
                  </a:lnTo>
                  <a:lnTo>
                    <a:pt x="1407375" y="654113"/>
                  </a:lnTo>
                  <a:lnTo>
                    <a:pt x="1550212" y="652843"/>
                  </a:lnTo>
                  <a:lnTo>
                    <a:pt x="1556296" y="650189"/>
                  </a:lnTo>
                  <a:lnTo>
                    <a:pt x="1558340" y="644448"/>
                  </a:lnTo>
                  <a:close/>
                </a:path>
                <a:path w="4600575" h="2178685">
                  <a:moveTo>
                    <a:pt x="1736648" y="881697"/>
                  </a:moveTo>
                  <a:lnTo>
                    <a:pt x="1734527" y="875677"/>
                  </a:lnTo>
                  <a:lnTo>
                    <a:pt x="1728152" y="872909"/>
                  </a:lnTo>
                  <a:lnTo>
                    <a:pt x="1475460" y="871385"/>
                  </a:lnTo>
                  <a:lnTo>
                    <a:pt x="565734" y="870534"/>
                  </a:lnTo>
                  <a:lnTo>
                    <a:pt x="181508" y="871664"/>
                  </a:lnTo>
                  <a:lnTo>
                    <a:pt x="134924" y="871664"/>
                  </a:lnTo>
                  <a:lnTo>
                    <a:pt x="88366" y="872236"/>
                  </a:lnTo>
                  <a:lnTo>
                    <a:pt x="41910" y="873975"/>
                  </a:lnTo>
                  <a:lnTo>
                    <a:pt x="31965" y="874509"/>
                  </a:lnTo>
                  <a:lnTo>
                    <a:pt x="31940" y="888898"/>
                  </a:lnTo>
                  <a:lnTo>
                    <a:pt x="41910" y="889444"/>
                  </a:lnTo>
                  <a:lnTo>
                    <a:pt x="82740" y="890993"/>
                  </a:lnTo>
                  <a:lnTo>
                    <a:pt x="123647" y="891540"/>
                  </a:lnTo>
                  <a:lnTo>
                    <a:pt x="205447" y="891654"/>
                  </a:lnTo>
                  <a:lnTo>
                    <a:pt x="480860" y="892657"/>
                  </a:lnTo>
                  <a:lnTo>
                    <a:pt x="1355953" y="892441"/>
                  </a:lnTo>
                  <a:lnTo>
                    <a:pt x="1621815" y="891311"/>
                  </a:lnTo>
                  <a:lnTo>
                    <a:pt x="1728152" y="890498"/>
                  </a:lnTo>
                  <a:lnTo>
                    <a:pt x="1734527" y="887717"/>
                  </a:lnTo>
                  <a:lnTo>
                    <a:pt x="1736648" y="881697"/>
                  </a:lnTo>
                  <a:close/>
                </a:path>
                <a:path w="4600575" h="2178685">
                  <a:moveTo>
                    <a:pt x="2768854" y="791895"/>
                  </a:moveTo>
                  <a:lnTo>
                    <a:pt x="2765895" y="791895"/>
                  </a:lnTo>
                  <a:lnTo>
                    <a:pt x="2765895" y="789355"/>
                  </a:lnTo>
                  <a:lnTo>
                    <a:pt x="2750312" y="789355"/>
                  </a:lnTo>
                  <a:lnTo>
                    <a:pt x="2750312" y="788085"/>
                  </a:lnTo>
                  <a:lnTo>
                    <a:pt x="2203564" y="788085"/>
                  </a:lnTo>
                  <a:lnTo>
                    <a:pt x="2203564" y="789355"/>
                  </a:lnTo>
                  <a:lnTo>
                    <a:pt x="2158974" y="789355"/>
                  </a:lnTo>
                  <a:lnTo>
                    <a:pt x="2158974" y="791895"/>
                  </a:lnTo>
                  <a:lnTo>
                    <a:pt x="2158974" y="796975"/>
                  </a:lnTo>
                  <a:lnTo>
                    <a:pt x="2158962" y="802055"/>
                  </a:lnTo>
                  <a:lnTo>
                    <a:pt x="2158962" y="804595"/>
                  </a:lnTo>
                  <a:lnTo>
                    <a:pt x="2203348" y="804595"/>
                  </a:lnTo>
                  <a:lnTo>
                    <a:pt x="2203348" y="805865"/>
                  </a:lnTo>
                  <a:lnTo>
                    <a:pt x="2749854" y="805865"/>
                  </a:lnTo>
                  <a:lnTo>
                    <a:pt x="2749854" y="804595"/>
                  </a:lnTo>
                  <a:lnTo>
                    <a:pt x="2765869" y="804595"/>
                  </a:lnTo>
                  <a:lnTo>
                    <a:pt x="2765869" y="802055"/>
                  </a:lnTo>
                  <a:lnTo>
                    <a:pt x="2768854" y="802055"/>
                  </a:lnTo>
                  <a:lnTo>
                    <a:pt x="2768854" y="796975"/>
                  </a:lnTo>
                  <a:lnTo>
                    <a:pt x="2768854" y="791895"/>
                  </a:lnTo>
                  <a:close/>
                </a:path>
                <a:path w="4600575" h="2178685">
                  <a:moveTo>
                    <a:pt x="2812135" y="136017"/>
                  </a:moveTo>
                  <a:lnTo>
                    <a:pt x="2810179" y="130784"/>
                  </a:lnTo>
                  <a:lnTo>
                    <a:pt x="2804312" y="127901"/>
                  </a:lnTo>
                  <a:lnTo>
                    <a:pt x="2781223" y="126250"/>
                  </a:lnTo>
                  <a:lnTo>
                    <a:pt x="2757779" y="126149"/>
                  </a:lnTo>
                  <a:lnTo>
                    <a:pt x="2711107" y="127152"/>
                  </a:lnTo>
                  <a:lnTo>
                    <a:pt x="2571292" y="127266"/>
                  </a:lnTo>
                  <a:lnTo>
                    <a:pt x="2524671" y="127152"/>
                  </a:lnTo>
                  <a:lnTo>
                    <a:pt x="2478062" y="127292"/>
                  </a:lnTo>
                  <a:lnTo>
                    <a:pt x="2431478" y="128016"/>
                  </a:lnTo>
                  <a:lnTo>
                    <a:pt x="2423731" y="136017"/>
                  </a:lnTo>
                  <a:lnTo>
                    <a:pt x="2425662" y="141465"/>
                  </a:lnTo>
                  <a:lnTo>
                    <a:pt x="2431478" y="144030"/>
                  </a:lnTo>
                  <a:lnTo>
                    <a:pt x="2478062" y="144754"/>
                  </a:lnTo>
                  <a:lnTo>
                    <a:pt x="2524671" y="144894"/>
                  </a:lnTo>
                  <a:lnTo>
                    <a:pt x="2708275" y="144881"/>
                  </a:lnTo>
                  <a:lnTo>
                    <a:pt x="2756370" y="145935"/>
                  </a:lnTo>
                  <a:lnTo>
                    <a:pt x="2780525" y="145846"/>
                  </a:lnTo>
                  <a:lnTo>
                    <a:pt x="2804312" y="144145"/>
                  </a:lnTo>
                  <a:lnTo>
                    <a:pt x="2810167" y="141249"/>
                  </a:lnTo>
                  <a:lnTo>
                    <a:pt x="2812135" y="136017"/>
                  </a:lnTo>
                  <a:close/>
                </a:path>
                <a:path w="4600575" h="2178685">
                  <a:moveTo>
                    <a:pt x="2846692" y="943660"/>
                  </a:moveTo>
                  <a:lnTo>
                    <a:pt x="2844495" y="937475"/>
                  </a:lnTo>
                  <a:lnTo>
                    <a:pt x="2837840" y="935075"/>
                  </a:lnTo>
                  <a:lnTo>
                    <a:pt x="2787650" y="938479"/>
                  </a:lnTo>
                  <a:lnTo>
                    <a:pt x="2737472" y="941527"/>
                  </a:lnTo>
                  <a:lnTo>
                    <a:pt x="2687282" y="944232"/>
                  </a:lnTo>
                  <a:lnTo>
                    <a:pt x="2637091" y="946607"/>
                  </a:lnTo>
                  <a:lnTo>
                    <a:pt x="2586901" y="948664"/>
                  </a:lnTo>
                  <a:lnTo>
                    <a:pt x="2536710" y="950455"/>
                  </a:lnTo>
                  <a:lnTo>
                    <a:pt x="2486520" y="951966"/>
                  </a:lnTo>
                  <a:lnTo>
                    <a:pt x="2436317" y="953249"/>
                  </a:lnTo>
                  <a:lnTo>
                    <a:pt x="2335873" y="955141"/>
                  </a:lnTo>
                  <a:lnTo>
                    <a:pt x="2235377" y="956310"/>
                  </a:lnTo>
                  <a:lnTo>
                    <a:pt x="2124938" y="956957"/>
                  </a:lnTo>
                  <a:lnTo>
                    <a:pt x="2124951" y="971943"/>
                  </a:lnTo>
                  <a:lnTo>
                    <a:pt x="2134806" y="972235"/>
                  </a:lnTo>
                  <a:lnTo>
                    <a:pt x="2184984" y="973442"/>
                  </a:lnTo>
                  <a:lnTo>
                    <a:pt x="2235200" y="974178"/>
                  </a:lnTo>
                  <a:lnTo>
                    <a:pt x="2285441" y="974458"/>
                  </a:lnTo>
                  <a:lnTo>
                    <a:pt x="2335707" y="974305"/>
                  </a:lnTo>
                  <a:lnTo>
                    <a:pt x="2385974" y="973747"/>
                  </a:lnTo>
                  <a:lnTo>
                    <a:pt x="2436253" y="972794"/>
                  </a:lnTo>
                  <a:lnTo>
                    <a:pt x="2486533" y="971473"/>
                  </a:lnTo>
                  <a:lnTo>
                    <a:pt x="2536799" y="969797"/>
                  </a:lnTo>
                  <a:lnTo>
                    <a:pt x="2587053" y="967778"/>
                  </a:lnTo>
                  <a:lnTo>
                    <a:pt x="2637282" y="965466"/>
                  </a:lnTo>
                  <a:lnTo>
                    <a:pt x="2687485" y="962863"/>
                  </a:lnTo>
                  <a:lnTo>
                    <a:pt x="2737650" y="959980"/>
                  </a:lnTo>
                  <a:lnTo>
                    <a:pt x="2787777" y="956856"/>
                  </a:lnTo>
                  <a:lnTo>
                    <a:pt x="2837840" y="953503"/>
                  </a:lnTo>
                  <a:lnTo>
                    <a:pt x="2844469" y="950163"/>
                  </a:lnTo>
                  <a:lnTo>
                    <a:pt x="2846692" y="943660"/>
                  </a:lnTo>
                  <a:close/>
                </a:path>
                <a:path w="4600575" h="2178685">
                  <a:moveTo>
                    <a:pt x="2847314" y="229235"/>
                  </a:moveTo>
                  <a:lnTo>
                    <a:pt x="2845041" y="222758"/>
                  </a:lnTo>
                  <a:lnTo>
                    <a:pt x="2838208" y="219811"/>
                  </a:lnTo>
                  <a:lnTo>
                    <a:pt x="2629992" y="219684"/>
                  </a:lnTo>
                  <a:lnTo>
                    <a:pt x="2525890" y="220052"/>
                  </a:lnTo>
                  <a:lnTo>
                    <a:pt x="2473845" y="220510"/>
                  </a:lnTo>
                  <a:lnTo>
                    <a:pt x="2467521" y="223278"/>
                  </a:lnTo>
                  <a:lnTo>
                    <a:pt x="2465413" y="229235"/>
                  </a:lnTo>
                  <a:lnTo>
                    <a:pt x="2467521" y="235191"/>
                  </a:lnTo>
                  <a:lnTo>
                    <a:pt x="2473845" y="237947"/>
                  </a:lnTo>
                  <a:lnTo>
                    <a:pt x="2577947" y="238671"/>
                  </a:lnTo>
                  <a:lnTo>
                    <a:pt x="2838208" y="238658"/>
                  </a:lnTo>
                  <a:lnTo>
                    <a:pt x="2845041" y="235724"/>
                  </a:lnTo>
                  <a:lnTo>
                    <a:pt x="2847314" y="229235"/>
                  </a:lnTo>
                  <a:close/>
                </a:path>
                <a:path w="4600575" h="2178685">
                  <a:moveTo>
                    <a:pt x="2854896" y="635965"/>
                  </a:moveTo>
                  <a:lnTo>
                    <a:pt x="2852851" y="630148"/>
                  </a:lnTo>
                  <a:lnTo>
                    <a:pt x="2846679" y="627468"/>
                  </a:lnTo>
                  <a:lnTo>
                    <a:pt x="2746210" y="626783"/>
                  </a:lnTo>
                  <a:lnTo>
                    <a:pt x="2320594" y="627062"/>
                  </a:lnTo>
                  <a:lnTo>
                    <a:pt x="2231936" y="626402"/>
                  </a:lnTo>
                  <a:lnTo>
                    <a:pt x="2187562" y="626795"/>
                  </a:lnTo>
                  <a:lnTo>
                    <a:pt x="2143366" y="628789"/>
                  </a:lnTo>
                  <a:lnTo>
                    <a:pt x="2134158" y="629450"/>
                  </a:lnTo>
                  <a:lnTo>
                    <a:pt x="2134133" y="642493"/>
                  </a:lnTo>
                  <a:lnTo>
                    <a:pt x="2143366" y="643140"/>
                  </a:lnTo>
                  <a:lnTo>
                    <a:pt x="2186851" y="645109"/>
                  </a:lnTo>
                  <a:lnTo>
                    <a:pt x="2230526" y="645502"/>
                  </a:lnTo>
                  <a:lnTo>
                    <a:pt x="2317788" y="644867"/>
                  </a:lnTo>
                  <a:lnTo>
                    <a:pt x="2695981" y="645236"/>
                  </a:lnTo>
                  <a:lnTo>
                    <a:pt x="2796451" y="644906"/>
                  </a:lnTo>
                  <a:lnTo>
                    <a:pt x="2846679" y="644474"/>
                  </a:lnTo>
                  <a:lnTo>
                    <a:pt x="2852839" y="641781"/>
                  </a:lnTo>
                  <a:lnTo>
                    <a:pt x="2854896" y="635965"/>
                  </a:lnTo>
                  <a:close/>
                </a:path>
                <a:path w="4600575" h="2178685">
                  <a:moveTo>
                    <a:pt x="3354755" y="1979625"/>
                  </a:moveTo>
                  <a:lnTo>
                    <a:pt x="3352660" y="1973783"/>
                  </a:lnTo>
                  <a:lnTo>
                    <a:pt x="3346323" y="1971713"/>
                  </a:lnTo>
                  <a:lnTo>
                    <a:pt x="3294710" y="1976843"/>
                  </a:lnTo>
                  <a:lnTo>
                    <a:pt x="3243097" y="1981022"/>
                  </a:lnTo>
                  <a:lnTo>
                    <a:pt x="3191484" y="1984400"/>
                  </a:lnTo>
                  <a:lnTo>
                    <a:pt x="3139833" y="1987105"/>
                  </a:lnTo>
                  <a:lnTo>
                    <a:pt x="3022066" y="1991448"/>
                  </a:lnTo>
                  <a:lnTo>
                    <a:pt x="3021914" y="1989366"/>
                  </a:lnTo>
                  <a:lnTo>
                    <a:pt x="3017672" y="1985721"/>
                  </a:lnTo>
                  <a:lnTo>
                    <a:pt x="3007169" y="1983740"/>
                  </a:lnTo>
                  <a:lnTo>
                    <a:pt x="2997060" y="1984679"/>
                  </a:lnTo>
                  <a:lnTo>
                    <a:pt x="2987586" y="1988426"/>
                  </a:lnTo>
                  <a:lnTo>
                    <a:pt x="2979039" y="1994827"/>
                  </a:lnTo>
                  <a:lnTo>
                    <a:pt x="2974009" y="1999665"/>
                  </a:lnTo>
                  <a:lnTo>
                    <a:pt x="2977959" y="2008047"/>
                  </a:lnTo>
                  <a:lnTo>
                    <a:pt x="2984576" y="2008212"/>
                  </a:lnTo>
                  <a:lnTo>
                    <a:pt x="3036252" y="2008809"/>
                  </a:lnTo>
                  <a:lnTo>
                    <a:pt x="3088030" y="2008098"/>
                  </a:lnTo>
                  <a:lnTo>
                    <a:pt x="3139846" y="2006193"/>
                  </a:lnTo>
                  <a:lnTo>
                    <a:pt x="3144634" y="2005914"/>
                  </a:lnTo>
                  <a:lnTo>
                    <a:pt x="3191637" y="2003234"/>
                  </a:lnTo>
                  <a:lnTo>
                    <a:pt x="3243364" y="1999348"/>
                  </a:lnTo>
                  <a:lnTo>
                    <a:pt x="3244875" y="1999208"/>
                  </a:lnTo>
                  <a:lnTo>
                    <a:pt x="3294938" y="1994687"/>
                  </a:lnTo>
                  <a:lnTo>
                    <a:pt x="3346348" y="1989366"/>
                  </a:lnTo>
                  <a:lnTo>
                    <a:pt x="3352635" y="1985924"/>
                  </a:lnTo>
                  <a:lnTo>
                    <a:pt x="3354755" y="1979625"/>
                  </a:lnTo>
                  <a:close/>
                </a:path>
                <a:path w="4600575" h="2178685">
                  <a:moveTo>
                    <a:pt x="3354997" y="1871446"/>
                  </a:moveTo>
                  <a:lnTo>
                    <a:pt x="3352901" y="1865515"/>
                  </a:lnTo>
                  <a:lnTo>
                    <a:pt x="3346589" y="1862963"/>
                  </a:lnTo>
                  <a:lnTo>
                    <a:pt x="2973819" y="1874291"/>
                  </a:lnTo>
                  <a:lnTo>
                    <a:pt x="2967837" y="1877060"/>
                  </a:lnTo>
                  <a:lnTo>
                    <a:pt x="2965843" y="1882800"/>
                  </a:lnTo>
                  <a:lnTo>
                    <a:pt x="2967825" y="1888413"/>
                  </a:lnTo>
                  <a:lnTo>
                    <a:pt x="2973819" y="1890826"/>
                  </a:lnTo>
                  <a:lnTo>
                    <a:pt x="3346589" y="1880412"/>
                  </a:lnTo>
                  <a:lnTo>
                    <a:pt x="3352889" y="1877504"/>
                  </a:lnTo>
                  <a:lnTo>
                    <a:pt x="3354997" y="1871446"/>
                  </a:lnTo>
                  <a:close/>
                </a:path>
                <a:path w="4600575" h="2178685">
                  <a:moveTo>
                    <a:pt x="4429557" y="8890"/>
                  </a:moveTo>
                  <a:lnTo>
                    <a:pt x="4429544" y="3810"/>
                  </a:lnTo>
                  <a:lnTo>
                    <a:pt x="4426318" y="3810"/>
                  </a:lnTo>
                  <a:lnTo>
                    <a:pt x="4426318" y="1270"/>
                  </a:lnTo>
                  <a:lnTo>
                    <a:pt x="4403687" y="1270"/>
                  </a:lnTo>
                  <a:lnTo>
                    <a:pt x="4403687" y="0"/>
                  </a:lnTo>
                  <a:lnTo>
                    <a:pt x="3902849" y="0"/>
                  </a:lnTo>
                  <a:lnTo>
                    <a:pt x="3902849" y="1270"/>
                  </a:lnTo>
                  <a:lnTo>
                    <a:pt x="3828338" y="1270"/>
                  </a:lnTo>
                  <a:lnTo>
                    <a:pt x="3828338" y="3810"/>
                  </a:lnTo>
                  <a:lnTo>
                    <a:pt x="3828326" y="8890"/>
                  </a:lnTo>
                  <a:lnTo>
                    <a:pt x="3828313" y="13970"/>
                  </a:lnTo>
                  <a:lnTo>
                    <a:pt x="3828313" y="16510"/>
                  </a:lnTo>
                  <a:lnTo>
                    <a:pt x="3897185" y="16510"/>
                  </a:lnTo>
                  <a:lnTo>
                    <a:pt x="3897185" y="17780"/>
                  </a:lnTo>
                  <a:lnTo>
                    <a:pt x="4406938" y="17780"/>
                  </a:lnTo>
                  <a:lnTo>
                    <a:pt x="4406938" y="16510"/>
                  </a:lnTo>
                  <a:lnTo>
                    <a:pt x="4426445" y="16510"/>
                  </a:lnTo>
                  <a:lnTo>
                    <a:pt x="4426445" y="13970"/>
                  </a:lnTo>
                  <a:lnTo>
                    <a:pt x="4429557" y="13970"/>
                  </a:lnTo>
                  <a:lnTo>
                    <a:pt x="4429557" y="8890"/>
                  </a:lnTo>
                  <a:close/>
                </a:path>
                <a:path w="4600575" h="2178685">
                  <a:moveTo>
                    <a:pt x="4515294" y="178384"/>
                  </a:moveTo>
                  <a:lnTo>
                    <a:pt x="4513351" y="172885"/>
                  </a:lnTo>
                  <a:lnTo>
                    <a:pt x="4507509" y="170332"/>
                  </a:lnTo>
                  <a:lnTo>
                    <a:pt x="4413097" y="169608"/>
                  </a:lnTo>
                  <a:lnTo>
                    <a:pt x="4177042" y="169735"/>
                  </a:lnTo>
                  <a:lnTo>
                    <a:pt x="3988155" y="168732"/>
                  </a:lnTo>
                  <a:lnTo>
                    <a:pt x="3940924" y="168884"/>
                  </a:lnTo>
                  <a:lnTo>
                    <a:pt x="3893718" y="169545"/>
                  </a:lnTo>
                  <a:lnTo>
                    <a:pt x="3836936" y="171259"/>
                  </a:lnTo>
                  <a:lnTo>
                    <a:pt x="3836924" y="185508"/>
                  </a:lnTo>
                  <a:lnTo>
                    <a:pt x="3846576" y="185877"/>
                  </a:lnTo>
                  <a:lnTo>
                    <a:pt x="3893718" y="187223"/>
                  </a:lnTo>
                  <a:lnTo>
                    <a:pt x="3940924" y="187896"/>
                  </a:lnTo>
                  <a:lnTo>
                    <a:pt x="3988155" y="188048"/>
                  </a:lnTo>
                  <a:lnTo>
                    <a:pt x="4129875" y="187185"/>
                  </a:lnTo>
                  <a:lnTo>
                    <a:pt x="4413097" y="187172"/>
                  </a:lnTo>
                  <a:lnTo>
                    <a:pt x="4507509" y="186448"/>
                  </a:lnTo>
                  <a:lnTo>
                    <a:pt x="4513351" y="183896"/>
                  </a:lnTo>
                  <a:lnTo>
                    <a:pt x="4515294" y="178384"/>
                  </a:lnTo>
                  <a:close/>
                </a:path>
                <a:path w="4600575" h="2178685">
                  <a:moveTo>
                    <a:pt x="4522990" y="2169642"/>
                  </a:moveTo>
                  <a:lnTo>
                    <a:pt x="4522952" y="2164562"/>
                  </a:lnTo>
                  <a:lnTo>
                    <a:pt x="4519993" y="2164562"/>
                  </a:lnTo>
                  <a:lnTo>
                    <a:pt x="4519993" y="2162022"/>
                  </a:lnTo>
                  <a:lnTo>
                    <a:pt x="4490732" y="2162022"/>
                  </a:lnTo>
                  <a:lnTo>
                    <a:pt x="4490732" y="2160752"/>
                  </a:lnTo>
                  <a:lnTo>
                    <a:pt x="3972356" y="2160752"/>
                  </a:lnTo>
                  <a:lnTo>
                    <a:pt x="3972356" y="2162022"/>
                  </a:lnTo>
                  <a:lnTo>
                    <a:pt x="3921595" y="2162022"/>
                  </a:lnTo>
                  <a:lnTo>
                    <a:pt x="3921595" y="2164562"/>
                  </a:lnTo>
                  <a:lnTo>
                    <a:pt x="3921582" y="2169642"/>
                  </a:lnTo>
                  <a:lnTo>
                    <a:pt x="3921582" y="2174722"/>
                  </a:lnTo>
                  <a:lnTo>
                    <a:pt x="3921569" y="2177262"/>
                  </a:lnTo>
                  <a:lnTo>
                    <a:pt x="3965537" y="2177262"/>
                  </a:lnTo>
                  <a:lnTo>
                    <a:pt x="3965537" y="2178532"/>
                  </a:lnTo>
                  <a:lnTo>
                    <a:pt x="4509922" y="2178532"/>
                  </a:lnTo>
                  <a:lnTo>
                    <a:pt x="4509922" y="2177262"/>
                  </a:lnTo>
                  <a:lnTo>
                    <a:pt x="4520260" y="2177262"/>
                  </a:lnTo>
                  <a:lnTo>
                    <a:pt x="4520260" y="2174722"/>
                  </a:lnTo>
                  <a:lnTo>
                    <a:pt x="4522990" y="2174722"/>
                  </a:lnTo>
                  <a:lnTo>
                    <a:pt x="4522990" y="2169642"/>
                  </a:lnTo>
                  <a:close/>
                </a:path>
                <a:path w="4600575" h="2178685">
                  <a:moveTo>
                    <a:pt x="4557420" y="2008695"/>
                  </a:moveTo>
                  <a:lnTo>
                    <a:pt x="4555541" y="2003361"/>
                  </a:lnTo>
                  <a:lnTo>
                    <a:pt x="4549889" y="2000897"/>
                  </a:lnTo>
                  <a:lnTo>
                    <a:pt x="4446790" y="2000186"/>
                  </a:lnTo>
                  <a:lnTo>
                    <a:pt x="4088765" y="1999907"/>
                  </a:lnTo>
                  <a:lnTo>
                    <a:pt x="4009961" y="2000262"/>
                  </a:lnTo>
                  <a:lnTo>
                    <a:pt x="3970566" y="1999615"/>
                  </a:lnTo>
                  <a:lnTo>
                    <a:pt x="3931310" y="1997430"/>
                  </a:lnTo>
                  <a:lnTo>
                    <a:pt x="3923157" y="2000618"/>
                  </a:lnTo>
                  <a:lnTo>
                    <a:pt x="3920439" y="2008695"/>
                  </a:lnTo>
                  <a:lnTo>
                    <a:pt x="3923144" y="2016772"/>
                  </a:lnTo>
                  <a:lnTo>
                    <a:pt x="3931310" y="2019960"/>
                  </a:lnTo>
                  <a:lnTo>
                    <a:pt x="3970566" y="2017788"/>
                  </a:lnTo>
                  <a:lnTo>
                    <a:pt x="4009961" y="2017141"/>
                  </a:lnTo>
                  <a:lnTo>
                    <a:pt x="4088765" y="2017483"/>
                  </a:lnTo>
                  <a:lnTo>
                    <a:pt x="4446790" y="2017204"/>
                  </a:lnTo>
                  <a:lnTo>
                    <a:pt x="4549889" y="2016493"/>
                  </a:lnTo>
                  <a:lnTo>
                    <a:pt x="4555541" y="2014029"/>
                  </a:lnTo>
                  <a:lnTo>
                    <a:pt x="4557420" y="2008695"/>
                  </a:lnTo>
                  <a:close/>
                </a:path>
                <a:path w="4600575" h="2178685">
                  <a:moveTo>
                    <a:pt x="4600067" y="1881593"/>
                  </a:moveTo>
                  <a:lnTo>
                    <a:pt x="4598124" y="1876056"/>
                  </a:lnTo>
                  <a:lnTo>
                    <a:pt x="4592256" y="1873504"/>
                  </a:lnTo>
                  <a:lnTo>
                    <a:pt x="4484916" y="1872856"/>
                  </a:lnTo>
                  <a:lnTo>
                    <a:pt x="4216603" y="1872703"/>
                  </a:lnTo>
                  <a:lnTo>
                    <a:pt x="4109250" y="1872361"/>
                  </a:lnTo>
                  <a:lnTo>
                    <a:pt x="4055554" y="1872475"/>
                  </a:lnTo>
                  <a:lnTo>
                    <a:pt x="4001897" y="1873021"/>
                  </a:lnTo>
                  <a:lnTo>
                    <a:pt x="3938765" y="1874494"/>
                  </a:lnTo>
                  <a:lnTo>
                    <a:pt x="3938752" y="1888705"/>
                  </a:lnTo>
                  <a:lnTo>
                    <a:pt x="3948252" y="1888972"/>
                  </a:lnTo>
                  <a:lnTo>
                    <a:pt x="4001897" y="1890166"/>
                  </a:lnTo>
                  <a:lnTo>
                    <a:pt x="4055554" y="1890712"/>
                  </a:lnTo>
                  <a:lnTo>
                    <a:pt x="4109250" y="1890826"/>
                  </a:lnTo>
                  <a:lnTo>
                    <a:pt x="4270260" y="1890395"/>
                  </a:lnTo>
                  <a:lnTo>
                    <a:pt x="4484916" y="1890331"/>
                  </a:lnTo>
                  <a:lnTo>
                    <a:pt x="4592256" y="1889683"/>
                  </a:lnTo>
                  <a:lnTo>
                    <a:pt x="4598111" y="1887131"/>
                  </a:lnTo>
                  <a:lnTo>
                    <a:pt x="4600067" y="1881593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5251303" y="6930104"/>
              <a:ext cx="2851785" cy="3232150"/>
            </a:xfrm>
            <a:custGeom>
              <a:avLst/>
              <a:gdLst/>
              <a:ahLst/>
              <a:cxnLst/>
              <a:rect l="l" t="t" r="r" b="b"/>
              <a:pathLst>
                <a:path w="2851784" h="3232150">
                  <a:moveTo>
                    <a:pt x="1022172" y="1593430"/>
                  </a:moveTo>
                  <a:lnTo>
                    <a:pt x="961669" y="1582191"/>
                  </a:lnTo>
                  <a:lnTo>
                    <a:pt x="696836" y="3220466"/>
                  </a:lnTo>
                  <a:lnTo>
                    <a:pt x="757351" y="3231731"/>
                  </a:lnTo>
                  <a:lnTo>
                    <a:pt x="1022172" y="1593430"/>
                  </a:lnTo>
                  <a:close/>
                </a:path>
                <a:path w="2851784" h="3232150">
                  <a:moveTo>
                    <a:pt x="1445691" y="0"/>
                  </a:moveTo>
                  <a:lnTo>
                    <a:pt x="0" y="0"/>
                  </a:lnTo>
                  <a:lnTo>
                    <a:pt x="0" y="71196"/>
                  </a:lnTo>
                  <a:lnTo>
                    <a:pt x="1412722" y="71196"/>
                  </a:lnTo>
                  <a:lnTo>
                    <a:pt x="1425549" y="68605"/>
                  </a:lnTo>
                  <a:lnTo>
                    <a:pt x="1436027" y="61544"/>
                  </a:lnTo>
                  <a:lnTo>
                    <a:pt x="1443101" y="51054"/>
                  </a:lnTo>
                  <a:lnTo>
                    <a:pt x="1445691" y="38214"/>
                  </a:lnTo>
                  <a:lnTo>
                    <a:pt x="1445691" y="0"/>
                  </a:lnTo>
                  <a:close/>
                </a:path>
                <a:path w="2851784" h="3232150">
                  <a:moveTo>
                    <a:pt x="2033562" y="1593430"/>
                  </a:moveTo>
                  <a:lnTo>
                    <a:pt x="1973046" y="1582191"/>
                  </a:lnTo>
                  <a:lnTo>
                    <a:pt x="1774113" y="2812758"/>
                  </a:lnTo>
                  <a:lnTo>
                    <a:pt x="1575206" y="1582191"/>
                  </a:lnTo>
                  <a:lnTo>
                    <a:pt x="1514690" y="1593430"/>
                  </a:lnTo>
                  <a:lnTo>
                    <a:pt x="1742948" y="3005531"/>
                  </a:lnTo>
                  <a:lnTo>
                    <a:pt x="1708213" y="3220466"/>
                  </a:lnTo>
                  <a:lnTo>
                    <a:pt x="1768729" y="3231731"/>
                  </a:lnTo>
                  <a:lnTo>
                    <a:pt x="1774126" y="3198342"/>
                  </a:lnTo>
                  <a:lnTo>
                    <a:pt x="1779524" y="3231731"/>
                  </a:lnTo>
                  <a:lnTo>
                    <a:pt x="1840026" y="3220466"/>
                  </a:lnTo>
                  <a:lnTo>
                    <a:pt x="1805279" y="3005569"/>
                  </a:lnTo>
                  <a:lnTo>
                    <a:pt x="2033562" y="1593430"/>
                  </a:lnTo>
                  <a:close/>
                </a:path>
                <a:path w="2851784" h="3232150">
                  <a:moveTo>
                    <a:pt x="2851416" y="3220466"/>
                  </a:moveTo>
                  <a:lnTo>
                    <a:pt x="2586583" y="1582191"/>
                  </a:lnTo>
                  <a:lnTo>
                    <a:pt x="2526068" y="1593430"/>
                  </a:lnTo>
                  <a:lnTo>
                    <a:pt x="2790901" y="3231731"/>
                  </a:lnTo>
                  <a:lnTo>
                    <a:pt x="2851416" y="32204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6049302" y="6692419"/>
              <a:ext cx="2241550" cy="2038985"/>
            </a:xfrm>
            <a:custGeom>
              <a:avLst/>
              <a:gdLst/>
              <a:ahLst/>
              <a:cxnLst/>
              <a:rect l="l" t="t" r="r" b="b"/>
              <a:pathLst>
                <a:path w="2241550" h="2038984">
                  <a:moveTo>
                    <a:pt x="1630921" y="0"/>
                  </a:moveTo>
                  <a:lnTo>
                    <a:pt x="1591786" y="274"/>
                  </a:lnTo>
                  <a:lnTo>
                    <a:pt x="1552663" y="2440"/>
                  </a:lnTo>
                  <a:lnTo>
                    <a:pt x="1513678" y="6444"/>
                  </a:lnTo>
                  <a:lnTo>
                    <a:pt x="1474960" y="12229"/>
                  </a:lnTo>
                  <a:lnTo>
                    <a:pt x="1423899" y="22561"/>
                  </a:lnTo>
                  <a:lnTo>
                    <a:pt x="1373836" y="35840"/>
                  </a:lnTo>
                  <a:lnTo>
                    <a:pt x="1325075" y="51934"/>
                  </a:lnTo>
                  <a:lnTo>
                    <a:pt x="1277920" y="70709"/>
                  </a:lnTo>
                  <a:lnTo>
                    <a:pt x="1232674" y="92031"/>
                  </a:lnTo>
                  <a:lnTo>
                    <a:pt x="1189641" y="115768"/>
                  </a:lnTo>
                  <a:lnTo>
                    <a:pt x="1149124" y="141785"/>
                  </a:lnTo>
                  <a:lnTo>
                    <a:pt x="1111426" y="169950"/>
                  </a:lnTo>
                  <a:lnTo>
                    <a:pt x="1076850" y="200128"/>
                  </a:lnTo>
                  <a:lnTo>
                    <a:pt x="1045702" y="232186"/>
                  </a:lnTo>
                  <a:lnTo>
                    <a:pt x="1018283" y="265991"/>
                  </a:lnTo>
                  <a:lnTo>
                    <a:pt x="992289" y="304416"/>
                  </a:lnTo>
                  <a:lnTo>
                    <a:pt x="968363" y="345709"/>
                  </a:lnTo>
                  <a:lnTo>
                    <a:pt x="946378" y="389597"/>
                  </a:lnTo>
                  <a:lnTo>
                    <a:pt x="926207" y="435805"/>
                  </a:lnTo>
                  <a:lnTo>
                    <a:pt x="907724" y="484059"/>
                  </a:lnTo>
                  <a:lnTo>
                    <a:pt x="890801" y="534085"/>
                  </a:lnTo>
                  <a:lnTo>
                    <a:pt x="875313" y="585609"/>
                  </a:lnTo>
                  <a:lnTo>
                    <a:pt x="861131" y="638358"/>
                  </a:lnTo>
                  <a:lnTo>
                    <a:pt x="848129" y="692056"/>
                  </a:lnTo>
                  <a:lnTo>
                    <a:pt x="836181" y="746430"/>
                  </a:lnTo>
                  <a:lnTo>
                    <a:pt x="825159" y="801205"/>
                  </a:lnTo>
                  <a:lnTo>
                    <a:pt x="814937" y="856109"/>
                  </a:lnTo>
                  <a:lnTo>
                    <a:pt x="805387" y="910865"/>
                  </a:lnTo>
                  <a:lnTo>
                    <a:pt x="796384" y="965202"/>
                  </a:lnTo>
                  <a:lnTo>
                    <a:pt x="763292" y="1172862"/>
                  </a:lnTo>
                  <a:lnTo>
                    <a:pt x="755115" y="1220985"/>
                  </a:lnTo>
                  <a:lnTo>
                    <a:pt x="746723" y="1267044"/>
                  </a:lnTo>
                  <a:lnTo>
                    <a:pt x="737990" y="1310763"/>
                  </a:lnTo>
                  <a:lnTo>
                    <a:pt x="728787" y="1351869"/>
                  </a:lnTo>
                  <a:lnTo>
                    <a:pt x="718989" y="1390089"/>
                  </a:lnTo>
                  <a:lnTo>
                    <a:pt x="697098" y="1456770"/>
                  </a:lnTo>
                  <a:lnTo>
                    <a:pt x="671303" y="1508614"/>
                  </a:lnTo>
                  <a:lnTo>
                    <a:pt x="640589" y="1543428"/>
                  </a:lnTo>
                  <a:lnTo>
                    <a:pt x="588609" y="1565241"/>
                  </a:lnTo>
                  <a:lnTo>
                    <a:pt x="550304" y="1572439"/>
                  </a:lnTo>
                  <a:lnTo>
                    <a:pt x="508870" y="1576134"/>
                  </a:lnTo>
                  <a:lnTo>
                    <a:pt x="465022" y="1577102"/>
                  </a:lnTo>
                  <a:lnTo>
                    <a:pt x="419474" y="1576122"/>
                  </a:lnTo>
                  <a:lnTo>
                    <a:pt x="372943" y="1573970"/>
                  </a:lnTo>
                  <a:lnTo>
                    <a:pt x="326144" y="1571423"/>
                  </a:lnTo>
                  <a:lnTo>
                    <a:pt x="279792" y="1569259"/>
                  </a:lnTo>
                  <a:lnTo>
                    <a:pt x="234603" y="1568254"/>
                  </a:lnTo>
                  <a:lnTo>
                    <a:pt x="191291" y="1569186"/>
                  </a:lnTo>
                  <a:lnTo>
                    <a:pt x="150572" y="1572832"/>
                  </a:lnTo>
                  <a:lnTo>
                    <a:pt x="79773" y="1591373"/>
                  </a:lnTo>
                  <a:lnTo>
                    <a:pt x="27930" y="1630095"/>
                  </a:lnTo>
                  <a:lnTo>
                    <a:pt x="764" y="1695215"/>
                  </a:lnTo>
                  <a:lnTo>
                    <a:pt x="0" y="1712291"/>
                  </a:lnTo>
                  <a:lnTo>
                    <a:pt x="3143" y="1729329"/>
                  </a:lnTo>
                  <a:lnTo>
                    <a:pt x="34735" y="1779838"/>
                  </a:lnTo>
                  <a:lnTo>
                    <a:pt x="72972" y="1812631"/>
                  </a:lnTo>
                  <a:lnTo>
                    <a:pt x="123744" y="1844371"/>
                  </a:lnTo>
                  <a:lnTo>
                    <a:pt x="186019" y="1874758"/>
                  </a:lnTo>
                  <a:lnTo>
                    <a:pt x="258763" y="1903491"/>
                  </a:lnTo>
                  <a:lnTo>
                    <a:pt x="298738" y="1917144"/>
                  </a:lnTo>
                  <a:lnTo>
                    <a:pt x="340944" y="1930271"/>
                  </a:lnTo>
                  <a:lnTo>
                    <a:pt x="385250" y="1942835"/>
                  </a:lnTo>
                  <a:lnTo>
                    <a:pt x="431528" y="1954799"/>
                  </a:lnTo>
                  <a:lnTo>
                    <a:pt x="479649" y="1966123"/>
                  </a:lnTo>
                  <a:lnTo>
                    <a:pt x="529483" y="1976773"/>
                  </a:lnTo>
                  <a:lnTo>
                    <a:pt x="580902" y="1986708"/>
                  </a:lnTo>
                  <a:lnTo>
                    <a:pt x="633776" y="1995894"/>
                  </a:lnTo>
                  <a:lnTo>
                    <a:pt x="687977" y="2004290"/>
                  </a:lnTo>
                  <a:lnTo>
                    <a:pt x="743374" y="2011861"/>
                  </a:lnTo>
                  <a:lnTo>
                    <a:pt x="799840" y="2018569"/>
                  </a:lnTo>
                  <a:lnTo>
                    <a:pt x="857244" y="2024376"/>
                  </a:lnTo>
                  <a:lnTo>
                    <a:pt x="915458" y="2029245"/>
                  </a:lnTo>
                  <a:lnTo>
                    <a:pt x="974352" y="2033138"/>
                  </a:lnTo>
                  <a:lnTo>
                    <a:pt x="1033799" y="2036018"/>
                  </a:lnTo>
                  <a:lnTo>
                    <a:pt x="1093667" y="2037847"/>
                  </a:lnTo>
                  <a:lnTo>
                    <a:pt x="1153829" y="2038588"/>
                  </a:lnTo>
                  <a:lnTo>
                    <a:pt x="1214155" y="2038204"/>
                  </a:lnTo>
                  <a:lnTo>
                    <a:pt x="1274516" y="2036656"/>
                  </a:lnTo>
                  <a:lnTo>
                    <a:pt x="1334783" y="2033907"/>
                  </a:lnTo>
                  <a:lnTo>
                    <a:pt x="1394827" y="2029920"/>
                  </a:lnTo>
                  <a:lnTo>
                    <a:pt x="1454518" y="2024658"/>
                  </a:lnTo>
                  <a:lnTo>
                    <a:pt x="1513728" y="2018082"/>
                  </a:lnTo>
                  <a:lnTo>
                    <a:pt x="1572328" y="2010155"/>
                  </a:lnTo>
                  <a:lnTo>
                    <a:pt x="1630188" y="2000841"/>
                  </a:lnTo>
                  <a:lnTo>
                    <a:pt x="1687179" y="1990101"/>
                  </a:lnTo>
                  <a:lnTo>
                    <a:pt x="1743172" y="1977897"/>
                  </a:lnTo>
                  <a:lnTo>
                    <a:pt x="1794356" y="1963603"/>
                  </a:lnTo>
                  <a:lnTo>
                    <a:pt x="1842823" y="1944903"/>
                  </a:lnTo>
                  <a:lnTo>
                    <a:pt x="1895633" y="1917262"/>
                  </a:lnTo>
                  <a:lnTo>
                    <a:pt x="1944804" y="1882652"/>
                  </a:lnTo>
                  <a:lnTo>
                    <a:pt x="1990311" y="1840472"/>
                  </a:lnTo>
                  <a:lnTo>
                    <a:pt x="2032124" y="1790126"/>
                  </a:lnTo>
                  <a:lnTo>
                    <a:pt x="2070218" y="1731014"/>
                  </a:lnTo>
                  <a:lnTo>
                    <a:pt x="2104565" y="1662536"/>
                  </a:lnTo>
                  <a:lnTo>
                    <a:pt x="2120325" y="1624599"/>
                  </a:lnTo>
                  <a:lnTo>
                    <a:pt x="2135138" y="1584095"/>
                  </a:lnTo>
                  <a:lnTo>
                    <a:pt x="2149000" y="1540951"/>
                  </a:lnTo>
                  <a:lnTo>
                    <a:pt x="2161910" y="1495091"/>
                  </a:lnTo>
                  <a:lnTo>
                    <a:pt x="2173862" y="1446441"/>
                  </a:lnTo>
                  <a:lnTo>
                    <a:pt x="2184853" y="1394926"/>
                  </a:lnTo>
                  <a:lnTo>
                    <a:pt x="2194881" y="1340470"/>
                  </a:lnTo>
                  <a:lnTo>
                    <a:pt x="2203941" y="1283000"/>
                  </a:lnTo>
                  <a:lnTo>
                    <a:pt x="2212031" y="1222440"/>
                  </a:lnTo>
                  <a:lnTo>
                    <a:pt x="2219147" y="1158715"/>
                  </a:lnTo>
                  <a:lnTo>
                    <a:pt x="2225286" y="1091751"/>
                  </a:lnTo>
                  <a:lnTo>
                    <a:pt x="2230444" y="1021472"/>
                  </a:lnTo>
                  <a:lnTo>
                    <a:pt x="2234617" y="947804"/>
                  </a:lnTo>
                  <a:lnTo>
                    <a:pt x="2237803" y="870672"/>
                  </a:lnTo>
                  <a:lnTo>
                    <a:pt x="2239998" y="790001"/>
                  </a:lnTo>
                  <a:lnTo>
                    <a:pt x="2241199" y="705716"/>
                  </a:lnTo>
                  <a:lnTo>
                    <a:pt x="2240136" y="643892"/>
                  </a:lnTo>
                  <a:lnTo>
                    <a:pt x="2236018" y="585295"/>
                  </a:lnTo>
                  <a:lnTo>
                    <a:pt x="2228972" y="529869"/>
                  </a:lnTo>
                  <a:lnTo>
                    <a:pt x="2219125" y="477558"/>
                  </a:lnTo>
                  <a:lnTo>
                    <a:pt x="2206606" y="428308"/>
                  </a:lnTo>
                  <a:lnTo>
                    <a:pt x="2191542" y="382061"/>
                  </a:lnTo>
                  <a:lnTo>
                    <a:pt x="2174062" y="338764"/>
                  </a:lnTo>
                  <a:lnTo>
                    <a:pt x="2154292" y="298360"/>
                  </a:lnTo>
                  <a:lnTo>
                    <a:pt x="2132360" y="260793"/>
                  </a:lnTo>
                  <a:lnTo>
                    <a:pt x="2108395" y="226008"/>
                  </a:lnTo>
                  <a:lnTo>
                    <a:pt x="2082525" y="193950"/>
                  </a:lnTo>
                  <a:lnTo>
                    <a:pt x="2054876" y="164562"/>
                  </a:lnTo>
                  <a:lnTo>
                    <a:pt x="2025577" y="137790"/>
                  </a:lnTo>
                  <a:lnTo>
                    <a:pt x="1994756" y="113577"/>
                  </a:lnTo>
                  <a:lnTo>
                    <a:pt x="1962540" y="91868"/>
                  </a:lnTo>
                  <a:lnTo>
                    <a:pt x="1929057" y="72608"/>
                  </a:lnTo>
                  <a:lnTo>
                    <a:pt x="1894435" y="55741"/>
                  </a:lnTo>
                  <a:lnTo>
                    <a:pt x="1858802" y="41211"/>
                  </a:lnTo>
                  <a:lnTo>
                    <a:pt x="1822285" y="28962"/>
                  </a:lnTo>
                  <a:lnTo>
                    <a:pt x="1785012" y="18940"/>
                  </a:lnTo>
                  <a:lnTo>
                    <a:pt x="1747112" y="11088"/>
                  </a:lnTo>
                  <a:lnTo>
                    <a:pt x="1708711" y="5351"/>
                  </a:lnTo>
                  <a:lnTo>
                    <a:pt x="1669938" y="1673"/>
                  </a:lnTo>
                  <a:lnTo>
                    <a:pt x="1630921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7524263" y="6692419"/>
              <a:ext cx="766445" cy="1945005"/>
            </a:xfrm>
            <a:custGeom>
              <a:avLst/>
              <a:gdLst/>
              <a:ahLst/>
              <a:cxnLst/>
              <a:rect l="l" t="t" r="r" b="b"/>
              <a:pathLst>
                <a:path w="766444" h="1945004">
                  <a:moveTo>
                    <a:pt x="155960" y="0"/>
                  </a:moveTo>
                  <a:lnTo>
                    <a:pt x="116826" y="274"/>
                  </a:lnTo>
                  <a:lnTo>
                    <a:pt x="77702" y="2440"/>
                  </a:lnTo>
                  <a:lnTo>
                    <a:pt x="38718" y="6444"/>
                  </a:lnTo>
                  <a:lnTo>
                    <a:pt x="0" y="12229"/>
                  </a:lnTo>
                  <a:lnTo>
                    <a:pt x="58374" y="21291"/>
                  </a:lnTo>
                  <a:lnTo>
                    <a:pt x="114763" y="32496"/>
                  </a:lnTo>
                  <a:lnTo>
                    <a:pt x="169007" y="45840"/>
                  </a:lnTo>
                  <a:lnTo>
                    <a:pt x="220946" y="61323"/>
                  </a:lnTo>
                  <a:lnTo>
                    <a:pt x="270421" y="78943"/>
                  </a:lnTo>
                  <a:lnTo>
                    <a:pt x="317272" y="98697"/>
                  </a:lnTo>
                  <a:lnTo>
                    <a:pt x="361339" y="120583"/>
                  </a:lnTo>
                  <a:lnTo>
                    <a:pt x="402464" y="144600"/>
                  </a:lnTo>
                  <a:lnTo>
                    <a:pt x="440485" y="170746"/>
                  </a:lnTo>
                  <a:lnTo>
                    <a:pt x="475244" y="199017"/>
                  </a:lnTo>
                  <a:lnTo>
                    <a:pt x="506581" y="229414"/>
                  </a:lnTo>
                  <a:lnTo>
                    <a:pt x="534336" y="261932"/>
                  </a:lnTo>
                  <a:lnTo>
                    <a:pt x="558350" y="296572"/>
                  </a:lnTo>
                  <a:lnTo>
                    <a:pt x="578464" y="333329"/>
                  </a:lnTo>
                  <a:lnTo>
                    <a:pt x="603584" y="400096"/>
                  </a:lnTo>
                  <a:lnTo>
                    <a:pt x="614093" y="439321"/>
                  </a:lnTo>
                  <a:lnTo>
                    <a:pt x="623286" y="481989"/>
                  </a:lnTo>
                  <a:lnTo>
                    <a:pt x="631199" y="527759"/>
                  </a:lnTo>
                  <a:lnTo>
                    <a:pt x="637869" y="576292"/>
                  </a:lnTo>
                  <a:lnTo>
                    <a:pt x="643335" y="627250"/>
                  </a:lnTo>
                  <a:lnTo>
                    <a:pt x="647634" y="680293"/>
                  </a:lnTo>
                  <a:lnTo>
                    <a:pt x="650803" y="735082"/>
                  </a:lnTo>
                  <a:lnTo>
                    <a:pt x="652880" y="791277"/>
                  </a:lnTo>
                  <a:lnTo>
                    <a:pt x="653902" y="848539"/>
                  </a:lnTo>
                  <a:lnTo>
                    <a:pt x="653907" y="906530"/>
                  </a:lnTo>
                  <a:lnTo>
                    <a:pt x="652932" y="964909"/>
                  </a:lnTo>
                  <a:lnTo>
                    <a:pt x="651015" y="1023338"/>
                  </a:lnTo>
                  <a:lnTo>
                    <a:pt x="648194" y="1081476"/>
                  </a:lnTo>
                  <a:lnTo>
                    <a:pt x="644505" y="1138986"/>
                  </a:lnTo>
                  <a:lnTo>
                    <a:pt x="639986" y="1195528"/>
                  </a:lnTo>
                  <a:lnTo>
                    <a:pt x="634675" y="1250761"/>
                  </a:lnTo>
                  <a:lnTo>
                    <a:pt x="628609" y="1304348"/>
                  </a:lnTo>
                  <a:lnTo>
                    <a:pt x="621826" y="1355949"/>
                  </a:lnTo>
                  <a:lnTo>
                    <a:pt x="614363" y="1405224"/>
                  </a:lnTo>
                  <a:lnTo>
                    <a:pt x="606258" y="1451835"/>
                  </a:lnTo>
                  <a:lnTo>
                    <a:pt x="597548" y="1495442"/>
                  </a:lnTo>
                  <a:lnTo>
                    <a:pt x="588271" y="1535705"/>
                  </a:lnTo>
                  <a:lnTo>
                    <a:pt x="561786" y="1623213"/>
                  </a:lnTo>
                  <a:lnTo>
                    <a:pt x="542226" y="1672102"/>
                  </a:lnTo>
                  <a:lnTo>
                    <a:pt x="520299" y="1718804"/>
                  </a:lnTo>
                  <a:lnTo>
                    <a:pt x="496518" y="1763175"/>
                  </a:lnTo>
                  <a:lnTo>
                    <a:pt x="471401" y="1805066"/>
                  </a:lnTo>
                  <a:lnTo>
                    <a:pt x="445462" y="1844332"/>
                  </a:lnTo>
                  <a:lnTo>
                    <a:pt x="419215" y="1880824"/>
                  </a:lnTo>
                  <a:lnTo>
                    <a:pt x="393177" y="1914397"/>
                  </a:lnTo>
                  <a:lnTo>
                    <a:pt x="367863" y="1944903"/>
                  </a:lnTo>
                  <a:lnTo>
                    <a:pt x="394721" y="1931917"/>
                  </a:lnTo>
                  <a:lnTo>
                    <a:pt x="445715" y="1900866"/>
                  </a:lnTo>
                  <a:lnTo>
                    <a:pt x="493057" y="1862545"/>
                  </a:lnTo>
                  <a:lnTo>
                    <a:pt x="536720" y="1816358"/>
                  </a:lnTo>
                  <a:lnTo>
                    <a:pt x="576677" y="1761703"/>
                  </a:lnTo>
                  <a:lnTo>
                    <a:pt x="612901" y="1697983"/>
                  </a:lnTo>
                  <a:lnTo>
                    <a:pt x="629604" y="1662536"/>
                  </a:lnTo>
                  <a:lnTo>
                    <a:pt x="645364" y="1624599"/>
                  </a:lnTo>
                  <a:lnTo>
                    <a:pt x="660177" y="1584095"/>
                  </a:lnTo>
                  <a:lnTo>
                    <a:pt x="674040" y="1540951"/>
                  </a:lnTo>
                  <a:lnTo>
                    <a:pt x="686949" y="1495091"/>
                  </a:lnTo>
                  <a:lnTo>
                    <a:pt x="698901" y="1446441"/>
                  </a:lnTo>
                  <a:lnTo>
                    <a:pt x="709893" y="1394926"/>
                  </a:lnTo>
                  <a:lnTo>
                    <a:pt x="719920" y="1340470"/>
                  </a:lnTo>
                  <a:lnTo>
                    <a:pt x="728981" y="1283000"/>
                  </a:lnTo>
                  <a:lnTo>
                    <a:pt x="737071" y="1222440"/>
                  </a:lnTo>
                  <a:lnTo>
                    <a:pt x="744187" y="1158715"/>
                  </a:lnTo>
                  <a:lnTo>
                    <a:pt x="750325" y="1091751"/>
                  </a:lnTo>
                  <a:lnTo>
                    <a:pt x="755483" y="1021472"/>
                  </a:lnTo>
                  <a:lnTo>
                    <a:pt x="759656" y="947804"/>
                  </a:lnTo>
                  <a:lnTo>
                    <a:pt x="762842" y="870672"/>
                  </a:lnTo>
                  <a:lnTo>
                    <a:pt x="765037" y="790001"/>
                  </a:lnTo>
                  <a:lnTo>
                    <a:pt x="766238" y="705716"/>
                  </a:lnTo>
                  <a:lnTo>
                    <a:pt x="765176" y="643892"/>
                  </a:lnTo>
                  <a:lnTo>
                    <a:pt x="761057" y="585295"/>
                  </a:lnTo>
                  <a:lnTo>
                    <a:pt x="754011" y="529869"/>
                  </a:lnTo>
                  <a:lnTo>
                    <a:pt x="744165" y="477558"/>
                  </a:lnTo>
                  <a:lnTo>
                    <a:pt x="731646" y="428308"/>
                  </a:lnTo>
                  <a:lnTo>
                    <a:pt x="716582" y="382061"/>
                  </a:lnTo>
                  <a:lnTo>
                    <a:pt x="699101" y="338764"/>
                  </a:lnTo>
                  <a:lnTo>
                    <a:pt x="679331" y="298360"/>
                  </a:lnTo>
                  <a:lnTo>
                    <a:pt x="657400" y="260793"/>
                  </a:lnTo>
                  <a:lnTo>
                    <a:pt x="633435" y="226008"/>
                  </a:lnTo>
                  <a:lnTo>
                    <a:pt x="607564" y="193950"/>
                  </a:lnTo>
                  <a:lnTo>
                    <a:pt x="579915" y="164562"/>
                  </a:lnTo>
                  <a:lnTo>
                    <a:pt x="550617" y="137790"/>
                  </a:lnTo>
                  <a:lnTo>
                    <a:pt x="519795" y="113577"/>
                  </a:lnTo>
                  <a:lnTo>
                    <a:pt x="487579" y="91868"/>
                  </a:lnTo>
                  <a:lnTo>
                    <a:pt x="454096" y="72608"/>
                  </a:lnTo>
                  <a:lnTo>
                    <a:pt x="419474" y="55741"/>
                  </a:lnTo>
                  <a:lnTo>
                    <a:pt x="383841" y="41211"/>
                  </a:lnTo>
                  <a:lnTo>
                    <a:pt x="347324" y="28962"/>
                  </a:lnTo>
                  <a:lnTo>
                    <a:pt x="310052" y="18940"/>
                  </a:lnTo>
                  <a:lnTo>
                    <a:pt x="272151" y="11088"/>
                  </a:lnTo>
                  <a:lnTo>
                    <a:pt x="233751" y="5351"/>
                  </a:lnTo>
                  <a:lnTo>
                    <a:pt x="194978" y="1673"/>
                  </a:lnTo>
                  <a:lnTo>
                    <a:pt x="155960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5797206" y="6870160"/>
              <a:ext cx="1166495" cy="703580"/>
            </a:xfrm>
            <a:custGeom>
              <a:avLst/>
              <a:gdLst/>
              <a:ahLst/>
              <a:cxnLst/>
              <a:rect l="l" t="t" r="r" b="b"/>
              <a:pathLst>
                <a:path w="1166494" h="703579">
                  <a:moveTo>
                    <a:pt x="1002880" y="0"/>
                  </a:moveTo>
                  <a:lnTo>
                    <a:pt x="46878" y="0"/>
                  </a:lnTo>
                  <a:lnTo>
                    <a:pt x="26572" y="4537"/>
                  </a:lnTo>
                  <a:lnTo>
                    <a:pt x="10740" y="16685"/>
                  </a:lnTo>
                  <a:lnTo>
                    <a:pt x="1258" y="34243"/>
                  </a:lnTo>
                  <a:lnTo>
                    <a:pt x="0" y="55014"/>
                  </a:lnTo>
                  <a:lnTo>
                    <a:pt x="104132" y="703067"/>
                  </a:lnTo>
                  <a:lnTo>
                    <a:pt x="1166456" y="690952"/>
                  </a:lnTo>
                  <a:lnTo>
                    <a:pt x="1082584" y="69673"/>
                  </a:lnTo>
                  <a:lnTo>
                    <a:pt x="1073522" y="41952"/>
                  </a:lnTo>
                  <a:lnTo>
                    <a:pt x="1055812" y="19872"/>
                  </a:lnTo>
                  <a:lnTo>
                    <a:pt x="1031562" y="5274"/>
                  </a:lnTo>
                  <a:lnTo>
                    <a:pt x="1002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2672975" y="7701158"/>
              <a:ext cx="5718810" cy="2450465"/>
            </a:xfrm>
            <a:custGeom>
              <a:avLst/>
              <a:gdLst/>
              <a:ahLst/>
              <a:cxnLst/>
              <a:rect l="l" t="t" r="r" b="b"/>
              <a:pathLst>
                <a:path w="5718809" h="2450465">
                  <a:moveTo>
                    <a:pt x="621677" y="0"/>
                  </a:moveTo>
                  <a:lnTo>
                    <a:pt x="486981" y="0"/>
                  </a:lnTo>
                  <a:lnTo>
                    <a:pt x="0" y="2450198"/>
                  </a:lnTo>
                  <a:lnTo>
                    <a:pt x="134696" y="2450198"/>
                  </a:lnTo>
                  <a:lnTo>
                    <a:pt x="621677" y="0"/>
                  </a:lnTo>
                  <a:close/>
                </a:path>
                <a:path w="5718809" h="2450465">
                  <a:moveTo>
                    <a:pt x="1579918" y="2450198"/>
                  </a:moveTo>
                  <a:lnTo>
                    <a:pt x="1092936" y="0"/>
                  </a:lnTo>
                  <a:lnTo>
                    <a:pt x="958253" y="0"/>
                  </a:lnTo>
                  <a:lnTo>
                    <a:pt x="1445221" y="2450198"/>
                  </a:lnTo>
                  <a:lnTo>
                    <a:pt x="1579918" y="2450198"/>
                  </a:lnTo>
                  <a:close/>
                </a:path>
                <a:path w="5718809" h="2450465">
                  <a:moveTo>
                    <a:pt x="4760125" y="0"/>
                  </a:moveTo>
                  <a:lnTo>
                    <a:pt x="4625416" y="0"/>
                  </a:lnTo>
                  <a:lnTo>
                    <a:pt x="4138447" y="2450198"/>
                  </a:lnTo>
                  <a:lnTo>
                    <a:pt x="4273156" y="2450198"/>
                  </a:lnTo>
                  <a:lnTo>
                    <a:pt x="4760125" y="0"/>
                  </a:lnTo>
                  <a:close/>
                </a:path>
                <a:path w="5718809" h="2450465">
                  <a:moveTo>
                    <a:pt x="5718365" y="2450198"/>
                  </a:moveTo>
                  <a:lnTo>
                    <a:pt x="5231396" y="0"/>
                  </a:lnTo>
                  <a:lnTo>
                    <a:pt x="5096700" y="0"/>
                  </a:lnTo>
                  <a:lnTo>
                    <a:pt x="5583669" y="2450198"/>
                  </a:lnTo>
                  <a:lnTo>
                    <a:pt x="5718365" y="2450198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2625479" y="7570240"/>
              <a:ext cx="5617210" cy="142240"/>
            </a:xfrm>
            <a:custGeom>
              <a:avLst/>
              <a:gdLst/>
              <a:ahLst/>
              <a:cxnLst/>
              <a:rect l="l" t="t" r="r" b="b"/>
              <a:pathLst>
                <a:path w="5617209" h="142240">
                  <a:moveTo>
                    <a:pt x="5616928" y="0"/>
                  </a:moveTo>
                  <a:lnTo>
                    <a:pt x="0" y="0"/>
                  </a:lnTo>
                  <a:lnTo>
                    <a:pt x="0" y="142068"/>
                  </a:lnTo>
                  <a:lnTo>
                    <a:pt x="5616928" y="142068"/>
                  </a:lnTo>
                  <a:lnTo>
                    <a:pt x="561692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4239064" y="6902079"/>
              <a:ext cx="1334135" cy="658495"/>
            </a:xfrm>
            <a:custGeom>
              <a:avLst/>
              <a:gdLst/>
              <a:ahLst/>
              <a:cxnLst/>
              <a:rect l="l" t="t" r="r" b="b"/>
              <a:pathLst>
                <a:path w="1334134" h="658495">
                  <a:moveTo>
                    <a:pt x="1291761" y="0"/>
                  </a:moveTo>
                  <a:lnTo>
                    <a:pt x="322136" y="0"/>
                  </a:lnTo>
                  <a:lnTo>
                    <a:pt x="300571" y="3294"/>
                  </a:lnTo>
                  <a:lnTo>
                    <a:pt x="281364" y="12625"/>
                  </a:lnTo>
                  <a:lnTo>
                    <a:pt x="265725" y="27167"/>
                  </a:lnTo>
                  <a:lnTo>
                    <a:pt x="254861" y="46092"/>
                  </a:lnTo>
                  <a:lnTo>
                    <a:pt x="0" y="657969"/>
                  </a:lnTo>
                  <a:lnTo>
                    <a:pt x="1082050" y="655027"/>
                  </a:lnTo>
                  <a:lnTo>
                    <a:pt x="1330661" y="58186"/>
                  </a:lnTo>
                  <a:lnTo>
                    <a:pt x="1333638" y="37402"/>
                  </a:lnTo>
                  <a:lnTo>
                    <a:pt x="1326760" y="18699"/>
                  </a:lnTo>
                  <a:lnTo>
                    <a:pt x="1312107" y="5194"/>
                  </a:lnTo>
                  <a:lnTo>
                    <a:pt x="1291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4309590" y="6946795"/>
              <a:ext cx="1198245" cy="588010"/>
            </a:xfrm>
            <a:custGeom>
              <a:avLst/>
              <a:gdLst/>
              <a:ahLst/>
              <a:cxnLst/>
              <a:rect l="l" t="t" r="r" b="b"/>
              <a:pathLst>
                <a:path w="1198244" h="588009">
                  <a:moveTo>
                    <a:pt x="1198015" y="0"/>
                  </a:moveTo>
                  <a:lnTo>
                    <a:pt x="231689" y="0"/>
                  </a:lnTo>
                  <a:lnTo>
                    <a:pt x="0" y="587709"/>
                  </a:lnTo>
                  <a:lnTo>
                    <a:pt x="960672" y="582055"/>
                  </a:lnTo>
                  <a:lnTo>
                    <a:pt x="1198015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2526340" y="8501817"/>
              <a:ext cx="2155190" cy="1649730"/>
            </a:xfrm>
            <a:custGeom>
              <a:avLst/>
              <a:gdLst/>
              <a:ahLst/>
              <a:cxnLst/>
              <a:rect l="l" t="t" r="r" b="b"/>
              <a:pathLst>
                <a:path w="2155190" h="1649729">
                  <a:moveTo>
                    <a:pt x="325348" y="11252"/>
                  </a:moveTo>
                  <a:lnTo>
                    <a:pt x="264833" y="0"/>
                  </a:lnTo>
                  <a:lnTo>
                    <a:pt x="0" y="1638287"/>
                  </a:lnTo>
                  <a:lnTo>
                    <a:pt x="60515" y="1649539"/>
                  </a:lnTo>
                  <a:lnTo>
                    <a:pt x="325348" y="11252"/>
                  </a:lnTo>
                  <a:close/>
                </a:path>
                <a:path w="2155190" h="1649729">
                  <a:moveTo>
                    <a:pt x="1336725" y="11252"/>
                  </a:moveTo>
                  <a:lnTo>
                    <a:pt x="1276210" y="0"/>
                  </a:lnTo>
                  <a:lnTo>
                    <a:pt x="1077290" y="1230579"/>
                  </a:lnTo>
                  <a:lnTo>
                    <a:pt x="878370" y="0"/>
                  </a:lnTo>
                  <a:lnTo>
                    <a:pt x="817854" y="11252"/>
                  </a:lnTo>
                  <a:lnTo>
                    <a:pt x="1046124" y="1423390"/>
                  </a:lnTo>
                  <a:lnTo>
                    <a:pt x="1011389" y="1638287"/>
                  </a:lnTo>
                  <a:lnTo>
                    <a:pt x="1071892" y="1649539"/>
                  </a:lnTo>
                  <a:lnTo>
                    <a:pt x="1077290" y="1616151"/>
                  </a:lnTo>
                  <a:lnTo>
                    <a:pt x="1082687" y="1649539"/>
                  </a:lnTo>
                  <a:lnTo>
                    <a:pt x="1143203" y="1638287"/>
                  </a:lnTo>
                  <a:lnTo>
                    <a:pt x="1108456" y="1423352"/>
                  </a:lnTo>
                  <a:lnTo>
                    <a:pt x="1336725" y="11252"/>
                  </a:lnTo>
                  <a:close/>
                </a:path>
                <a:path w="2155190" h="1649729">
                  <a:moveTo>
                    <a:pt x="2154580" y="1638287"/>
                  </a:moveTo>
                  <a:lnTo>
                    <a:pt x="1889747" y="0"/>
                  </a:lnTo>
                  <a:lnTo>
                    <a:pt x="1829257" y="11252"/>
                  </a:lnTo>
                  <a:lnTo>
                    <a:pt x="2094064" y="1649539"/>
                  </a:lnTo>
                  <a:lnTo>
                    <a:pt x="2154580" y="1638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2338513" y="6681917"/>
              <a:ext cx="2242185" cy="2038985"/>
            </a:xfrm>
            <a:custGeom>
              <a:avLst/>
              <a:gdLst/>
              <a:ahLst/>
              <a:cxnLst/>
              <a:rect l="l" t="t" r="r" b="b"/>
              <a:pathLst>
                <a:path w="2242184" h="2038984">
                  <a:moveTo>
                    <a:pt x="643039" y="0"/>
                  </a:moveTo>
                  <a:lnTo>
                    <a:pt x="596492" y="278"/>
                  </a:lnTo>
                  <a:lnTo>
                    <a:pt x="550178" y="3339"/>
                  </a:lnTo>
                  <a:lnTo>
                    <a:pt x="504311" y="9278"/>
                  </a:lnTo>
                  <a:lnTo>
                    <a:pt x="459108" y="18188"/>
                  </a:lnTo>
                  <a:lnTo>
                    <a:pt x="414782" y="30163"/>
                  </a:lnTo>
                  <a:lnTo>
                    <a:pt x="371550" y="45297"/>
                  </a:lnTo>
                  <a:lnTo>
                    <a:pt x="329625" y="63684"/>
                  </a:lnTo>
                  <a:lnTo>
                    <a:pt x="289225" y="85417"/>
                  </a:lnTo>
                  <a:lnTo>
                    <a:pt x="250562" y="110590"/>
                  </a:lnTo>
                  <a:lnTo>
                    <a:pt x="213854" y="139298"/>
                  </a:lnTo>
                  <a:lnTo>
                    <a:pt x="179314" y="171634"/>
                  </a:lnTo>
                  <a:lnTo>
                    <a:pt x="147157" y="207692"/>
                  </a:lnTo>
                  <a:lnTo>
                    <a:pt x="123055" y="239528"/>
                  </a:lnTo>
                  <a:lnTo>
                    <a:pt x="100759" y="273910"/>
                  </a:lnTo>
                  <a:lnTo>
                    <a:pt x="80381" y="310885"/>
                  </a:lnTo>
                  <a:lnTo>
                    <a:pt x="62035" y="350500"/>
                  </a:lnTo>
                  <a:lnTo>
                    <a:pt x="45834" y="392801"/>
                  </a:lnTo>
                  <a:lnTo>
                    <a:pt x="31891" y="437837"/>
                  </a:lnTo>
                  <a:lnTo>
                    <a:pt x="20318" y="485653"/>
                  </a:lnTo>
                  <a:lnTo>
                    <a:pt x="11230" y="536297"/>
                  </a:lnTo>
                  <a:lnTo>
                    <a:pt x="4739" y="589816"/>
                  </a:lnTo>
                  <a:lnTo>
                    <a:pt x="958" y="646257"/>
                  </a:lnTo>
                  <a:lnTo>
                    <a:pt x="0" y="705666"/>
                  </a:lnTo>
                  <a:lnTo>
                    <a:pt x="1234" y="791190"/>
                  </a:lnTo>
                  <a:lnTo>
                    <a:pt x="3492" y="872992"/>
                  </a:lnTo>
                  <a:lnTo>
                    <a:pt x="6768" y="951150"/>
                  </a:lnTo>
                  <a:lnTo>
                    <a:pt x="11060" y="1025742"/>
                  </a:lnTo>
                  <a:lnTo>
                    <a:pt x="16363" y="1096846"/>
                  </a:lnTo>
                  <a:lnTo>
                    <a:pt x="22675" y="1164542"/>
                  </a:lnTo>
                  <a:lnTo>
                    <a:pt x="29992" y="1228906"/>
                  </a:lnTo>
                  <a:lnTo>
                    <a:pt x="38310" y="1290018"/>
                  </a:lnTo>
                  <a:lnTo>
                    <a:pt x="47627" y="1347955"/>
                  </a:lnTo>
                  <a:lnTo>
                    <a:pt x="57937" y="1402796"/>
                  </a:lnTo>
                  <a:lnTo>
                    <a:pt x="69239" y="1454619"/>
                  </a:lnTo>
                  <a:lnTo>
                    <a:pt x="81528" y="1503502"/>
                  </a:lnTo>
                  <a:lnTo>
                    <a:pt x="94801" y="1549524"/>
                  </a:lnTo>
                  <a:lnTo>
                    <a:pt x="109054" y="1592762"/>
                  </a:lnTo>
                  <a:lnTo>
                    <a:pt x="124285" y="1633296"/>
                  </a:lnTo>
                  <a:lnTo>
                    <a:pt x="140488" y="1671203"/>
                  </a:lnTo>
                  <a:lnTo>
                    <a:pt x="157662" y="1706562"/>
                  </a:lnTo>
                  <a:lnTo>
                    <a:pt x="194905" y="1769946"/>
                  </a:lnTo>
                  <a:lnTo>
                    <a:pt x="235986" y="1824076"/>
                  </a:lnTo>
                  <a:lnTo>
                    <a:pt x="280876" y="1869577"/>
                  </a:lnTo>
                  <a:lnTo>
                    <a:pt x="329548" y="1907076"/>
                  </a:lnTo>
                  <a:lnTo>
                    <a:pt x="381974" y="1937198"/>
                  </a:lnTo>
                  <a:lnTo>
                    <a:pt x="438125" y="1960569"/>
                  </a:lnTo>
                  <a:lnTo>
                    <a:pt x="497974" y="1977816"/>
                  </a:lnTo>
                  <a:lnTo>
                    <a:pt x="553822" y="1990011"/>
                  </a:lnTo>
                  <a:lnTo>
                    <a:pt x="610662" y="2000749"/>
                  </a:lnTo>
                  <a:lnTo>
                    <a:pt x="668365" y="2010067"/>
                  </a:lnTo>
                  <a:lnTo>
                    <a:pt x="726803" y="2018003"/>
                  </a:lnTo>
                  <a:lnTo>
                    <a:pt x="785848" y="2024593"/>
                  </a:lnTo>
                  <a:lnTo>
                    <a:pt x="845372" y="2029875"/>
                  </a:lnTo>
                  <a:lnTo>
                    <a:pt x="905248" y="2033886"/>
                  </a:lnTo>
                  <a:lnTo>
                    <a:pt x="965347" y="2036664"/>
                  </a:lnTo>
                  <a:lnTo>
                    <a:pt x="1025541" y="2038245"/>
                  </a:lnTo>
                  <a:lnTo>
                    <a:pt x="1085703" y="2038668"/>
                  </a:lnTo>
                  <a:lnTo>
                    <a:pt x="1145703" y="2037968"/>
                  </a:lnTo>
                  <a:lnTo>
                    <a:pt x="1205416" y="2036184"/>
                  </a:lnTo>
                  <a:lnTo>
                    <a:pt x="1264711" y="2033353"/>
                  </a:lnTo>
                  <a:lnTo>
                    <a:pt x="1323463" y="2029512"/>
                  </a:lnTo>
                  <a:lnTo>
                    <a:pt x="1381541" y="2024698"/>
                  </a:lnTo>
                  <a:lnTo>
                    <a:pt x="1438820" y="2018948"/>
                  </a:lnTo>
                  <a:lnTo>
                    <a:pt x="1495169" y="2012301"/>
                  </a:lnTo>
                  <a:lnTo>
                    <a:pt x="1550463" y="2004792"/>
                  </a:lnTo>
                  <a:lnTo>
                    <a:pt x="1604572" y="1996460"/>
                  </a:lnTo>
                  <a:lnTo>
                    <a:pt x="1657369" y="1987342"/>
                  </a:lnTo>
                  <a:lnTo>
                    <a:pt x="1708725" y="1977475"/>
                  </a:lnTo>
                  <a:lnTo>
                    <a:pt x="1758513" y="1966895"/>
                  </a:lnTo>
                  <a:lnTo>
                    <a:pt x="1806605" y="1955641"/>
                  </a:lnTo>
                  <a:lnTo>
                    <a:pt x="1852873" y="1943750"/>
                  </a:lnTo>
                  <a:lnTo>
                    <a:pt x="1897188" y="1931259"/>
                  </a:lnTo>
                  <a:lnTo>
                    <a:pt x="1939424" y="1918205"/>
                  </a:lnTo>
                  <a:lnTo>
                    <a:pt x="1979451" y="1904626"/>
                  </a:lnTo>
                  <a:lnTo>
                    <a:pt x="2017143" y="1890558"/>
                  </a:lnTo>
                  <a:lnTo>
                    <a:pt x="2052370" y="1876040"/>
                  </a:lnTo>
                  <a:lnTo>
                    <a:pt x="2114920" y="1845799"/>
                  </a:lnTo>
                  <a:lnTo>
                    <a:pt x="2166079" y="1814202"/>
                  </a:lnTo>
                  <a:lnTo>
                    <a:pt x="2204823" y="1781547"/>
                  </a:lnTo>
                  <a:lnTo>
                    <a:pt x="2230127" y="1748131"/>
                  </a:lnTo>
                  <a:lnTo>
                    <a:pt x="2241649" y="1707918"/>
                  </a:lnTo>
                  <a:lnTo>
                    <a:pt x="2241418" y="1701594"/>
                  </a:lnTo>
                  <a:lnTo>
                    <a:pt x="2230376" y="1658999"/>
                  </a:lnTo>
                  <a:lnTo>
                    <a:pt x="2190159" y="1607839"/>
                  </a:lnTo>
                  <a:lnTo>
                    <a:pt x="2128130" y="1579975"/>
                  </a:lnTo>
                  <a:lnTo>
                    <a:pt x="2050009" y="1569190"/>
                  </a:lnTo>
                  <a:lnTo>
                    <a:pt x="2006702" y="1568257"/>
                  </a:lnTo>
                  <a:lnTo>
                    <a:pt x="1961516" y="1569263"/>
                  </a:lnTo>
                  <a:lnTo>
                    <a:pt x="1915168" y="1571428"/>
                  </a:lnTo>
                  <a:lnTo>
                    <a:pt x="1868371" y="1573975"/>
                  </a:lnTo>
                  <a:lnTo>
                    <a:pt x="1821842" y="1576129"/>
                  </a:lnTo>
                  <a:lnTo>
                    <a:pt x="1776294" y="1577110"/>
                  </a:lnTo>
                  <a:lnTo>
                    <a:pt x="1732443" y="1576141"/>
                  </a:lnTo>
                  <a:lnTo>
                    <a:pt x="1691004" y="1572446"/>
                  </a:lnTo>
                  <a:lnTo>
                    <a:pt x="1652692" y="1565247"/>
                  </a:lnTo>
                  <a:lnTo>
                    <a:pt x="1600697" y="1543429"/>
                  </a:lnTo>
                  <a:lnTo>
                    <a:pt x="1569973" y="1508615"/>
                  </a:lnTo>
                  <a:lnTo>
                    <a:pt x="1544169" y="1456775"/>
                  </a:lnTo>
                  <a:lnTo>
                    <a:pt x="1522272" y="1390101"/>
                  </a:lnTo>
                  <a:lnTo>
                    <a:pt x="1512471" y="1351886"/>
                  </a:lnTo>
                  <a:lnTo>
                    <a:pt x="1503266" y="1310784"/>
                  </a:lnTo>
                  <a:lnTo>
                    <a:pt x="1494530" y="1267070"/>
                  </a:lnTo>
                  <a:lnTo>
                    <a:pt x="1486135" y="1221017"/>
                  </a:lnTo>
                  <a:lnTo>
                    <a:pt x="1477957" y="1172899"/>
                  </a:lnTo>
                  <a:lnTo>
                    <a:pt x="1469866" y="1122990"/>
                  </a:lnTo>
                  <a:lnTo>
                    <a:pt x="1444855" y="965258"/>
                  </a:lnTo>
                  <a:lnTo>
                    <a:pt x="1435849" y="910926"/>
                  </a:lnTo>
                  <a:lnTo>
                    <a:pt x="1426297" y="856173"/>
                  </a:lnTo>
                  <a:lnTo>
                    <a:pt x="1416071" y="801272"/>
                  </a:lnTo>
                  <a:lnTo>
                    <a:pt x="1405046" y="746499"/>
                  </a:lnTo>
                  <a:lnTo>
                    <a:pt x="1393094" y="692126"/>
                  </a:lnTo>
                  <a:lnTo>
                    <a:pt x="1380088" y="638428"/>
                  </a:lnTo>
                  <a:lnTo>
                    <a:pt x="1365902" y="585679"/>
                  </a:lnTo>
                  <a:lnTo>
                    <a:pt x="1350408" y="534153"/>
                  </a:lnTo>
                  <a:lnTo>
                    <a:pt x="1333480" y="484123"/>
                  </a:lnTo>
                  <a:lnTo>
                    <a:pt x="1314991" y="435864"/>
                  </a:lnTo>
                  <a:lnTo>
                    <a:pt x="1294814" y="389650"/>
                  </a:lnTo>
                  <a:lnTo>
                    <a:pt x="1272821" y="345754"/>
                  </a:lnTo>
                  <a:lnTo>
                    <a:pt x="1248887" y="304451"/>
                  </a:lnTo>
                  <a:lnTo>
                    <a:pt x="1222884" y="266014"/>
                  </a:lnTo>
                  <a:lnTo>
                    <a:pt x="1198661" y="235804"/>
                  </a:lnTo>
                  <a:lnTo>
                    <a:pt x="1171444" y="206969"/>
                  </a:lnTo>
                  <a:lnTo>
                    <a:pt x="1141447" y="179604"/>
                  </a:lnTo>
                  <a:lnTo>
                    <a:pt x="1108888" y="153802"/>
                  </a:lnTo>
                  <a:lnTo>
                    <a:pt x="1073979" y="129657"/>
                  </a:lnTo>
                  <a:lnTo>
                    <a:pt x="1036937" y="107263"/>
                  </a:lnTo>
                  <a:lnTo>
                    <a:pt x="997976" y="86714"/>
                  </a:lnTo>
                  <a:lnTo>
                    <a:pt x="957312" y="68103"/>
                  </a:lnTo>
                  <a:lnTo>
                    <a:pt x="915160" y="51526"/>
                  </a:lnTo>
                  <a:lnTo>
                    <a:pt x="871734" y="37074"/>
                  </a:lnTo>
                  <a:lnTo>
                    <a:pt x="827251" y="24843"/>
                  </a:lnTo>
                  <a:lnTo>
                    <a:pt x="781924" y="14927"/>
                  </a:lnTo>
                  <a:lnTo>
                    <a:pt x="735970" y="7418"/>
                  </a:lnTo>
                  <a:lnTo>
                    <a:pt x="689603" y="2411"/>
                  </a:lnTo>
                  <a:lnTo>
                    <a:pt x="643039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2338513" y="6771393"/>
              <a:ext cx="2241550" cy="1949450"/>
            </a:xfrm>
            <a:custGeom>
              <a:avLst/>
              <a:gdLst/>
              <a:ahLst/>
              <a:cxnLst/>
              <a:rect l="l" t="t" r="r" b="b"/>
              <a:pathLst>
                <a:path w="2241550" h="1949450">
                  <a:moveTo>
                    <a:pt x="560590" y="0"/>
                  </a:moveTo>
                  <a:lnTo>
                    <a:pt x="512149" y="802"/>
                  </a:lnTo>
                  <a:lnTo>
                    <a:pt x="463978" y="4944"/>
                  </a:lnTo>
                  <a:lnTo>
                    <a:pt x="416230" y="12315"/>
                  </a:lnTo>
                  <a:lnTo>
                    <a:pt x="369057" y="22806"/>
                  </a:lnTo>
                  <a:lnTo>
                    <a:pt x="322612" y="36307"/>
                  </a:lnTo>
                  <a:lnTo>
                    <a:pt x="277047" y="52708"/>
                  </a:lnTo>
                  <a:lnTo>
                    <a:pt x="232514" y="71900"/>
                  </a:lnTo>
                  <a:lnTo>
                    <a:pt x="189167" y="93773"/>
                  </a:lnTo>
                  <a:lnTo>
                    <a:pt x="147157" y="118216"/>
                  </a:lnTo>
                  <a:lnTo>
                    <a:pt x="123055" y="150052"/>
                  </a:lnTo>
                  <a:lnTo>
                    <a:pt x="100759" y="184434"/>
                  </a:lnTo>
                  <a:lnTo>
                    <a:pt x="80381" y="221409"/>
                  </a:lnTo>
                  <a:lnTo>
                    <a:pt x="62035" y="261024"/>
                  </a:lnTo>
                  <a:lnTo>
                    <a:pt x="45834" y="303326"/>
                  </a:lnTo>
                  <a:lnTo>
                    <a:pt x="31891" y="348361"/>
                  </a:lnTo>
                  <a:lnTo>
                    <a:pt x="20318" y="396178"/>
                  </a:lnTo>
                  <a:lnTo>
                    <a:pt x="11230" y="446822"/>
                  </a:lnTo>
                  <a:lnTo>
                    <a:pt x="4739" y="500340"/>
                  </a:lnTo>
                  <a:lnTo>
                    <a:pt x="958" y="556781"/>
                  </a:lnTo>
                  <a:lnTo>
                    <a:pt x="0" y="616190"/>
                  </a:lnTo>
                  <a:lnTo>
                    <a:pt x="1234" y="701714"/>
                  </a:lnTo>
                  <a:lnTo>
                    <a:pt x="3492" y="783516"/>
                  </a:lnTo>
                  <a:lnTo>
                    <a:pt x="6768" y="861674"/>
                  </a:lnTo>
                  <a:lnTo>
                    <a:pt x="11060" y="936266"/>
                  </a:lnTo>
                  <a:lnTo>
                    <a:pt x="16363" y="1007371"/>
                  </a:lnTo>
                  <a:lnTo>
                    <a:pt x="22675" y="1075066"/>
                  </a:lnTo>
                  <a:lnTo>
                    <a:pt x="29992" y="1139430"/>
                  </a:lnTo>
                  <a:lnTo>
                    <a:pt x="38310" y="1200542"/>
                  </a:lnTo>
                  <a:lnTo>
                    <a:pt x="47627" y="1258479"/>
                  </a:lnTo>
                  <a:lnTo>
                    <a:pt x="57937" y="1313320"/>
                  </a:lnTo>
                  <a:lnTo>
                    <a:pt x="69239" y="1365143"/>
                  </a:lnTo>
                  <a:lnTo>
                    <a:pt x="81528" y="1414026"/>
                  </a:lnTo>
                  <a:lnTo>
                    <a:pt x="94801" y="1460048"/>
                  </a:lnTo>
                  <a:lnTo>
                    <a:pt x="109054" y="1503287"/>
                  </a:lnTo>
                  <a:lnTo>
                    <a:pt x="124285" y="1543820"/>
                  </a:lnTo>
                  <a:lnTo>
                    <a:pt x="140488" y="1581727"/>
                  </a:lnTo>
                  <a:lnTo>
                    <a:pt x="157662" y="1617086"/>
                  </a:lnTo>
                  <a:lnTo>
                    <a:pt x="194905" y="1680470"/>
                  </a:lnTo>
                  <a:lnTo>
                    <a:pt x="235986" y="1734600"/>
                  </a:lnTo>
                  <a:lnTo>
                    <a:pt x="280876" y="1780102"/>
                  </a:lnTo>
                  <a:lnTo>
                    <a:pt x="329548" y="1817600"/>
                  </a:lnTo>
                  <a:lnTo>
                    <a:pt x="381974" y="1847722"/>
                  </a:lnTo>
                  <a:lnTo>
                    <a:pt x="438125" y="1871093"/>
                  </a:lnTo>
                  <a:lnTo>
                    <a:pt x="497974" y="1888340"/>
                  </a:lnTo>
                  <a:lnTo>
                    <a:pt x="553822" y="1900535"/>
                  </a:lnTo>
                  <a:lnTo>
                    <a:pt x="610662" y="1911273"/>
                  </a:lnTo>
                  <a:lnTo>
                    <a:pt x="668365" y="1920592"/>
                  </a:lnTo>
                  <a:lnTo>
                    <a:pt x="726803" y="1928527"/>
                  </a:lnTo>
                  <a:lnTo>
                    <a:pt x="785848" y="1935117"/>
                  </a:lnTo>
                  <a:lnTo>
                    <a:pt x="845372" y="1940399"/>
                  </a:lnTo>
                  <a:lnTo>
                    <a:pt x="905248" y="1944411"/>
                  </a:lnTo>
                  <a:lnTo>
                    <a:pt x="965347" y="1947188"/>
                  </a:lnTo>
                  <a:lnTo>
                    <a:pt x="1025541" y="1948770"/>
                  </a:lnTo>
                  <a:lnTo>
                    <a:pt x="1085703" y="1949192"/>
                  </a:lnTo>
                  <a:lnTo>
                    <a:pt x="1145703" y="1948492"/>
                  </a:lnTo>
                  <a:lnTo>
                    <a:pt x="1205416" y="1946708"/>
                  </a:lnTo>
                  <a:lnTo>
                    <a:pt x="1264711" y="1943877"/>
                  </a:lnTo>
                  <a:lnTo>
                    <a:pt x="1323463" y="1940036"/>
                  </a:lnTo>
                  <a:lnTo>
                    <a:pt x="1381541" y="1935222"/>
                  </a:lnTo>
                  <a:lnTo>
                    <a:pt x="1438820" y="1929473"/>
                  </a:lnTo>
                  <a:lnTo>
                    <a:pt x="1495169" y="1922825"/>
                  </a:lnTo>
                  <a:lnTo>
                    <a:pt x="1550463" y="1915317"/>
                  </a:lnTo>
                  <a:lnTo>
                    <a:pt x="1604572" y="1906985"/>
                  </a:lnTo>
                  <a:lnTo>
                    <a:pt x="1657369" y="1897866"/>
                  </a:lnTo>
                  <a:lnTo>
                    <a:pt x="1708725" y="1887999"/>
                  </a:lnTo>
                  <a:lnTo>
                    <a:pt x="1758513" y="1877419"/>
                  </a:lnTo>
                  <a:lnTo>
                    <a:pt x="1806605" y="1866166"/>
                  </a:lnTo>
                  <a:lnTo>
                    <a:pt x="1852873" y="1854275"/>
                  </a:lnTo>
                  <a:lnTo>
                    <a:pt x="1897188" y="1841783"/>
                  </a:lnTo>
                  <a:lnTo>
                    <a:pt x="1939424" y="1828730"/>
                  </a:lnTo>
                  <a:lnTo>
                    <a:pt x="1979451" y="1815150"/>
                  </a:lnTo>
                  <a:lnTo>
                    <a:pt x="2017143" y="1801083"/>
                  </a:lnTo>
                  <a:lnTo>
                    <a:pt x="2052370" y="1786564"/>
                  </a:lnTo>
                  <a:lnTo>
                    <a:pt x="2114920" y="1756324"/>
                  </a:lnTo>
                  <a:lnTo>
                    <a:pt x="2166079" y="1724726"/>
                  </a:lnTo>
                  <a:lnTo>
                    <a:pt x="2204823" y="1692071"/>
                  </a:lnTo>
                  <a:lnTo>
                    <a:pt x="2230127" y="1658655"/>
                  </a:lnTo>
                  <a:lnTo>
                    <a:pt x="2240968" y="1624777"/>
                  </a:lnTo>
                  <a:lnTo>
                    <a:pt x="2206745" y="1607243"/>
                  </a:lnTo>
                  <a:lnTo>
                    <a:pt x="2170445" y="1593694"/>
                  </a:lnTo>
                  <a:lnTo>
                    <a:pt x="2132958" y="1584214"/>
                  </a:lnTo>
                  <a:lnTo>
                    <a:pt x="2095171" y="1578883"/>
                  </a:lnTo>
                  <a:lnTo>
                    <a:pt x="2047255" y="1577186"/>
                  </a:lnTo>
                  <a:lnTo>
                    <a:pt x="1999394" y="1579282"/>
                  </a:lnTo>
                  <a:lnTo>
                    <a:pt x="1951561" y="1584034"/>
                  </a:lnTo>
                  <a:lnTo>
                    <a:pt x="1903728" y="1590309"/>
                  </a:lnTo>
                  <a:lnTo>
                    <a:pt x="1855869" y="1596970"/>
                  </a:lnTo>
                  <a:lnTo>
                    <a:pt x="1807954" y="1602884"/>
                  </a:lnTo>
                  <a:lnTo>
                    <a:pt x="1759956" y="1606914"/>
                  </a:lnTo>
                  <a:lnTo>
                    <a:pt x="1711280" y="1607636"/>
                  </a:lnTo>
                  <a:lnTo>
                    <a:pt x="1662232" y="1603787"/>
                  </a:lnTo>
                  <a:lnTo>
                    <a:pt x="1614131" y="1594779"/>
                  </a:lnTo>
                  <a:lnTo>
                    <a:pt x="1568292" y="1580030"/>
                  </a:lnTo>
                  <a:lnTo>
                    <a:pt x="1526032" y="1558955"/>
                  </a:lnTo>
                  <a:lnTo>
                    <a:pt x="1488668" y="1530967"/>
                  </a:lnTo>
                  <a:lnTo>
                    <a:pt x="1457515" y="1495483"/>
                  </a:lnTo>
                  <a:lnTo>
                    <a:pt x="1437895" y="1461699"/>
                  </a:lnTo>
                  <a:lnTo>
                    <a:pt x="1423126" y="1425438"/>
                  </a:lnTo>
                  <a:lnTo>
                    <a:pt x="1411707" y="1387692"/>
                  </a:lnTo>
                  <a:lnTo>
                    <a:pt x="1402135" y="1349456"/>
                  </a:lnTo>
                  <a:lnTo>
                    <a:pt x="1218092" y="593137"/>
                  </a:lnTo>
                  <a:lnTo>
                    <a:pt x="1205930" y="545973"/>
                  </a:lnTo>
                  <a:lnTo>
                    <a:pt x="1192683" y="499138"/>
                  </a:lnTo>
                  <a:lnTo>
                    <a:pt x="1177866" y="452891"/>
                  </a:lnTo>
                  <a:lnTo>
                    <a:pt x="1160993" y="407495"/>
                  </a:lnTo>
                  <a:lnTo>
                    <a:pt x="1141575" y="363208"/>
                  </a:lnTo>
                  <a:lnTo>
                    <a:pt x="1119128" y="320293"/>
                  </a:lnTo>
                  <a:lnTo>
                    <a:pt x="1093587" y="279685"/>
                  </a:lnTo>
                  <a:lnTo>
                    <a:pt x="1064881" y="241427"/>
                  </a:lnTo>
                  <a:lnTo>
                    <a:pt x="1033249" y="205613"/>
                  </a:lnTo>
                  <a:lnTo>
                    <a:pt x="998929" y="172338"/>
                  </a:lnTo>
                  <a:lnTo>
                    <a:pt x="962162" y="141696"/>
                  </a:lnTo>
                  <a:lnTo>
                    <a:pt x="923187" y="113782"/>
                  </a:lnTo>
                  <a:lnTo>
                    <a:pt x="882242" y="88691"/>
                  </a:lnTo>
                  <a:lnTo>
                    <a:pt x="839568" y="66515"/>
                  </a:lnTo>
                  <a:lnTo>
                    <a:pt x="795402" y="47351"/>
                  </a:lnTo>
                  <a:lnTo>
                    <a:pt x="749986" y="31292"/>
                  </a:lnTo>
                  <a:lnTo>
                    <a:pt x="703557" y="18433"/>
                  </a:lnTo>
                  <a:lnTo>
                    <a:pt x="656355" y="8869"/>
                  </a:lnTo>
                  <a:lnTo>
                    <a:pt x="608620" y="2692"/>
                  </a:lnTo>
                  <a:lnTo>
                    <a:pt x="560590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336652" y="3217619"/>
            <a:ext cx="163830" cy="1065530"/>
          </a:xfrm>
          <a:custGeom>
            <a:avLst/>
            <a:gdLst/>
            <a:ahLst/>
            <a:cxnLst/>
            <a:rect l="l" t="t" r="r" b="b"/>
            <a:pathLst>
              <a:path w="163830" h="1065529">
                <a:moveTo>
                  <a:pt x="163513" y="0"/>
                </a:moveTo>
                <a:lnTo>
                  <a:pt x="0" y="0"/>
                </a:lnTo>
                <a:lnTo>
                  <a:pt x="0" y="1065171"/>
                </a:lnTo>
                <a:lnTo>
                  <a:pt x="163513" y="1065171"/>
                </a:lnTo>
                <a:lnTo>
                  <a:pt x="16351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4628387" y="3351962"/>
            <a:ext cx="735965" cy="948055"/>
            <a:chOff x="14628387" y="3351962"/>
            <a:chExt cx="735965" cy="948055"/>
          </a:xfrm>
        </p:grpSpPr>
        <p:sp>
          <p:nvSpPr>
            <p:cNvPr id="4" name="object 4" descr=""/>
            <p:cNvSpPr/>
            <p:nvPr/>
          </p:nvSpPr>
          <p:spPr>
            <a:xfrm>
              <a:off x="14628387" y="3351962"/>
              <a:ext cx="276225" cy="927735"/>
            </a:xfrm>
            <a:custGeom>
              <a:avLst/>
              <a:gdLst/>
              <a:ahLst/>
              <a:cxnLst/>
              <a:rect l="l" t="t" r="r" b="b"/>
              <a:pathLst>
                <a:path w="276225" h="927735">
                  <a:moveTo>
                    <a:pt x="145670" y="0"/>
                  </a:moveTo>
                  <a:lnTo>
                    <a:pt x="0" y="20899"/>
                  </a:lnTo>
                  <a:lnTo>
                    <a:pt x="129964" y="927301"/>
                  </a:lnTo>
                  <a:lnTo>
                    <a:pt x="275646" y="906412"/>
                  </a:lnTo>
                  <a:lnTo>
                    <a:pt x="1456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930482" y="3372921"/>
              <a:ext cx="433705" cy="927100"/>
            </a:xfrm>
            <a:custGeom>
              <a:avLst/>
              <a:gdLst/>
              <a:ahLst/>
              <a:cxnLst/>
              <a:rect l="l" t="t" r="r" b="b"/>
              <a:pathLst>
                <a:path w="433705" h="927100">
                  <a:moveTo>
                    <a:pt x="167628" y="0"/>
                  </a:moveTo>
                  <a:lnTo>
                    <a:pt x="0" y="50825"/>
                  </a:lnTo>
                  <a:lnTo>
                    <a:pt x="265688" y="927102"/>
                  </a:lnTo>
                  <a:lnTo>
                    <a:pt x="433316" y="876276"/>
                  </a:lnTo>
                  <a:lnTo>
                    <a:pt x="167628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4360295" y="3245430"/>
            <a:ext cx="41910" cy="1005205"/>
          </a:xfrm>
          <a:custGeom>
            <a:avLst/>
            <a:gdLst/>
            <a:ahLst/>
            <a:cxnLst/>
            <a:rect l="l" t="t" r="r" b="b"/>
            <a:pathLst>
              <a:path w="41909" h="1005204">
                <a:moveTo>
                  <a:pt x="41527" y="0"/>
                </a:moveTo>
                <a:lnTo>
                  <a:pt x="0" y="0"/>
                </a:lnTo>
                <a:lnTo>
                  <a:pt x="0" y="1005016"/>
                </a:lnTo>
                <a:lnTo>
                  <a:pt x="41527" y="1005016"/>
                </a:lnTo>
                <a:lnTo>
                  <a:pt x="41527" y="0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498333" y="3258254"/>
            <a:ext cx="131445" cy="1006475"/>
          </a:xfrm>
          <a:custGeom>
            <a:avLst/>
            <a:gdLst/>
            <a:ahLst/>
            <a:cxnLst/>
            <a:rect l="l" t="t" r="r" b="b"/>
            <a:pathLst>
              <a:path w="131444" h="1006475">
                <a:moveTo>
                  <a:pt x="130822" y="0"/>
                </a:moveTo>
                <a:lnTo>
                  <a:pt x="0" y="0"/>
                </a:lnTo>
                <a:lnTo>
                  <a:pt x="0" y="1005865"/>
                </a:lnTo>
                <a:lnTo>
                  <a:pt x="130822" y="1005865"/>
                </a:lnTo>
                <a:lnTo>
                  <a:pt x="13082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4154720" y="4343878"/>
            <a:ext cx="143510" cy="62865"/>
          </a:xfrm>
          <a:custGeom>
            <a:avLst/>
            <a:gdLst/>
            <a:ahLst/>
            <a:cxnLst/>
            <a:rect l="l" t="t" r="r" b="b"/>
            <a:pathLst>
              <a:path w="143509" h="62864">
                <a:moveTo>
                  <a:pt x="143283" y="0"/>
                </a:moveTo>
                <a:lnTo>
                  <a:pt x="0" y="0"/>
                </a:lnTo>
                <a:lnTo>
                  <a:pt x="0" y="62291"/>
                </a:lnTo>
                <a:lnTo>
                  <a:pt x="143283" y="62291"/>
                </a:lnTo>
                <a:lnTo>
                  <a:pt x="143283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5923891" y="4350118"/>
            <a:ext cx="143510" cy="62865"/>
          </a:xfrm>
          <a:custGeom>
            <a:avLst/>
            <a:gdLst/>
            <a:ahLst/>
            <a:cxnLst/>
            <a:rect l="l" t="t" r="r" b="b"/>
            <a:pathLst>
              <a:path w="143509" h="62864">
                <a:moveTo>
                  <a:pt x="143273" y="0"/>
                </a:moveTo>
                <a:lnTo>
                  <a:pt x="0" y="0"/>
                </a:lnTo>
                <a:lnTo>
                  <a:pt x="0" y="62291"/>
                </a:lnTo>
                <a:lnTo>
                  <a:pt x="143273" y="62291"/>
                </a:lnTo>
                <a:lnTo>
                  <a:pt x="143273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4285155" y="3035708"/>
            <a:ext cx="44450" cy="1246505"/>
          </a:xfrm>
          <a:custGeom>
            <a:avLst/>
            <a:gdLst/>
            <a:ahLst/>
            <a:cxnLst/>
            <a:rect l="l" t="t" r="r" b="b"/>
            <a:pathLst>
              <a:path w="44450" h="1246504">
                <a:moveTo>
                  <a:pt x="44396" y="0"/>
                </a:moveTo>
                <a:lnTo>
                  <a:pt x="0" y="0"/>
                </a:lnTo>
                <a:lnTo>
                  <a:pt x="0" y="1245878"/>
                </a:lnTo>
                <a:lnTo>
                  <a:pt x="44396" y="1245878"/>
                </a:lnTo>
                <a:lnTo>
                  <a:pt x="44396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13925261" y="3366033"/>
            <a:ext cx="2392045" cy="988694"/>
            <a:chOff x="13925261" y="3366033"/>
            <a:chExt cx="2392045" cy="988694"/>
          </a:xfrm>
        </p:grpSpPr>
        <p:sp>
          <p:nvSpPr>
            <p:cNvPr id="12" name="object 12" descr=""/>
            <p:cNvSpPr/>
            <p:nvPr/>
          </p:nvSpPr>
          <p:spPr>
            <a:xfrm>
              <a:off x="14783342" y="3366033"/>
              <a:ext cx="364490" cy="924560"/>
            </a:xfrm>
            <a:custGeom>
              <a:avLst/>
              <a:gdLst/>
              <a:ahLst/>
              <a:cxnLst/>
              <a:rect l="l" t="t" r="r" b="b"/>
              <a:pathLst>
                <a:path w="364490" h="924560">
                  <a:moveTo>
                    <a:pt x="142780" y="0"/>
                  </a:moveTo>
                  <a:lnTo>
                    <a:pt x="0" y="35621"/>
                  </a:lnTo>
                  <a:lnTo>
                    <a:pt x="221626" y="924076"/>
                  </a:lnTo>
                  <a:lnTo>
                    <a:pt x="364407" y="888454"/>
                  </a:lnTo>
                  <a:lnTo>
                    <a:pt x="14278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925258" y="4251051"/>
              <a:ext cx="2392045" cy="103505"/>
            </a:xfrm>
            <a:custGeom>
              <a:avLst/>
              <a:gdLst/>
              <a:ahLst/>
              <a:cxnLst/>
              <a:rect l="l" t="t" r="r" b="b"/>
              <a:pathLst>
                <a:path w="2392044" h="103504">
                  <a:moveTo>
                    <a:pt x="2391981" y="0"/>
                  </a:moveTo>
                  <a:lnTo>
                    <a:pt x="0" y="0"/>
                  </a:lnTo>
                  <a:lnTo>
                    <a:pt x="0" y="3543"/>
                  </a:lnTo>
                  <a:lnTo>
                    <a:pt x="0" y="103073"/>
                  </a:lnTo>
                  <a:lnTo>
                    <a:pt x="2391981" y="103073"/>
                  </a:lnTo>
                  <a:lnTo>
                    <a:pt x="2391981" y="3543"/>
                  </a:lnTo>
                  <a:lnTo>
                    <a:pt x="2391981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394400" y="4121696"/>
              <a:ext cx="797560" cy="133350"/>
            </a:xfrm>
            <a:custGeom>
              <a:avLst/>
              <a:gdLst/>
              <a:ahLst/>
              <a:cxnLst/>
              <a:rect l="l" t="t" r="r" b="b"/>
              <a:pathLst>
                <a:path w="797559" h="133350">
                  <a:moveTo>
                    <a:pt x="797357" y="0"/>
                  </a:moveTo>
                  <a:lnTo>
                    <a:pt x="0" y="0"/>
                  </a:lnTo>
                  <a:lnTo>
                    <a:pt x="0" y="132896"/>
                  </a:lnTo>
                  <a:lnTo>
                    <a:pt x="797357" y="132896"/>
                  </a:lnTo>
                  <a:lnTo>
                    <a:pt x="797357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5452524" y="3984643"/>
              <a:ext cx="797560" cy="133350"/>
            </a:xfrm>
            <a:custGeom>
              <a:avLst/>
              <a:gdLst/>
              <a:ahLst/>
              <a:cxnLst/>
              <a:rect l="l" t="t" r="r" b="b"/>
              <a:pathLst>
                <a:path w="797559" h="133350">
                  <a:moveTo>
                    <a:pt x="797378" y="0"/>
                  </a:moveTo>
                  <a:lnTo>
                    <a:pt x="0" y="0"/>
                  </a:lnTo>
                  <a:lnTo>
                    <a:pt x="0" y="132906"/>
                  </a:lnTo>
                  <a:lnTo>
                    <a:pt x="797378" y="132906"/>
                  </a:lnTo>
                  <a:lnTo>
                    <a:pt x="797378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506543" y="3851757"/>
              <a:ext cx="664845" cy="133350"/>
            </a:xfrm>
            <a:custGeom>
              <a:avLst/>
              <a:gdLst/>
              <a:ahLst/>
              <a:cxnLst/>
              <a:rect l="l" t="t" r="r" b="b"/>
              <a:pathLst>
                <a:path w="664844" h="133350">
                  <a:moveTo>
                    <a:pt x="664440" y="0"/>
                  </a:moveTo>
                  <a:lnTo>
                    <a:pt x="0" y="0"/>
                  </a:lnTo>
                  <a:lnTo>
                    <a:pt x="0" y="132896"/>
                  </a:lnTo>
                  <a:lnTo>
                    <a:pt x="664440" y="132896"/>
                  </a:lnTo>
                  <a:lnTo>
                    <a:pt x="66444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4697698" y="3038187"/>
            <a:ext cx="1374775" cy="1374775"/>
            <a:chOff x="4697698" y="3038187"/>
            <a:chExt cx="1374775" cy="1374775"/>
          </a:xfrm>
        </p:grpSpPr>
        <p:sp>
          <p:nvSpPr>
            <p:cNvPr id="18" name="object 18" descr=""/>
            <p:cNvSpPr/>
            <p:nvPr/>
          </p:nvSpPr>
          <p:spPr>
            <a:xfrm>
              <a:off x="4697698" y="3038187"/>
              <a:ext cx="1374775" cy="1374775"/>
            </a:xfrm>
            <a:custGeom>
              <a:avLst/>
              <a:gdLst/>
              <a:ahLst/>
              <a:cxnLst/>
              <a:rect l="l" t="t" r="r" b="b"/>
              <a:pathLst>
                <a:path w="1374775" h="1374775">
                  <a:moveTo>
                    <a:pt x="687109" y="0"/>
                  </a:moveTo>
                  <a:lnTo>
                    <a:pt x="640066" y="1585"/>
                  </a:lnTo>
                  <a:lnTo>
                    <a:pt x="593874" y="6272"/>
                  </a:lnTo>
                  <a:lnTo>
                    <a:pt x="548634" y="13959"/>
                  </a:lnTo>
                  <a:lnTo>
                    <a:pt x="504450" y="24544"/>
                  </a:lnTo>
                  <a:lnTo>
                    <a:pt x="461424" y="37924"/>
                  </a:lnTo>
                  <a:lnTo>
                    <a:pt x="419657" y="53997"/>
                  </a:lnTo>
                  <a:lnTo>
                    <a:pt x="379253" y="72660"/>
                  </a:lnTo>
                  <a:lnTo>
                    <a:pt x="340314" y="93811"/>
                  </a:lnTo>
                  <a:lnTo>
                    <a:pt x="302942" y="117348"/>
                  </a:lnTo>
                  <a:lnTo>
                    <a:pt x="267239" y="143169"/>
                  </a:lnTo>
                  <a:lnTo>
                    <a:pt x="233308" y="171171"/>
                  </a:lnTo>
                  <a:lnTo>
                    <a:pt x="201251" y="201251"/>
                  </a:lnTo>
                  <a:lnTo>
                    <a:pt x="171171" y="233308"/>
                  </a:lnTo>
                  <a:lnTo>
                    <a:pt x="143169" y="267239"/>
                  </a:lnTo>
                  <a:lnTo>
                    <a:pt x="117348" y="302942"/>
                  </a:lnTo>
                  <a:lnTo>
                    <a:pt x="93811" y="340314"/>
                  </a:lnTo>
                  <a:lnTo>
                    <a:pt x="72660" y="379253"/>
                  </a:lnTo>
                  <a:lnTo>
                    <a:pt x="53997" y="419657"/>
                  </a:lnTo>
                  <a:lnTo>
                    <a:pt x="37924" y="461424"/>
                  </a:lnTo>
                  <a:lnTo>
                    <a:pt x="24544" y="504450"/>
                  </a:lnTo>
                  <a:lnTo>
                    <a:pt x="13959" y="548634"/>
                  </a:lnTo>
                  <a:lnTo>
                    <a:pt x="6272" y="593874"/>
                  </a:lnTo>
                  <a:lnTo>
                    <a:pt x="1585" y="640066"/>
                  </a:lnTo>
                  <a:lnTo>
                    <a:pt x="0" y="687109"/>
                  </a:lnTo>
                  <a:lnTo>
                    <a:pt x="1585" y="734153"/>
                  </a:lnTo>
                  <a:lnTo>
                    <a:pt x="6272" y="780345"/>
                  </a:lnTo>
                  <a:lnTo>
                    <a:pt x="13959" y="825585"/>
                  </a:lnTo>
                  <a:lnTo>
                    <a:pt x="24544" y="869769"/>
                  </a:lnTo>
                  <a:lnTo>
                    <a:pt x="37924" y="912795"/>
                  </a:lnTo>
                  <a:lnTo>
                    <a:pt x="53997" y="954562"/>
                  </a:lnTo>
                  <a:lnTo>
                    <a:pt x="72660" y="994966"/>
                  </a:lnTo>
                  <a:lnTo>
                    <a:pt x="93811" y="1033905"/>
                  </a:lnTo>
                  <a:lnTo>
                    <a:pt x="117348" y="1071277"/>
                  </a:lnTo>
                  <a:lnTo>
                    <a:pt x="143169" y="1106980"/>
                  </a:lnTo>
                  <a:lnTo>
                    <a:pt x="171171" y="1140911"/>
                  </a:lnTo>
                  <a:lnTo>
                    <a:pt x="201251" y="1172968"/>
                  </a:lnTo>
                  <a:lnTo>
                    <a:pt x="233308" y="1203048"/>
                  </a:lnTo>
                  <a:lnTo>
                    <a:pt x="267239" y="1231050"/>
                  </a:lnTo>
                  <a:lnTo>
                    <a:pt x="302942" y="1256871"/>
                  </a:lnTo>
                  <a:lnTo>
                    <a:pt x="340314" y="1280408"/>
                  </a:lnTo>
                  <a:lnTo>
                    <a:pt x="379253" y="1301559"/>
                  </a:lnTo>
                  <a:lnTo>
                    <a:pt x="419657" y="1320222"/>
                  </a:lnTo>
                  <a:lnTo>
                    <a:pt x="461424" y="1336295"/>
                  </a:lnTo>
                  <a:lnTo>
                    <a:pt x="504450" y="1349675"/>
                  </a:lnTo>
                  <a:lnTo>
                    <a:pt x="548634" y="1360260"/>
                  </a:lnTo>
                  <a:lnTo>
                    <a:pt x="593874" y="1367947"/>
                  </a:lnTo>
                  <a:lnTo>
                    <a:pt x="640066" y="1372634"/>
                  </a:lnTo>
                  <a:lnTo>
                    <a:pt x="687109" y="1374219"/>
                  </a:lnTo>
                  <a:lnTo>
                    <a:pt x="734153" y="1372634"/>
                  </a:lnTo>
                  <a:lnTo>
                    <a:pt x="780345" y="1367947"/>
                  </a:lnTo>
                  <a:lnTo>
                    <a:pt x="825585" y="1360260"/>
                  </a:lnTo>
                  <a:lnTo>
                    <a:pt x="869769" y="1349675"/>
                  </a:lnTo>
                  <a:lnTo>
                    <a:pt x="912795" y="1336295"/>
                  </a:lnTo>
                  <a:lnTo>
                    <a:pt x="954562" y="1320222"/>
                  </a:lnTo>
                  <a:lnTo>
                    <a:pt x="994966" y="1301559"/>
                  </a:lnTo>
                  <a:lnTo>
                    <a:pt x="1033905" y="1280408"/>
                  </a:lnTo>
                  <a:lnTo>
                    <a:pt x="1071277" y="1256871"/>
                  </a:lnTo>
                  <a:lnTo>
                    <a:pt x="1106980" y="1231050"/>
                  </a:lnTo>
                  <a:lnTo>
                    <a:pt x="1140911" y="1203048"/>
                  </a:lnTo>
                  <a:lnTo>
                    <a:pt x="1172968" y="1172968"/>
                  </a:lnTo>
                  <a:lnTo>
                    <a:pt x="1203048" y="1140911"/>
                  </a:lnTo>
                  <a:lnTo>
                    <a:pt x="1231050" y="1106980"/>
                  </a:lnTo>
                  <a:lnTo>
                    <a:pt x="1256871" y="1071277"/>
                  </a:lnTo>
                  <a:lnTo>
                    <a:pt x="1280408" y="1033905"/>
                  </a:lnTo>
                  <a:lnTo>
                    <a:pt x="1301559" y="994966"/>
                  </a:lnTo>
                  <a:lnTo>
                    <a:pt x="1320222" y="954562"/>
                  </a:lnTo>
                  <a:lnTo>
                    <a:pt x="1336295" y="912795"/>
                  </a:lnTo>
                  <a:lnTo>
                    <a:pt x="1349675" y="869769"/>
                  </a:lnTo>
                  <a:lnTo>
                    <a:pt x="1360260" y="825585"/>
                  </a:lnTo>
                  <a:lnTo>
                    <a:pt x="1367947" y="780345"/>
                  </a:lnTo>
                  <a:lnTo>
                    <a:pt x="1372634" y="734153"/>
                  </a:lnTo>
                  <a:lnTo>
                    <a:pt x="1374219" y="687109"/>
                  </a:lnTo>
                  <a:lnTo>
                    <a:pt x="1372634" y="640066"/>
                  </a:lnTo>
                  <a:lnTo>
                    <a:pt x="1367947" y="593874"/>
                  </a:lnTo>
                  <a:lnTo>
                    <a:pt x="1360260" y="548634"/>
                  </a:lnTo>
                  <a:lnTo>
                    <a:pt x="1349675" y="504450"/>
                  </a:lnTo>
                  <a:lnTo>
                    <a:pt x="1336295" y="461424"/>
                  </a:lnTo>
                  <a:lnTo>
                    <a:pt x="1320222" y="419657"/>
                  </a:lnTo>
                  <a:lnTo>
                    <a:pt x="1301559" y="379253"/>
                  </a:lnTo>
                  <a:lnTo>
                    <a:pt x="1280408" y="340314"/>
                  </a:lnTo>
                  <a:lnTo>
                    <a:pt x="1256871" y="302942"/>
                  </a:lnTo>
                  <a:lnTo>
                    <a:pt x="1231050" y="267239"/>
                  </a:lnTo>
                  <a:lnTo>
                    <a:pt x="1203048" y="233308"/>
                  </a:lnTo>
                  <a:lnTo>
                    <a:pt x="1172968" y="201251"/>
                  </a:lnTo>
                  <a:lnTo>
                    <a:pt x="1140911" y="171171"/>
                  </a:lnTo>
                  <a:lnTo>
                    <a:pt x="1106980" y="143169"/>
                  </a:lnTo>
                  <a:lnTo>
                    <a:pt x="1071277" y="117348"/>
                  </a:lnTo>
                  <a:lnTo>
                    <a:pt x="1033905" y="93811"/>
                  </a:lnTo>
                  <a:lnTo>
                    <a:pt x="994966" y="72660"/>
                  </a:lnTo>
                  <a:lnTo>
                    <a:pt x="954562" y="53997"/>
                  </a:lnTo>
                  <a:lnTo>
                    <a:pt x="912795" y="37924"/>
                  </a:lnTo>
                  <a:lnTo>
                    <a:pt x="869769" y="24544"/>
                  </a:lnTo>
                  <a:lnTo>
                    <a:pt x="825585" y="13959"/>
                  </a:lnTo>
                  <a:lnTo>
                    <a:pt x="780345" y="6272"/>
                  </a:lnTo>
                  <a:lnTo>
                    <a:pt x="734153" y="1585"/>
                  </a:lnTo>
                  <a:lnTo>
                    <a:pt x="687109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764002" y="3104487"/>
              <a:ext cx="1242060" cy="1242060"/>
            </a:xfrm>
            <a:custGeom>
              <a:avLst/>
              <a:gdLst/>
              <a:ahLst/>
              <a:cxnLst/>
              <a:rect l="l" t="t" r="r" b="b"/>
              <a:pathLst>
                <a:path w="1242060" h="1242060">
                  <a:moveTo>
                    <a:pt x="620808" y="0"/>
                  </a:moveTo>
                  <a:lnTo>
                    <a:pt x="572362" y="1871"/>
                  </a:lnTo>
                  <a:lnTo>
                    <a:pt x="524923" y="7392"/>
                  </a:lnTo>
                  <a:lnTo>
                    <a:pt x="478632" y="16424"/>
                  </a:lnTo>
                  <a:lnTo>
                    <a:pt x="433626" y="28828"/>
                  </a:lnTo>
                  <a:lnTo>
                    <a:pt x="390045" y="44465"/>
                  </a:lnTo>
                  <a:lnTo>
                    <a:pt x="348027" y="63195"/>
                  </a:lnTo>
                  <a:lnTo>
                    <a:pt x="307713" y="84880"/>
                  </a:lnTo>
                  <a:lnTo>
                    <a:pt x="269241" y="109380"/>
                  </a:lnTo>
                  <a:lnTo>
                    <a:pt x="232750" y="136557"/>
                  </a:lnTo>
                  <a:lnTo>
                    <a:pt x="198379" y="166271"/>
                  </a:lnTo>
                  <a:lnTo>
                    <a:pt x="166267" y="198383"/>
                  </a:lnTo>
                  <a:lnTo>
                    <a:pt x="136554" y="232754"/>
                  </a:lnTo>
                  <a:lnTo>
                    <a:pt x="109377" y="269246"/>
                  </a:lnTo>
                  <a:lnTo>
                    <a:pt x="84878" y="307718"/>
                  </a:lnTo>
                  <a:lnTo>
                    <a:pt x="63193" y="348032"/>
                  </a:lnTo>
                  <a:lnTo>
                    <a:pt x="44464" y="390049"/>
                  </a:lnTo>
                  <a:lnTo>
                    <a:pt x="28827" y="433630"/>
                  </a:lnTo>
                  <a:lnTo>
                    <a:pt x="16424" y="478635"/>
                  </a:lnTo>
                  <a:lnTo>
                    <a:pt x="7392" y="524926"/>
                  </a:lnTo>
                  <a:lnTo>
                    <a:pt x="1871" y="572363"/>
                  </a:lnTo>
                  <a:lnTo>
                    <a:pt x="0" y="620808"/>
                  </a:lnTo>
                  <a:lnTo>
                    <a:pt x="1871" y="669254"/>
                  </a:lnTo>
                  <a:lnTo>
                    <a:pt x="7392" y="716692"/>
                  </a:lnTo>
                  <a:lnTo>
                    <a:pt x="16424" y="762984"/>
                  </a:lnTo>
                  <a:lnTo>
                    <a:pt x="28827" y="807990"/>
                  </a:lnTo>
                  <a:lnTo>
                    <a:pt x="44464" y="851571"/>
                  </a:lnTo>
                  <a:lnTo>
                    <a:pt x="63193" y="893588"/>
                  </a:lnTo>
                  <a:lnTo>
                    <a:pt x="84878" y="933902"/>
                  </a:lnTo>
                  <a:lnTo>
                    <a:pt x="109377" y="972375"/>
                  </a:lnTo>
                  <a:lnTo>
                    <a:pt x="136554" y="1008866"/>
                  </a:lnTo>
                  <a:lnTo>
                    <a:pt x="166267" y="1043237"/>
                  </a:lnTo>
                  <a:lnTo>
                    <a:pt x="198379" y="1075349"/>
                  </a:lnTo>
                  <a:lnTo>
                    <a:pt x="232750" y="1105062"/>
                  </a:lnTo>
                  <a:lnTo>
                    <a:pt x="269241" y="1132238"/>
                  </a:lnTo>
                  <a:lnTo>
                    <a:pt x="307713" y="1156738"/>
                  </a:lnTo>
                  <a:lnTo>
                    <a:pt x="348027" y="1178422"/>
                  </a:lnTo>
                  <a:lnTo>
                    <a:pt x="390045" y="1197152"/>
                  </a:lnTo>
                  <a:lnTo>
                    <a:pt x="433626" y="1212788"/>
                  </a:lnTo>
                  <a:lnTo>
                    <a:pt x="478632" y="1225192"/>
                  </a:lnTo>
                  <a:lnTo>
                    <a:pt x="524923" y="1234224"/>
                  </a:lnTo>
                  <a:lnTo>
                    <a:pt x="572362" y="1239745"/>
                  </a:lnTo>
                  <a:lnTo>
                    <a:pt x="620808" y="1241616"/>
                  </a:lnTo>
                  <a:lnTo>
                    <a:pt x="669253" y="1239745"/>
                  </a:lnTo>
                  <a:lnTo>
                    <a:pt x="716690" y="1234224"/>
                  </a:lnTo>
                  <a:lnTo>
                    <a:pt x="762981" y="1225192"/>
                  </a:lnTo>
                  <a:lnTo>
                    <a:pt x="807986" y="1212788"/>
                  </a:lnTo>
                  <a:lnTo>
                    <a:pt x="851567" y="1197152"/>
                  </a:lnTo>
                  <a:lnTo>
                    <a:pt x="893584" y="1178422"/>
                  </a:lnTo>
                  <a:lnTo>
                    <a:pt x="933898" y="1156738"/>
                  </a:lnTo>
                  <a:lnTo>
                    <a:pt x="972370" y="1132238"/>
                  </a:lnTo>
                  <a:lnTo>
                    <a:pt x="1008861" y="1105062"/>
                  </a:lnTo>
                  <a:lnTo>
                    <a:pt x="1043233" y="1075349"/>
                  </a:lnTo>
                  <a:lnTo>
                    <a:pt x="1075345" y="1043237"/>
                  </a:lnTo>
                  <a:lnTo>
                    <a:pt x="1105059" y="1008866"/>
                  </a:lnTo>
                  <a:lnTo>
                    <a:pt x="1132235" y="972375"/>
                  </a:lnTo>
                  <a:lnTo>
                    <a:pt x="1156736" y="933902"/>
                  </a:lnTo>
                  <a:lnTo>
                    <a:pt x="1178420" y="893588"/>
                  </a:lnTo>
                  <a:lnTo>
                    <a:pt x="1197151" y="851571"/>
                  </a:lnTo>
                  <a:lnTo>
                    <a:pt x="1212787" y="807990"/>
                  </a:lnTo>
                  <a:lnTo>
                    <a:pt x="1225191" y="762984"/>
                  </a:lnTo>
                  <a:lnTo>
                    <a:pt x="1234224" y="716692"/>
                  </a:lnTo>
                  <a:lnTo>
                    <a:pt x="1239745" y="669254"/>
                  </a:lnTo>
                  <a:lnTo>
                    <a:pt x="1241616" y="620808"/>
                  </a:lnTo>
                  <a:lnTo>
                    <a:pt x="1239745" y="572363"/>
                  </a:lnTo>
                  <a:lnTo>
                    <a:pt x="1234224" y="524926"/>
                  </a:lnTo>
                  <a:lnTo>
                    <a:pt x="1225191" y="478635"/>
                  </a:lnTo>
                  <a:lnTo>
                    <a:pt x="1212787" y="433630"/>
                  </a:lnTo>
                  <a:lnTo>
                    <a:pt x="1197151" y="390049"/>
                  </a:lnTo>
                  <a:lnTo>
                    <a:pt x="1178420" y="348032"/>
                  </a:lnTo>
                  <a:lnTo>
                    <a:pt x="1156736" y="307718"/>
                  </a:lnTo>
                  <a:lnTo>
                    <a:pt x="1132235" y="269246"/>
                  </a:lnTo>
                  <a:lnTo>
                    <a:pt x="1105059" y="232754"/>
                  </a:lnTo>
                  <a:lnTo>
                    <a:pt x="1075345" y="198383"/>
                  </a:lnTo>
                  <a:lnTo>
                    <a:pt x="1043233" y="166271"/>
                  </a:lnTo>
                  <a:lnTo>
                    <a:pt x="1008861" y="136557"/>
                  </a:lnTo>
                  <a:lnTo>
                    <a:pt x="972370" y="109380"/>
                  </a:lnTo>
                  <a:lnTo>
                    <a:pt x="933898" y="84880"/>
                  </a:lnTo>
                  <a:lnTo>
                    <a:pt x="893584" y="63195"/>
                  </a:lnTo>
                  <a:lnTo>
                    <a:pt x="851567" y="44465"/>
                  </a:lnTo>
                  <a:lnTo>
                    <a:pt x="807986" y="28828"/>
                  </a:lnTo>
                  <a:lnTo>
                    <a:pt x="762981" y="16424"/>
                  </a:lnTo>
                  <a:lnTo>
                    <a:pt x="716690" y="7392"/>
                  </a:lnTo>
                  <a:lnTo>
                    <a:pt x="669253" y="1871"/>
                  </a:lnTo>
                  <a:lnTo>
                    <a:pt x="620808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855121" y="3188620"/>
              <a:ext cx="1081405" cy="1081405"/>
            </a:xfrm>
            <a:custGeom>
              <a:avLst/>
              <a:gdLst/>
              <a:ahLst/>
              <a:cxnLst/>
              <a:rect l="l" t="t" r="r" b="b"/>
              <a:pathLst>
                <a:path w="1081404" h="1081404">
                  <a:moveTo>
                    <a:pt x="96443" y="528408"/>
                  </a:moveTo>
                  <a:lnTo>
                    <a:pt x="0" y="528408"/>
                  </a:lnTo>
                  <a:lnTo>
                    <a:pt x="0" y="552526"/>
                  </a:lnTo>
                  <a:lnTo>
                    <a:pt x="96443" y="552526"/>
                  </a:lnTo>
                  <a:lnTo>
                    <a:pt x="96443" y="528408"/>
                  </a:lnTo>
                  <a:close/>
                </a:path>
                <a:path w="1081404" h="1081404">
                  <a:moveTo>
                    <a:pt x="552538" y="984491"/>
                  </a:moveTo>
                  <a:lnTo>
                    <a:pt x="528421" y="984491"/>
                  </a:lnTo>
                  <a:lnTo>
                    <a:pt x="528421" y="1080935"/>
                  </a:lnTo>
                  <a:lnTo>
                    <a:pt x="552538" y="1080935"/>
                  </a:lnTo>
                  <a:lnTo>
                    <a:pt x="552538" y="984491"/>
                  </a:lnTo>
                  <a:close/>
                </a:path>
                <a:path w="1081404" h="1081404">
                  <a:moveTo>
                    <a:pt x="552538" y="0"/>
                  </a:moveTo>
                  <a:lnTo>
                    <a:pt x="528421" y="0"/>
                  </a:lnTo>
                  <a:lnTo>
                    <a:pt x="528421" y="96431"/>
                  </a:lnTo>
                  <a:lnTo>
                    <a:pt x="552538" y="96431"/>
                  </a:lnTo>
                  <a:lnTo>
                    <a:pt x="552538" y="0"/>
                  </a:lnTo>
                  <a:close/>
                </a:path>
                <a:path w="1081404" h="1081404">
                  <a:moveTo>
                    <a:pt x="895083" y="542480"/>
                  </a:moveTo>
                  <a:lnTo>
                    <a:pt x="553529" y="542480"/>
                  </a:lnTo>
                  <a:lnTo>
                    <a:pt x="553529" y="184848"/>
                  </a:lnTo>
                  <a:lnTo>
                    <a:pt x="529424" y="184848"/>
                  </a:lnTo>
                  <a:lnTo>
                    <a:pt x="529424" y="554532"/>
                  </a:lnTo>
                  <a:lnTo>
                    <a:pt x="533438" y="554532"/>
                  </a:lnTo>
                  <a:lnTo>
                    <a:pt x="533438" y="566585"/>
                  </a:lnTo>
                  <a:lnTo>
                    <a:pt x="895083" y="566585"/>
                  </a:lnTo>
                  <a:lnTo>
                    <a:pt x="895083" y="542480"/>
                  </a:lnTo>
                  <a:close/>
                </a:path>
                <a:path w="1081404" h="1081404">
                  <a:moveTo>
                    <a:pt x="1080947" y="528408"/>
                  </a:moveTo>
                  <a:lnTo>
                    <a:pt x="984504" y="528408"/>
                  </a:lnTo>
                  <a:lnTo>
                    <a:pt x="984504" y="552526"/>
                  </a:lnTo>
                  <a:lnTo>
                    <a:pt x="1080947" y="552526"/>
                  </a:lnTo>
                  <a:lnTo>
                    <a:pt x="1080947" y="528408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2158" y="3690656"/>
              <a:ext cx="104981" cy="104981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6908775" y="4131645"/>
            <a:ext cx="9625965" cy="6135370"/>
            <a:chOff x="6908775" y="4131645"/>
            <a:chExt cx="9625965" cy="6135370"/>
          </a:xfrm>
        </p:grpSpPr>
        <p:sp>
          <p:nvSpPr>
            <p:cNvPr id="23" name="object 23" descr=""/>
            <p:cNvSpPr/>
            <p:nvPr/>
          </p:nvSpPr>
          <p:spPr>
            <a:xfrm>
              <a:off x="6908775" y="8608680"/>
              <a:ext cx="9625965" cy="1657985"/>
            </a:xfrm>
            <a:custGeom>
              <a:avLst/>
              <a:gdLst/>
              <a:ahLst/>
              <a:cxnLst/>
              <a:rect l="l" t="t" r="r" b="b"/>
              <a:pathLst>
                <a:path w="9625965" h="1657984">
                  <a:moveTo>
                    <a:pt x="5724746" y="0"/>
                  </a:moveTo>
                  <a:lnTo>
                    <a:pt x="5659210" y="535"/>
                  </a:lnTo>
                  <a:lnTo>
                    <a:pt x="5595473" y="2465"/>
                  </a:lnTo>
                  <a:lnTo>
                    <a:pt x="5533694" y="5756"/>
                  </a:lnTo>
                  <a:lnTo>
                    <a:pt x="5474030" y="10373"/>
                  </a:lnTo>
                  <a:lnTo>
                    <a:pt x="5416640" y="16284"/>
                  </a:lnTo>
                  <a:lnTo>
                    <a:pt x="5361684" y="23455"/>
                  </a:lnTo>
                  <a:lnTo>
                    <a:pt x="5309319" y="31851"/>
                  </a:lnTo>
                  <a:lnTo>
                    <a:pt x="5259705" y="41441"/>
                  </a:lnTo>
                  <a:lnTo>
                    <a:pt x="5212999" y="52190"/>
                  </a:lnTo>
                  <a:lnTo>
                    <a:pt x="5169360" y="64065"/>
                  </a:lnTo>
                  <a:lnTo>
                    <a:pt x="5128948" y="77033"/>
                  </a:lnTo>
                  <a:lnTo>
                    <a:pt x="5091920" y="91059"/>
                  </a:lnTo>
                  <a:lnTo>
                    <a:pt x="5028652" y="122153"/>
                  </a:lnTo>
                  <a:lnTo>
                    <a:pt x="4980825" y="157080"/>
                  </a:lnTo>
                  <a:lnTo>
                    <a:pt x="4949709" y="195571"/>
                  </a:lnTo>
                  <a:lnTo>
                    <a:pt x="4936572" y="237359"/>
                  </a:lnTo>
                  <a:lnTo>
                    <a:pt x="4935933" y="244951"/>
                  </a:lnTo>
                  <a:lnTo>
                    <a:pt x="4936488" y="252542"/>
                  </a:lnTo>
                  <a:lnTo>
                    <a:pt x="4937598" y="260155"/>
                  </a:lnTo>
                  <a:lnTo>
                    <a:pt x="4833764" y="257741"/>
                  </a:lnTo>
                  <a:lnTo>
                    <a:pt x="4729050" y="255911"/>
                  </a:lnTo>
                  <a:lnTo>
                    <a:pt x="4623493" y="254678"/>
                  </a:lnTo>
                  <a:lnTo>
                    <a:pt x="4517128" y="254055"/>
                  </a:lnTo>
                  <a:lnTo>
                    <a:pt x="4392322" y="254114"/>
                  </a:lnTo>
                  <a:lnTo>
                    <a:pt x="4321331" y="254524"/>
                  </a:lnTo>
                  <a:lnTo>
                    <a:pt x="4250693" y="255205"/>
                  </a:lnTo>
                  <a:lnTo>
                    <a:pt x="4180421" y="256153"/>
                  </a:lnTo>
                  <a:lnTo>
                    <a:pt x="4110529" y="257367"/>
                  </a:lnTo>
                  <a:lnTo>
                    <a:pt x="4041029" y="258843"/>
                  </a:lnTo>
                  <a:lnTo>
                    <a:pt x="3971934" y="260579"/>
                  </a:lnTo>
                  <a:lnTo>
                    <a:pt x="3903258" y="262573"/>
                  </a:lnTo>
                  <a:lnTo>
                    <a:pt x="3835013" y="264822"/>
                  </a:lnTo>
                  <a:lnTo>
                    <a:pt x="3767212" y="267324"/>
                  </a:lnTo>
                  <a:lnTo>
                    <a:pt x="3699868" y="270075"/>
                  </a:lnTo>
                  <a:lnTo>
                    <a:pt x="3632994" y="273074"/>
                  </a:lnTo>
                  <a:lnTo>
                    <a:pt x="3566604" y="276317"/>
                  </a:lnTo>
                  <a:lnTo>
                    <a:pt x="3500709" y="279803"/>
                  </a:lnTo>
                  <a:lnTo>
                    <a:pt x="3435324" y="283529"/>
                  </a:lnTo>
                  <a:lnTo>
                    <a:pt x="3370460" y="287492"/>
                  </a:lnTo>
                  <a:lnTo>
                    <a:pt x="3306132" y="291689"/>
                  </a:lnTo>
                  <a:lnTo>
                    <a:pt x="3242352" y="296118"/>
                  </a:lnTo>
                  <a:lnTo>
                    <a:pt x="3179132" y="300777"/>
                  </a:lnTo>
                  <a:lnTo>
                    <a:pt x="3116486" y="305663"/>
                  </a:lnTo>
                  <a:lnTo>
                    <a:pt x="3054428" y="310773"/>
                  </a:lnTo>
                  <a:lnTo>
                    <a:pt x="2992969" y="316106"/>
                  </a:lnTo>
                  <a:lnTo>
                    <a:pt x="2932123" y="321657"/>
                  </a:lnTo>
                  <a:lnTo>
                    <a:pt x="2871902" y="327425"/>
                  </a:lnTo>
                  <a:lnTo>
                    <a:pt x="2812321" y="333408"/>
                  </a:lnTo>
                  <a:lnTo>
                    <a:pt x="2753391" y="339602"/>
                  </a:lnTo>
                  <a:lnTo>
                    <a:pt x="2695126" y="346005"/>
                  </a:lnTo>
                  <a:lnTo>
                    <a:pt x="2637538" y="352615"/>
                  </a:lnTo>
                  <a:lnTo>
                    <a:pt x="2580641" y="359429"/>
                  </a:lnTo>
                  <a:lnTo>
                    <a:pt x="2524448" y="366444"/>
                  </a:lnTo>
                  <a:lnTo>
                    <a:pt x="2468971" y="373658"/>
                  </a:lnTo>
                  <a:lnTo>
                    <a:pt x="2414224" y="381068"/>
                  </a:lnTo>
                  <a:lnTo>
                    <a:pt x="2360219" y="388673"/>
                  </a:lnTo>
                  <a:lnTo>
                    <a:pt x="2306970" y="396468"/>
                  </a:lnTo>
                  <a:lnTo>
                    <a:pt x="2254489" y="404452"/>
                  </a:lnTo>
                  <a:lnTo>
                    <a:pt x="2202790" y="412622"/>
                  </a:lnTo>
                  <a:lnTo>
                    <a:pt x="2151885" y="420976"/>
                  </a:lnTo>
                  <a:lnTo>
                    <a:pt x="2101787" y="429511"/>
                  </a:lnTo>
                  <a:lnTo>
                    <a:pt x="2052510" y="438225"/>
                  </a:lnTo>
                  <a:lnTo>
                    <a:pt x="2004066" y="447114"/>
                  </a:lnTo>
                  <a:lnTo>
                    <a:pt x="1956468" y="456177"/>
                  </a:lnTo>
                  <a:lnTo>
                    <a:pt x="1909729" y="465410"/>
                  </a:lnTo>
                  <a:lnTo>
                    <a:pt x="1863863" y="474812"/>
                  </a:lnTo>
                  <a:lnTo>
                    <a:pt x="1818881" y="484380"/>
                  </a:lnTo>
                  <a:lnTo>
                    <a:pt x="1774798" y="494110"/>
                  </a:lnTo>
                  <a:lnTo>
                    <a:pt x="1731626" y="504002"/>
                  </a:lnTo>
                  <a:lnTo>
                    <a:pt x="1689378" y="514051"/>
                  </a:lnTo>
                  <a:lnTo>
                    <a:pt x="1648067" y="524256"/>
                  </a:lnTo>
                  <a:lnTo>
                    <a:pt x="1607706" y="534614"/>
                  </a:lnTo>
                  <a:lnTo>
                    <a:pt x="1568308" y="545122"/>
                  </a:lnTo>
                  <a:lnTo>
                    <a:pt x="1529886" y="555778"/>
                  </a:lnTo>
                  <a:lnTo>
                    <a:pt x="1492453" y="566580"/>
                  </a:lnTo>
                  <a:lnTo>
                    <a:pt x="1420606" y="588608"/>
                  </a:lnTo>
                  <a:lnTo>
                    <a:pt x="1352869" y="611188"/>
                  </a:lnTo>
                  <a:lnTo>
                    <a:pt x="1289348" y="634297"/>
                  </a:lnTo>
                  <a:lnTo>
                    <a:pt x="1230146" y="657917"/>
                  </a:lnTo>
                  <a:lnTo>
                    <a:pt x="1175366" y="682025"/>
                  </a:lnTo>
                  <a:lnTo>
                    <a:pt x="1125112" y="706603"/>
                  </a:lnTo>
                  <a:lnTo>
                    <a:pt x="1079489" y="731629"/>
                  </a:lnTo>
                  <a:lnTo>
                    <a:pt x="1038599" y="757084"/>
                  </a:lnTo>
                  <a:lnTo>
                    <a:pt x="1002547" y="782946"/>
                  </a:lnTo>
                  <a:lnTo>
                    <a:pt x="971436" y="809195"/>
                  </a:lnTo>
                  <a:lnTo>
                    <a:pt x="895738" y="815051"/>
                  </a:lnTo>
                  <a:lnTo>
                    <a:pt x="822081" y="821875"/>
                  </a:lnTo>
                  <a:lnTo>
                    <a:pt x="750611" y="829635"/>
                  </a:lnTo>
                  <a:lnTo>
                    <a:pt x="681471" y="838297"/>
                  </a:lnTo>
                  <a:lnTo>
                    <a:pt x="614807" y="847828"/>
                  </a:lnTo>
                  <a:lnTo>
                    <a:pt x="550761" y="858196"/>
                  </a:lnTo>
                  <a:lnTo>
                    <a:pt x="489479" y="869366"/>
                  </a:lnTo>
                  <a:lnTo>
                    <a:pt x="431105" y="881307"/>
                  </a:lnTo>
                  <a:lnTo>
                    <a:pt x="375783" y="893983"/>
                  </a:lnTo>
                  <a:lnTo>
                    <a:pt x="323657" y="907364"/>
                  </a:lnTo>
                  <a:lnTo>
                    <a:pt x="274872" y="921415"/>
                  </a:lnTo>
                  <a:lnTo>
                    <a:pt x="229572" y="936102"/>
                  </a:lnTo>
                  <a:lnTo>
                    <a:pt x="187902" y="951394"/>
                  </a:lnTo>
                  <a:lnTo>
                    <a:pt x="150005" y="967257"/>
                  </a:lnTo>
                  <a:lnTo>
                    <a:pt x="86109" y="1000563"/>
                  </a:lnTo>
                  <a:lnTo>
                    <a:pt x="39040" y="1035755"/>
                  </a:lnTo>
                  <a:lnTo>
                    <a:pt x="9952" y="1072568"/>
                  </a:lnTo>
                  <a:lnTo>
                    <a:pt x="0" y="1110736"/>
                  </a:lnTo>
                  <a:lnTo>
                    <a:pt x="1900" y="1127471"/>
                  </a:lnTo>
                  <a:lnTo>
                    <a:pt x="29644" y="1176224"/>
                  </a:lnTo>
                  <a:lnTo>
                    <a:pt x="65562" y="1207299"/>
                  </a:lnTo>
                  <a:lnTo>
                    <a:pt x="114534" y="1237029"/>
                  </a:lnTo>
                  <a:lnTo>
                    <a:pt x="175802" y="1265240"/>
                  </a:lnTo>
                  <a:lnTo>
                    <a:pt x="248608" y="1291757"/>
                  </a:lnTo>
                  <a:lnTo>
                    <a:pt x="289100" y="1304326"/>
                  </a:lnTo>
                  <a:lnTo>
                    <a:pt x="332194" y="1316406"/>
                  </a:lnTo>
                  <a:lnTo>
                    <a:pt x="377792" y="1327975"/>
                  </a:lnTo>
                  <a:lnTo>
                    <a:pt x="425802" y="1339012"/>
                  </a:lnTo>
                  <a:lnTo>
                    <a:pt x="476128" y="1349495"/>
                  </a:lnTo>
                  <a:lnTo>
                    <a:pt x="528675" y="1359402"/>
                  </a:lnTo>
                  <a:lnTo>
                    <a:pt x="583348" y="1368711"/>
                  </a:lnTo>
                  <a:lnTo>
                    <a:pt x="640054" y="1377401"/>
                  </a:lnTo>
                  <a:lnTo>
                    <a:pt x="698696" y="1385450"/>
                  </a:lnTo>
                  <a:lnTo>
                    <a:pt x="759182" y="1392835"/>
                  </a:lnTo>
                  <a:lnTo>
                    <a:pt x="821414" y="1399535"/>
                  </a:lnTo>
                  <a:lnTo>
                    <a:pt x="885300" y="1405529"/>
                  </a:lnTo>
                  <a:lnTo>
                    <a:pt x="950744" y="1410794"/>
                  </a:lnTo>
                  <a:lnTo>
                    <a:pt x="1017652" y="1415309"/>
                  </a:lnTo>
                  <a:lnTo>
                    <a:pt x="1085928" y="1419052"/>
                  </a:lnTo>
                  <a:lnTo>
                    <a:pt x="1155479" y="1422001"/>
                  </a:lnTo>
                  <a:lnTo>
                    <a:pt x="1226208" y="1424135"/>
                  </a:lnTo>
                  <a:lnTo>
                    <a:pt x="1298023" y="1425431"/>
                  </a:lnTo>
                  <a:lnTo>
                    <a:pt x="1370827" y="1425868"/>
                  </a:lnTo>
                  <a:lnTo>
                    <a:pt x="1420617" y="1425663"/>
                  </a:lnTo>
                  <a:lnTo>
                    <a:pt x="1469959" y="1425053"/>
                  </a:lnTo>
                  <a:lnTo>
                    <a:pt x="1518823" y="1424046"/>
                  </a:lnTo>
                  <a:lnTo>
                    <a:pt x="1567180" y="1422649"/>
                  </a:lnTo>
                  <a:lnTo>
                    <a:pt x="1614999" y="1420870"/>
                  </a:lnTo>
                  <a:lnTo>
                    <a:pt x="1662252" y="1418716"/>
                  </a:lnTo>
                  <a:lnTo>
                    <a:pt x="1708909" y="1416195"/>
                  </a:lnTo>
                  <a:lnTo>
                    <a:pt x="1754941" y="1413313"/>
                  </a:lnTo>
                  <a:lnTo>
                    <a:pt x="1791644" y="1421577"/>
                  </a:lnTo>
                  <a:lnTo>
                    <a:pt x="1828988" y="1429726"/>
                  </a:lnTo>
                  <a:lnTo>
                    <a:pt x="1866967" y="1437759"/>
                  </a:lnTo>
                  <a:lnTo>
                    <a:pt x="1905573" y="1445674"/>
                  </a:lnTo>
                  <a:lnTo>
                    <a:pt x="1944797" y="1453471"/>
                  </a:lnTo>
                  <a:lnTo>
                    <a:pt x="1984632" y="1461147"/>
                  </a:lnTo>
                  <a:lnTo>
                    <a:pt x="2025070" y="1468701"/>
                  </a:lnTo>
                  <a:lnTo>
                    <a:pt x="2066104" y="1476131"/>
                  </a:lnTo>
                  <a:lnTo>
                    <a:pt x="2107725" y="1483436"/>
                  </a:lnTo>
                  <a:lnTo>
                    <a:pt x="2149927" y="1490614"/>
                  </a:lnTo>
                  <a:lnTo>
                    <a:pt x="2192701" y="1497664"/>
                  </a:lnTo>
                  <a:lnTo>
                    <a:pt x="2236039" y="1504585"/>
                  </a:lnTo>
                  <a:lnTo>
                    <a:pt x="2279934" y="1511374"/>
                  </a:lnTo>
                  <a:lnTo>
                    <a:pt x="2324379" y="1518030"/>
                  </a:lnTo>
                  <a:lnTo>
                    <a:pt x="2369365" y="1524553"/>
                  </a:lnTo>
                  <a:lnTo>
                    <a:pt x="2460929" y="1537188"/>
                  </a:lnTo>
                  <a:lnTo>
                    <a:pt x="2554567" y="1549268"/>
                  </a:lnTo>
                  <a:lnTo>
                    <a:pt x="2650215" y="1560781"/>
                  </a:lnTo>
                  <a:lnTo>
                    <a:pt x="2747812" y="1571713"/>
                  </a:lnTo>
                  <a:lnTo>
                    <a:pt x="2847296" y="1582054"/>
                  </a:lnTo>
                  <a:lnTo>
                    <a:pt x="2948606" y="1591791"/>
                  </a:lnTo>
                  <a:lnTo>
                    <a:pt x="3051679" y="1600911"/>
                  </a:lnTo>
                  <a:lnTo>
                    <a:pt x="3156454" y="1609403"/>
                  </a:lnTo>
                  <a:lnTo>
                    <a:pt x="3262868" y="1617254"/>
                  </a:lnTo>
                  <a:lnTo>
                    <a:pt x="3370860" y="1624452"/>
                  </a:lnTo>
                  <a:lnTo>
                    <a:pt x="3480368" y="1630985"/>
                  </a:lnTo>
                  <a:lnTo>
                    <a:pt x="3591331" y="1636841"/>
                  </a:lnTo>
                  <a:lnTo>
                    <a:pt x="3703685" y="1642008"/>
                  </a:lnTo>
                  <a:lnTo>
                    <a:pt x="3817370" y="1646473"/>
                  </a:lnTo>
                  <a:lnTo>
                    <a:pt x="3932324" y="1650224"/>
                  </a:lnTo>
                  <a:lnTo>
                    <a:pt x="4048484" y="1653249"/>
                  </a:lnTo>
                  <a:lnTo>
                    <a:pt x="4165789" y="1655536"/>
                  </a:lnTo>
                  <a:lnTo>
                    <a:pt x="4284177" y="1657073"/>
                  </a:lnTo>
                  <a:lnTo>
                    <a:pt x="4403586" y="1657847"/>
                  </a:lnTo>
                  <a:lnTo>
                    <a:pt x="4463654" y="1657944"/>
                  </a:lnTo>
                  <a:lnTo>
                    <a:pt x="4529652" y="1657827"/>
                  </a:lnTo>
                  <a:lnTo>
                    <a:pt x="4595359" y="1657476"/>
                  </a:lnTo>
                  <a:lnTo>
                    <a:pt x="4660765" y="1656893"/>
                  </a:lnTo>
                  <a:lnTo>
                    <a:pt x="4725860" y="1656080"/>
                  </a:lnTo>
                  <a:lnTo>
                    <a:pt x="4790635" y="1655040"/>
                  </a:lnTo>
                  <a:lnTo>
                    <a:pt x="4855077" y="1653774"/>
                  </a:lnTo>
                  <a:lnTo>
                    <a:pt x="4919178" y="1652285"/>
                  </a:lnTo>
                  <a:lnTo>
                    <a:pt x="4982927" y="1650574"/>
                  </a:lnTo>
                  <a:lnTo>
                    <a:pt x="5046313" y="1648643"/>
                  </a:lnTo>
                  <a:lnTo>
                    <a:pt x="5109327" y="1646495"/>
                  </a:lnTo>
                  <a:lnTo>
                    <a:pt x="5171958" y="1644132"/>
                  </a:lnTo>
                  <a:lnTo>
                    <a:pt x="5234195" y="1641555"/>
                  </a:lnTo>
                  <a:lnTo>
                    <a:pt x="5296030" y="1638766"/>
                  </a:lnTo>
                  <a:lnTo>
                    <a:pt x="5357450" y="1635768"/>
                  </a:lnTo>
                  <a:lnTo>
                    <a:pt x="5418447" y="1632563"/>
                  </a:lnTo>
                  <a:lnTo>
                    <a:pt x="5479010" y="1629152"/>
                  </a:lnTo>
                  <a:lnTo>
                    <a:pt x="5539128" y="1625538"/>
                  </a:lnTo>
                  <a:lnTo>
                    <a:pt x="5598791" y="1621722"/>
                  </a:lnTo>
                  <a:lnTo>
                    <a:pt x="5657990" y="1617707"/>
                  </a:lnTo>
                  <a:lnTo>
                    <a:pt x="5716713" y="1613495"/>
                  </a:lnTo>
                  <a:lnTo>
                    <a:pt x="5774951" y="1609087"/>
                  </a:lnTo>
                  <a:lnTo>
                    <a:pt x="5832693" y="1604486"/>
                  </a:lnTo>
                  <a:lnTo>
                    <a:pt x="5889928" y="1599694"/>
                  </a:lnTo>
                  <a:lnTo>
                    <a:pt x="5946648" y="1594713"/>
                  </a:lnTo>
                  <a:lnTo>
                    <a:pt x="6002841" y="1589544"/>
                  </a:lnTo>
                  <a:lnTo>
                    <a:pt x="6058497" y="1584190"/>
                  </a:lnTo>
                  <a:lnTo>
                    <a:pt x="6113606" y="1578653"/>
                  </a:lnTo>
                  <a:lnTo>
                    <a:pt x="6168157" y="1572935"/>
                  </a:lnTo>
                  <a:lnTo>
                    <a:pt x="6222141" y="1567038"/>
                  </a:lnTo>
                  <a:lnTo>
                    <a:pt x="6275547" y="1560963"/>
                  </a:lnTo>
                  <a:lnTo>
                    <a:pt x="6328365" y="1554713"/>
                  </a:lnTo>
                  <a:lnTo>
                    <a:pt x="6380584" y="1548291"/>
                  </a:lnTo>
                  <a:lnTo>
                    <a:pt x="6432195" y="1541697"/>
                  </a:lnTo>
                  <a:lnTo>
                    <a:pt x="6483186" y="1534934"/>
                  </a:lnTo>
                  <a:lnTo>
                    <a:pt x="6533549" y="1528004"/>
                  </a:lnTo>
                  <a:lnTo>
                    <a:pt x="6583271" y="1520910"/>
                  </a:lnTo>
                  <a:lnTo>
                    <a:pt x="6632344" y="1513652"/>
                  </a:lnTo>
                  <a:lnTo>
                    <a:pt x="6680757" y="1506233"/>
                  </a:lnTo>
                  <a:lnTo>
                    <a:pt x="6728500" y="1498655"/>
                  </a:lnTo>
                  <a:lnTo>
                    <a:pt x="6775562" y="1490921"/>
                  </a:lnTo>
                  <a:lnTo>
                    <a:pt x="6821933" y="1483031"/>
                  </a:lnTo>
                  <a:lnTo>
                    <a:pt x="6867604" y="1474989"/>
                  </a:lnTo>
                  <a:lnTo>
                    <a:pt x="6912562" y="1466795"/>
                  </a:lnTo>
                  <a:lnTo>
                    <a:pt x="6956799" y="1458453"/>
                  </a:lnTo>
                  <a:lnTo>
                    <a:pt x="7000305" y="1449964"/>
                  </a:lnTo>
                  <a:lnTo>
                    <a:pt x="7043068" y="1441330"/>
                  </a:lnTo>
                  <a:lnTo>
                    <a:pt x="7085078" y="1432554"/>
                  </a:lnTo>
                  <a:lnTo>
                    <a:pt x="7126326" y="1423636"/>
                  </a:lnTo>
                  <a:lnTo>
                    <a:pt x="7166801" y="1414580"/>
                  </a:lnTo>
                  <a:lnTo>
                    <a:pt x="7206492" y="1405388"/>
                  </a:lnTo>
                  <a:lnTo>
                    <a:pt x="7245390" y="1396060"/>
                  </a:lnTo>
                  <a:lnTo>
                    <a:pt x="7283485" y="1386600"/>
                  </a:lnTo>
                  <a:lnTo>
                    <a:pt x="7320765" y="1377009"/>
                  </a:lnTo>
                  <a:lnTo>
                    <a:pt x="7392842" y="1357444"/>
                  </a:lnTo>
                  <a:lnTo>
                    <a:pt x="7461540" y="1337380"/>
                  </a:lnTo>
                  <a:lnTo>
                    <a:pt x="7526777" y="1316833"/>
                  </a:lnTo>
                  <a:lnTo>
                    <a:pt x="7588469" y="1295821"/>
                  </a:lnTo>
                  <a:lnTo>
                    <a:pt x="7646536" y="1274359"/>
                  </a:lnTo>
                  <a:lnTo>
                    <a:pt x="7674185" y="1263464"/>
                  </a:lnTo>
                  <a:lnTo>
                    <a:pt x="7722777" y="1268433"/>
                  </a:lnTo>
                  <a:lnTo>
                    <a:pt x="7772339" y="1272977"/>
                  </a:lnTo>
                  <a:lnTo>
                    <a:pt x="7822827" y="1277086"/>
                  </a:lnTo>
                  <a:lnTo>
                    <a:pt x="7874198" y="1280750"/>
                  </a:lnTo>
                  <a:lnTo>
                    <a:pt x="7926409" y="1283959"/>
                  </a:lnTo>
                  <a:lnTo>
                    <a:pt x="7979417" y="1286702"/>
                  </a:lnTo>
                  <a:lnTo>
                    <a:pt x="8033178" y="1288969"/>
                  </a:lnTo>
                  <a:lnTo>
                    <a:pt x="8087649" y="1290751"/>
                  </a:lnTo>
                  <a:lnTo>
                    <a:pt x="8142787" y="1292036"/>
                  </a:lnTo>
                  <a:lnTo>
                    <a:pt x="8198548" y="1292814"/>
                  </a:lnTo>
                  <a:lnTo>
                    <a:pt x="8254890" y="1293076"/>
                  </a:lnTo>
                  <a:lnTo>
                    <a:pt x="8327693" y="1292639"/>
                  </a:lnTo>
                  <a:lnTo>
                    <a:pt x="8399506" y="1291343"/>
                  </a:lnTo>
                  <a:lnTo>
                    <a:pt x="8470235" y="1289210"/>
                  </a:lnTo>
                  <a:lnTo>
                    <a:pt x="8539785" y="1286260"/>
                  </a:lnTo>
                  <a:lnTo>
                    <a:pt x="8608062" y="1282517"/>
                  </a:lnTo>
                  <a:lnTo>
                    <a:pt x="8674969" y="1278002"/>
                  </a:lnTo>
                  <a:lnTo>
                    <a:pt x="8740413" y="1272737"/>
                  </a:lnTo>
                  <a:lnTo>
                    <a:pt x="8804299" y="1266743"/>
                  </a:lnTo>
                  <a:lnTo>
                    <a:pt x="8866532" y="1260043"/>
                  </a:lnTo>
                  <a:lnTo>
                    <a:pt x="8927018" y="1252657"/>
                  </a:lnTo>
                  <a:lnTo>
                    <a:pt x="8985661" y="1244609"/>
                  </a:lnTo>
                  <a:lnTo>
                    <a:pt x="9042367" y="1235919"/>
                  </a:lnTo>
                  <a:lnTo>
                    <a:pt x="9097041" y="1226610"/>
                  </a:lnTo>
                  <a:lnTo>
                    <a:pt x="9149589" y="1216703"/>
                  </a:lnTo>
                  <a:lnTo>
                    <a:pt x="9199915" y="1206219"/>
                  </a:lnTo>
                  <a:lnTo>
                    <a:pt x="9247926" y="1195182"/>
                  </a:lnTo>
                  <a:lnTo>
                    <a:pt x="9293525" y="1183612"/>
                  </a:lnTo>
                  <a:lnTo>
                    <a:pt x="9336619" y="1171532"/>
                  </a:lnTo>
                  <a:lnTo>
                    <a:pt x="9377113" y="1158963"/>
                  </a:lnTo>
                  <a:lnTo>
                    <a:pt x="9414911" y="1145926"/>
                  </a:lnTo>
                  <a:lnTo>
                    <a:pt x="9482045" y="1118540"/>
                  </a:lnTo>
                  <a:lnTo>
                    <a:pt x="9537261" y="1089547"/>
                  </a:lnTo>
                  <a:lnTo>
                    <a:pt x="9579802" y="1059121"/>
                  </a:lnTo>
                  <a:lnTo>
                    <a:pt x="9608910" y="1027437"/>
                  </a:lnTo>
                  <a:lnTo>
                    <a:pt x="9625727" y="977934"/>
                  </a:lnTo>
                  <a:lnTo>
                    <a:pt x="9623827" y="961199"/>
                  </a:lnTo>
                  <a:lnTo>
                    <a:pt x="9596082" y="912446"/>
                  </a:lnTo>
                  <a:lnTo>
                    <a:pt x="9560163" y="881370"/>
                  </a:lnTo>
                  <a:lnTo>
                    <a:pt x="9511190" y="851640"/>
                  </a:lnTo>
                  <a:lnTo>
                    <a:pt x="9449920" y="823430"/>
                  </a:lnTo>
                  <a:lnTo>
                    <a:pt x="9377113" y="796913"/>
                  </a:lnTo>
                  <a:lnTo>
                    <a:pt x="9336619" y="784344"/>
                  </a:lnTo>
                  <a:lnTo>
                    <a:pt x="9293525" y="772264"/>
                  </a:lnTo>
                  <a:lnTo>
                    <a:pt x="9247926" y="760695"/>
                  </a:lnTo>
                  <a:lnTo>
                    <a:pt x="9199915" y="749657"/>
                  </a:lnTo>
                  <a:lnTo>
                    <a:pt x="9149589" y="739175"/>
                  </a:lnTo>
                  <a:lnTo>
                    <a:pt x="9097041" y="729268"/>
                  </a:lnTo>
                  <a:lnTo>
                    <a:pt x="9042367" y="719958"/>
                  </a:lnTo>
                  <a:lnTo>
                    <a:pt x="8985661" y="711269"/>
                  </a:lnTo>
                  <a:lnTo>
                    <a:pt x="8927018" y="703220"/>
                  </a:lnTo>
                  <a:lnTo>
                    <a:pt x="8866532" y="695835"/>
                  </a:lnTo>
                  <a:lnTo>
                    <a:pt x="8804299" y="689134"/>
                  </a:lnTo>
                  <a:lnTo>
                    <a:pt x="8740413" y="683141"/>
                  </a:lnTo>
                  <a:lnTo>
                    <a:pt x="8674969" y="677875"/>
                  </a:lnTo>
                  <a:lnTo>
                    <a:pt x="8608062" y="673360"/>
                  </a:lnTo>
                  <a:lnTo>
                    <a:pt x="8539785" y="669618"/>
                  </a:lnTo>
                  <a:lnTo>
                    <a:pt x="8470235" y="666668"/>
                  </a:lnTo>
                  <a:lnTo>
                    <a:pt x="8399506" y="664535"/>
                  </a:lnTo>
                  <a:lnTo>
                    <a:pt x="8327693" y="663239"/>
                  </a:lnTo>
                  <a:lnTo>
                    <a:pt x="8254890" y="662802"/>
                  </a:lnTo>
                  <a:lnTo>
                    <a:pt x="8202420" y="663029"/>
                  </a:lnTo>
                  <a:lnTo>
                    <a:pt x="8150451" y="663703"/>
                  </a:lnTo>
                  <a:lnTo>
                    <a:pt x="8099017" y="664818"/>
                  </a:lnTo>
                  <a:lnTo>
                    <a:pt x="8048152" y="666364"/>
                  </a:lnTo>
                  <a:lnTo>
                    <a:pt x="7997891" y="668335"/>
                  </a:lnTo>
                  <a:lnTo>
                    <a:pt x="7948269" y="670720"/>
                  </a:lnTo>
                  <a:lnTo>
                    <a:pt x="7899322" y="673513"/>
                  </a:lnTo>
                  <a:lnTo>
                    <a:pt x="7851084" y="676706"/>
                  </a:lnTo>
                  <a:lnTo>
                    <a:pt x="7803589" y="680290"/>
                  </a:lnTo>
                  <a:lnTo>
                    <a:pt x="7756873" y="684257"/>
                  </a:lnTo>
                  <a:lnTo>
                    <a:pt x="7722350" y="668639"/>
                  </a:lnTo>
                  <a:lnTo>
                    <a:pt x="7685971" y="653221"/>
                  </a:lnTo>
                  <a:lnTo>
                    <a:pt x="7647764" y="638008"/>
                  </a:lnTo>
                  <a:lnTo>
                    <a:pt x="7607757" y="623006"/>
                  </a:lnTo>
                  <a:lnTo>
                    <a:pt x="7565978" y="608221"/>
                  </a:lnTo>
                  <a:lnTo>
                    <a:pt x="7522454" y="593656"/>
                  </a:lnTo>
                  <a:lnTo>
                    <a:pt x="7477213" y="579319"/>
                  </a:lnTo>
                  <a:lnTo>
                    <a:pt x="7430284" y="565213"/>
                  </a:lnTo>
                  <a:lnTo>
                    <a:pt x="7381693" y="551346"/>
                  </a:lnTo>
                  <a:lnTo>
                    <a:pt x="7331469" y="537721"/>
                  </a:lnTo>
                  <a:lnTo>
                    <a:pt x="7279639" y="524344"/>
                  </a:lnTo>
                  <a:lnTo>
                    <a:pt x="7226231" y="511221"/>
                  </a:lnTo>
                  <a:lnTo>
                    <a:pt x="7171273" y="498357"/>
                  </a:lnTo>
                  <a:lnTo>
                    <a:pt x="7114793" y="485758"/>
                  </a:lnTo>
                  <a:lnTo>
                    <a:pt x="7056819" y="473428"/>
                  </a:lnTo>
                  <a:lnTo>
                    <a:pt x="6997378" y="461374"/>
                  </a:lnTo>
                  <a:lnTo>
                    <a:pt x="7003355" y="450284"/>
                  </a:lnTo>
                  <a:lnTo>
                    <a:pt x="7007971" y="438945"/>
                  </a:lnTo>
                  <a:lnTo>
                    <a:pt x="7011182" y="427362"/>
                  </a:lnTo>
                  <a:lnTo>
                    <a:pt x="7012948" y="415542"/>
                  </a:lnTo>
                  <a:lnTo>
                    <a:pt x="7012398" y="393840"/>
                  </a:lnTo>
                  <a:lnTo>
                    <a:pt x="6997285" y="350453"/>
                  </a:lnTo>
                  <a:lnTo>
                    <a:pt x="6964495" y="307493"/>
                  </a:lnTo>
                  <a:lnTo>
                    <a:pt x="6915232" y="265439"/>
                  </a:lnTo>
                  <a:lnTo>
                    <a:pt x="6850702" y="224772"/>
                  </a:lnTo>
                  <a:lnTo>
                    <a:pt x="6813088" y="205109"/>
                  </a:lnTo>
                  <a:lnTo>
                    <a:pt x="6772110" y="185973"/>
                  </a:lnTo>
                  <a:lnTo>
                    <a:pt x="6727916" y="167423"/>
                  </a:lnTo>
                  <a:lnTo>
                    <a:pt x="6680659" y="149521"/>
                  </a:lnTo>
                  <a:lnTo>
                    <a:pt x="6630489" y="132325"/>
                  </a:lnTo>
                  <a:lnTo>
                    <a:pt x="6577556" y="115897"/>
                  </a:lnTo>
                  <a:lnTo>
                    <a:pt x="6522012" y="100295"/>
                  </a:lnTo>
                  <a:lnTo>
                    <a:pt x="6464006" y="85581"/>
                  </a:lnTo>
                  <a:lnTo>
                    <a:pt x="6403689" y="71814"/>
                  </a:lnTo>
                  <a:lnTo>
                    <a:pt x="6341213" y="59054"/>
                  </a:lnTo>
                  <a:lnTo>
                    <a:pt x="6276727" y="47362"/>
                  </a:lnTo>
                  <a:lnTo>
                    <a:pt x="6210382" y="36797"/>
                  </a:lnTo>
                  <a:lnTo>
                    <a:pt x="6142329" y="27419"/>
                  </a:lnTo>
                  <a:lnTo>
                    <a:pt x="6072719" y="19289"/>
                  </a:lnTo>
                  <a:lnTo>
                    <a:pt x="6001702" y="12466"/>
                  </a:lnTo>
                  <a:lnTo>
                    <a:pt x="5930558" y="7091"/>
                  </a:lnTo>
                  <a:lnTo>
                    <a:pt x="5860578" y="3244"/>
                  </a:lnTo>
                  <a:lnTo>
                    <a:pt x="5791921" y="891"/>
                  </a:lnTo>
                  <a:lnTo>
                    <a:pt x="5724746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600455" y="6630152"/>
              <a:ext cx="255904" cy="2541270"/>
            </a:xfrm>
            <a:custGeom>
              <a:avLst/>
              <a:gdLst/>
              <a:ahLst/>
              <a:cxnLst/>
              <a:rect l="l" t="t" r="r" b="b"/>
              <a:pathLst>
                <a:path w="255904" h="2541270">
                  <a:moveTo>
                    <a:pt x="255897" y="0"/>
                  </a:moveTo>
                  <a:lnTo>
                    <a:pt x="0" y="0"/>
                  </a:lnTo>
                  <a:lnTo>
                    <a:pt x="59610" y="2540948"/>
                  </a:lnTo>
                  <a:lnTo>
                    <a:pt x="196308" y="2540948"/>
                  </a:lnTo>
                  <a:lnTo>
                    <a:pt x="255897" y="0"/>
                  </a:lnTo>
                  <a:close/>
                </a:path>
              </a:pathLst>
            </a:custGeom>
            <a:solidFill>
              <a:srgbClr val="B6CC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562630" y="6630152"/>
              <a:ext cx="255904" cy="2541270"/>
            </a:xfrm>
            <a:custGeom>
              <a:avLst/>
              <a:gdLst/>
              <a:ahLst/>
              <a:cxnLst/>
              <a:rect l="l" t="t" r="r" b="b"/>
              <a:pathLst>
                <a:path w="255904" h="2541270">
                  <a:moveTo>
                    <a:pt x="255897" y="0"/>
                  </a:moveTo>
                  <a:lnTo>
                    <a:pt x="0" y="0"/>
                  </a:lnTo>
                  <a:lnTo>
                    <a:pt x="59610" y="2540948"/>
                  </a:lnTo>
                  <a:lnTo>
                    <a:pt x="196308" y="2540948"/>
                  </a:lnTo>
                  <a:lnTo>
                    <a:pt x="255897" y="0"/>
                  </a:lnTo>
                  <a:close/>
                </a:path>
              </a:pathLst>
            </a:custGeom>
            <a:solidFill>
              <a:srgbClr val="CADA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596138" y="6631667"/>
              <a:ext cx="78740" cy="2531110"/>
            </a:xfrm>
            <a:custGeom>
              <a:avLst/>
              <a:gdLst/>
              <a:ahLst/>
              <a:cxnLst/>
              <a:rect l="l" t="t" r="r" b="b"/>
              <a:pathLst>
                <a:path w="78740" h="2531109">
                  <a:moveTo>
                    <a:pt x="78248" y="0"/>
                  </a:moveTo>
                  <a:lnTo>
                    <a:pt x="0" y="0"/>
                  </a:lnTo>
                  <a:lnTo>
                    <a:pt x="27140" y="2530593"/>
                  </a:lnTo>
                  <a:lnTo>
                    <a:pt x="72992" y="2530519"/>
                  </a:lnTo>
                  <a:lnTo>
                    <a:pt x="78248" y="0"/>
                  </a:lnTo>
                  <a:close/>
                </a:path>
              </a:pathLst>
            </a:custGeom>
            <a:solidFill>
              <a:srgbClr val="E3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4098326" y="6630152"/>
              <a:ext cx="255904" cy="2541270"/>
            </a:xfrm>
            <a:custGeom>
              <a:avLst/>
              <a:gdLst/>
              <a:ahLst/>
              <a:cxnLst/>
              <a:rect l="l" t="t" r="r" b="b"/>
              <a:pathLst>
                <a:path w="255905" h="2541270">
                  <a:moveTo>
                    <a:pt x="255897" y="0"/>
                  </a:moveTo>
                  <a:lnTo>
                    <a:pt x="0" y="0"/>
                  </a:lnTo>
                  <a:lnTo>
                    <a:pt x="59610" y="2540948"/>
                  </a:lnTo>
                  <a:lnTo>
                    <a:pt x="196308" y="2540948"/>
                  </a:lnTo>
                  <a:lnTo>
                    <a:pt x="255897" y="0"/>
                  </a:lnTo>
                  <a:close/>
                </a:path>
              </a:pathLst>
            </a:custGeom>
            <a:solidFill>
              <a:srgbClr val="B6CC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4060503" y="6630152"/>
              <a:ext cx="255904" cy="2541270"/>
            </a:xfrm>
            <a:custGeom>
              <a:avLst/>
              <a:gdLst/>
              <a:ahLst/>
              <a:cxnLst/>
              <a:rect l="l" t="t" r="r" b="b"/>
              <a:pathLst>
                <a:path w="255905" h="2541270">
                  <a:moveTo>
                    <a:pt x="255897" y="0"/>
                  </a:moveTo>
                  <a:lnTo>
                    <a:pt x="0" y="0"/>
                  </a:lnTo>
                  <a:lnTo>
                    <a:pt x="59600" y="2540948"/>
                  </a:lnTo>
                  <a:lnTo>
                    <a:pt x="196308" y="2540948"/>
                  </a:lnTo>
                  <a:lnTo>
                    <a:pt x="255897" y="0"/>
                  </a:lnTo>
                  <a:close/>
                </a:path>
              </a:pathLst>
            </a:custGeom>
            <a:solidFill>
              <a:srgbClr val="CADA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4094009" y="6631667"/>
              <a:ext cx="78740" cy="2531110"/>
            </a:xfrm>
            <a:custGeom>
              <a:avLst/>
              <a:gdLst/>
              <a:ahLst/>
              <a:cxnLst/>
              <a:rect l="l" t="t" r="r" b="b"/>
              <a:pathLst>
                <a:path w="78740" h="2531109">
                  <a:moveTo>
                    <a:pt x="78248" y="0"/>
                  </a:moveTo>
                  <a:lnTo>
                    <a:pt x="0" y="0"/>
                  </a:lnTo>
                  <a:lnTo>
                    <a:pt x="27140" y="2530593"/>
                  </a:lnTo>
                  <a:lnTo>
                    <a:pt x="72992" y="2530519"/>
                  </a:lnTo>
                  <a:lnTo>
                    <a:pt x="78248" y="0"/>
                  </a:lnTo>
                  <a:close/>
                </a:path>
              </a:pathLst>
            </a:custGeom>
            <a:solidFill>
              <a:srgbClr val="E3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6949" y="8656715"/>
              <a:ext cx="236087" cy="71746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8213561" y="8071377"/>
              <a:ext cx="163195" cy="920115"/>
            </a:xfrm>
            <a:custGeom>
              <a:avLst/>
              <a:gdLst/>
              <a:ahLst/>
              <a:cxnLst/>
              <a:rect l="l" t="t" r="r" b="b"/>
              <a:pathLst>
                <a:path w="163195" h="920115">
                  <a:moveTo>
                    <a:pt x="162885" y="0"/>
                  </a:moveTo>
                  <a:lnTo>
                    <a:pt x="0" y="0"/>
                  </a:lnTo>
                  <a:lnTo>
                    <a:pt x="0" y="919971"/>
                  </a:lnTo>
                  <a:lnTo>
                    <a:pt x="162885" y="919971"/>
                  </a:lnTo>
                  <a:lnTo>
                    <a:pt x="162885" y="0"/>
                  </a:lnTo>
                  <a:close/>
                </a:path>
              </a:pathLst>
            </a:custGeom>
            <a:solidFill>
              <a:srgbClr val="CADA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331578" y="8071377"/>
              <a:ext cx="39370" cy="920115"/>
            </a:xfrm>
            <a:custGeom>
              <a:avLst/>
              <a:gdLst/>
              <a:ahLst/>
              <a:cxnLst/>
              <a:rect l="l" t="t" r="r" b="b"/>
              <a:pathLst>
                <a:path w="39370" h="920115">
                  <a:moveTo>
                    <a:pt x="38826" y="0"/>
                  </a:moveTo>
                  <a:lnTo>
                    <a:pt x="0" y="0"/>
                  </a:lnTo>
                  <a:lnTo>
                    <a:pt x="0" y="919971"/>
                  </a:lnTo>
                  <a:lnTo>
                    <a:pt x="38826" y="919971"/>
                  </a:lnTo>
                  <a:lnTo>
                    <a:pt x="38826" y="0"/>
                  </a:lnTo>
                  <a:close/>
                </a:path>
              </a:pathLst>
            </a:custGeom>
            <a:solidFill>
              <a:srgbClr val="E3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028129" y="8688114"/>
              <a:ext cx="2534285" cy="876935"/>
            </a:xfrm>
            <a:custGeom>
              <a:avLst/>
              <a:gdLst/>
              <a:ahLst/>
              <a:cxnLst/>
              <a:rect l="l" t="t" r="r" b="b"/>
              <a:pathLst>
                <a:path w="2534284" h="876934">
                  <a:moveTo>
                    <a:pt x="2533713" y="791540"/>
                  </a:moveTo>
                  <a:lnTo>
                    <a:pt x="2505799" y="664730"/>
                  </a:lnTo>
                  <a:lnTo>
                    <a:pt x="2482189" y="592721"/>
                  </a:lnTo>
                  <a:lnTo>
                    <a:pt x="2449969" y="548754"/>
                  </a:lnTo>
                  <a:lnTo>
                    <a:pt x="2396286" y="506069"/>
                  </a:lnTo>
                  <a:lnTo>
                    <a:pt x="2345766" y="485711"/>
                  </a:lnTo>
                  <a:lnTo>
                    <a:pt x="2307234" y="477100"/>
                  </a:lnTo>
                  <a:lnTo>
                    <a:pt x="2261400" y="469404"/>
                  </a:lnTo>
                  <a:lnTo>
                    <a:pt x="2209368" y="462521"/>
                  </a:lnTo>
                  <a:lnTo>
                    <a:pt x="2152319" y="456311"/>
                  </a:lnTo>
                  <a:lnTo>
                    <a:pt x="2091372" y="450710"/>
                  </a:lnTo>
                  <a:lnTo>
                    <a:pt x="2027682" y="445579"/>
                  </a:lnTo>
                  <a:lnTo>
                    <a:pt x="1962378" y="440817"/>
                  </a:lnTo>
                  <a:lnTo>
                    <a:pt x="1768259" y="427736"/>
                  </a:lnTo>
                  <a:lnTo>
                    <a:pt x="1707946" y="423405"/>
                  </a:lnTo>
                  <a:lnTo>
                    <a:pt x="1651749" y="418922"/>
                  </a:lnTo>
                  <a:lnTo>
                    <a:pt x="1600809" y="414185"/>
                  </a:lnTo>
                  <a:lnTo>
                    <a:pt x="1556245" y="409054"/>
                  </a:lnTo>
                  <a:lnTo>
                    <a:pt x="1490878" y="397281"/>
                  </a:lnTo>
                  <a:lnTo>
                    <a:pt x="1416532" y="366877"/>
                  </a:lnTo>
                  <a:lnTo>
                    <a:pt x="1384896" y="341782"/>
                  </a:lnTo>
                  <a:lnTo>
                    <a:pt x="1384896" y="0"/>
                  </a:lnTo>
                  <a:lnTo>
                    <a:pt x="1377581" y="3670"/>
                  </a:lnTo>
                  <a:lnTo>
                    <a:pt x="1355547" y="11772"/>
                  </a:lnTo>
                  <a:lnTo>
                    <a:pt x="1318679" y="19862"/>
                  </a:lnTo>
                  <a:lnTo>
                    <a:pt x="1266863" y="23533"/>
                  </a:lnTo>
                  <a:lnTo>
                    <a:pt x="1220520" y="23164"/>
                  </a:lnTo>
                  <a:lnTo>
                    <a:pt x="1192771" y="20599"/>
                  </a:lnTo>
                  <a:lnTo>
                    <a:pt x="1172565" y="13601"/>
                  </a:lnTo>
                  <a:lnTo>
                    <a:pt x="1148816" y="0"/>
                  </a:lnTo>
                  <a:lnTo>
                    <a:pt x="1148816" y="361022"/>
                  </a:lnTo>
                  <a:lnTo>
                    <a:pt x="1042847" y="397281"/>
                  </a:lnTo>
                  <a:lnTo>
                    <a:pt x="977468" y="409054"/>
                  </a:lnTo>
                  <a:lnTo>
                    <a:pt x="932903" y="414185"/>
                  </a:lnTo>
                  <a:lnTo>
                    <a:pt x="881951" y="418922"/>
                  </a:lnTo>
                  <a:lnTo>
                    <a:pt x="825754" y="423405"/>
                  </a:lnTo>
                  <a:lnTo>
                    <a:pt x="765454" y="427736"/>
                  </a:lnTo>
                  <a:lnTo>
                    <a:pt x="571334" y="440817"/>
                  </a:lnTo>
                  <a:lnTo>
                    <a:pt x="506031" y="445579"/>
                  </a:lnTo>
                  <a:lnTo>
                    <a:pt x="442341" y="450710"/>
                  </a:lnTo>
                  <a:lnTo>
                    <a:pt x="381393" y="456311"/>
                  </a:lnTo>
                  <a:lnTo>
                    <a:pt x="324345" y="462521"/>
                  </a:lnTo>
                  <a:lnTo>
                    <a:pt x="272326" y="469404"/>
                  </a:lnTo>
                  <a:lnTo>
                    <a:pt x="226479" y="477100"/>
                  </a:lnTo>
                  <a:lnTo>
                    <a:pt x="187960" y="485711"/>
                  </a:lnTo>
                  <a:lnTo>
                    <a:pt x="137439" y="506069"/>
                  </a:lnTo>
                  <a:lnTo>
                    <a:pt x="77304" y="579335"/>
                  </a:lnTo>
                  <a:lnTo>
                    <a:pt x="34353" y="674281"/>
                  </a:lnTo>
                  <a:lnTo>
                    <a:pt x="8585" y="756488"/>
                  </a:lnTo>
                  <a:lnTo>
                    <a:pt x="0" y="791540"/>
                  </a:lnTo>
                  <a:lnTo>
                    <a:pt x="89217" y="814095"/>
                  </a:lnTo>
                  <a:lnTo>
                    <a:pt x="120370" y="734491"/>
                  </a:lnTo>
                  <a:lnTo>
                    <a:pt x="147548" y="685431"/>
                  </a:lnTo>
                  <a:lnTo>
                    <a:pt x="185889" y="646633"/>
                  </a:lnTo>
                  <a:lnTo>
                    <a:pt x="250507" y="597801"/>
                  </a:lnTo>
                  <a:lnTo>
                    <a:pt x="415582" y="576605"/>
                  </a:lnTo>
                  <a:lnTo>
                    <a:pt x="708571" y="581355"/>
                  </a:lnTo>
                  <a:lnTo>
                    <a:pt x="988060" y="595972"/>
                  </a:lnTo>
                  <a:lnTo>
                    <a:pt x="1112647" y="604405"/>
                  </a:lnTo>
                  <a:lnTo>
                    <a:pt x="1205776" y="876541"/>
                  </a:lnTo>
                  <a:lnTo>
                    <a:pt x="1327975" y="876541"/>
                  </a:lnTo>
                  <a:lnTo>
                    <a:pt x="1421091" y="604405"/>
                  </a:lnTo>
                  <a:lnTo>
                    <a:pt x="1879015" y="570953"/>
                  </a:lnTo>
                  <a:lnTo>
                    <a:pt x="2121471" y="559117"/>
                  </a:lnTo>
                  <a:lnTo>
                    <a:pt x="2229269" y="568274"/>
                  </a:lnTo>
                  <a:lnTo>
                    <a:pt x="2283231" y="597801"/>
                  </a:lnTo>
                  <a:lnTo>
                    <a:pt x="2354999" y="665683"/>
                  </a:lnTo>
                  <a:lnTo>
                    <a:pt x="2405253" y="736244"/>
                  </a:lnTo>
                  <a:lnTo>
                    <a:pt x="2434806" y="791654"/>
                  </a:lnTo>
                  <a:lnTo>
                    <a:pt x="2444483" y="814095"/>
                  </a:lnTo>
                  <a:lnTo>
                    <a:pt x="2533713" y="79154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930403" y="9436347"/>
              <a:ext cx="2723515" cy="273685"/>
            </a:xfrm>
            <a:custGeom>
              <a:avLst/>
              <a:gdLst/>
              <a:ahLst/>
              <a:cxnLst/>
              <a:rect l="l" t="t" r="r" b="b"/>
              <a:pathLst>
                <a:path w="2723515" h="273684">
                  <a:moveTo>
                    <a:pt x="273608" y="136779"/>
                  </a:moveTo>
                  <a:lnTo>
                    <a:pt x="266636" y="93535"/>
                  </a:lnTo>
                  <a:lnTo>
                    <a:pt x="247205" y="55981"/>
                  </a:lnTo>
                  <a:lnTo>
                    <a:pt x="217589" y="26377"/>
                  </a:lnTo>
                  <a:lnTo>
                    <a:pt x="180035" y="6972"/>
                  </a:lnTo>
                  <a:lnTo>
                    <a:pt x="136804" y="0"/>
                  </a:lnTo>
                  <a:lnTo>
                    <a:pt x="93548" y="6972"/>
                  </a:lnTo>
                  <a:lnTo>
                    <a:pt x="55994" y="26377"/>
                  </a:lnTo>
                  <a:lnTo>
                    <a:pt x="26390" y="55981"/>
                  </a:lnTo>
                  <a:lnTo>
                    <a:pt x="6972" y="93535"/>
                  </a:lnTo>
                  <a:lnTo>
                    <a:pt x="0" y="136779"/>
                  </a:lnTo>
                  <a:lnTo>
                    <a:pt x="6972" y="180009"/>
                  </a:lnTo>
                  <a:lnTo>
                    <a:pt x="26390" y="217563"/>
                  </a:lnTo>
                  <a:lnTo>
                    <a:pt x="55994" y="247167"/>
                  </a:lnTo>
                  <a:lnTo>
                    <a:pt x="93548" y="266585"/>
                  </a:lnTo>
                  <a:lnTo>
                    <a:pt x="136804" y="273558"/>
                  </a:lnTo>
                  <a:lnTo>
                    <a:pt x="180035" y="266585"/>
                  </a:lnTo>
                  <a:lnTo>
                    <a:pt x="217589" y="247167"/>
                  </a:lnTo>
                  <a:lnTo>
                    <a:pt x="247205" y="217563"/>
                  </a:lnTo>
                  <a:lnTo>
                    <a:pt x="266636" y="180009"/>
                  </a:lnTo>
                  <a:lnTo>
                    <a:pt x="273608" y="136779"/>
                  </a:lnTo>
                  <a:close/>
                </a:path>
                <a:path w="2723515" h="273684">
                  <a:moveTo>
                    <a:pt x="1500428" y="136779"/>
                  </a:moveTo>
                  <a:lnTo>
                    <a:pt x="1493456" y="93535"/>
                  </a:lnTo>
                  <a:lnTo>
                    <a:pt x="1474025" y="55981"/>
                  </a:lnTo>
                  <a:lnTo>
                    <a:pt x="1444421" y="26377"/>
                  </a:lnTo>
                  <a:lnTo>
                    <a:pt x="1406867" y="6972"/>
                  </a:lnTo>
                  <a:lnTo>
                    <a:pt x="1363649" y="0"/>
                  </a:lnTo>
                  <a:lnTo>
                    <a:pt x="1320393" y="6972"/>
                  </a:lnTo>
                  <a:lnTo>
                    <a:pt x="1282839" y="26377"/>
                  </a:lnTo>
                  <a:lnTo>
                    <a:pt x="1253236" y="55981"/>
                  </a:lnTo>
                  <a:lnTo>
                    <a:pt x="1233817" y="93535"/>
                  </a:lnTo>
                  <a:lnTo>
                    <a:pt x="1226845" y="136779"/>
                  </a:lnTo>
                  <a:lnTo>
                    <a:pt x="1233817" y="180009"/>
                  </a:lnTo>
                  <a:lnTo>
                    <a:pt x="1253236" y="217563"/>
                  </a:lnTo>
                  <a:lnTo>
                    <a:pt x="1282839" y="247167"/>
                  </a:lnTo>
                  <a:lnTo>
                    <a:pt x="1320393" y="266585"/>
                  </a:lnTo>
                  <a:lnTo>
                    <a:pt x="1363649" y="273558"/>
                  </a:lnTo>
                  <a:lnTo>
                    <a:pt x="1406867" y="266585"/>
                  </a:lnTo>
                  <a:lnTo>
                    <a:pt x="1444421" y="247167"/>
                  </a:lnTo>
                  <a:lnTo>
                    <a:pt x="1474025" y="217563"/>
                  </a:lnTo>
                  <a:lnTo>
                    <a:pt x="1493456" y="180009"/>
                  </a:lnTo>
                  <a:lnTo>
                    <a:pt x="1500428" y="136779"/>
                  </a:lnTo>
                  <a:close/>
                </a:path>
                <a:path w="2723515" h="273684">
                  <a:moveTo>
                    <a:pt x="2722892" y="136779"/>
                  </a:moveTo>
                  <a:lnTo>
                    <a:pt x="2715920" y="93535"/>
                  </a:lnTo>
                  <a:lnTo>
                    <a:pt x="2696502" y="55981"/>
                  </a:lnTo>
                  <a:lnTo>
                    <a:pt x="2666885" y="26377"/>
                  </a:lnTo>
                  <a:lnTo>
                    <a:pt x="2629331" y="6972"/>
                  </a:lnTo>
                  <a:lnTo>
                    <a:pt x="2586101" y="0"/>
                  </a:lnTo>
                  <a:lnTo>
                    <a:pt x="2542857" y="6972"/>
                  </a:lnTo>
                  <a:lnTo>
                    <a:pt x="2505303" y="26377"/>
                  </a:lnTo>
                  <a:lnTo>
                    <a:pt x="2475687" y="55981"/>
                  </a:lnTo>
                  <a:lnTo>
                    <a:pt x="2456269" y="93535"/>
                  </a:lnTo>
                  <a:lnTo>
                    <a:pt x="2449296" y="136779"/>
                  </a:lnTo>
                  <a:lnTo>
                    <a:pt x="2456269" y="180009"/>
                  </a:lnTo>
                  <a:lnTo>
                    <a:pt x="2475687" y="217563"/>
                  </a:lnTo>
                  <a:lnTo>
                    <a:pt x="2505303" y="247167"/>
                  </a:lnTo>
                  <a:lnTo>
                    <a:pt x="2542857" y="266585"/>
                  </a:lnTo>
                  <a:lnTo>
                    <a:pt x="2586101" y="273558"/>
                  </a:lnTo>
                  <a:lnTo>
                    <a:pt x="2629331" y="266585"/>
                  </a:lnTo>
                  <a:lnTo>
                    <a:pt x="2666885" y="247167"/>
                  </a:lnTo>
                  <a:lnTo>
                    <a:pt x="2696502" y="217563"/>
                  </a:lnTo>
                  <a:lnTo>
                    <a:pt x="2715920" y="180009"/>
                  </a:lnTo>
                  <a:lnTo>
                    <a:pt x="2722892" y="136779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980504" y="7959827"/>
              <a:ext cx="629285" cy="167005"/>
            </a:xfrm>
            <a:custGeom>
              <a:avLst/>
              <a:gdLst/>
              <a:ahLst/>
              <a:cxnLst/>
              <a:rect l="l" t="t" r="r" b="b"/>
              <a:pathLst>
                <a:path w="629284" h="167004">
                  <a:moveTo>
                    <a:pt x="628975" y="0"/>
                  </a:moveTo>
                  <a:lnTo>
                    <a:pt x="0" y="1026"/>
                  </a:lnTo>
                  <a:lnTo>
                    <a:pt x="45045" y="164905"/>
                  </a:lnTo>
                  <a:lnTo>
                    <a:pt x="581029" y="166958"/>
                  </a:lnTo>
                  <a:lnTo>
                    <a:pt x="62897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069163" y="6020377"/>
              <a:ext cx="2098675" cy="1967864"/>
            </a:xfrm>
            <a:custGeom>
              <a:avLst/>
              <a:gdLst/>
              <a:ahLst/>
              <a:cxnLst/>
              <a:rect l="l" t="t" r="r" b="b"/>
              <a:pathLst>
                <a:path w="2098675" h="1967865">
                  <a:moveTo>
                    <a:pt x="2098217" y="1921256"/>
                  </a:moveTo>
                  <a:lnTo>
                    <a:pt x="2093556" y="1903285"/>
                  </a:lnTo>
                  <a:lnTo>
                    <a:pt x="2080844" y="1888604"/>
                  </a:lnTo>
                  <a:lnTo>
                    <a:pt x="2061997" y="1878711"/>
                  </a:lnTo>
                  <a:lnTo>
                    <a:pt x="2038921" y="1875078"/>
                  </a:lnTo>
                  <a:lnTo>
                    <a:pt x="517042" y="1875078"/>
                  </a:lnTo>
                  <a:lnTo>
                    <a:pt x="493953" y="1878711"/>
                  </a:lnTo>
                  <a:lnTo>
                    <a:pt x="475107" y="1888604"/>
                  </a:lnTo>
                  <a:lnTo>
                    <a:pt x="464451" y="1900910"/>
                  </a:lnTo>
                  <a:lnTo>
                    <a:pt x="455764" y="1871827"/>
                  </a:lnTo>
                  <a:lnTo>
                    <a:pt x="445808" y="1826171"/>
                  </a:lnTo>
                  <a:lnTo>
                    <a:pt x="436168" y="1771053"/>
                  </a:lnTo>
                  <a:lnTo>
                    <a:pt x="427964" y="1712099"/>
                  </a:lnTo>
                  <a:lnTo>
                    <a:pt x="422338" y="1654937"/>
                  </a:lnTo>
                  <a:lnTo>
                    <a:pt x="420420" y="1605165"/>
                  </a:lnTo>
                  <a:lnTo>
                    <a:pt x="393217" y="1596466"/>
                  </a:lnTo>
                  <a:lnTo>
                    <a:pt x="344220" y="1552689"/>
                  </a:lnTo>
                  <a:lnTo>
                    <a:pt x="322478" y="1519618"/>
                  </a:lnTo>
                  <a:lnTo>
                    <a:pt x="302577" y="1480413"/>
                  </a:lnTo>
                  <a:lnTo>
                    <a:pt x="284568" y="1436116"/>
                  </a:lnTo>
                  <a:lnTo>
                    <a:pt x="268439" y="1387690"/>
                  </a:lnTo>
                  <a:lnTo>
                    <a:pt x="254241" y="1336179"/>
                  </a:lnTo>
                  <a:lnTo>
                    <a:pt x="241973" y="1282560"/>
                  </a:lnTo>
                  <a:lnTo>
                    <a:pt x="231660" y="1227848"/>
                  </a:lnTo>
                  <a:lnTo>
                    <a:pt x="223316" y="1173048"/>
                  </a:lnTo>
                  <a:lnTo>
                    <a:pt x="216979" y="1119162"/>
                  </a:lnTo>
                  <a:lnTo>
                    <a:pt x="212648" y="1067193"/>
                  </a:lnTo>
                  <a:lnTo>
                    <a:pt x="210362" y="1018146"/>
                  </a:lnTo>
                  <a:lnTo>
                    <a:pt x="210121" y="973035"/>
                  </a:lnTo>
                  <a:lnTo>
                    <a:pt x="198526" y="750481"/>
                  </a:lnTo>
                  <a:lnTo>
                    <a:pt x="169989" y="423837"/>
                  </a:lnTo>
                  <a:lnTo>
                    <a:pt x="140868" y="128536"/>
                  </a:lnTo>
                  <a:lnTo>
                    <a:pt x="127520" y="0"/>
                  </a:lnTo>
                  <a:lnTo>
                    <a:pt x="90017" y="1092"/>
                  </a:lnTo>
                  <a:lnTo>
                    <a:pt x="47472" y="14897"/>
                  </a:lnTo>
                  <a:lnTo>
                    <a:pt x="11620" y="48996"/>
                  </a:lnTo>
                  <a:lnTo>
                    <a:pt x="0" y="111556"/>
                  </a:lnTo>
                  <a:lnTo>
                    <a:pt x="762" y="161442"/>
                  </a:lnTo>
                  <a:lnTo>
                    <a:pt x="11049" y="386067"/>
                  </a:lnTo>
                  <a:lnTo>
                    <a:pt x="17792" y="521309"/>
                  </a:lnTo>
                  <a:lnTo>
                    <a:pt x="21615" y="590080"/>
                  </a:lnTo>
                  <a:lnTo>
                    <a:pt x="25679" y="656742"/>
                  </a:lnTo>
                  <a:lnTo>
                    <a:pt x="29959" y="719162"/>
                  </a:lnTo>
                  <a:lnTo>
                    <a:pt x="34429" y="775169"/>
                  </a:lnTo>
                  <a:lnTo>
                    <a:pt x="39077" y="822642"/>
                  </a:lnTo>
                  <a:lnTo>
                    <a:pt x="48704" y="883361"/>
                  </a:lnTo>
                  <a:lnTo>
                    <a:pt x="53340" y="973620"/>
                  </a:lnTo>
                  <a:lnTo>
                    <a:pt x="59690" y="1057516"/>
                  </a:lnTo>
                  <a:lnTo>
                    <a:pt x="67614" y="1135354"/>
                  </a:lnTo>
                  <a:lnTo>
                    <a:pt x="76974" y="1207389"/>
                  </a:lnTo>
                  <a:lnTo>
                    <a:pt x="87642" y="1273924"/>
                  </a:lnTo>
                  <a:lnTo>
                    <a:pt x="99466" y="1335227"/>
                  </a:lnTo>
                  <a:lnTo>
                    <a:pt x="112306" y="1391577"/>
                  </a:lnTo>
                  <a:lnTo>
                    <a:pt x="126034" y="1443253"/>
                  </a:lnTo>
                  <a:lnTo>
                    <a:pt x="140512" y="1490548"/>
                  </a:lnTo>
                  <a:lnTo>
                    <a:pt x="155600" y="1533715"/>
                  </a:lnTo>
                  <a:lnTo>
                    <a:pt x="171145" y="1573047"/>
                  </a:lnTo>
                  <a:lnTo>
                    <a:pt x="187020" y="1608836"/>
                  </a:lnTo>
                  <a:lnTo>
                    <a:pt x="219214" y="1670850"/>
                  </a:lnTo>
                  <a:lnTo>
                    <a:pt x="251053" y="1721993"/>
                  </a:lnTo>
                  <a:lnTo>
                    <a:pt x="281444" y="1764499"/>
                  </a:lnTo>
                  <a:lnTo>
                    <a:pt x="309283" y="1800618"/>
                  </a:lnTo>
                  <a:lnTo>
                    <a:pt x="333692" y="1835010"/>
                  </a:lnTo>
                  <a:lnTo>
                    <a:pt x="362445" y="1868843"/>
                  </a:lnTo>
                  <a:lnTo>
                    <a:pt x="403529" y="1894001"/>
                  </a:lnTo>
                  <a:lnTo>
                    <a:pt x="463334" y="1902206"/>
                  </a:lnTo>
                  <a:lnTo>
                    <a:pt x="462394" y="1903285"/>
                  </a:lnTo>
                  <a:lnTo>
                    <a:pt x="457746" y="1921256"/>
                  </a:lnTo>
                  <a:lnTo>
                    <a:pt x="462394" y="1939251"/>
                  </a:lnTo>
                  <a:lnTo>
                    <a:pt x="475107" y="1953945"/>
                  </a:lnTo>
                  <a:lnTo>
                    <a:pt x="493953" y="1963839"/>
                  </a:lnTo>
                  <a:lnTo>
                    <a:pt x="517042" y="1967471"/>
                  </a:lnTo>
                  <a:lnTo>
                    <a:pt x="2038921" y="1967471"/>
                  </a:lnTo>
                  <a:lnTo>
                    <a:pt x="2061997" y="1963839"/>
                  </a:lnTo>
                  <a:lnTo>
                    <a:pt x="2080844" y="1953945"/>
                  </a:lnTo>
                  <a:lnTo>
                    <a:pt x="2093556" y="1939251"/>
                  </a:lnTo>
                  <a:lnTo>
                    <a:pt x="2098217" y="1921256"/>
                  </a:lnTo>
                  <a:close/>
                </a:path>
              </a:pathLst>
            </a:custGeom>
            <a:solidFill>
              <a:srgbClr val="3C75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108495" y="5440216"/>
              <a:ext cx="2143760" cy="2486660"/>
            </a:xfrm>
            <a:custGeom>
              <a:avLst/>
              <a:gdLst/>
              <a:ahLst/>
              <a:cxnLst/>
              <a:rect l="l" t="t" r="r" b="b"/>
              <a:pathLst>
                <a:path w="2143759" h="2486659">
                  <a:moveTo>
                    <a:pt x="480606" y="1420698"/>
                  </a:moveTo>
                  <a:lnTo>
                    <a:pt x="480301" y="1374571"/>
                  </a:lnTo>
                  <a:lnTo>
                    <a:pt x="476605" y="1326515"/>
                  </a:lnTo>
                  <a:lnTo>
                    <a:pt x="469823" y="1275740"/>
                  </a:lnTo>
                  <a:lnTo>
                    <a:pt x="460260" y="1221435"/>
                  </a:lnTo>
                  <a:lnTo>
                    <a:pt x="448221" y="1162786"/>
                  </a:lnTo>
                  <a:lnTo>
                    <a:pt x="434009" y="1098994"/>
                  </a:lnTo>
                  <a:lnTo>
                    <a:pt x="427062" y="1065504"/>
                  </a:lnTo>
                  <a:lnTo>
                    <a:pt x="419696" y="1024534"/>
                  </a:lnTo>
                  <a:lnTo>
                    <a:pt x="411988" y="977112"/>
                  </a:lnTo>
                  <a:lnTo>
                    <a:pt x="404037" y="924293"/>
                  </a:lnTo>
                  <a:lnTo>
                    <a:pt x="395935" y="867130"/>
                  </a:lnTo>
                  <a:lnTo>
                    <a:pt x="387756" y="806653"/>
                  </a:lnTo>
                  <a:lnTo>
                    <a:pt x="379603" y="743927"/>
                  </a:lnTo>
                  <a:lnTo>
                    <a:pt x="371551" y="679983"/>
                  </a:lnTo>
                  <a:lnTo>
                    <a:pt x="356146" y="552653"/>
                  </a:lnTo>
                  <a:lnTo>
                    <a:pt x="336067" y="378752"/>
                  </a:lnTo>
                  <a:lnTo>
                    <a:pt x="316598" y="204190"/>
                  </a:lnTo>
                  <a:lnTo>
                    <a:pt x="305523" y="124548"/>
                  </a:lnTo>
                  <a:lnTo>
                    <a:pt x="292811" y="68668"/>
                  </a:lnTo>
                  <a:lnTo>
                    <a:pt x="277253" y="32410"/>
                  </a:lnTo>
                  <a:lnTo>
                    <a:pt x="232638" y="2222"/>
                  </a:lnTo>
                  <a:lnTo>
                    <a:pt x="201155" y="0"/>
                  </a:lnTo>
                  <a:lnTo>
                    <a:pt x="154698" y="2857"/>
                  </a:lnTo>
                  <a:lnTo>
                    <a:pt x="104470" y="12115"/>
                  </a:lnTo>
                  <a:lnTo>
                    <a:pt x="57543" y="28765"/>
                  </a:lnTo>
                  <a:lnTo>
                    <a:pt x="20955" y="53848"/>
                  </a:lnTo>
                  <a:lnTo>
                    <a:pt x="1790" y="88379"/>
                  </a:lnTo>
                  <a:lnTo>
                    <a:pt x="0" y="131013"/>
                  </a:lnTo>
                  <a:lnTo>
                    <a:pt x="1181" y="165315"/>
                  </a:lnTo>
                  <a:lnTo>
                    <a:pt x="3556" y="206895"/>
                  </a:lnTo>
                  <a:lnTo>
                    <a:pt x="6997" y="254723"/>
                  </a:lnTo>
                  <a:lnTo>
                    <a:pt x="11366" y="307771"/>
                  </a:lnTo>
                  <a:lnTo>
                    <a:pt x="16548" y="365023"/>
                  </a:lnTo>
                  <a:lnTo>
                    <a:pt x="22402" y="425424"/>
                  </a:lnTo>
                  <a:lnTo>
                    <a:pt x="28790" y="487984"/>
                  </a:lnTo>
                  <a:lnTo>
                    <a:pt x="35598" y="551637"/>
                  </a:lnTo>
                  <a:lnTo>
                    <a:pt x="42672" y="615378"/>
                  </a:lnTo>
                  <a:lnTo>
                    <a:pt x="49885" y="678167"/>
                  </a:lnTo>
                  <a:lnTo>
                    <a:pt x="57124" y="738974"/>
                  </a:lnTo>
                  <a:lnTo>
                    <a:pt x="64236" y="796772"/>
                  </a:lnTo>
                  <a:lnTo>
                    <a:pt x="71107" y="850544"/>
                  </a:lnTo>
                  <a:lnTo>
                    <a:pt x="77584" y="899248"/>
                  </a:lnTo>
                  <a:lnTo>
                    <a:pt x="88633" y="979335"/>
                  </a:lnTo>
                  <a:lnTo>
                    <a:pt x="92456" y="1013460"/>
                  </a:lnTo>
                  <a:lnTo>
                    <a:pt x="94856" y="1043635"/>
                  </a:lnTo>
                  <a:lnTo>
                    <a:pt x="95694" y="1069289"/>
                  </a:lnTo>
                  <a:lnTo>
                    <a:pt x="96481" y="1118679"/>
                  </a:lnTo>
                  <a:lnTo>
                    <a:pt x="98679" y="1176185"/>
                  </a:lnTo>
                  <a:lnTo>
                    <a:pt x="101981" y="1239291"/>
                  </a:lnTo>
                  <a:lnTo>
                    <a:pt x="106146" y="1305471"/>
                  </a:lnTo>
                  <a:lnTo>
                    <a:pt x="110896" y="1372235"/>
                  </a:lnTo>
                  <a:lnTo>
                    <a:pt x="115951" y="1437043"/>
                  </a:lnTo>
                  <a:lnTo>
                    <a:pt x="121043" y="1497406"/>
                  </a:lnTo>
                  <a:lnTo>
                    <a:pt x="125907" y="1550784"/>
                  </a:lnTo>
                  <a:lnTo>
                    <a:pt x="130263" y="1594688"/>
                  </a:lnTo>
                  <a:lnTo>
                    <a:pt x="136372" y="1643964"/>
                  </a:lnTo>
                  <a:lnTo>
                    <a:pt x="187540" y="1678914"/>
                  </a:lnTo>
                  <a:lnTo>
                    <a:pt x="233794" y="1681035"/>
                  </a:lnTo>
                  <a:lnTo>
                    <a:pt x="286156" y="1675041"/>
                  </a:lnTo>
                  <a:lnTo>
                    <a:pt x="338899" y="1662557"/>
                  </a:lnTo>
                  <a:lnTo>
                    <a:pt x="386245" y="1645158"/>
                  </a:lnTo>
                  <a:lnTo>
                    <a:pt x="422478" y="1624457"/>
                  </a:lnTo>
                  <a:lnTo>
                    <a:pt x="458127" y="1555572"/>
                  </a:lnTo>
                  <a:lnTo>
                    <a:pt x="469823" y="1510398"/>
                  </a:lnTo>
                  <a:lnTo>
                    <a:pt x="477215" y="1465707"/>
                  </a:lnTo>
                  <a:lnTo>
                    <a:pt x="480606" y="1420698"/>
                  </a:lnTo>
                  <a:close/>
                </a:path>
                <a:path w="2143759" h="2486659">
                  <a:moveTo>
                    <a:pt x="2143315" y="2193836"/>
                  </a:moveTo>
                  <a:lnTo>
                    <a:pt x="2109190" y="2151024"/>
                  </a:lnTo>
                  <a:lnTo>
                    <a:pt x="2060727" y="2135352"/>
                  </a:lnTo>
                  <a:lnTo>
                    <a:pt x="1986165" y="2127072"/>
                  </a:lnTo>
                  <a:lnTo>
                    <a:pt x="1954110" y="2126335"/>
                  </a:lnTo>
                  <a:lnTo>
                    <a:pt x="1923961" y="2126792"/>
                  </a:lnTo>
                  <a:lnTo>
                    <a:pt x="1894293" y="2128291"/>
                  </a:lnTo>
                  <a:lnTo>
                    <a:pt x="1863686" y="2130679"/>
                  </a:lnTo>
                  <a:lnTo>
                    <a:pt x="1830692" y="2133790"/>
                  </a:lnTo>
                  <a:lnTo>
                    <a:pt x="1751876" y="2141613"/>
                  </a:lnTo>
                  <a:lnTo>
                    <a:pt x="1703184" y="2145995"/>
                  </a:lnTo>
                  <a:lnTo>
                    <a:pt x="1646415" y="2150503"/>
                  </a:lnTo>
                  <a:lnTo>
                    <a:pt x="1580134" y="2154986"/>
                  </a:lnTo>
                  <a:lnTo>
                    <a:pt x="1502905" y="2159266"/>
                  </a:lnTo>
                  <a:lnTo>
                    <a:pt x="1413306" y="2163203"/>
                  </a:lnTo>
                  <a:lnTo>
                    <a:pt x="1309916" y="2166632"/>
                  </a:lnTo>
                  <a:lnTo>
                    <a:pt x="1218387" y="2168804"/>
                  </a:lnTo>
                  <a:lnTo>
                    <a:pt x="1135341" y="2169922"/>
                  </a:lnTo>
                  <a:lnTo>
                    <a:pt x="1060132" y="2170112"/>
                  </a:lnTo>
                  <a:lnTo>
                    <a:pt x="992085" y="2169464"/>
                  </a:lnTo>
                  <a:lnTo>
                    <a:pt x="930567" y="2168093"/>
                  </a:lnTo>
                  <a:lnTo>
                    <a:pt x="874903" y="2166099"/>
                  </a:lnTo>
                  <a:lnTo>
                    <a:pt x="824445" y="2163597"/>
                  </a:lnTo>
                  <a:lnTo>
                    <a:pt x="778535" y="2160663"/>
                  </a:lnTo>
                  <a:lnTo>
                    <a:pt x="736511" y="2157438"/>
                  </a:lnTo>
                  <a:lnTo>
                    <a:pt x="697712" y="2153996"/>
                  </a:lnTo>
                  <a:lnTo>
                    <a:pt x="561721" y="2140305"/>
                  </a:lnTo>
                  <a:lnTo>
                    <a:pt x="529234" y="2137422"/>
                  </a:lnTo>
                  <a:lnTo>
                    <a:pt x="450608" y="2137448"/>
                  </a:lnTo>
                  <a:lnTo>
                    <a:pt x="405625" y="2150300"/>
                  </a:lnTo>
                  <a:lnTo>
                    <a:pt x="385267" y="2170823"/>
                  </a:lnTo>
                  <a:lnTo>
                    <a:pt x="380479" y="2193836"/>
                  </a:lnTo>
                  <a:lnTo>
                    <a:pt x="380479" y="2431745"/>
                  </a:lnTo>
                  <a:lnTo>
                    <a:pt x="385965" y="2452916"/>
                  </a:lnTo>
                  <a:lnTo>
                    <a:pt x="400926" y="2470213"/>
                  </a:lnTo>
                  <a:lnTo>
                    <a:pt x="423125" y="2481872"/>
                  </a:lnTo>
                  <a:lnTo>
                    <a:pt x="450316" y="2486152"/>
                  </a:lnTo>
                  <a:lnTo>
                    <a:pt x="2073503" y="2486152"/>
                  </a:lnTo>
                  <a:lnTo>
                    <a:pt x="2100668" y="2481872"/>
                  </a:lnTo>
                  <a:lnTo>
                    <a:pt x="2122868" y="2470213"/>
                  </a:lnTo>
                  <a:lnTo>
                    <a:pt x="2137829" y="2452916"/>
                  </a:lnTo>
                  <a:lnTo>
                    <a:pt x="2143315" y="2431745"/>
                  </a:lnTo>
                  <a:lnTo>
                    <a:pt x="2143315" y="2193836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41565" y="4131645"/>
              <a:ext cx="5086150" cy="5566155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3586560" y="7184965"/>
              <a:ext cx="255904" cy="2737485"/>
            </a:xfrm>
            <a:custGeom>
              <a:avLst/>
              <a:gdLst/>
              <a:ahLst/>
              <a:cxnLst/>
              <a:rect l="l" t="t" r="r" b="b"/>
              <a:pathLst>
                <a:path w="255905" h="2737484">
                  <a:moveTo>
                    <a:pt x="255897" y="0"/>
                  </a:moveTo>
                  <a:lnTo>
                    <a:pt x="0" y="0"/>
                  </a:lnTo>
                  <a:lnTo>
                    <a:pt x="59610" y="2737361"/>
                  </a:lnTo>
                  <a:lnTo>
                    <a:pt x="196308" y="2737361"/>
                  </a:lnTo>
                  <a:lnTo>
                    <a:pt x="255897" y="0"/>
                  </a:lnTo>
                  <a:close/>
                </a:path>
              </a:pathLst>
            </a:custGeom>
            <a:solidFill>
              <a:srgbClr val="B6CC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3548736" y="7184965"/>
              <a:ext cx="255904" cy="2737485"/>
            </a:xfrm>
            <a:custGeom>
              <a:avLst/>
              <a:gdLst/>
              <a:ahLst/>
              <a:cxnLst/>
              <a:rect l="l" t="t" r="r" b="b"/>
              <a:pathLst>
                <a:path w="255905" h="2737484">
                  <a:moveTo>
                    <a:pt x="255897" y="0"/>
                  </a:moveTo>
                  <a:lnTo>
                    <a:pt x="0" y="0"/>
                  </a:lnTo>
                  <a:lnTo>
                    <a:pt x="59610" y="2737361"/>
                  </a:lnTo>
                  <a:lnTo>
                    <a:pt x="196308" y="2737361"/>
                  </a:lnTo>
                  <a:lnTo>
                    <a:pt x="255897" y="0"/>
                  </a:lnTo>
                  <a:close/>
                </a:path>
              </a:pathLst>
            </a:custGeom>
            <a:solidFill>
              <a:srgbClr val="CADA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3582242" y="7186609"/>
              <a:ext cx="78740" cy="2726690"/>
            </a:xfrm>
            <a:custGeom>
              <a:avLst/>
              <a:gdLst/>
              <a:ahLst/>
              <a:cxnLst/>
              <a:rect l="l" t="t" r="r" b="b"/>
              <a:pathLst>
                <a:path w="78740" h="2726690">
                  <a:moveTo>
                    <a:pt x="78248" y="0"/>
                  </a:moveTo>
                  <a:lnTo>
                    <a:pt x="0" y="0"/>
                  </a:lnTo>
                  <a:lnTo>
                    <a:pt x="27140" y="2726189"/>
                  </a:lnTo>
                  <a:lnTo>
                    <a:pt x="72992" y="2726115"/>
                  </a:lnTo>
                  <a:lnTo>
                    <a:pt x="78248" y="0"/>
                  </a:lnTo>
                  <a:close/>
                </a:path>
              </a:pathLst>
            </a:custGeom>
            <a:solidFill>
              <a:srgbClr val="E3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9118078" y="7184965"/>
              <a:ext cx="255904" cy="2737485"/>
            </a:xfrm>
            <a:custGeom>
              <a:avLst/>
              <a:gdLst/>
              <a:ahLst/>
              <a:cxnLst/>
              <a:rect l="l" t="t" r="r" b="b"/>
              <a:pathLst>
                <a:path w="255904" h="2737484">
                  <a:moveTo>
                    <a:pt x="255897" y="0"/>
                  </a:moveTo>
                  <a:lnTo>
                    <a:pt x="0" y="0"/>
                  </a:lnTo>
                  <a:lnTo>
                    <a:pt x="59610" y="2737361"/>
                  </a:lnTo>
                  <a:lnTo>
                    <a:pt x="196308" y="2737361"/>
                  </a:lnTo>
                  <a:lnTo>
                    <a:pt x="255897" y="0"/>
                  </a:lnTo>
                  <a:close/>
                </a:path>
              </a:pathLst>
            </a:custGeom>
            <a:solidFill>
              <a:srgbClr val="B6CC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9080253" y="7184965"/>
              <a:ext cx="255904" cy="2737485"/>
            </a:xfrm>
            <a:custGeom>
              <a:avLst/>
              <a:gdLst/>
              <a:ahLst/>
              <a:cxnLst/>
              <a:rect l="l" t="t" r="r" b="b"/>
              <a:pathLst>
                <a:path w="255904" h="2737484">
                  <a:moveTo>
                    <a:pt x="255897" y="0"/>
                  </a:moveTo>
                  <a:lnTo>
                    <a:pt x="0" y="0"/>
                  </a:lnTo>
                  <a:lnTo>
                    <a:pt x="59610" y="2737361"/>
                  </a:lnTo>
                  <a:lnTo>
                    <a:pt x="196308" y="2737361"/>
                  </a:lnTo>
                  <a:lnTo>
                    <a:pt x="255897" y="0"/>
                  </a:lnTo>
                  <a:close/>
                </a:path>
              </a:pathLst>
            </a:custGeom>
            <a:solidFill>
              <a:srgbClr val="CADA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9113761" y="7186609"/>
              <a:ext cx="78740" cy="2726690"/>
            </a:xfrm>
            <a:custGeom>
              <a:avLst/>
              <a:gdLst/>
              <a:ahLst/>
              <a:cxnLst/>
              <a:rect l="l" t="t" r="r" b="b"/>
              <a:pathLst>
                <a:path w="78740" h="2726690">
                  <a:moveTo>
                    <a:pt x="78248" y="0"/>
                  </a:moveTo>
                  <a:lnTo>
                    <a:pt x="0" y="0"/>
                  </a:lnTo>
                  <a:lnTo>
                    <a:pt x="27140" y="2726189"/>
                  </a:lnTo>
                  <a:lnTo>
                    <a:pt x="72992" y="2726115"/>
                  </a:lnTo>
                  <a:lnTo>
                    <a:pt x="78248" y="0"/>
                  </a:lnTo>
                  <a:close/>
                </a:path>
              </a:pathLst>
            </a:custGeom>
            <a:solidFill>
              <a:srgbClr val="E3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759912" y="6472263"/>
              <a:ext cx="7393940" cy="963930"/>
            </a:xfrm>
            <a:custGeom>
              <a:avLst/>
              <a:gdLst/>
              <a:ahLst/>
              <a:cxnLst/>
              <a:rect l="l" t="t" r="r" b="b"/>
              <a:pathLst>
                <a:path w="7393940" h="963929">
                  <a:moveTo>
                    <a:pt x="3773932" y="0"/>
                  </a:moveTo>
                  <a:lnTo>
                    <a:pt x="3624472" y="0"/>
                  </a:lnTo>
                  <a:lnTo>
                    <a:pt x="3475689" y="553"/>
                  </a:lnTo>
                  <a:lnTo>
                    <a:pt x="3328444" y="1653"/>
                  </a:lnTo>
                  <a:lnTo>
                    <a:pt x="3182845" y="3293"/>
                  </a:lnTo>
                  <a:lnTo>
                    <a:pt x="3039000" y="5466"/>
                  </a:lnTo>
                  <a:lnTo>
                    <a:pt x="2897019" y="8165"/>
                  </a:lnTo>
                  <a:lnTo>
                    <a:pt x="2757009" y="11384"/>
                  </a:lnTo>
                  <a:lnTo>
                    <a:pt x="2619081" y="15116"/>
                  </a:lnTo>
                  <a:lnTo>
                    <a:pt x="2483342" y="19355"/>
                  </a:lnTo>
                  <a:lnTo>
                    <a:pt x="2349902" y="24092"/>
                  </a:lnTo>
                  <a:lnTo>
                    <a:pt x="2218869" y="29322"/>
                  </a:lnTo>
                  <a:lnTo>
                    <a:pt x="2090351" y="35038"/>
                  </a:lnTo>
                  <a:lnTo>
                    <a:pt x="1964459" y="41233"/>
                  </a:lnTo>
                  <a:lnTo>
                    <a:pt x="1841299" y="47900"/>
                  </a:lnTo>
                  <a:lnTo>
                    <a:pt x="1720982" y="55032"/>
                  </a:lnTo>
                  <a:lnTo>
                    <a:pt x="1603615" y="62624"/>
                  </a:lnTo>
                  <a:lnTo>
                    <a:pt x="1489308" y="70667"/>
                  </a:lnTo>
                  <a:lnTo>
                    <a:pt x="1378169" y="79155"/>
                  </a:lnTo>
                  <a:lnTo>
                    <a:pt x="1270308" y="88082"/>
                  </a:lnTo>
                  <a:lnTo>
                    <a:pt x="1165832" y="97440"/>
                  </a:lnTo>
                  <a:lnTo>
                    <a:pt x="1064851" y="107223"/>
                  </a:lnTo>
                  <a:lnTo>
                    <a:pt x="967472" y="117424"/>
                  </a:lnTo>
                  <a:lnTo>
                    <a:pt x="873806" y="128037"/>
                  </a:lnTo>
                  <a:lnTo>
                    <a:pt x="828399" y="133495"/>
                  </a:lnTo>
                  <a:lnTo>
                    <a:pt x="783961" y="139054"/>
                  </a:lnTo>
                  <a:lnTo>
                    <a:pt x="740505" y="144712"/>
                  </a:lnTo>
                  <a:lnTo>
                    <a:pt x="698046" y="150469"/>
                  </a:lnTo>
                  <a:lnTo>
                    <a:pt x="656595" y="156323"/>
                  </a:lnTo>
                  <a:lnTo>
                    <a:pt x="616168" y="162274"/>
                  </a:lnTo>
                  <a:lnTo>
                    <a:pt x="576778" y="168322"/>
                  </a:lnTo>
                  <a:lnTo>
                    <a:pt x="538438" y="174464"/>
                  </a:lnTo>
                  <a:lnTo>
                    <a:pt x="464963" y="187032"/>
                  </a:lnTo>
                  <a:lnTo>
                    <a:pt x="395853" y="199970"/>
                  </a:lnTo>
                  <a:lnTo>
                    <a:pt x="331216" y="213272"/>
                  </a:lnTo>
                  <a:lnTo>
                    <a:pt x="271161" y="226931"/>
                  </a:lnTo>
                  <a:lnTo>
                    <a:pt x="215797" y="240940"/>
                  </a:lnTo>
                  <a:lnTo>
                    <a:pt x="165232" y="255293"/>
                  </a:lnTo>
                  <a:lnTo>
                    <a:pt x="119575" y="269983"/>
                  </a:lnTo>
                  <a:lnTo>
                    <a:pt x="78936" y="285003"/>
                  </a:lnTo>
                  <a:lnTo>
                    <a:pt x="43422" y="300346"/>
                  </a:lnTo>
                  <a:lnTo>
                    <a:pt x="0" y="323952"/>
                  </a:lnTo>
                  <a:lnTo>
                    <a:pt x="0" y="514354"/>
                  </a:lnTo>
                  <a:lnTo>
                    <a:pt x="43422" y="540143"/>
                  </a:lnTo>
                  <a:lnTo>
                    <a:pt x="78936" y="557431"/>
                  </a:lnTo>
                  <a:lnTo>
                    <a:pt x="119575" y="574760"/>
                  </a:lnTo>
                  <a:lnTo>
                    <a:pt x="165232" y="592098"/>
                  </a:lnTo>
                  <a:lnTo>
                    <a:pt x="215797" y="609414"/>
                  </a:lnTo>
                  <a:lnTo>
                    <a:pt x="271161" y="626675"/>
                  </a:lnTo>
                  <a:lnTo>
                    <a:pt x="331216" y="643852"/>
                  </a:lnTo>
                  <a:lnTo>
                    <a:pt x="395853" y="660911"/>
                  </a:lnTo>
                  <a:lnTo>
                    <a:pt x="464963" y="677822"/>
                  </a:lnTo>
                  <a:lnTo>
                    <a:pt x="538438" y="694554"/>
                  </a:lnTo>
                  <a:lnTo>
                    <a:pt x="576778" y="702843"/>
                  </a:lnTo>
                  <a:lnTo>
                    <a:pt x="616168" y="711075"/>
                  </a:lnTo>
                  <a:lnTo>
                    <a:pt x="656595" y="719246"/>
                  </a:lnTo>
                  <a:lnTo>
                    <a:pt x="698046" y="727353"/>
                  </a:lnTo>
                  <a:lnTo>
                    <a:pt x="740505" y="735391"/>
                  </a:lnTo>
                  <a:lnTo>
                    <a:pt x="783961" y="743357"/>
                  </a:lnTo>
                  <a:lnTo>
                    <a:pt x="828399" y="751247"/>
                  </a:lnTo>
                  <a:lnTo>
                    <a:pt x="873806" y="759056"/>
                  </a:lnTo>
                  <a:lnTo>
                    <a:pt x="920169" y="766781"/>
                  </a:lnTo>
                  <a:lnTo>
                    <a:pt x="967472" y="774418"/>
                  </a:lnTo>
                  <a:lnTo>
                    <a:pt x="1015704" y="781963"/>
                  </a:lnTo>
                  <a:lnTo>
                    <a:pt x="1064851" y="789411"/>
                  </a:lnTo>
                  <a:lnTo>
                    <a:pt x="1114898" y="796760"/>
                  </a:lnTo>
                  <a:lnTo>
                    <a:pt x="1165832" y="804005"/>
                  </a:lnTo>
                  <a:lnTo>
                    <a:pt x="1217640" y="811143"/>
                  </a:lnTo>
                  <a:lnTo>
                    <a:pt x="1270308" y="818168"/>
                  </a:lnTo>
                  <a:lnTo>
                    <a:pt x="1323822" y="825078"/>
                  </a:lnTo>
                  <a:lnTo>
                    <a:pt x="1378169" y="831869"/>
                  </a:lnTo>
                  <a:lnTo>
                    <a:pt x="1433336" y="838535"/>
                  </a:lnTo>
                  <a:lnTo>
                    <a:pt x="1489308" y="845075"/>
                  </a:lnTo>
                  <a:lnTo>
                    <a:pt x="1546072" y="851483"/>
                  </a:lnTo>
                  <a:lnTo>
                    <a:pt x="1603615" y="857756"/>
                  </a:lnTo>
                  <a:lnTo>
                    <a:pt x="1661923" y="863889"/>
                  </a:lnTo>
                  <a:lnTo>
                    <a:pt x="1720982" y="869880"/>
                  </a:lnTo>
                  <a:lnTo>
                    <a:pt x="1780778" y="875723"/>
                  </a:lnTo>
                  <a:lnTo>
                    <a:pt x="1841299" y="881415"/>
                  </a:lnTo>
                  <a:lnTo>
                    <a:pt x="1902530" y="886953"/>
                  </a:lnTo>
                  <a:lnTo>
                    <a:pt x="1964459" y="892331"/>
                  </a:lnTo>
                  <a:lnTo>
                    <a:pt x="2027070" y="897547"/>
                  </a:lnTo>
                  <a:lnTo>
                    <a:pt x="2090351" y="902596"/>
                  </a:lnTo>
                  <a:lnTo>
                    <a:pt x="2154289" y="907474"/>
                  </a:lnTo>
                  <a:lnTo>
                    <a:pt x="2218869" y="912178"/>
                  </a:lnTo>
                  <a:lnTo>
                    <a:pt x="2284078" y="916704"/>
                  </a:lnTo>
                  <a:lnTo>
                    <a:pt x="2349902" y="921046"/>
                  </a:lnTo>
                  <a:lnTo>
                    <a:pt x="2416328" y="925203"/>
                  </a:lnTo>
                  <a:lnTo>
                    <a:pt x="2483342" y="929169"/>
                  </a:lnTo>
                  <a:lnTo>
                    <a:pt x="2550931" y="932941"/>
                  </a:lnTo>
                  <a:lnTo>
                    <a:pt x="2619081" y="936515"/>
                  </a:lnTo>
                  <a:lnTo>
                    <a:pt x="2687778" y="939886"/>
                  </a:lnTo>
                  <a:lnTo>
                    <a:pt x="2757009" y="943052"/>
                  </a:lnTo>
                  <a:lnTo>
                    <a:pt x="2826761" y="946008"/>
                  </a:lnTo>
                  <a:lnTo>
                    <a:pt x="2897019" y="948750"/>
                  </a:lnTo>
                  <a:lnTo>
                    <a:pt x="2967770" y="951274"/>
                  </a:lnTo>
                  <a:lnTo>
                    <a:pt x="3039000" y="953576"/>
                  </a:lnTo>
                  <a:lnTo>
                    <a:pt x="3110696" y="955653"/>
                  </a:lnTo>
                  <a:lnTo>
                    <a:pt x="3182845" y="957500"/>
                  </a:lnTo>
                  <a:lnTo>
                    <a:pt x="3255432" y="959113"/>
                  </a:lnTo>
                  <a:lnTo>
                    <a:pt x="3328444" y="960489"/>
                  </a:lnTo>
                  <a:lnTo>
                    <a:pt x="3401868" y="961624"/>
                  </a:lnTo>
                  <a:lnTo>
                    <a:pt x="3475689" y="962513"/>
                  </a:lnTo>
                  <a:lnTo>
                    <a:pt x="3549895" y="963153"/>
                  </a:lnTo>
                  <a:lnTo>
                    <a:pt x="3624472" y="963540"/>
                  </a:lnTo>
                  <a:lnTo>
                    <a:pt x="3699405" y="963670"/>
                  </a:lnTo>
                  <a:lnTo>
                    <a:pt x="3773932" y="963542"/>
                  </a:lnTo>
                  <a:lnTo>
                    <a:pt x="3848106" y="963159"/>
                  </a:lnTo>
                  <a:lnTo>
                    <a:pt x="3921913" y="962526"/>
                  </a:lnTo>
                  <a:lnTo>
                    <a:pt x="3995341" y="961646"/>
                  </a:lnTo>
                  <a:lnTo>
                    <a:pt x="4068375" y="960523"/>
                  </a:lnTo>
                  <a:lnTo>
                    <a:pt x="4141003" y="959162"/>
                  </a:lnTo>
                  <a:lnTo>
                    <a:pt x="4213211" y="957565"/>
                  </a:lnTo>
                  <a:lnTo>
                    <a:pt x="4284985" y="955738"/>
                  </a:lnTo>
                  <a:lnTo>
                    <a:pt x="4356313" y="953683"/>
                  </a:lnTo>
                  <a:lnTo>
                    <a:pt x="4427181" y="951405"/>
                  </a:lnTo>
                  <a:lnTo>
                    <a:pt x="4497575" y="948907"/>
                  </a:lnTo>
                  <a:lnTo>
                    <a:pt x="4567483" y="946193"/>
                  </a:lnTo>
                  <a:lnTo>
                    <a:pt x="4636890" y="943268"/>
                  </a:lnTo>
                  <a:lnTo>
                    <a:pt x="4705784" y="940135"/>
                  </a:lnTo>
                  <a:lnTo>
                    <a:pt x="4774151" y="936798"/>
                  </a:lnTo>
                  <a:lnTo>
                    <a:pt x="4841977" y="933260"/>
                  </a:lnTo>
                  <a:lnTo>
                    <a:pt x="4909250" y="929526"/>
                  </a:lnTo>
                  <a:lnTo>
                    <a:pt x="4975956" y="925600"/>
                  </a:lnTo>
                  <a:lnTo>
                    <a:pt x="5042081" y="921485"/>
                  </a:lnTo>
                  <a:lnTo>
                    <a:pt x="5107613" y="917185"/>
                  </a:lnTo>
                  <a:lnTo>
                    <a:pt x="5172537" y="912704"/>
                  </a:lnTo>
                  <a:lnTo>
                    <a:pt x="5236841" y="908047"/>
                  </a:lnTo>
                  <a:lnTo>
                    <a:pt x="5300511" y="903216"/>
                  </a:lnTo>
                  <a:lnTo>
                    <a:pt x="5363533" y="898216"/>
                  </a:lnTo>
                  <a:lnTo>
                    <a:pt x="5425895" y="893050"/>
                  </a:lnTo>
                  <a:lnTo>
                    <a:pt x="5487583" y="887723"/>
                  </a:lnTo>
                  <a:lnTo>
                    <a:pt x="5548583" y="882238"/>
                  </a:lnTo>
                  <a:lnTo>
                    <a:pt x="5608882" y="876600"/>
                  </a:lnTo>
                  <a:lnTo>
                    <a:pt x="5668467" y="870811"/>
                  </a:lnTo>
                  <a:lnTo>
                    <a:pt x="5727325" y="864876"/>
                  </a:lnTo>
                  <a:lnTo>
                    <a:pt x="5785442" y="858799"/>
                  </a:lnTo>
                  <a:lnTo>
                    <a:pt x="5842804" y="852584"/>
                  </a:lnTo>
                  <a:lnTo>
                    <a:pt x="5899399" y="846234"/>
                  </a:lnTo>
                  <a:lnTo>
                    <a:pt x="5955212" y="839754"/>
                  </a:lnTo>
                  <a:lnTo>
                    <a:pt x="6010232" y="833147"/>
                  </a:lnTo>
                  <a:lnTo>
                    <a:pt x="6064443" y="826417"/>
                  </a:lnTo>
                  <a:lnTo>
                    <a:pt x="6117833" y="819567"/>
                  </a:lnTo>
                  <a:lnTo>
                    <a:pt x="6170388" y="812603"/>
                  </a:lnTo>
                  <a:lnTo>
                    <a:pt x="6222096" y="805527"/>
                  </a:lnTo>
                  <a:lnTo>
                    <a:pt x="6272942" y="798344"/>
                  </a:lnTo>
                  <a:lnTo>
                    <a:pt x="6322914" y="791058"/>
                  </a:lnTo>
                  <a:lnTo>
                    <a:pt x="6371997" y="783671"/>
                  </a:lnTo>
                  <a:lnTo>
                    <a:pt x="6420179" y="776189"/>
                  </a:lnTo>
                  <a:lnTo>
                    <a:pt x="6467446" y="768615"/>
                  </a:lnTo>
                  <a:lnTo>
                    <a:pt x="6513785" y="760952"/>
                  </a:lnTo>
                  <a:lnTo>
                    <a:pt x="6559182" y="753206"/>
                  </a:lnTo>
                  <a:lnTo>
                    <a:pt x="6603624" y="745379"/>
                  </a:lnTo>
                  <a:lnTo>
                    <a:pt x="6647098" y="737475"/>
                  </a:lnTo>
                  <a:lnTo>
                    <a:pt x="6689590" y="729499"/>
                  </a:lnTo>
                  <a:lnTo>
                    <a:pt x="6731088" y="721454"/>
                  </a:lnTo>
                  <a:lnTo>
                    <a:pt x="6771576" y="713344"/>
                  </a:lnTo>
                  <a:lnTo>
                    <a:pt x="6811043" y="705174"/>
                  </a:lnTo>
                  <a:lnTo>
                    <a:pt x="6849475" y="696945"/>
                  </a:lnTo>
                  <a:lnTo>
                    <a:pt x="6886857" y="688664"/>
                  </a:lnTo>
                  <a:lnTo>
                    <a:pt x="6958424" y="671957"/>
                  </a:lnTo>
                  <a:lnTo>
                    <a:pt x="7025636" y="655082"/>
                  </a:lnTo>
                  <a:lnTo>
                    <a:pt x="7088386" y="638072"/>
                  </a:lnTo>
                  <a:lnTo>
                    <a:pt x="7146566" y="620956"/>
                  </a:lnTo>
                  <a:lnTo>
                    <a:pt x="7200071" y="603767"/>
                  </a:lnTo>
                  <a:lnTo>
                    <a:pt x="7248793" y="586534"/>
                  </a:lnTo>
                  <a:lnTo>
                    <a:pt x="7292625" y="569289"/>
                  </a:lnTo>
                  <a:lnTo>
                    <a:pt x="7331460" y="552062"/>
                  </a:lnTo>
                  <a:lnTo>
                    <a:pt x="7380110" y="526325"/>
                  </a:lnTo>
                  <a:lnTo>
                    <a:pt x="7393712" y="517789"/>
                  </a:lnTo>
                  <a:lnTo>
                    <a:pt x="7393712" y="323952"/>
                  </a:lnTo>
                  <a:lnTo>
                    <a:pt x="7348971" y="300499"/>
                  </a:lnTo>
                  <a:lnTo>
                    <a:pt x="7312674" y="285244"/>
                  </a:lnTo>
                  <a:lnTo>
                    <a:pt x="7271327" y="270302"/>
                  </a:lnTo>
                  <a:lnTo>
                    <a:pt x="7225037" y="255679"/>
                  </a:lnTo>
                  <a:lnTo>
                    <a:pt x="7173910" y="241384"/>
                  </a:lnTo>
                  <a:lnTo>
                    <a:pt x="7118054" y="227422"/>
                  </a:lnTo>
                  <a:lnTo>
                    <a:pt x="7057575" y="213802"/>
                  </a:lnTo>
                  <a:lnTo>
                    <a:pt x="6992581" y="200531"/>
                  </a:lnTo>
                  <a:lnTo>
                    <a:pt x="6923178" y="187615"/>
                  </a:lnTo>
                  <a:lnTo>
                    <a:pt x="6849475" y="175063"/>
                  </a:lnTo>
                  <a:lnTo>
                    <a:pt x="6811043" y="168926"/>
                  </a:lnTo>
                  <a:lnTo>
                    <a:pt x="6771576" y="162882"/>
                  </a:lnTo>
                  <a:lnTo>
                    <a:pt x="6731088" y="156932"/>
                  </a:lnTo>
                  <a:lnTo>
                    <a:pt x="6689590" y="151078"/>
                  </a:lnTo>
                  <a:lnTo>
                    <a:pt x="6647098" y="145320"/>
                  </a:lnTo>
                  <a:lnTo>
                    <a:pt x="6603624" y="139660"/>
                  </a:lnTo>
                  <a:lnTo>
                    <a:pt x="6559182" y="134097"/>
                  </a:lnTo>
                  <a:lnTo>
                    <a:pt x="6513785" y="128633"/>
                  </a:lnTo>
                  <a:lnTo>
                    <a:pt x="6420179" y="118007"/>
                  </a:lnTo>
                  <a:lnTo>
                    <a:pt x="6322914" y="107787"/>
                  </a:lnTo>
                  <a:lnTo>
                    <a:pt x="6222096" y="97981"/>
                  </a:lnTo>
                  <a:lnTo>
                    <a:pt x="6117833" y="88596"/>
                  </a:lnTo>
                  <a:lnTo>
                    <a:pt x="6010232" y="79640"/>
                  </a:lnTo>
                  <a:lnTo>
                    <a:pt x="5899399" y="71120"/>
                  </a:lnTo>
                  <a:lnTo>
                    <a:pt x="5785442" y="63043"/>
                  </a:lnTo>
                  <a:lnTo>
                    <a:pt x="5668467" y="55417"/>
                  </a:lnTo>
                  <a:lnTo>
                    <a:pt x="5548583" y="48248"/>
                  </a:lnTo>
                  <a:lnTo>
                    <a:pt x="5425895" y="41544"/>
                  </a:lnTo>
                  <a:lnTo>
                    <a:pt x="5300511" y="35312"/>
                  </a:lnTo>
                  <a:lnTo>
                    <a:pt x="5172537" y="29559"/>
                  </a:lnTo>
                  <a:lnTo>
                    <a:pt x="5042081" y="24294"/>
                  </a:lnTo>
                  <a:lnTo>
                    <a:pt x="4909250" y="19522"/>
                  </a:lnTo>
                  <a:lnTo>
                    <a:pt x="4774151" y="15251"/>
                  </a:lnTo>
                  <a:lnTo>
                    <a:pt x="4636890" y="11489"/>
                  </a:lnTo>
                  <a:lnTo>
                    <a:pt x="4497575" y="8243"/>
                  </a:lnTo>
                  <a:lnTo>
                    <a:pt x="4356313" y="5519"/>
                  </a:lnTo>
                  <a:lnTo>
                    <a:pt x="4213211" y="3326"/>
                  </a:lnTo>
                  <a:lnTo>
                    <a:pt x="4068375" y="1670"/>
                  </a:lnTo>
                  <a:lnTo>
                    <a:pt x="3921913" y="559"/>
                  </a:lnTo>
                  <a:lnTo>
                    <a:pt x="3773932" y="0"/>
                  </a:lnTo>
                  <a:close/>
                </a:path>
              </a:pathLst>
            </a:custGeom>
            <a:solidFill>
              <a:srgbClr val="C3DE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759912" y="6363815"/>
              <a:ext cx="7393940" cy="899160"/>
            </a:xfrm>
            <a:custGeom>
              <a:avLst/>
              <a:gdLst/>
              <a:ahLst/>
              <a:cxnLst/>
              <a:rect l="l" t="t" r="r" b="b"/>
              <a:pathLst>
                <a:path w="7393940" h="899159">
                  <a:moveTo>
                    <a:pt x="3776210" y="0"/>
                  </a:moveTo>
                  <a:lnTo>
                    <a:pt x="3617512" y="0"/>
                  </a:lnTo>
                  <a:lnTo>
                    <a:pt x="3460055" y="802"/>
                  </a:lnTo>
                  <a:lnTo>
                    <a:pt x="3304363" y="2388"/>
                  </a:lnTo>
                  <a:lnTo>
                    <a:pt x="3150569" y="4737"/>
                  </a:lnTo>
                  <a:lnTo>
                    <a:pt x="2998806" y="7829"/>
                  </a:lnTo>
                  <a:lnTo>
                    <a:pt x="2849208" y="11644"/>
                  </a:lnTo>
                  <a:lnTo>
                    <a:pt x="2701909" y="16161"/>
                  </a:lnTo>
                  <a:lnTo>
                    <a:pt x="2557041" y="21360"/>
                  </a:lnTo>
                  <a:lnTo>
                    <a:pt x="2414739" y="27221"/>
                  </a:lnTo>
                  <a:lnTo>
                    <a:pt x="2275135" y="33724"/>
                  </a:lnTo>
                  <a:lnTo>
                    <a:pt x="2138363" y="40849"/>
                  </a:lnTo>
                  <a:lnTo>
                    <a:pt x="2004556" y="48575"/>
                  </a:lnTo>
                  <a:lnTo>
                    <a:pt x="1873848" y="56882"/>
                  </a:lnTo>
                  <a:lnTo>
                    <a:pt x="1746371" y="65750"/>
                  </a:lnTo>
                  <a:lnTo>
                    <a:pt x="1622260" y="75159"/>
                  </a:lnTo>
                  <a:lnTo>
                    <a:pt x="1501648" y="85088"/>
                  </a:lnTo>
                  <a:lnTo>
                    <a:pt x="1384668" y="95517"/>
                  </a:lnTo>
                  <a:lnTo>
                    <a:pt x="1271453" y="106427"/>
                  </a:lnTo>
                  <a:lnTo>
                    <a:pt x="1216300" y="112055"/>
                  </a:lnTo>
                  <a:lnTo>
                    <a:pt x="1162138" y="117796"/>
                  </a:lnTo>
                  <a:lnTo>
                    <a:pt x="1108984" y="123647"/>
                  </a:lnTo>
                  <a:lnTo>
                    <a:pt x="1056854" y="129605"/>
                  </a:lnTo>
                  <a:lnTo>
                    <a:pt x="1005766" y="135668"/>
                  </a:lnTo>
                  <a:lnTo>
                    <a:pt x="955737" y="141834"/>
                  </a:lnTo>
                  <a:lnTo>
                    <a:pt x="906782" y="148099"/>
                  </a:lnTo>
                  <a:lnTo>
                    <a:pt x="858918" y="154461"/>
                  </a:lnTo>
                  <a:lnTo>
                    <a:pt x="812162" y="160919"/>
                  </a:lnTo>
                  <a:lnTo>
                    <a:pt x="766532" y="167468"/>
                  </a:lnTo>
                  <a:lnTo>
                    <a:pt x="722042" y="174107"/>
                  </a:lnTo>
                  <a:lnTo>
                    <a:pt x="678711" y="180833"/>
                  </a:lnTo>
                  <a:lnTo>
                    <a:pt x="636555" y="187644"/>
                  </a:lnTo>
                  <a:lnTo>
                    <a:pt x="595590" y="194537"/>
                  </a:lnTo>
                  <a:lnTo>
                    <a:pt x="555833" y="201510"/>
                  </a:lnTo>
                  <a:lnTo>
                    <a:pt x="517301" y="208560"/>
                  </a:lnTo>
                  <a:lnTo>
                    <a:pt x="443978" y="222880"/>
                  </a:lnTo>
                  <a:lnTo>
                    <a:pt x="375755" y="237478"/>
                  </a:lnTo>
                  <a:lnTo>
                    <a:pt x="312764" y="252334"/>
                  </a:lnTo>
                  <a:lnTo>
                    <a:pt x="255140" y="267428"/>
                  </a:lnTo>
                  <a:lnTo>
                    <a:pt x="203014" y="282738"/>
                  </a:lnTo>
                  <a:lnTo>
                    <a:pt x="156522" y="298246"/>
                  </a:lnTo>
                  <a:lnTo>
                    <a:pt x="115796" y="313930"/>
                  </a:lnTo>
                  <a:lnTo>
                    <a:pt x="80969" y="329772"/>
                  </a:lnTo>
                  <a:lnTo>
                    <a:pt x="40083" y="353783"/>
                  </a:lnTo>
                  <a:lnTo>
                    <a:pt x="7462" y="386157"/>
                  </a:lnTo>
                  <a:lnTo>
                    <a:pt x="0" y="410619"/>
                  </a:lnTo>
                  <a:lnTo>
                    <a:pt x="834" y="418824"/>
                  </a:lnTo>
                  <a:lnTo>
                    <a:pt x="20589" y="452249"/>
                  </a:lnTo>
                  <a:lnTo>
                    <a:pt x="52176" y="477825"/>
                  </a:lnTo>
                  <a:lnTo>
                    <a:pt x="97637" y="503699"/>
                  </a:lnTo>
                  <a:lnTo>
                    <a:pt x="135430" y="521053"/>
                  </a:lnTo>
                  <a:lnTo>
                    <a:pt x="179056" y="538449"/>
                  </a:lnTo>
                  <a:lnTo>
                    <a:pt x="228381" y="555849"/>
                  </a:lnTo>
                  <a:lnTo>
                    <a:pt x="283273" y="573217"/>
                  </a:lnTo>
                  <a:lnTo>
                    <a:pt x="343597" y="590516"/>
                  </a:lnTo>
                  <a:lnTo>
                    <a:pt x="409221" y="607711"/>
                  </a:lnTo>
                  <a:lnTo>
                    <a:pt x="480011" y="624764"/>
                  </a:lnTo>
                  <a:lnTo>
                    <a:pt x="517301" y="633226"/>
                  </a:lnTo>
                  <a:lnTo>
                    <a:pt x="555833" y="641639"/>
                  </a:lnTo>
                  <a:lnTo>
                    <a:pt x="595590" y="649999"/>
                  </a:lnTo>
                  <a:lnTo>
                    <a:pt x="636555" y="658300"/>
                  </a:lnTo>
                  <a:lnTo>
                    <a:pt x="678711" y="666539"/>
                  </a:lnTo>
                  <a:lnTo>
                    <a:pt x="722042" y="674710"/>
                  </a:lnTo>
                  <a:lnTo>
                    <a:pt x="766532" y="682809"/>
                  </a:lnTo>
                  <a:lnTo>
                    <a:pt x="812162" y="690832"/>
                  </a:lnTo>
                  <a:lnTo>
                    <a:pt x="858918" y="698774"/>
                  </a:lnTo>
                  <a:lnTo>
                    <a:pt x="906782" y="706630"/>
                  </a:lnTo>
                  <a:lnTo>
                    <a:pt x="955737" y="714397"/>
                  </a:lnTo>
                  <a:lnTo>
                    <a:pt x="1005766" y="722068"/>
                  </a:lnTo>
                  <a:lnTo>
                    <a:pt x="1056854" y="729640"/>
                  </a:lnTo>
                  <a:lnTo>
                    <a:pt x="1108984" y="737109"/>
                  </a:lnTo>
                  <a:lnTo>
                    <a:pt x="1162138" y="744469"/>
                  </a:lnTo>
                  <a:lnTo>
                    <a:pt x="1216300" y="751716"/>
                  </a:lnTo>
                  <a:lnTo>
                    <a:pt x="1271453" y="758845"/>
                  </a:lnTo>
                  <a:lnTo>
                    <a:pt x="1327582" y="765852"/>
                  </a:lnTo>
                  <a:lnTo>
                    <a:pt x="1384668" y="772733"/>
                  </a:lnTo>
                  <a:lnTo>
                    <a:pt x="1442696" y="779483"/>
                  </a:lnTo>
                  <a:lnTo>
                    <a:pt x="1501648" y="786096"/>
                  </a:lnTo>
                  <a:lnTo>
                    <a:pt x="1561508" y="792570"/>
                  </a:lnTo>
                  <a:lnTo>
                    <a:pt x="1622260" y="798898"/>
                  </a:lnTo>
                  <a:lnTo>
                    <a:pt x="1683887" y="805077"/>
                  </a:lnTo>
                  <a:lnTo>
                    <a:pt x="1746371" y="811102"/>
                  </a:lnTo>
                  <a:lnTo>
                    <a:pt x="1809697" y="816968"/>
                  </a:lnTo>
                  <a:lnTo>
                    <a:pt x="1873848" y="822672"/>
                  </a:lnTo>
                  <a:lnTo>
                    <a:pt x="1938806" y="828207"/>
                  </a:lnTo>
                  <a:lnTo>
                    <a:pt x="2004556" y="833570"/>
                  </a:lnTo>
                  <a:lnTo>
                    <a:pt x="2071080" y="838756"/>
                  </a:lnTo>
                  <a:lnTo>
                    <a:pt x="2138363" y="843761"/>
                  </a:lnTo>
                  <a:lnTo>
                    <a:pt x="2206387" y="848580"/>
                  </a:lnTo>
                  <a:lnTo>
                    <a:pt x="2275135" y="853208"/>
                  </a:lnTo>
                  <a:lnTo>
                    <a:pt x="2344591" y="857641"/>
                  </a:lnTo>
                  <a:lnTo>
                    <a:pt x="2414739" y="861875"/>
                  </a:lnTo>
                  <a:lnTo>
                    <a:pt x="2485561" y="865904"/>
                  </a:lnTo>
                  <a:lnTo>
                    <a:pt x="2557041" y="869724"/>
                  </a:lnTo>
                  <a:lnTo>
                    <a:pt x="2629163" y="873331"/>
                  </a:lnTo>
                  <a:lnTo>
                    <a:pt x="2701909" y="876720"/>
                  </a:lnTo>
                  <a:lnTo>
                    <a:pt x="2775263" y="879886"/>
                  </a:lnTo>
                  <a:lnTo>
                    <a:pt x="2849208" y="882826"/>
                  </a:lnTo>
                  <a:lnTo>
                    <a:pt x="2923728" y="885533"/>
                  </a:lnTo>
                  <a:lnTo>
                    <a:pt x="2998806" y="888005"/>
                  </a:lnTo>
                  <a:lnTo>
                    <a:pt x="3074425" y="890236"/>
                  </a:lnTo>
                  <a:lnTo>
                    <a:pt x="3150569" y="892221"/>
                  </a:lnTo>
                  <a:lnTo>
                    <a:pt x="3227220" y="893956"/>
                  </a:lnTo>
                  <a:lnTo>
                    <a:pt x="3304363" y="895437"/>
                  </a:lnTo>
                  <a:lnTo>
                    <a:pt x="3381980" y="896659"/>
                  </a:lnTo>
                  <a:lnTo>
                    <a:pt x="3460055" y="897618"/>
                  </a:lnTo>
                  <a:lnTo>
                    <a:pt x="3538571" y="898308"/>
                  </a:lnTo>
                  <a:lnTo>
                    <a:pt x="3617512" y="898725"/>
                  </a:lnTo>
                  <a:lnTo>
                    <a:pt x="3696861" y="898866"/>
                  </a:lnTo>
                  <a:lnTo>
                    <a:pt x="3776210" y="898725"/>
                  </a:lnTo>
                  <a:lnTo>
                    <a:pt x="3855152" y="898308"/>
                  </a:lnTo>
                  <a:lnTo>
                    <a:pt x="3933669" y="897618"/>
                  </a:lnTo>
                  <a:lnTo>
                    <a:pt x="4011744" y="896659"/>
                  </a:lnTo>
                  <a:lnTo>
                    <a:pt x="4089362" y="895437"/>
                  </a:lnTo>
                  <a:lnTo>
                    <a:pt x="4166506" y="893956"/>
                  </a:lnTo>
                  <a:lnTo>
                    <a:pt x="4243157" y="892221"/>
                  </a:lnTo>
                  <a:lnTo>
                    <a:pt x="4319301" y="890236"/>
                  </a:lnTo>
                  <a:lnTo>
                    <a:pt x="4394921" y="888005"/>
                  </a:lnTo>
                  <a:lnTo>
                    <a:pt x="4469999" y="885533"/>
                  </a:lnTo>
                  <a:lnTo>
                    <a:pt x="4544519" y="882826"/>
                  </a:lnTo>
                  <a:lnTo>
                    <a:pt x="4618465" y="879886"/>
                  </a:lnTo>
                  <a:lnTo>
                    <a:pt x="4691819" y="876720"/>
                  </a:lnTo>
                  <a:lnTo>
                    <a:pt x="4764565" y="873331"/>
                  </a:lnTo>
                  <a:lnTo>
                    <a:pt x="4836687" y="869724"/>
                  </a:lnTo>
                  <a:lnTo>
                    <a:pt x="4908167" y="865904"/>
                  </a:lnTo>
                  <a:lnTo>
                    <a:pt x="4978990" y="861875"/>
                  </a:lnTo>
                  <a:lnTo>
                    <a:pt x="5049137" y="857641"/>
                  </a:lnTo>
                  <a:lnTo>
                    <a:pt x="5118594" y="853208"/>
                  </a:lnTo>
                  <a:lnTo>
                    <a:pt x="5187342" y="848580"/>
                  </a:lnTo>
                  <a:lnTo>
                    <a:pt x="5255366" y="843761"/>
                  </a:lnTo>
                  <a:lnTo>
                    <a:pt x="5322648" y="838756"/>
                  </a:lnTo>
                  <a:lnTo>
                    <a:pt x="5389173" y="833570"/>
                  </a:lnTo>
                  <a:lnTo>
                    <a:pt x="5454922" y="828207"/>
                  </a:lnTo>
                  <a:lnTo>
                    <a:pt x="5519881" y="822672"/>
                  </a:lnTo>
                  <a:lnTo>
                    <a:pt x="5584031" y="816968"/>
                  </a:lnTo>
                  <a:lnTo>
                    <a:pt x="5647357" y="811102"/>
                  </a:lnTo>
                  <a:lnTo>
                    <a:pt x="5709841" y="805077"/>
                  </a:lnTo>
                  <a:lnTo>
                    <a:pt x="5771467" y="798898"/>
                  </a:lnTo>
                  <a:lnTo>
                    <a:pt x="5832219" y="792570"/>
                  </a:lnTo>
                  <a:lnTo>
                    <a:pt x="5892079" y="786096"/>
                  </a:lnTo>
                  <a:lnTo>
                    <a:pt x="5951031" y="779483"/>
                  </a:lnTo>
                  <a:lnTo>
                    <a:pt x="6009058" y="772733"/>
                  </a:lnTo>
                  <a:lnTo>
                    <a:pt x="6066144" y="765852"/>
                  </a:lnTo>
                  <a:lnTo>
                    <a:pt x="6122272" y="758845"/>
                  </a:lnTo>
                  <a:lnTo>
                    <a:pt x="6177425" y="751716"/>
                  </a:lnTo>
                  <a:lnTo>
                    <a:pt x="6231587" y="744469"/>
                  </a:lnTo>
                  <a:lnTo>
                    <a:pt x="6284741" y="737109"/>
                  </a:lnTo>
                  <a:lnTo>
                    <a:pt x="6336870" y="729640"/>
                  </a:lnTo>
                  <a:lnTo>
                    <a:pt x="6387957" y="722068"/>
                  </a:lnTo>
                  <a:lnTo>
                    <a:pt x="6437987" y="714397"/>
                  </a:lnTo>
                  <a:lnTo>
                    <a:pt x="6486941" y="706630"/>
                  </a:lnTo>
                  <a:lnTo>
                    <a:pt x="6534804" y="698774"/>
                  </a:lnTo>
                  <a:lnTo>
                    <a:pt x="6581559" y="690832"/>
                  </a:lnTo>
                  <a:lnTo>
                    <a:pt x="6627190" y="682809"/>
                  </a:lnTo>
                  <a:lnTo>
                    <a:pt x="6671679" y="674710"/>
                  </a:lnTo>
                  <a:lnTo>
                    <a:pt x="6715009" y="666539"/>
                  </a:lnTo>
                  <a:lnTo>
                    <a:pt x="6757165" y="658300"/>
                  </a:lnTo>
                  <a:lnTo>
                    <a:pt x="6798130" y="649999"/>
                  </a:lnTo>
                  <a:lnTo>
                    <a:pt x="6837886" y="641639"/>
                  </a:lnTo>
                  <a:lnTo>
                    <a:pt x="6876417" y="633226"/>
                  </a:lnTo>
                  <a:lnTo>
                    <a:pt x="6913707" y="624764"/>
                  </a:lnTo>
                  <a:lnTo>
                    <a:pt x="6984496" y="607711"/>
                  </a:lnTo>
                  <a:lnTo>
                    <a:pt x="7050119" y="590516"/>
                  </a:lnTo>
                  <a:lnTo>
                    <a:pt x="7110443" y="573217"/>
                  </a:lnTo>
                  <a:lnTo>
                    <a:pt x="7165334" y="555849"/>
                  </a:lnTo>
                  <a:lnTo>
                    <a:pt x="7214658" y="538449"/>
                  </a:lnTo>
                  <a:lnTo>
                    <a:pt x="7258283" y="521053"/>
                  </a:lnTo>
                  <a:lnTo>
                    <a:pt x="7296076" y="503699"/>
                  </a:lnTo>
                  <a:lnTo>
                    <a:pt x="7341536" y="477825"/>
                  </a:lnTo>
                  <a:lnTo>
                    <a:pt x="7373122" y="452249"/>
                  </a:lnTo>
                  <a:lnTo>
                    <a:pt x="7392877" y="418824"/>
                  </a:lnTo>
                  <a:lnTo>
                    <a:pt x="7393712" y="410619"/>
                  </a:lnTo>
                  <a:lnTo>
                    <a:pt x="7392877" y="402453"/>
                  </a:lnTo>
                  <a:lnTo>
                    <a:pt x="7364163" y="361843"/>
                  </a:lnTo>
                  <a:lnTo>
                    <a:pt x="7327902" y="337745"/>
                  </a:lnTo>
                  <a:lnTo>
                    <a:pt x="7277917" y="313930"/>
                  </a:lnTo>
                  <a:lnTo>
                    <a:pt x="7237192" y="298246"/>
                  </a:lnTo>
                  <a:lnTo>
                    <a:pt x="7190700" y="282738"/>
                  </a:lnTo>
                  <a:lnTo>
                    <a:pt x="7138576" y="267428"/>
                  </a:lnTo>
                  <a:lnTo>
                    <a:pt x="7080952" y="252334"/>
                  </a:lnTo>
                  <a:lnTo>
                    <a:pt x="7017962" y="237478"/>
                  </a:lnTo>
                  <a:lnTo>
                    <a:pt x="6949739" y="222880"/>
                  </a:lnTo>
                  <a:lnTo>
                    <a:pt x="6876417" y="208560"/>
                  </a:lnTo>
                  <a:lnTo>
                    <a:pt x="6837886" y="201510"/>
                  </a:lnTo>
                  <a:lnTo>
                    <a:pt x="6798130" y="194537"/>
                  </a:lnTo>
                  <a:lnTo>
                    <a:pt x="6757165" y="187644"/>
                  </a:lnTo>
                  <a:lnTo>
                    <a:pt x="6715009" y="180833"/>
                  </a:lnTo>
                  <a:lnTo>
                    <a:pt x="6671679" y="174107"/>
                  </a:lnTo>
                  <a:lnTo>
                    <a:pt x="6627190" y="167468"/>
                  </a:lnTo>
                  <a:lnTo>
                    <a:pt x="6581559" y="160919"/>
                  </a:lnTo>
                  <a:lnTo>
                    <a:pt x="6534804" y="154461"/>
                  </a:lnTo>
                  <a:lnTo>
                    <a:pt x="6486941" y="148099"/>
                  </a:lnTo>
                  <a:lnTo>
                    <a:pt x="6437987" y="141834"/>
                  </a:lnTo>
                  <a:lnTo>
                    <a:pt x="6387957" y="135668"/>
                  </a:lnTo>
                  <a:lnTo>
                    <a:pt x="6336870" y="129605"/>
                  </a:lnTo>
                  <a:lnTo>
                    <a:pt x="6284741" y="123647"/>
                  </a:lnTo>
                  <a:lnTo>
                    <a:pt x="6231587" y="117796"/>
                  </a:lnTo>
                  <a:lnTo>
                    <a:pt x="6177425" y="112055"/>
                  </a:lnTo>
                  <a:lnTo>
                    <a:pt x="6122272" y="106427"/>
                  </a:lnTo>
                  <a:lnTo>
                    <a:pt x="6009058" y="95517"/>
                  </a:lnTo>
                  <a:lnTo>
                    <a:pt x="5892079" y="85088"/>
                  </a:lnTo>
                  <a:lnTo>
                    <a:pt x="5771467" y="75159"/>
                  </a:lnTo>
                  <a:lnTo>
                    <a:pt x="5647357" y="65750"/>
                  </a:lnTo>
                  <a:lnTo>
                    <a:pt x="5519881" y="56882"/>
                  </a:lnTo>
                  <a:lnTo>
                    <a:pt x="5389173" y="48575"/>
                  </a:lnTo>
                  <a:lnTo>
                    <a:pt x="5255366" y="40849"/>
                  </a:lnTo>
                  <a:lnTo>
                    <a:pt x="5118594" y="33724"/>
                  </a:lnTo>
                  <a:lnTo>
                    <a:pt x="4978990" y="27221"/>
                  </a:lnTo>
                  <a:lnTo>
                    <a:pt x="4836687" y="21360"/>
                  </a:lnTo>
                  <a:lnTo>
                    <a:pt x="4691819" y="16161"/>
                  </a:lnTo>
                  <a:lnTo>
                    <a:pt x="4544519" y="11644"/>
                  </a:lnTo>
                  <a:lnTo>
                    <a:pt x="4394921" y="7829"/>
                  </a:lnTo>
                  <a:lnTo>
                    <a:pt x="4243157" y="4737"/>
                  </a:lnTo>
                  <a:lnTo>
                    <a:pt x="4089362" y="2388"/>
                  </a:lnTo>
                  <a:lnTo>
                    <a:pt x="3933669" y="802"/>
                  </a:lnTo>
                  <a:lnTo>
                    <a:pt x="3776210" y="0"/>
                  </a:lnTo>
                  <a:close/>
                </a:path>
              </a:pathLst>
            </a:custGeom>
            <a:solidFill>
              <a:srgbClr val="58B6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83752" y="6513728"/>
              <a:ext cx="1918998" cy="418102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10878921" y="6489589"/>
              <a:ext cx="1919605" cy="418465"/>
            </a:xfrm>
            <a:custGeom>
              <a:avLst/>
              <a:gdLst/>
              <a:ahLst/>
              <a:cxnLst/>
              <a:rect l="l" t="t" r="r" b="b"/>
              <a:pathLst>
                <a:path w="1919604" h="418465">
                  <a:moveTo>
                    <a:pt x="1919009" y="0"/>
                  </a:moveTo>
                  <a:lnTo>
                    <a:pt x="407401" y="0"/>
                  </a:lnTo>
                  <a:lnTo>
                    <a:pt x="0" y="418102"/>
                  </a:lnTo>
                  <a:lnTo>
                    <a:pt x="1586663" y="418102"/>
                  </a:lnTo>
                  <a:lnTo>
                    <a:pt x="1919009" y="0"/>
                  </a:lnTo>
                  <a:close/>
                </a:path>
              </a:pathLst>
            </a:custGeom>
            <a:solidFill>
              <a:srgbClr val="FDFD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1666889" y="6505671"/>
              <a:ext cx="311150" cy="370205"/>
            </a:xfrm>
            <a:custGeom>
              <a:avLst/>
              <a:gdLst/>
              <a:ahLst/>
              <a:cxnLst/>
              <a:rect l="l" t="t" r="r" b="b"/>
              <a:pathLst>
                <a:path w="311150" h="370204">
                  <a:moveTo>
                    <a:pt x="310901" y="0"/>
                  </a:moveTo>
                  <a:lnTo>
                    <a:pt x="0" y="369852"/>
                  </a:lnTo>
                </a:path>
              </a:pathLst>
            </a:custGeom>
            <a:ln w="7800">
              <a:solidFill>
                <a:srgbClr val="3A747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1843270" y="6804987"/>
              <a:ext cx="504190" cy="32384"/>
            </a:xfrm>
            <a:custGeom>
              <a:avLst/>
              <a:gdLst/>
              <a:ahLst/>
              <a:cxnLst/>
              <a:rect l="l" t="t" r="r" b="b"/>
              <a:pathLst>
                <a:path w="504190" h="32384">
                  <a:moveTo>
                    <a:pt x="503911" y="0"/>
                  </a:moveTo>
                  <a:lnTo>
                    <a:pt x="42888" y="0"/>
                  </a:lnTo>
                  <a:lnTo>
                    <a:pt x="0" y="32145"/>
                  </a:lnTo>
                  <a:lnTo>
                    <a:pt x="471734" y="32145"/>
                  </a:lnTo>
                  <a:lnTo>
                    <a:pt x="50391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1089221" y="6536962"/>
              <a:ext cx="1450975" cy="297180"/>
            </a:xfrm>
            <a:custGeom>
              <a:avLst/>
              <a:gdLst/>
              <a:ahLst/>
              <a:cxnLst/>
              <a:rect l="l" t="t" r="r" b="b"/>
              <a:pathLst>
                <a:path w="1450975" h="297179">
                  <a:moveTo>
                    <a:pt x="493166" y="281927"/>
                  </a:moveTo>
                  <a:lnTo>
                    <a:pt x="42875" y="281927"/>
                  </a:lnTo>
                  <a:lnTo>
                    <a:pt x="0" y="296608"/>
                  </a:lnTo>
                  <a:lnTo>
                    <a:pt x="450278" y="296608"/>
                  </a:lnTo>
                  <a:lnTo>
                    <a:pt x="493166" y="281927"/>
                  </a:lnTo>
                  <a:close/>
                </a:path>
                <a:path w="1450975" h="297179">
                  <a:moveTo>
                    <a:pt x="550354" y="224739"/>
                  </a:moveTo>
                  <a:lnTo>
                    <a:pt x="100076" y="224739"/>
                  </a:lnTo>
                  <a:lnTo>
                    <a:pt x="57188" y="239420"/>
                  </a:lnTo>
                  <a:lnTo>
                    <a:pt x="507466" y="239420"/>
                  </a:lnTo>
                  <a:lnTo>
                    <a:pt x="550354" y="224739"/>
                  </a:lnTo>
                  <a:close/>
                </a:path>
                <a:path w="1450975" h="297179">
                  <a:moveTo>
                    <a:pt x="607529" y="167538"/>
                  </a:moveTo>
                  <a:lnTo>
                    <a:pt x="157226" y="167538"/>
                  </a:lnTo>
                  <a:lnTo>
                    <a:pt x="114363" y="182232"/>
                  </a:lnTo>
                  <a:lnTo>
                    <a:pt x="564642" y="182232"/>
                  </a:lnTo>
                  <a:lnTo>
                    <a:pt x="607529" y="167538"/>
                  </a:lnTo>
                  <a:close/>
                </a:path>
                <a:path w="1450975" h="297179">
                  <a:moveTo>
                    <a:pt x="664705" y="110350"/>
                  </a:moveTo>
                  <a:lnTo>
                    <a:pt x="214414" y="110350"/>
                  </a:lnTo>
                  <a:lnTo>
                    <a:pt x="171538" y="125044"/>
                  </a:lnTo>
                  <a:lnTo>
                    <a:pt x="621817" y="125044"/>
                  </a:lnTo>
                  <a:lnTo>
                    <a:pt x="664705" y="110350"/>
                  </a:lnTo>
                  <a:close/>
                </a:path>
                <a:path w="1450975" h="297179">
                  <a:moveTo>
                    <a:pt x="1272247" y="214439"/>
                  </a:moveTo>
                  <a:lnTo>
                    <a:pt x="854113" y="214439"/>
                  </a:lnTo>
                  <a:lnTo>
                    <a:pt x="854113" y="228727"/>
                  </a:lnTo>
                  <a:lnTo>
                    <a:pt x="1272247" y="228727"/>
                  </a:lnTo>
                  <a:lnTo>
                    <a:pt x="1272247" y="214439"/>
                  </a:lnTo>
                  <a:close/>
                </a:path>
                <a:path w="1450975" h="297179">
                  <a:moveTo>
                    <a:pt x="1307973" y="171551"/>
                  </a:moveTo>
                  <a:lnTo>
                    <a:pt x="889850" y="171551"/>
                  </a:lnTo>
                  <a:lnTo>
                    <a:pt x="889850" y="185839"/>
                  </a:lnTo>
                  <a:lnTo>
                    <a:pt x="1307973" y="185839"/>
                  </a:lnTo>
                  <a:lnTo>
                    <a:pt x="1307973" y="171551"/>
                  </a:lnTo>
                  <a:close/>
                </a:path>
                <a:path w="1450975" h="297179">
                  <a:moveTo>
                    <a:pt x="1343698" y="128651"/>
                  </a:moveTo>
                  <a:lnTo>
                    <a:pt x="925576" y="128651"/>
                  </a:lnTo>
                  <a:lnTo>
                    <a:pt x="925576" y="142951"/>
                  </a:lnTo>
                  <a:lnTo>
                    <a:pt x="1343698" y="142951"/>
                  </a:lnTo>
                  <a:lnTo>
                    <a:pt x="1343698" y="128651"/>
                  </a:lnTo>
                  <a:close/>
                </a:path>
                <a:path w="1450975" h="297179">
                  <a:moveTo>
                    <a:pt x="1379435" y="85775"/>
                  </a:moveTo>
                  <a:lnTo>
                    <a:pt x="961339" y="85775"/>
                  </a:lnTo>
                  <a:lnTo>
                    <a:pt x="961339" y="100076"/>
                  </a:lnTo>
                  <a:lnTo>
                    <a:pt x="1379435" y="100076"/>
                  </a:lnTo>
                  <a:lnTo>
                    <a:pt x="1379435" y="85775"/>
                  </a:lnTo>
                  <a:close/>
                </a:path>
                <a:path w="1450975" h="297179">
                  <a:moveTo>
                    <a:pt x="1415173" y="42887"/>
                  </a:moveTo>
                  <a:lnTo>
                    <a:pt x="997051" y="42887"/>
                  </a:lnTo>
                  <a:lnTo>
                    <a:pt x="997051" y="57188"/>
                  </a:lnTo>
                  <a:lnTo>
                    <a:pt x="1415173" y="57188"/>
                  </a:lnTo>
                  <a:lnTo>
                    <a:pt x="1415173" y="42887"/>
                  </a:lnTo>
                  <a:close/>
                </a:path>
                <a:path w="1450975" h="297179">
                  <a:moveTo>
                    <a:pt x="1450911" y="0"/>
                  </a:moveTo>
                  <a:lnTo>
                    <a:pt x="1032789" y="0"/>
                  </a:lnTo>
                  <a:lnTo>
                    <a:pt x="1032789" y="14300"/>
                  </a:lnTo>
                  <a:lnTo>
                    <a:pt x="1450911" y="14300"/>
                  </a:lnTo>
                  <a:lnTo>
                    <a:pt x="1450911" y="0"/>
                  </a:lnTo>
                  <a:close/>
                </a:path>
              </a:pathLst>
            </a:custGeom>
            <a:solidFill>
              <a:srgbClr val="80A5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3371721" y="6545212"/>
              <a:ext cx="2540" cy="3810"/>
            </a:xfrm>
            <a:custGeom>
              <a:avLst/>
              <a:gdLst/>
              <a:ahLst/>
              <a:cxnLst/>
              <a:rect l="l" t="t" r="r" b="b"/>
              <a:pathLst>
                <a:path w="2540" h="3809">
                  <a:moveTo>
                    <a:pt x="2366" y="0"/>
                  </a:moveTo>
                  <a:lnTo>
                    <a:pt x="1528" y="1068"/>
                  </a:lnTo>
                  <a:lnTo>
                    <a:pt x="785" y="2167"/>
                  </a:lnTo>
                  <a:lnTo>
                    <a:pt x="0" y="3245"/>
                  </a:lnTo>
                  <a:lnTo>
                    <a:pt x="785" y="2177"/>
                  </a:lnTo>
                  <a:lnTo>
                    <a:pt x="1570" y="1078"/>
                  </a:lnTo>
                  <a:lnTo>
                    <a:pt x="2366" y="0"/>
                  </a:lnTo>
                  <a:close/>
                </a:path>
              </a:pathLst>
            </a:custGeom>
            <a:solidFill>
              <a:srgbClr val="79C4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2723376" y="6554174"/>
              <a:ext cx="940435" cy="409575"/>
            </a:xfrm>
            <a:custGeom>
              <a:avLst/>
              <a:gdLst/>
              <a:ahLst/>
              <a:cxnLst/>
              <a:rect l="l" t="t" r="r" b="b"/>
              <a:pathLst>
                <a:path w="940434" h="409575">
                  <a:moveTo>
                    <a:pt x="940180" y="0"/>
                  </a:moveTo>
                  <a:lnTo>
                    <a:pt x="287279" y="0"/>
                  </a:lnTo>
                  <a:lnTo>
                    <a:pt x="0" y="409149"/>
                  </a:lnTo>
                  <a:lnTo>
                    <a:pt x="705130" y="409149"/>
                  </a:lnTo>
                  <a:lnTo>
                    <a:pt x="940180" y="0"/>
                  </a:lnTo>
                  <a:close/>
                </a:path>
              </a:pathLst>
            </a:custGeom>
            <a:solidFill>
              <a:srgbClr val="E3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2682091" y="6360682"/>
              <a:ext cx="1052195" cy="462280"/>
            </a:xfrm>
            <a:custGeom>
              <a:avLst/>
              <a:gdLst/>
              <a:ahLst/>
              <a:cxnLst/>
              <a:rect l="l" t="t" r="r" b="b"/>
              <a:pathLst>
                <a:path w="1052194" h="462279">
                  <a:moveTo>
                    <a:pt x="316765" y="0"/>
                  </a:moveTo>
                  <a:lnTo>
                    <a:pt x="0" y="451148"/>
                  </a:lnTo>
                  <a:lnTo>
                    <a:pt x="887658" y="462226"/>
                  </a:lnTo>
                  <a:lnTo>
                    <a:pt x="1051611" y="20229"/>
                  </a:lnTo>
                  <a:lnTo>
                    <a:pt x="316765" y="0"/>
                  </a:lnTo>
                  <a:close/>
                </a:path>
              </a:pathLst>
            </a:custGeom>
            <a:solidFill>
              <a:srgbClr val="FDFD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2894733" y="6421059"/>
              <a:ext cx="208915" cy="327660"/>
            </a:xfrm>
            <a:custGeom>
              <a:avLst/>
              <a:gdLst/>
              <a:ahLst/>
              <a:cxnLst/>
              <a:rect l="l" t="t" r="r" b="b"/>
              <a:pathLst>
                <a:path w="208915" h="327659">
                  <a:moveTo>
                    <a:pt x="208653" y="0"/>
                  </a:moveTo>
                  <a:lnTo>
                    <a:pt x="0" y="327309"/>
                  </a:lnTo>
                </a:path>
              </a:pathLst>
            </a:custGeom>
            <a:ln w="5235">
              <a:solidFill>
                <a:srgbClr val="B1C8C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3007521" y="6420720"/>
              <a:ext cx="189865" cy="327660"/>
            </a:xfrm>
            <a:custGeom>
              <a:avLst/>
              <a:gdLst/>
              <a:ahLst/>
              <a:cxnLst/>
              <a:rect l="l" t="t" r="r" b="b"/>
              <a:pathLst>
                <a:path w="189865" h="327659">
                  <a:moveTo>
                    <a:pt x="189680" y="0"/>
                  </a:moveTo>
                  <a:lnTo>
                    <a:pt x="0" y="327654"/>
                  </a:lnTo>
                </a:path>
              </a:pathLst>
            </a:custGeom>
            <a:ln w="5235">
              <a:solidFill>
                <a:srgbClr val="B1C8C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3114147" y="6420383"/>
              <a:ext cx="177165" cy="323850"/>
            </a:xfrm>
            <a:custGeom>
              <a:avLst/>
              <a:gdLst/>
              <a:ahLst/>
              <a:cxnLst/>
              <a:rect l="l" t="t" r="r" b="b"/>
              <a:pathLst>
                <a:path w="177165" h="323850">
                  <a:moveTo>
                    <a:pt x="176884" y="0"/>
                  </a:moveTo>
                  <a:lnTo>
                    <a:pt x="0" y="323843"/>
                  </a:lnTo>
                </a:path>
              </a:pathLst>
            </a:custGeom>
            <a:ln w="5235">
              <a:solidFill>
                <a:srgbClr val="B1C8C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3214938" y="6419399"/>
              <a:ext cx="169545" cy="329565"/>
            </a:xfrm>
            <a:custGeom>
              <a:avLst/>
              <a:gdLst/>
              <a:ahLst/>
              <a:cxnLst/>
              <a:rect l="l" t="t" r="r" b="b"/>
              <a:pathLst>
                <a:path w="169544" h="329565">
                  <a:moveTo>
                    <a:pt x="169261" y="0"/>
                  </a:moveTo>
                  <a:lnTo>
                    <a:pt x="0" y="329026"/>
                  </a:lnTo>
                </a:path>
              </a:pathLst>
            </a:custGeom>
            <a:ln w="5235">
              <a:solidFill>
                <a:srgbClr val="B1C8C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3319929" y="6421059"/>
              <a:ext cx="160655" cy="327660"/>
            </a:xfrm>
            <a:custGeom>
              <a:avLst/>
              <a:gdLst/>
              <a:ahLst/>
              <a:cxnLst/>
              <a:rect l="l" t="t" r="r" b="b"/>
              <a:pathLst>
                <a:path w="160655" h="327659">
                  <a:moveTo>
                    <a:pt x="160476" y="0"/>
                  </a:moveTo>
                  <a:lnTo>
                    <a:pt x="0" y="327372"/>
                  </a:lnTo>
                </a:path>
              </a:pathLst>
            </a:custGeom>
            <a:ln w="5235">
              <a:solidFill>
                <a:srgbClr val="B1C8C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3407387" y="6419399"/>
              <a:ext cx="165100" cy="339090"/>
            </a:xfrm>
            <a:custGeom>
              <a:avLst/>
              <a:gdLst/>
              <a:ahLst/>
              <a:cxnLst/>
              <a:rect l="l" t="t" r="r" b="b"/>
              <a:pathLst>
                <a:path w="165100" h="339090">
                  <a:moveTo>
                    <a:pt x="165104" y="0"/>
                  </a:moveTo>
                  <a:lnTo>
                    <a:pt x="0" y="338502"/>
                  </a:lnTo>
                </a:path>
              </a:pathLst>
            </a:custGeom>
            <a:ln w="5235">
              <a:solidFill>
                <a:srgbClr val="B1C8C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14177" y="6742475"/>
              <a:ext cx="786751" cy="403045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9992403" y="6886069"/>
              <a:ext cx="741680" cy="252095"/>
            </a:xfrm>
            <a:custGeom>
              <a:avLst/>
              <a:gdLst/>
              <a:ahLst/>
              <a:cxnLst/>
              <a:rect l="l" t="t" r="r" b="b"/>
              <a:pathLst>
                <a:path w="741679" h="252095">
                  <a:moveTo>
                    <a:pt x="74280" y="0"/>
                  </a:moveTo>
                  <a:lnTo>
                    <a:pt x="0" y="208014"/>
                  </a:lnTo>
                  <a:lnTo>
                    <a:pt x="667152" y="251720"/>
                  </a:lnTo>
                  <a:lnTo>
                    <a:pt x="741411" y="43695"/>
                  </a:lnTo>
                  <a:lnTo>
                    <a:pt x="74280" y="0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0037153" y="6909517"/>
              <a:ext cx="635635" cy="177800"/>
            </a:xfrm>
            <a:custGeom>
              <a:avLst/>
              <a:gdLst/>
              <a:ahLst/>
              <a:cxnLst/>
              <a:rect l="l" t="t" r="r" b="b"/>
              <a:pathLst>
                <a:path w="635634" h="177800">
                  <a:moveTo>
                    <a:pt x="67386" y="596"/>
                  </a:moveTo>
                  <a:lnTo>
                    <a:pt x="58293" y="0"/>
                  </a:lnTo>
                  <a:lnTo>
                    <a:pt x="0" y="163296"/>
                  </a:lnTo>
                  <a:lnTo>
                    <a:pt x="9067" y="163918"/>
                  </a:lnTo>
                  <a:lnTo>
                    <a:pt x="67386" y="596"/>
                  </a:lnTo>
                  <a:close/>
                </a:path>
                <a:path w="635634" h="177800">
                  <a:moveTo>
                    <a:pt x="108229" y="3251"/>
                  </a:moveTo>
                  <a:lnTo>
                    <a:pt x="99148" y="2654"/>
                  </a:lnTo>
                  <a:lnTo>
                    <a:pt x="40830" y="165989"/>
                  </a:lnTo>
                  <a:lnTo>
                    <a:pt x="49911" y="166573"/>
                  </a:lnTo>
                  <a:lnTo>
                    <a:pt x="108229" y="3251"/>
                  </a:lnTo>
                  <a:close/>
                </a:path>
                <a:path w="635634" h="177800">
                  <a:moveTo>
                    <a:pt x="149072" y="5930"/>
                  </a:moveTo>
                  <a:lnTo>
                    <a:pt x="140004" y="5334"/>
                  </a:lnTo>
                  <a:lnTo>
                    <a:pt x="81686" y="168656"/>
                  </a:lnTo>
                  <a:lnTo>
                    <a:pt x="90766" y="169240"/>
                  </a:lnTo>
                  <a:lnTo>
                    <a:pt x="149072" y="5930"/>
                  </a:lnTo>
                  <a:close/>
                </a:path>
                <a:path w="635634" h="177800">
                  <a:moveTo>
                    <a:pt x="189903" y="8610"/>
                  </a:moveTo>
                  <a:lnTo>
                    <a:pt x="180835" y="8001"/>
                  </a:lnTo>
                  <a:lnTo>
                    <a:pt x="122542" y="171335"/>
                  </a:lnTo>
                  <a:lnTo>
                    <a:pt x="131610" y="171945"/>
                  </a:lnTo>
                  <a:lnTo>
                    <a:pt x="189903" y="8610"/>
                  </a:lnTo>
                  <a:close/>
                </a:path>
                <a:path w="635634" h="177800">
                  <a:moveTo>
                    <a:pt x="230771" y="11290"/>
                  </a:moveTo>
                  <a:lnTo>
                    <a:pt x="221678" y="10693"/>
                  </a:lnTo>
                  <a:lnTo>
                    <a:pt x="163372" y="174015"/>
                  </a:lnTo>
                  <a:lnTo>
                    <a:pt x="172440" y="174599"/>
                  </a:lnTo>
                  <a:lnTo>
                    <a:pt x="230771" y="11290"/>
                  </a:lnTo>
                  <a:close/>
                </a:path>
                <a:path w="635634" h="177800">
                  <a:moveTo>
                    <a:pt x="271614" y="13957"/>
                  </a:moveTo>
                  <a:lnTo>
                    <a:pt x="262534" y="13360"/>
                  </a:lnTo>
                  <a:lnTo>
                    <a:pt x="204228" y="176682"/>
                  </a:lnTo>
                  <a:lnTo>
                    <a:pt x="213309" y="177292"/>
                  </a:lnTo>
                  <a:lnTo>
                    <a:pt x="271614" y="13957"/>
                  </a:lnTo>
                  <a:close/>
                </a:path>
                <a:path w="635634" h="177800">
                  <a:moveTo>
                    <a:pt x="359346" y="19710"/>
                  </a:moveTo>
                  <a:lnTo>
                    <a:pt x="350266" y="19126"/>
                  </a:lnTo>
                  <a:lnTo>
                    <a:pt x="324827" y="90411"/>
                  </a:lnTo>
                  <a:lnTo>
                    <a:pt x="333895" y="91008"/>
                  </a:lnTo>
                  <a:lnTo>
                    <a:pt x="359346" y="19710"/>
                  </a:lnTo>
                  <a:close/>
                </a:path>
                <a:path w="635634" h="177800">
                  <a:moveTo>
                    <a:pt x="392633" y="21894"/>
                  </a:moveTo>
                  <a:lnTo>
                    <a:pt x="383552" y="21297"/>
                  </a:lnTo>
                  <a:lnTo>
                    <a:pt x="360426" y="86118"/>
                  </a:lnTo>
                  <a:lnTo>
                    <a:pt x="369506" y="86702"/>
                  </a:lnTo>
                  <a:lnTo>
                    <a:pt x="392633" y="21894"/>
                  </a:lnTo>
                  <a:close/>
                </a:path>
                <a:path w="635634" h="177800">
                  <a:moveTo>
                    <a:pt x="635533" y="61341"/>
                  </a:moveTo>
                  <a:lnTo>
                    <a:pt x="608317" y="59563"/>
                  </a:lnTo>
                  <a:lnTo>
                    <a:pt x="567131" y="174917"/>
                  </a:lnTo>
                  <a:lnTo>
                    <a:pt x="594360" y="176707"/>
                  </a:lnTo>
                  <a:lnTo>
                    <a:pt x="635533" y="61341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0347315" y="7000368"/>
              <a:ext cx="147320" cy="40640"/>
            </a:xfrm>
            <a:custGeom>
              <a:avLst/>
              <a:gdLst/>
              <a:ahLst/>
              <a:cxnLst/>
              <a:rect l="l" t="t" r="r" b="b"/>
              <a:pathLst>
                <a:path w="147320" h="40640">
                  <a:moveTo>
                    <a:pt x="112562" y="0"/>
                  </a:moveTo>
                  <a:lnTo>
                    <a:pt x="74157" y="692"/>
                  </a:lnTo>
                  <a:lnTo>
                    <a:pt x="40366" y="7249"/>
                  </a:lnTo>
                  <a:lnTo>
                    <a:pt x="14532" y="18619"/>
                  </a:lnTo>
                  <a:lnTo>
                    <a:pt x="0" y="33747"/>
                  </a:lnTo>
                  <a:lnTo>
                    <a:pt x="100855" y="40354"/>
                  </a:lnTo>
                  <a:lnTo>
                    <a:pt x="146958" y="5162"/>
                  </a:lnTo>
                  <a:lnTo>
                    <a:pt x="138978" y="3402"/>
                  </a:lnTo>
                  <a:lnTo>
                    <a:pt x="130569" y="1941"/>
                  </a:lnTo>
                  <a:lnTo>
                    <a:pt x="121756" y="799"/>
                  </a:lnTo>
                  <a:lnTo>
                    <a:pt x="112562" y="0"/>
                  </a:lnTo>
                  <a:close/>
                </a:path>
              </a:pathLst>
            </a:custGeom>
            <a:solidFill>
              <a:srgbClr val="92D4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0448168" y="7005528"/>
              <a:ext cx="95885" cy="41910"/>
            </a:xfrm>
            <a:custGeom>
              <a:avLst/>
              <a:gdLst/>
              <a:ahLst/>
              <a:cxnLst/>
              <a:rect l="l" t="t" r="r" b="b"/>
              <a:pathLst>
                <a:path w="95884" h="41909">
                  <a:moveTo>
                    <a:pt x="46103" y="0"/>
                  </a:moveTo>
                  <a:lnTo>
                    <a:pt x="0" y="35192"/>
                  </a:lnTo>
                  <a:lnTo>
                    <a:pt x="95578" y="41454"/>
                  </a:lnTo>
                  <a:lnTo>
                    <a:pt x="94348" y="28882"/>
                  </a:lnTo>
                  <a:lnTo>
                    <a:pt x="84956" y="17362"/>
                  </a:lnTo>
                  <a:lnTo>
                    <a:pt x="68506" y="7524"/>
                  </a:lnTo>
                  <a:lnTo>
                    <a:pt x="46103" y="0"/>
                  </a:lnTo>
                  <a:close/>
                </a:path>
              </a:pathLst>
            </a:custGeom>
            <a:solidFill>
              <a:srgbClr val="D3DF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0346507" y="7034112"/>
              <a:ext cx="148590" cy="51435"/>
            </a:xfrm>
            <a:custGeom>
              <a:avLst/>
              <a:gdLst/>
              <a:ahLst/>
              <a:cxnLst/>
              <a:rect l="l" t="t" r="r" b="b"/>
              <a:pathLst>
                <a:path w="148590" h="51434">
                  <a:moveTo>
                    <a:pt x="816" y="0"/>
                  </a:moveTo>
                  <a:lnTo>
                    <a:pt x="46204" y="44678"/>
                  </a:lnTo>
                  <a:lnTo>
                    <a:pt x="100622" y="50981"/>
                  </a:lnTo>
                  <a:lnTo>
                    <a:pt x="117417" y="50205"/>
                  </a:lnTo>
                  <a:lnTo>
                    <a:pt x="133392" y="48255"/>
                  </a:lnTo>
                  <a:lnTo>
                    <a:pt x="148257" y="45223"/>
                  </a:lnTo>
                  <a:lnTo>
                    <a:pt x="103043" y="6680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0449556" y="7040798"/>
              <a:ext cx="94615" cy="38735"/>
            </a:xfrm>
            <a:custGeom>
              <a:avLst/>
              <a:gdLst/>
              <a:ahLst/>
              <a:cxnLst/>
              <a:rect l="l" t="t" r="r" b="b"/>
              <a:pathLst>
                <a:path w="94615" h="38734">
                  <a:moveTo>
                    <a:pt x="0" y="0"/>
                  </a:moveTo>
                  <a:lnTo>
                    <a:pt x="45213" y="38532"/>
                  </a:lnTo>
                  <a:lnTo>
                    <a:pt x="62707" y="33010"/>
                  </a:lnTo>
                  <a:lnTo>
                    <a:pt x="77057" y="25961"/>
                  </a:lnTo>
                  <a:lnTo>
                    <a:pt x="87587" y="17598"/>
                  </a:lnTo>
                  <a:lnTo>
                    <a:pt x="93620" y="8135"/>
                  </a:lnTo>
                  <a:lnTo>
                    <a:pt x="94185" y="6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C1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0507474" y="6942419"/>
              <a:ext cx="70485" cy="83820"/>
            </a:xfrm>
            <a:custGeom>
              <a:avLst/>
              <a:gdLst/>
              <a:ahLst/>
              <a:cxnLst/>
              <a:rect l="l" t="t" r="r" b="b"/>
              <a:pathLst>
                <a:path w="70484" h="83820">
                  <a:moveTo>
                    <a:pt x="0" y="83610"/>
                  </a:moveTo>
                  <a:lnTo>
                    <a:pt x="44427" y="71934"/>
                  </a:lnTo>
                  <a:lnTo>
                    <a:pt x="70102" y="0"/>
                  </a:lnTo>
                </a:path>
              </a:pathLst>
            </a:custGeom>
            <a:ln w="3175">
              <a:solidFill>
                <a:srgbClr val="99B6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0525607" y="7060379"/>
              <a:ext cx="32384" cy="41910"/>
            </a:xfrm>
            <a:custGeom>
              <a:avLst/>
              <a:gdLst/>
              <a:ahLst/>
              <a:cxnLst/>
              <a:rect l="l" t="t" r="r" b="b"/>
              <a:pathLst>
                <a:path w="32384" h="41909">
                  <a:moveTo>
                    <a:pt x="0" y="0"/>
                  </a:moveTo>
                  <a:lnTo>
                    <a:pt x="32072" y="8785"/>
                  </a:lnTo>
                  <a:lnTo>
                    <a:pt x="20303" y="41789"/>
                  </a:lnTo>
                </a:path>
              </a:pathLst>
            </a:custGeom>
            <a:ln w="3175">
              <a:solidFill>
                <a:srgbClr val="99B6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0363377" y="7055051"/>
              <a:ext cx="32384" cy="41910"/>
            </a:xfrm>
            <a:custGeom>
              <a:avLst/>
              <a:gdLst/>
              <a:ahLst/>
              <a:cxnLst/>
              <a:rect l="l" t="t" r="r" b="b"/>
              <a:pathLst>
                <a:path w="32384" h="41909">
                  <a:moveTo>
                    <a:pt x="0" y="0"/>
                  </a:moveTo>
                  <a:lnTo>
                    <a:pt x="32082" y="8806"/>
                  </a:lnTo>
                  <a:lnTo>
                    <a:pt x="20303" y="41789"/>
                  </a:lnTo>
                </a:path>
              </a:pathLst>
            </a:custGeom>
            <a:ln w="3175">
              <a:solidFill>
                <a:srgbClr val="99B6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0427179" y="6933180"/>
              <a:ext cx="70485" cy="83820"/>
            </a:xfrm>
            <a:custGeom>
              <a:avLst/>
              <a:gdLst/>
              <a:ahLst/>
              <a:cxnLst/>
              <a:rect l="l" t="t" r="r" b="b"/>
              <a:pathLst>
                <a:path w="70484" h="83820">
                  <a:moveTo>
                    <a:pt x="0" y="83610"/>
                  </a:moveTo>
                  <a:lnTo>
                    <a:pt x="44407" y="71934"/>
                  </a:lnTo>
                  <a:lnTo>
                    <a:pt x="70092" y="0"/>
                  </a:lnTo>
                </a:path>
              </a:pathLst>
            </a:custGeom>
            <a:ln w="3175">
              <a:solidFill>
                <a:srgbClr val="99B6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9999525" y="6738421"/>
              <a:ext cx="787400" cy="284480"/>
            </a:xfrm>
            <a:custGeom>
              <a:avLst/>
              <a:gdLst/>
              <a:ahLst/>
              <a:cxnLst/>
              <a:rect l="l" t="t" r="r" b="b"/>
              <a:pathLst>
                <a:path w="787400" h="284479">
                  <a:moveTo>
                    <a:pt x="646996" y="0"/>
                  </a:moveTo>
                  <a:lnTo>
                    <a:pt x="0" y="82290"/>
                  </a:lnTo>
                  <a:lnTo>
                    <a:pt x="139796" y="284022"/>
                  </a:lnTo>
                  <a:lnTo>
                    <a:pt x="786792" y="201732"/>
                  </a:lnTo>
                  <a:lnTo>
                    <a:pt x="6469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0281412" y="6781120"/>
              <a:ext cx="307975" cy="188595"/>
            </a:xfrm>
            <a:custGeom>
              <a:avLst/>
              <a:gdLst/>
              <a:ahLst/>
              <a:cxnLst/>
              <a:rect l="l" t="t" r="r" b="b"/>
              <a:pathLst>
                <a:path w="307975" h="188595">
                  <a:moveTo>
                    <a:pt x="307606" y="5651"/>
                  </a:moveTo>
                  <a:lnTo>
                    <a:pt x="303669" y="0"/>
                  </a:lnTo>
                  <a:lnTo>
                    <a:pt x="35204" y="34137"/>
                  </a:lnTo>
                  <a:lnTo>
                    <a:pt x="29984" y="26593"/>
                  </a:lnTo>
                  <a:lnTo>
                    <a:pt x="16776" y="28257"/>
                  </a:lnTo>
                  <a:lnTo>
                    <a:pt x="22009" y="35814"/>
                  </a:lnTo>
                  <a:lnTo>
                    <a:pt x="0" y="38608"/>
                  </a:lnTo>
                  <a:lnTo>
                    <a:pt x="3924" y="44259"/>
                  </a:lnTo>
                  <a:lnTo>
                    <a:pt x="25920" y="41465"/>
                  </a:lnTo>
                  <a:lnTo>
                    <a:pt x="127825" y="188531"/>
                  </a:lnTo>
                  <a:lnTo>
                    <a:pt x="141033" y="186855"/>
                  </a:lnTo>
                  <a:lnTo>
                    <a:pt x="39116" y="39789"/>
                  </a:lnTo>
                  <a:lnTo>
                    <a:pt x="307606" y="5651"/>
                  </a:lnTo>
                  <a:close/>
                </a:path>
              </a:pathLst>
            </a:custGeom>
            <a:solidFill>
              <a:srgbClr val="0A52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0328375" y="6813749"/>
              <a:ext cx="157480" cy="35560"/>
            </a:xfrm>
            <a:custGeom>
              <a:avLst/>
              <a:gdLst/>
              <a:ahLst/>
              <a:cxnLst/>
              <a:rect l="l" t="t" r="r" b="b"/>
              <a:pathLst>
                <a:path w="157479" h="35559">
                  <a:moveTo>
                    <a:pt x="145252" y="0"/>
                  </a:moveTo>
                  <a:lnTo>
                    <a:pt x="0" y="18460"/>
                  </a:lnTo>
                  <a:lnTo>
                    <a:pt x="11758" y="35433"/>
                  </a:lnTo>
                  <a:lnTo>
                    <a:pt x="157000" y="16973"/>
                  </a:lnTo>
                  <a:lnTo>
                    <a:pt x="14525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0346675" y="6845748"/>
              <a:ext cx="113030" cy="29845"/>
            </a:xfrm>
            <a:custGeom>
              <a:avLst/>
              <a:gdLst/>
              <a:ahLst/>
              <a:cxnLst/>
              <a:rect l="l" t="t" r="r" b="b"/>
              <a:pathLst>
                <a:path w="113029" h="29845">
                  <a:moveTo>
                    <a:pt x="101232" y="0"/>
                  </a:moveTo>
                  <a:lnTo>
                    <a:pt x="0" y="12858"/>
                  </a:lnTo>
                  <a:lnTo>
                    <a:pt x="11758" y="29842"/>
                  </a:lnTo>
                  <a:lnTo>
                    <a:pt x="112991" y="16962"/>
                  </a:lnTo>
                  <a:lnTo>
                    <a:pt x="101232" y="0"/>
                  </a:lnTo>
                  <a:close/>
                </a:path>
              </a:pathLst>
            </a:custGeom>
            <a:solidFill>
              <a:srgbClr val="40AC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0367577" y="6863612"/>
              <a:ext cx="210185" cy="42545"/>
            </a:xfrm>
            <a:custGeom>
              <a:avLst/>
              <a:gdLst/>
              <a:ahLst/>
              <a:cxnLst/>
              <a:rect l="l" t="t" r="r" b="b"/>
              <a:pathLst>
                <a:path w="210184" h="42545">
                  <a:moveTo>
                    <a:pt x="198056" y="0"/>
                  </a:moveTo>
                  <a:lnTo>
                    <a:pt x="0" y="25151"/>
                  </a:lnTo>
                  <a:lnTo>
                    <a:pt x="11758" y="42124"/>
                  </a:lnTo>
                  <a:lnTo>
                    <a:pt x="209815" y="16973"/>
                  </a:lnTo>
                  <a:lnTo>
                    <a:pt x="198056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0388244" y="6903019"/>
              <a:ext cx="161925" cy="36195"/>
            </a:xfrm>
            <a:custGeom>
              <a:avLst/>
              <a:gdLst/>
              <a:ahLst/>
              <a:cxnLst/>
              <a:rect l="l" t="t" r="r" b="b"/>
              <a:pathLst>
                <a:path w="161925" h="36195">
                  <a:moveTo>
                    <a:pt x="149639" y="0"/>
                  </a:moveTo>
                  <a:lnTo>
                    <a:pt x="0" y="19046"/>
                  </a:lnTo>
                  <a:lnTo>
                    <a:pt x="11748" y="35998"/>
                  </a:lnTo>
                  <a:lnTo>
                    <a:pt x="161408" y="16973"/>
                  </a:lnTo>
                  <a:lnTo>
                    <a:pt x="149639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0054984" y="6800576"/>
              <a:ext cx="654685" cy="190500"/>
            </a:xfrm>
            <a:custGeom>
              <a:avLst/>
              <a:gdLst/>
              <a:ahLst/>
              <a:cxnLst/>
              <a:rect l="l" t="t" r="r" b="b"/>
              <a:pathLst>
                <a:path w="654684" h="190500">
                  <a:moveTo>
                    <a:pt x="109397" y="188937"/>
                  </a:moveTo>
                  <a:lnTo>
                    <a:pt x="8801" y="43738"/>
                  </a:lnTo>
                  <a:lnTo>
                    <a:pt x="0" y="44869"/>
                  </a:lnTo>
                  <a:lnTo>
                    <a:pt x="100596" y="190055"/>
                  </a:lnTo>
                  <a:lnTo>
                    <a:pt x="109397" y="188937"/>
                  </a:lnTo>
                  <a:close/>
                </a:path>
                <a:path w="654684" h="190500">
                  <a:moveTo>
                    <a:pt x="149009" y="183896"/>
                  </a:moveTo>
                  <a:lnTo>
                    <a:pt x="48412" y="38709"/>
                  </a:lnTo>
                  <a:lnTo>
                    <a:pt x="39598" y="39839"/>
                  </a:lnTo>
                  <a:lnTo>
                    <a:pt x="140208" y="185013"/>
                  </a:lnTo>
                  <a:lnTo>
                    <a:pt x="149009" y="183896"/>
                  </a:lnTo>
                  <a:close/>
                </a:path>
                <a:path w="654684" h="190500">
                  <a:moveTo>
                    <a:pt x="188620" y="178866"/>
                  </a:moveTo>
                  <a:lnTo>
                    <a:pt x="88023" y="33680"/>
                  </a:lnTo>
                  <a:lnTo>
                    <a:pt x="79222" y="34785"/>
                  </a:lnTo>
                  <a:lnTo>
                    <a:pt x="179832" y="179984"/>
                  </a:lnTo>
                  <a:lnTo>
                    <a:pt x="188620" y="178866"/>
                  </a:lnTo>
                  <a:close/>
                </a:path>
                <a:path w="654684" h="190500">
                  <a:moveTo>
                    <a:pt x="228231" y="173824"/>
                  </a:moveTo>
                  <a:lnTo>
                    <a:pt x="127635" y="28651"/>
                  </a:lnTo>
                  <a:lnTo>
                    <a:pt x="118833" y="29756"/>
                  </a:lnTo>
                  <a:lnTo>
                    <a:pt x="219443" y="174942"/>
                  </a:lnTo>
                  <a:lnTo>
                    <a:pt x="228231" y="173824"/>
                  </a:lnTo>
                  <a:close/>
                </a:path>
                <a:path w="654684" h="190500">
                  <a:moveTo>
                    <a:pt x="267843" y="168783"/>
                  </a:moveTo>
                  <a:lnTo>
                    <a:pt x="167246" y="23609"/>
                  </a:lnTo>
                  <a:lnTo>
                    <a:pt x="158457" y="24714"/>
                  </a:lnTo>
                  <a:lnTo>
                    <a:pt x="259041" y="169887"/>
                  </a:lnTo>
                  <a:lnTo>
                    <a:pt x="267843" y="168783"/>
                  </a:lnTo>
                  <a:close/>
                </a:path>
                <a:path w="654684" h="190500">
                  <a:moveTo>
                    <a:pt x="307479" y="163741"/>
                  </a:moveTo>
                  <a:lnTo>
                    <a:pt x="206857" y="18567"/>
                  </a:lnTo>
                  <a:lnTo>
                    <a:pt x="198069" y="19685"/>
                  </a:lnTo>
                  <a:lnTo>
                    <a:pt x="298653" y="164858"/>
                  </a:lnTo>
                  <a:lnTo>
                    <a:pt x="307479" y="163741"/>
                  </a:lnTo>
                  <a:close/>
                </a:path>
                <a:path w="654684" h="190500">
                  <a:moveTo>
                    <a:pt x="654659" y="98056"/>
                  </a:moveTo>
                  <a:lnTo>
                    <a:pt x="586701" y="0"/>
                  </a:lnTo>
                  <a:lnTo>
                    <a:pt x="560298" y="3378"/>
                  </a:lnTo>
                  <a:lnTo>
                    <a:pt x="628230" y="101409"/>
                  </a:lnTo>
                  <a:lnTo>
                    <a:pt x="654659" y="98056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52516" y="6515110"/>
              <a:ext cx="1142195" cy="243845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9809321" y="6485691"/>
              <a:ext cx="1142365" cy="243840"/>
            </a:xfrm>
            <a:custGeom>
              <a:avLst/>
              <a:gdLst/>
              <a:ahLst/>
              <a:cxnLst/>
              <a:rect l="l" t="t" r="r" b="b"/>
              <a:pathLst>
                <a:path w="1142365" h="243840">
                  <a:moveTo>
                    <a:pt x="1052868" y="0"/>
                  </a:moveTo>
                  <a:lnTo>
                    <a:pt x="54647" y="12753"/>
                  </a:lnTo>
                  <a:lnTo>
                    <a:pt x="0" y="243845"/>
                  </a:lnTo>
                  <a:lnTo>
                    <a:pt x="1142195" y="229249"/>
                  </a:lnTo>
                  <a:lnTo>
                    <a:pt x="1052868" y="0"/>
                  </a:lnTo>
                  <a:close/>
                </a:path>
              </a:pathLst>
            </a:custGeom>
            <a:solidFill>
              <a:srgbClr val="FDFD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9809321" y="6485691"/>
              <a:ext cx="1142365" cy="243840"/>
            </a:xfrm>
            <a:custGeom>
              <a:avLst/>
              <a:gdLst/>
              <a:ahLst/>
              <a:cxnLst/>
              <a:rect l="l" t="t" r="r" b="b"/>
              <a:pathLst>
                <a:path w="1142365" h="243840">
                  <a:moveTo>
                    <a:pt x="1142195" y="229249"/>
                  </a:moveTo>
                  <a:lnTo>
                    <a:pt x="0" y="243845"/>
                  </a:lnTo>
                  <a:lnTo>
                    <a:pt x="54647" y="12753"/>
                  </a:lnTo>
                  <a:lnTo>
                    <a:pt x="1052868" y="0"/>
                  </a:lnTo>
                  <a:lnTo>
                    <a:pt x="1142195" y="229249"/>
                  </a:lnTo>
                  <a:close/>
                </a:path>
              </a:pathLst>
            </a:custGeom>
            <a:ln w="20941">
              <a:solidFill>
                <a:srgbClr val="FFFFF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9864090" y="6529267"/>
              <a:ext cx="1024890" cy="156845"/>
            </a:xfrm>
            <a:custGeom>
              <a:avLst/>
              <a:gdLst/>
              <a:ahLst/>
              <a:cxnLst/>
              <a:rect l="l" t="t" r="r" b="b"/>
              <a:pathLst>
                <a:path w="1024890" h="156845">
                  <a:moveTo>
                    <a:pt x="968713" y="0"/>
                  </a:moveTo>
                  <a:lnTo>
                    <a:pt x="34156" y="11947"/>
                  </a:lnTo>
                  <a:lnTo>
                    <a:pt x="0" y="156372"/>
                  </a:lnTo>
                  <a:lnTo>
                    <a:pt x="1024544" y="143283"/>
                  </a:lnTo>
                  <a:lnTo>
                    <a:pt x="968713" y="0"/>
                  </a:lnTo>
                  <a:close/>
                </a:path>
              </a:pathLst>
            </a:custGeom>
            <a:solidFill>
              <a:srgbClr val="C3D4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0323658" y="6494617"/>
              <a:ext cx="54610" cy="25400"/>
            </a:xfrm>
            <a:custGeom>
              <a:avLst/>
              <a:gdLst/>
              <a:ahLst/>
              <a:cxnLst/>
              <a:rect l="l" t="t" r="r" b="b"/>
              <a:pathLst>
                <a:path w="54609" h="25400">
                  <a:moveTo>
                    <a:pt x="26836" y="0"/>
                  </a:moveTo>
                  <a:lnTo>
                    <a:pt x="16341" y="1128"/>
                  </a:lnTo>
                  <a:lnTo>
                    <a:pt x="7795" y="3939"/>
                  </a:lnTo>
                  <a:lnTo>
                    <a:pt x="2061" y="8019"/>
                  </a:lnTo>
                  <a:lnTo>
                    <a:pt x="0" y="12952"/>
                  </a:lnTo>
                  <a:lnTo>
                    <a:pt x="2186" y="17830"/>
                  </a:lnTo>
                  <a:lnTo>
                    <a:pt x="8024" y="21759"/>
                  </a:lnTo>
                  <a:lnTo>
                    <a:pt x="16640" y="24347"/>
                  </a:lnTo>
                  <a:lnTo>
                    <a:pt x="27161" y="25203"/>
                  </a:lnTo>
                  <a:lnTo>
                    <a:pt x="37656" y="24080"/>
                  </a:lnTo>
                  <a:lnTo>
                    <a:pt x="46202" y="21272"/>
                  </a:lnTo>
                  <a:lnTo>
                    <a:pt x="51937" y="17194"/>
                  </a:lnTo>
                  <a:lnTo>
                    <a:pt x="53998" y="12261"/>
                  </a:lnTo>
                  <a:lnTo>
                    <a:pt x="51811" y="7382"/>
                  </a:lnTo>
                  <a:lnTo>
                    <a:pt x="45973" y="3452"/>
                  </a:lnTo>
                  <a:lnTo>
                    <a:pt x="37357" y="861"/>
                  </a:lnTo>
                  <a:lnTo>
                    <a:pt x="26836" y="0"/>
                  </a:lnTo>
                  <a:close/>
                </a:path>
              </a:pathLst>
            </a:custGeom>
            <a:solidFill>
              <a:srgbClr val="80A5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9662652" y="5854308"/>
              <a:ext cx="347345" cy="1057275"/>
            </a:xfrm>
            <a:custGeom>
              <a:avLst/>
              <a:gdLst/>
              <a:ahLst/>
              <a:cxnLst/>
              <a:rect l="l" t="t" r="r" b="b"/>
              <a:pathLst>
                <a:path w="347345" h="1057275">
                  <a:moveTo>
                    <a:pt x="248306" y="0"/>
                  </a:moveTo>
                  <a:lnTo>
                    <a:pt x="0" y="1032984"/>
                  </a:lnTo>
                  <a:lnTo>
                    <a:pt x="98551" y="1056700"/>
                  </a:lnTo>
                  <a:lnTo>
                    <a:pt x="346848" y="23706"/>
                  </a:lnTo>
                  <a:lnTo>
                    <a:pt x="248306" y="0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8547614" y="6776369"/>
              <a:ext cx="1229995" cy="135255"/>
            </a:xfrm>
            <a:custGeom>
              <a:avLst/>
              <a:gdLst/>
              <a:ahLst/>
              <a:cxnLst/>
              <a:rect l="l" t="t" r="r" b="b"/>
              <a:pathLst>
                <a:path w="1229995" h="135254">
                  <a:moveTo>
                    <a:pt x="1229774" y="0"/>
                  </a:moveTo>
                  <a:lnTo>
                    <a:pt x="0" y="0"/>
                  </a:lnTo>
                  <a:lnTo>
                    <a:pt x="0" y="134634"/>
                  </a:lnTo>
                  <a:lnTo>
                    <a:pt x="1229774" y="134634"/>
                  </a:lnTo>
                  <a:lnTo>
                    <a:pt x="1229774" y="0"/>
                  </a:lnTo>
                  <a:close/>
                </a:path>
              </a:pathLst>
            </a:custGeom>
            <a:solidFill>
              <a:srgbClr val="3C75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09052" y="6502419"/>
              <a:ext cx="1047088" cy="816729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8951" y="6188293"/>
              <a:ext cx="1036617" cy="816729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588948" y="6262590"/>
              <a:ext cx="344725" cy="144820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12420284" y="6248806"/>
              <a:ext cx="403225" cy="144145"/>
            </a:xfrm>
            <a:custGeom>
              <a:avLst/>
              <a:gdLst/>
              <a:ahLst/>
              <a:cxnLst/>
              <a:rect l="l" t="t" r="r" b="b"/>
              <a:pathLst>
                <a:path w="403225" h="144145">
                  <a:moveTo>
                    <a:pt x="238888" y="0"/>
                  </a:moveTo>
                  <a:lnTo>
                    <a:pt x="180344" y="1535"/>
                  </a:lnTo>
                  <a:lnTo>
                    <a:pt x="127462" y="5194"/>
                  </a:lnTo>
                  <a:lnTo>
                    <a:pt x="87113" y="9216"/>
                  </a:lnTo>
                  <a:lnTo>
                    <a:pt x="22060" y="28053"/>
                  </a:lnTo>
                  <a:lnTo>
                    <a:pt x="0" y="55412"/>
                  </a:lnTo>
                  <a:lnTo>
                    <a:pt x="2755" y="86162"/>
                  </a:lnTo>
                  <a:lnTo>
                    <a:pt x="33098" y="112548"/>
                  </a:lnTo>
                  <a:lnTo>
                    <a:pt x="90696" y="132770"/>
                  </a:lnTo>
                  <a:lnTo>
                    <a:pt x="151833" y="142559"/>
                  </a:lnTo>
                  <a:lnTo>
                    <a:pt x="211824" y="143734"/>
                  </a:lnTo>
                  <a:lnTo>
                    <a:pt x="265982" y="138116"/>
                  </a:lnTo>
                  <a:lnTo>
                    <a:pt x="309620" y="127526"/>
                  </a:lnTo>
                  <a:lnTo>
                    <a:pt x="368893" y="94085"/>
                  </a:lnTo>
                  <a:lnTo>
                    <a:pt x="402880" y="54749"/>
                  </a:lnTo>
                  <a:lnTo>
                    <a:pt x="379799" y="25744"/>
                  </a:lnTo>
                  <a:lnTo>
                    <a:pt x="345485" y="10343"/>
                  </a:lnTo>
                  <a:lnTo>
                    <a:pt x="296225" y="2349"/>
                  </a:lnTo>
                  <a:lnTo>
                    <a:pt x="238888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2442191" y="6246257"/>
              <a:ext cx="323215" cy="123189"/>
            </a:xfrm>
            <a:custGeom>
              <a:avLst/>
              <a:gdLst/>
              <a:ahLst/>
              <a:cxnLst/>
              <a:rect l="l" t="t" r="r" b="b"/>
              <a:pathLst>
                <a:path w="323215" h="123189">
                  <a:moveTo>
                    <a:pt x="179275" y="0"/>
                  </a:moveTo>
                  <a:lnTo>
                    <a:pt x="125149" y="1538"/>
                  </a:lnTo>
                  <a:lnTo>
                    <a:pt x="73657" y="6057"/>
                  </a:lnTo>
                  <a:lnTo>
                    <a:pt x="11333" y="49906"/>
                  </a:lnTo>
                  <a:lnTo>
                    <a:pt x="0" y="77213"/>
                  </a:lnTo>
                  <a:lnTo>
                    <a:pt x="6011" y="97236"/>
                  </a:lnTo>
                  <a:lnTo>
                    <a:pt x="25123" y="110902"/>
                  </a:lnTo>
                  <a:lnTo>
                    <a:pt x="53088" y="119138"/>
                  </a:lnTo>
                  <a:lnTo>
                    <a:pt x="85661" y="122872"/>
                  </a:lnTo>
                  <a:lnTo>
                    <a:pt x="118597" y="123031"/>
                  </a:lnTo>
                  <a:lnTo>
                    <a:pt x="147648" y="120542"/>
                  </a:lnTo>
                  <a:lnTo>
                    <a:pt x="250065" y="90348"/>
                  </a:lnTo>
                  <a:lnTo>
                    <a:pt x="293311" y="70893"/>
                  </a:lnTo>
                  <a:lnTo>
                    <a:pt x="322952" y="12724"/>
                  </a:lnTo>
                  <a:lnTo>
                    <a:pt x="320579" y="11724"/>
                  </a:lnTo>
                  <a:lnTo>
                    <a:pt x="307759" y="9050"/>
                  </a:lnTo>
                  <a:lnTo>
                    <a:pt x="275942" y="5183"/>
                  </a:lnTo>
                  <a:lnTo>
                    <a:pt x="216578" y="609"/>
                  </a:lnTo>
                  <a:lnTo>
                    <a:pt x="179275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593955" y="6258983"/>
              <a:ext cx="317986" cy="187847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13143881" y="6230248"/>
              <a:ext cx="260985" cy="92710"/>
            </a:xfrm>
            <a:custGeom>
              <a:avLst/>
              <a:gdLst/>
              <a:ahLst/>
              <a:cxnLst/>
              <a:rect l="l" t="t" r="r" b="b"/>
              <a:pathLst>
                <a:path w="260984" h="92710">
                  <a:moveTo>
                    <a:pt x="41646" y="0"/>
                  </a:moveTo>
                  <a:lnTo>
                    <a:pt x="21846" y="2413"/>
                  </a:lnTo>
                  <a:lnTo>
                    <a:pt x="10130" y="10809"/>
                  </a:lnTo>
                  <a:lnTo>
                    <a:pt x="0" y="49681"/>
                  </a:lnTo>
                  <a:lnTo>
                    <a:pt x="17130" y="74202"/>
                  </a:lnTo>
                  <a:lnTo>
                    <a:pt x="52435" y="87412"/>
                  </a:lnTo>
                  <a:lnTo>
                    <a:pt x="96826" y="92351"/>
                  </a:lnTo>
                  <a:lnTo>
                    <a:pt x="141218" y="92061"/>
                  </a:lnTo>
                  <a:lnTo>
                    <a:pt x="176523" y="89582"/>
                  </a:lnTo>
                  <a:lnTo>
                    <a:pt x="216022" y="83736"/>
                  </a:lnTo>
                  <a:lnTo>
                    <a:pt x="246446" y="73492"/>
                  </a:lnTo>
                  <a:lnTo>
                    <a:pt x="260478" y="58290"/>
                  </a:lnTo>
                  <a:lnTo>
                    <a:pt x="250803" y="37573"/>
                  </a:lnTo>
                  <a:lnTo>
                    <a:pt x="178890" y="6247"/>
                  </a:lnTo>
                  <a:lnTo>
                    <a:pt x="136055" y="676"/>
                  </a:lnTo>
                  <a:lnTo>
                    <a:pt x="67781" y="321"/>
                  </a:lnTo>
                  <a:lnTo>
                    <a:pt x="41646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044882" y="6213437"/>
              <a:ext cx="425985" cy="219170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11744488" y="6102442"/>
              <a:ext cx="797560" cy="260985"/>
            </a:xfrm>
            <a:custGeom>
              <a:avLst/>
              <a:gdLst/>
              <a:ahLst/>
              <a:cxnLst/>
              <a:rect l="l" t="t" r="r" b="b"/>
              <a:pathLst>
                <a:path w="797559" h="260985">
                  <a:moveTo>
                    <a:pt x="106687" y="0"/>
                  </a:moveTo>
                  <a:lnTo>
                    <a:pt x="53040" y="14594"/>
                  </a:lnTo>
                  <a:lnTo>
                    <a:pt x="9460" y="68670"/>
                  </a:lnTo>
                  <a:lnTo>
                    <a:pt x="0" y="101556"/>
                  </a:lnTo>
                  <a:lnTo>
                    <a:pt x="3323" y="133564"/>
                  </a:lnTo>
                  <a:lnTo>
                    <a:pt x="62008" y="180612"/>
                  </a:lnTo>
                  <a:lnTo>
                    <a:pt x="108724" y="191827"/>
                  </a:lnTo>
                  <a:lnTo>
                    <a:pt x="162734" y="201741"/>
                  </a:lnTo>
                  <a:lnTo>
                    <a:pt x="219693" y="210344"/>
                  </a:lnTo>
                  <a:lnTo>
                    <a:pt x="275254" y="217621"/>
                  </a:lnTo>
                  <a:lnTo>
                    <a:pt x="364809" y="228149"/>
                  </a:lnTo>
                  <a:lnTo>
                    <a:pt x="390113" y="231375"/>
                  </a:lnTo>
                  <a:lnTo>
                    <a:pt x="458835" y="238411"/>
                  </a:lnTo>
                  <a:lnTo>
                    <a:pt x="572158" y="248122"/>
                  </a:lnTo>
                  <a:lnTo>
                    <a:pt x="725077" y="260431"/>
                  </a:lnTo>
                  <a:lnTo>
                    <a:pt x="776604" y="248678"/>
                  </a:lnTo>
                  <a:lnTo>
                    <a:pt x="797095" y="234960"/>
                  </a:lnTo>
                  <a:lnTo>
                    <a:pt x="789535" y="210457"/>
                  </a:lnTo>
                  <a:lnTo>
                    <a:pt x="756908" y="166350"/>
                  </a:lnTo>
                  <a:lnTo>
                    <a:pt x="715787" y="152212"/>
                  </a:lnTo>
                  <a:lnTo>
                    <a:pt x="672596" y="140425"/>
                  </a:lnTo>
                  <a:lnTo>
                    <a:pt x="618210" y="126335"/>
                  </a:lnTo>
                  <a:lnTo>
                    <a:pt x="555549" y="110572"/>
                  </a:lnTo>
                  <a:lnTo>
                    <a:pt x="417079" y="76555"/>
                  </a:lnTo>
                  <a:lnTo>
                    <a:pt x="220297" y="28763"/>
                  </a:lnTo>
                  <a:lnTo>
                    <a:pt x="169293" y="16220"/>
                  </a:lnTo>
                  <a:lnTo>
                    <a:pt x="130450" y="6421"/>
                  </a:lnTo>
                  <a:lnTo>
                    <a:pt x="106687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/>
          <p:nvPr/>
        </p:nvSpPr>
        <p:spPr>
          <a:xfrm>
            <a:off x="3838984" y="9421663"/>
            <a:ext cx="1543050" cy="506730"/>
          </a:xfrm>
          <a:custGeom>
            <a:avLst/>
            <a:gdLst/>
            <a:ahLst/>
            <a:cxnLst/>
            <a:rect l="l" t="t" r="r" b="b"/>
            <a:pathLst>
              <a:path w="1543050" h="506729">
                <a:moveTo>
                  <a:pt x="771327" y="0"/>
                </a:moveTo>
                <a:lnTo>
                  <a:pt x="701121" y="1034"/>
                </a:lnTo>
                <a:lnTo>
                  <a:pt x="632681" y="4079"/>
                </a:lnTo>
                <a:lnTo>
                  <a:pt x="566279" y="9045"/>
                </a:lnTo>
                <a:lnTo>
                  <a:pt x="502188" y="15843"/>
                </a:lnTo>
                <a:lnTo>
                  <a:pt x="440679" y="24382"/>
                </a:lnTo>
                <a:lnTo>
                  <a:pt x="382025" y="34573"/>
                </a:lnTo>
                <a:lnTo>
                  <a:pt x="326499" y="46328"/>
                </a:lnTo>
                <a:lnTo>
                  <a:pt x="274373" y="59556"/>
                </a:lnTo>
                <a:lnTo>
                  <a:pt x="225918" y="74169"/>
                </a:lnTo>
                <a:lnTo>
                  <a:pt x="181408" y="90076"/>
                </a:lnTo>
                <a:lnTo>
                  <a:pt x="141114" y="107189"/>
                </a:lnTo>
                <a:lnTo>
                  <a:pt x="105309" y="125417"/>
                </a:lnTo>
                <a:lnTo>
                  <a:pt x="48256" y="164865"/>
                </a:lnTo>
                <a:lnTo>
                  <a:pt x="12427" y="207703"/>
                </a:lnTo>
                <a:lnTo>
                  <a:pt x="0" y="253217"/>
                </a:lnTo>
                <a:lnTo>
                  <a:pt x="3152" y="276265"/>
                </a:lnTo>
                <a:lnTo>
                  <a:pt x="27552" y="320532"/>
                </a:lnTo>
                <a:lnTo>
                  <a:pt x="74266" y="361766"/>
                </a:lnTo>
                <a:lnTo>
                  <a:pt x="141114" y="399250"/>
                </a:lnTo>
                <a:lnTo>
                  <a:pt x="181408" y="416362"/>
                </a:lnTo>
                <a:lnTo>
                  <a:pt x="225918" y="432269"/>
                </a:lnTo>
                <a:lnTo>
                  <a:pt x="274373" y="446881"/>
                </a:lnTo>
                <a:lnTo>
                  <a:pt x="326499" y="460109"/>
                </a:lnTo>
                <a:lnTo>
                  <a:pt x="382025" y="471863"/>
                </a:lnTo>
                <a:lnTo>
                  <a:pt x="440679" y="482054"/>
                </a:lnTo>
                <a:lnTo>
                  <a:pt x="502188" y="490593"/>
                </a:lnTo>
                <a:lnTo>
                  <a:pt x="566279" y="497389"/>
                </a:lnTo>
                <a:lnTo>
                  <a:pt x="632681" y="502355"/>
                </a:lnTo>
                <a:lnTo>
                  <a:pt x="701121" y="505400"/>
                </a:lnTo>
                <a:lnTo>
                  <a:pt x="771327" y="506434"/>
                </a:lnTo>
                <a:lnTo>
                  <a:pt x="841534" y="505400"/>
                </a:lnTo>
                <a:lnTo>
                  <a:pt x="909975" y="502355"/>
                </a:lnTo>
                <a:lnTo>
                  <a:pt x="976378" y="497389"/>
                </a:lnTo>
                <a:lnTo>
                  <a:pt x="1040470" y="490593"/>
                </a:lnTo>
                <a:lnTo>
                  <a:pt x="1101979" y="482054"/>
                </a:lnTo>
                <a:lnTo>
                  <a:pt x="1160633" y="471863"/>
                </a:lnTo>
                <a:lnTo>
                  <a:pt x="1216159" y="460109"/>
                </a:lnTo>
                <a:lnTo>
                  <a:pt x="1268285" y="446881"/>
                </a:lnTo>
                <a:lnTo>
                  <a:pt x="1316740" y="432269"/>
                </a:lnTo>
                <a:lnTo>
                  <a:pt x="1361249" y="416362"/>
                </a:lnTo>
                <a:lnTo>
                  <a:pt x="1401542" y="399250"/>
                </a:lnTo>
                <a:lnTo>
                  <a:pt x="1437346" y="381021"/>
                </a:lnTo>
                <a:lnTo>
                  <a:pt x="1494399" y="341573"/>
                </a:lnTo>
                <a:lnTo>
                  <a:pt x="1530227" y="298733"/>
                </a:lnTo>
                <a:lnTo>
                  <a:pt x="1542654" y="253217"/>
                </a:lnTo>
                <a:lnTo>
                  <a:pt x="1539502" y="230170"/>
                </a:lnTo>
                <a:lnTo>
                  <a:pt x="1515102" y="185905"/>
                </a:lnTo>
                <a:lnTo>
                  <a:pt x="1468389" y="144673"/>
                </a:lnTo>
                <a:lnTo>
                  <a:pt x="1401542" y="107189"/>
                </a:lnTo>
                <a:lnTo>
                  <a:pt x="1361249" y="90076"/>
                </a:lnTo>
                <a:lnTo>
                  <a:pt x="1316740" y="74169"/>
                </a:lnTo>
                <a:lnTo>
                  <a:pt x="1268285" y="59556"/>
                </a:lnTo>
                <a:lnTo>
                  <a:pt x="1216159" y="46328"/>
                </a:lnTo>
                <a:lnTo>
                  <a:pt x="1160633" y="34573"/>
                </a:lnTo>
                <a:lnTo>
                  <a:pt x="1101979" y="24382"/>
                </a:lnTo>
                <a:lnTo>
                  <a:pt x="1040470" y="15843"/>
                </a:lnTo>
                <a:lnTo>
                  <a:pt x="976378" y="9045"/>
                </a:lnTo>
                <a:lnTo>
                  <a:pt x="909975" y="4079"/>
                </a:lnTo>
                <a:lnTo>
                  <a:pt x="841534" y="1034"/>
                </a:lnTo>
                <a:lnTo>
                  <a:pt x="771327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6" name="object 96" descr=""/>
          <p:cNvGrpSpPr/>
          <p:nvPr/>
        </p:nvGrpSpPr>
        <p:grpSpPr>
          <a:xfrm>
            <a:off x="3515995" y="5562182"/>
            <a:ext cx="2035810" cy="4290060"/>
            <a:chOff x="3515995" y="5562182"/>
            <a:chExt cx="2035810" cy="4290060"/>
          </a:xfrm>
        </p:grpSpPr>
        <p:sp>
          <p:nvSpPr>
            <p:cNvPr id="97" name="object 97" descr=""/>
            <p:cNvSpPr/>
            <p:nvPr/>
          </p:nvSpPr>
          <p:spPr>
            <a:xfrm>
              <a:off x="4077183" y="8146536"/>
              <a:ext cx="1059180" cy="99695"/>
            </a:xfrm>
            <a:custGeom>
              <a:avLst/>
              <a:gdLst/>
              <a:ahLst/>
              <a:cxnLst/>
              <a:rect l="l" t="t" r="r" b="b"/>
              <a:pathLst>
                <a:path w="1059179" h="99695">
                  <a:moveTo>
                    <a:pt x="529366" y="0"/>
                  </a:moveTo>
                  <a:lnTo>
                    <a:pt x="451140" y="538"/>
                  </a:lnTo>
                  <a:lnTo>
                    <a:pt x="376479" y="2104"/>
                  </a:lnTo>
                  <a:lnTo>
                    <a:pt x="306200" y="4619"/>
                  </a:lnTo>
                  <a:lnTo>
                    <a:pt x="241122" y="8007"/>
                  </a:lnTo>
                  <a:lnTo>
                    <a:pt x="182064" y="12190"/>
                  </a:lnTo>
                  <a:lnTo>
                    <a:pt x="129845" y="17093"/>
                  </a:lnTo>
                  <a:lnTo>
                    <a:pt x="85284" y="22638"/>
                  </a:lnTo>
                  <a:lnTo>
                    <a:pt x="22413" y="35348"/>
                  </a:lnTo>
                  <a:lnTo>
                    <a:pt x="0" y="49705"/>
                  </a:lnTo>
                  <a:lnTo>
                    <a:pt x="5739" y="57051"/>
                  </a:lnTo>
                  <a:lnTo>
                    <a:pt x="49201" y="70661"/>
                  </a:lnTo>
                  <a:lnTo>
                    <a:pt x="129845" y="82316"/>
                  </a:lnTo>
                  <a:lnTo>
                    <a:pt x="182064" y="87219"/>
                  </a:lnTo>
                  <a:lnTo>
                    <a:pt x="241122" y="91403"/>
                  </a:lnTo>
                  <a:lnTo>
                    <a:pt x="306200" y="94791"/>
                  </a:lnTo>
                  <a:lnTo>
                    <a:pt x="376479" y="97306"/>
                  </a:lnTo>
                  <a:lnTo>
                    <a:pt x="451140" y="98871"/>
                  </a:lnTo>
                  <a:lnTo>
                    <a:pt x="529366" y="99410"/>
                  </a:lnTo>
                  <a:lnTo>
                    <a:pt x="607590" y="98871"/>
                  </a:lnTo>
                  <a:lnTo>
                    <a:pt x="682251" y="97306"/>
                  </a:lnTo>
                  <a:lnTo>
                    <a:pt x="752530" y="94791"/>
                  </a:lnTo>
                  <a:lnTo>
                    <a:pt x="817606" y="91403"/>
                  </a:lnTo>
                  <a:lnTo>
                    <a:pt x="876663" y="87219"/>
                  </a:lnTo>
                  <a:lnTo>
                    <a:pt x="928880" y="82316"/>
                  </a:lnTo>
                  <a:lnTo>
                    <a:pt x="973439" y="76771"/>
                  </a:lnTo>
                  <a:lnTo>
                    <a:pt x="1036309" y="64062"/>
                  </a:lnTo>
                  <a:lnTo>
                    <a:pt x="1058721" y="49705"/>
                  </a:lnTo>
                  <a:lnTo>
                    <a:pt x="1052982" y="42359"/>
                  </a:lnTo>
                  <a:lnTo>
                    <a:pt x="1009522" y="28749"/>
                  </a:lnTo>
                  <a:lnTo>
                    <a:pt x="928880" y="17093"/>
                  </a:lnTo>
                  <a:lnTo>
                    <a:pt x="876663" y="12190"/>
                  </a:lnTo>
                  <a:lnTo>
                    <a:pt x="817606" y="8007"/>
                  </a:lnTo>
                  <a:lnTo>
                    <a:pt x="752530" y="4619"/>
                  </a:lnTo>
                  <a:lnTo>
                    <a:pt x="682251" y="2104"/>
                  </a:lnTo>
                  <a:lnTo>
                    <a:pt x="607590" y="538"/>
                  </a:lnTo>
                  <a:lnTo>
                    <a:pt x="529366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4801326" y="6391311"/>
              <a:ext cx="319405" cy="1854835"/>
            </a:xfrm>
            <a:custGeom>
              <a:avLst/>
              <a:gdLst/>
              <a:ahLst/>
              <a:cxnLst/>
              <a:rect l="l" t="t" r="r" b="b"/>
              <a:pathLst>
                <a:path w="319404" h="1854834">
                  <a:moveTo>
                    <a:pt x="0" y="1854634"/>
                  </a:moveTo>
                  <a:lnTo>
                    <a:pt x="319204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4600299" y="6086728"/>
              <a:ext cx="933450" cy="1287145"/>
            </a:xfrm>
            <a:custGeom>
              <a:avLst/>
              <a:gdLst/>
              <a:ahLst/>
              <a:cxnLst/>
              <a:rect l="l" t="t" r="r" b="b"/>
              <a:pathLst>
                <a:path w="933450" h="1287145">
                  <a:moveTo>
                    <a:pt x="515296" y="0"/>
                  </a:moveTo>
                  <a:lnTo>
                    <a:pt x="464637" y="5688"/>
                  </a:lnTo>
                  <a:lnTo>
                    <a:pt x="417034" y="16839"/>
                  </a:lnTo>
                  <a:lnTo>
                    <a:pt x="372418" y="33031"/>
                  </a:lnTo>
                  <a:lnTo>
                    <a:pt x="330719" y="53843"/>
                  </a:lnTo>
                  <a:lnTo>
                    <a:pt x="291868" y="78854"/>
                  </a:lnTo>
                  <a:lnTo>
                    <a:pt x="255795" y="107641"/>
                  </a:lnTo>
                  <a:lnTo>
                    <a:pt x="222432" y="139783"/>
                  </a:lnTo>
                  <a:lnTo>
                    <a:pt x="191709" y="174858"/>
                  </a:lnTo>
                  <a:lnTo>
                    <a:pt x="163557" y="212445"/>
                  </a:lnTo>
                  <a:lnTo>
                    <a:pt x="137906" y="252123"/>
                  </a:lnTo>
                  <a:lnTo>
                    <a:pt x="114688" y="293469"/>
                  </a:lnTo>
                  <a:lnTo>
                    <a:pt x="93833" y="336062"/>
                  </a:lnTo>
                  <a:lnTo>
                    <a:pt x="75271" y="379481"/>
                  </a:lnTo>
                  <a:lnTo>
                    <a:pt x="58934" y="423304"/>
                  </a:lnTo>
                  <a:lnTo>
                    <a:pt x="44752" y="467110"/>
                  </a:lnTo>
                  <a:lnTo>
                    <a:pt x="32655" y="510476"/>
                  </a:lnTo>
                  <a:lnTo>
                    <a:pt x="22576" y="552981"/>
                  </a:lnTo>
                  <a:lnTo>
                    <a:pt x="14443" y="594204"/>
                  </a:lnTo>
                  <a:lnTo>
                    <a:pt x="8188" y="633723"/>
                  </a:lnTo>
                  <a:lnTo>
                    <a:pt x="1036" y="705964"/>
                  </a:lnTo>
                  <a:lnTo>
                    <a:pt x="0" y="737842"/>
                  </a:lnTo>
                  <a:lnTo>
                    <a:pt x="564" y="766330"/>
                  </a:lnTo>
                  <a:lnTo>
                    <a:pt x="6218" y="811449"/>
                  </a:lnTo>
                  <a:lnTo>
                    <a:pt x="32399" y="907523"/>
                  </a:lnTo>
                  <a:lnTo>
                    <a:pt x="77061" y="989057"/>
                  </a:lnTo>
                  <a:lnTo>
                    <a:pt x="172545" y="1100607"/>
                  </a:lnTo>
                  <a:lnTo>
                    <a:pt x="351192" y="1286732"/>
                  </a:lnTo>
                  <a:lnTo>
                    <a:pt x="588278" y="1176258"/>
                  </a:lnTo>
                  <a:lnTo>
                    <a:pt x="725112" y="1095038"/>
                  </a:lnTo>
                  <a:lnTo>
                    <a:pt x="813720" y="1003116"/>
                  </a:lnTo>
                  <a:lnTo>
                    <a:pt x="906127" y="860536"/>
                  </a:lnTo>
                  <a:lnTo>
                    <a:pt x="915299" y="818623"/>
                  </a:lnTo>
                  <a:lnTo>
                    <a:pt x="922980" y="764309"/>
                  </a:lnTo>
                  <a:lnTo>
                    <a:pt x="929639" y="693715"/>
                  </a:lnTo>
                  <a:lnTo>
                    <a:pt x="931976" y="653602"/>
                  </a:lnTo>
                  <a:lnTo>
                    <a:pt x="933326" y="610967"/>
                  </a:lnTo>
                  <a:lnTo>
                    <a:pt x="933446" y="566325"/>
                  </a:lnTo>
                  <a:lnTo>
                    <a:pt x="932091" y="520193"/>
                  </a:lnTo>
                  <a:lnTo>
                    <a:pt x="929018" y="473086"/>
                  </a:lnTo>
                  <a:lnTo>
                    <a:pt x="923983" y="425520"/>
                  </a:lnTo>
                  <a:lnTo>
                    <a:pt x="916742" y="378012"/>
                  </a:lnTo>
                  <a:lnTo>
                    <a:pt x="907052" y="331078"/>
                  </a:lnTo>
                  <a:lnTo>
                    <a:pt x="894669" y="285232"/>
                  </a:lnTo>
                  <a:lnTo>
                    <a:pt x="879349" y="240992"/>
                  </a:lnTo>
                  <a:lnTo>
                    <a:pt x="860848" y="198872"/>
                  </a:lnTo>
                  <a:lnTo>
                    <a:pt x="838923" y="159390"/>
                  </a:lnTo>
                  <a:lnTo>
                    <a:pt x="813329" y="123061"/>
                  </a:lnTo>
                  <a:lnTo>
                    <a:pt x="783823" y="90401"/>
                  </a:lnTo>
                  <a:lnTo>
                    <a:pt x="750161" y="61926"/>
                  </a:lnTo>
                  <a:lnTo>
                    <a:pt x="712100" y="38152"/>
                  </a:lnTo>
                  <a:lnTo>
                    <a:pt x="669395" y="19595"/>
                  </a:lnTo>
                  <a:lnTo>
                    <a:pt x="621803" y="6771"/>
                  </a:lnTo>
                  <a:lnTo>
                    <a:pt x="569080" y="196"/>
                  </a:lnTo>
                  <a:lnTo>
                    <a:pt x="515296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4606232" y="6086616"/>
              <a:ext cx="927735" cy="1287145"/>
            </a:xfrm>
            <a:custGeom>
              <a:avLst/>
              <a:gdLst/>
              <a:ahLst/>
              <a:cxnLst/>
              <a:rect l="l" t="t" r="r" b="b"/>
              <a:pathLst>
                <a:path w="927735" h="1287145">
                  <a:moveTo>
                    <a:pt x="511859" y="0"/>
                  </a:moveTo>
                  <a:lnTo>
                    <a:pt x="463424" y="5062"/>
                  </a:lnTo>
                  <a:lnTo>
                    <a:pt x="417766" y="15115"/>
                  </a:lnTo>
                  <a:lnTo>
                    <a:pt x="374815" y="29776"/>
                  </a:lnTo>
                  <a:lnTo>
                    <a:pt x="361873" y="1222629"/>
                  </a:lnTo>
                  <a:lnTo>
                    <a:pt x="267635" y="92852"/>
                  </a:lnTo>
                  <a:lnTo>
                    <a:pt x="230818" y="125410"/>
                  </a:lnTo>
                  <a:lnTo>
                    <a:pt x="197029" y="161502"/>
                  </a:lnTo>
                  <a:lnTo>
                    <a:pt x="166175" y="200613"/>
                  </a:lnTo>
                  <a:lnTo>
                    <a:pt x="138163" y="242230"/>
                  </a:lnTo>
                  <a:lnTo>
                    <a:pt x="354701" y="1260503"/>
                  </a:lnTo>
                  <a:lnTo>
                    <a:pt x="48459" y="436884"/>
                  </a:lnTo>
                  <a:lnTo>
                    <a:pt x="31393" y="493149"/>
                  </a:lnTo>
                  <a:lnTo>
                    <a:pt x="17727" y="548261"/>
                  </a:lnTo>
                  <a:lnTo>
                    <a:pt x="7312" y="601322"/>
                  </a:lnTo>
                  <a:lnTo>
                    <a:pt x="0" y="651432"/>
                  </a:lnTo>
                  <a:lnTo>
                    <a:pt x="299708" y="1238179"/>
                  </a:lnTo>
                  <a:lnTo>
                    <a:pt x="332832" y="1273814"/>
                  </a:lnTo>
                  <a:lnTo>
                    <a:pt x="345256" y="1286847"/>
                  </a:lnTo>
                  <a:lnTo>
                    <a:pt x="377454" y="1271780"/>
                  </a:lnTo>
                  <a:lnTo>
                    <a:pt x="900789" y="858965"/>
                  </a:lnTo>
                  <a:lnTo>
                    <a:pt x="913278" y="793323"/>
                  </a:lnTo>
                  <a:lnTo>
                    <a:pt x="920234" y="734780"/>
                  </a:lnTo>
                  <a:lnTo>
                    <a:pt x="925541" y="663585"/>
                  </a:lnTo>
                  <a:lnTo>
                    <a:pt x="927605" y="583110"/>
                  </a:lnTo>
                  <a:lnTo>
                    <a:pt x="398281" y="1241728"/>
                  </a:lnTo>
                  <a:lnTo>
                    <a:pt x="890674" y="291810"/>
                  </a:lnTo>
                  <a:lnTo>
                    <a:pt x="875441" y="246400"/>
                  </a:lnTo>
                  <a:lnTo>
                    <a:pt x="856921" y="203139"/>
                  </a:lnTo>
                  <a:lnTo>
                    <a:pt x="834855" y="162574"/>
                  </a:lnTo>
                  <a:lnTo>
                    <a:pt x="808986" y="125253"/>
                  </a:lnTo>
                  <a:lnTo>
                    <a:pt x="779055" y="91722"/>
                  </a:lnTo>
                  <a:lnTo>
                    <a:pt x="744804" y="62529"/>
                  </a:lnTo>
                  <a:lnTo>
                    <a:pt x="387129" y="1214860"/>
                  </a:lnTo>
                  <a:lnTo>
                    <a:pt x="595102" y="3578"/>
                  </a:lnTo>
                  <a:lnTo>
                    <a:pt x="579359" y="1650"/>
                  </a:lnTo>
                  <a:lnTo>
                    <a:pt x="563145" y="311"/>
                  </a:lnTo>
                  <a:lnTo>
                    <a:pt x="511859" y="0"/>
                  </a:lnTo>
                  <a:close/>
                </a:path>
              </a:pathLst>
            </a:custGeom>
            <a:solidFill>
              <a:srgbClr val="9FC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4576549" y="6066799"/>
              <a:ext cx="972819" cy="1306830"/>
            </a:xfrm>
            <a:custGeom>
              <a:avLst/>
              <a:gdLst/>
              <a:ahLst/>
              <a:cxnLst/>
              <a:rect l="l" t="t" r="r" b="b"/>
              <a:pathLst>
                <a:path w="972820" h="1306829">
                  <a:moveTo>
                    <a:pt x="374941" y="1306661"/>
                  </a:moveTo>
                  <a:lnTo>
                    <a:pt x="0" y="749233"/>
                  </a:lnTo>
                </a:path>
                <a:path w="972820" h="1306829">
                  <a:moveTo>
                    <a:pt x="374941" y="1306661"/>
                  </a:moveTo>
                  <a:lnTo>
                    <a:pt x="16229" y="635907"/>
                  </a:lnTo>
                </a:path>
                <a:path w="972820" h="1306829">
                  <a:moveTo>
                    <a:pt x="374941" y="1306661"/>
                  </a:moveTo>
                  <a:lnTo>
                    <a:pt x="39894" y="513356"/>
                  </a:lnTo>
                </a:path>
                <a:path w="972820" h="1306829">
                  <a:moveTo>
                    <a:pt x="374941" y="1306661"/>
                  </a:moveTo>
                  <a:lnTo>
                    <a:pt x="84772" y="383967"/>
                  </a:lnTo>
                </a:path>
                <a:path w="972820" h="1306829">
                  <a:moveTo>
                    <a:pt x="374941" y="1306661"/>
                  </a:moveTo>
                  <a:lnTo>
                    <a:pt x="154770" y="229626"/>
                  </a:lnTo>
                </a:path>
                <a:path w="972820" h="1306829">
                  <a:moveTo>
                    <a:pt x="374941" y="1306661"/>
                  </a:moveTo>
                  <a:lnTo>
                    <a:pt x="242662" y="127671"/>
                  </a:lnTo>
                </a:path>
                <a:path w="972820" h="1306829">
                  <a:moveTo>
                    <a:pt x="374941" y="1306661"/>
                  </a:moveTo>
                  <a:lnTo>
                    <a:pt x="352963" y="32962"/>
                  </a:lnTo>
                </a:path>
                <a:path w="972820" h="1306829">
                  <a:moveTo>
                    <a:pt x="374941" y="1306661"/>
                  </a:moveTo>
                  <a:lnTo>
                    <a:pt x="480980" y="3664"/>
                  </a:lnTo>
                </a:path>
                <a:path w="972820" h="1306829">
                  <a:moveTo>
                    <a:pt x="374941" y="1306661"/>
                  </a:moveTo>
                  <a:lnTo>
                    <a:pt x="596233" y="0"/>
                  </a:lnTo>
                </a:path>
                <a:path w="972820" h="1306829">
                  <a:moveTo>
                    <a:pt x="374941" y="1306661"/>
                  </a:moveTo>
                  <a:lnTo>
                    <a:pt x="704386" y="32962"/>
                  </a:lnTo>
                </a:path>
                <a:path w="972820" h="1306829">
                  <a:moveTo>
                    <a:pt x="374941" y="1306661"/>
                  </a:moveTo>
                  <a:lnTo>
                    <a:pt x="815367" y="77254"/>
                  </a:lnTo>
                </a:path>
                <a:path w="972820" h="1306829">
                  <a:moveTo>
                    <a:pt x="374941" y="1306661"/>
                  </a:moveTo>
                  <a:lnTo>
                    <a:pt x="881847" y="168225"/>
                  </a:lnTo>
                </a:path>
                <a:path w="972820" h="1306829">
                  <a:moveTo>
                    <a:pt x="374941" y="1306661"/>
                  </a:moveTo>
                  <a:lnTo>
                    <a:pt x="946484" y="324000"/>
                  </a:lnTo>
                </a:path>
                <a:path w="972820" h="1306829">
                  <a:moveTo>
                    <a:pt x="374941" y="1306661"/>
                  </a:moveTo>
                  <a:lnTo>
                    <a:pt x="965227" y="477681"/>
                  </a:lnTo>
                </a:path>
                <a:path w="972820" h="1306829">
                  <a:moveTo>
                    <a:pt x="374941" y="1306661"/>
                  </a:moveTo>
                  <a:lnTo>
                    <a:pt x="972577" y="654430"/>
                  </a:lnTo>
                </a:path>
                <a:path w="972820" h="1306829">
                  <a:moveTo>
                    <a:pt x="374941" y="1306661"/>
                  </a:moveTo>
                  <a:lnTo>
                    <a:pt x="971886" y="79867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3863687" y="6859539"/>
              <a:ext cx="650875" cy="1774189"/>
            </a:xfrm>
            <a:custGeom>
              <a:avLst/>
              <a:gdLst/>
              <a:ahLst/>
              <a:cxnLst/>
              <a:rect l="l" t="t" r="r" b="b"/>
              <a:pathLst>
                <a:path w="650875" h="1774190">
                  <a:moveTo>
                    <a:pt x="650378" y="1773642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3539995" y="6540752"/>
              <a:ext cx="734695" cy="915669"/>
            </a:xfrm>
            <a:custGeom>
              <a:avLst/>
              <a:gdLst/>
              <a:ahLst/>
              <a:cxnLst/>
              <a:rect l="l" t="t" r="r" b="b"/>
              <a:pathLst>
                <a:path w="734695" h="915670">
                  <a:moveTo>
                    <a:pt x="271495" y="0"/>
                  </a:moveTo>
                  <a:lnTo>
                    <a:pt x="223511" y="6154"/>
                  </a:lnTo>
                  <a:lnTo>
                    <a:pt x="174056" y="22648"/>
                  </a:lnTo>
                  <a:lnTo>
                    <a:pt x="128096" y="47341"/>
                  </a:lnTo>
                  <a:lnTo>
                    <a:pt x="90145" y="76975"/>
                  </a:lnTo>
                  <a:lnTo>
                    <a:pt x="59656" y="110917"/>
                  </a:lnTo>
                  <a:lnTo>
                    <a:pt x="36082" y="148536"/>
                  </a:lnTo>
                  <a:lnTo>
                    <a:pt x="18876" y="189203"/>
                  </a:lnTo>
                  <a:lnTo>
                    <a:pt x="7491" y="232285"/>
                  </a:lnTo>
                  <a:lnTo>
                    <a:pt x="1382" y="277151"/>
                  </a:lnTo>
                  <a:lnTo>
                    <a:pt x="0" y="323171"/>
                  </a:lnTo>
                  <a:lnTo>
                    <a:pt x="2799" y="369714"/>
                  </a:lnTo>
                  <a:lnTo>
                    <a:pt x="9232" y="416149"/>
                  </a:lnTo>
                  <a:lnTo>
                    <a:pt x="18753" y="461844"/>
                  </a:lnTo>
                  <a:lnTo>
                    <a:pt x="30814" y="506170"/>
                  </a:lnTo>
                  <a:lnTo>
                    <a:pt x="44870" y="548494"/>
                  </a:lnTo>
                  <a:lnTo>
                    <a:pt x="60372" y="588185"/>
                  </a:lnTo>
                  <a:lnTo>
                    <a:pt x="76775" y="624614"/>
                  </a:lnTo>
                  <a:lnTo>
                    <a:pt x="110095" y="685157"/>
                  </a:lnTo>
                  <a:lnTo>
                    <a:pt x="140455" y="725077"/>
                  </a:lnTo>
                  <a:lnTo>
                    <a:pt x="195719" y="777779"/>
                  </a:lnTo>
                  <a:lnTo>
                    <a:pt x="256937" y="815139"/>
                  </a:lnTo>
                  <a:lnTo>
                    <a:pt x="362625" y="854969"/>
                  </a:lnTo>
                  <a:lnTo>
                    <a:pt x="551301" y="915081"/>
                  </a:lnTo>
                  <a:lnTo>
                    <a:pt x="658247" y="766758"/>
                  </a:lnTo>
                  <a:lnTo>
                    <a:pt x="712965" y="670011"/>
                  </a:lnTo>
                  <a:lnTo>
                    <a:pt x="732616" y="582267"/>
                  </a:lnTo>
                  <a:lnTo>
                    <a:pt x="734364" y="460948"/>
                  </a:lnTo>
                  <a:lnTo>
                    <a:pt x="731570" y="451802"/>
                  </a:lnTo>
                  <a:lnTo>
                    <a:pt x="714972" y="412088"/>
                  </a:lnTo>
                  <a:lnTo>
                    <a:pt x="684573" y="350807"/>
                  </a:lnTo>
                  <a:lnTo>
                    <a:pt x="664528" y="314700"/>
                  </a:lnTo>
                  <a:lnTo>
                    <a:pt x="641430" y="276347"/>
                  </a:lnTo>
                  <a:lnTo>
                    <a:pt x="615409" y="236796"/>
                  </a:lnTo>
                  <a:lnTo>
                    <a:pt x="586597" y="197097"/>
                  </a:lnTo>
                  <a:lnTo>
                    <a:pt x="555128" y="158299"/>
                  </a:lnTo>
                  <a:lnTo>
                    <a:pt x="521132" y="121448"/>
                  </a:lnTo>
                  <a:lnTo>
                    <a:pt x="484742" y="87596"/>
                  </a:lnTo>
                  <a:lnTo>
                    <a:pt x="446089" y="57789"/>
                  </a:lnTo>
                  <a:lnTo>
                    <a:pt x="405306" y="33078"/>
                  </a:lnTo>
                  <a:lnTo>
                    <a:pt x="362525" y="14510"/>
                  </a:lnTo>
                  <a:lnTo>
                    <a:pt x="317877" y="3134"/>
                  </a:lnTo>
                  <a:lnTo>
                    <a:pt x="271495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3539967" y="6543468"/>
              <a:ext cx="734695" cy="912494"/>
            </a:xfrm>
            <a:custGeom>
              <a:avLst/>
              <a:gdLst/>
              <a:ahLst/>
              <a:cxnLst/>
              <a:rect l="l" t="t" r="r" b="b"/>
              <a:pathLst>
                <a:path w="734695" h="912495">
                  <a:moveTo>
                    <a:pt x="314964" y="0"/>
                  </a:moveTo>
                  <a:lnTo>
                    <a:pt x="549156" y="852686"/>
                  </a:lnTo>
                  <a:lnTo>
                    <a:pt x="195784" y="11528"/>
                  </a:lnTo>
                  <a:lnTo>
                    <a:pt x="181366" y="16742"/>
                  </a:lnTo>
                  <a:lnTo>
                    <a:pt x="141232" y="36576"/>
                  </a:lnTo>
                  <a:lnTo>
                    <a:pt x="87266" y="77112"/>
                  </a:lnTo>
                  <a:lnTo>
                    <a:pt x="65746" y="100572"/>
                  </a:lnTo>
                  <a:lnTo>
                    <a:pt x="536161" y="865942"/>
                  </a:lnTo>
                  <a:lnTo>
                    <a:pt x="22669" y="176005"/>
                  </a:lnTo>
                  <a:lnTo>
                    <a:pt x="12239" y="208868"/>
                  </a:lnTo>
                  <a:lnTo>
                    <a:pt x="5162" y="242989"/>
                  </a:lnTo>
                  <a:lnTo>
                    <a:pt x="1171" y="278073"/>
                  </a:lnTo>
                  <a:lnTo>
                    <a:pt x="0" y="313822"/>
                  </a:lnTo>
                  <a:lnTo>
                    <a:pt x="546779" y="892454"/>
                  </a:lnTo>
                  <a:lnTo>
                    <a:pt x="20868" y="467472"/>
                  </a:lnTo>
                  <a:lnTo>
                    <a:pt x="32560" y="508977"/>
                  </a:lnTo>
                  <a:lnTo>
                    <a:pt x="45958" y="548629"/>
                  </a:lnTo>
                  <a:lnTo>
                    <a:pt x="60605" y="585906"/>
                  </a:lnTo>
                  <a:lnTo>
                    <a:pt x="502728" y="896265"/>
                  </a:lnTo>
                  <a:lnTo>
                    <a:pt x="551333" y="912359"/>
                  </a:lnTo>
                  <a:lnTo>
                    <a:pt x="565825" y="892182"/>
                  </a:lnTo>
                  <a:lnTo>
                    <a:pt x="734092" y="456970"/>
                  </a:lnTo>
                  <a:lnTo>
                    <a:pt x="725787" y="434161"/>
                  </a:lnTo>
                  <a:lnTo>
                    <a:pt x="706982" y="392273"/>
                  </a:lnTo>
                  <a:lnTo>
                    <a:pt x="678334" y="336528"/>
                  </a:lnTo>
                  <a:lnTo>
                    <a:pt x="640504" y="272148"/>
                  </a:lnTo>
                  <a:lnTo>
                    <a:pt x="567050" y="866172"/>
                  </a:lnTo>
                  <a:lnTo>
                    <a:pt x="500037" y="98405"/>
                  </a:lnTo>
                  <a:lnTo>
                    <a:pt x="457661" y="63335"/>
                  </a:lnTo>
                  <a:lnTo>
                    <a:pt x="412565" y="34269"/>
                  </a:lnTo>
                  <a:lnTo>
                    <a:pt x="364938" y="12670"/>
                  </a:lnTo>
                  <a:lnTo>
                    <a:pt x="31496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3518613" y="6526804"/>
              <a:ext cx="749935" cy="929640"/>
            </a:xfrm>
            <a:custGeom>
              <a:avLst/>
              <a:gdLst/>
              <a:ahLst/>
              <a:cxnLst/>
              <a:rect l="l" t="t" r="r" b="b"/>
              <a:pathLst>
                <a:path w="749935" h="929640">
                  <a:moveTo>
                    <a:pt x="572684" y="929029"/>
                  </a:moveTo>
                  <a:lnTo>
                    <a:pt x="109755" y="696449"/>
                  </a:lnTo>
                </a:path>
                <a:path w="749935" h="929640">
                  <a:moveTo>
                    <a:pt x="572684" y="929029"/>
                  </a:moveTo>
                  <a:lnTo>
                    <a:pt x="74636" y="618808"/>
                  </a:lnTo>
                </a:path>
                <a:path w="749935" h="929640">
                  <a:moveTo>
                    <a:pt x="572684" y="929029"/>
                  </a:moveTo>
                  <a:lnTo>
                    <a:pt x="40564" y="532842"/>
                  </a:lnTo>
                </a:path>
                <a:path w="749935" h="929640">
                  <a:moveTo>
                    <a:pt x="572684" y="929029"/>
                  </a:moveTo>
                  <a:lnTo>
                    <a:pt x="17266" y="435557"/>
                  </a:lnTo>
                </a:path>
                <a:path w="749935" h="929640">
                  <a:moveTo>
                    <a:pt x="572684" y="929029"/>
                  </a:moveTo>
                  <a:lnTo>
                    <a:pt x="0" y="314095"/>
                  </a:lnTo>
                </a:path>
                <a:path w="749935" h="929640">
                  <a:moveTo>
                    <a:pt x="572684" y="929029"/>
                  </a:moveTo>
                  <a:lnTo>
                    <a:pt x="15161" y="220181"/>
                  </a:lnTo>
                </a:path>
                <a:path w="749935" h="929640">
                  <a:moveTo>
                    <a:pt x="572684" y="929029"/>
                  </a:moveTo>
                  <a:lnTo>
                    <a:pt x="47537" y="123545"/>
                  </a:lnTo>
                </a:path>
                <a:path w="749935" h="929640">
                  <a:moveTo>
                    <a:pt x="572684" y="929029"/>
                  </a:moveTo>
                  <a:lnTo>
                    <a:pt x="117462" y="62814"/>
                  </a:lnTo>
                </a:path>
                <a:path w="749935" h="929640">
                  <a:moveTo>
                    <a:pt x="572684" y="929029"/>
                  </a:moveTo>
                  <a:lnTo>
                    <a:pt x="189533" y="22648"/>
                  </a:lnTo>
                </a:path>
                <a:path w="749935" h="929640">
                  <a:moveTo>
                    <a:pt x="572684" y="929029"/>
                  </a:moveTo>
                  <a:lnTo>
                    <a:pt x="271771" y="8167"/>
                  </a:lnTo>
                </a:path>
                <a:path w="749935" h="929640">
                  <a:moveTo>
                    <a:pt x="572684" y="929029"/>
                  </a:moveTo>
                  <a:lnTo>
                    <a:pt x="360355" y="0"/>
                  </a:lnTo>
                </a:path>
                <a:path w="749935" h="929640">
                  <a:moveTo>
                    <a:pt x="572684" y="929029"/>
                  </a:moveTo>
                  <a:lnTo>
                    <a:pt x="439274" y="36208"/>
                  </a:lnTo>
                </a:path>
                <a:path w="749935" h="929640">
                  <a:moveTo>
                    <a:pt x="572684" y="929029"/>
                  </a:moveTo>
                  <a:lnTo>
                    <a:pt x="543030" y="114383"/>
                  </a:lnTo>
                </a:path>
                <a:path w="749935" h="929640">
                  <a:moveTo>
                    <a:pt x="572684" y="929029"/>
                  </a:moveTo>
                  <a:lnTo>
                    <a:pt x="616661" y="206286"/>
                  </a:lnTo>
                </a:path>
                <a:path w="749935" h="929640">
                  <a:moveTo>
                    <a:pt x="572684" y="929029"/>
                  </a:moveTo>
                  <a:lnTo>
                    <a:pt x="692282" y="316660"/>
                  </a:lnTo>
                </a:path>
                <a:path w="749935" h="929640">
                  <a:moveTo>
                    <a:pt x="572684" y="929029"/>
                  </a:moveTo>
                  <a:lnTo>
                    <a:pt x="749725" y="408919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4459335" y="6882987"/>
              <a:ext cx="105410" cy="1645920"/>
            </a:xfrm>
            <a:custGeom>
              <a:avLst/>
              <a:gdLst/>
              <a:ahLst/>
              <a:cxnLst/>
              <a:rect l="l" t="t" r="r" b="b"/>
              <a:pathLst>
                <a:path w="105410" h="1645920">
                  <a:moveTo>
                    <a:pt x="105337" y="1645363"/>
                  </a:moveTo>
                  <a:lnTo>
                    <a:pt x="0" y="0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3955843" y="5580778"/>
              <a:ext cx="938530" cy="1302385"/>
            </a:xfrm>
            <a:custGeom>
              <a:avLst/>
              <a:gdLst/>
              <a:ahLst/>
              <a:cxnLst/>
              <a:rect l="l" t="t" r="r" b="b"/>
              <a:pathLst>
                <a:path w="938529" h="1302384">
                  <a:moveTo>
                    <a:pt x="448721" y="0"/>
                  </a:moveTo>
                  <a:lnTo>
                    <a:pt x="395714" y="4324"/>
                  </a:lnTo>
                  <a:lnTo>
                    <a:pt x="343261" y="15080"/>
                  </a:lnTo>
                  <a:lnTo>
                    <a:pt x="295316" y="30932"/>
                  </a:lnTo>
                  <a:lnTo>
                    <a:pt x="251708" y="51486"/>
                  </a:lnTo>
                  <a:lnTo>
                    <a:pt x="212265" y="76344"/>
                  </a:lnTo>
                  <a:lnTo>
                    <a:pt x="176813" y="105110"/>
                  </a:lnTo>
                  <a:lnTo>
                    <a:pt x="145180" y="137386"/>
                  </a:lnTo>
                  <a:lnTo>
                    <a:pt x="117195" y="172777"/>
                  </a:lnTo>
                  <a:lnTo>
                    <a:pt x="92684" y="210885"/>
                  </a:lnTo>
                  <a:lnTo>
                    <a:pt x="71475" y="251314"/>
                  </a:lnTo>
                  <a:lnTo>
                    <a:pt x="53397" y="293668"/>
                  </a:lnTo>
                  <a:lnTo>
                    <a:pt x="38275" y="337548"/>
                  </a:lnTo>
                  <a:lnTo>
                    <a:pt x="25939" y="382560"/>
                  </a:lnTo>
                  <a:lnTo>
                    <a:pt x="16216" y="428306"/>
                  </a:lnTo>
                  <a:lnTo>
                    <a:pt x="8932" y="474390"/>
                  </a:lnTo>
                  <a:lnTo>
                    <a:pt x="3917" y="520414"/>
                  </a:lnTo>
                  <a:lnTo>
                    <a:pt x="997" y="565983"/>
                  </a:lnTo>
                  <a:lnTo>
                    <a:pt x="0" y="610699"/>
                  </a:lnTo>
                  <a:lnTo>
                    <a:pt x="753" y="654166"/>
                  </a:lnTo>
                  <a:lnTo>
                    <a:pt x="3085" y="695987"/>
                  </a:lnTo>
                  <a:lnTo>
                    <a:pt x="6823" y="735766"/>
                  </a:lnTo>
                  <a:lnTo>
                    <a:pt x="17826" y="807610"/>
                  </a:lnTo>
                  <a:lnTo>
                    <a:pt x="32384" y="866523"/>
                  </a:lnTo>
                  <a:lnTo>
                    <a:pt x="49118" y="909333"/>
                  </a:lnTo>
                  <a:lnTo>
                    <a:pt x="98536" y="997612"/>
                  </a:lnTo>
                  <a:lnTo>
                    <a:pt x="162339" y="1067963"/>
                  </a:lnTo>
                  <a:lnTo>
                    <a:pt x="283125" y="1157219"/>
                  </a:lnTo>
                  <a:lnTo>
                    <a:pt x="503491" y="1302212"/>
                  </a:lnTo>
                  <a:lnTo>
                    <a:pt x="707011" y="1146317"/>
                  </a:lnTo>
                  <a:lnTo>
                    <a:pt x="820130" y="1039328"/>
                  </a:lnTo>
                  <a:lnTo>
                    <a:pt x="883599" y="931725"/>
                  </a:lnTo>
                  <a:lnTo>
                    <a:pt x="938169" y="773987"/>
                  </a:lnTo>
                  <a:lnTo>
                    <a:pt x="938533" y="765692"/>
                  </a:lnTo>
                  <a:lnTo>
                    <a:pt x="938071" y="751274"/>
                  </a:lnTo>
                  <a:lnTo>
                    <a:pt x="934237" y="706277"/>
                  </a:lnTo>
                  <a:lnTo>
                    <a:pt x="925793" y="643414"/>
                  </a:lnTo>
                  <a:lnTo>
                    <a:pt x="911867" y="567105"/>
                  </a:lnTo>
                  <a:lnTo>
                    <a:pt x="902575" y="525289"/>
                  </a:lnTo>
                  <a:lnTo>
                    <a:pt x="891584" y="481768"/>
                  </a:lnTo>
                  <a:lnTo>
                    <a:pt x="878787" y="437095"/>
                  </a:lnTo>
                  <a:lnTo>
                    <a:pt x="864073" y="391822"/>
                  </a:lnTo>
                  <a:lnTo>
                    <a:pt x="847333" y="346501"/>
                  </a:lnTo>
                  <a:lnTo>
                    <a:pt x="828458" y="301685"/>
                  </a:lnTo>
                  <a:lnTo>
                    <a:pt x="807340" y="257927"/>
                  </a:lnTo>
                  <a:lnTo>
                    <a:pt x="783868" y="215778"/>
                  </a:lnTo>
                  <a:lnTo>
                    <a:pt x="757934" y="175790"/>
                  </a:lnTo>
                  <a:lnTo>
                    <a:pt x="729429" y="138517"/>
                  </a:lnTo>
                  <a:lnTo>
                    <a:pt x="698243" y="104510"/>
                  </a:lnTo>
                  <a:lnTo>
                    <a:pt x="664267" y="74323"/>
                  </a:lnTo>
                  <a:lnTo>
                    <a:pt x="627393" y="48506"/>
                  </a:lnTo>
                  <a:lnTo>
                    <a:pt x="587510" y="27613"/>
                  </a:lnTo>
                  <a:lnTo>
                    <a:pt x="544510" y="12196"/>
                  </a:lnTo>
                  <a:lnTo>
                    <a:pt x="498283" y="2808"/>
                  </a:lnTo>
                  <a:lnTo>
                    <a:pt x="448721" y="0"/>
                  </a:lnTo>
                  <a:close/>
                </a:path>
              </a:pathLst>
            </a:custGeom>
            <a:solidFill>
              <a:srgbClr val="71C1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3956059" y="5581784"/>
              <a:ext cx="938530" cy="1301750"/>
            </a:xfrm>
            <a:custGeom>
              <a:avLst/>
              <a:gdLst/>
              <a:ahLst/>
              <a:cxnLst/>
              <a:rect l="l" t="t" r="r" b="b"/>
              <a:pathLst>
                <a:path w="938529" h="1301750">
                  <a:moveTo>
                    <a:pt x="427443" y="0"/>
                  </a:moveTo>
                  <a:lnTo>
                    <a:pt x="345452" y="13454"/>
                  </a:lnTo>
                  <a:lnTo>
                    <a:pt x="299519" y="28246"/>
                  </a:lnTo>
                  <a:lnTo>
                    <a:pt x="257533" y="47335"/>
                  </a:lnTo>
                  <a:lnTo>
                    <a:pt x="219334" y="70364"/>
                  </a:lnTo>
                  <a:lnTo>
                    <a:pt x="503483" y="1235250"/>
                  </a:lnTo>
                  <a:lnTo>
                    <a:pt x="130593" y="153639"/>
                  </a:lnTo>
                  <a:lnTo>
                    <a:pt x="102819" y="192854"/>
                  </a:lnTo>
                  <a:lnTo>
                    <a:pt x="78878" y="234897"/>
                  </a:lnTo>
                  <a:lnTo>
                    <a:pt x="58548" y="279286"/>
                  </a:lnTo>
                  <a:lnTo>
                    <a:pt x="41612" y="325539"/>
                  </a:lnTo>
                  <a:lnTo>
                    <a:pt x="505922" y="1273615"/>
                  </a:lnTo>
                  <a:lnTo>
                    <a:pt x="2629" y="533449"/>
                  </a:lnTo>
                  <a:lnTo>
                    <a:pt x="0" y="591750"/>
                  </a:lnTo>
                  <a:lnTo>
                    <a:pt x="396" y="648231"/>
                  </a:lnTo>
                  <a:lnTo>
                    <a:pt x="3450" y="702050"/>
                  </a:lnTo>
                  <a:lnTo>
                    <a:pt x="8796" y="752364"/>
                  </a:lnTo>
                  <a:lnTo>
                    <a:pt x="446783" y="1263061"/>
                  </a:lnTo>
                  <a:lnTo>
                    <a:pt x="487927" y="1291039"/>
                  </a:lnTo>
                  <a:lnTo>
                    <a:pt x="503273" y="1301206"/>
                  </a:lnTo>
                  <a:lnTo>
                    <a:pt x="530906" y="1279971"/>
                  </a:lnTo>
                  <a:lnTo>
                    <a:pt x="938108" y="771233"/>
                  </a:lnTo>
                  <a:lnTo>
                    <a:pt x="937693" y="747588"/>
                  </a:lnTo>
                  <a:lnTo>
                    <a:pt x="933948" y="704730"/>
                  </a:lnTo>
                  <a:lnTo>
                    <a:pt x="926161" y="646271"/>
                  </a:lnTo>
                  <a:lnTo>
                    <a:pt x="913618" y="575820"/>
                  </a:lnTo>
                  <a:lnTo>
                    <a:pt x="895607" y="496990"/>
                  </a:lnTo>
                  <a:lnTo>
                    <a:pt x="543712" y="1246454"/>
                  </a:lnTo>
                  <a:lnTo>
                    <a:pt x="787149" y="220673"/>
                  </a:lnTo>
                  <a:lnTo>
                    <a:pt x="761007" y="179531"/>
                  </a:lnTo>
                  <a:lnTo>
                    <a:pt x="732198" y="141150"/>
                  </a:lnTo>
                  <a:lnTo>
                    <a:pt x="700606" y="106117"/>
                  </a:lnTo>
                  <a:lnTo>
                    <a:pt x="666117" y="75017"/>
                  </a:lnTo>
                  <a:lnTo>
                    <a:pt x="628614" y="48437"/>
                  </a:lnTo>
                  <a:lnTo>
                    <a:pt x="587983" y="26962"/>
                  </a:lnTo>
                  <a:lnTo>
                    <a:pt x="526162" y="1222549"/>
                  </a:lnTo>
                  <a:lnTo>
                    <a:pt x="427443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3935518" y="5564800"/>
              <a:ext cx="979169" cy="1318260"/>
            </a:xfrm>
            <a:custGeom>
              <a:avLst/>
              <a:gdLst/>
              <a:ahLst/>
              <a:cxnLst/>
              <a:rect l="l" t="t" r="r" b="b"/>
              <a:pathLst>
                <a:path w="979170" h="1318259">
                  <a:moveTo>
                    <a:pt x="523816" y="1318190"/>
                  </a:moveTo>
                  <a:lnTo>
                    <a:pt x="19810" y="851377"/>
                  </a:lnTo>
                </a:path>
                <a:path w="979170" h="1318259">
                  <a:moveTo>
                    <a:pt x="523816" y="1318190"/>
                  </a:moveTo>
                  <a:lnTo>
                    <a:pt x="7423" y="737652"/>
                  </a:lnTo>
                </a:path>
                <a:path w="979170" h="1318259">
                  <a:moveTo>
                    <a:pt x="523816" y="1318190"/>
                  </a:moveTo>
                  <a:lnTo>
                    <a:pt x="0" y="613426"/>
                  </a:lnTo>
                </a:path>
                <a:path w="979170" h="1318259">
                  <a:moveTo>
                    <a:pt x="523816" y="1318190"/>
                  </a:moveTo>
                  <a:lnTo>
                    <a:pt x="11538" y="478226"/>
                  </a:lnTo>
                </a:path>
                <a:path w="979170" h="1318259">
                  <a:moveTo>
                    <a:pt x="523816" y="1318190"/>
                  </a:moveTo>
                  <a:lnTo>
                    <a:pt x="41339" y="313592"/>
                  </a:lnTo>
                </a:path>
                <a:path w="979170" h="1318259">
                  <a:moveTo>
                    <a:pt x="523816" y="1318190"/>
                  </a:moveTo>
                  <a:lnTo>
                    <a:pt x="101609" y="196360"/>
                  </a:lnTo>
                </a:path>
                <a:path w="979170" h="1318259">
                  <a:moveTo>
                    <a:pt x="523816" y="1318190"/>
                  </a:moveTo>
                  <a:lnTo>
                    <a:pt x="185523" y="81631"/>
                  </a:lnTo>
                </a:path>
                <a:path w="979170" h="1318259">
                  <a:moveTo>
                    <a:pt x="523816" y="1318190"/>
                  </a:moveTo>
                  <a:lnTo>
                    <a:pt x="302964" y="27025"/>
                  </a:lnTo>
                </a:path>
                <a:path w="979170" h="1318259">
                  <a:moveTo>
                    <a:pt x="523816" y="1318190"/>
                  </a:moveTo>
                  <a:lnTo>
                    <a:pt x="414353" y="0"/>
                  </a:lnTo>
                </a:path>
                <a:path w="979170" h="1318259">
                  <a:moveTo>
                    <a:pt x="523816" y="1318190"/>
                  </a:moveTo>
                  <a:lnTo>
                    <a:pt x="527931" y="10104"/>
                  </a:lnTo>
                </a:path>
                <a:path w="979170" h="1318259">
                  <a:moveTo>
                    <a:pt x="523816" y="1318190"/>
                  </a:moveTo>
                  <a:lnTo>
                    <a:pt x="647079" y="30669"/>
                  </a:lnTo>
                </a:path>
                <a:path w="979170" h="1318259">
                  <a:moveTo>
                    <a:pt x="523816" y="1318190"/>
                  </a:moveTo>
                  <a:lnTo>
                    <a:pt x="734490" y="105776"/>
                  </a:lnTo>
                </a:path>
                <a:path w="979170" h="1318259">
                  <a:moveTo>
                    <a:pt x="523816" y="1318190"/>
                  </a:moveTo>
                  <a:lnTo>
                    <a:pt x="836225" y="244400"/>
                  </a:lnTo>
                </a:path>
                <a:path w="979170" h="1318259">
                  <a:moveTo>
                    <a:pt x="523816" y="1318190"/>
                  </a:moveTo>
                  <a:lnTo>
                    <a:pt x="892726" y="390323"/>
                  </a:lnTo>
                </a:path>
                <a:path w="979170" h="1318259">
                  <a:moveTo>
                    <a:pt x="523816" y="1318190"/>
                  </a:moveTo>
                  <a:lnTo>
                    <a:pt x="943866" y="561050"/>
                  </a:lnTo>
                </a:path>
                <a:path w="979170" h="1318259">
                  <a:moveTo>
                    <a:pt x="523816" y="1318190"/>
                  </a:moveTo>
                  <a:lnTo>
                    <a:pt x="979069" y="701737"/>
                  </a:lnTo>
                </a:path>
              </a:pathLst>
            </a:custGeom>
            <a:ln w="5235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4077191" y="8196239"/>
              <a:ext cx="1059180" cy="505459"/>
            </a:xfrm>
            <a:custGeom>
              <a:avLst/>
              <a:gdLst/>
              <a:ahLst/>
              <a:cxnLst/>
              <a:rect l="l" t="t" r="r" b="b"/>
              <a:pathLst>
                <a:path w="1059179" h="505459">
                  <a:moveTo>
                    <a:pt x="0" y="0"/>
                  </a:moveTo>
                  <a:lnTo>
                    <a:pt x="4185" y="172032"/>
                  </a:lnTo>
                  <a:lnTo>
                    <a:pt x="8316" y="268100"/>
                  </a:lnTo>
                  <a:lnTo>
                    <a:pt x="14854" y="323055"/>
                  </a:lnTo>
                  <a:lnTo>
                    <a:pt x="26260" y="371747"/>
                  </a:lnTo>
                  <a:lnTo>
                    <a:pt x="58315" y="411220"/>
                  </a:lnTo>
                  <a:lnTo>
                    <a:pt x="127196" y="445558"/>
                  </a:lnTo>
                  <a:lnTo>
                    <a:pt x="172655" y="460368"/>
                  </a:lnTo>
                  <a:lnTo>
                    <a:pt x="223971" y="473376"/>
                  </a:lnTo>
                  <a:lnTo>
                    <a:pt x="280027" y="484408"/>
                  </a:lnTo>
                  <a:lnTo>
                    <a:pt x="339707" y="493290"/>
                  </a:lnTo>
                  <a:lnTo>
                    <a:pt x="401894" y="499851"/>
                  </a:lnTo>
                  <a:lnTo>
                    <a:pt x="465472" y="503917"/>
                  </a:lnTo>
                  <a:lnTo>
                    <a:pt x="529324" y="505314"/>
                  </a:lnTo>
                  <a:lnTo>
                    <a:pt x="593238" y="503917"/>
                  </a:lnTo>
                  <a:lnTo>
                    <a:pt x="656816" y="499851"/>
                  </a:lnTo>
                  <a:lnTo>
                    <a:pt x="719003" y="493290"/>
                  </a:lnTo>
                  <a:lnTo>
                    <a:pt x="778683" y="484408"/>
                  </a:lnTo>
                  <a:lnTo>
                    <a:pt x="834739" y="473376"/>
                  </a:lnTo>
                  <a:lnTo>
                    <a:pt x="886055" y="460368"/>
                  </a:lnTo>
                  <a:lnTo>
                    <a:pt x="931514" y="445558"/>
                  </a:lnTo>
                  <a:lnTo>
                    <a:pt x="970000" y="429117"/>
                  </a:lnTo>
                  <a:lnTo>
                    <a:pt x="1021584" y="392039"/>
                  </a:lnTo>
                  <a:lnTo>
                    <a:pt x="1044800" y="281499"/>
                  </a:lnTo>
                  <a:lnTo>
                    <a:pt x="1052911" y="157284"/>
                  </a:lnTo>
                  <a:lnTo>
                    <a:pt x="1057262" y="49705"/>
                  </a:lnTo>
                  <a:lnTo>
                    <a:pt x="529355" y="49705"/>
                  </a:lnTo>
                  <a:lnTo>
                    <a:pt x="451130" y="49166"/>
                  </a:lnTo>
                  <a:lnTo>
                    <a:pt x="376469" y="47601"/>
                  </a:lnTo>
                  <a:lnTo>
                    <a:pt x="306191" y="45086"/>
                  </a:lnTo>
                  <a:lnTo>
                    <a:pt x="241114" y="41698"/>
                  </a:lnTo>
                  <a:lnTo>
                    <a:pt x="182058" y="37514"/>
                  </a:lnTo>
                  <a:lnTo>
                    <a:pt x="129841" y="32611"/>
                  </a:lnTo>
                  <a:lnTo>
                    <a:pt x="85281" y="27066"/>
                  </a:lnTo>
                  <a:lnTo>
                    <a:pt x="22412" y="14356"/>
                  </a:lnTo>
                  <a:lnTo>
                    <a:pt x="5739" y="7345"/>
                  </a:lnTo>
                  <a:lnTo>
                    <a:pt x="0" y="0"/>
                  </a:lnTo>
                  <a:close/>
                </a:path>
                <a:path w="1059179" h="505459">
                  <a:moveTo>
                    <a:pt x="1058711" y="0"/>
                  </a:moveTo>
                  <a:lnTo>
                    <a:pt x="1009511" y="20955"/>
                  </a:lnTo>
                  <a:lnTo>
                    <a:pt x="928870" y="32611"/>
                  </a:lnTo>
                  <a:lnTo>
                    <a:pt x="876652" y="37514"/>
                  </a:lnTo>
                  <a:lnTo>
                    <a:pt x="817596" y="41698"/>
                  </a:lnTo>
                  <a:lnTo>
                    <a:pt x="752519" y="45086"/>
                  </a:lnTo>
                  <a:lnTo>
                    <a:pt x="682241" y="47601"/>
                  </a:lnTo>
                  <a:lnTo>
                    <a:pt x="607580" y="49166"/>
                  </a:lnTo>
                  <a:lnTo>
                    <a:pt x="529355" y="49705"/>
                  </a:lnTo>
                  <a:lnTo>
                    <a:pt x="1057262" y="49705"/>
                  </a:lnTo>
                  <a:lnTo>
                    <a:pt x="1057357" y="47364"/>
                  </a:lnTo>
                  <a:lnTo>
                    <a:pt x="1058711" y="0"/>
                  </a:lnTo>
                  <a:close/>
                </a:path>
              </a:pathLst>
            </a:custGeom>
            <a:solidFill>
              <a:srgbClr val="C8D6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4077182" y="8196243"/>
              <a:ext cx="1059180" cy="501650"/>
            </a:xfrm>
            <a:custGeom>
              <a:avLst/>
              <a:gdLst/>
              <a:ahLst/>
              <a:cxnLst/>
              <a:rect l="l" t="t" r="r" b="b"/>
              <a:pathLst>
                <a:path w="1059179" h="501650">
                  <a:moveTo>
                    <a:pt x="267741" y="135496"/>
                  </a:moveTo>
                  <a:lnTo>
                    <a:pt x="257048" y="78295"/>
                  </a:lnTo>
                  <a:lnTo>
                    <a:pt x="237934" y="44945"/>
                  </a:lnTo>
                  <a:lnTo>
                    <a:pt x="156362" y="35267"/>
                  </a:lnTo>
                  <a:lnTo>
                    <a:pt x="91186" y="27889"/>
                  </a:lnTo>
                  <a:lnTo>
                    <a:pt x="41960" y="19431"/>
                  </a:lnTo>
                  <a:lnTo>
                    <a:pt x="10845" y="10058"/>
                  </a:lnTo>
                  <a:lnTo>
                    <a:pt x="0" y="0"/>
                  </a:lnTo>
                  <a:lnTo>
                    <a:pt x="952" y="40703"/>
                  </a:lnTo>
                  <a:lnTo>
                    <a:pt x="5334" y="147599"/>
                  </a:lnTo>
                  <a:lnTo>
                    <a:pt x="35585" y="176580"/>
                  </a:lnTo>
                  <a:lnTo>
                    <a:pt x="73126" y="199377"/>
                  </a:lnTo>
                  <a:lnTo>
                    <a:pt x="131572" y="212610"/>
                  </a:lnTo>
                  <a:lnTo>
                    <a:pt x="162356" y="212166"/>
                  </a:lnTo>
                  <a:lnTo>
                    <a:pt x="190550" y="207594"/>
                  </a:lnTo>
                  <a:lnTo>
                    <a:pt x="217360" y="198272"/>
                  </a:lnTo>
                  <a:lnTo>
                    <a:pt x="240652" y="183654"/>
                  </a:lnTo>
                  <a:lnTo>
                    <a:pt x="258279" y="163220"/>
                  </a:lnTo>
                  <a:lnTo>
                    <a:pt x="267741" y="135496"/>
                  </a:lnTo>
                  <a:close/>
                </a:path>
                <a:path w="1059179" h="501650">
                  <a:moveTo>
                    <a:pt x="408190" y="407123"/>
                  </a:moveTo>
                  <a:lnTo>
                    <a:pt x="403364" y="365099"/>
                  </a:lnTo>
                  <a:lnTo>
                    <a:pt x="383540" y="325704"/>
                  </a:lnTo>
                  <a:lnTo>
                    <a:pt x="329145" y="285750"/>
                  </a:lnTo>
                  <a:lnTo>
                    <a:pt x="260019" y="272072"/>
                  </a:lnTo>
                  <a:lnTo>
                    <a:pt x="219913" y="273126"/>
                  </a:lnTo>
                  <a:lnTo>
                    <a:pt x="180136" y="278638"/>
                  </a:lnTo>
                  <a:lnTo>
                    <a:pt x="141109" y="287820"/>
                  </a:lnTo>
                  <a:lnTo>
                    <a:pt x="103276" y="299897"/>
                  </a:lnTo>
                  <a:lnTo>
                    <a:pt x="60769" y="317093"/>
                  </a:lnTo>
                  <a:lnTo>
                    <a:pt x="20180" y="338442"/>
                  </a:lnTo>
                  <a:lnTo>
                    <a:pt x="23101" y="356882"/>
                  </a:lnTo>
                  <a:lnTo>
                    <a:pt x="38506" y="393674"/>
                  </a:lnTo>
                  <a:lnTo>
                    <a:pt x="97561" y="433336"/>
                  </a:lnTo>
                  <a:lnTo>
                    <a:pt x="141541" y="450646"/>
                  </a:lnTo>
                  <a:lnTo>
                    <a:pt x="193255" y="465975"/>
                  </a:lnTo>
                  <a:lnTo>
                    <a:pt x="251307" y="479094"/>
                  </a:lnTo>
                  <a:lnTo>
                    <a:pt x="314261" y="489813"/>
                  </a:lnTo>
                  <a:lnTo>
                    <a:pt x="380695" y="497878"/>
                  </a:lnTo>
                  <a:lnTo>
                    <a:pt x="384860" y="490232"/>
                  </a:lnTo>
                  <a:lnTo>
                    <a:pt x="401015" y="449580"/>
                  </a:lnTo>
                  <a:lnTo>
                    <a:pt x="408190" y="407123"/>
                  </a:lnTo>
                  <a:close/>
                </a:path>
                <a:path w="1059179" h="501650">
                  <a:moveTo>
                    <a:pt x="667791" y="103835"/>
                  </a:moveTo>
                  <a:lnTo>
                    <a:pt x="667740" y="89839"/>
                  </a:lnTo>
                  <a:lnTo>
                    <a:pt x="667042" y="75869"/>
                  </a:lnTo>
                  <a:lnTo>
                    <a:pt x="665657" y="61925"/>
                  </a:lnTo>
                  <a:lnTo>
                    <a:pt x="663562" y="48069"/>
                  </a:lnTo>
                  <a:lnTo>
                    <a:pt x="597789" y="49276"/>
                  </a:lnTo>
                  <a:lnTo>
                    <a:pt x="563880" y="49593"/>
                  </a:lnTo>
                  <a:lnTo>
                    <a:pt x="483133" y="49517"/>
                  </a:lnTo>
                  <a:lnTo>
                    <a:pt x="438035" y="48971"/>
                  </a:lnTo>
                  <a:lnTo>
                    <a:pt x="394195" y="48069"/>
                  </a:lnTo>
                  <a:lnTo>
                    <a:pt x="351790" y="46824"/>
                  </a:lnTo>
                  <a:lnTo>
                    <a:pt x="354787" y="73342"/>
                  </a:lnTo>
                  <a:lnTo>
                    <a:pt x="367842" y="125222"/>
                  </a:lnTo>
                  <a:lnTo>
                    <a:pt x="395401" y="181559"/>
                  </a:lnTo>
                  <a:lnTo>
                    <a:pt x="446366" y="234442"/>
                  </a:lnTo>
                  <a:lnTo>
                    <a:pt x="499643" y="257429"/>
                  </a:lnTo>
                  <a:lnTo>
                    <a:pt x="539940" y="261366"/>
                  </a:lnTo>
                  <a:lnTo>
                    <a:pt x="560273" y="259918"/>
                  </a:lnTo>
                  <a:lnTo>
                    <a:pt x="610095" y="243725"/>
                  </a:lnTo>
                  <a:lnTo>
                    <a:pt x="644893" y="204647"/>
                  </a:lnTo>
                  <a:lnTo>
                    <a:pt x="665340" y="137769"/>
                  </a:lnTo>
                  <a:lnTo>
                    <a:pt x="667791" y="103835"/>
                  </a:lnTo>
                  <a:close/>
                </a:path>
                <a:path w="1059179" h="501650">
                  <a:moveTo>
                    <a:pt x="961453" y="433146"/>
                  </a:moveTo>
                  <a:lnTo>
                    <a:pt x="933983" y="404037"/>
                  </a:lnTo>
                  <a:lnTo>
                    <a:pt x="898779" y="371221"/>
                  </a:lnTo>
                  <a:lnTo>
                    <a:pt x="850353" y="340474"/>
                  </a:lnTo>
                  <a:lnTo>
                    <a:pt x="805141" y="325183"/>
                  </a:lnTo>
                  <a:lnTo>
                    <a:pt x="757897" y="321551"/>
                  </a:lnTo>
                  <a:lnTo>
                    <a:pt x="712495" y="333133"/>
                  </a:lnTo>
                  <a:lnTo>
                    <a:pt x="669417" y="370611"/>
                  </a:lnTo>
                  <a:lnTo>
                    <a:pt x="646760" y="421322"/>
                  </a:lnTo>
                  <a:lnTo>
                    <a:pt x="638911" y="461048"/>
                  </a:lnTo>
                  <a:lnTo>
                    <a:pt x="636206" y="501446"/>
                  </a:lnTo>
                  <a:lnTo>
                    <a:pt x="690892" y="496570"/>
                  </a:lnTo>
                  <a:lnTo>
                    <a:pt x="744054" y="489864"/>
                  </a:lnTo>
                  <a:lnTo>
                    <a:pt x="794956" y="481469"/>
                  </a:lnTo>
                  <a:lnTo>
                    <a:pt x="842886" y="471487"/>
                  </a:lnTo>
                  <a:lnTo>
                    <a:pt x="887095" y="460032"/>
                  </a:lnTo>
                  <a:lnTo>
                    <a:pt x="926858" y="447205"/>
                  </a:lnTo>
                  <a:lnTo>
                    <a:pt x="961453" y="433146"/>
                  </a:lnTo>
                  <a:close/>
                </a:path>
                <a:path w="1059179" h="501650">
                  <a:moveTo>
                    <a:pt x="1058710" y="0"/>
                  </a:moveTo>
                  <a:lnTo>
                    <a:pt x="1016825" y="19405"/>
                  </a:lnTo>
                  <a:lnTo>
                    <a:pt x="967701" y="27876"/>
                  </a:lnTo>
                  <a:lnTo>
                    <a:pt x="902665" y="35242"/>
                  </a:lnTo>
                  <a:lnTo>
                    <a:pt x="823849" y="41313"/>
                  </a:lnTo>
                  <a:lnTo>
                    <a:pt x="814387" y="58623"/>
                  </a:lnTo>
                  <a:lnTo>
                    <a:pt x="806259" y="76415"/>
                  </a:lnTo>
                  <a:lnTo>
                    <a:pt x="799630" y="94627"/>
                  </a:lnTo>
                  <a:lnTo>
                    <a:pt x="794715" y="113220"/>
                  </a:lnTo>
                  <a:lnTo>
                    <a:pt x="791756" y="140119"/>
                  </a:lnTo>
                  <a:lnTo>
                    <a:pt x="795197" y="166636"/>
                  </a:lnTo>
                  <a:lnTo>
                    <a:pt x="828192" y="209435"/>
                  </a:lnTo>
                  <a:lnTo>
                    <a:pt x="881964" y="225158"/>
                  </a:lnTo>
                  <a:lnTo>
                    <a:pt x="900874" y="226250"/>
                  </a:lnTo>
                  <a:lnTo>
                    <a:pt x="928433" y="224980"/>
                  </a:lnTo>
                  <a:lnTo>
                    <a:pt x="980719" y="211429"/>
                  </a:lnTo>
                  <a:lnTo>
                    <a:pt x="1017866" y="190423"/>
                  </a:lnTo>
                  <a:lnTo>
                    <a:pt x="1052779" y="159918"/>
                  </a:lnTo>
                  <a:lnTo>
                    <a:pt x="1055484" y="99301"/>
                  </a:lnTo>
                  <a:lnTo>
                    <a:pt x="1057325" y="48285"/>
                  </a:lnTo>
                  <a:lnTo>
                    <a:pt x="105871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4057396" y="8293030"/>
              <a:ext cx="1096010" cy="1558925"/>
            </a:xfrm>
            <a:custGeom>
              <a:avLst/>
              <a:gdLst/>
              <a:ahLst/>
              <a:cxnLst/>
              <a:rect l="l" t="t" r="r" b="b"/>
              <a:pathLst>
                <a:path w="1096010" h="1558925">
                  <a:moveTo>
                    <a:pt x="65760" y="29743"/>
                  </a:moveTo>
                  <a:lnTo>
                    <a:pt x="63169" y="18161"/>
                  </a:lnTo>
                  <a:lnTo>
                    <a:pt x="56134" y="8712"/>
                  </a:lnTo>
                  <a:lnTo>
                    <a:pt x="45681" y="2336"/>
                  </a:lnTo>
                  <a:lnTo>
                    <a:pt x="32880" y="0"/>
                  </a:lnTo>
                  <a:lnTo>
                    <a:pt x="20078" y="2336"/>
                  </a:lnTo>
                  <a:lnTo>
                    <a:pt x="9639" y="8712"/>
                  </a:lnTo>
                  <a:lnTo>
                    <a:pt x="2590" y="18161"/>
                  </a:lnTo>
                  <a:lnTo>
                    <a:pt x="0" y="29743"/>
                  </a:lnTo>
                  <a:lnTo>
                    <a:pt x="0" y="1358138"/>
                  </a:lnTo>
                  <a:lnTo>
                    <a:pt x="2590" y="1369707"/>
                  </a:lnTo>
                  <a:lnTo>
                    <a:pt x="9639" y="1379156"/>
                  </a:lnTo>
                  <a:lnTo>
                    <a:pt x="20078" y="1385531"/>
                  </a:lnTo>
                  <a:lnTo>
                    <a:pt x="32880" y="1387868"/>
                  </a:lnTo>
                  <a:lnTo>
                    <a:pt x="45681" y="1385531"/>
                  </a:lnTo>
                  <a:lnTo>
                    <a:pt x="56134" y="1379156"/>
                  </a:lnTo>
                  <a:lnTo>
                    <a:pt x="63169" y="1369707"/>
                  </a:lnTo>
                  <a:lnTo>
                    <a:pt x="65760" y="1358138"/>
                  </a:lnTo>
                  <a:lnTo>
                    <a:pt x="65760" y="29743"/>
                  </a:lnTo>
                  <a:close/>
                </a:path>
                <a:path w="1096010" h="1558925">
                  <a:moveTo>
                    <a:pt x="582028" y="200748"/>
                  </a:moveTo>
                  <a:lnTo>
                    <a:pt x="579437" y="189166"/>
                  </a:lnTo>
                  <a:lnTo>
                    <a:pt x="572389" y="179717"/>
                  </a:lnTo>
                  <a:lnTo>
                    <a:pt x="561936" y="173342"/>
                  </a:lnTo>
                  <a:lnTo>
                    <a:pt x="549148" y="171005"/>
                  </a:lnTo>
                  <a:lnTo>
                    <a:pt x="536346" y="173342"/>
                  </a:lnTo>
                  <a:lnTo>
                    <a:pt x="525894" y="179717"/>
                  </a:lnTo>
                  <a:lnTo>
                    <a:pt x="518845" y="189166"/>
                  </a:lnTo>
                  <a:lnTo>
                    <a:pt x="516267" y="200748"/>
                  </a:lnTo>
                  <a:lnTo>
                    <a:pt x="516267" y="1529143"/>
                  </a:lnTo>
                  <a:lnTo>
                    <a:pt x="518845" y="1540713"/>
                  </a:lnTo>
                  <a:lnTo>
                    <a:pt x="525894" y="1550174"/>
                  </a:lnTo>
                  <a:lnTo>
                    <a:pt x="536346" y="1556537"/>
                  </a:lnTo>
                  <a:lnTo>
                    <a:pt x="549148" y="1558874"/>
                  </a:lnTo>
                  <a:lnTo>
                    <a:pt x="561936" y="1556537"/>
                  </a:lnTo>
                  <a:lnTo>
                    <a:pt x="572389" y="1550174"/>
                  </a:lnTo>
                  <a:lnTo>
                    <a:pt x="579437" y="1540713"/>
                  </a:lnTo>
                  <a:lnTo>
                    <a:pt x="582028" y="1529143"/>
                  </a:lnTo>
                  <a:lnTo>
                    <a:pt x="582028" y="200748"/>
                  </a:lnTo>
                  <a:close/>
                </a:path>
                <a:path w="1096010" h="1558925">
                  <a:moveTo>
                    <a:pt x="1096010" y="29743"/>
                  </a:moveTo>
                  <a:lnTo>
                    <a:pt x="1093419" y="18161"/>
                  </a:lnTo>
                  <a:lnTo>
                    <a:pt x="1086370" y="8712"/>
                  </a:lnTo>
                  <a:lnTo>
                    <a:pt x="1075918" y="2336"/>
                  </a:lnTo>
                  <a:lnTo>
                    <a:pt x="1063129" y="0"/>
                  </a:lnTo>
                  <a:lnTo>
                    <a:pt x="1050328" y="2336"/>
                  </a:lnTo>
                  <a:lnTo>
                    <a:pt x="1039876" y="8712"/>
                  </a:lnTo>
                  <a:lnTo>
                    <a:pt x="1032827" y="18161"/>
                  </a:lnTo>
                  <a:lnTo>
                    <a:pt x="1030249" y="29743"/>
                  </a:lnTo>
                  <a:lnTo>
                    <a:pt x="1030249" y="1358138"/>
                  </a:lnTo>
                  <a:lnTo>
                    <a:pt x="1032827" y="1369707"/>
                  </a:lnTo>
                  <a:lnTo>
                    <a:pt x="1039876" y="1379156"/>
                  </a:lnTo>
                  <a:lnTo>
                    <a:pt x="1050328" y="1385531"/>
                  </a:lnTo>
                  <a:lnTo>
                    <a:pt x="1063129" y="1387868"/>
                  </a:lnTo>
                  <a:lnTo>
                    <a:pt x="1075918" y="1385531"/>
                  </a:lnTo>
                  <a:lnTo>
                    <a:pt x="1086370" y="1379156"/>
                  </a:lnTo>
                  <a:lnTo>
                    <a:pt x="1093419" y="1369707"/>
                  </a:lnTo>
                  <a:lnTo>
                    <a:pt x="1096010" y="1358138"/>
                  </a:lnTo>
                  <a:lnTo>
                    <a:pt x="1096010" y="29743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 descr=""/>
          <p:cNvSpPr/>
          <p:nvPr/>
        </p:nvSpPr>
        <p:spPr>
          <a:xfrm>
            <a:off x="7683399" y="7026"/>
            <a:ext cx="20955" cy="2463165"/>
          </a:xfrm>
          <a:custGeom>
            <a:avLst/>
            <a:gdLst/>
            <a:ahLst/>
            <a:cxnLst/>
            <a:rect l="l" t="t" r="r" b="b"/>
            <a:pathLst>
              <a:path w="20954" h="2463165">
                <a:moveTo>
                  <a:pt x="20805" y="0"/>
                </a:moveTo>
                <a:lnTo>
                  <a:pt x="0" y="0"/>
                </a:lnTo>
                <a:lnTo>
                  <a:pt x="0" y="2462563"/>
                </a:lnTo>
                <a:lnTo>
                  <a:pt x="20805" y="2462563"/>
                </a:lnTo>
                <a:lnTo>
                  <a:pt x="20805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4" name="object 114" descr=""/>
          <p:cNvGrpSpPr/>
          <p:nvPr/>
        </p:nvGrpSpPr>
        <p:grpSpPr>
          <a:xfrm>
            <a:off x="7040416" y="2282339"/>
            <a:ext cx="1306830" cy="1235075"/>
            <a:chOff x="7040416" y="2282339"/>
            <a:chExt cx="1306830" cy="1235075"/>
          </a:xfrm>
        </p:grpSpPr>
        <p:sp>
          <p:nvSpPr>
            <p:cNvPr id="115" name="object 115" descr=""/>
            <p:cNvSpPr/>
            <p:nvPr/>
          </p:nvSpPr>
          <p:spPr>
            <a:xfrm>
              <a:off x="7374794" y="2878976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05" y="0"/>
                  </a:moveTo>
                  <a:lnTo>
                    <a:pt x="271929" y="3465"/>
                  </a:lnTo>
                  <a:lnTo>
                    <a:pt x="226975" y="13530"/>
                  </a:lnTo>
                  <a:lnTo>
                    <a:pt x="184643" y="29696"/>
                  </a:lnTo>
                  <a:lnTo>
                    <a:pt x="145428" y="51467"/>
                  </a:lnTo>
                  <a:lnTo>
                    <a:pt x="109828" y="78345"/>
                  </a:lnTo>
                  <a:lnTo>
                    <a:pt x="78342" y="109833"/>
                  </a:lnTo>
                  <a:lnTo>
                    <a:pt x="51464" y="145432"/>
                  </a:lnTo>
                  <a:lnTo>
                    <a:pt x="29694" y="184647"/>
                  </a:lnTo>
                  <a:lnTo>
                    <a:pt x="13529" y="226979"/>
                  </a:lnTo>
                  <a:lnTo>
                    <a:pt x="3465" y="271931"/>
                  </a:lnTo>
                  <a:lnTo>
                    <a:pt x="0" y="319005"/>
                  </a:lnTo>
                  <a:lnTo>
                    <a:pt x="3465" y="366085"/>
                  </a:lnTo>
                  <a:lnTo>
                    <a:pt x="13529" y="411040"/>
                  </a:lnTo>
                  <a:lnTo>
                    <a:pt x="29694" y="453373"/>
                  </a:lnTo>
                  <a:lnTo>
                    <a:pt x="51464" y="492588"/>
                  </a:lnTo>
                  <a:lnTo>
                    <a:pt x="78342" y="528187"/>
                  </a:lnTo>
                  <a:lnTo>
                    <a:pt x="109828" y="559673"/>
                  </a:lnTo>
                  <a:lnTo>
                    <a:pt x="145428" y="586549"/>
                  </a:lnTo>
                  <a:lnTo>
                    <a:pt x="184643" y="608318"/>
                  </a:lnTo>
                  <a:lnTo>
                    <a:pt x="226975" y="624483"/>
                  </a:lnTo>
                  <a:lnTo>
                    <a:pt x="271929" y="634547"/>
                  </a:lnTo>
                  <a:lnTo>
                    <a:pt x="319005" y="638011"/>
                  </a:lnTo>
                  <a:lnTo>
                    <a:pt x="366082" y="634547"/>
                  </a:lnTo>
                  <a:lnTo>
                    <a:pt x="411036" y="624483"/>
                  </a:lnTo>
                  <a:lnTo>
                    <a:pt x="411941" y="624138"/>
                  </a:lnTo>
                  <a:lnTo>
                    <a:pt x="319005" y="624138"/>
                  </a:lnTo>
                  <a:lnTo>
                    <a:pt x="269578" y="620137"/>
                  </a:lnTo>
                  <a:lnTo>
                    <a:pt x="222665" y="608557"/>
                  </a:lnTo>
                  <a:lnTo>
                    <a:pt x="178900" y="590032"/>
                  </a:lnTo>
                  <a:lnTo>
                    <a:pt x="138917" y="565192"/>
                  </a:lnTo>
                  <a:lnTo>
                    <a:pt x="103347" y="534672"/>
                  </a:lnTo>
                  <a:lnTo>
                    <a:pt x="72825" y="499103"/>
                  </a:lnTo>
                  <a:lnTo>
                    <a:pt x="47983" y="459120"/>
                  </a:lnTo>
                  <a:lnTo>
                    <a:pt x="29456" y="415354"/>
                  </a:lnTo>
                  <a:lnTo>
                    <a:pt x="17874" y="368438"/>
                  </a:lnTo>
                  <a:lnTo>
                    <a:pt x="13873" y="319005"/>
                  </a:lnTo>
                  <a:lnTo>
                    <a:pt x="17874" y="269578"/>
                  </a:lnTo>
                  <a:lnTo>
                    <a:pt x="29456" y="222664"/>
                  </a:lnTo>
                  <a:lnTo>
                    <a:pt x="47983" y="178898"/>
                  </a:lnTo>
                  <a:lnTo>
                    <a:pt x="72825" y="138913"/>
                  </a:lnTo>
                  <a:lnTo>
                    <a:pt x="103347" y="103342"/>
                  </a:lnTo>
                  <a:lnTo>
                    <a:pt x="138917" y="72818"/>
                  </a:lnTo>
                  <a:lnTo>
                    <a:pt x="178900" y="47975"/>
                  </a:lnTo>
                  <a:lnTo>
                    <a:pt x="222665" y="29446"/>
                  </a:lnTo>
                  <a:lnTo>
                    <a:pt x="269578" y="17864"/>
                  </a:lnTo>
                  <a:lnTo>
                    <a:pt x="319005" y="13863"/>
                  </a:lnTo>
                  <a:lnTo>
                    <a:pt x="411909" y="13863"/>
                  </a:lnTo>
                  <a:lnTo>
                    <a:pt x="411036" y="13530"/>
                  </a:lnTo>
                  <a:lnTo>
                    <a:pt x="366082" y="3465"/>
                  </a:lnTo>
                  <a:lnTo>
                    <a:pt x="319005" y="0"/>
                  </a:lnTo>
                  <a:close/>
                </a:path>
                <a:path w="638175" h="638175">
                  <a:moveTo>
                    <a:pt x="411909" y="13863"/>
                  </a:moveTo>
                  <a:lnTo>
                    <a:pt x="319005" y="13863"/>
                  </a:lnTo>
                  <a:lnTo>
                    <a:pt x="368436" y="17864"/>
                  </a:lnTo>
                  <a:lnTo>
                    <a:pt x="415350" y="29446"/>
                  </a:lnTo>
                  <a:lnTo>
                    <a:pt x="459115" y="47975"/>
                  </a:lnTo>
                  <a:lnTo>
                    <a:pt x="499099" y="72818"/>
                  </a:lnTo>
                  <a:lnTo>
                    <a:pt x="534668" y="103342"/>
                  </a:lnTo>
                  <a:lnTo>
                    <a:pt x="565189" y="138913"/>
                  </a:lnTo>
                  <a:lnTo>
                    <a:pt x="590030" y="178898"/>
                  </a:lnTo>
                  <a:lnTo>
                    <a:pt x="608556" y="222664"/>
                  </a:lnTo>
                  <a:lnTo>
                    <a:pt x="620137" y="269578"/>
                  </a:lnTo>
                  <a:lnTo>
                    <a:pt x="624138" y="319005"/>
                  </a:lnTo>
                  <a:lnTo>
                    <a:pt x="620137" y="368438"/>
                  </a:lnTo>
                  <a:lnTo>
                    <a:pt x="608556" y="415354"/>
                  </a:lnTo>
                  <a:lnTo>
                    <a:pt x="590030" y="459120"/>
                  </a:lnTo>
                  <a:lnTo>
                    <a:pt x="565189" y="499103"/>
                  </a:lnTo>
                  <a:lnTo>
                    <a:pt x="534668" y="534672"/>
                  </a:lnTo>
                  <a:lnTo>
                    <a:pt x="499099" y="565192"/>
                  </a:lnTo>
                  <a:lnTo>
                    <a:pt x="459115" y="590032"/>
                  </a:lnTo>
                  <a:lnTo>
                    <a:pt x="415350" y="608557"/>
                  </a:lnTo>
                  <a:lnTo>
                    <a:pt x="368436" y="620137"/>
                  </a:lnTo>
                  <a:lnTo>
                    <a:pt x="319005" y="624138"/>
                  </a:lnTo>
                  <a:lnTo>
                    <a:pt x="411941" y="624138"/>
                  </a:lnTo>
                  <a:lnTo>
                    <a:pt x="453368" y="608318"/>
                  </a:lnTo>
                  <a:lnTo>
                    <a:pt x="492583" y="586549"/>
                  </a:lnTo>
                  <a:lnTo>
                    <a:pt x="528183" y="559673"/>
                  </a:lnTo>
                  <a:lnTo>
                    <a:pt x="559669" y="528187"/>
                  </a:lnTo>
                  <a:lnTo>
                    <a:pt x="586547" y="492588"/>
                  </a:lnTo>
                  <a:lnTo>
                    <a:pt x="608317" y="453373"/>
                  </a:lnTo>
                  <a:lnTo>
                    <a:pt x="624482" y="411040"/>
                  </a:lnTo>
                  <a:lnTo>
                    <a:pt x="634546" y="366085"/>
                  </a:lnTo>
                  <a:lnTo>
                    <a:pt x="638011" y="319005"/>
                  </a:lnTo>
                  <a:lnTo>
                    <a:pt x="634546" y="271931"/>
                  </a:lnTo>
                  <a:lnTo>
                    <a:pt x="624482" y="226979"/>
                  </a:lnTo>
                  <a:lnTo>
                    <a:pt x="608317" y="184647"/>
                  </a:lnTo>
                  <a:lnTo>
                    <a:pt x="586547" y="145432"/>
                  </a:lnTo>
                  <a:lnTo>
                    <a:pt x="559669" y="109833"/>
                  </a:lnTo>
                  <a:lnTo>
                    <a:pt x="528183" y="78345"/>
                  </a:lnTo>
                  <a:lnTo>
                    <a:pt x="492583" y="51467"/>
                  </a:lnTo>
                  <a:lnTo>
                    <a:pt x="453368" y="29696"/>
                  </a:lnTo>
                  <a:lnTo>
                    <a:pt x="411909" y="13863"/>
                  </a:lnTo>
                  <a:close/>
                </a:path>
              </a:pathLst>
            </a:custGeom>
            <a:solidFill>
              <a:srgbClr val="A3A3A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75896" y="3080096"/>
              <a:ext cx="235793" cy="235793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7040416" y="3142499"/>
              <a:ext cx="1306830" cy="40640"/>
            </a:xfrm>
            <a:custGeom>
              <a:avLst/>
              <a:gdLst/>
              <a:ahLst/>
              <a:cxnLst/>
              <a:rect l="l" t="t" r="r" b="b"/>
              <a:pathLst>
                <a:path w="1306829" h="40639">
                  <a:moveTo>
                    <a:pt x="1286966" y="0"/>
                  </a:moveTo>
                  <a:lnTo>
                    <a:pt x="19800" y="0"/>
                  </a:lnTo>
                  <a:lnTo>
                    <a:pt x="2994" y="22355"/>
                  </a:lnTo>
                  <a:lnTo>
                    <a:pt x="408" y="25779"/>
                  </a:lnTo>
                  <a:lnTo>
                    <a:pt x="0" y="30376"/>
                  </a:lnTo>
                  <a:lnTo>
                    <a:pt x="3832" y="38061"/>
                  </a:lnTo>
                  <a:lnTo>
                    <a:pt x="7748" y="40449"/>
                  </a:lnTo>
                  <a:lnTo>
                    <a:pt x="1299018" y="40449"/>
                  </a:lnTo>
                  <a:lnTo>
                    <a:pt x="1302944" y="38040"/>
                  </a:lnTo>
                  <a:lnTo>
                    <a:pt x="1306766" y="30376"/>
                  </a:lnTo>
                  <a:lnTo>
                    <a:pt x="1306358" y="25779"/>
                  </a:lnTo>
                  <a:lnTo>
                    <a:pt x="1286966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7060217" y="2458024"/>
              <a:ext cx="1267460" cy="684530"/>
            </a:xfrm>
            <a:custGeom>
              <a:avLst/>
              <a:gdLst/>
              <a:ahLst/>
              <a:cxnLst/>
              <a:rect l="l" t="t" r="r" b="b"/>
              <a:pathLst>
                <a:path w="1267459" h="684530">
                  <a:moveTo>
                    <a:pt x="682052" y="0"/>
                  </a:moveTo>
                  <a:lnTo>
                    <a:pt x="585113" y="0"/>
                  </a:lnTo>
                  <a:lnTo>
                    <a:pt x="576848" y="935"/>
                  </a:lnTo>
                  <a:lnTo>
                    <a:pt x="543276" y="34953"/>
                  </a:lnTo>
                  <a:lnTo>
                    <a:pt x="492686" y="316754"/>
                  </a:lnTo>
                  <a:lnTo>
                    <a:pt x="479699" y="359762"/>
                  </a:lnTo>
                  <a:lnTo>
                    <a:pt x="456922" y="397303"/>
                  </a:lnTo>
                  <a:lnTo>
                    <a:pt x="425848" y="427908"/>
                  </a:lnTo>
                  <a:lnTo>
                    <a:pt x="387968" y="450112"/>
                  </a:lnTo>
                  <a:lnTo>
                    <a:pt x="344774" y="462446"/>
                  </a:lnTo>
                  <a:lnTo>
                    <a:pt x="209312" y="483095"/>
                  </a:lnTo>
                  <a:lnTo>
                    <a:pt x="164460" y="495121"/>
                  </a:lnTo>
                  <a:lnTo>
                    <a:pt x="123802" y="516405"/>
                  </a:lnTo>
                  <a:lnTo>
                    <a:pt x="88735" y="546010"/>
                  </a:lnTo>
                  <a:lnTo>
                    <a:pt x="60657" y="582997"/>
                  </a:lnTo>
                  <a:lnTo>
                    <a:pt x="0" y="684471"/>
                  </a:lnTo>
                  <a:lnTo>
                    <a:pt x="1267165" y="684471"/>
                  </a:lnTo>
                  <a:lnTo>
                    <a:pt x="1206497" y="582987"/>
                  </a:lnTo>
                  <a:lnTo>
                    <a:pt x="1178421" y="546006"/>
                  </a:lnTo>
                  <a:lnTo>
                    <a:pt x="1143357" y="516404"/>
                  </a:lnTo>
                  <a:lnTo>
                    <a:pt x="1102703" y="495120"/>
                  </a:lnTo>
                  <a:lnTo>
                    <a:pt x="1057852" y="483095"/>
                  </a:lnTo>
                  <a:lnTo>
                    <a:pt x="922390" y="462446"/>
                  </a:lnTo>
                  <a:lnTo>
                    <a:pt x="879197" y="450112"/>
                  </a:lnTo>
                  <a:lnTo>
                    <a:pt x="841320" y="427908"/>
                  </a:lnTo>
                  <a:lnTo>
                    <a:pt x="810247" y="397303"/>
                  </a:lnTo>
                  <a:lnTo>
                    <a:pt x="787470" y="359762"/>
                  </a:lnTo>
                  <a:lnTo>
                    <a:pt x="774479" y="316754"/>
                  </a:lnTo>
                  <a:lnTo>
                    <a:pt x="731181" y="58909"/>
                  </a:lnTo>
                  <a:lnTo>
                    <a:pt x="728287" y="46633"/>
                  </a:lnTo>
                  <a:lnTo>
                    <a:pt x="705052" y="7999"/>
                  </a:lnTo>
                  <a:lnTo>
                    <a:pt x="690319" y="933"/>
                  </a:lnTo>
                  <a:lnTo>
                    <a:pt x="682052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45337" y="2282339"/>
              <a:ext cx="96928" cy="175680"/>
            </a:xfrm>
            <a:prstGeom prst="rect">
              <a:avLst/>
            </a:prstGeom>
          </p:spPr>
        </p:pic>
      </p:grpSp>
      <p:sp>
        <p:nvSpPr>
          <p:cNvPr id="120" name="object 120" descr=""/>
          <p:cNvSpPr/>
          <p:nvPr/>
        </p:nvSpPr>
        <p:spPr>
          <a:xfrm>
            <a:off x="12399895" y="7026"/>
            <a:ext cx="20955" cy="2463165"/>
          </a:xfrm>
          <a:custGeom>
            <a:avLst/>
            <a:gdLst/>
            <a:ahLst/>
            <a:cxnLst/>
            <a:rect l="l" t="t" r="r" b="b"/>
            <a:pathLst>
              <a:path w="20954" h="2463165">
                <a:moveTo>
                  <a:pt x="20805" y="0"/>
                </a:moveTo>
                <a:lnTo>
                  <a:pt x="0" y="0"/>
                </a:lnTo>
                <a:lnTo>
                  <a:pt x="0" y="2462563"/>
                </a:lnTo>
                <a:lnTo>
                  <a:pt x="20805" y="2462563"/>
                </a:lnTo>
                <a:lnTo>
                  <a:pt x="20805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1" name="object 121" descr=""/>
          <p:cNvGrpSpPr/>
          <p:nvPr/>
        </p:nvGrpSpPr>
        <p:grpSpPr>
          <a:xfrm>
            <a:off x="11756919" y="2282339"/>
            <a:ext cx="1306830" cy="1235075"/>
            <a:chOff x="11756919" y="2282339"/>
            <a:chExt cx="1306830" cy="1235075"/>
          </a:xfrm>
        </p:grpSpPr>
        <p:sp>
          <p:nvSpPr>
            <p:cNvPr id="122" name="object 122" descr=""/>
            <p:cNvSpPr/>
            <p:nvPr/>
          </p:nvSpPr>
          <p:spPr>
            <a:xfrm>
              <a:off x="12091294" y="2878976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05" y="0"/>
                  </a:moveTo>
                  <a:lnTo>
                    <a:pt x="271929" y="3465"/>
                  </a:lnTo>
                  <a:lnTo>
                    <a:pt x="226975" y="13530"/>
                  </a:lnTo>
                  <a:lnTo>
                    <a:pt x="184643" y="29696"/>
                  </a:lnTo>
                  <a:lnTo>
                    <a:pt x="145428" y="51467"/>
                  </a:lnTo>
                  <a:lnTo>
                    <a:pt x="109828" y="78345"/>
                  </a:lnTo>
                  <a:lnTo>
                    <a:pt x="78342" y="109833"/>
                  </a:lnTo>
                  <a:lnTo>
                    <a:pt x="51464" y="145432"/>
                  </a:lnTo>
                  <a:lnTo>
                    <a:pt x="29694" y="184647"/>
                  </a:lnTo>
                  <a:lnTo>
                    <a:pt x="13529" y="226979"/>
                  </a:lnTo>
                  <a:lnTo>
                    <a:pt x="3465" y="271931"/>
                  </a:lnTo>
                  <a:lnTo>
                    <a:pt x="0" y="319005"/>
                  </a:lnTo>
                  <a:lnTo>
                    <a:pt x="3465" y="366085"/>
                  </a:lnTo>
                  <a:lnTo>
                    <a:pt x="13529" y="411040"/>
                  </a:lnTo>
                  <a:lnTo>
                    <a:pt x="29694" y="453373"/>
                  </a:lnTo>
                  <a:lnTo>
                    <a:pt x="51464" y="492588"/>
                  </a:lnTo>
                  <a:lnTo>
                    <a:pt x="78342" y="528187"/>
                  </a:lnTo>
                  <a:lnTo>
                    <a:pt x="109828" y="559673"/>
                  </a:lnTo>
                  <a:lnTo>
                    <a:pt x="145428" y="586549"/>
                  </a:lnTo>
                  <a:lnTo>
                    <a:pt x="184643" y="608318"/>
                  </a:lnTo>
                  <a:lnTo>
                    <a:pt x="226975" y="624483"/>
                  </a:lnTo>
                  <a:lnTo>
                    <a:pt x="271929" y="634547"/>
                  </a:lnTo>
                  <a:lnTo>
                    <a:pt x="319005" y="638011"/>
                  </a:lnTo>
                  <a:lnTo>
                    <a:pt x="366082" y="634547"/>
                  </a:lnTo>
                  <a:lnTo>
                    <a:pt x="411036" y="624483"/>
                  </a:lnTo>
                  <a:lnTo>
                    <a:pt x="411941" y="624138"/>
                  </a:lnTo>
                  <a:lnTo>
                    <a:pt x="319005" y="624138"/>
                  </a:lnTo>
                  <a:lnTo>
                    <a:pt x="269578" y="620137"/>
                  </a:lnTo>
                  <a:lnTo>
                    <a:pt x="222665" y="608557"/>
                  </a:lnTo>
                  <a:lnTo>
                    <a:pt x="178900" y="590032"/>
                  </a:lnTo>
                  <a:lnTo>
                    <a:pt x="138917" y="565192"/>
                  </a:lnTo>
                  <a:lnTo>
                    <a:pt x="103347" y="534672"/>
                  </a:lnTo>
                  <a:lnTo>
                    <a:pt x="72825" y="499103"/>
                  </a:lnTo>
                  <a:lnTo>
                    <a:pt x="47983" y="459120"/>
                  </a:lnTo>
                  <a:lnTo>
                    <a:pt x="29456" y="415354"/>
                  </a:lnTo>
                  <a:lnTo>
                    <a:pt x="17874" y="368438"/>
                  </a:lnTo>
                  <a:lnTo>
                    <a:pt x="13873" y="319005"/>
                  </a:lnTo>
                  <a:lnTo>
                    <a:pt x="17874" y="269578"/>
                  </a:lnTo>
                  <a:lnTo>
                    <a:pt x="29456" y="222664"/>
                  </a:lnTo>
                  <a:lnTo>
                    <a:pt x="47983" y="178898"/>
                  </a:lnTo>
                  <a:lnTo>
                    <a:pt x="72825" y="138913"/>
                  </a:lnTo>
                  <a:lnTo>
                    <a:pt x="103347" y="103342"/>
                  </a:lnTo>
                  <a:lnTo>
                    <a:pt x="138917" y="72818"/>
                  </a:lnTo>
                  <a:lnTo>
                    <a:pt x="178900" y="47975"/>
                  </a:lnTo>
                  <a:lnTo>
                    <a:pt x="222665" y="29446"/>
                  </a:lnTo>
                  <a:lnTo>
                    <a:pt x="269578" y="17864"/>
                  </a:lnTo>
                  <a:lnTo>
                    <a:pt x="319005" y="13863"/>
                  </a:lnTo>
                  <a:lnTo>
                    <a:pt x="411909" y="13863"/>
                  </a:lnTo>
                  <a:lnTo>
                    <a:pt x="411036" y="13530"/>
                  </a:lnTo>
                  <a:lnTo>
                    <a:pt x="366082" y="3465"/>
                  </a:lnTo>
                  <a:lnTo>
                    <a:pt x="319005" y="0"/>
                  </a:lnTo>
                  <a:close/>
                </a:path>
                <a:path w="638175" h="638175">
                  <a:moveTo>
                    <a:pt x="411909" y="13863"/>
                  </a:moveTo>
                  <a:lnTo>
                    <a:pt x="319005" y="13863"/>
                  </a:lnTo>
                  <a:lnTo>
                    <a:pt x="368436" y="17864"/>
                  </a:lnTo>
                  <a:lnTo>
                    <a:pt x="415350" y="29446"/>
                  </a:lnTo>
                  <a:lnTo>
                    <a:pt x="459115" y="47975"/>
                  </a:lnTo>
                  <a:lnTo>
                    <a:pt x="499099" y="72818"/>
                  </a:lnTo>
                  <a:lnTo>
                    <a:pt x="534668" y="103342"/>
                  </a:lnTo>
                  <a:lnTo>
                    <a:pt x="565189" y="138913"/>
                  </a:lnTo>
                  <a:lnTo>
                    <a:pt x="590030" y="178898"/>
                  </a:lnTo>
                  <a:lnTo>
                    <a:pt x="608556" y="222664"/>
                  </a:lnTo>
                  <a:lnTo>
                    <a:pt x="620137" y="269578"/>
                  </a:lnTo>
                  <a:lnTo>
                    <a:pt x="624138" y="319005"/>
                  </a:lnTo>
                  <a:lnTo>
                    <a:pt x="620137" y="368438"/>
                  </a:lnTo>
                  <a:lnTo>
                    <a:pt x="608556" y="415354"/>
                  </a:lnTo>
                  <a:lnTo>
                    <a:pt x="590030" y="459120"/>
                  </a:lnTo>
                  <a:lnTo>
                    <a:pt x="565189" y="499103"/>
                  </a:lnTo>
                  <a:lnTo>
                    <a:pt x="534668" y="534672"/>
                  </a:lnTo>
                  <a:lnTo>
                    <a:pt x="499099" y="565192"/>
                  </a:lnTo>
                  <a:lnTo>
                    <a:pt x="459115" y="590032"/>
                  </a:lnTo>
                  <a:lnTo>
                    <a:pt x="415350" y="608557"/>
                  </a:lnTo>
                  <a:lnTo>
                    <a:pt x="368436" y="620137"/>
                  </a:lnTo>
                  <a:lnTo>
                    <a:pt x="319005" y="624138"/>
                  </a:lnTo>
                  <a:lnTo>
                    <a:pt x="411941" y="624138"/>
                  </a:lnTo>
                  <a:lnTo>
                    <a:pt x="453368" y="608318"/>
                  </a:lnTo>
                  <a:lnTo>
                    <a:pt x="492583" y="586549"/>
                  </a:lnTo>
                  <a:lnTo>
                    <a:pt x="528183" y="559673"/>
                  </a:lnTo>
                  <a:lnTo>
                    <a:pt x="559669" y="528187"/>
                  </a:lnTo>
                  <a:lnTo>
                    <a:pt x="586547" y="492588"/>
                  </a:lnTo>
                  <a:lnTo>
                    <a:pt x="608317" y="453373"/>
                  </a:lnTo>
                  <a:lnTo>
                    <a:pt x="624482" y="411040"/>
                  </a:lnTo>
                  <a:lnTo>
                    <a:pt x="634546" y="366085"/>
                  </a:lnTo>
                  <a:lnTo>
                    <a:pt x="638011" y="319005"/>
                  </a:lnTo>
                  <a:lnTo>
                    <a:pt x="634546" y="271931"/>
                  </a:lnTo>
                  <a:lnTo>
                    <a:pt x="624482" y="226979"/>
                  </a:lnTo>
                  <a:lnTo>
                    <a:pt x="608317" y="184647"/>
                  </a:lnTo>
                  <a:lnTo>
                    <a:pt x="586547" y="145432"/>
                  </a:lnTo>
                  <a:lnTo>
                    <a:pt x="559669" y="109833"/>
                  </a:lnTo>
                  <a:lnTo>
                    <a:pt x="528183" y="78345"/>
                  </a:lnTo>
                  <a:lnTo>
                    <a:pt x="492583" y="51467"/>
                  </a:lnTo>
                  <a:lnTo>
                    <a:pt x="453368" y="29696"/>
                  </a:lnTo>
                  <a:lnTo>
                    <a:pt x="411909" y="13863"/>
                  </a:lnTo>
                  <a:close/>
                </a:path>
              </a:pathLst>
            </a:custGeom>
            <a:solidFill>
              <a:srgbClr val="A3A3A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292398" y="3080096"/>
              <a:ext cx="235793" cy="235793"/>
            </a:xfrm>
            <a:prstGeom prst="rect">
              <a:avLst/>
            </a:prstGeom>
          </p:spPr>
        </p:pic>
        <p:sp>
          <p:nvSpPr>
            <p:cNvPr id="124" name="object 124" descr=""/>
            <p:cNvSpPr/>
            <p:nvPr/>
          </p:nvSpPr>
          <p:spPr>
            <a:xfrm>
              <a:off x="11756919" y="3142499"/>
              <a:ext cx="1306830" cy="40640"/>
            </a:xfrm>
            <a:custGeom>
              <a:avLst/>
              <a:gdLst/>
              <a:ahLst/>
              <a:cxnLst/>
              <a:rect l="l" t="t" r="r" b="b"/>
              <a:pathLst>
                <a:path w="1306830" h="40639">
                  <a:moveTo>
                    <a:pt x="1286966" y="0"/>
                  </a:moveTo>
                  <a:lnTo>
                    <a:pt x="19800" y="0"/>
                  </a:lnTo>
                  <a:lnTo>
                    <a:pt x="2994" y="22355"/>
                  </a:lnTo>
                  <a:lnTo>
                    <a:pt x="408" y="25779"/>
                  </a:lnTo>
                  <a:lnTo>
                    <a:pt x="0" y="30376"/>
                  </a:lnTo>
                  <a:lnTo>
                    <a:pt x="3832" y="38061"/>
                  </a:lnTo>
                  <a:lnTo>
                    <a:pt x="7748" y="40449"/>
                  </a:lnTo>
                  <a:lnTo>
                    <a:pt x="1299018" y="40449"/>
                  </a:lnTo>
                  <a:lnTo>
                    <a:pt x="1302944" y="38040"/>
                  </a:lnTo>
                  <a:lnTo>
                    <a:pt x="1306766" y="30376"/>
                  </a:lnTo>
                  <a:lnTo>
                    <a:pt x="1306358" y="25779"/>
                  </a:lnTo>
                  <a:lnTo>
                    <a:pt x="1286966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1776729" y="2458024"/>
              <a:ext cx="1267460" cy="684530"/>
            </a:xfrm>
            <a:custGeom>
              <a:avLst/>
              <a:gdLst/>
              <a:ahLst/>
              <a:cxnLst/>
              <a:rect l="l" t="t" r="r" b="b"/>
              <a:pathLst>
                <a:path w="1267459" h="684530">
                  <a:moveTo>
                    <a:pt x="682042" y="0"/>
                  </a:moveTo>
                  <a:lnTo>
                    <a:pt x="585102" y="0"/>
                  </a:lnTo>
                  <a:lnTo>
                    <a:pt x="576842" y="935"/>
                  </a:lnTo>
                  <a:lnTo>
                    <a:pt x="543266" y="34953"/>
                  </a:lnTo>
                  <a:lnTo>
                    <a:pt x="492676" y="316754"/>
                  </a:lnTo>
                  <a:lnTo>
                    <a:pt x="479688" y="359762"/>
                  </a:lnTo>
                  <a:lnTo>
                    <a:pt x="456912" y="397303"/>
                  </a:lnTo>
                  <a:lnTo>
                    <a:pt x="425838" y="427908"/>
                  </a:lnTo>
                  <a:lnTo>
                    <a:pt x="387958" y="450112"/>
                  </a:lnTo>
                  <a:lnTo>
                    <a:pt x="344764" y="462446"/>
                  </a:lnTo>
                  <a:lnTo>
                    <a:pt x="209302" y="483095"/>
                  </a:lnTo>
                  <a:lnTo>
                    <a:pt x="164450" y="495121"/>
                  </a:lnTo>
                  <a:lnTo>
                    <a:pt x="123792" y="516405"/>
                  </a:lnTo>
                  <a:lnTo>
                    <a:pt x="88725" y="546010"/>
                  </a:lnTo>
                  <a:lnTo>
                    <a:pt x="60647" y="582997"/>
                  </a:lnTo>
                  <a:lnTo>
                    <a:pt x="0" y="684471"/>
                  </a:lnTo>
                  <a:lnTo>
                    <a:pt x="1267155" y="684471"/>
                  </a:lnTo>
                  <a:lnTo>
                    <a:pt x="1206486" y="582987"/>
                  </a:lnTo>
                  <a:lnTo>
                    <a:pt x="1178410" y="546006"/>
                  </a:lnTo>
                  <a:lnTo>
                    <a:pt x="1143347" y="516404"/>
                  </a:lnTo>
                  <a:lnTo>
                    <a:pt x="1102692" y="495120"/>
                  </a:lnTo>
                  <a:lnTo>
                    <a:pt x="1057842" y="483095"/>
                  </a:lnTo>
                  <a:lnTo>
                    <a:pt x="922380" y="462446"/>
                  </a:lnTo>
                  <a:lnTo>
                    <a:pt x="879187" y="450112"/>
                  </a:lnTo>
                  <a:lnTo>
                    <a:pt x="841309" y="427908"/>
                  </a:lnTo>
                  <a:lnTo>
                    <a:pt x="810237" y="397303"/>
                  </a:lnTo>
                  <a:lnTo>
                    <a:pt x="787460" y="359762"/>
                  </a:lnTo>
                  <a:lnTo>
                    <a:pt x="774468" y="316754"/>
                  </a:lnTo>
                  <a:lnTo>
                    <a:pt x="731171" y="58909"/>
                  </a:lnTo>
                  <a:lnTo>
                    <a:pt x="728277" y="46633"/>
                  </a:lnTo>
                  <a:lnTo>
                    <a:pt x="705042" y="7999"/>
                  </a:lnTo>
                  <a:lnTo>
                    <a:pt x="690309" y="933"/>
                  </a:lnTo>
                  <a:lnTo>
                    <a:pt x="682042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361839" y="2282339"/>
              <a:ext cx="96928" cy="175680"/>
            </a:xfrm>
            <a:prstGeom prst="rect">
              <a:avLst/>
            </a:prstGeom>
          </p:spPr>
        </p:pic>
      </p:grpSp>
      <p:sp>
        <p:nvSpPr>
          <p:cNvPr id="127" name="object 127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8682887"/>
            <a:ext cx="20104100" cy="2612390"/>
          </a:xfrm>
          <a:custGeom>
            <a:avLst/>
            <a:gdLst/>
            <a:ahLst/>
            <a:cxnLst/>
            <a:rect l="l" t="t" r="r" b="b"/>
            <a:pathLst>
              <a:path w="20104100" h="2612390">
                <a:moveTo>
                  <a:pt x="20104099" y="0"/>
                </a:moveTo>
                <a:lnTo>
                  <a:pt x="0" y="0"/>
                </a:lnTo>
                <a:lnTo>
                  <a:pt x="0" y="2611930"/>
                </a:lnTo>
                <a:lnTo>
                  <a:pt x="20104099" y="2611930"/>
                </a:lnTo>
                <a:lnTo>
                  <a:pt x="20104099" y="0"/>
                </a:lnTo>
                <a:close/>
              </a:path>
            </a:pathLst>
          </a:custGeom>
          <a:solidFill>
            <a:srgbClr val="CDEBE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2311070" y="3207333"/>
            <a:ext cx="1515110" cy="1031240"/>
            <a:chOff x="2311070" y="3207333"/>
            <a:chExt cx="1515110" cy="1031240"/>
          </a:xfrm>
        </p:grpSpPr>
        <p:sp>
          <p:nvSpPr>
            <p:cNvPr id="4" name="object 4" descr=""/>
            <p:cNvSpPr/>
            <p:nvPr/>
          </p:nvSpPr>
          <p:spPr>
            <a:xfrm>
              <a:off x="2311070" y="3209933"/>
              <a:ext cx="225425" cy="1028700"/>
            </a:xfrm>
            <a:custGeom>
              <a:avLst/>
              <a:gdLst/>
              <a:ahLst/>
              <a:cxnLst/>
              <a:rect l="l" t="t" r="r" b="b"/>
              <a:pathLst>
                <a:path w="225425" h="1028700">
                  <a:moveTo>
                    <a:pt x="225364" y="0"/>
                  </a:moveTo>
                  <a:lnTo>
                    <a:pt x="0" y="0"/>
                  </a:lnTo>
                  <a:lnTo>
                    <a:pt x="0" y="1028220"/>
                  </a:lnTo>
                  <a:lnTo>
                    <a:pt x="225364" y="1028220"/>
                  </a:lnTo>
                  <a:lnTo>
                    <a:pt x="225364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346305" y="3487202"/>
              <a:ext cx="154940" cy="474345"/>
            </a:xfrm>
            <a:custGeom>
              <a:avLst/>
              <a:gdLst/>
              <a:ahLst/>
              <a:cxnLst/>
              <a:rect l="l" t="t" r="r" b="b"/>
              <a:pathLst>
                <a:path w="154939" h="474345">
                  <a:moveTo>
                    <a:pt x="0" y="474016"/>
                  </a:moveTo>
                  <a:lnTo>
                    <a:pt x="154885" y="474016"/>
                  </a:lnTo>
                  <a:lnTo>
                    <a:pt x="154885" y="0"/>
                  </a:lnTo>
                  <a:lnTo>
                    <a:pt x="0" y="0"/>
                  </a:lnTo>
                  <a:lnTo>
                    <a:pt x="0" y="474016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346299" y="3394182"/>
              <a:ext cx="154940" cy="660400"/>
            </a:xfrm>
            <a:custGeom>
              <a:avLst/>
              <a:gdLst/>
              <a:ahLst/>
              <a:cxnLst/>
              <a:rect l="l" t="t" r="r" b="b"/>
              <a:pathLst>
                <a:path w="154939" h="660400">
                  <a:moveTo>
                    <a:pt x="154889" y="567042"/>
                  </a:moveTo>
                  <a:lnTo>
                    <a:pt x="0" y="567042"/>
                  </a:lnTo>
                  <a:lnTo>
                    <a:pt x="0" y="660069"/>
                  </a:lnTo>
                  <a:lnTo>
                    <a:pt x="154889" y="660069"/>
                  </a:lnTo>
                  <a:lnTo>
                    <a:pt x="154889" y="567042"/>
                  </a:lnTo>
                  <a:close/>
                </a:path>
                <a:path w="154939" h="660400">
                  <a:moveTo>
                    <a:pt x="154889" y="506603"/>
                  </a:moveTo>
                  <a:lnTo>
                    <a:pt x="0" y="506603"/>
                  </a:lnTo>
                  <a:lnTo>
                    <a:pt x="0" y="528129"/>
                  </a:lnTo>
                  <a:lnTo>
                    <a:pt x="154889" y="528129"/>
                  </a:lnTo>
                  <a:lnTo>
                    <a:pt x="154889" y="506603"/>
                  </a:lnTo>
                  <a:close/>
                </a:path>
                <a:path w="154939" h="660400">
                  <a:moveTo>
                    <a:pt x="154889" y="126834"/>
                  </a:moveTo>
                  <a:lnTo>
                    <a:pt x="0" y="126834"/>
                  </a:lnTo>
                  <a:lnTo>
                    <a:pt x="0" y="148361"/>
                  </a:lnTo>
                  <a:lnTo>
                    <a:pt x="154889" y="148361"/>
                  </a:lnTo>
                  <a:lnTo>
                    <a:pt x="154889" y="126834"/>
                  </a:lnTo>
                  <a:close/>
                </a:path>
                <a:path w="154939" h="660400">
                  <a:moveTo>
                    <a:pt x="154889" y="0"/>
                  </a:moveTo>
                  <a:lnTo>
                    <a:pt x="0" y="0"/>
                  </a:lnTo>
                  <a:lnTo>
                    <a:pt x="0" y="93027"/>
                  </a:lnTo>
                  <a:lnTo>
                    <a:pt x="154889" y="93027"/>
                  </a:lnTo>
                  <a:lnTo>
                    <a:pt x="154889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4029" y="4077376"/>
              <a:ext cx="99441" cy="135252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536435" y="3209933"/>
              <a:ext cx="225425" cy="1028700"/>
            </a:xfrm>
            <a:custGeom>
              <a:avLst/>
              <a:gdLst/>
              <a:ahLst/>
              <a:cxnLst/>
              <a:rect l="l" t="t" r="r" b="b"/>
              <a:pathLst>
                <a:path w="225425" h="1028700">
                  <a:moveTo>
                    <a:pt x="225375" y="0"/>
                  </a:moveTo>
                  <a:lnTo>
                    <a:pt x="0" y="0"/>
                  </a:lnTo>
                  <a:lnTo>
                    <a:pt x="0" y="1028220"/>
                  </a:lnTo>
                  <a:lnTo>
                    <a:pt x="225375" y="1028220"/>
                  </a:lnTo>
                  <a:lnTo>
                    <a:pt x="225375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571680" y="3487202"/>
              <a:ext cx="154940" cy="474345"/>
            </a:xfrm>
            <a:custGeom>
              <a:avLst/>
              <a:gdLst/>
              <a:ahLst/>
              <a:cxnLst/>
              <a:rect l="l" t="t" r="r" b="b"/>
              <a:pathLst>
                <a:path w="154939" h="474345">
                  <a:moveTo>
                    <a:pt x="0" y="474016"/>
                  </a:moveTo>
                  <a:lnTo>
                    <a:pt x="154885" y="474016"/>
                  </a:lnTo>
                  <a:lnTo>
                    <a:pt x="154885" y="0"/>
                  </a:lnTo>
                  <a:lnTo>
                    <a:pt x="0" y="0"/>
                  </a:lnTo>
                  <a:lnTo>
                    <a:pt x="0" y="474016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571661" y="3394182"/>
              <a:ext cx="154940" cy="660400"/>
            </a:xfrm>
            <a:custGeom>
              <a:avLst/>
              <a:gdLst/>
              <a:ahLst/>
              <a:cxnLst/>
              <a:rect l="l" t="t" r="r" b="b"/>
              <a:pathLst>
                <a:path w="154939" h="660400">
                  <a:moveTo>
                    <a:pt x="154876" y="506603"/>
                  </a:moveTo>
                  <a:lnTo>
                    <a:pt x="0" y="506603"/>
                  </a:lnTo>
                  <a:lnTo>
                    <a:pt x="0" y="528129"/>
                  </a:lnTo>
                  <a:lnTo>
                    <a:pt x="154876" y="528129"/>
                  </a:lnTo>
                  <a:lnTo>
                    <a:pt x="154876" y="506603"/>
                  </a:lnTo>
                  <a:close/>
                </a:path>
                <a:path w="154939" h="660400">
                  <a:moveTo>
                    <a:pt x="154876" y="126834"/>
                  </a:moveTo>
                  <a:lnTo>
                    <a:pt x="0" y="126834"/>
                  </a:lnTo>
                  <a:lnTo>
                    <a:pt x="0" y="148361"/>
                  </a:lnTo>
                  <a:lnTo>
                    <a:pt x="154876" y="148361"/>
                  </a:lnTo>
                  <a:lnTo>
                    <a:pt x="154876" y="126834"/>
                  </a:lnTo>
                  <a:close/>
                </a:path>
                <a:path w="154939" h="660400">
                  <a:moveTo>
                    <a:pt x="154901" y="567042"/>
                  </a:moveTo>
                  <a:lnTo>
                    <a:pt x="25" y="567042"/>
                  </a:lnTo>
                  <a:lnTo>
                    <a:pt x="25" y="660069"/>
                  </a:lnTo>
                  <a:lnTo>
                    <a:pt x="154901" y="660069"/>
                  </a:lnTo>
                  <a:lnTo>
                    <a:pt x="154901" y="567042"/>
                  </a:lnTo>
                  <a:close/>
                </a:path>
                <a:path w="154939" h="660400">
                  <a:moveTo>
                    <a:pt x="154901" y="0"/>
                  </a:moveTo>
                  <a:lnTo>
                    <a:pt x="12" y="0"/>
                  </a:lnTo>
                  <a:lnTo>
                    <a:pt x="12" y="93027"/>
                  </a:lnTo>
                  <a:lnTo>
                    <a:pt x="154901" y="93027"/>
                  </a:lnTo>
                  <a:lnTo>
                    <a:pt x="15490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9397" y="4077376"/>
              <a:ext cx="99452" cy="13525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761811" y="3209933"/>
              <a:ext cx="225425" cy="1028700"/>
            </a:xfrm>
            <a:custGeom>
              <a:avLst/>
              <a:gdLst/>
              <a:ahLst/>
              <a:cxnLst/>
              <a:rect l="l" t="t" r="r" b="b"/>
              <a:pathLst>
                <a:path w="225425" h="1028700">
                  <a:moveTo>
                    <a:pt x="225364" y="0"/>
                  </a:moveTo>
                  <a:lnTo>
                    <a:pt x="0" y="0"/>
                  </a:lnTo>
                  <a:lnTo>
                    <a:pt x="0" y="1028220"/>
                  </a:lnTo>
                  <a:lnTo>
                    <a:pt x="225364" y="1028220"/>
                  </a:lnTo>
                  <a:lnTo>
                    <a:pt x="225364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797056" y="3487202"/>
              <a:ext cx="154940" cy="474345"/>
            </a:xfrm>
            <a:custGeom>
              <a:avLst/>
              <a:gdLst/>
              <a:ahLst/>
              <a:cxnLst/>
              <a:rect l="l" t="t" r="r" b="b"/>
              <a:pathLst>
                <a:path w="154939" h="474345">
                  <a:moveTo>
                    <a:pt x="0" y="474016"/>
                  </a:moveTo>
                  <a:lnTo>
                    <a:pt x="154874" y="474016"/>
                  </a:lnTo>
                  <a:lnTo>
                    <a:pt x="154874" y="0"/>
                  </a:lnTo>
                  <a:lnTo>
                    <a:pt x="0" y="0"/>
                  </a:lnTo>
                  <a:lnTo>
                    <a:pt x="0" y="474016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797048" y="3394182"/>
              <a:ext cx="154940" cy="660400"/>
            </a:xfrm>
            <a:custGeom>
              <a:avLst/>
              <a:gdLst/>
              <a:ahLst/>
              <a:cxnLst/>
              <a:rect l="l" t="t" r="r" b="b"/>
              <a:pathLst>
                <a:path w="154939" h="660400">
                  <a:moveTo>
                    <a:pt x="154876" y="567042"/>
                  </a:moveTo>
                  <a:lnTo>
                    <a:pt x="0" y="567042"/>
                  </a:lnTo>
                  <a:lnTo>
                    <a:pt x="0" y="660069"/>
                  </a:lnTo>
                  <a:lnTo>
                    <a:pt x="154876" y="660069"/>
                  </a:lnTo>
                  <a:lnTo>
                    <a:pt x="154876" y="567042"/>
                  </a:lnTo>
                  <a:close/>
                </a:path>
                <a:path w="154939" h="660400">
                  <a:moveTo>
                    <a:pt x="154876" y="506603"/>
                  </a:moveTo>
                  <a:lnTo>
                    <a:pt x="0" y="506603"/>
                  </a:lnTo>
                  <a:lnTo>
                    <a:pt x="0" y="528129"/>
                  </a:lnTo>
                  <a:lnTo>
                    <a:pt x="154876" y="528129"/>
                  </a:lnTo>
                  <a:lnTo>
                    <a:pt x="154876" y="506603"/>
                  </a:lnTo>
                  <a:close/>
                </a:path>
                <a:path w="154939" h="660400">
                  <a:moveTo>
                    <a:pt x="154876" y="126834"/>
                  </a:moveTo>
                  <a:lnTo>
                    <a:pt x="0" y="126834"/>
                  </a:lnTo>
                  <a:lnTo>
                    <a:pt x="0" y="148361"/>
                  </a:lnTo>
                  <a:lnTo>
                    <a:pt x="154876" y="148361"/>
                  </a:lnTo>
                  <a:lnTo>
                    <a:pt x="154876" y="126834"/>
                  </a:lnTo>
                  <a:close/>
                </a:path>
                <a:path w="154939" h="660400">
                  <a:moveTo>
                    <a:pt x="154876" y="0"/>
                  </a:moveTo>
                  <a:lnTo>
                    <a:pt x="0" y="0"/>
                  </a:lnTo>
                  <a:lnTo>
                    <a:pt x="0" y="93027"/>
                  </a:lnTo>
                  <a:lnTo>
                    <a:pt x="154876" y="93027"/>
                  </a:lnTo>
                  <a:lnTo>
                    <a:pt x="15487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4763" y="4077376"/>
              <a:ext cx="99441" cy="13525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2987186" y="3209933"/>
              <a:ext cx="225425" cy="1028700"/>
            </a:xfrm>
            <a:custGeom>
              <a:avLst/>
              <a:gdLst/>
              <a:ahLst/>
              <a:cxnLst/>
              <a:rect l="l" t="t" r="r" b="b"/>
              <a:pathLst>
                <a:path w="225425" h="1028700">
                  <a:moveTo>
                    <a:pt x="225375" y="0"/>
                  </a:moveTo>
                  <a:lnTo>
                    <a:pt x="0" y="0"/>
                  </a:lnTo>
                  <a:lnTo>
                    <a:pt x="0" y="1028220"/>
                  </a:lnTo>
                  <a:lnTo>
                    <a:pt x="225375" y="1028220"/>
                  </a:lnTo>
                  <a:lnTo>
                    <a:pt x="225375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022410" y="3487202"/>
              <a:ext cx="154940" cy="474345"/>
            </a:xfrm>
            <a:custGeom>
              <a:avLst/>
              <a:gdLst/>
              <a:ahLst/>
              <a:cxnLst/>
              <a:rect l="l" t="t" r="r" b="b"/>
              <a:pathLst>
                <a:path w="154939" h="474345">
                  <a:moveTo>
                    <a:pt x="0" y="474016"/>
                  </a:moveTo>
                  <a:lnTo>
                    <a:pt x="154906" y="474016"/>
                  </a:lnTo>
                  <a:lnTo>
                    <a:pt x="154906" y="0"/>
                  </a:lnTo>
                  <a:lnTo>
                    <a:pt x="0" y="0"/>
                  </a:lnTo>
                  <a:lnTo>
                    <a:pt x="0" y="474016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22409" y="3394182"/>
              <a:ext cx="154940" cy="660400"/>
            </a:xfrm>
            <a:custGeom>
              <a:avLst/>
              <a:gdLst/>
              <a:ahLst/>
              <a:cxnLst/>
              <a:rect l="l" t="t" r="r" b="b"/>
              <a:pathLst>
                <a:path w="154939" h="660400">
                  <a:moveTo>
                    <a:pt x="154889" y="506603"/>
                  </a:moveTo>
                  <a:lnTo>
                    <a:pt x="0" y="506603"/>
                  </a:lnTo>
                  <a:lnTo>
                    <a:pt x="0" y="528129"/>
                  </a:lnTo>
                  <a:lnTo>
                    <a:pt x="154889" y="528129"/>
                  </a:lnTo>
                  <a:lnTo>
                    <a:pt x="154889" y="506603"/>
                  </a:lnTo>
                  <a:close/>
                </a:path>
                <a:path w="154939" h="660400">
                  <a:moveTo>
                    <a:pt x="154889" y="126834"/>
                  </a:moveTo>
                  <a:lnTo>
                    <a:pt x="0" y="126834"/>
                  </a:lnTo>
                  <a:lnTo>
                    <a:pt x="0" y="148361"/>
                  </a:lnTo>
                  <a:lnTo>
                    <a:pt x="154889" y="148361"/>
                  </a:lnTo>
                  <a:lnTo>
                    <a:pt x="154889" y="126834"/>
                  </a:lnTo>
                  <a:close/>
                </a:path>
                <a:path w="154939" h="660400">
                  <a:moveTo>
                    <a:pt x="154889" y="0"/>
                  </a:moveTo>
                  <a:lnTo>
                    <a:pt x="0" y="0"/>
                  </a:lnTo>
                  <a:lnTo>
                    <a:pt x="0" y="93027"/>
                  </a:lnTo>
                  <a:lnTo>
                    <a:pt x="154889" y="93027"/>
                  </a:lnTo>
                  <a:lnTo>
                    <a:pt x="154889" y="0"/>
                  </a:lnTo>
                  <a:close/>
                </a:path>
                <a:path w="154939" h="660400">
                  <a:moveTo>
                    <a:pt x="154901" y="567042"/>
                  </a:moveTo>
                  <a:lnTo>
                    <a:pt x="0" y="567042"/>
                  </a:lnTo>
                  <a:lnTo>
                    <a:pt x="0" y="660069"/>
                  </a:lnTo>
                  <a:lnTo>
                    <a:pt x="154901" y="660069"/>
                  </a:lnTo>
                  <a:lnTo>
                    <a:pt x="154901" y="567042"/>
                  </a:lnTo>
                  <a:close/>
                </a:path>
              </a:pathLst>
            </a:custGeom>
            <a:solidFill>
              <a:srgbClr val="A7A9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50132" y="4077376"/>
              <a:ext cx="99452" cy="135252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209707" y="3207333"/>
              <a:ext cx="616585" cy="1031240"/>
            </a:xfrm>
            <a:custGeom>
              <a:avLst/>
              <a:gdLst/>
              <a:ahLst/>
              <a:cxnLst/>
              <a:rect l="l" t="t" r="r" b="b"/>
              <a:pathLst>
                <a:path w="616585" h="1031239">
                  <a:moveTo>
                    <a:pt x="203250" y="0"/>
                  </a:moveTo>
                  <a:lnTo>
                    <a:pt x="0" y="89096"/>
                  </a:lnTo>
                  <a:lnTo>
                    <a:pt x="412762" y="1030827"/>
                  </a:lnTo>
                  <a:lnTo>
                    <a:pt x="616002" y="941740"/>
                  </a:lnTo>
                  <a:lnTo>
                    <a:pt x="20325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322884" y="3406972"/>
              <a:ext cx="389890" cy="631825"/>
            </a:xfrm>
            <a:custGeom>
              <a:avLst/>
              <a:gdLst/>
              <a:ahLst/>
              <a:cxnLst/>
              <a:rect l="l" t="t" r="r" b="b"/>
              <a:pathLst>
                <a:path w="389889" h="631825">
                  <a:moveTo>
                    <a:pt x="139692" y="0"/>
                  </a:moveTo>
                  <a:lnTo>
                    <a:pt x="0" y="61233"/>
                  </a:lnTo>
                  <a:lnTo>
                    <a:pt x="249971" y="631561"/>
                  </a:lnTo>
                  <a:lnTo>
                    <a:pt x="389642" y="570317"/>
                  </a:lnTo>
                  <a:lnTo>
                    <a:pt x="139692" y="0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15448" y="3390013"/>
              <a:ext cx="199235" cy="197098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8823" y="3854026"/>
              <a:ext cx="219765" cy="318996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4077959" y="3209933"/>
            <a:ext cx="676275" cy="1028700"/>
            <a:chOff x="4077959" y="3209933"/>
            <a:chExt cx="676275" cy="1028700"/>
          </a:xfrm>
        </p:grpSpPr>
        <p:sp>
          <p:nvSpPr>
            <p:cNvPr id="25" name="object 25" descr=""/>
            <p:cNvSpPr/>
            <p:nvPr/>
          </p:nvSpPr>
          <p:spPr>
            <a:xfrm>
              <a:off x="4077959" y="3209933"/>
              <a:ext cx="225425" cy="1028700"/>
            </a:xfrm>
            <a:custGeom>
              <a:avLst/>
              <a:gdLst/>
              <a:ahLst/>
              <a:cxnLst/>
              <a:rect l="l" t="t" r="r" b="b"/>
              <a:pathLst>
                <a:path w="225425" h="1028700">
                  <a:moveTo>
                    <a:pt x="225375" y="0"/>
                  </a:moveTo>
                  <a:lnTo>
                    <a:pt x="0" y="0"/>
                  </a:lnTo>
                  <a:lnTo>
                    <a:pt x="0" y="1028220"/>
                  </a:lnTo>
                  <a:lnTo>
                    <a:pt x="225375" y="1028220"/>
                  </a:lnTo>
                  <a:lnTo>
                    <a:pt x="225375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113204" y="3487202"/>
              <a:ext cx="154940" cy="474345"/>
            </a:xfrm>
            <a:custGeom>
              <a:avLst/>
              <a:gdLst/>
              <a:ahLst/>
              <a:cxnLst/>
              <a:rect l="l" t="t" r="r" b="b"/>
              <a:pathLst>
                <a:path w="154939" h="474345">
                  <a:moveTo>
                    <a:pt x="0" y="474016"/>
                  </a:moveTo>
                  <a:lnTo>
                    <a:pt x="154885" y="474016"/>
                  </a:lnTo>
                  <a:lnTo>
                    <a:pt x="154885" y="0"/>
                  </a:lnTo>
                  <a:lnTo>
                    <a:pt x="0" y="0"/>
                  </a:lnTo>
                  <a:lnTo>
                    <a:pt x="0" y="474016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113200" y="3394182"/>
              <a:ext cx="154940" cy="660400"/>
            </a:xfrm>
            <a:custGeom>
              <a:avLst/>
              <a:gdLst/>
              <a:ahLst/>
              <a:cxnLst/>
              <a:rect l="l" t="t" r="r" b="b"/>
              <a:pathLst>
                <a:path w="154939" h="660400">
                  <a:moveTo>
                    <a:pt x="154889" y="567042"/>
                  </a:moveTo>
                  <a:lnTo>
                    <a:pt x="0" y="567042"/>
                  </a:lnTo>
                  <a:lnTo>
                    <a:pt x="0" y="660069"/>
                  </a:lnTo>
                  <a:lnTo>
                    <a:pt x="154889" y="660069"/>
                  </a:lnTo>
                  <a:lnTo>
                    <a:pt x="154889" y="567042"/>
                  </a:lnTo>
                  <a:close/>
                </a:path>
                <a:path w="154939" h="660400">
                  <a:moveTo>
                    <a:pt x="154889" y="506603"/>
                  </a:moveTo>
                  <a:lnTo>
                    <a:pt x="0" y="506603"/>
                  </a:lnTo>
                  <a:lnTo>
                    <a:pt x="0" y="528129"/>
                  </a:lnTo>
                  <a:lnTo>
                    <a:pt x="154889" y="528129"/>
                  </a:lnTo>
                  <a:lnTo>
                    <a:pt x="154889" y="506603"/>
                  </a:lnTo>
                  <a:close/>
                </a:path>
                <a:path w="154939" h="660400">
                  <a:moveTo>
                    <a:pt x="154889" y="126834"/>
                  </a:moveTo>
                  <a:lnTo>
                    <a:pt x="0" y="126834"/>
                  </a:lnTo>
                  <a:lnTo>
                    <a:pt x="0" y="148361"/>
                  </a:lnTo>
                  <a:lnTo>
                    <a:pt x="154889" y="148361"/>
                  </a:lnTo>
                  <a:lnTo>
                    <a:pt x="154889" y="126834"/>
                  </a:lnTo>
                  <a:close/>
                </a:path>
                <a:path w="154939" h="660400">
                  <a:moveTo>
                    <a:pt x="154889" y="0"/>
                  </a:moveTo>
                  <a:lnTo>
                    <a:pt x="0" y="0"/>
                  </a:lnTo>
                  <a:lnTo>
                    <a:pt x="0" y="93027"/>
                  </a:lnTo>
                  <a:lnTo>
                    <a:pt x="154889" y="93027"/>
                  </a:lnTo>
                  <a:lnTo>
                    <a:pt x="154889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40920" y="4077376"/>
              <a:ext cx="99441" cy="135252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4303334" y="3209933"/>
              <a:ext cx="225425" cy="1028700"/>
            </a:xfrm>
            <a:custGeom>
              <a:avLst/>
              <a:gdLst/>
              <a:ahLst/>
              <a:cxnLst/>
              <a:rect l="l" t="t" r="r" b="b"/>
              <a:pathLst>
                <a:path w="225425" h="1028700">
                  <a:moveTo>
                    <a:pt x="225375" y="0"/>
                  </a:moveTo>
                  <a:lnTo>
                    <a:pt x="0" y="0"/>
                  </a:lnTo>
                  <a:lnTo>
                    <a:pt x="0" y="1028220"/>
                  </a:lnTo>
                  <a:lnTo>
                    <a:pt x="225375" y="1028220"/>
                  </a:lnTo>
                  <a:lnTo>
                    <a:pt x="225375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338569" y="3487202"/>
              <a:ext cx="154940" cy="474345"/>
            </a:xfrm>
            <a:custGeom>
              <a:avLst/>
              <a:gdLst/>
              <a:ahLst/>
              <a:cxnLst/>
              <a:rect l="l" t="t" r="r" b="b"/>
              <a:pathLst>
                <a:path w="154939" h="474345">
                  <a:moveTo>
                    <a:pt x="0" y="474016"/>
                  </a:moveTo>
                  <a:lnTo>
                    <a:pt x="154885" y="474016"/>
                  </a:lnTo>
                  <a:lnTo>
                    <a:pt x="154885" y="0"/>
                  </a:lnTo>
                  <a:lnTo>
                    <a:pt x="0" y="0"/>
                  </a:lnTo>
                  <a:lnTo>
                    <a:pt x="0" y="474016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338561" y="3394182"/>
              <a:ext cx="154940" cy="660400"/>
            </a:xfrm>
            <a:custGeom>
              <a:avLst/>
              <a:gdLst/>
              <a:ahLst/>
              <a:cxnLst/>
              <a:rect l="l" t="t" r="r" b="b"/>
              <a:pathLst>
                <a:path w="154939" h="660400">
                  <a:moveTo>
                    <a:pt x="154876" y="506603"/>
                  </a:moveTo>
                  <a:lnTo>
                    <a:pt x="0" y="506603"/>
                  </a:lnTo>
                  <a:lnTo>
                    <a:pt x="0" y="528129"/>
                  </a:lnTo>
                  <a:lnTo>
                    <a:pt x="154876" y="528129"/>
                  </a:lnTo>
                  <a:lnTo>
                    <a:pt x="154876" y="506603"/>
                  </a:lnTo>
                  <a:close/>
                </a:path>
                <a:path w="154939" h="660400">
                  <a:moveTo>
                    <a:pt x="154876" y="126834"/>
                  </a:moveTo>
                  <a:lnTo>
                    <a:pt x="0" y="126834"/>
                  </a:lnTo>
                  <a:lnTo>
                    <a:pt x="0" y="148361"/>
                  </a:lnTo>
                  <a:lnTo>
                    <a:pt x="154876" y="148361"/>
                  </a:lnTo>
                  <a:lnTo>
                    <a:pt x="154876" y="126834"/>
                  </a:lnTo>
                  <a:close/>
                </a:path>
                <a:path w="154939" h="660400">
                  <a:moveTo>
                    <a:pt x="154889" y="567042"/>
                  </a:moveTo>
                  <a:lnTo>
                    <a:pt x="12" y="567042"/>
                  </a:lnTo>
                  <a:lnTo>
                    <a:pt x="12" y="660069"/>
                  </a:lnTo>
                  <a:lnTo>
                    <a:pt x="154889" y="660069"/>
                  </a:lnTo>
                  <a:lnTo>
                    <a:pt x="154889" y="567042"/>
                  </a:lnTo>
                  <a:close/>
                </a:path>
                <a:path w="154939" h="660400">
                  <a:moveTo>
                    <a:pt x="154889" y="0"/>
                  </a:moveTo>
                  <a:lnTo>
                    <a:pt x="0" y="0"/>
                  </a:lnTo>
                  <a:lnTo>
                    <a:pt x="0" y="93027"/>
                  </a:lnTo>
                  <a:lnTo>
                    <a:pt x="154889" y="93027"/>
                  </a:lnTo>
                  <a:lnTo>
                    <a:pt x="154889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66291" y="4077376"/>
              <a:ext cx="99452" cy="135252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4528710" y="3209933"/>
              <a:ext cx="225425" cy="1028700"/>
            </a:xfrm>
            <a:custGeom>
              <a:avLst/>
              <a:gdLst/>
              <a:ahLst/>
              <a:cxnLst/>
              <a:rect l="l" t="t" r="r" b="b"/>
              <a:pathLst>
                <a:path w="225425" h="1028700">
                  <a:moveTo>
                    <a:pt x="225364" y="0"/>
                  </a:moveTo>
                  <a:lnTo>
                    <a:pt x="0" y="0"/>
                  </a:lnTo>
                  <a:lnTo>
                    <a:pt x="0" y="1028220"/>
                  </a:lnTo>
                  <a:lnTo>
                    <a:pt x="225364" y="1028220"/>
                  </a:lnTo>
                  <a:lnTo>
                    <a:pt x="225364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563944" y="3487202"/>
              <a:ext cx="154940" cy="474345"/>
            </a:xfrm>
            <a:custGeom>
              <a:avLst/>
              <a:gdLst/>
              <a:ahLst/>
              <a:cxnLst/>
              <a:rect l="l" t="t" r="r" b="b"/>
              <a:pathLst>
                <a:path w="154939" h="474345">
                  <a:moveTo>
                    <a:pt x="0" y="474016"/>
                  </a:moveTo>
                  <a:lnTo>
                    <a:pt x="154874" y="474016"/>
                  </a:lnTo>
                  <a:lnTo>
                    <a:pt x="154874" y="0"/>
                  </a:lnTo>
                  <a:lnTo>
                    <a:pt x="0" y="0"/>
                  </a:lnTo>
                  <a:lnTo>
                    <a:pt x="0" y="474016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563935" y="3394182"/>
              <a:ext cx="154940" cy="660400"/>
            </a:xfrm>
            <a:custGeom>
              <a:avLst/>
              <a:gdLst/>
              <a:ahLst/>
              <a:cxnLst/>
              <a:rect l="l" t="t" r="r" b="b"/>
              <a:pathLst>
                <a:path w="154939" h="660400">
                  <a:moveTo>
                    <a:pt x="154876" y="567042"/>
                  </a:moveTo>
                  <a:lnTo>
                    <a:pt x="0" y="567042"/>
                  </a:lnTo>
                  <a:lnTo>
                    <a:pt x="0" y="660069"/>
                  </a:lnTo>
                  <a:lnTo>
                    <a:pt x="154876" y="660069"/>
                  </a:lnTo>
                  <a:lnTo>
                    <a:pt x="154876" y="567042"/>
                  </a:lnTo>
                  <a:close/>
                </a:path>
                <a:path w="154939" h="660400">
                  <a:moveTo>
                    <a:pt x="154876" y="506603"/>
                  </a:moveTo>
                  <a:lnTo>
                    <a:pt x="0" y="506603"/>
                  </a:lnTo>
                  <a:lnTo>
                    <a:pt x="0" y="528129"/>
                  </a:lnTo>
                  <a:lnTo>
                    <a:pt x="154876" y="528129"/>
                  </a:lnTo>
                  <a:lnTo>
                    <a:pt x="154876" y="506603"/>
                  </a:lnTo>
                  <a:close/>
                </a:path>
                <a:path w="154939" h="660400">
                  <a:moveTo>
                    <a:pt x="154876" y="126834"/>
                  </a:moveTo>
                  <a:lnTo>
                    <a:pt x="0" y="126834"/>
                  </a:lnTo>
                  <a:lnTo>
                    <a:pt x="0" y="148361"/>
                  </a:lnTo>
                  <a:lnTo>
                    <a:pt x="154876" y="148361"/>
                  </a:lnTo>
                  <a:lnTo>
                    <a:pt x="154876" y="126834"/>
                  </a:lnTo>
                  <a:close/>
                </a:path>
                <a:path w="154939" h="660400">
                  <a:moveTo>
                    <a:pt x="154876" y="0"/>
                  </a:moveTo>
                  <a:lnTo>
                    <a:pt x="0" y="0"/>
                  </a:lnTo>
                  <a:lnTo>
                    <a:pt x="0" y="93027"/>
                  </a:lnTo>
                  <a:lnTo>
                    <a:pt x="154876" y="93027"/>
                  </a:lnTo>
                  <a:lnTo>
                    <a:pt x="15487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91653" y="4077376"/>
              <a:ext cx="99441" cy="135252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1769537" y="3209933"/>
            <a:ext cx="4240530" cy="1344295"/>
            <a:chOff x="1769537" y="3209933"/>
            <a:chExt cx="4240530" cy="1344295"/>
          </a:xfrm>
        </p:grpSpPr>
        <p:sp>
          <p:nvSpPr>
            <p:cNvPr id="38" name="object 38" descr=""/>
            <p:cNvSpPr/>
            <p:nvPr/>
          </p:nvSpPr>
          <p:spPr>
            <a:xfrm>
              <a:off x="5243128" y="3209933"/>
              <a:ext cx="225425" cy="1028700"/>
            </a:xfrm>
            <a:custGeom>
              <a:avLst/>
              <a:gdLst/>
              <a:ahLst/>
              <a:cxnLst/>
              <a:rect l="l" t="t" r="r" b="b"/>
              <a:pathLst>
                <a:path w="225425" h="1028700">
                  <a:moveTo>
                    <a:pt x="225364" y="0"/>
                  </a:moveTo>
                  <a:lnTo>
                    <a:pt x="0" y="0"/>
                  </a:lnTo>
                  <a:lnTo>
                    <a:pt x="0" y="1028220"/>
                  </a:lnTo>
                  <a:lnTo>
                    <a:pt x="225364" y="1028220"/>
                  </a:lnTo>
                  <a:lnTo>
                    <a:pt x="225364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278362" y="3487202"/>
              <a:ext cx="154940" cy="474345"/>
            </a:xfrm>
            <a:custGeom>
              <a:avLst/>
              <a:gdLst/>
              <a:ahLst/>
              <a:cxnLst/>
              <a:rect l="l" t="t" r="r" b="b"/>
              <a:pathLst>
                <a:path w="154939" h="474345">
                  <a:moveTo>
                    <a:pt x="0" y="474016"/>
                  </a:moveTo>
                  <a:lnTo>
                    <a:pt x="154874" y="474016"/>
                  </a:lnTo>
                  <a:lnTo>
                    <a:pt x="154874" y="0"/>
                  </a:lnTo>
                  <a:lnTo>
                    <a:pt x="0" y="0"/>
                  </a:lnTo>
                  <a:lnTo>
                    <a:pt x="0" y="474016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278361" y="3394182"/>
              <a:ext cx="154940" cy="660400"/>
            </a:xfrm>
            <a:custGeom>
              <a:avLst/>
              <a:gdLst/>
              <a:ahLst/>
              <a:cxnLst/>
              <a:rect l="l" t="t" r="r" b="b"/>
              <a:pathLst>
                <a:path w="154939" h="660400">
                  <a:moveTo>
                    <a:pt x="154876" y="567042"/>
                  </a:moveTo>
                  <a:lnTo>
                    <a:pt x="0" y="567042"/>
                  </a:lnTo>
                  <a:lnTo>
                    <a:pt x="0" y="660069"/>
                  </a:lnTo>
                  <a:lnTo>
                    <a:pt x="154876" y="660069"/>
                  </a:lnTo>
                  <a:lnTo>
                    <a:pt x="154876" y="567042"/>
                  </a:lnTo>
                  <a:close/>
                </a:path>
                <a:path w="154939" h="660400">
                  <a:moveTo>
                    <a:pt x="154876" y="506603"/>
                  </a:moveTo>
                  <a:lnTo>
                    <a:pt x="0" y="506603"/>
                  </a:lnTo>
                  <a:lnTo>
                    <a:pt x="0" y="528129"/>
                  </a:lnTo>
                  <a:lnTo>
                    <a:pt x="154876" y="528129"/>
                  </a:lnTo>
                  <a:lnTo>
                    <a:pt x="154876" y="506603"/>
                  </a:lnTo>
                  <a:close/>
                </a:path>
                <a:path w="154939" h="660400">
                  <a:moveTo>
                    <a:pt x="154876" y="126834"/>
                  </a:moveTo>
                  <a:lnTo>
                    <a:pt x="0" y="126834"/>
                  </a:lnTo>
                  <a:lnTo>
                    <a:pt x="0" y="148361"/>
                  </a:lnTo>
                  <a:lnTo>
                    <a:pt x="154876" y="148361"/>
                  </a:lnTo>
                  <a:lnTo>
                    <a:pt x="154876" y="126834"/>
                  </a:lnTo>
                  <a:close/>
                </a:path>
                <a:path w="154939" h="660400">
                  <a:moveTo>
                    <a:pt x="154876" y="0"/>
                  </a:moveTo>
                  <a:lnTo>
                    <a:pt x="0" y="0"/>
                  </a:lnTo>
                  <a:lnTo>
                    <a:pt x="0" y="93027"/>
                  </a:lnTo>
                  <a:lnTo>
                    <a:pt x="154876" y="93027"/>
                  </a:lnTo>
                  <a:lnTo>
                    <a:pt x="15487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06076" y="4077376"/>
              <a:ext cx="99441" cy="135252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5017753" y="3209933"/>
              <a:ext cx="225425" cy="1028700"/>
            </a:xfrm>
            <a:custGeom>
              <a:avLst/>
              <a:gdLst/>
              <a:ahLst/>
              <a:cxnLst/>
              <a:rect l="l" t="t" r="r" b="b"/>
              <a:pathLst>
                <a:path w="225425" h="1028700">
                  <a:moveTo>
                    <a:pt x="225375" y="0"/>
                  </a:moveTo>
                  <a:lnTo>
                    <a:pt x="0" y="0"/>
                  </a:lnTo>
                  <a:lnTo>
                    <a:pt x="0" y="1028220"/>
                  </a:lnTo>
                  <a:lnTo>
                    <a:pt x="225375" y="1028220"/>
                  </a:lnTo>
                  <a:lnTo>
                    <a:pt x="225375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052966" y="3487202"/>
              <a:ext cx="154940" cy="474345"/>
            </a:xfrm>
            <a:custGeom>
              <a:avLst/>
              <a:gdLst/>
              <a:ahLst/>
              <a:cxnLst/>
              <a:rect l="l" t="t" r="r" b="b"/>
              <a:pathLst>
                <a:path w="154939" h="474345">
                  <a:moveTo>
                    <a:pt x="0" y="474016"/>
                  </a:moveTo>
                  <a:lnTo>
                    <a:pt x="154916" y="474016"/>
                  </a:lnTo>
                  <a:lnTo>
                    <a:pt x="154916" y="0"/>
                  </a:lnTo>
                  <a:lnTo>
                    <a:pt x="0" y="0"/>
                  </a:lnTo>
                  <a:lnTo>
                    <a:pt x="0" y="474016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052974" y="3394182"/>
              <a:ext cx="154940" cy="660400"/>
            </a:xfrm>
            <a:custGeom>
              <a:avLst/>
              <a:gdLst/>
              <a:ahLst/>
              <a:cxnLst/>
              <a:rect l="l" t="t" r="r" b="b"/>
              <a:pathLst>
                <a:path w="154939" h="660400">
                  <a:moveTo>
                    <a:pt x="154889" y="506603"/>
                  </a:moveTo>
                  <a:lnTo>
                    <a:pt x="0" y="506603"/>
                  </a:lnTo>
                  <a:lnTo>
                    <a:pt x="0" y="528129"/>
                  </a:lnTo>
                  <a:lnTo>
                    <a:pt x="154889" y="528129"/>
                  </a:lnTo>
                  <a:lnTo>
                    <a:pt x="154889" y="506603"/>
                  </a:lnTo>
                  <a:close/>
                </a:path>
                <a:path w="154939" h="660400">
                  <a:moveTo>
                    <a:pt x="154889" y="126834"/>
                  </a:moveTo>
                  <a:lnTo>
                    <a:pt x="0" y="126834"/>
                  </a:lnTo>
                  <a:lnTo>
                    <a:pt x="0" y="148361"/>
                  </a:lnTo>
                  <a:lnTo>
                    <a:pt x="154889" y="148361"/>
                  </a:lnTo>
                  <a:lnTo>
                    <a:pt x="154889" y="126834"/>
                  </a:lnTo>
                  <a:close/>
                </a:path>
                <a:path w="154939" h="660400">
                  <a:moveTo>
                    <a:pt x="154889" y="0"/>
                  </a:moveTo>
                  <a:lnTo>
                    <a:pt x="0" y="0"/>
                  </a:lnTo>
                  <a:lnTo>
                    <a:pt x="0" y="93027"/>
                  </a:lnTo>
                  <a:lnTo>
                    <a:pt x="154889" y="93027"/>
                  </a:lnTo>
                  <a:lnTo>
                    <a:pt x="154889" y="0"/>
                  </a:lnTo>
                  <a:close/>
                </a:path>
                <a:path w="154939" h="660400">
                  <a:moveTo>
                    <a:pt x="154901" y="567042"/>
                  </a:moveTo>
                  <a:lnTo>
                    <a:pt x="12" y="567042"/>
                  </a:lnTo>
                  <a:lnTo>
                    <a:pt x="12" y="660069"/>
                  </a:lnTo>
                  <a:lnTo>
                    <a:pt x="154901" y="660069"/>
                  </a:lnTo>
                  <a:lnTo>
                    <a:pt x="154901" y="567042"/>
                  </a:lnTo>
                  <a:close/>
                </a:path>
              </a:pathLst>
            </a:custGeom>
            <a:solidFill>
              <a:srgbClr val="A7A9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80697" y="4077376"/>
              <a:ext cx="99452" cy="135252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769537" y="4242153"/>
              <a:ext cx="4240530" cy="156210"/>
            </a:xfrm>
            <a:custGeom>
              <a:avLst/>
              <a:gdLst/>
              <a:ahLst/>
              <a:cxnLst/>
              <a:rect l="l" t="t" r="r" b="b"/>
              <a:pathLst>
                <a:path w="4240530" h="156210">
                  <a:moveTo>
                    <a:pt x="4240488" y="0"/>
                  </a:moveTo>
                  <a:lnTo>
                    <a:pt x="0" y="0"/>
                  </a:lnTo>
                  <a:lnTo>
                    <a:pt x="0" y="155817"/>
                  </a:lnTo>
                  <a:lnTo>
                    <a:pt x="4240488" y="155817"/>
                  </a:lnTo>
                  <a:lnTo>
                    <a:pt x="424048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769537" y="4397970"/>
              <a:ext cx="4240530" cy="156210"/>
            </a:xfrm>
            <a:custGeom>
              <a:avLst/>
              <a:gdLst/>
              <a:ahLst/>
              <a:cxnLst/>
              <a:rect l="l" t="t" r="r" b="b"/>
              <a:pathLst>
                <a:path w="4240530" h="156210">
                  <a:moveTo>
                    <a:pt x="4240488" y="0"/>
                  </a:moveTo>
                  <a:lnTo>
                    <a:pt x="0" y="0"/>
                  </a:lnTo>
                  <a:lnTo>
                    <a:pt x="0" y="155817"/>
                  </a:lnTo>
                  <a:lnTo>
                    <a:pt x="4240488" y="155817"/>
                  </a:lnTo>
                  <a:lnTo>
                    <a:pt x="4240488" y="0"/>
                  </a:lnTo>
                  <a:close/>
                </a:path>
              </a:pathLst>
            </a:custGeom>
            <a:solidFill>
              <a:srgbClr val="A3A3A2">
                <a:alpha val="22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" name="object 48" descr=""/>
          <p:cNvGrpSpPr/>
          <p:nvPr/>
        </p:nvGrpSpPr>
        <p:grpSpPr>
          <a:xfrm>
            <a:off x="1769537" y="4975708"/>
            <a:ext cx="4240530" cy="837565"/>
            <a:chOff x="1769537" y="4975708"/>
            <a:chExt cx="4240530" cy="837565"/>
          </a:xfrm>
        </p:grpSpPr>
        <p:sp>
          <p:nvSpPr>
            <p:cNvPr id="49" name="object 49" descr=""/>
            <p:cNvSpPr/>
            <p:nvPr/>
          </p:nvSpPr>
          <p:spPr>
            <a:xfrm>
              <a:off x="1769537" y="5501340"/>
              <a:ext cx="4240530" cy="156210"/>
            </a:xfrm>
            <a:custGeom>
              <a:avLst/>
              <a:gdLst/>
              <a:ahLst/>
              <a:cxnLst/>
              <a:rect l="l" t="t" r="r" b="b"/>
              <a:pathLst>
                <a:path w="4240530" h="156210">
                  <a:moveTo>
                    <a:pt x="4240488" y="0"/>
                  </a:moveTo>
                  <a:lnTo>
                    <a:pt x="0" y="0"/>
                  </a:lnTo>
                  <a:lnTo>
                    <a:pt x="0" y="155817"/>
                  </a:lnTo>
                  <a:lnTo>
                    <a:pt x="4240488" y="155817"/>
                  </a:lnTo>
                  <a:lnTo>
                    <a:pt x="424048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769537" y="5657157"/>
              <a:ext cx="4240530" cy="156210"/>
            </a:xfrm>
            <a:custGeom>
              <a:avLst/>
              <a:gdLst/>
              <a:ahLst/>
              <a:cxnLst/>
              <a:rect l="l" t="t" r="r" b="b"/>
              <a:pathLst>
                <a:path w="4240530" h="156210">
                  <a:moveTo>
                    <a:pt x="4240488" y="0"/>
                  </a:moveTo>
                  <a:lnTo>
                    <a:pt x="0" y="0"/>
                  </a:lnTo>
                  <a:lnTo>
                    <a:pt x="0" y="155817"/>
                  </a:lnTo>
                  <a:lnTo>
                    <a:pt x="4240488" y="155817"/>
                  </a:lnTo>
                  <a:lnTo>
                    <a:pt x="4240488" y="0"/>
                  </a:lnTo>
                  <a:close/>
                </a:path>
              </a:pathLst>
            </a:custGeom>
            <a:solidFill>
              <a:srgbClr val="A3A3A2">
                <a:alpha val="2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33535" y="4975708"/>
              <a:ext cx="672503" cy="524888"/>
            </a:xfrm>
            <a:prstGeom prst="rect">
              <a:avLst/>
            </a:prstGeom>
          </p:spPr>
        </p:pic>
      </p:grpSp>
      <p:sp>
        <p:nvSpPr>
          <p:cNvPr id="52" name="object 52" descr=""/>
          <p:cNvSpPr/>
          <p:nvPr/>
        </p:nvSpPr>
        <p:spPr>
          <a:xfrm>
            <a:off x="4320641" y="4678190"/>
            <a:ext cx="27940" cy="132080"/>
          </a:xfrm>
          <a:custGeom>
            <a:avLst/>
            <a:gdLst/>
            <a:ahLst/>
            <a:cxnLst/>
            <a:rect l="l" t="t" r="r" b="b"/>
            <a:pathLst>
              <a:path w="27939" h="132079">
                <a:moveTo>
                  <a:pt x="27889" y="0"/>
                </a:moveTo>
                <a:lnTo>
                  <a:pt x="0" y="0"/>
                </a:lnTo>
                <a:lnTo>
                  <a:pt x="0" y="130810"/>
                </a:lnTo>
                <a:lnTo>
                  <a:pt x="0" y="132080"/>
                </a:lnTo>
                <a:lnTo>
                  <a:pt x="27889" y="132080"/>
                </a:lnTo>
                <a:lnTo>
                  <a:pt x="27889" y="130810"/>
                </a:lnTo>
                <a:lnTo>
                  <a:pt x="27889" y="0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4320641" y="4637550"/>
            <a:ext cx="337185" cy="171450"/>
          </a:xfrm>
          <a:custGeom>
            <a:avLst/>
            <a:gdLst/>
            <a:ahLst/>
            <a:cxnLst/>
            <a:rect l="l" t="t" r="r" b="b"/>
            <a:pathLst>
              <a:path w="337185" h="171450">
                <a:moveTo>
                  <a:pt x="336626" y="0"/>
                </a:moveTo>
                <a:lnTo>
                  <a:pt x="0" y="0"/>
                </a:lnTo>
                <a:lnTo>
                  <a:pt x="0" y="40640"/>
                </a:lnTo>
                <a:lnTo>
                  <a:pt x="308724" y="40640"/>
                </a:lnTo>
                <a:lnTo>
                  <a:pt x="308724" y="171450"/>
                </a:lnTo>
                <a:lnTo>
                  <a:pt x="336626" y="171450"/>
                </a:lnTo>
                <a:lnTo>
                  <a:pt x="336626" y="40640"/>
                </a:lnTo>
                <a:lnTo>
                  <a:pt x="336626" y="0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4056504" y="4771729"/>
            <a:ext cx="111125" cy="33020"/>
          </a:xfrm>
          <a:custGeom>
            <a:avLst/>
            <a:gdLst/>
            <a:ahLst/>
            <a:cxnLst/>
            <a:rect l="l" t="t" r="r" b="b"/>
            <a:pathLst>
              <a:path w="111125" h="33020">
                <a:moveTo>
                  <a:pt x="110939" y="0"/>
                </a:moveTo>
                <a:lnTo>
                  <a:pt x="0" y="0"/>
                </a:lnTo>
                <a:lnTo>
                  <a:pt x="0" y="32742"/>
                </a:lnTo>
                <a:lnTo>
                  <a:pt x="110939" y="32742"/>
                </a:lnTo>
                <a:lnTo>
                  <a:pt x="110939" y="0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4737939" y="4771729"/>
            <a:ext cx="111125" cy="33020"/>
          </a:xfrm>
          <a:custGeom>
            <a:avLst/>
            <a:gdLst/>
            <a:ahLst/>
            <a:cxnLst/>
            <a:rect l="l" t="t" r="r" b="b"/>
            <a:pathLst>
              <a:path w="111125" h="33020">
                <a:moveTo>
                  <a:pt x="110949" y="0"/>
                </a:moveTo>
                <a:lnTo>
                  <a:pt x="0" y="0"/>
                </a:lnTo>
                <a:lnTo>
                  <a:pt x="0" y="32742"/>
                </a:lnTo>
                <a:lnTo>
                  <a:pt x="110949" y="32742"/>
                </a:lnTo>
                <a:lnTo>
                  <a:pt x="110949" y="0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4322826" y="4642211"/>
            <a:ext cx="332740" cy="60960"/>
          </a:xfrm>
          <a:custGeom>
            <a:avLst/>
            <a:gdLst/>
            <a:ahLst/>
            <a:cxnLst/>
            <a:rect l="l" t="t" r="r" b="b"/>
            <a:pathLst>
              <a:path w="332739" h="60960">
                <a:moveTo>
                  <a:pt x="332232" y="20789"/>
                </a:moveTo>
                <a:lnTo>
                  <a:pt x="330606" y="12712"/>
                </a:lnTo>
                <a:lnTo>
                  <a:pt x="326161" y="6096"/>
                </a:lnTo>
                <a:lnTo>
                  <a:pt x="319570" y="1638"/>
                </a:lnTo>
                <a:lnTo>
                  <a:pt x="311505" y="0"/>
                </a:lnTo>
                <a:lnTo>
                  <a:pt x="20764" y="0"/>
                </a:lnTo>
                <a:lnTo>
                  <a:pt x="12687" y="1638"/>
                </a:lnTo>
                <a:lnTo>
                  <a:pt x="6083" y="6096"/>
                </a:lnTo>
                <a:lnTo>
                  <a:pt x="1638" y="12712"/>
                </a:lnTo>
                <a:lnTo>
                  <a:pt x="0" y="20789"/>
                </a:lnTo>
                <a:lnTo>
                  <a:pt x="1638" y="28892"/>
                </a:lnTo>
                <a:lnTo>
                  <a:pt x="2578" y="30302"/>
                </a:lnTo>
                <a:lnTo>
                  <a:pt x="2578" y="54013"/>
                </a:lnTo>
                <a:lnTo>
                  <a:pt x="9321" y="60756"/>
                </a:lnTo>
                <a:lnTo>
                  <a:pt x="25946" y="60756"/>
                </a:lnTo>
                <a:lnTo>
                  <a:pt x="32689" y="54013"/>
                </a:lnTo>
                <a:lnTo>
                  <a:pt x="32689" y="45669"/>
                </a:lnTo>
                <a:lnTo>
                  <a:pt x="32689" y="41592"/>
                </a:lnTo>
                <a:lnTo>
                  <a:pt x="45008" y="41592"/>
                </a:lnTo>
                <a:lnTo>
                  <a:pt x="45008" y="54013"/>
                </a:lnTo>
                <a:lnTo>
                  <a:pt x="51739" y="60756"/>
                </a:lnTo>
                <a:lnTo>
                  <a:pt x="68364" y="60756"/>
                </a:lnTo>
                <a:lnTo>
                  <a:pt x="75133" y="54013"/>
                </a:lnTo>
                <a:lnTo>
                  <a:pt x="75133" y="45669"/>
                </a:lnTo>
                <a:lnTo>
                  <a:pt x="75133" y="41592"/>
                </a:lnTo>
                <a:lnTo>
                  <a:pt x="87439" y="41592"/>
                </a:lnTo>
                <a:lnTo>
                  <a:pt x="87439" y="54013"/>
                </a:lnTo>
                <a:lnTo>
                  <a:pt x="94170" y="60756"/>
                </a:lnTo>
                <a:lnTo>
                  <a:pt x="110782" y="60756"/>
                </a:lnTo>
                <a:lnTo>
                  <a:pt x="117551" y="54013"/>
                </a:lnTo>
                <a:lnTo>
                  <a:pt x="117551" y="45669"/>
                </a:lnTo>
                <a:lnTo>
                  <a:pt x="117551" y="41592"/>
                </a:lnTo>
                <a:lnTo>
                  <a:pt x="129857" y="41592"/>
                </a:lnTo>
                <a:lnTo>
                  <a:pt x="129857" y="54013"/>
                </a:lnTo>
                <a:lnTo>
                  <a:pt x="136575" y="60756"/>
                </a:lnTo>
                <a:lnTo>
                  <a:pt x="153238" y="60756"/>
                </a:lnTo>
                <a:lnTo>
                  <a:pt x="159969" y="54013"/>
                </a:lnTo>
                <a:lnTo>
                  <a:pt x="159969" y="45669"/>
                </a:lnTo>
                <a:lnTo>
                  <a:pt x="159969" y="41592"/>
                </a:lnTo>
                <a:lnTo>
                  <a:pt x="172288" y="41592"/>
                </a:lnTo>
                <a:lnTo>
                  <a:pt x="172288" y="54013"/>
                </a:lnTo>
                <a:lnTo>
                  <a:pt x="179006" y="60756"/>
                </a:lnTo>
                <a:lnTo>
                  <a:pt x="195656" y="60756"/>
                </a:lnTo>
                <a:lnTo>
                  <a:pt x="202412" y="54013"/>
                </a:lnTo>
                <a:lnTo>
                  <a:pt x="202412" y="45669"/>
                </a:lnTo>
                <a:lnTo>
                  <a:pt x="202412" y="41592"/>
                </a:lnTo>
                <a:lnTo>
                  <a:pt x="214718" y="41592"/>
                </a:lnTo>
                <a:lnTo>
                  <a:pt x="214718" y="54013"/>
                </a:lnTo>
                <a:lnTo>
                  <a:pt x="221462" y="60756"/>
                </a:lnTo>
                <a:lnTo>
                  <a:pt x="238074" y="60756"/>
                </a:lnTo>
                <a:lnTo>
                  <a:pt x="244830" y="54013"/>
                </a:lnTo>
                <a:lnTo>
                  <a:pt x="244830" y="45669"/>
                </a:lnTo>
                <a:lnTo>
                  <a:pt x="244830" y="41592"/>
                </a:lnTo>
                <a:lnTo>
                  <a:pt x="257149" y="41592"/>
                </a:lnTo>
                <a:lnTo>
                  <a:pt x="257149" y="54013"/>
                </a:lnTo>
                <a:lnTo>
                  <a:pt x="263893" y="60756"/>
                </a:lnTo>
                <a:lnTo>
                  <a:pt x="280504" y="60756"/>
                </a:lnTo>
                <a:lnTo>
                  <a:pt x="287261" y="54013"/>
                </a:lnTo>
                <a:lnTo>
                  <a:pt x="287261" y="45669"/>
                </a:lnTo>
                <a:lnTo>
                  <a:pt x="287261" y="41592"/>
                </a:lnTo>
                <a:lnTo>
                  <a:pt x="299605" y="41592"/>
                </a:lnTo>
                <a:lnTo>
                  <a:pt x="299605" y="54013"/>
                </a:lnTo>
                <a:lnTo>
                  <a:pt x="306349" y="60756"/>
                </a:lnTo>
                <a:lnTo>
                  <a:pt x="322948" y="60756"/>
                </a:lnTo>
                <a:lnTo>
                  <a:pt x="329679" y="54013"/>
                </a:lnTo>
                <a:lnTo>
                  <a:pt x="329679" y="45669"/>
                </a:lnTo>
                <a:lnTo>
                  <a:pt x="329679" y="30276"/>
                </a:lnTo>
                <a:lnTo>
                  <a:pt x="330606" y="28892"/>
                </a:lnTo>
                <a:lnTo>
                  <a:pt x="332232" y="2078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7" name="object 57" descr=""/>
          <p:cNvGrpSpPr/>
          <p:nvPr/>
        </p:nvGrpSpPr>
        <p:grpSpPr>
          <a:xfrm>
            <a:off x="3949894" y="4799955"/>
            <a:ext cx="1078230" cy="701675"/>
            <a:chOff x="3949894" y="4799955"/>
            <a:chExt cx="1078230" cy="701675"/>
          </a:xfrm>
        </p:grpSpPr>
        <p:sp>
          <p:nvSpPr>
            <p:cNvPr id="58" name="object 58" descr=""/>
            <p:cNvSpPr/>
            <p:nvPr/>
          </p:nvSpPr>
          <p:spPr>
            <a:xfrm>
              <a:off x="3949894" y="4799955"/>
              <a:ext cx="1078230" cy="701675"/>
            </a:xfrm>
            <a:custGeom>
              <a:avLst/>
              <a:gdLst/>
              <a:ahLst/>
              <a:cxnLst/>
              <a:rect l="l" t="t" r="r" b="b"/>
              <a:pathLst>
                <a:path w="1078229" h="701675">
                  <a:moveTo>
                    <a:pt x="1054470" y="0"/>
                  </a:moveTo>
                  <a:lnTo>
                    <a:pt x="29150" y="0"/>
                  </a:lnTo>
                  <a:lnTo>
                    <a:pt x="17810" y="2293"/>
                  </a:lnTo>
                  <a:lnTo>
                    <a:pt x="8544" y="8548"/>
                  </a:lnTo>
                  <a:lnTo>
                    <a:pt x="2293" y="17824"/>
                  </a:lnTo>
                  <a:lnTo>
                    <a:pt x="0" y="29182"/>
                  </a:lnTo>
                  <a:lnTo>
                    <a:pt x="0" y="672168"/>
                  </a:lnTo>
                  <a:lnTo>
                    <a:pt x="2293" y="683553"/>
                  </a:lnTo>
                  <a:lnTo>
                    <a:pt x="8544" y="692837"/>
                  </a:lnTo>
                  <a:lnTo>
                    <a:pt x="17810" y="699090"/>
                  </a:lnTo>
                  <a:lnTo>
                    <a:pt x="29150" y="701381"/>
                  </a:lnTo>
                  <a:lnTo>
                    <a:pt x="1048952" y="701381"/>
                  </a:lnTo>
                  <a:lnTo>
                    <a:pt x="1060311" y="699090"/>
                  </a:lnTo>
                  <a:lnTo>
                    <a:pt x="1069579" y="692837"/>
                  </a:lnTo>
                  <a:lnTo>
                    <a:pt x="1075824" y="683553"/>
                  </a:lnTo>
                  <a:lnTo>
                    <a:pt x="1078113" y="672168"/>
                  </a:lnTo>
                  <a:lnTo>
                    <a:pt x="1078113" y="29182"/>
                  </a:lnTo>
                  <a:lnTo>
                    <a:pt x="105447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286224" y="4968893"/>
              <a:ext cx="363220" cy="363220"/>
            </a:xfrm>
            <a:custGeom>
              <a:avLst/>
              <a:gdLst/>
              <a:ahLst/>
              <a:cxnLst/>
              <a:rect l="l" t="t" r="r" b="b"/>
              <a:pathLst>
                <a:path w="363220" h="363220">
                  <a:moveTo>
                    <a:pt x="363067" y="144780"/>
                  </a:moveTo>
                  <a:lnTo>
                    <a:pt x="218516" y="144780"/>
                  </a:lnTo>
                  <a:lnTo>
                    <a:pt x="218516" y="0"/>
                  </a:lnTo>
                  <a:lnTo>
                    <a:pt x="144551" y="0"/>
                  </a:lnTo>
                  <a:lnTo>
                    <a:pt x="144551" y="144780"/>
                  </a:lnTo>
                  <a:lnTo>
                    <a:pt x="0" y="144780"/>
                  </a:lnTo>
                  <a:lnTo>
                    <a:pt x="0" y="218440"/>
                  </a:lnTo>
                  <a:lnTo>
                    <a:pt x="144551" y="218440"/>
                  </a:lnTo>
                  <a:lnTo>
                    <a:pt x="144551" y="363220"/>
                  </a:lnTo>
                  <a:lnTo>
                    <a:pt x="218516" y="363220"/>
                  </a:lnTo>
                  <a:lnTo>
                    <a:pt x="218516" y="218440"/>
                  </a:lnTo>
                  <a:lnTo>
                    <a:pt x="363067" y="218440"/>
                  </a:lnTo>
                  <a:lnTo>
                    <a:pt x="363067" y="14478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023546" y="4804133"/>
              <a:ext cx="1004569" cy="697230"/>
            </a:xfrm>
            <a:custGeom>
              <a:avLst/>
              <a:gdLst/>
              <a:ahLst/>
              <a:cxnLst/>
              <a:rect l="l" t="t" r="r" b="b"/>
              <a:pathLst>
                <a:path w="1004570" h="697229">
                  <a:moveTo>
                    <a:pt x="990336" y="0"/>
                  </a:moveTo>
                  <a:lnTo>
                    <a:pt x="966072" y="50357"/>
                  </a:lnTo>
                  <a:lnTo>
                    <a:pt x="935886" y="105474"/>
                  </a:lnTo>
                  <a:lnTo>
                    <a:pt x="899272" y="164162"/>
                  </a:lnTo>
                  <a:lnTo>
                    <a:pt x="855728" y="225234"/>
                  </a:lnTo>
                  <a:lnTo>
                    <a:pt x="831199" y="256293"/>
                  </a:lnTo>
                  <a:lnTo>
                    <a:pt x="804748" y="287502"/>
                  </a:lnTo>
                  <a:lnTo>
                    <a:pt x="776312" y="318713"/>
                  </a:lnTo>
                  <a:lnTo>
                    <a:pt x="745829" y="349778"/>
                  </a:lnTo>
                  <a:lnTo>
                    <a:pt x="713235" y="380548"/>
                  </a:lnTo>
                  <a:lnTo>
                    <a:pt x="678467" y="410874"/>
                  </a:lnTo>
                  <a:lnTo>
                    <a:pt x="641462" y="440608"/>
                  </a:lnTo>
                  <a:lnTo>
                    <a:pt x="602157" y="469602"/>
                  </a:lnTo>
                  <a:lnTo>
                    <a:pt x="560490" y="497707"/>
                  </a:lnTo>
                  <a:lnTo>
                    <a:pt x="516396" y="524775"/>
                  </a:lnTo>
                  <a:lnTo>
                    <a:pt x="469814" y="550656"/>
                  </a:lnTo>
                  <a:lnTo>
                    <a:pt x="420680" y="575204"/>
                  </a:lnTo>
                  <a:lnTo>
                    <a:pt x="368932" y="598269"/>
                  </a:lnTo>
                  <a:lnTo>
                    <a:pt x="314505" y="619702"/>
                  </a:lnTo>
                  <a:lnTo>
                    <a:pt x="257338" y="639356"/>
                  </a:lnTo>
                  <a:lnTo>
                    <a:pt x="197366" y="657081"/>
                  </a:lnTo>
                  <a:lnTo>
                    <a:pt x="134528" y="672730"/>
                  </a:lnTo>
                  <a:lnTo>
                    <a:pt x="68760" y="686154"/>
                  </a:lnTo>
                  <a:lnTo>
                    <a:pt x="0" y="697203"/>
                  </a:lnTo>
                  <a:lnTo>
                    <a:pt x="975300" y="697203"/>
                  </a:lnTo>
                  <a:lnTo>
                    <a:pt x="986659" y="694912"/>
                  </a:lnTo>
                  <a:lnTo>
                    <a:pt x="995927" y="688659"/>
                  </a:lnTo>
                  <a:lnTo>
                    <a:pt x="1002172" y="679375"/>
                  </a:lnTo>
                  <a:lnTo>
                    <a:pt x="1004461" y="667990"/>
                  </a:lnTo>
                  <a:lnTo>
                    <a:pt x="1004461" y="25004"/>
                  </a:lnTo>
                  <a:lnTo>
                    <a:pt x="1003444" y="17347"/>
                  </a:lnTo>
                  <a:lnTo>
                    <a:pt x="1000571" y="10448"/>
                  </a:lnTo>
                  <a:lnTo>
                    <a:pt x="996112" y="4576"/>
                  </a:lnTo>
                  <a:lnTo>
                    <a:pt x="990336" y="0"/>
                  </a:lnTo>
                  <a:close/>
                </a:path>
              </a:pathLst>
            </a:custGeom>
            <a:solidFill>
              <a:srgbClr val="8D8F9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971468" y="4810169"/>
              <a:ext cx="314960" cy="507365"/>
            </a:xfrm>
            <a:custGeom>
              <a:avLst/>
              <a:gdLst/>
              <a:ahLst/>
              <a:cxnLst/>
              <a:rect l="l" t="t" r="r" b="b"/>
              <a:pathLst>
                <a:path w="314960" h="507364">
                  <a:moveTo>
                    <a:pt x="12827" y="216941"/>
                  </a:moveTo>
                  <a:lnTo>
                    <a:pt x="9944" y="214071"/>
                  </a:lnTo>
                  <a:lnTo>
                    <a:pt x="2882" y="214071"/>
                  </a:lnTo>
                  <a:lnTo>
                    <a:pt x="0" y="216941"/>
                  </a:lnTo>
                  <a:lnTo>
                    <a:pt x="0" y="504037"/>
                  </a:lnTo>
                  <a:lnTo>
                    <a:pt x="2882" y="506920"/>
                  </a:lnTo>
                  <a:lnTo>
                    <a:pt x="9944" y="506920"/>
                  </a:lnTo>
                  <a:lnTo>
                    <a:pt x="12827" y="504037"/>
                  </a:lnTo>
                  <a:lnTo>
                    <a:pt x="12827" y="500532"/>
                  </a:lnTo>
                  <a:lnTo>
                    <a:pt x="12827" y="216941"/>
                  </a:lnTo>
                  <a:close/>
                </a:path>
                <a:path w="314960" h="507364">
                  <a:moveTo>
                    <a:pt x="314756" y="2578"/>
                  </a:moveTo>
                  <a:lnTo>
                    <a:pt x="312204" y="0"/>
                  </a:lnTo>
                  <a:lnTo>
                    <a:pt x="15354" y="0"/>
                  </a:lnTo>
                  <a:lnTo>
                    <a:pt x="12827" y="2578"/>
                  </a:lnTo>
                  <a:lnTo>
                    <a:pt x="12827" y="8826"/>
                  </a:lnTo>
                  <a:lnTo>
                    <a:pt x="15354" y="11379"/>
                  </a:lnTo>
                  <a:lnTo>
                    <a:pt x="312204" y="11379"/>
                  </a:lnTo>
                  <a:lnTo>
                    <a:pt x="314756" y="8826"/>
                  </a:lnTo>
                  <a:lnTo>
                    <a:pt x="314756" y="5689"/>
                  </a:lnTo>
                  <a:lnTo>
                    <a:pt x="314756" y="2578"/>
                  </a:lnTo>
                  <a:close/>
                </a:path>
              </a:pathLst>
            </a:custGeom>
            <a:solidFill>
              <a:srgbClr val="E2E2E2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 descr=""/>
          <p:cNvGrpSpPr/>
          <p:nvPr/>
        </p:nvGrpSpPr>
        <p:grpSpPr>
          <a:xfrm>
            <a:off x="1878420" y="1447530"/>
            <a:ext cx="4022725" cy="1173480"/>
            <a:chOff x="1878420" y="1447530"/>
            <a:chExt cx="4022725" cy="1173480"/>
          </a:xfrm>
        </p:grpSpPr>
        <p:sp>
          <p:nvSpPr>
            <p:cNvPr id="63" name="object 63" descr=""/>
            <p:cNvSpPr/>
            <p:nvPr/>
          </p:nvSpPr>
          <p:spPr>
            <a:xfrm>
              <a:off x="1878420" y="1552999"/>
              <a:ext cx="4022725" cy="1067435"/>
            </a:xfrm>
            <a:custGeom>
              <a:avLst/>
              <a:gdLst/>
              <a:ahLst/>
              <a:cxnLst/>
              <a:rect l="l" t="t" r="r" b="b"/>
              <a:pathLst>
                <a:path w="4022725" h="1067435">
                  <a:moveTo>
                    <a:pt x="3936298" y="0"/>
                  </a:moveTo>
                  <a:lnTo>
                    <a:pt x="86437" y="0"/>
                  </a:lnTo>
                  <a:lnTo>
                    <a:pt x="52801" y="6783"/>
                  </a:lnTo>
                  <a:lnTo>
                    <a:pt x="25325" y="25293"/>
                  </a:lnTo>
                  <a:lnTo>
                    <a:pt x="6795" y="52765"/>
                  </a:lnTo>
                  <a:lnTo>
                    <a:pt x="0" y="86437"/>
                  </a:lnTo>
                  <a:lnTo>
                    <a:pt x="0" y="980975"/>
                  </a:lnTo>
                  <a:lnTo>
                    <a:pt x="6795" y="1014603"/>
                  </a:lnTo>
                  <a:lnTo>
                    <a:pt x="25325" y="1042072"/>
                  </a:lnTo>
                  <a:lnTo>
                    <a:pt x="52801" y="1060597"/>
                  </a:lnTo>
                  <a:lnTo>
                    <a:pt x="86437" y="1067391"/>
                  </a:lnTo>
                  <a:lnTo>
                    <a:pt x="3936298" y="1067391"/>
                  </a:lnTo>
                  <a:lnTo>
                    <a:pt x="3969922" y="1060597"/>
                  </a:lnTo>
                  <a:lnTo>
                    <a:pt x="3997392" y="1042072"/>
                  </a:lnTo>
                  <a:lnTo>
                    <a:pt x="4015919" y="1014603"/>
                  </a:lnTo>
                  <a:lnTo>
                    <a:pt x="4022715" y="980975"/>
                  </a:lnTo>
                  <a:lnTo>
                    <a:pt x="4022715" y="86437"/>
                  </a:lnTo>
                  <a:lnTo>
                    <a:pt x="4015919" y="52765"/>
                  </a:lnTo>
                  <a:lnTo>
                    <a:pt x="3997392" y="25293"/>
                  </a:lnTo>
                  <a:lnTo>
                    <a:pt x="3969922" y="6783"/>
                  </a:lnTo>
                  <a:lnTo>
                    <a:pt x="3936298" y="0"/>
                  </a:lnTo>
                  <a:close/>
                </a:path>
              </a:pathLst>
            </a:custGeom>
            <a:solidFill>
              <a:srgbClr val="A3A3A2">
                <a:alpha val="2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878420" y="1447530"/>
              <a:ext cx="4022725" cy="1067435"/>
            </a:xfrm>
            <a:custGeom>
              <a:avLst/>
              <a:gdLst/>
              <a:ahLst/>
              <a:cxnLst/>
              <a:rect l="l" t="t" r="r" b="b"/>
              <a:pathLst>
                <a:path w="4022725" h="1067435">
                  <a:moveTo>
                    <a:pt x="3936298" y="0"/>
                  </a:moveTo>
                  <a:lnTo>
                    <a:pt x="86437" y="0"/>
                  </a:lnTo>
                  <a:lnTo>
                    <a:pt x="52801" y="6783"/>
                  </a:lnTo>
                  <a:lnTo>
                    <a:pt x="25325" y="25293"/>
                  </a:lnTo>
                  <a:lnTo>
                    <a:pt x="6795" y="52765"/>
                  </a:lnTo>
                  <a:lnTo>
                    <a:pt x="0" y="86437"/>
                  </a:lnTo>
                  <a:lnTo>
                    <a:pt x="0" y="980975"/>
                  </a:lnTo>
                  <a:lnTo>
                    <a:pt x="6795" y="1014603"/>
                  </a:lnTo>
                  <a:lnTo>
                    <a:pt x="25325" y="1042072"/>
                  </a:lnTo>
                  <a:lnTo>
                    <a:pt x="52801" y="1060597"/>
                  </a:lnTo>
                  <a:lnTo>
                    <a:pt x="86437" y="1067391"/>
                  </a:lnTo>
                  <a:lnTo>
                    <a:pt x="3936298" y="1067391"/>
                  </a:lnTo>
                  <a:lnTo>
                    <a:pt x="3969922" y="1060597"/>
                  </a:lnTo>
                  <a:lnTo>
                    <a:pt x="3997392" y="1042072"/>
                  </a:lnTo>
                  <a:lnTo>
                    <a:pt x="4015919" y="1014603"/>
                  </a:lnTo>
                  <a:lnTo>
                    <a:pt x="4022715" y="980975"/>
                  </a:lnTo>
                  <a:lnTo>
                    <a:pt x="4022715" y="86437"/>
                  </a:lnTo>
                  <a:lnTo>
                    <a:pt x="4015919" y="52765"/>
                  </a:lnTo>
                  <a:lnTo>
                    <a:pt x="3997392" y="25293"/>
                  </a:lnTo>
                  <a:lnTo>
                    <a:pt x="3969922" y="6783"/>
                  </a:lnTo>
                  <a:lnTo>
                    <a:pt x="393629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3586378" y="1626023"/>
              <a:ext cx="2315210" cy="889000"/>
            </a:xfrm>
            <a:custGeom>
              <a:avLst/>
              <a:gdLst/>
              <a:ahLst/>
              <a:cxnLst/>
              <a:rect l="l" t="t" r="r" b="b"/>
              <a:pathLst>
                <a:path w="2315210" h="889000">
                  <a:moveTo>
                    <a:pt x="2314756" y="0"/>
                  </a:moveTo>
                  <a:lnTo>
                    <a:pt x="2269422" y="39825"/>
                  </a:lnTo>
                  <a:lnTo>
                    <a:pt x="2239464" y="64307"/>
                  </a:lnTo>
                  <a:lnTo>
                    <a:pt x="2204425" y="91528"/>
                  </a:lnTo>
                  <a:lnTo>
                    <a:pt x="2164136" y="121258"/>
                  </a:lnTo>
                  <a:lnTo>
                    <a:pt x="2118433" y="153267"/>
                  </a:lnTo>
                  <a:lnTo>
                    <a:pt x="2067148" y="187327"/>
                  </a:lnTo>
                  <a:lnTo>
                    <a:pt x="2010116" y="223206"/>
                  </a:lnTo>
                  <a:lnTo>
                    <a:pt x="1947170" y="260676"/>
                  </a:lnTo>
                  <a:lnTo>
                    <a:pt x="1913428" y="279935"/>
                  </a:lnTo>
                  <a:lnTo>
                    <a:pt x="1878144" y="299506"/>
                  </a:lnTo>
                  <a:lnTo>
                    <a:pt x="1841299" y="319359"/>
                  </a:lnTo>
                  <a:lnTo>
                    <a:pt x="1802871" y="339466"/>
                  </a:lnTo>
                  <a:lnTo>
                    <a:pt x="1762840" y="359798"/>
                  </a:lnTo>
                  <a:lnTo>
                    <a:pt x="1721185" y="380326"/>
                  </a:lnTo>
                  <a:lnTo>
                    <a:pt x="1677886" y="401023"/>
                  </a:lnTo>
                  <a:lnTo>
                    <a:pt x="1632920" y="421858"/>
                  </a:lnTo>
                  <a:lnTo>
                    <a:pt x="1586268" y="442803"/>
                  </a:lnTo>
                  <a:lnTo>
                    <a:pt x="1537909" y="463830"/>
                  </a:lnTo>
                  <a:lnTo>
                    <a:pt x="1487822" y="484910"/>
                  </a:lnTo>
                  <a:lnTo>
                    <a:pt x="1435986" y="506014"/>
                  </a:lnTo>
                  <a:lnTo>
                    <a:pt x="1382381" y="527113"/>
                  </a:lnTo>
                  <a:lnTo>
                    <a:pt x="1326985" y="548178"/>
                  </a:lnTo>
                  <a:lnTo>
                    <a:pt x="1269778" y="569182"/>
                  </a:lnTo>
                  <a:lnTo>
                    <a:pt x="1210739" y="590094"/>
                  </a:lnTo>
                  <a:lnTo>
                    <a:pt x="1149847" y="610887"/>
                  </a:lnTo>
                  <a:lnTo>
                    <a:pt x="1087082" y="631532"/>
                  </a:lnTo>
                  <a:lnTo>
                    <a:pt x="1022422" y="652000"/>
                  </a:lnTo>
                  <a:lnTo>
                    <a:pt x="955848" y="672262"/>
                  </a:lnTo>
                  <a:lnTo>
                    <a:pt x="887337" y="692289"/>
                  </a:lnTo>
                  <a:lnTo>
                    <a:pt x="816869" y="712053"/>
                  </a:lnTo>
                  <a:lnTo>
                    <a:pt x="744424" y="731525"/>
                  </a:lnTo>
                  <a:lnTo>
                    <a:pt x="669981" y="750676"/>
                  </a:lnTo>
                  <a:lnTo>
                    <a:pt x="593519" y="769478"/>
                  </a:lnTo>
                  <a:lnTo>
                    <a:pt x="515016" y="787902"/>
                  </a:lnTo>
                  <a:lnTo>
                    <a:pt x="434453" y="805919"/>
                  </a:lnTo>
                  <a:lnTo>
                    <a:pt x="351809" y="823500"/>
                  </a:lnTo>
                  <a:lnTo>
                    <a:pt x="267062" y="840617"/>
                  </a:lnTo>
                  <a:lnTo>
                    <a:pt x="180192" y="857241"/>
                  </a:lnTo>
                  <a:lnTo>
                    <a:pt x="91178" y="873343"/>
                  </a:lnTo>
                  <a:lnTo>
                    <a:pt x="0" y="888894"/>
                  </a:lnTo>
                  <a:lnTo>
                    <a:pt x="2228340" y="888894"/>
                  </a:lnTo>
                  <a:lnTo>
                    <a:pt x="2261964" y="882100"/>
                  </a:lnTo>
                  <a:lnTo>
                    <a:pt x="2289434" y="863575"/>
                  </a:lnTo>
                  <a:lnTo>
                    <a:pt x="2307961" y="836106"/>
                  </a:lnTo>
                  <a:lnTo>
                    <a:pt x="2314756" y="802478"/>
                  </a:lnTo>
                  <a:lnTo>
                    <a:pt x="2314756" y="0"/>
                  </a:lnTo>
                  <a:close/>
                </a:path>
              </a:pathLst>
            </a:custGeom>
            <a:solidFill>
              <a:srgbClr val="F0F1F1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071751" y="2305589"/>
              <a:ext cx="3636645" cy="117475"/>
            </a:xfrm>
            <a:custGeom>
              <a:avLst/>
              <a:gdLst/>
              <a:ahLst/>
              <a:cxnLst/>
              <a:rect l="l" t="t" r="r" b="b"/>
              <a:pathLst>
                <a:path w="3636645" h="117475">
                  <a:moveTo>
                    <a:pt x="3579126" y="0"/>
                  </a:moveTo>
                  <a:lnTo>
                    <a:pt x="74898" y="0"/>
                  </a:lnTo>
                  <a:lnTo>
                    <a:pt x="0" y="116917"/>
                  </a:lnTo>
                  <a:lnTo>
                    <a:pt x="3636067" y="114268"/>
                  </a:lnTo>
                  <a:lnTo>
                    <a:pt x="3579126" y="0"/>
                  </a:lnTo>
                  <a:close/>
                </a:path>
              </a:pathLst>
            </a:custGeom>
            <a:solidFill>
              <a:srgbClr val="ACAC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567545" y="1806552"/>
              <a:ext cx="644525" cy="66675"/>
            </a:xfrm>
            <a:custGeom>
              <a:avLst/>
              <a:gdLst/>
              <a:ahLst/>
              <a:cxnLst/>
              <a:rect l="l" t="t" r="r" b="b"/>
              <a:pathLst>
                <a:path w="644525" h="66675">
                  <a:moveTo>
                    <a:pt x="644472" y="0"/>
                  </a:moveTo>
                  <a:lnTo>
                    <a:pt x="0" y="0"/>
                  </a:lnTo>
                  <a:lnTo>
                    <a:pt x="0" y="66113"/>
                  </a:lnTo>
                  <a:lnTo>
                    <a:pt x="644472" y="66113"/>
                  </a:lnTo>
                  <a:lnTo>
                    <a:pt x="644472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001150" y="1514261"/>
              <a:ext cx="860425" cy="34925"/>
            </a:xfrm>
            <a:custGeom>
              <a:avLst/>
              <a:gdLst/>
              <a:ahLst/>
              <a:cxnLst/>
              <a:rect l="l" t="t" r="r" b="b"/>
              <a:pathLst>
                <a:path w="860425" h="34925">
                  <a:moveTo>
                    <a:pt x="852298" y="0"/>
                  </a:moveTo>
                  <a:lnTo>
                    <a:pt x="7737" y="0"/>
                  </a:lnTo>
                  <a:lnTo>
                    <a:pt x="0" y="7748"/>
                  </a:lnTo>
                  <a:lnTo>
                    <a:pt x="0" y="26836"/>
                  </a:lnTo>
                  <a:lnTo>
                    <a:pt x="7737" y="34574"/>
                  </a:lnTo>
                  <a:lnTo>
                    <a:pt x="852298" y="34574"/>
                  </a:lnTo>
                  <a:lnTo>
                    <a:pt x="860047" y="26836"/>
                  </a:lnTo>
                  <a:lnTo>
                    <a:pt x="860047" y="17297"/>
                  </a:lnTo>
                  <a:lnTo>
                    <a:pt x="860047" y="7748"/>
                  </a:lnTo>
                  <a:lnTo>
                    <a:pt x="852298" y="0"/>
                  </a:lnTo>
                  <a:close/>
                </a:path>
              </a:pathLst>
            </a:custGeom>
            <a:solidFill>
              <a:srgbClr val="F0F1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" name="object 69" descr=""/>
          <p:cNvGrpSpPr/>
          <p:nvPr/>
        </p:nvGrpSpPr>
        <p:grpSpPr>
          <a:xfrm>
            <a:off x="4059263" y="7882171"/>
            <a:ext cx="7091045" cy="1644014"/>
            <a:chOff x="4059263" y="7882171"/>
            <a:chExt cx="7091045" cy="1644014"/>
          </a:xfrm>
        </p:grpSpPr>
        <p:sp>
          <p:nvSpPr>
            <p:cNvPr id="70" name="object 70" descr=""/>
            <p:cNvSpPr/>
            <p:nvPr/>
          </p:nvSpPr>
          <p:spPr>
            <a:xfrm>
              <a:off x="4059263" y="9294836"/>
              <a:ext cx="7091045" cy="231140"/>
            </a:xfrm>
            <a:custGeom>
              <a:avLst/>
              <a:gdLst/>
              <a:ahLst/>
              <a:cxnLst/>
              <a:rect l="l" t="t" r="r" b="b"/>
              <a:pathLst>
                <a:path w="7091045" h="231140">
                  <a:moveTo>
                    <a:pt x="3545504" y="0"/>
                  </a:moveTo>
                  <a:lnTo>
                    <a:pt x="3218301" y="484"/>
                  </a:lnTo>
                  <a:lnTo>
                    <a:pt x="2899463" y="1910"/>
                  </a:lnTo>
                  <a:lnTo>
                    <a:pt x="2590296" y="4235"/>
                  </a:lnTo>
                  <a:lnTo>
                    <a:pt x="2292106" y="7416"/>
                  </a:lnTo>
                  <a:lnTo>
                    <a:pt x="2006198" y="11410"/>
                  </a:lnTo>
                  <a:lnTo>
                    <a:pt x="1733877" y="16176"/>
                  </a:lnTo>
                  <a:lnTo>
                    <a:pt x="1476448" y="21671"/>
                  </a:lnTo>
                  <a:lnTo>
                    <a:pt x="1235217" y="27852"/>
                  </a:lnTo>
                  <a:lnTo>
                    <a:pt x="1065709" y="32913"/>
                  </a:lnTo>
                  <a:lnTo>
                    <a:pt x="906597" y="38318"/>
                  </a:lnTo>
                  <a:lnTo>
                    <a:pt x="758431" y="44049"/>
                  </a:lnTo>
                  <a:lnTo>
                    <a:pt x="621763" y="50089"/>
                  </a:lnTo>
                  <a:lnTo>
                    <a:pt x="497144" y="56419"/>
                  </a:lnTo>
                  <a:lnTo>
                    <a:pt x="421029" y="60792"/>
                  </a:lnTo>
                  <a:lnTo>
                    <a:pt x="350677" y="65280"/>
                  </a:lnTo>
                  <a:lnTo>
                    <a:pt x="286251" y="69879"/>
                  </a:lnTo>
                  <a:lnTo>
                    <a:pt x="227914" y="74583"/>
                  </a:lnTo>
                  <a:lnTo>
                    <a:pt x="175829" y="79387"/>
                  </a:lnTo>
                  <a:lnTo>
                    <a:pt x="130159" y="84286"/>
                  </a:lnTo>
                  <a:lnTo>
                    <a:pt x="91068" y="89274"/>
                  </a:lnTo>
                  <a:lnTo>
                    <a:pt x="45123" y="96912"/>
                  </a:lnTo>
                  <a:lnTo>
                    <a:pt x="8410" y="107359"/>
                  </a:lnTo>
                  <a:lnTo>
                    <a:pt x="0" y="115368"/>
                  </a:lnTo>
                  <a:lnTo>
                    <a:pt x="941" y="118053"/>
                  </a:lnTo>
                  <a:lnTo>
                    <a:pt x="45123" y="133823"/>
                  </a:lnTo>
                  <a:lnTo>
                    <a:pt x="91068" y="141461"/>
                  </a:lnTo>
                  <a:lnTo>
                    <a:pt x="130159" y="146448"/>
                  </a:lnTo>
                  <a:lnTo>
                    <a:pt x="175829" y="151347"/>
                  </a:lnTo>
                  <a:lnTo>
                    <a:pt x="227914" y="156151"/>
                  </a:lnTo>
                  <a:lnTo>
                    <a:pt x="286251" y="160855"/>
                  </a:lnTo>
                  <a:lnTo>
                    <a:pt x="350677" y="165453"/>
                  </a:lnTo>
                  <a:lnTo>
                    <a:pt x="421029" y="169941"/>
                  </a:lnTo>
                  <a:lnTo>
                    <a:pt x="497144" y="174314"/>
                  </a:lnTo>
                  <a:lnTo>
                    <a:pt x="621763" y="180643"/>
                  </a:lnTo>
                  <a:lnTo>
                    <a:pt x="758431" y="186682"/>
                  </a:lnTo>
                  <a:lnTo>
                    <a:pt x="906597" y="192413"/>
                  </a:lnTo>
                  <a:lnTo>
                    <a:pt x="1065709" y="197817"/>
                  </a:lnTo>
                  <a:lnTo>
                    <a:pt x="1235217" y="202877"/>
                  </a:lnTo>
                  <a:lnTo>
                    <a:pt x="1476448" y="209057"/>
                  </a:lnTo>
                  <a:lnTo>
                    <a:pt x="1733877" y="214551"/>
                  </a:lnTo>
                  <a:lnTo>
                    <a:pt x="2006198" y="219317"/>
                  </a:lnTo>
                  <a:lnTo>
                    <a:pt x="2292106" y="223311"/>
                  </a:lnTo>
                  <a:lnTo>
                    <a:pt x="2590296" y="226491"/>
                  </a:lnTo>
                  <a:lnTo>
                    <a:pt x="2899463" y="228815"/>
                  </a:lnTo>
                  <a:lnTo>
                    <a:pt x="3218301" y="230241"/>
                  </a:lnTo>
                  <a:lnTo>
                    <a:pt x="3545504" y="230725"/>
                  </a:lnTo>
                  <a:lnTo>
                    <a:pt x="3872708" y="230241"/>
                  </a:lnTo>
                  <a:lnTo>
                    <a:pt x="4191545" y="228815"/>
                  </a:lnTo>
                  <a:lnTo>
                    <a:pt x="4500712" y="226491"/>
                  </a:lnTo>
                  <a:lnTo>
                    <a:pt x="4798902" y="223311"/>
                  </a:lnTo>
                  <a:lnTo>
                    <a:pt x="5084810" y="219317"/>
                  </a:lnTo>
                  <a:lnTo>
                    <a:pt x="5357131" y="214551"/>
                  </a:lnTo>
                  <a:lnTo>
                    <a:pt x="5614560" y="209057"/>
                  </a:lnTo>
                  <a:lnTo>
                    <a:pt x="5855791" y="202877"/>
                  </a:lnTo>
                  <a:lnTo>
                    <a:pt x="6025299" y="197817"/>
                  </a:lnTo>
                  <a:lnTo>
                    <a:pt x="6184411" y="192413"/>
                  </a:lnTo>
                  <a:lnTo>
                    <a:pt x="6332577" y="186682"/>
                  </a:lnTo>
                  <a:lnTo>
                    <a:pt x="6469245" y="180643"/>
                  </a:lnTo>
                  <a:lnTo>
                    <a:pt x="6593865" y="174314"/>
                  </a:lnTo>
                  <a:lnTo>
                    <a:pt x="6669979" y="169941"/>
                  </a:lnTo>
                  <a:lnTo>
                    <a:pt x="6740331" y="165453"/>
                  </a:lnTo>
                  <a:lnTo>
                    <a:pt x="6804757" y="160855"/>
                  </a:lnTo>
                  <a:lnTo>
                    <a:pt x="6863094" y="156151"/>
                  </a:lnTo>
                  <a:lnTo>
                    <a:pt x="6915179" y="151347"/>
                  </a:lnTo>
                  <a:lnTo>
                    <a:pt x="6960849" y="146448"/>
                  </a:lnTo>
                  <a:lnTo>
                    <a:pt x="6999940" y="141461"/>
                  </a:lnTo>
                  <a:lnTo>
                    <a:pt x="7045885" y="133823"/>
                  </a:lnTo>
                  <a:lnTo>
                    <a:pt x="7082598" y="123377"/>
                  </a:lnTo>
                  <a:lnTo>
                    <a:pt x="7091009" y="115368"/>
                  </a:lnTo>
                  <a:lnTo>
                    <a:pt x="7090067" y="112683"/>
                  </a:lnTo>
                  <a:lnTo>
                    <a:pt x="7045885" y="96912"/>
                  </a:lnTo>
                  <a:lnTo>
                    <a:pt x="6999940" y="89274"/>
                  </a:lnTo>
                  <a:lnTo>
                    <a:pt x="6960849" y="84286"/>
                  </a:lnTo>
                  <a:lnTo>
                    <a:pt x="6915179" y="79387"/>
                  </a:lnTo>
                  <a:lnTo>
                    <a:pt x="6863094" y="74583"/>
                  </a:lnTo>
                  <a:lnTo>
                    <a:pt x="6804757" y="69879"/>
                  </a:lnTo>
                  <a:lnTo>
                    <a:pt x="6740331" y="65280"/>
                  </a:lnTo>
                  <a:lnTo>
                    <a:pt x="6669979" y="60792"/>
                  </a:lnTo>
                  <a:lnTo>
                    <a:pt x="6593865" y="56419"/>
                  </a:lnTo>
                  <a:lnTo>
                    <a:pt x="6469245" y="50089"/>
                  </a:lnTo>
                  <a:lnTo>
                    <a:pt x="6332577" y="44049"/>
                  </a:lnTo>
                  <a:lnTo>
                    <a:pt x="6184411" y="38318"/>
                  </a:lnTo>
                  <a:lnTo>
                    <a:pt x="6025299" y="32913"/>
                  </a:lnTo>
                  <a:lnTo>
                    <a:pt x="5855791" y="27852"/>
                  </a:lnTo>
                  <a:lnTo>
                    <a:pt x="5614560" y="21671"/>
                  </a:lnTo>
                  <a:lnTo>
                    <a:pt x="5357131" y="16176"/>
                  </a:lnTo>
                  <a:lnTo>
                    <a:pt x="5084810" y="11410"/>
                  </a:lnTo>
                  <a:lnTo>
                    <a:pt x="4798902" y="7416"/>
                  </a:lnTo>
                  <a:lnTo>
                    <a:pt x="4500712" y="4235"/>
                  </a:lnTo>
                  <a:lnTo>
                    <a:pt x="4191545" y="1910"/>
                  </a:lnTo>
                  <a:lnTo>
                    <a:pt x="3872708" y="484"/>
                  </a:lnTo>
                  <a:lnTo>
                    <a:pt x="354550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8291597" y="7882171"/>
              <a:ext cx="2065020" cy="1520825"/>
            </a:xfrm>
            <a:custGeom>
              <a:avLst/>
              <a:gdLst/>
              <a:ahLst/>
              <a:cxnLst/>
              <a:rect l="l" t="t" r="r" b="b"/>
              <a:pathLst>
                <a:path w="2065020" h="1520825">
                  <a:moveTo>
                    <a:pt x="1456814" y="0"/>
                  </a:moveTo>
                  <a:lnTo>
                    <a:pt x="535386" y="0"/>
                  </a:lnTo>
                  <a:lnTo>
                    <a:pt x="520714" y="2338"/>
                  </a:lnTo>
                  <a:lnTo>
                    <a:pt x="507782" y="8932"/>
                  </a:lnTo>
                  <a:lnTo>
                    <a:pt x="497470" y="19149"/>
                  </a:lnTo>
                  <a:lnTo>
                    <a:pt x="490655" y="32355"/>
                  </a:lnTo>
                  <a:lnTo>
                    <a:pt x="0" y="1520561"/>
                  </a:lnTo>
                  <a:lnTo>
                    <a:pt x="99190" y="1520561"/>
                  </a:lnTo>
                  <a:lnTo>
                    <a:pt x="569459" y="94196"/>
                  </a:lnTo>
                  <a:lnTo>
                    <a:pt x="1424270" y="94196"/>
                  </a:lnTo>
                  <a:lnTo>
                    <a:pt x="1963887" y="1520561"/>
                  </a:lnTo>
                  <a:lnTo>
                    <a:pt x="2064607" y="1520561"/>
                  </a:lnTo>
                  <a:lnTo>
                    <a:pt x="1500865" y="30428"/>
                  </a:lnTo>
                  <a:lnTo>
                    <a:pt x="1493815" y="17952"/>
                  </a:lnTo>
                  <a:lnTo>
                    <a:pt x="1483587" y="8350"/>
                  </a:lnTo>
                  <a:lnTo>
                    <a:pt x="1470984" y="2180"/>
                  </a:lnTo>
                  <a:lnTo>
                    <a:pt x="1456814" y="0"/>
                  </a:lnTo>
                  <a:close/>
                </a:path>
              </a:pathLst>
            </a:custGeom>
            <a:solidFill>
              <a:srgbClr val="6D6D6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2" name="object 72" descr=""/>
          <p:cNvGrpSpPr/>
          <p:nvPr/>
        </p:nvGrpSpPr>
        <p:grpSpPr>
          <a:xfrm>
            <a:off x="7391742" y="6002605"/>
            <a:ext cx="1963420" cy="1722755"/>
            <a:chOff x="7391742" y="6002605"/>
            <a:chExt cx="1963420" cy="1722755"/>
          </a:xfrm>
        </p:grpSpPr>
        <p:sp>
          <p:nvSpPr>
            <p:cNvPr id="73" name="object 73" descr=""/>
            <p:cNvSpPr/>
            <p:nvPr/>
          </p:nvSpPr>
          <p:spPr>
            <a:xfrm>
              <a:off x="7391742" y="6002605"/>
              <a:ext cx="1884045" cy="1722755"/>
            </a:xfrm>
            <a:custGeom>
              <a:avLst/>
              <a:gdLst/>
              <a:ahLst/>
              <a:cxnLst/>
              <a:rect l="l" t="t" r="r" b="b"/>
              <a:pathLst>
                <a:path w="1884045" h="1722754">
                  <a:moveTo>
                    <a:pt x="1659125" y="0"/>
                  </a:moveTo>
                  <a:lnTo>
                    <a:pt x="49310" y="0"/>
                  </a:lnTo>
                  <a:lnTo>
                    <a:pt x="38932" y="1097"/>
                  </a:lnTo>
                  <a:lnTo>
                    <a:pt x="6308" y="24906"/>
                  </a:lnTo>
                  <a:lnTo>
                    <a:pt x="0" y="44457"/>
                  </a:lnTo>
                  <a:lnTo>
                    <a:pt x="24" y="54898"/>
                  </a:lnTo>
                  <a:lnTo>
                    <a:pt x="175160" y="1677948"/>
                  </a:lnTo>
                  <a:lnTo>
                    <a:pt x="206454" y="1718834"/>
                  </a:lnTo>
                  <a:lnTo>
                    <a:pt x="224457" y="1722209"/>
                  </a:lnTo>
                  <a:lnTo>
                    <a:pt x="1834272" y="1722209"/>
                  </a:lnTo>
                  <a:lnTo>
                    <a:pt x="1871171" y="1705749"/>
                  </a:lnTo>
                  <a:lnTo>
                    <a:pt x="1883594" y="1677741"/>
                  </a:lnTo>
                  <a:lnTo>
                    <a:pt x="1883568" y="1667300"/>
                  </a:lnTo>
                  <a:lnTo>
                    <a:pt x="1708432" y="44260"/>
                  </a:lnTo>
                  <a:lnTo>
                    <a:pt x="1677132" y="3374"/>
                  </a:lnTo>
                  <a:lnTo>
                    <a:pt x="1659125" y="0"/>
                  </a:lnTo>
                  <a:close/>
                </a:path>
              </a:pathLst>
            </a:custGeom>
            <a:solidFill>
              <a:srgbClr val="6D6D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7471071" y="6002605"/>
              <a:ext cx="1884045" cy="1722755"/>
            </a:xfrm>
            <a:custGeom>
              <a:avLst/>
              <a:gdLst/>
              <a:ahLst/>
              <a:cxnLst/>
              <a:rect l="l" t="t" r="r" b="b"/>
              <a:pathLst>
                <a:path w="1884045" h="1722754">
                  <a:moveTo>
                    <a:pt x="1659131" y="0"/>
                  </a:moveTo>
                  <a:lnTo>
                    <a:pt x="49316" y="0"/>
                  </a:lnTo>
                  <a:lnTo>
                    <a:pt x="38932" y="1097"/>
                  </a:lnTo>
                  <a:lnTo>
                    <a:pt x="6305" y="24906"/>
                  </a:lnTo>
                  <a:lnTo>
                    <a:pt x="0" y="44457"/>
                  </a:lnTo>
                  <a:lnTo>
                    <a:pt x="19" y="54898"/>
                  </a:lnTo>
                  <a:lnTo>
                    <a:pt x="175155" y="1677948"/>
                  </a:lnTo>
                  <a:lnTo>
                    <a:pt x="206456" y="1718834"/>
                  </a:lnTo>
                  <a:lnTo>
                    <a:pt x="224463" y="1722209"/>
                  </a:lnTo>
                  <a:lnTo>
                    <a:pt x="1834278" y="1722209"/>
                  </a:lnTo>
                  <a:lnTo>
                    <a:pt x="1871177" y="1705749"/>
                  </a:lnTo>
                  <a:lnTo>
                    <a:pt x="1883594" y="1677741"/>
                  </a:lnTo>
                  <a:lnTo>
                    <a:pt x="1883575" y="1667300"/>
                  </a:lnTo>
                  <a:lnTo>
                    <a:pt x="1708438" y="44260"/>
                  </a:lnTo>
                  <a:lnTo>
                    <a:pt x="1677138" y="3374"/>
                  </a:lnTo>
                  <a:lnTo>
                    <a:pt x="1659131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" name="object 75" descr=""/>
          <p:cNvGrpSpPr/>
          <p:nvPr/>
        </p:nvGrpSpPr>
        <p:grpSpPr>
          <a:xfrm>
            <a:off x="7230879" y="7675244"/>
            <a:ext cx="2778760" cy="1727835"/>
            <a:chOff x="7230879" y="7675244"/>
            <a:chExt cx="2778760" cy="1727835"/>
          </a:xfrm>
        </p:grpSpPr>
        <p:sp>
          <p:nvSpPr>
            <p:cNvPr id="76" name="object 76" descr=""/>
            <p:cNvSpPr/>
            <p:nvPr/>
          </p:nvSpPr>
          <p:spPr>
            <a:xfrm>
              <a:off x="7230879" y="7882171"/>
              <a:ext cx="1895475" cy="1520825"/>
            </a:xfrm>
            <a:custGeom>
              <a:avLst/>
              <a:gdLst/>
              <a:ahLst/>
              <a:cxnLst/>
              <a:rect l="l" t="t" r="r" b="b"/>
              <a:pathLst>
                <a:path w="1895475" h="1520825">
                  <a:moveTo>
                    <a:pt x="1456814" y="0"/>
                  </a:moveTo>
                  <a:lnTo>
                    <a:pt x="535376" y="0"/>
                  </a:lnTo>
                  <a:lnTo>
                    <a:pt x="520708" y="2338"/>
                  </a:lnTo>
                  <a:lnTo>
                    <a:pt x="507776" y="8932"/>
                  </a:lnTo>
                  <a:lnTo>
                    <a:pt x="497461" y="19149"/>
                  </a:lnTo>
                  <a:lnTo>
                    <a:pt x="490644" y="32355"/>
                  </a:lnTo>
                  <a:lnTo>
                    <a:pt x="0" y="1520561"/>
                  </a:lnTo>
                  <a:lnTo>
                    <a:pt x="99190" y="1520561"/>
                  </a:lnTo>
                  <a:lnTo>
                    <a:pt x="569459" y="94196"/>
                  </a:lnTo>
                  <a:lnTo>
                    <a:pt x="1424270" y="94196"/>
                  </a:lnTo>
                  <a:lnTo>
                    <a:pt x="1794385" y="1520561"/>
                  </a:lnTo>
                  <a:lnTo>
                    <a:pt x="1895104" y="1520561"/>
                  </a:lnTo>
                  <a:lnTo>
                    <a:pt x="1500865" y="30428"/>
                  </a:lnTo>
                  <a:lnTo>
                    <a:pt x="1493815" y="17952"/>
                  </a:lnTo>
                  <a:lnTo>
                    <a:pt x="1483587" y="8350"/>
                  </a:lnTo>
                  <a:lnTo>
                    <a:pt x="1470984" y="2180"/>
                  </a:lnTo>
                  <a:lnTo>
                    <a:pt x="1456814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7703744" y="7822641"/>
              <a:ext cx="2172335" cy="83820"/>
            </a:xfrm>
            <a:custGeom>
              <a:avLst/>
              <a:gdLst/>
              <a:ahLst/>
              <a:cxnLst/>
              <a:rect l="l" t="t" r="r" b="b"/>
              <a:pathLst>
                <a:path w="2172334" h="83820">
                  <a:moveTo>
                    <a:pt x="2171912" y="0"/>
                  </a:moveTo>
                  <a:lnTo>
                    <a:pt x="0" y="0"/>
                  </a:lnTo>
                  <a:lnTo>
                    <a:pt x="0" y="83484"/>
                  </a:lnTo>
                  <a:lnTo>
                    <a:pt x="2171912" y="83484"/>
                  </a:lnTo>
                  <a:lnTo>
                    <a:pt x="2171912" y="0"/>
                  </a:lnTo>
                  <a:close/>
                </a:path>
              </a:pathLst>
            </a:custGeom>
            <a:solidFill>
              <a:srgbClr val="2C3A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7569970" y="7675244"/>
              <a:ext cx="2439670" cy="161925"/>
            </a:xfrm>
            <a:custGeom>
              <a:avLst/>
              <a:gdLst/>
              <a:ahLst/>
              <a:cxnLst/>
              <a:rect l="l" t="t" r="r" b="b"/>
              <a:pathLst>
                <a:path w="2439670" h="161925">
                  <a:moveTo>
                    <a:pt x="2358535" y="0"/>
                  </a:moveTo>
                  <a:lnTo>
                    <a:pt x="80919" y="0"/>
                  </a:lnTo>
                  <a:lnTo>
                    <a:pt x="49426" y="6363"/>
                  </a:lnTo>
                  <a:lnTo>
                    <a:pt x="23704" y="23712"/>
                  </a:lnTo>
                  <a:lnTo>
                    <a:pt x="6360" y="49435"/>
                  </a:lnTo>
                  <a:lnTo>
                    <a:pt x="0" y="80919"/>
                  </a:lnTo>
                  <a:lnTo>
                    <a:pt x="6360" y="112433"/>
                  </a:lnTo>
                  <a:lnTo>
                    <a:pt x="23704" y="138152"/>
                  </a:lnTo>
                  <a:lnTo>
                    <a:pt x="49426" y="155484"/>
                  </a:lnTo>
                  <a:lnTo>
                    <a:pt x="80919" y="161838"/>
                  </a:lnTo>
                  <a:lnTo>
                    <a:pt x="2358535" y="161838"/>
                  </a:lnTo>
                  <a:lnTo>
                    <a:pt x="2390023" y="155484"/>
                  </a:lnTo>
                  <a:lnTo>
                    <a:pt x="2415745" y="138152"/>
                  </a:lnTo>
                  <a:lnTo>
                    <a:pt x="2433092" y="112433"/>
                  </a:lnTo>
                  <a:lnTo>
                    <a:pt x="2439454" y="80919"/>
                  </a:lnTo>
                  <a:lnTo>
                    <a:pt x="2437807" y="64605"/>
                  </a:lnTo>
                  <a:lnTo>
                    <a:pt x="2415748" y="23706"/>
                  </a:lnTo>
                  <a:lnTo>
                    <a:pt x="2374819" y="1647"/>
                  </a:lnTo>
                  <a:lnTo>
                    <a:pt x="2358535" y="0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569970" y="7675244"/>
              <a:ext cx="1219835" cy="161925"/>
            </a:xfrm>
            <a:custGeom>
              <a:avLst/>
              <a:gdLst/>
              <a:ahLst/>
              <a:cxnLst/>
              <a:rect l="l" t="t" r="r" b="b"/>
              <a:pathLst>
                <a:path w="1219834" h="161925">
                  <a:moveTo>
                    <a:pt x="1219722" y="0"/>
                  </a:moveTo>
                  <a:lnTo>
                    <a:pt x="80919" y="0"/>
                  </a:lnTo>
                  <a:lnTo>
                    <a:pt x="49426" y="6363"/>
                  </a:lnTo>
                  <a:lnTo>
                    <a:pt x="23704" y="23712"/>
                  </a:lnTo>
                  <a:lnTo>
                    <a:pt x="6360" y="49435"/>
                  </a:lnTo>
                  <a:lnTo>
                    <a:pt x="0" y="80919"/>
                  </a:lnTo>
                  <a:lnTo>
                    <a:pt x="6360" y="112433"/>
                  </a:lnTo>
                  <a:lnTo>
                    <a:pt x="23704" y="138152"/>
                  </a:lnTo>
                  <a:lnTo>
                    <a:pt x="49426" y="155484"/>
                  </a:lnTo>
                  <a:lnTo>
                    <a:pt x="80919" y="161838"/>
                  </a:lnTo>
                  <a:lnTo>
                    <a:pt x="1219722" y="161838"/>
                  </a:lnTo>
                  <a:lnTo>
                    <a:pt x="1219722" y="0"/>
                  </a:lnTo>
                  <a:close/>
                </a:path>
              </a:pathLst>
            </a:custGeom>
            <a:solidFill>
              <a:srgbClr val="6D6D6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0" name="object 80" descr=""/>
          <p:cNvGrpSpPr/>
          <p:nvPr/>
        </p:nvGrpSpPr>
        <p:grpSpPr>
          <a:xfrm>
            <a:off x="6764134" y="6755803"/>
            <a:ext cx="345440" cy="116839"/>
            <a:chOff x="6764134" y="6755803"/>
            <a:chExt cx="345440" cy="116839"/>
          </a:xfrm>
        </p:grpSpPr>
        <p:sp>
          <p:nvSpPr>
            <p:cNvPr id="81" name="object 81" descr=""/>
            <p:cNvSpPr/>
            <p:nvPr/>
          </p:nvSpPr>
          <p:spPr>
            <a:xfrm>
              <a:off x="6764134" y="6755803"/>
              <a:ext cx="324485" cy="116839"/>
            </a:xfrm>
            <a:custGeom>
              <a:avLst/>
              <a:gdLst/>
              <a:ahLst/>
              <a:cxnLst/>
              <a:rect l="l" t="t" r="r" b="b"/>
              <a:pathLst>
                <a:path w="324484" h="116840">
                  <a:moveTo>
                    <a:pt x="162110" y="0"/>
                  </a:moveTo>
                  <a:lnTo>
                    <a:pt x="110876" y="5936"/>
                  </a:lnTo>
                  <a:lnTo>
                    <a:pt x="66376" y="22468"/>
                  </a:lnTo>
                  <a:lnTo>
                    <a:pt x="31282" y="47676"/>
                  </a:lnTo>
                  <a:lnTo>
                    <a:pt x="8265" y="79645"/>
                  </a:lnTo>
                  <a:lnTo>
                    <a:pt x="0" y="116457"/>
                  </a:lnTo>
                  <a:lnTo>
                    <a:pt x="324199" y="116457"/>
                  </a:lnTo>
                  <a:lnTo>
                    <a:pt x="292927" y="47676"/>
                  </a:lnTo>
                  <a:lnTo>
                    <a:pt x="257840" y="22468"/>
                  </a:lnTo>
                  <a:lnTo>
                    <a:pt x="213345" y="5936"/>
                  </a:lnTo>
                  <a:lnTo>
                    <a:pt x="162110" y="0"/>
                  </a:lnTo>
                  <a:close/>
                </a:path>
              </a:pathLst>
            </a:custGeom>
            <a:solidFill>
              <a:srgbClr val="B5B1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6784836" y="6755803"/>
              <a:ext cx="324485" cy="116839"/>
            </a:xfrm>
            <a:custGeom>
              <a:avLst/>
              <a:gdLst/>
              <a:ahLst/>
              <a:cxnLst/>
              <a:rect l="l" t="t" r="r" b="b"/>
              <a:pathLst>
                <a:path w="324484" h="116840">
                  <a:moveTo>
                    <a:pt x="162099" y="0"/>
                  </a:moveTo>
                  <a:lnTo>
                    <a:pt x="110863" y="5936"/>
                  </a:lnTo>
                  <a:lnTo>
                    <a:pt x="66365" y="22468"/>
                  </a:lnTo>
                  <a:lnTo>
                    <a:pt x="31275" y="47676"/>
                  </a:lnTo>
                  <a:lnTo>
                    <a:pt x="8263" y="79645"/>
                  </a:lnTo>
                  <a:lnTo>
                    <a:pt x="0" y="116457"/>
                  </a:lnTo>
                  <a:lnTo>
                    <a:pt x="324189" y="116457"/>
                  </a:lnTo>
                  <a:lnTo>
                    <a:pt x="292917" y="47676"/>
                  </a:lnTo>
                  <a:lnTo>
                    <a:pt x="257830" y="22468"/>
                  </a:lnTo>
                  <a:lnTo>
                    <a:pt x="213335" y="5936"/>
                  </a:lnTo>
                  <a:lnTo>
                    <a:pt x="162099" y="0"/>
                  </a:lnTo>
                  <a:close/>
                </a:path>
              </a:pathLst>
            </a:custGeom>
            <a:solidFill>
              <a:srgbClr val="F0ECE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3" name="object 83" descr=""/>
          <p:cNvGrpSpPr/>
          <p:nvPr/>
        </p:nvGrpSpPr>
        <p:grpSpPr>
          <a:xfrm>
            <a:off x="5082966" y="5227847"/>
            <a:ext cx="2280920" cy="1268095"/>
            <a:chOff x="5082966" y="5227847"/>
            <a:chExt cx="2280920" cy="1268095"/>
          </a:xfrm>
        </p:grpSpPr>
        <p:sp>
          <p:nvSpPr>
            <p:cNvPr id="84" name="object 84" descr=""/>
            <p:cNvSpPr/>
            <p:nvPr/>
          </p:nvSpPr>
          <p:spPr>
            <a:xfrm>
              <a:off x="5114012" y="5227847"/>
              <a:ext cx="2249805" cy="1268095"/>
            </a:xfrm>
            <a:custGeom>
              <a:avLst/>
              <a:gdLst/>
              <a:ahLst/>
              <a:cxnLst/>
              <a:rect l="l" t="t" r="r" b="b"/>
              <a:pathLst>
                <a:path w="2249804" h="1268095">
                  <a:moveTo>
                    <a:pt x="1915709" y="0"/>
                  </a:moveTo>
                  <a:lnTo>
                    <a:pt x="103419" y="0"/>
                  </a:lnTo>
                  <a:lnTo>
                    <a:pt x="80354" y="2596"/>
                  </a:lnTo>
                  <a:lnTo>
                    <a:pt x="39288" y="22228"/>
                  </a:lnTo>
                  <a:lnTo>
                    <a:pt x="10445" y="58075"/>
                  </a:lnTo>
                  <a:lnTo>
                    <a:pt x="0" y="102338"/>
                  </a:lnTo>
                  <a:lnTo>
                    <a:pt x="2343" y="125399"/>
                  </a:lnTo>
                  <a:lnTo>
                    <a:pt x="232650" y="1186110"/>
                  </a:lnTo>
                  <a:lnTo>
                    <a:pt x="268768" y="1244696"/>
                  </a:lnTo>
                  <a:lnTo>
                    <a:pt x="333747" y="1267605"/>
                  </a:lnTo>
                  <a:lnTo>
                    <a:pt x="2146027" y="1267605"/>
                  </a:lnTo>
                  <a:lnTo>
                    <a:pt x="2190654" y="1257470"/>
                  </a:lnTo>
                  <a:lnTo>
                    <a:pt x="2226516" y="1229030"/>
                  </a:lnTo>
                  <a:lnTo>
                    <a:pt x="2246673" y="1187946"/>
                  </a:lnTo>
                  <a:lnTo>
                    <a:pt x="2249452" y="1165233"/>
                  </a:lnTo>
                  <a:lnTo>
                    <a:pt x="2247102" y="1142206"/>
                  </a:lnTo>
                  <a:lnTo>
                    <a:pt x="2016785" y="81547"/>
                  </a:lnTo>
                  <a:lnTo>
                    <a:pt x="1980673" y="22927"/>
                  </a:lnTo>
                  <a:lnTo>
                    <a:pt x="1915709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082966" y="5227847"/>
              <a:ext cx="2249805" cy="1268095"/>
            </a:xfrm>
            <a:custGeom>
              <a:avLst/>
              <a:gdLst/>
              <a:ahLst/>
              <a:cxnLst/>
              <a:rect l="l" t="t" r="r" b="b"/>
              <a:pathLst>
                <a:path w="2249804" h="1268095">
                  <a:moveTo>
                    <a:pt x="1915709" y="0"/>
                  </a:moveTo>
                  <a:lnTo>
                    <a:pt x="103429" y="0"/>
                  </a:lnTo>
                  <a:lnTo>
                    <a:pt x="80368" y="2596"/>
                  </a:lnTo>
                  <a:lnTo>
                    <a:pt x="39296" y="22228"/>
                  </a:lnTo>
                  <a:lnTo>
                    <a:pt x="10445" y="58075"/>
                  </a:lnTo>
                  <a:lnTo>
                    <a:pt x="0" y="102338"/>
                  </a:lnTo>
                  <a:lnTo>
                    <a:pt x="2343" y="125399"/>
                  </a:lnTo>
                  <a:lnTo>
                    <a:pt x="232671" y="1186110"/>
                  </a:lnTo>
                  <a:lnTo>
                    <a:pt x="268776" y="1244696"/>
                  </a:lnTo>
                  <a:lnTo>
                    <a:pt x="333757" y="1267605"/>
                  </a:lnTo>
                  <a:lnTo>
                    <a:pt x="2146027" y="1267605"/>
                  </a:lnTo>
                  <a:lnTo>
                    <a:pt x="2190662" y="1257470"/>
                  </a:lnTo>
                  <a:lnTo>
                    <a:pt x="2226516" y="1229030"/>
                  </a:lnTo>
                  <a:lnTo>
                    <a:pt x="2246683" y="1187946"/>
                  </a:lnTo>
                  <a:lnTo>
                    <a:pt x="2249466" y="1165233"/>
                  </a:lnTo>
                  <a:lnTo>
                    <a:pt x="2247123" y="1142206"/>
                  </a:lnTo>
                  <a:lnTo>
                    <a:pt x="2016795" y="81547"/>
                  </a:lnTo>
                  <a:lnTo>
                    <a:pt x="1980682" y="22927"/>
                  </a:lnTo>
                  <a:lnTo>
                    <a:pt x="1915709" y="0"/>
                  </a:lnTo>
                  <a:close/>
                </a:path>
              </a:pathLst>
            </a:custGeom>
            <a:solidFill>
              <a:srgbClr val="F0EC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806195" y="5524706"/>
              <a:ext cx="685165" cy="120650"/>
            </a:xfrm>
            <a:custGeom>
              <a:avLst/>
              <a:gdLst/>
              <a:ahLst/>
              <a:cxnLst/>
              <a:rect l="l" t="t" r="r" b="b"/>
              <a:pathLst>
                <a:path w="685164" h="120650">
                  <a:moveTo>
                    <a:pt x="624630" y="0"/>
                  </a:moveTo>
                  <a:lnTo>
                    <a:pt x="59966" y="0"/>
                  </a:lnTo>
                  <a:lnTo>
                    <a:pt x="47900" y="1221"/>
                  </a:lnTo>
                  <a:lnTo>
                    <a:pt x="10243" y="26483"/>
                  </a:lnTo>
                  <a:lnTo>
                    <a:pt x="0" y="60029"/>
                  </a:lnTo>
                  <a:lnTo>
                    <a:pt x="4120" y="81941"/>
                  </a:lnTo>
                  <a:lnTo>
                    <a:pt x="15445" y="100222"/>
                  </a:lnTo>
                  <a:lnTo>
                    <a:pt x="32419" y="113303"/>
                  </a:lnTo>
                  <a:lnTo>
                    <a:pt x="53485" y="119619"/>
                  </a:lnTo>
                  <a:lnTo>
                    <a:pt x="57841" y="120048"/>
                  </a:lnTo>
                  <a:lnTo>
                    <a:pt x="624630" y="120048"/>
                  </a:lnTo>
                  <a:lnTo>
                    <a:pt x="647980" y="115325"/>
                  </a:lnTo>
                  <a:lnTo>
                    <a:pt x="667059" y="102451"/>
                  </a:lnTo>
                  <a:lnTo>
                    <a:pt x="679928" y="83370"/>
                  </a:lnTo>
                  <a:lnTo>
                    <a:pt x="684649" y="60029"/>
                  </a:lnTo>
                  <a:lnTo>
                    <a:pt x="682802" y="45240"/>
                  </a:lnTo>
                  <a:lnTo>
                    <a:pt x="658786" y="10774"/>
                  </a:lnTo>
                  <a:lnTo>
                    <a:pt x="624630" y="0"/>
                  </a:lnTo>
                  <a:close/>
                </a:path>
              </a:pathLst>
            </a:custGeom>
            <a:solidFill>
              <a:srgbClr val="858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5833818" y="5535061"/>
              <a:ext cx="657225" cy="109855"/>
            </a:xfrm>
            <a:custGeom>
              <a:avLst/>
              <a:gdLst/>
              <a:ahLst/>
              <a:cxnLst/>
              <a:rect l="l" t="t" r="r" b="b"/>
              <a:pathLst>
                <a:path w="657225" h="109854">
                  <a:moveTo>
                    <a:pt x="628975" y="94"/>
                  </a:moveTo>
                  <a:lnTo>
                    <a:pt x="59998" y="0"/>
                  </a:lnTo>
                  <a:lnTo>
                    <a:pt x="17559" y="17591"/>
                  </a:lnTo>
                  <a:lnTo>
                    <a:pt x="0" y="60019"/>
                  </a:lnTo>
                  <a:lnTo>
                    <a:pt x="1842" y="74806"/>
                  </a:lnTo>
                  <a:lnTo>
                    <a:pt x="7069" y="88257"/>
                  </a:lnTo>
                  <a:lnTo>
                    <a:pt x="15226" y="99900"/>
                  </a:lnTo>
                  <a:lnTo>
                    <a:pt x="25863" y="109263"/>
                  </a:lnTo>
                  <a:lnTo>
                    <a:pt x="30218" y="109692"/>
                  </a:lnTo>
                  <a:lnTo>
                    <a:pt x="597008" y="109692"/>
                  </a:lnTo>
                  <a:lnTo>
                    <a:pt x="620358" y="104969"/>
                  </a:lnTo>
                  <a:lnTo>
                    <a:pt x="639437" y="92095"/>
                  </a:lnTo>
                  <a:lnTo>
                    <a:pt x="652306" y="73015"/>
                  </a:lnTo>
                  <a:lnTo>
                    <a:pt x="657027" y="49673"/>
                  </a:lnTo>
                  <a:lnTo>
                    <a:pt x="655179" y="34884"/>
                  </a:lnTo>
                  <a:lnTo>
                    <a:pt x="649946" y="21429"/>
                  </a:lnTo>
                  <a:lnTo>
                    <a:pt x="641787" y="9783"/>
                  </a:lnTo>
                  <a:lnTo>
                    <a:pt x="631164" y="418"/>
                  </a:lnTo>
                  <a:lnTo>
                    <a:pt x="628975" y="94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060180" y="5987735"/>
              <a:ext cx="399415" cy="508000"/>
            </a:xfrm>
            <a:custGeom>
              <a:avLst/>
              <a:gdLst/>
              <a:ahLst/>
              <a:cxnLst/>
              <a:rect l="l" t="t" r="r" b="b"/>
              <a:pathLst>
                <a:path w="399414" h="508000">
                  <a:moveTo>
                    <a:pt x="398794" y="0"/>
                  </a:moveTo>
                  <a:lnTo>
                    <a:pt x="0" y="507722"/>
                  </a:lnTo>
                  <a:lnTo>
                    <a:pt x="398794" y="507722"/>
                  </a:lnTo>
                  <a:lnTo>
                    <a:pt x="398794" y="0"/>
                  </a:lnTo>
                  <a:close/>
                </a:path>
              </a:pathLst>
            </a:custGeom>
            <a:solidFill>
              <a:srgbClr val="858585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9" name="object 89" descr=""/>
          <p:cNvGrpSpPr/>
          <p:nvPr/>
        </p:nvGrpSpPr>
        <p:grpSpPr>
          <a:xfrm>
            <a:off x="5610477" y="5987767"/>
            <a:ext cx="848994" cy="883285"/>
            <a:chOff x="5610477" y="5987767"/>
            <a:chExt cx="848994" cy="883285"/>
          </a:xfrm>
        </p:grpSpPr>
        <p:sp>
          <p:nvSpPr>
            <p:cNvPr id="90" name="object 90" descr=""/>
            <p:cNvSpPr/>
            <p:nvPr/>
          </p:nvSpPr>
          <p:spPr>
            <a:xfrm>
              <a:off x="6148524" y="6763835"/>
              <a:ext cx="279400" cy="107314"/>
            </a:xfrm>
            <a:custGeom>
              <a:avLst/>
              <a:gdLst/>
              <a:ahLst/>
              <a:cxnLst/>
              <a:rect l="l" t="t" r="r" b="b"/>
              <a:pathLst>
                <a:path w="279400" h="107315">
                  <a:moveTo>
                    <a:pt x="0" y="106991"/>
                  </a:moveTo>
                  <a:lnTo>
                    <a:pt x="279363" y="106991"/>
                  </a:lnTo>
                  <a:lnTo>
                    <a:pt x="279363" y="0"/>
                  </a:lnTo>
                  <a:lnTo>
                    <a:pt x="0" y="0"/>
                  </a:lnTo>
                  <a:lnTo>
                    <a:pt x="0" y="106991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5610478" y="6763835"/>
              <a:ext cx="538480" cy="107314"/>
            </a:xfrm>
            <a:custGeom>
              <a:avLst/>
              <a:gdLst/>
              <a:ahLst/>
              <a:cxnLst/>
              <a:rect l="l" t="t" r="r" b="b"/>
              <a:pathLst>
                <a:path w="538479" h="107315">
                  <a:moveTo>
                    <a:pt x="0" y="106991"/>
                  </a:moveTo>
                  <a:lnTo>
                    <a:pt x="538046" y="106991"/>
                  </a:lnTo>
                  <a:lnTo>
                    <a:pt x="538046" y="0"/>
                  </a:lnTo>
                  <a:lnTo>
                    <a:pt x="0" y="0"/>
                  </a:lnTo>
                  <a:lnTo>
                    <a:pt x="0" y="106991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5641521" y="5987767"/>
              <a:ext cx="817880" cy="776605"/>
            </a:xfrm>
            <a:custGeom>
              <a:avLst/>
              <a:gdLst/>
              <a:ahLst/>
              <a:cxnLst/>
              <a:rect l="l" t="t" r="r" b="b"/>
              <a:pathLst>
                <a:path w="817879" h="776604">
                  <a:moveTo>
                    <a:pt x="817409" y="0"/>
                  </a:moveTo>
                  <a:lnTo>
                    <a:pt x="269017" y="0"/>
                  </a:lnTo>
                  <a:lnTo>
                    <a:pt x="0" y="776070"/>
                  </a:lnTo>
                  <a:lnTo>
                    <a:pt x="538046" y="776070"/>
                  </a:lnTo>
                  <a:lnTo>
                    <a:pt x="817409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5610477" y="5987767"/>
              <a:ext cx="817880" cy="776605"/>
            </a:xfrm>
            <a:custGeom>
              <a:avLst/>
              <a:gdLst/>
              <a:ahLst/>
              <a:cxnLst/>
              <a:rect l="l" t="t" r="r" b="b"/>
              <a:pathLst>
                <a:path w="817879" h="776604">
                  <a:moveTo>
                    <a:pt x="817409" y="0"/>
                  </a:moveTo>
                  <a:lnTo>
                    <a:pt x="269028" y="0"/>
                  </a:lnTo>
                  <a:lnTo>
                    <a:pt x="0" y="776070"/>
                  </a:lnTo>
                  <a:lnTo>
                    <a:pt x="538046" y="776070"/>
                  </a:lnTo>
                  <a:lnTo>
                    <a:pt x="817409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63990" y="6131411"/>
              <a:ext cx="172465" cy="172434"/>
            </a:xfrm>
            <a:prstGeom prst="rect">
              <a:avLst/>
            </a:prstGeom>
          </p:spPr>
        </p:pic>
      </p:grpSp>
      <p:grpSp>
        <p:nvGrpSpPr>
          <p:cNvPr id="95" name="object 95" descr=""/>
          <p:cNvGrpSpPr/>
          <p:nvPr/>
        </p:nvGrpSpPr>
        <p:grpSpPr>
          <a:xfrm>
            <a:off x="4472471" y="6870827"/>
            <a:ext cx="6195060" cy="2532380"/>
            <a:chOff x="4472471" y="6870827"/>
            <a:chExt cx="6195060" cy="2532380"/>
          </a:xfrm>
        </p:grpSpPr>
        <p:sp>
          <p:nvSpPr>
            <p:cNvPr id="96" name="object 96" descr=""/>
            <p:cNvSpPr/>
            <p:nvPr/>
          </p:nvSpPr>
          <p:spPr>
            <a:xfrm>
              <a:off x="4472470" y="6943083"/>
              <a:ext cx="6195060" cy="2459355"/>
            </a:xfrm>
            <a:custGeom>
              <a:avLst/>
              <a:gdLst/>
              <a:ahLst/>
              <a:cxnLst/>
              <a:rect l="l" t="t" r="r" b="b"/>
              <a:pathLst>
                <a:path w="6195059" h="2459354">
                  <a:moveTo>
                    <a:pt x="6194984" y="0"/>
                  </a:moveTo>
                  <a:lnTo>
                    <a:pt x="0" y="0"/>
                  </a:lnTo>
                  <a:lnTo>
                    <a:pt x="0" y="206438"/>
                  </a:lnTo>
                  <a:lnTo>
                    <a:pt x="5981179" y="206438"/>
                  </a:lnTo>
                  <a:lnTo>
                    <a:pt x="5981179" y="2458758"/>
                  </a:lnTo>
                  <a:lnTo>
                    <a:pt x="6194984" y="2458758"/>
                  </a:lnTo>
                  <a:lnTo>
                    <a:pt x="6194984" y="206438"/>
                  </a:lnTo>
                  <a:lnTo>
                    <a:pt x="6194984" y="0"/>
                  </a:lnTo>
                  <a:close/>
                </a:path>
              </a:pathLst>
            </a:custGeom>
            <a:solidFill>
              <a:srgbClr val="F0EC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4472471" y="6870827"/>
              <a:ext cx="6195060" cy="72390"/>
            </a:xfrm>
            <a:custGeom>
              <a:avLst/>
              <a:gdLst/>
              <a:ahLst/>
              <a:cxnLst/>
              <a:rect l="l" t="t" r="r" b="b"/>
              <a:pathLst>
                <a:path w="6195059" h="72390">
                  <a:moveTo>
                    <a:pt x="6194984" y="0"/>
                  </a:moveTo>
                  <a:lnTo>
                    <a:pt x="0" y="0"/>
                  </a:lnTo>
                  <a:lnTo>
                    <a:pt x="0" y="72249"/>
                  </a:lnTo>
                  <a:lnTo>
                    <a:pt x="6194984" y="72249"/>
                  </a:lnTo>
                  <a:lnTo>
                    <a:pt x="6194984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4472481" y="7149520"/>
              <a:ext cx="213995" cy="2252345"/>
            </a:xfrm>
            <a:custGeom>
              <a:avLst/>
              <a:gdLst/>
              <a:ahLst/>
              <a:cxnLst/>
              <a:rect l="l" t="t" r="r" b="b"/>
              <a:pathLst>
                <a:path w="213995" h="2252345">
                  <a:moveTo>
                    <a:pt x="213805" y="0"/>
                  </a:moveTo>
                  <a:lnTo>
                    <a:pt x="0" y="0"/>
                  </a:lnTo>
                  <a:lnTo>
                    <a:pt x="0" y="2252318"/>
                  </a:lnTo>
                  <a:lnTo>
                    <a:pt x="213805" y="2252318"/>
                  </a:lnTo>
                  <a:lnTo>
                    <a:pt x="213805" y="0"/>
                  </a:lnTo>
                  <a:close/>
                </a:path>
              </a:pathLst>
            </a:custGeom>
            <a:solidFill>
              <a:srgbClr val="F0EC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4737379" y="7149521"/>
              <a:ext cx="1498600" cy="2253615"/>
            </a:xfrm>
            <a:custGeom>
              <a:avLst/>
              <a:gdLst/>
              <a:ahLst/>
              <a:cxnLst/>
              <a:rect l="l" t="t" r="r" b="b"/>
              <a:pathLst>
                <a:path w="1498600" h="2253615">
                  <a:moveTo>
                    <a:pt x="1498447" y="2226487"/>
                  </a:moveTo>
                  <a:lnTo>
                    <a:pt x="0" y="2226487"/>
                  </a:lnTo>
                  <a:lnTo>
                    <a:pt x="0" y="2253208"/>
                  </a:lnTo>
                  <a:lnTo>
                    <a:pt x="1498447" y="2253208"/>
                  </a:lnTo>
                  <a:lnTo>
                    <a:pt x="1498447" y="2226487"/>
                  </a:lnTo>
                  <a:close/>
                </a:path>
                <a:path w="1498600" h="2253615">
                  <a:moveTo>
                    <a:pt x="1498447" y="1661845"/>
                  </a:moveTo>
                  <a:lnTo>
                    <a:pt x="0" y="1661845"/>
                  </a:lnTo>
                  <a:lnTo>
                    <a:pt x="0" y="1720659"/>
                  </a:lnTo>
                  <a:lnTo>
                    <a:pt x="1498447" y="1720659"/>
                  </a:lnTo>
                  <a:lnTo>
                    <a:pt x="1498447" y="1661845"/>
                  </a:lnTo>
                  <a:close/>
                </a:path>
                <a:path w="1498600" h="2253615">
                  <a:moveTo>
                    <a:pt x="1498447" y="1097216"/>
                  </a:moveTo>
                  <a:lnTo>
                    <a:pt x="0" y="1097216"/>
                  </a:lnTo>
                  <a:lnTo>
                    <a:pt x="0" y="1156004"/>
                  </a:lnTo>
                  <a:lnTo>
                    <a:pt x="1498447" y="1156004"/>
                  </a:lnTo>
                  <a:lnTo>
                    <a:pt x="1498447" y="1097216"/>
                  </a:lnTo>
                  <a:close/>
                </a:path>
                <a:path w="1498600" h="2253615">
                  <a:moveTo>
                    <a:pt x="1498447" y="532587"/>
                  </a:moveTo>
                  <a:lnTo>
                    <a:pt x="0" y="532587"/>
                  </a:lnTo>
                  <a:lnTo>
                    <a:pt x="0" y="591362"/>
                  </a:lnTo>
                  <a:lnTo>
                    <a:pt x="1498447" y="591362"/>
                  </a:lnTo>
                  <a:lnTo>
                    <a:pt x="1498447" y="532587"/>
                  </a:lnTo>
                  <a:close/>
                </a:path>
                <a:path w="1498600" h="2253615">
                  <a:moveTo>
                    <a:pt x="1498447" y="0"/>
                  </a:moveTo>
                  <a:lnTo>
                    <a:pt x="0" y="0"/>
                  </a:lnTo>
                  <a:lnTo>
                    <a:pt x="0" y="26720"/>
                  </a:lnTo>
                  <a:lnTo>
                    <a:pt x="1498447" y="26720"/>
                  </a:lnTo>
                  <a:lnTo>
                    <a:pt x="1498447" y="0"/>
                  </a:lnTo>
                  <a:close/>
                </a:path>
              </a:pathLst>
            </a:custGeom>
            <a:solidFill>
              <a:srgbClr val="DED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4737379" y="7176242"/>
              <a:ext cx="1498600" cy="2200275"/>
            </a:xfrm>
            <a:custGeom>
              <a:avLst/>
              <a:gdLst/>
              <a:ahLst/>
              <a:cxnLst/>
              <a:rect l="l" t="t" r="r" b="b"/>
              <a:pathLst>
                <a:path w="1498600" h="2200275">
                  <a:moveTo>
                    <a:pt x="1498447" y="1693938"/>
                  </a:moveTo>
                  <a:lnTo>
                    <a:pt x="0" y="1693938"/>
                  </a:lnTo>
                  <a:lnTo>
                    <a:pt x="0" y="2199767"/>
                  </a:lnTo>
                  <a:lnTo>
                    <a:pt x="1498447" y="2199767"/>
                  </a:lnTo>
                  <a:lnTo>
                    <a:pt x="1498447" y="1693938"/>
                  </a:lnTo>
                  <a:close/>
                </a:path>
                <a:path w="1498600" h="2200275">
                  <a:moveTo>
                    <a:pt x="1498447" y="1129284"/>
                  </a:moveTo>
                  <a:lnTo>
                    <a:pt x="0" y="1129284"/>
                  </a:lnTo>
                  <a:lnTo>
                    <a:pt x="0" y="1635125"/>
                  </a:lnTo>
                  <a:lnTo>
                    <a:pt x="1498447" y="1635125"/>
                  </a:lnTo>
                  <a:lnTo>
                    <a:pt x="1498447" y="1129284"/>
                  </a:lnTo>
                  <a:close/>
                </a:path>
                <a:path w="1498600" h="2200275">
                  <a:moveTo>
                    <a:pt x="1498447" y="564642"/>
                  </a:moveTo>
                  <a:lnTo>
                    <a:pt x="0" y="564642"/>
                  </a:lnTo>
                  <a:lnTo>
                    <a:pt x="0" y="1070495"/>
                  </a:lnTo>
                  <a:lnTo>
                    <a:pt x="1498447" y="1070495"/>
                  </a:lnTo>
                  <a:lnTo>
                    <a:pt x="1498447" y="564642"/>
                  </a:lnTo>
                  <a:close/>
                </a:path>
                <a:path w="1498600" h="2200275">
                  <a:moveTo>
                    <a:pt x="1498447" y="0"/>
                  </a:moveTo>
                  <a:lnTo>
                    <a:pt x="0" y="0"/>
                  </a:lnTo>
                  <a:lnTo>
                    <a:pt x="0" y="505866"/>
                  </a:lnTo>
                  <a:lnTo>
                    <a:pt x="1498447" y="505866"/>
                  </a:lnTo>
                  <a:lnTo>
                    <a:pt x="1498447" y="0"/>
                  </a:lnTo>
                  <a:close/>
                </a:path>
              </a:pathLst>
            </a:custGeom>
            <a:solidFill>
              <a:srgbClr val="F0EC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4686274" y="7149521"/>
              <a:ext cx="1550035" cy="2253615"/>
            </a:xfrm>
            <a:custGeom>
              <a:avLst/>
              <a:gdLst/>
              <a:ahLst/>
              <a:cxnLst/>
              <a:rect l="l" t="t" r="r" b="b"/>
              <a:pathLst>
                <a:path w="1550035" h="2253615">
                  <a:moveTo>
                    <a:pt x="1549552" y="0"/>
                  </a:moveTo>
                  <a:lnTo>
                    <a:pt x="51104" y="0"/>
                  </a:lnTo>
                  <a:lnTo>
                    <a:pt x="0" y="0"/>
                  </a:lnTo>
                  <a:lnTo>
                    <a:pt x="0" y="46532"/>
                  </a:lnTo>
                  <a:lnTo>
                    <a:pt x="0" y="2253208"/>
                  </a:lnTo>
                  <a:lnTo>
                    <a:pt x="51104" y="2253208"/>
                  </a:lnTo>
                  <a:lnTo>
                    <a:pt x="51104" y="46532"/>
                  </a:lnTo>
                  <a:lnTo>
                    <a:pt x="1549552" y="46532"/>
                  </a:lnTo>
                  <a:lnTo>
                    <a:pt x="1549552" y="0"/>
                  </a:lnTo>
                  <a:close/>
                </a:path>
              </a:pathLst>
            </a:custGeom>
            <a:solidFill>
              <a:srgbClr val="ACACA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" name="object 102" descr=""/>
          <p:cNvGrpSpPr/>
          <p:nvPr/>
        </p:nvGrpSpPr>
        <p:grpSpPr>
          <a:xfrm>
            <a:off x="10336658" y="1655007"/>
            <a:ext cx="3674745" cy="4852035"/>
            <a:chOff x="10336658" y="1655007"/>
            <a:chExt cx="3674745" cy="4852035"/>
          </a:xfrm>
        </p:grpSpPr>
        <p:sp>
          <p:nvSpPr>
            <p:cNvPr id="103" name="object 103" descr=""/>
            <p:cNvSpPr/>
            <p:nvPr/>
          </p:nvSpPr>
          <p:spPr>
            <a:xfrm>
              <a:off x="10336658" y="1655007"/>
              <a:ext cx="3674745" cy="4852035"/>
            </a:xfrm>
            <a:custGeom>
              <a:avLst/>
              <a:gdLst/>
              <a:ahLst/>
              <a:cxnLst/>
              <a:rect l="l" t="t" r="r" b="b"/>
              <a:pathLst>
                <a:path w="3674744" h="4852034">
                  <a:moveTo>
                    <a:pt x="3674579" y="0"/>
                  </a:moveTo>
                  <a:lnTo>
                    <a:pt x="0" y="0"/>
                  </a:lnTo>
                  <a:lnTo>
                    <a:pt x="0" y="4851580"/>
                  </a:lnTo>
                  <a:lnTo>
                    <a:pt x="3674579" y="4851580"/>
                  </a:lnTo>
                  <a:lnTo>
                    <a:pt x="3674579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0467365" y="1827599"/>
              <a:ext cx="3413760" cy="4506595"/>
            </a:xfrm>
            <a:custGeom>
              <a:avLst/>
              <a:gdLst/>
              <a:ahLst/>
              <a:cxnLst/>
              <a:rect l="l" t="t" r="r" b="b"/>
              <a:pathLst>
                <a:path w="3413759" h="4506595">
                  <a:moveTo>
                    <a:pt x="3413150" y="666369"/>
                  </a:moveTo>
                  <a:lnTo>
                    <a:pt x="0" y="666369"/>
                  </a:lnTo>
                  <a:lnTo>
                    <a:pt x="0" y="4506404"/>
                  </a:lnTo>
                  <a:lnTo>
                    <a:pt x="3413150" y="4506404"/>
                  </a:lnTo>
                  <a:lnTo>
                    <a:pt x="3413150" y="666369"/>
                  </a:lnTo>
                  <a:close/>
                </a:path>
                <a:path w="3413759" h="4506595">
                  <a:moveTo>
                    <a:pt x="3413150" y="0"/>
                  </a:moveTo>
                  <a:lnTo>
                    <a:pt x="0" y="0"/>
                  </a:lnTo>
                  <a:lnTo>
                    <a:pt x="0" y="587692"/>
                  </a:lnTo>
                  <a:lnTo>
                    <a:pt x="3413150" y="587692"/>
                  </a:lnTo>
                  <a:lnTo>
                    <a:pt x="3413150" y="0"/>
                  </a:lnTo>
                  <a:close/>
                </a:path>
              </a:pathLst>
            </a:custGeom>
            <a:solidFill>
              <a:srgbClr val="D3F0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5" name="object 105" descr=""/>
          <p:cNvGrpSpPr/>
          <p:nvPr/>
        </p:nvGrpSpPr>
        <p:grpSpPr>
          <a:xfrm>
            <a:off x="14310235" y="1655007"/>
            <a:ext cx="3674745" cy="4852035"/>
            <a:chOff x="14310235" y="1655007"/>
            <a:chExt cx="3674745" cy="4852035"/>
          </a:xfrm>
        </p:grpSpPr>
        <p:sp>
          <p:nvSpPr>
            <p:cNvPr id="106" name="object 106" descr=""/>
            <p:cNvSpPr/>
            <p:nvPr/>
          </p:nvSpPr>
          <p:spPr>
            <a:xfrm>
              <a:off x="14310235" y="1655007"/>
              <a:ext cx="3674745" cy="4852035"/>
            </a:xfrm>
            <a:custGeom>
              <a:avLst/>
              <a:gdLst/>
              <a:ahLst/>
              <a:cxnLst/>
              <a:rect l="l" t="t" r="r" b="b"/>
              <a:pathLst>
                <a:path w="3674744" h="4852034">
                  <a:moveTo>
                    <a:pt x="3674579" y="0"/>
                  </a:moveTo>
                  <a:lnTo>
                    <a:pt x="0" y="0"/>
                  </a:lnTo>
                  <a:lnTo>
                    <a:pt x="0" y="4851580"/>
                  </a:lnTo>
                  <a:lnTo>
                    <a:pt x="3674579" y="4851580"/>
                  </a:lnTo>
                  <a:lnTo>
                    <a:pt x="3674579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4440942" y="1827599"/>
              <a:ext cx="3413760" cy="4506595"/>
            </a:xfrm>
            <a:custGeom>
              <a:avLst/>
              <a:gdLst/>
              <a:ahLst/>
              <a:cxnLst/>
              <a:rect l="l" t="t" r="r" b="b"/>
              <a:pathLst>
                <a:path w="3413759" h="4506595">
                  <a:moveTo>
                    <a:pt x="3413163" y="666369"/>
                  </a:moveTo>
                  <a:lnTo>
                    <a:pt x="0" y="666369"/>
                  </a:lnTo>
                  <a:lnTo>
                    <a:pt x="0" y="4506404"/>
                  </a:lnTo>
                  <a:lnTo>
                    <a:pt x="3413163" y="4506404"/>
                  </a:lnTo>
                  <a:lnTo>
                    <a:pt x="3413163" y="666369"/>
                  </a:lnTo>
                  <a:close/>
                </a:path>
                <a:path w="3413759" h="4506595">
                  <a:moveTo>
                    <a:pt x="3413163" y="0"/>
                  </a:moveTo>
                  <a:lnTo>
                    <a:pt x="0" y="0"/>
                  </a:lnTo>
                  <a:lnTo>
                    <a:pt x="0" y="587692"/>
                  </a:lnTo>
                  <a:lnTo>
                    <a:pt x="3413163" y="587692"/>
                  </a:lnTo>
                  <a:lnTo>
                    <a:pt x="3413163" y="0"/>
                  </a:lnTo>
                  <a:close/>
                </a:path>
              </a:pathLst>
            </a:custGeom>
            <a:solidFill>
              <a:srgbClr val="D3F0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 descr=""/>
          <p:cNvSpPr/>
          <p:nvPr/>
        </p:nvSpPr>
        <p:spPr>
          <a:xfrm>
            <a:off x="12365766" y="5113525"/>
            <a:ext cx="1078865" cy="1220470"/>
          </a:xfrm>
          <a:custGeom>
            <a:avLst/>
            <a:gdLst/>
            <a:ahLst/>
            <a:cxnLst/>
            <a:rect l="l" t="t" r="r" b="b"/>
            <a:pathLst>
              <a:path w="1078865" h="1220470">
                <a:moveTo>
                  <a:pt x="668135" y="805180"/>
                </a:moveTo>
                <a:lnTo>
                  <a:pt x="488047" y="805180"/>
                </a:lnTo>
                <a:lnTo>
                  <a:pt x="482470" y="858520"/>
                </a:lnTo>
                <a:lnTo>
                  <a:pt x="482188" y="913130"/>
                </a:lnTo>
                <a:lnTo>
                  <a:pt x="487241" y="966470"/>
                </a:lnTo>
                <a:lnTo>
                  <a:pt x="497671" y="1017270"/>
                </a:lnTo>
                <a:lnTo>
                  <a:pt x="513516" y="1062990"/>
                </a:lnTo>
                <a:lnTo>
                  <a:pt x="534818" y="1102360"/>
                </a:lnTo>
                <a:lnTo>
                  <a:pt x="561616" y="1134110"/>
                </a:lnTo>
                <a:lnTo>
                  <a:pt x="563846" y="1174750"/>
                </a:lnTo>
                <a:lnTo>
                  <a:pt x="565656" y="1217930"/>
                </a:lnTo>
                <a:lnTo>
                  <a:pt x="565728" y="1220470"/>
                </a:lnTo>
                <a:lnTo>
                  <a:pt x="658536" y="1220470"/>
                </a:lnTo>
                <a:lnTo>
                  <a:pt x="657949" y="1182370"/>
                </a:lnTo>
                <a:lnTo>
                  <a:pt x="657833" y="1062990"/>
                </a:lnTo>
                <a:lnTo>
                  <a:pt x="657466" y="1028700"/>
                </a:lnTo>
                <a:lnTo>
                  <a:pt x="656105" y="995680"/>
                </a:lnTo>
                <a:lnTo>
                  <a:pt x="552433" y="995680"/>
                </a:lnTo>
                <a:lnTo>
                  <a:pt x="545748" y="955040"/>
                </a:lnTo>
                <a:lnTo>
                  <a:pt x="539365" y="913130"/>
                </a:lnTo>
                <a:lnTo>
                  <a:pt x="533627" y="872490"/>
                </a:lnTo>
                <a:lnTo>
                  <a:pt x="528873" y="834390"/>
                </a:lnTo>
                <a:lnTo>
                  <a:pt x="530727" y="820420"/>
                </a:lnTo>
                <a:lnTo>
                  <a:pt x="673064" y="820420"/>
                </a:lnTo>
                <a:lnTo>
                  <a:pt x="668135" y="805180"/>
                </a:lnTo>
                <a:close/>
              </a:path>
              <a:path w="1078865" h="1220470">
                <a:moveTo>
                  <a:pt x="789984" y="904240"/>
                </a:moveTo>
                <a:lnTo>
                  <a:pt x="739024" y="904240"/>
                </a:lnTo>
                <a:lnTo>
                  <a:pt x="759211" y="989330"/>
                </a:lnTo>
                <a:lnTo>
                  <a:pt x="771760" y="1068070"/>
                </a:lnTo>
                <a:lnTo>
                  <a:pt x="778181" y="1126490"/>
                </a:lnTo>
                <a:lnTo>
                  <a:pt x="779986" y="1148080"/>
                </a:lnTo>
                <a:lnTo>
                  <a:pt x="798499" y="1019810"/>
                </a:lnTo>
                <a:lnTo>
                  <a:pt x="800785" y="971550"/>
                </a:lnTo>
                <a:lnTo>
                  <a:pt x="794978" y="923290"/>
                </a:lnTo>
                <a:lnTo>
                  <a:pt x="789984" y="904240"/>
                </a:lnTo>
                <a:close/>
              </a:path>
              <a:path w="1078865" h="1220470">
                <a:moveTo>
                  <a:pt x="696369" y="901700"/>
                </a:moveTo>
                <a:lnTo>
                  <a:pt x="650440" y="901700"/>
                </a:lnTo>
                <a:lnTo>
                  <a:pt x="668835" y="960120"/>
                </a:lnTo>
                <a:lnTo>
                  <a:pt x="687028" y="1008380"/>
                </a:lnTo>
                <a:lnTo>
                  <a:pt x="700937" y="1041400"/>
                </a:lnTo>
                <a:lnTo>
                  <a:pt x="706481" y="1054100"/>
                </a:lnTo>
                <a:lnTo>
                  <a:pt x="712748" y="1019810"/>
                </a:lnTo>
                <a:lnTo>
                  <a:pt x="710933" y="976630"/>
                </a:lnTo>
                <a:lnTo>
                  <a:pt x="702889" y="928370"/>
                </a:lnTo>
                <a:lnTo>
                  <a:pt x="696369" y="901700"/>
                </a:lnTo>
                <a:close/>
              </a:path>
              <a:path w="1078865" h="1220470">
                <a:moveTo>
                  <a:pt x="730856" y="632460"/>
                </a:moveTo>
                <a:lnTo>
                  <a:pt x="355371" y="632460"/>
                </a:lnTo>
                <a:lnTo>
                  <a:pt x="388758" y="648970"/>
                </a:lnTo>
                <a:lnTo>
                  <a:pt x="449278" y="680720"/>
                </a:lnTo>
                <a:lnTo>
                  <a:pt x="475367" y="695960"/>
                </a:lnTo>
                <a:lnTo>
                  <a:pt x="479022" y="703580"/>
                </a:lnTo>
                <a:lnTo>
                  <a:pt x="482529" y="711200"/>
                </a:lnTo>
                <a:lnTo>
                  <a:pt x="485901" y="718820"/>
                </a:lnTo>
                <a:lnTo>
                  <a:pt x="452741" y="762000"/>
                </a:lnTo>
                <a:lnTo>
                  <a:pt x="427666" y="807720"/>
                </a:lnTo>
                <a:lnTo>
                  <a:pt x="410904" y="852170"/>
                </a:lnTo>
                <a:lnTo>
                  <a:pt x="402685" y="895350"/>
                </a:lnTo>
                <a:lnTo>
                  <a:pt x="403240" y="935990"/>
                </a:lnTo>
                <a:lnTo>
                  <a:pt x="412798" y="971550"/>
                </a:lnTo>
                <a:lnTo>
                  <a:pt x="431588" y="1002030"/>
                </a:lnTo>
                <a:lnTo>
                  <a:pt x="447926" y="933450"/>
                </a:lnTo>
                <a:lnTo>
                  <a:pt x="459253" y="890270"/>
                </a:lnTo>
                <a:lnTo>
                  <a:pt x="470862" y="853440"/>
                </a:lnTo>
                <a:lnTo>
                  <a:pt x="488047" y="805180"/>
                </a:lnTo>
                <a:lnTo>
                  <a:pt x="668135" y="805180"/>
                </a:lnTo>
                <a:lnTo>
                  <a:pt x="659920" y="779780"/>
                </a:lnTo>
                <a:lnTo>
                  <a:pt x="645498" y="737870"/>
                </a:lnTo>
                <a:lnTo>
                  <a:pt x="710889" y="737870"/>
                </a:lnTo>
                <a:lnTo>
                  <a:pt x="690240" y="711200"/>
                </a:lnTo>
                <a:lnTo>
                  <a:pt x="654974" y="711200"/>
                </a:lnTo>
                <a:lnTo>
                  <a:pt x="650053" y="709930"/>
                </a:lnTo>
                <a:lnTo>
                  <a:pt x="645414" y="709930"/>
                </a:lnTo>
                <a:lnTo>
                  <a:pt x="647896" y="703580"/>
                </a:lnTo>
                <a:lnTo>
                  <a:pt x="650472" y="695960"/>
                </a:lnTo>
                <a:lnTo>
                  <a:pt x="653152" y="689610"/>
                </a:lnTo>
                <a:lnTo>
                  <a:pt x="669096" y="689610"/>
                </a:lnTo>
                <a:lnTo>
                  <a:pt x="660147" y="680720"/>
                </a:lnTo>
                <a:lnTo>
                  <a:pt x="664262" y="675640"/>
                </a:lnTo>
                <a:lnTo>
                  <a:pt x="685592" y="660400"/>
                </a:lnTo>
                <a:lnTo>
                  <a:pt x="708543" y="646430"/>
                </a:lnTo>
                <a:lnTo>
                  <a:pt x="730856" y="632460"/>
                </a:lnTo>
                <a:close/>
              </a:path>
              <a:path w="1078865" h="1220470">
                <a:moveTo>
                  <a:pt x="673064" y="820420"/>
                </a:moveTo>
                <a:lnTo>
                  <a:pt x="530727" y="820420"/>
                </a:lnTo>
                <a:lnTo>
                  <a:pt x="531879" y="822960"/>
                </a:lnTo>
                <a:lnTo>
                  <a:pt x="537539" y="863600"/>
                </a:lnTo>
                <a:lnTo>
                  <a:pt x="542992" y="905510"/>
                </a:lnTo>
                <a:lnTo>
                  <a:pt x="548027" y="949960"/>
                </a:lnTo>
                <a:lnTo>
                  <a:pt x="552433" y="995680"/>
                </a:lnTo>
                <a:lnTo>
                  <a:pt x="656105" y="995680"/>
                </a:lnTo>
                <a:lnTo>
                  <a:pt x="655634" y="984250"/>
                </a:lnTo>
                <a:lnTo>
                  <a:pt x="650440" y="901700"/>
                </a:lnTo>
                <a:lnTo>
                  <a:pt x="696369" y="901700"/>
                </a:lnTo>
                <a:lnTo>
                  <a:pt x="690470" y="877570"/>
                </a:lnTo>
                <a:lnTo>
                  <a:pt x="675529" y="828040"/>
                </a:lnTo>
                <a:lnTo>
                  <a:pt x="673064" y="820420"/>
                </a:lnTo>
                <a:close/>
              </a:path>
              <a:path w="1078865" h="1220470">
                <a:moveTo>
                  <a:pt x="710889" y="737870"/>
                </a:moveTo>
                <a:lnTo>
                  <a:pt x="645498" y="737870"/>
                </a:lnTo>
                <a:lnTo>
                  <a:pt x="673038" y="784860"/>
                </a:lnTo>
                <a:lnTo>
                  <a:pt x="702783" y="852170"/>
                </a:lnTo>
                <a:lnTo>
                  <a:pt x="726597" y="911860"/>
                </a:lnTo>
                <a:lnTo>
                  <a:pt x="736344" y="937260"/>
                </a:lnTo>
                <a:lnTo>
                  <a:pt x="737668" y="930910"/>
                </a:lnTo>
                <a:lnTo>
                  <a:pt x="738552" y="922020"/>
                </a:lnTo>
                <a:lnTo>
                  <a:pt x="739001" y="913130"/>
                </a:lnTo>
                <a:lnTo>
                  <a:pt x="739024" y="904240"/>
                </a:lnTo>
                <a:lnTo>
                  <a:pt x="789984" y="904240"/>
                </a:lnTo>
                <a:lnTo>
                  <a:pt x="782327" y="875030"/>
                </a:lnTo>
                <a:lnTo>
                  <a:pt x="764081" y="828040"/>
                </a:lnTo>
                <a:lnTo>
                  <a:pt x="741491" y="783590"/>
                </a:lnTo>
                <a:lnTo>
                  <a:pt x="715805" y="744220"/>
                </a:lnTo>
                <a:lnTo>
                  <a:pt x="710889" y="737870"/>
                </a:lnTo>
                <a:close/>
              </a:path>
              <a:path w="1078865" h="1220470">
                <a:moveTo>
                  <a:pt x="669096" y="689610"/>
                </a:moveTo>
                <a:lnTo>
                  <a:pt x="653152" y="689610"/>
                </a:lnTo>
                <a:lnTo>
                  <a:pt x="653749" y="694690"/>
                </a:lnTo>
                <a:lnTo>
                  <a:pt x="655048" y="702310"/>
                </a:lnTo>
                <a:lnTo>
                  <a:pt x="657613" y="711200"/>
                </a:lnTo>
                <a:lnTo>
                  <a:pt x="690240" y="711200"/>
                </a:lnTo>
                <a:lnTo>
                  <a:pt x="688274" y="708660"/>
                </a:lnTo>
                <a:lnTo>
                  <a:pt x="669096" y="689610"/>
                </a:lnTo>
                <a:close/>
              </a:path>
              <a:path w="1078865" h="1220470">
                <a:moveTo>
                  <a:pt x="752010" y="619760"/>
                </a:moveTo>
                <a:lnTo>
                  <a:pt x="326953" y="619760"/>
                </a:lnTo>
                <a:lnTo>
                  <a:pt x="331288" y="622300"/>
                </a:lnTo>
                <a:lnTo>
                  <a:pt x="335591" y="623570"/>
                </a:lnTo>
                <a:lnTo>
                  <a:pt x="339874" y="626110"/>
                </a:lnTo>
                <a:lnTo>
                  <a:pt x="321481" y="631190"/>
                </a:lnTo>
                <a:lnTo>
                  <a:pt x="305213" y="636270"/>
                </a:lnTo>
                <a:lnTo>
                  <a:pt x="292466" y="640080"/>
                </a:lnTo>
                <a:lnTo>
                  <a:pt x="284640" y="645160"/>
                </a:lnTo>
                <a:lnTo>
                  <a:pt x="305812" y="641350"/>
                </a:lnTo>
                <a:lnTo>
                  <a:pt x="320237" y="640080"/>
                </a:lnTo>
                <a:lnTo>
                  <a:pt x="334546" y="637540"/>
                </a:lnTo>
                <a:lnTo>
                  <a:pt x="355371" y="632460"/>
                </a:lnTo>
                <a:lnTo>
                  <a:pt x="730856" y="632460"/>
                </a:lnTo>
                <a:lnTo>
                  <a:pt x="732885" y="631190"/>
                </a:lnTo>
                <a:lnTo>
                  <a:pt x="752010" y="619760"/>
                </a:lnTo>
                <a:close/>
              </a:path>
              <a:path w="1078865" h="1220470">
                <a:moveTo>
                  <a:pt x="775321" y="607060"/>
                </a:moveTo>
                <a:lnTo>
                  <a:pt x="292378" y="607060"/>
                </a:lnTo>
                <a:lnTo>
                  <a:pt x="298168" y="609600"/>
                </a:lnTo>
                <a:lnTo>
                  <a:pt x="303938" y="610870"/>
                </a:lnTo>
                <a:lnTo>
                  <a:pt x="309676" y="613410"/>
                </a:lnTo>
                <a:lnTo>
                  <a:pt x="287040" y="619760"/>
                </a:lnTo>
                <a:lnTo>
                  <a:pt x="266283" y="624840"/>
                </a:lnTo>
                <a:lnTo>
                  <a:pt x="249766" y="631190"/>
                </a:lnTo>
                <a:lnTo>
                  <a:pt x="239846" y="636270"/>
                </a:lnTo>
                <a:lnTo>
                  <a:pt x="286592" y="629920"/>
                </a:lnTo>
                <a:lnTo>
                  <a:pt x="303487" y="626110"/>
                </a:lnTo>
                <a:lnTo>
                  <a:pt x="326953" y="619760"/>
                </a:lnTo>
                <a:lnTo>
                  <a:pt x="752010" y="619760"/>
                </a:lnTo>
                <a:lnTo>
                  <a:pt x="758385" y="615950"/>
                </a:lnTo>
                <a:lnTo>
                  <a:pt x="808644" y="615950"/>
                </a:lnTo>
                <a:lnTo>
                  <a:pt x="792016" y="612140"/>
                </a:lnTo>
                <a:lnTo>
                  <a:pt x="773264" y="608330"/>
                </a:lnTo>
                <a:lnTo>
                  <a:pt x="775321" y="607060"/>
                </a:lnTo>
                <a:close/>
              </a:path>
              <a:path w="1078865" h="1220470">
                <a:moveTo>
                  <a:pt x="808644" y="615950"/>
                </a:moveTo>
                <a:lnTo>
                  <a:pt x="758385" y="615950"/>
                </a:lnTo>
                <a:lnTo>
                  <a:pt x="784544" y="619760"/>
                </a:lnTo>
                <a:lnTo>
                  <a:pt x="807444" y="621030"/>
                </a:lnTo>
                <a:lnTo>
                  <a:pt x="823680" y="622300"/>
                </a:lnTo>
                <a:lnTo>
                  <a:pt x="829849" y="622300"/>
                </a:lnTo>
                <a:lnTo>
                  <a:pt x="821727" y="619760"/>
                </a:lnTo>
                <a:lnTo>
                  <a:pt x="808644" y="615950"/>
                </a:lnTo>
                <a:close/>
              </a:path>
              <a:path w="1078865" h="1220470">
                <a:moveTo>
                  <a:pt x="830706" y="598170"/>
                </a:moveTo>
                <a:lnTo>
                  <a:pt x="265531" y="598170"/>
                </a:lnTo>
                <a:lnTo>
                  <a:pt x="271269" y="599440"/>
                </a:lnTo>
                <a:lnTo>
                  <a:pt x="274148" y="600710"/>
                </a:lnTo>
                <a:lnTo>
                  <a:pt x="256146" y="605790"/>
                </a:lnTo>
                <a:lnTo>
                  <a:pt x="240267" y="610870"/>
                </a:lnTo>
                <a:lnTo>
                  <a:pt x="227839" y="614680"/>
                </a:lnTo>
                <a:lnTo>
                  <a:pt x="220192" y="619760"/>
                </a:lnTo>
                <a:lnTo>
                  <a:pt x="241952" y="615950"/>
                </a:lnTo>
                <a:lnTo>
                  <a:pt x="256725" y="614680"/>
                </a:lnTo>
                <a:lnTo>
                  <a:pt x="271278" y="610870"/>
                </a:lnTo>
                <a:lnTo>
                  <a:pt x="292378" y="607060"/>
                </a:lnTo>
                <a:lnTo>
                  <a:pt x="775321" y="607060"/>
                </a:lnTo>
                <a:lnTo>
                  <a:pt x="777379" y="605790"/>
                </a:lnTo>
                <a:lnTo>
                  <a:pt x="785703" y="601980"/>
                </a:lnTo>
                <a:lnTo>
                  <a:pt x="846593" y="601980"/>
                </a:lnTo>
                <a:lnTo>
                  <a:pt x="830706" y="598170"/>
                </a:lnTo>
                <a:close/>
              </a:path>
              <a:path w="1078865" h="1220470">
                <a:moveTo>
                  <a:pt x="816291" y="586740"/>
                </a:moveTo>
                <a:lnTo>
                  <a:pt x="220474" y="586740"/>
                </a:lnTo>
                <a:lnTo>
                  <a:pt x="236526" y="589280"/>
                </a:lnTo>
                <a:lnTo>
                  <a:pt x="244589" y="591820"/>
                </a:lnTo>
                <a:lnTo>
                  <a:pt x="222601" y="598170"/>
                </a:lnTo>
                <a:lnTo>
                  <a:pt x="202571" y="603250"/>
                </a:lnTo>
                <a:lnTo>
                  <a:pt x="177115" y="613410"/>
                </a:lnTo>
                <a:lnTo>
                  <a:pt x="224825" y="607060"/>
                </a:lnTo>
                <a:lnTo>
                  <a:pt x="265531" y="598170"/>
                </a:lnTo>
                <a:lnTo>
                  <a:pt x="830706" y="598170"/>
                </a:lnTo>
                <a:lnTo>
                  <a:pt x="825411" y="596900"/>
                </a:lnTo>
                <a:lnTo>
                  <a:pt x="802373" y="593090"/>
                </a:lnTo>
                <a:lnTo>
                  <a:pt x="816291" y="586740"/>
                </a:lnTo>
                <a:close/>
              </a:path>
              <a:path w="1078865" h="1220470">
                <a:moveTo>
                  <a:pt x="846593" y="601980"/>
                </a:moveTo>
                <a:lnTo>
                  <a:pt x="785703" y="601980"/>
                </a:lnTo>
                <a:lnTo>
                  <a:pt x="816320" y="605790"/>
                </a:lnTo>
                <a:lnTo>
                  <a:pt x="844729" y="608330"/>
                </a:lnTo>
                <a:lnTo>
                  <a:pt x="865648" y="609600"/>
                </a:lnTo>
                <a:lnTo>
                  <a:pt x="873795" y="610870"/>
                </a:lnTo>
                <a:lnTo>
                  <a:pt x="863520" y="605790"/>
                </a:lnTo>
                <a:lnTo>
                  <a:pt x="846593" y="601980"/>
                </a:lnTo>
                <a:close/>
              </a:path>
              <a:path w="1078865" h="1220470">
                <a:moveTo>
                  <a:pt x="836749" y="577850"/>
                </a:moveTo>
                <a:lnTo>
                  <a:pt x="151737" y="577850"/>
                </a:lnTo>
                <a:lnTo>
                  <a:pt x="172807" y="579120"/>
                </a:lnTo>
                <a:lnTo>
                  <a:pt x="194381" y="581660"/>
                </a:lnTo>
                <a:lnTo>
                  <a:pt x="175325" y="586740"/>
                </a:lnTo>
                <a:lnTo>
                  <a:pt x="158391" y="591820"/>
                </a:lnTo>
                <a:lnTo>
                  <a:pt x="145099" y="596900"/>
                </a:lnTo>
                <a:lnTo>
                  <a:pt x="136969" y="600710"/>
                </a:lnTo>
                <a:lnTo>
                  <a:pt x="181121" y="594360"/>
                </a:lnTo>
                <a:lnTo>
                  <a:pt x="197483" y="591820"/>
                </a:lnTo>
                <a:lnTo>
                  <a:pt x="220474" y="586740"/>
                </a:lnTo>
                <a:lnTo>
                  <a:pt x="816291" y="586740"/>
                </a:lnTo>
                <a:lnTo>
                  <a:pt x="819074" y="585470"/>
                </a:lnTo>
                <a:lnTo>
                  <a:pt x="871334" y="585470"/>
                </a:lnTo>
                <a:lnTo>
                  <a:pt x="855103" y="581660"/>
                </a:lnTo>
                <a:lnTo>
                  <a:pt x="836749" y="577850"/>
                </a:lnTo>
                <a:close/>
              </a:path>
              <a:path w="1078865" h="1220470">
                <a:moveTo>
                  <a:pt x="871334" y="585470"/>
                </a:moveTo>
                <a:lnTo>
                  <a:pt x="819074" y="585470"/>
                </a:lnTo>
                <a:lnTo>
                  <a:pt x="845670" y="588010"/>
                </a:lnTo>
                <a:lnTo>
                  <a:pt x="869062" y="590550"/>
                </a:lnTo>
                <a:lnTo>
                  <a:pt x="885700" y="591820"/>
                </a:lnTo>
                <a:lnTo>
                  <a:pt x="892035" y="591820"/>
                </a:lnTo>
                <a:lnTo>
                  <a:pt x="884095" y="589280"/>
                </a:lnTo>
                <a:lnTo>
                  <a:pt x="871334" y="585470"/>
                </a:lnTo>
                <a:close/>
              </a:path>
              <a:path w="1078865" h="1220470">
                <a:moveTo>
                  <a:pt x="903221" y="574040"/>
                </a:moveTo>
                <a:lnTo>
                  <a:pt x="845115" y="574040"/>
                </a:lnTo>
                <a:lnTo>
                  <a:pt x="876046" y="579120"/>
                </a:lnTo>
                <a:lnTo>
                  <a:pt x="904900" y="581660"/>
                </a:lnTo>
                <a:lnTo>
                  <a:pt x="926217" y="582930"/>
                </a:lnTo>
                <a:lnTo>
                  <a:pt x="934536" y="582930"/>
                </a:lnTo>
                <a:lnTo>
                  <a:pt x="924620" y="579120"/>
                </a:lnTo>
                <a:lnTo>
                  <a:pt x="908332" y="575310"/>
                </a:lnTo>
                <a:lnTo>
                  <a:pt x="903221" y="574040"/>
                </a:lnTo>
                <a:close/>
              </a:path>
              <a:path w="1078865" h="1220470">
                <a:moveTo>
                  <a:pt x="180518" y="533400"/>
                </a:moveTo>
                <a:lnTo>
                  <a:pt x="181879" y="535940"/>
                </a:lnTo>
                <a:lnTo>
                  <a:pt x="186643" y="539750"/>
                </a:lnTo>
                <a:lnTo>
                  <a:pt x="193397" y="543560"/>
                </a:lnTo>
                <a:lnTo>
                  <a:pt x="151399" y="553720"/>
                </a:lnTo>
                <a:lnTo>
                  <a:pt x="126527" y="566420"/>
                </a:lnTo>
                <a:lnTo>
                  <a:pt x="114640" y="577850"/>
                </a:lnTo>
                <a:lnTo>
                  <a:pt x="111598" y="581660"/>
                </a:lnTo>
                <a:lnTo>
                  <a:pt x="131293" y="579120"/>
                </a:lnTo>
                <a:lnTo>
                  <a:pt x="151737" y="577850"/>
                </a:lnTo>
                <a:lnTo>
                  <a:pt x="836749" y="577850"/>
                </a:lnTo>
                <a:lnTo>
                  <a:pt x="845115" y="574040"/>
                </a:lnTo>
                <a:lnTo>
                  <a:pt x="903221" y="574040"/>
                </a:lnTo>
                <a:lnTo>
                  <a:pt x="887887" y="570230"/>
                </a:lnTo>
                <a:lnTo>
                  <a:pt x="703046" y="570230"/>
                </a:lnTo>
                <a:lnTo>
                  <a:pt x="703277" y="568960"/>
                </a:lnTo>
                <a:lnTo>
                  <a:pt x="713208" y="547370"/>
                </a:lnTo>
                <a:lnTo>
                  <a:pt x="323874" y="547370"/>
                </a:lnTo>
                <a:lnTo>
                  <a:pt x="320712" y="546100"/>
                </a:lnTo>
                <a:lnTo>
                  <a:pt x="592634" y="546100"/>
                </a:lnTo>
                <a:lnTo>
                  <a:pt x="592771" y="542290"/>
                </a:lnTo>
                <a:lnTo>
                  <a:pt x="208904" y="542290"/>
                </a:lnTo>
                <a:lnTo>
                  <a:pt x="197679" y="538480"/>
                </a:lnTo>
                <a:lnTo>
                  <a:pt x="188676" y="535940"/>
                </a:lnTo>
                <a:lnTo>
                  <a:pt x="182690" y="534670"/>
                </a:lnTo>
                <a:lnTo>
                  <a:pt x="180518" y="533400"/>
                </a:lnTo>
                <a:close/>
              </a:path>
              <a:path w="1078865" h="1220470">
                <a:moveTo>
                  <a:pt x="817189" y="427990"/>
                </a:moveTo>
                <a:lnTo>
                  <a:pt x="802991" y="427990"/>
                </a:lnTo>
                <a:lnTo>
                  <a:pt x="785617" y="458470"/>
                </a:lnTo>
                <a:lnTo>
                  <a:pt x="777211" y="474980"/>
                </a:lnTo>
                <a:lnTo>
                  <a:pt x="769453" y="491490"/>
                </a:lnTo>
                <a:lnTo>
                  <a:pt x="764563" y="497840"/>
                </a:lnTo>
                <a:lnTo>
                  <a:pt x="759619" y="504190"/>
                </a:lnTo>
                <a:lnTo>
                  <a:pt x="754626" y="511810"/>
                </a:lnTo>
                <a:lnTo>
                  <a:pt x="749589" y="518160"/>
                </a:lnTo>
                <a:lnTo>
                  <a:pt x="748406" y="519430"/>
                </a:lnTo>
                <a:lnTo>
                  <a:pt x="746605" y="521970"/>
                </a:lnTo>
                <a:lnTo>
                  <a:pt x="740652" y="530860"/>
                </a:lnTo>
                <a:lnTo>
                  <a:pt x="734656" y="539750"/>
                </a:lnTo>
                <a:lnTo>
                  <a:pt x="728628" y="547370"/>
                </a:lnTo>
                <a:lnTo>
                  <a:pt x="722574" y="556260"/>
                </a:lnTo>
                <a:lnTo>
                  <a:pt x="715810" y="560070"/>
                </a:lnTo>
                <a:lnTo>
                  <a:pt x="709308" y="565150"/>
                </a:lnTo>
                <a:lnTo>
                  <a:pt x="703046" y="570230"/>
                </a:lnTo>
                <a:lnTo>
                  <a:pt x="887887" y="570230"/>
                </a:lnTo>
                <a:lnTo>
                  <a:pt x="865502" y="566420"/>
                </a:lnTo>
                <a:lnTo>
                  <a:pt x="889061" y="558800"/>
                </a:lnTo>
                <a:lnTo>
                  <a:pt x="945658" y="558800"/>
                </a:lnTo>
                <a:lnTo>
                  <a:pt x="934123" y="556260"/>
                </a:lnTo>
                <a:lnTo>
                  <a:pt x="914705" y="552450"/>
                </a:lnTo>
                <a:lnTo>
                  <a:pt x="936013" y="548640"/>
                </a:lnTo>
                <a:lnTo>
                  <a:pt x="956949" y="546100"/>
                </a:lnTo>
                <a:lnTo>
                  <a:pt x="977399" y="544830"/>
                </a:lnTo>
                <a:lnTo>
                  <a:pt x="996444" y="544830"/>
                </a:lnTo>
                <a:lnTo>
                  <a:pt x="987620" y="530860"/>
                </a:lnTo>
                <a:lnTo>
                  <a:pt x="979035" y="524510"/>
                </a:lnTo>
                <a:lnTo>
                  <a:pt x="798750" y="524510"/>
                </a:lnTo>
                <a:lnTo>
                  <a:pt x="842769" y="478790"/>
                </a:lnTo>
                <a:lnTo>
                  <a:pt x="883970" y="436880"/>
                </a:lnTo>
                <a:lnTo>
                  <a:pt x="814006" y="436880"/>
                </a:lnTo>
                <a:lnTo>
                  <a:pt x="816352" y="430530"/>
                </a:lnTo>
                <a:lnTo>
                  <a:pt x="817189" y="427990"/>
                </a:lnTo>
                <a:close/>
              </a:path>
              <a:path w="1078865" h="1220470">
                <a:moveTo>
                  <a:pt x="945658" y="558800"/>
                </a:moveTo>
                <a:lnTo>
                  <a:pt x="889061" y="558800"/>
                </a:lnTo>
                <a:lnTo>
                  <a:pt x="918780" y="562610"/>
                </a:lnTo>
                <a:lnTo>
                  <a:pt x="945969" y="565150"/>
                </a:lnTo>
                <a:lnTo>
                  <a:pt x="965814" y="566420"/>
                </a:lnTo>
                <a:lnTo>
                  <a:pt x="973499" y="566420"/>
                </a:lnTo>
                <a:lnTo>
                  <a:pt x="965065" y="563880"/>
                </a:lnTo>
                <a:lnTo>
                  <a:pt x="951425" y="560070"/>
                </a:lnTo>
                <a:lnTo>
                  <a:pt x="945658" y="558800"/>
                </a:lnTo>
                <a:close/>
              </a:path>
              <a:path w="1078865" h="1220470">
                <a:moveTo>
                  <a:pt x="592634" y="546100"/>
                </a:moveTo>
                <a:lnTo>
                  <a:pt x="324346" y="546100"/>
                </a:lnTo>
                <a:lnTo>
                  <a:pt x="325445" y="547370"/>
                </a:lnTo>
                <a:lnTo>
                  <a:pt x="592589" y="547370"/>
                </a:lnTo>
                <a:lnTo>
                  <a:pt x="592634" y="546100"/>
                </a:lnTo>
                <a:close/>
              </a:path>
              <a:path w="1078865" h="1220470">
                <a:moveTo>
                  <a:pt x="125905" y="394970"/>
                </a:moveTo>
                <a:lnTo>
                  <a:pt x="89416" y="401320"/>
                </a:lnTo>
                <a:lnTo>
                  <a:pt x="70180" y="410210"/>
                </a:lnTo>
                <a:lnTo>
                  <a:pt x="64573" y="415290"/>
                </a:lnTo>
                <a:lnTo>
                  <a:pt x="90721" y="419100"/>
                </a:lnTo>
                <a:lnTo>
                  <a:pt x="117120" y="425450"/>
                </a:lnTo>
                <a:lnTo>
                  <a:pt x="170256" y="445770"/>
                </a:lnTo>
                <a:lnTo>
                  <a:pt x="120378" y="445770"/>
                </a:lnTo>
                <a:lnTo>
                  <a:pt x="101586" y="447040"/>
                </a:lnTo>
                <a:lnTo>
                  <a:pt x="89662" y="449580"/>
                </a:lnTo>
                <a:lnTo>
                  <a:pt x="124867" y="454660"/>
                </a:lnTo>
                <a:lnTo>
                  <a:pt x="148276" y="458470"/>
                </a:lnTo>
                <a:lnTo>
                  <a:pt x="170396" y="459740"/>
                </a:lnTo>
                <a:lnTo>
                  <a:pt x="201732" y="462280"/>
                </a:lnTo>
                <a:lnTo>
                  <a:pt x="216027" y="469900"/>
                </a:lnTo>
                <a:lnTo>
                  <a:pt x="223147" y="474980"/>
                </a:lnTo>
                <a:lnTo>
                  <a:pt x="230244" y="478790"/>
                </a:lnTo>
                <a:lnTo>
                  <a:pt x="602756" y="478790"/>
                </a:lnTo>
                <a:lnTo>
                  <a:pt x="603992" y="483870"/>
                </a:lnTo>
                <a:lnTo>
                  <a:pt x="604651" y="487680"/>
                </a:lnTo>
                <a:lnTo>
                  <a:pt x="601069" y="502920"/>
                </a:lnTo>
                <a:lnTo>
                  <a:pt x="597878" y="518160"/>
                </a:lnTo>
                <a:lnTo>
                  <a:pt x="595058" y="533400"/>
                </a:lnTo>
                <a:lnTo>
                  <a:pt x="592589" y="547370"/>
                </a:lnTo>
                <a:lnTo>
                  <a:pt x="713208" y="547370"/>
                </a:lnTo>
                <a:lnTo>
                  <a:pt x="716714" y="539750"/>
                </a:lnTo>
                <a:lnTo>
                  <a:pt x="730916" y="510540"/>
                </a:lnTo>
                <a:lnTo>
                  <a:pt x="745874" y="480060"/>
                </a:lnTo>
                <a:lnTo>
                  <a:pt x="761578" y="449580"/>
                </a:lnTo>
                <a:lnTo>
                  <a:pt x="772154" y="444500"/>
                </a:lnTo>
                <a:lnTo>
                  <a:pt x="782622" y="438150"/>
                </a:lnTo>
                <a:lnTo>
                  <a:pt x="792921" y="433070"/>
                </a:lnTo>
                <a:lnTo>
                  <a:pt x="327791" y="433070"/>
                </a:lnTo>
                <a:lnTo>
                  <a:pt x="317154" y="430530"/>
                </a:lnTo>
                <a:lnTo>
                  <a:pt x="306664" y="426720"/>
                </a:lnTo>
                <a:lnTo>
                  <a:pt x="296384" y="424180"/>
                </a:lnTo>
                <a:lnTo>
                  <a:pt x="286378" y="420370"/>
                </a:lnTo>
                <a:lnTo>
                  <a:pt x="283913" y="416560"/>
                </a:lnTo>
                <a:lnTo>
                  <a:pt x="272389" y="416560"/>
                </a:lnTo>
                <a:lnTo>
                  <a:pt x="255345" y="411480"/>
                </a:lnTo>
                <a:lnTo>
                  <a:pt x="240418" y="408940"/>
                </a:lnTo>
                <a:lnTo>
                  <a:pt x="228084" y="406400"/>
                </a:lnTo>
                <a:lnTo>
                  <a:pt x="218820" y="405130"/>
                </a:lnTo>
                <a:lnTo>
                  <a:pt x="208600" y="402590"/>
                </a:lnTo>
                <a:lnTo>
                  <a:pt x="203721" y="402590"/>
                </a:lnTo>
                <a:lnTo>
                  <a:pt x="198168" y="398780"/>
                </a:lnTo>
                <a:lnTo>
                  <a:pt x="183271" y="398780"/>
                </a:lnTo>
                <a:lnTo>
                  <a:pt x="125905" y="394970"/>
                </a:lnTo>
                <a:close/>
              </a:path>
              <a:path w="1078865" h="1220470">
                <a:moveTo>
                  <a:pt x="996444" y="544830"/>
                </a:moveTo>
                <a:lnTo>
                  <a:pt x="977399" y="544830"/>
                </a:lnTo>
                <a:lnTo>
                  <a:pt x="997247" y="546100"/>
                </a:lnTo>
                <a:lnTo>
                  <a:pt x="996444" y="544830"/>
                </a:lnTo>
                <a:close/>
              </a:path>
              <a:path w="1078865" h="1220470">
                <a:moveTo>
                  <a:pt x="273710" y="529590"/>
                </a:moveTo>
                <a:lnTo>
                  <a:pt x="240317" y="529590"/>
                </a:lnTo>
                <a:lnTo>
                  <a:pt x="226126" y="530860"/>
                </a:lnTo>
                <a:lnTo>
                  <a:pt x="214900" y="532130"/>
                </a:lnTo>
                <a:lnTo>
                  <a:pt x="207354" y="533400"/>
                </a:lnTo>
                <a:lnTo>
                  <a:pt x="222055" y="535940"/>
                </a:lnTo>
                <a:lnTo>
                  <a:pt x="232799" y="537210"/>
                </a:lnTo>
                <a:lnTo>
                  <a:pt x="244846" y="538480"/>
                </a:lnTo>
                <a:lnTo>
                  <a:pt x="263457" y="541020"/>
                </a:lnTo>
                <a:lnTo>
                  <a:pt x="221093" y="541020"/>
                </a:lnTo>
                <a:lnTo>
                  <a:pt x="208904" y="542290"/>
                </a:lnTo>
                <a:lnTo>
                  <a:pt x="592771" y="542290"/>
                </a:lnTo>
                <a:lnTo>
                  <a:pt x="593150" y="530860"/>
                </a:lnTo>
                <a:lnTo>
                  <a:pt x="284031" y="530860"/>
                </a:lnTo>
                <a:lnTo>
                  <a:pt x="273710" y="529590"/>
                </a:lnTo>
                <a:close/>
              </a:path>
              <a:path w="1078865" h="1220470">
                <a:moveTo>
                  <a:pt x="200007" y="477520"/>
                </a:moveTo>
                <a:lnTo>
                  <a:pt x="172209" y="477520"/>
                </a:lnTo>
                <a:lnTo>
                  <a:pt x="149829" y="478790"/>
                </a:lnTo>
                <a:lnTo>
                  <a:pt x="135849" y="481330"/>
                </a:lnTo>
                <a:lnTo>
                  <a:pt x="174081" y="487680"/>
                </a:lnTo>
                <a:lnTo>
                  <a:pt x="222336" y="492760"/>
                </a:lnTo>
                <a:lnTo>
                  <a:pt x="254630" y="494030"/>
                </a:lnTo>
                <a:lnTo>
                  <a:pt x="264557" y="501650"/>
                </a:lnTo>
                <a:lnTo>
                  <a:pt x="199957" y="501650"/>
                </a:lnTo>
                <a:lnTo>
                  <a:pt x="188727" y="504190"/>
                </a:lnTo>
                <a:lnTo>
                  <a:pt x="217531" y="509270"/>
                </a:lnTo>
                <a:lnTo>
                  <a:pt x="256811" y="514350"/>
                </a:lnTo>
                <a:lnTo>
                  <a:pt x="285415" y="516890"/>
                </a:lnTo>
                <a:lnTo>
                  <a:pt x="291991" y="520700"/>
                </a:lnTo>
                <a:lnTo>
                  <a:pt x="304975" y="530860"/>
                </a:lnTo>
                <a:lnTo>
                  <a:pt x="593150" y="530860"/>
                </a:lnTo>
                <a:lnTo>
                  <a:pt x="593817" y="506730"/>
                </a:lnTo>
                <a:lnTo>
                  <a:pt x="594034" y="497840"/>
                </a:lnTo>
                <a:lnTo>
                  <a:pt x="597039" y="491490"/>
                </a:lnTo>
                <a:lnTo>
                  <a:pt x="599950" y="485140"/>
                </a:lnTo>
                <a:lnTo>
                  <a:pt x="602756" y="478790"/>
                </a:lnTo>
                <a:lnTo>
                  <a:pt x="230244" y="478790"/>
                </a:lnTo>
                <a:lnTo>
                  <a:pt x="200007" y="477520"/>
                </a:lnTo>
                <a:close/>
              </a:path>
              <a:path w="1078865" h="1220470">
                <a:moveTo>
                  <a:pt x="253740" y="520700"/>
                </a:moveTo>
                <a:lnTo>
                  <a:pt x="253814" y="523240"/>
                </a:lnTo>
                <a:lnTo>
                  <a:pt x="254913" y="525780"/>
                </a:lnTo>
                <a:lnTo>
                  <a:pt x="256756" y="529590"/>
                </a:lnTo>
                <a:lnTo>
                  <a:pt x="263646" y="529590"/>
                </a:lnTo>
                <a:lnTo>
                  <a:pt x="257688" y="524510"/>
                </a:lnTo>
                <a:lnTo>
                  <a:pt x="253740" y="520700"/>
                </a:lnTo>
                <a:close/>
              </a:path>
              <a:path w="1078865" h="1220470">
                <a:moveTo>
                  <a:pt x="850654" y="496570"/>
                </a:moveTo>
                <a:lnTo>
                  <a:pt x="844984" y="502920"/>
                </a:lnTo>
                <a:lnTo>
                  <a:pt x="840908" y="506730"/>
                </a:lnTo>
                <a:lnTo>
                  <a:pt x="836460" y="511810"/>
                </a:lnTo>
                <a:lnTo>
                  <a:pt x="829671" y="519430"/>
                </a:lnTo>
                <a:lnTo>
                  <a:pt x="823200" y="520700"/>
                </a:lnTo>
                <a:lnTo>
                  <a:pt x="816509" y="520700"/>
                </a:lnTo>
                <a:lnTo>
                  <a:pt x="805891" y="523240"/>
                </a:lnTo>
                <a:lnTo>
                  <a:pt x="802310" y="523240"/>
                </a:lnTo>
                <a:lnTo>
                  <a:pt x="798750" y="524510"/>
                </a:lnTo>
                <a:lnTo>
                  <a:pt x="979035" y="524510"/>
                </a:lnTo>
                <a:lnTo>
                  <a:pt x="975601" y="521970"/>
                </a:lnTo>
                <a:lnTo>
                  <a:pt x="953258" y="518160"/>
                </a:lnTo>
                <a:lnTo>
                  <a:pt x="842560" y="518160"/>
                </a:lnTo>
                <a:lnTo>
                  <a:pt x="847586" y="508000"/>
                </a:lnTo>
                <a:lnTo>
                  <a:pt x="850811" y="500380"/>
                </a:lnTo>
                <a:lnTo>
                  <a:pt x="850654" y="496570"/>
                </a:lnTo>
                <a:close/>
              </a:path>
              <a:path w="1078865" h="1220470">
                <a:moveTo>
                  <a:pt x="924662" y="504190"/>
                </a:moveTo>
                <a:lnTo>
                  <a:pt x="917493" y="506730"/>
                </a:lnTo>
                <a:lnTo>
                  <a:pt x="912228" y="508000"/>
                </a:lnTo>
                <a:lnTo>
                  <a:pt x="906280" y="510540"/>
                </a:lnTo>
                <a:lnTo>
                  <a:pt x="897061" y="514350"/>
                </a:lnTo>
                <a:lnTo>
                  <a:pt x="884839" y="514350"/>
                </a:lnTo>
                <a:lnTo>
                  <a:pt x="871699" y="515620"/>
                </a:lnTo>
                <a:lnTo>
                  <a:pt x="857615" y="515620"/>
                </a:lnTo>
                <a:lnTo>
                  <a:pt x="842560" y="518160"/>
                </a:lnTo>
                <a:lnTo>
                  <a:pt x="953258" y="518160"/>
                </a:lnTo>
                <a:lnTo>
                  <a:pt x="912663" y="515620"/>
                </a:lnTo>
                <a:lnTo>
                  <a:pt x="919061" y="510540"/>
                </a:lnTo>
                <a:lnTo>
                  <a:pt x="923511" y="506730"/>
                </a:lnTo>
                <a:lnTo>
                  <a:pt x="924662" y="504190"/>
                </a:lnTo>
                <a:close/>
              </a:path>
              <a:path w="1078865" h="1220470">
                <a:moveTo>
                  <a:pt x="239686" y="500380"/>
                </a:moveTo>
                <a:lnTo>
                  <a:pt x="217548" y="501650"/>
                </a:lnTo>
                <a:lnTo>
                  <a:pt x="264557" y="501650"/>
                </a:lnTo>
                <a:lnTo>
                  <a:pt x="239686" y="500380"/>
                </a:lnTo>
                <a:close/>
              </a:path>
              <a:path w="1078865" h="1220470">
                <a:moveTo>
                  <a:pt x="920643" y="402590"/>
                </a:moveTo>
                <a:lnTo>
                  <a:pt x="851104" y="402590"/>
                </a:lnTo>
                <a:lnTo>
                  <a:pt x="849209" y="405130"/>
                </a:lnTo>
                <a:lnTo>
                  <a:pt x="840210" y="412750"/>
                </a:lnTo>
                <a:lnTo>
                  <a:pt x="831325" y="420370"/>
                </a:lnTo>
                <a:lnTo>
                  <a:pt x="822581" y="429260"/>
                </a:lnTo>
                <a:lnTo>
                  <a:pt x="814006" y="436880"/>
                </a:lnTo>
                <a:lnTo>
                  <a:pt x="883970" y="436880"/>
                </a:lnTo>
                <a:lnTo>
                  <a:pt x="886467" y="434340"/>
                </a:lnTo>
                <a:lnTo>
                  <a:pt x="920643" y="402590"/>
                </a:lnTo>
                <a:close/>
              </a:path>
              <a:path w="1078865" h="1220470">
                <a:moveTo>
                  <a:pt x="465629" y="394970"/>
                </a:moveTo>
                <a:lnTo>
                  <a:pt x="270818" y="394970"/>
                </a:lnTo>
                <a:lnTo>
                  <a:pt x="281230" y="398780"/>
                </a:lnTo>
                <a:lnTo>
                  <a:pt x="291680" y="403860"/>
                </a:lnTo>
                <a:lnTo>
                  <a:pt x="302113" y="407670"/>
                </a:lnTo>
                <a:lnTo>
                  <a:pt x="312472" y="410210"/>
                </a:lnTo>
                <a:lnTo>
                  <a:pt x="316344" y="416560"/>
                </a:lnTo>
                <a:lnTo>
                  <a:pt x="320186" y="421640"/>
                </a:lnTo>
                <a:lnTo>
                  <a:pt x="324001" y="427990"/>
                </a:lnTo>
                <a:lnTo>
                  <a:pt x="327791" y="433070"/>
                </a:lnTo>
                <a:lnTo>
                  <a:pt x="792921" y="433070"/>
                </a:lnTo>
                <a:lnTo>
                  <a:pt x="795439" y="431800"/>
                </a:lnTo>
                <a:lnTo>
                  <a:pt x="621206" y="431800"/>
                </a:lnTo>
                <a:lnTo>
                  <a:pt x="620494" y="429260"/>
                </a:lnTo>
                <a:lnTo>
                  <a:pt x="621226" y="426720"/>
                </a:lnTo>
                <a:lnTo>
                  <a:pt x="594976" y="426720"/>
                </a:lnTo>
                <a:lnTo>
                  <a:pt x="594976" y="425450"/>
                </a:lnTo>
                <a:lnTo>
                  <a:pt x="621592" y="425450"/>
                </a:lnTo>
                <a:lnTo>
                  <a:pt x="627817" y="403860"/>
                </a:lnTo>
                <a:lnTo>
                  <a:pt x="470048" y="403860"/>
                </a:lnTo>
                <a:lnTo>
                  <a:pt x="466385" y="396240"/>
                </a:lnTo>
                <a:lnTo>
                  <a:pt x="465629" y="394970"/>
                </a:lnTo>
                <a:close/>
              </a:path>
              <a:path w="1078865" h="1220470">
                <a:moveTo>
                  <a:pt x="660799" y="340360"/>
                </a:moveTo>
                <a:lnTo>
                  <a:pt x="643572" y="340360"/>
                </a:lnTo>
                <a:lnTo>
                  <a:pt x="644689" y="356870"/>
                </a:lnTo>
                <a:lnTo>
                  <a:pt x="646168" y="373380"/>
                </a:lnTo>
                <a:lnTo>
                  <a:pt x="639187" y="387350"/>
                </a:lnTo>
                <a:lnTo>
                  <a:pt x="632713" y="402590"/>
                </a:lnTo>
                <a:lnTo>
                  <a:pt x="626726" y="417830"/>
                </a:lnTo>
                <a:lnTo>
                  <a:pt x="621206" y="431800"/>
                </a:lnTo>
                <a:lnTo>
                  <a:pt x="795439" y="431800"/>
                </a:lnTo>
                <a:lnTo>
                  <a:pt x="802991" y="427990"/>
                </a:lnTo>
                <a:lnTo>
                  <a:pt x="817189" y="427990"/>
                </a:lnTo>
                <a:lnTo>
                  <a:pt x="818446" y="424180"/>
                </a:lnTo>
                <a:lnTo>
                  <a:pt x="819781" y="420370"/>
                </a:lnTo>
                <a:lnTo>
                  <a:pt x="777316" y="420370"/>
                </a:lnTo>
                <a:lnTo>
                  <a:pt x="783968" y="407670"/>
                </a:lnTo>
                <a:lnTo>
                  <a:pt x="787335" y="401320"/>
                </a:lnTo>
                <a:lnTo>
                  <a:pt x="790729" y="396240"/>
                </a:lnTo>
                <a:lnTo>
                  <a:pt x="845273" y="369570"/>
                </a:lnTo>
                <a:lnTo>
                  <a:pt x="855163" y="364490"/>
                </a:lnTo>
                <a:lnTo>
                  <a:pt x="809200" y="364490"/>
                </a:lnTo>
                <a:lnTo>
                  <a:pt x="813890" y="356870"/>
                </a:lnTo>
                <a:lnTo>
                  <a:pt x="818629" y="349250"/>
                </a:lnTo>
                <a:lnTo>
                  <a:pt x="821820" y="344170"/>
                </a:lnTo>
                <a:lnTo>
                  <a:pt x="661990" y="344170"/>
                </a:lnTo>
                <a:lnTo>
                  <a:pt x="660799" y="340360"/>
                </a:lnTo>
                <a:close/>
              </a:path>
              <a:path w="1078865" h="1220470">
                <a:moveTo>
                  <a:pt x="621592" y="425450"/>
                </a:moveTo>
                <a:lnTo>
                  <a:pt x="594976" y="425450"/>
                </a:lnTo>
                <a:lnTo>
                  <a:pt x="594997" y="426720"/>
                </a:lnTo>
                <a:lnTo>
                  <a:pt x="621226" y="426720"/>
                </a:lnTo>
                <a:lnTo>
                  <a:pt x="621592" y="425450"/>
                </a:lnTo>
                <a:close/>
              </a:path>
              <a:path w="1078865" h="1220470">
                <a:moveTo>
                  <a:pt x="827168" y="397510"/>
                </a:moveTo>
                <a:lnTo>
                  <a:pt x="800136" y="410210"/>
                </a:lnTo>
                <a:lnTo>
                  <a:pt x="777316" y="420370"/>
                </a:lnTo>
                <a:lnTo>
                  <a:pt x="819781" y="420370"/>
                </a:lnTo>
                <a:lnTo>
                  <a:pt x="820226" y="419100"/>
                </a:lnTo>
                <a:lnTo>
                  <a:pt x="828564" y="415290"/>
                </a:lnTo>
                <a:lnTo>
                  <a:pt x="836521" y="410210"/>
                </a:lnTo>
                <a:lnTo>
                  <a:pt x="844050" y="406400"/>
                </a:lnTo>
                <a:lnTo>
                  <a:pt x="851104" y="402590"/>
                </a:lnTo>
                <a:lnTo>
                  <a:pt x="920643" y="402590"/>
                </a:lnTo>
                <a:lnTo>
                  <a:pt x="923377" y="400050"/>
                </a:lnTo>
                <a:lnTo>
                  <a:pt x="826268" y="400050"/>
                </a:lnTo>
                <a:lnTo>
                  <a:pt x="827168" y="397510"/>
                </a:lnTo>
                <a:close/>
              </a:path>
              <a:path w="1078865" h="1220470">
                <a:moveTo>
                  <a:pt x="152759" y="342900"/>
                </a:moveTo>
                <a:lnTo>
                  <a:pt x="185674" y="359410"/>
                </a:lnTo>
                <a:lnTo>
                  <a:pt x="208718" y="369570"/>
                </a:lnTo>
                <a:lnTo>
                  <a:pt x="232756" y="379730"/>
                </a:lnTo>
                <a:lnTo>
                  <a:pt x="268651" y="393700"/>
                </a:lnTo>
                <a:lnTo>
                  <a:pt x="268274" y="398780"/>
                </a:lnTo>
                <a:lnTo>
                  <a:pt x="269730" y="406400"/>
                </a:lnTo>
                <a:lnTo>
                  <a:pt x="272389" y="416560"/>
                </a:lnTo>
                <a:lnTo>
                  <a:pt x="283913" y="416560"/>
                </a:lnTo>
                <a:lnTo>
                  <a:pt x="281448" y="412750"/>
                </a:lnTo>
                <a:lnTo>
                  <a:pt x="277087" y="405130"/>
                </a:lnTo>
                <a:lnTo>
                  <a:pt x="273481" y="398780"/>
                </a:lnTo>
                <a:lnTo>
                  <a:pt x="270818" y="394970"/>
                </a:lnTo>
                <a:lnTo>
                  <a:pt x="465629" y="394970"/>
                </a:lnTo>
                <a:lnTo>
                  <a:pt x="462606" y="389890"/>
                </a:lnTo>
                <a:lnTo>
                  <a:pt x="458713" y="383540"/>
                </a:lnTo>
                <a:lnTo>
                  <a:pt x="457378" y="381000"/>
                </a:lnTo>
                <a:lnTo>
                  <a:pt x="291519" y="381000"/>
                </a:lnTo>
                <a:lnTo>
                  <a:pt x="207434" y="354330"/>
                </a:lnTo>
                <a:lnTo>
                  <a:pt x="174183" y="346710"/>
                </a:lnTo>
                <a:lnTo>
                  <a:pt x="152759" y="342900"/>
                </a:lnTo>
                <a:close/>
              </a:path>
              <a:path w="1078865" h="1220470">
                <a:moveTo>
                  <a:pt x="593606" y="334010"/>
                </a:moveTo>
                <a:lnTo>
                  <a:pt x="454478" y="334010"/>
                </a:lnTo>
                <a:lnTo>
                  <a:pt x="458195" y="350520"/>
                </a:lnTo>
                <a:lnTo>
                  <a:pt x="462035" y="368300"/>
                </a:lnTo>
                <a:lnTo>
                  <a:pt x="465990" y="386080"/>
                </a:lnTo>
                <a:lnTo>
                  <a:pt x="470048" y="403860"/>
                </a:lnTo>
                <a:lnTo>
                  <a:pt x="627817" y="403860"/>
                </a:lnTo>
                <a:lnTo>
                  <a:pt x="628549" y="401320"/>
                </a:lnTo>
                <a:lnTo>
                  <a:pt x="631339" y="391160"/>
                </a:lnTo>
                <a:lnTo>
                  <a:pt x="610567" y="391160"/>
                </a:lnTo>
                <a:lnTo>
                  <a:pt x="606447" y="377190"/>
                </a:lnTo>
                <a:lnTo>
                  <a:pt x="602281" y="365760"/>
                </a:lnTo>
                <a:lnTo>
                  <a:pt x="598132" y="355600"/>
                </a:lnTo>
                <a:lnTo>
                  <a:pt x="594065" y="347980"/>
                </a:lnTo>
                <a:lnTo>
                  <a:pt x="593606" y="334010"/>
                </a:lnTo>
                <a:close/>
              </a:path>
              <a:path w="1078865" h="1220470">
                <a:moveTo>
                  <a:pt x="884852" y="355600"/>
                </a:moveTo>
                <a:lnTo>
                  <a:pt x="879603" y="359410"/>
                </a:lnTo>
                <a:lnTo>
                  <a:pt x="873380" y="367030"/>
                </a:lnTo>
                <a:lnTo>
                  <a:pt x="866424" y="377190"/>
                </a:lnTo>
                <a:lnTo>
                  <a:pt x="858979" y="388620"/>
                </a:lnTo>
                <a:lnTo>
                  <a:pt x="851563" y="391160"/>
                </a:lnTo>
                <a:lnTo>
                  <a:pt x="843601" y="393700"/>
                </a:lnTo>
                <a:lnTo>
                  <a:pt x="835150" y="397510"/>
                </a:lnTo>
                <a:lnTo>
                  <a:pt x="826268" y="400050"/>
                </a:lnTo>
                <a:lnTo>
                  <a:pt x="923377" y="400050"/>
                </a:lnTo>
                <a:lnTo>
                  <a:pt x="928846" y="394970"/>
                </a:lnTo>
                <a:lnTo>
                  <a:pt x="941172" y="384810"/>
                </a:lnTo>
                <a:lnTo>
                  <a:pt x="875418" y="384810"/>
                </a:lnTo>
                <a:lnTo>
                  <a:pt x="879392" y="372110"/>
                </a:lnTo>
                <a:lnTo>
                  <a:pt x="882357" y="363220"/>
                </a:lnTo>
                <a:lnTo>
                  <a:pt x="884211" y="356870"/>
                </a:lnTo>
                <a:lnTo>
                  <a:pt x="884852" y="355600"/>
                </a:lnTo>
                <a:close/>
              </a:path>
              <a:path w="1078865" h="1220470">
                <a:moveTo>
                  <a:pt x="170811" y="381000"/>
                </a:moveTo>
                <a:lnTo>
                  <a:pt x="171586" y="383540"/>
                </a:lnTo>
                <a:lnTo>
                  <a:pt x="176256" y="391160"/>
                </a:lnTo>
                <a:lnTo>
                  <a:pt x="183271" y="398780"/>
                </a:lnTo>
                <a:lnTo>
                  <a:pt x="198168" y="398780"/>
                </a:lnTo>
                <a:lnTo>
                  <a:pt x="190764" y="393700"/>
                </a:lnTo>
                <a:lnTo>
                  <a:pt x="180320" y="386080"/>
                </a:lnTo>
                <a:lnTo>
                  <a:pt x="173348" y="382270"/>
                </a:lnTo>
                <a:lnTo>
                  <a:pt x="170811" y="381000"/>
                </a:lnTo>
                <a:close/>
              </a:path>
              <a:path w="1078865" h="1220470">
                <a:moveTo>
                  <a:pt x="641655" y="297180"/>
                </a:moveTo>
                <a:lnTo>
                  <a:pt x="641757" y="303530"/>
                </a:lnTo>
                <a:lnTo>
                  <a:pt x="641972" y="312420"/>
                </a:lnTo>
                <a:lnTo>
                  <a:pt x="642150" y="316230"/>
                </a:lnTo>
                <a:lnTo>
                  <a:pt x="643216" y="335280"/>
                </a:lnTo>
                <a:lnTo>
                  <a:pt x="636184" y="344170"/>
                </a:lnTo>
                <a:lnTo>
                  <a:pt x="628191" y="355600"/>
                </a:lnTo>
                <a:lnTo>
                  <a:pt x="619549" y="372110"/>
                </a:lnTo>
                <a:lnTo>
                  <a:pt x="610567" y="391160"/>
                </a:lnTo>
                <a:lnTo>
                  <a:pt x="631339" y="391160"/>
                </a:lnTo>
                <a:lnTo>
                  <a:pt x="635174" y="377190"/>
                </a:lnTo>
                <a:lnTo>
                  <a:pt x="640228" y="355600"/>
                </a:lnTo>
                <a:lnTo>
                  <a:pt x="643572" y="340360"/>
                </a:lnTo>
                <a:lnTo>
                  <a:pt x="660799" y="340360"/>
                </a:lnTo>
                <a:lnTo>
                  <a:pt x="656829" y="327660"/>
                </a:lnTo>
                <a:lnTo>
                  <a:pt x="651638" y="313690"/>
                </a:lnTo>
                <a:lnTo>
                  <a:pt x="646539" y="303530"/>
                </a:lnTo>
                <a:lnTo>
                  <a:pt x="641655" y="297180"/>
                </a:lnTo>
                <a:close/>
              </a:path>
              <a:path w="1078865" h="1220470">
                <a:moveTo>
                  <a:pt x="976064" y="303530"/>
                </a:moveTo>
                <a:lnTo>
                  <a:pt x="964223" y="311150"/>
                </a:lnTo>
                <a:lnTo>
                  <a:pt x="948079" y="325120"/>
                </a:lnTo>
                <a:lnTo>
                  <a:pt x="929397" y="344170"/>
                </a:lnTo>
                <a:lnTo>
                  <a:pt x="909940" y="365760"/>
                </a:lnTo>
                <a:lnTo>
                  <a:pt x="902602" y="369570"/>
                </a:lnTo>
                <a:lnTo>
                  <a:pt x="895218" y="374650"/>
                </a:lnTo>
                <a:lnTo>
                  <a:pt x="887803" y="378460"/>
                </a:lnTo>
                <a:lnTo>
                  <a:pt x="880371" y="383540"/>
                </a:lnTo>
                <a:lnTo>
                  <a:pt x="877208" y="383540"/>
                </a:lnTo>
                <a:lnTo>
                  <a:pt x="875418" y="384810"/>
                </a:lnTo>
                <a:lnTo>
                  <a:pt x="941172" y="384810"/>
                </a:lnTo>
                <a:lnTo>
                  <a:pt x="968907" y="361950"/>
                </a:lnTo>
                <a:lnTo>
                  <a:pt x="988154" y="347980"/>
                </a:lnTo>
                <a:lnTo>
                  <a:pt x="946274" y="347980"/>
                </a:lnTo>
                <a:lnTo>
                  <a:pt x="967715" y="316230"/>
                </a:lnTo>
                <a:lnTo>
                  <a:pt x="973864" y="306070"/>
                </a:lnTo>
                <a:lnTo>
                  <a:pt x="976064" y="303530"/>
                </a:lnTo>
                <a:close/>
              </a:path>
              <a:path w="1078865" h="1220470">
                <a:moveTo>
                  <a:pt x="138456" y="294640"/>
                </a:moveTo>
                <a:lnTo>
                  <a:pt x="177188" y="313690"/>
                </a:lnTo>
                <a:lnTo>
                  <a:pt x="230650" y="336550"/>
                </a:lnTo>
                <a:lnTo>
                  <a:pt x="270054" y="351790"/>
                </a:lnTo>
                <a:lnTo>
                  <a:pt x="275484" y="359410"/>
                </a:lnTo>
                <a:lnTo>
                  <a:pt x="280873" y="365760"/>
                </a:lnTo>
                <a:lnTo>
                  <a:pt x="286219" y="373380"/>
                </a:lnTo>
                <a:lnTo>
                  <a:pt x="291519" y="381000"/>
                </a:lnTo>
                <a:lnTo>
                  <a:pt x="457378" y="381000"/>
                </a:lnTo>
                <a:lnTo>
                  <a:pt x="454708" y="375920"/>
                </a:lnTo>
                <a:lnTo>
                  <a:pt x="454746" y="347980"/>
                </a:lnTo>
                <a:lnTo>
                  <a:pt x="436573" y="347980"/>
                </a:lnTo>
                <a:lnTo>
                  <a:pt x="424079" y="331470"/>
                </a:lnTo>
                <a:lnTo>
                  <a:pt x="416869" y="322580"/>
                </a:lnTo>
                <a:lnTo>
                  <a:pt x="246798" y="322580"/>
                </a:lnTo>
                <a:lnTo>
                  <a:pt x="211856" y="311150"/>
                </a:lnTo>
                <a:lnTo>
                  <a:pt x="180470" y="302260"/>
                </a:lnTo>
                <a:lnTo>
                  <a:pt x="155164" y="297180"/>
                </a:lnTo>
                <a:lnTo>
                  <a:pt x="138456" y="294640"/>
                </a:lnTo>
                <a:close/>
              </a:path>
              <a:path w="1078865" h="1220470">
                <a:moveTo>
                  <a:pt x="944452" y="316230"/>
                </a:moveTo>
                <a:lnTo>
                  <a:pt x="923325" y="320040"/>
                </a:lnTo>
                <a:lnTo>
                  <a:pt x="890852" y="331470"/>
                </a:lnTo>
                <a:lnTo>
                  <a:pt x="851366" y="346710"/>
                </a:lnTo>
                <a:lnTo>
                  <a:pt x="809200" y="364490"/>
                </a:lnTo>
                <a:lnTo>
                  <a:pt x="855163" y="364490"/>
                </a:lnTo>
                <a:lnTo>
                  <a:pt x="894724" y="344170"/>
                </a:lnTo>
                <a:lnTo>
                  <a:pt x="930608" y="323850"/>
                </a:lnTo>
                <a:lnTo>
                  <a:pt x="944452" y="316230"/>
                </a:lnTo>
                <a:close/>
              </a:path>
              <a:path w="1078865" h="1220470">
                <a:moveTo>
                  <a:pt x="412940" y="240030"/>
                </a:moveTo>
                <a:lnTo>
                  <a:pt x="421095" y="260350"/>
                </a:lnTo>
                <a:lnTo>
                  <a:pt x="434516" y="290830"/>
                </a:lnTo>
                <a:lnTo>
                  <a:pt x="445975" y="313690"/>
                </a:lnTo>
                <a:lnTo>
                  <a:pt x="443518" y="321310"/>
                </a:lnTo>
                <a:lnTo>
                  <a:pt x="441121" y="328930"/>
                </a:lnTo>
                <a:lnTo>
                  <a:pt x="438800" y="337820"/>
                </a:lnTo>
                <a:lnTo>
                  <a:pt x="436573" y="347980"/>
                </a:lnTo>
                <a:lnTo>
                  <a:pt x="454746" y="347980"/>
                </a:lnTo>
                <a:lnTo>
                  <a:pt x="454624" y="340360"/>
                </a:lnTo>
                <a:lnTo>
                  <a:pt x="454478" y="334010"/>
                </a:lnTo>
                <a:lnTo>
                  <a:pt x="593606" y="334010"/>
                </a:lnTo>
                <a:lnTo>
                  <a:pt x="593481" y="330200"/>
                </a:lnTo>
                <a:lnTo>
                  <a:pt x="592549" y="308610"/>
                </a:lnTo>
                <a:lnTo>
                  <a:pt x="591840" y="294640"/>
                </a:lnTo>
                <a:lnTo>
                  <a:pt x="590767" y="278130"/>
                </a:lnTo>
                <a:lnTo>
                  <a:pt x="592809" y="270510"/>
                </a:lnTo>
                <a:lnTo>
                  <a:pt x="441892" y="270510"/>
                </a:lnTo>
                <a:lnTo>
                  <a:pt x="433375" y="259080"/>
                </a:lnTo>
                <a:lnTo>
                  <a:pt x="425578" y="250190"/>
                </a:lnTo>
                <a:lnTo>
                  <a:pt x="418700" y="243840"/>
                </a:lnTo>
                <a:lnTo>
                  <a:pt x="412940" y="240030"/>
                </a:lnTo>
                <a:close/>
              </a:path>
              <a:path w="1078865" h="1220470">
                <a:moveTo>
                  <a:pt x="1038083" y="316230"/>
                </a:moveTo>
                <a:lnTo>
                  <a:pt x="1014108" y="321310"/>
                </a:lnTo>
                <a:lnTo>
                  <a:pt x="996553" y="326390"/>
                </a:lnTo>
                <a:lnTo>
                  <a:pt x="976811" y="334010"/>
                </a:lnTo>
                <a:lnTo>
                  <a:pt x="946274" y="347980"/>
                </a:lnTo>
                <a:lnTo>
                  <a:pt x="988154" y="347980"/>
                </a:lnTo>
                <a:lnTo>
                  <a:pt x="1005652" y="335280"/>
                </a:lnTo>
                <a:lnTo>
                  <a:pt x="1038083" y="316230"/>
                </a:lnTo>
                <a:close/>
              </a:path>
              <a:path w="1078865" h="1220470">
                <a:moveTo>
                  <a:pt x="714993" y="233680"/>
                </a:moveTo>
                <a:lnTo>
                  <a:pt x="713992" y="243840"/>
                </a:lnTo>
                <a:lnTo>
                  <a:pt x="713346" y="251460"/>
                </a:lnTo>
                <a:lnTo>
                  <a:pt x="712700" y="261620"/>
                </a:lnTo>
                <a:lnTo>
                  <a:pt x="711988" y="274320"/>
                </a:lnTo>
                <a:lnTo>
                  <a:pt x="698026" y="290830"/>
                </a:lnTo>
                <a:lnTo>
                  <a:pt x="673061" y="325120"/>
                </a:lnTo>
                <a:lnTo>
                  <a:pt x="661990" y="344170"/>
                </a:lnTo>
                <a:lnTo>
                  <a:pt x="821820" y="344170"/>
                </a:lnTo>
                <a:lnTo>
                  <a:pt x="828247" y="334010"/>
                </a:lnTo>
                <a:lnTo>
                  <a:pt x="875066" y="309880"/>
                </a:lnTo>
                <a:lnTo>
                  <a:pt x="889358" y="302260"/>
                </a:lnTo>
                <a:lnTo>
                  <a:pt x="849010" y="302260"/>
                </a:lnTo>
                <a:lnTo>
                  <a:pt x="852330" y="297180"/>
                </a:lnTo>
                <a:lnTo>
                  <a:pt x="859073" y="287020"/>
                </a:lnTo>
                <a:lnTo>
                  <a:pt x="914234" y="261620"/>
                </a:lnTo>
                <a:lnTo>
                  <a:pt x="919019" y="259080"/>
                </a:lnTo>
                <a:lnTo>
                  <a:pt x="725213" y="259080"/>
                </a:lnTo>
                <a:lnTo>
                  <a:pt x="722818" y="251460"/>
                </a:lnTo>
                <a:lnTo>
                  <a:pt x="720307" y="243840"/>
                </a:lnTo>
                <a:lnTo>
                  <a:pt x="717695" y="237490"/>
                </a:lnTo>
                <a:lnTo>
                  <a:pt x="714993" y="233680"/>
                </a:lnTo>
                <a:close/>
              </a:path>
              <a:path w="1078865" h="1220470">
                <a:moveTo>
                  <a:pt x="73400" y="240030"/>
                </a:moveTo>
                <a:lnTo>
                  <a:pt x="124809" y="265430"/>
                </a:lnTo>
                <a:lnTo>
                  <a:pt x="158840" y="280670"/>
                </a:lnTo>
                <a:lnTo>
                  <a:pt x="235594" y="308610"/>
                </a:lnTo>
                <a:lnTo>
                  <a:pt x="239353" y="312420"/>
                </a:lnTo>
                <a:lnTo>
                  <a:pt x="246798" y="322580"/>
                </a:lnTo>
                <a:lnTo>
                  <a:pt x="416869" y="322580"/>
                </a:lnTo>
                <a:lnTo>
                  <a:pt x="410689" y="314960"/>
                </a:lnTo>
                <a:lnTo>
                  <a:pt x="396371" y="298450"/>
                </a:lnTo>
                <a:lnTo>
                  <a:pt x="381098" y="283210"/>
                </a:lnTo>
                <a:lnTo>
                  <a:pt x="380016" y="275590"/>
                </a:lnTo>
                <a:lnTo>
                  <a:pt x="207721" y="275590"/>
                </a:lnTo>
                <a:lnTo>
                  <a:pt x="165409" y="261620"/>
                </a:lnTo>
                <a:lnTo>
                  <a:pt x="126158" y="250190"/>
                </a:lnTo>
                <a:lnTo>
                  <a:pt x="94108" y="242570"/>
                </a:lnTo>
                <a:lnTo>
                  <a:pt x="73400" y="240030"/>
                </a:lnTo>
                <a:close/>
              </a:path>
              <a:path w="1078865" h="1220470">
                <a:moveTo>
                  <a:pt x="954787" y="266700"/>
                </a:moveTo>
                <a:lnTo>
                  <a:pt x="938280" y="269240"/>
                </a:lnTo>
                <a:lnTo>
                  <a:pt x="913521" y="276860"/>
                </a:lnTo>
                <a:lnTo>
                  <a:pt x="882951" y="288290"/>
                </a:lnTo>
                <a:lnTo>
                  <a:pt x="849010" y="302260"/>
                </a:lnTo>
                <a:lnTo>
                  <a:pt x="889358" y="302260"/>
                </a:lnTo>
                <a:lnTo>
                  <a:pt x="915559" y="288290"/>
                </a:lnTo>
                <a:lnTo>
                  <a:pt x="944031" y="271780"/>
                </a:lnTo>
                <a:lnTo>
                  <a:pt x="954787" y="266700"/>
                </a:lnTo>
                <a:close/>
              </a:path>
              <a:path w="1078865" h="1220470">
                <a:moveTo>
                  <a:pt x="21423" y="175260"/>
                </a:moveTo>
                <a:lnTo>
                  <a:pt x="100469" y="213360"/>
                </a:lnTo>
                <a:lnTo>
                  <a:pt x="174308" y="241300"/>
                </a:lnTo>
                <a:lnTo>
                  <a:pt x="182770" y="248920"/>
                </a:lnTo>
                <a:lnTo>
                  <a:pt x="191160" y="257810"/>
                </a:lnTo>
                <a:lnTo>
                  <a:pt x="207721" y="275590"/>
                </a:lnTo>
                <a:lnTo>
                  <a:pt x="380016" y="275590"/>
                </a:lnTo>
                <a:lnTo>
                  <a:pt x="379114" y="269240"/>
                </a:lnTo>
                <a:lnTo>
                  <a:pt x="366742" y="269240"/>
                </a:lnTo>
                <a:lnTo>
                  <a:pt x="361554" y="265430"/>
                </a:lnTo>
                <a:lnTo>
                  <a:pt x="356274" y="260350"/>
                </a:lnTo>
                <a:lnTo>
                  <a:pt x="350896" y="256540"/>
                </a:lnTo>
                <a:lnTo>
                  <a:pt x="345413" y="251460"/>
                </a:lnTo>
                <a:lnTo>
                  <a:pt x="337304" y="245110"/>
                </a:lnTo>
                <a:lnTo>
                  <a:pt x="329308" y="240030"/>
                </a:lnTo>
                <a:lnTo>
                  <a:pt x="321419" y="233680"/>
                </a:lnTo>
                <a:lnTo>
                  <a:pt x="313634" y="227330"/>
                </a:lnTo>
                <a:lnTo>
                  <a:pt x="310164" y="213360"/>
                </a:lnTo>
                <a:lnTo>
                  <a:pt x="292954" y="213360"/>
                </a:lnTo>
                <a:lnTo>
                  <a:pt x="281642" y="205740"/>
                </a:lnTo>
                <a:lnTo>
                  <a:pt x="136425" y="205740"/>
                </a:lnTo>
                <a:lnTo>
                  <a:pt x="99523" y="193040"/>
                </a:lnTo>
                <a:lnTo>
                  <a:pt x="66131" y="184150"/>
                </a:lnTo>
                <a:lnTo>
                  <a:pt x="39136" y="177800"/>
                </a:lnTo>
                <a:lnTo>
                  <a:pt x="21423" y="175260"/>
                </a:lnTo>
                <a:close/>
              </a:path>
              <a:path w="1078865" h="1220470">
                <a:moveTo>
                  <a:pt x="403129" y="135890"/>
                </a:moveTo>
                <a:lnTo>
                  <a:pt x="409616" y="152400"/>
                </a:lnTo>
                <a:lnTo>
                  <a:pt x="414581" y="163830"/>
                </a:lnTo>
                <a:lnTo>
                  <a:pt x="420548" y="177800"/>
                </a:lnTo>
                <a:lnTo>
                  <a:pt x="430039" y="196850"/>
                </a:lnTo>
                <a:lnTo>
                  <a:pt x="432574" y="214630"/>
                </a:lnTo>
                <a:lnTo>
                  <a:pt x="435408" y="232410"/>
                </a:lnTo>
                <a:lnTo>
                  <a:pt x="438520" y="251460"/>
                </a:lnTo>
                <a:lnTo>
                  <a:pt x="441892" y="270510"/>
                </a:lnTo>
                <a:lnTo>
                  <a:pt x="592809" y="270510"/>
                </a:lnTo>
                <a:lnTo>
                  <a:pt x="598255" y="250190"/>
                </a:lnTo>
                <a:lnTo>
                  <a:pt x="601666" y="236220"/>
                </a:lnTo>
                <a:lnTo>
                  <a:pt x="587092" y="236220"/>
                </a:lnTo>
                <a:lnTo>
                  <a:pt x="585280" y="220980"/>
                </a:lnTo>
                <a:lnTo>
                  <a:pt x="583249" y="205740"/>
                </a:lnTo>
                <a:lnTo>
                  <a:pt x="578495" y="179070"/>
                </a:lnTo>
                <a:lnTo>
                  <a:pt x="584112" y="157480"/>
                </a:lnTo>
                <a:lnTo>
                  <a:pt x="425306" y="157480"/>
                </a:lnTo>
                <a:lnTo>
                  <a:pt x="418850" y="149860"/>
                </a:lnTo>
                <a:lnTo>
                  <a:pt x="412933" y="143510"/>
                </a:lnTo>
                <a:lnTo>
                  <a:pt x="407658" y="139700"/>
                </a:lnTo>
                <a:lnTo>
                  <a:pt x="403129" y="135890"/>
                </a:lnTo>
                <a:close/>
              </a:path>
              <a:path w="1078865" h="1220470">
                <a:moveTo>
                  <a:pt x="374826" y="242570"/>
                </a:moveTo>
                <a:lnTo>
                  <a:pt x="372460" y="247650"/>
                </a:lnTo>
                <a:lnTo>
                  <a:pt x="370325" y="252730"/>
                </a:lnTo>
                <a:lnTo>
                  <a:pt x="368419" y="260350"/>
                </a:lnTo>
                <a:lnTo>
                  <a:pt x="366742" y="269240"/>
                </a:lnTo>
                <a:lnTo>
                  <a:pt x="379114" y="269240"/>
                </a:lnTo>
                <a:lnTo>
                  <a:pt x="378753" y="266700"/>
                </a:lnTo>
                <a:lnTo>
                  <a:pt x="376748" y="254000"/>
                </a:lnTo>
                <a:lnTo>
                  <a:pt x="375351" y="246380"/>
                </a:lnTo>
                <a:lnTo>
                  <a:pt x="374826" y="242570"/>
                </a:lnTo>
                <a:close/>
              </a:path>
              <a:path w="1078865" h="1220470">
                <a:moveTo>
                  <a:pt x="785410" y="154940"/>
                </a:moveTo>
                <a:lnTo>
                  <a:pt x="782104" y="170180"/>
                </a:lnTo>
                <a:lnTo>
                  <a:pt x="779893" y="181610"/>
                </a:lnTo>
                <a:lnTo>
                  <a:pt x="777778" y="194310"/>
                </a:lnTo>
                <a:lnTo>
                  <a:pt x="774761" y="213360"/>
                </a:lnTo>
                <a:lnTo>
                  <a:pt x="767469" y="219710"/>
                </a:lnTo>
                <a:lnTo>
                  <a:pt x="760086" y="226060"/>
                </a:lnTo>
                <a:lnTo>
                  <a:pt x="752609" y="233680"/>
                </a:lnTo>
                <a:lnTo>
                  <a:pt x="745034" y="240030"/>
                </a:lnTo>
                <a:lnTo>
                  <a:pt x="739923" y="245110"/>
                </a:lnTo>
                <a:lnTo>
                  <a:pt x="734920" y="250190"/>
                </a:lnTo>
                <a:lnTo>
                  <a:pt x="730018" y="255270"/>
                </a:lnTo>
                <a:lnTo>
                  <a:pt x="725213" y="259080"/>
                </a:lnTo>
                <a:lnTo>
                  <a:pt x="919019" y="259080"/>
                </a:lnTo>
                <a:lnTo>
                  <a:pt x="930983" y="252730"/>
                </a:lnTo>
                <a:lnTo>
                  <a:pt x="884245" y="252730"/>
                </a:lnTo>
                <a:lnTo>
                  <a:pt x="891726" y="243840"/>
                </a:lnTo>
                <a:lnTo>
                  <a:pt x="899295" y="233680"/>
                </a:lnTo>
                <a:lnTo>
                  <a:pt x="906949" y="224790"/>
                </a:lnTo>
                <a:lnTo>
                  <a:pt x="914684" y="215900"/>
                </a:lnTo>
                <a:lnTo>
                  <a:pt x="952379" y="196850"/>
                </a:lnTo>
                <a:lnTo>
                  <a:pt x="794174" y="196850"/>
                </a:lnTo>
                <a:lnTo>
                  <a:pt x="792761" y="182880"/>
                </a:lnTo>
                <a:lnTo>
                  <a:pt x="790845" y="170180"/>
                </a:lnTo>
                <a:lnTo>
                  <a:pt x="788402" y="161290"/>
                </a:lnTo>
                <a:lnTo>
                  <a:pt x="785410" y="154940"/>
                </a:lnTo>
                <a:close/>
              </a:path>
              <a:path w="1078865" h="1220470">
                <a:moveTo>
                  <a:pt x="1015194" y="207010"/>
                </a:moveTo>
                <a:lnTo>
                  <a:pt x="994767" y="210820"/>
                </a:lnTo>
                <a:lnTo>
                  <a:pt x="963458" y="220980"/>
                </a:lnTo>
                <a:lnTo>
                  <a:pt x="884245" y="252730"/>
                </a:lnTo>
                <a:lnTo>
                  <a:pt x="930983" y="252730"/>
                </a:lnTo>
                <a:lnTo>
                  <a:pt x="964482" y="234950"/>
                </a:lnTo>
                <a:lnTo>
                  <a:pt x="1001056" y="214630"/>
                </a:lnTo>
                <a:lnTo>
                  <a:pt x="1015194" y="207010"/>
                </a:lnTo>
                <a:close/>
              </a:path>
              <a:path w="1078865" h="1220470">
                <a:moveTo>
                  <a:pt x="608525" y="205740"/>
                </a:moveTo>
                <a:lnTo>
                  <a:pt x="603925" y="209550"/>
                </a:lnTo>
                <a:lnTo>
                  <a:pt x="598743" y="217170"/>
                </a:lnTo>
                <a:lnTo>
                  <a:pt x="593094" y="226060"/>
                </a:lnTo>
                <a:lnTo>
                  <a:pt x="587092" y="236220"/>
                </a:lnTo>
                <a:lnTo>
                  <a:pt x="601666" y="236220"/>
                </a:lnTo>
                <a:lnTo>
                  <a:pt x="603836" y="227330"/>
                </a:lnTo>
                <a:lnTo>
                  <a:pt x="607322" y="210820"/>
                </a:lnTo>
                <a:lnTo>
                  <a:pt x="608525" y="205740"/>
                </a:lnTo>
                <a:close/>
              </a:path>
              <a:path w="1078865" h="1220470">
                <a:moveTo>
                  <a:pt x="298242" y="170180"/>
                </a:moveTo>
                <a:lnTo>
                  <a:pt x="295775" y="176530"/>
                </a:lnTo>
                <a:lnTo>
                  <a:pt x="294114" y="186690"/>
                </a:lnTo>
                <a:lnTo>
                  <a:pt x="293194" y="198120"/>
                </a:lnTo>
                <a:lnTo>
                  <a:pt x="292954" y="213360"/>
                </a:lnTo>
                <a:lnTo>
                  <a:pt x="310164" y="213360"/>
                </a:lnTo>
                <a:lnTo>
                  <a:pt x="307956" y="204470"/>
                </a:lnTo>
                <a:lnTo>
                  <a:pt x="303028" y="186690"/>
                </a:lnTo>
                <a:lnTo>
                  <a:pt x="299556" y="173990"/>
                </a:lnTo>
                <a:lnTo>
                  <a:pt x="298242" y="170180"/>
                </a:lnTo>
                <a:close/>
              </a:path>
              <a:path w="1078865" h="1220470">
                <a:moveTo>
                  <a:pt x="40771" y="109220"/>
                </a:moveTo>
                <a:lnTo>
                  <a:pt x="9830" y="113030"/>
                </a:lnTo>
                <a:lnTo>
                  <a:pt x="0" y="118110"/>
                </a:lnTo>
                <a:lnTo>
                  <a:pt x="35275" y="134620"/>
                </a:lnTo>
                <a:lnTo>
                  <a:pt x="69806" y="154940"/>
                </a:lnTo>
                <a:lnTo>
                  <a:pt x="103541" y="179070"/>
                </a:lnTo>
                <a:lnTo>
                  <a:pt x="136425" y="205740"/>
                </a:lnTo>
                <a:lnTo>
                  <a:pt x="281642" y="205740"/>
                </a:lnTo>
                <a:lnTo>
                  <a:pt x="268444" y="196850"/>
                </a:lnTo>
                <a:lnTo>
                  <a:pt x="245132" y="181610"/>
                </a:lnTo>
                <a:lnTo>
                  <a:pt x="223004" y="168910"/>
                </a:lnTo>
                <a:lnTo>
                  <a:pt x="202046" y="156210"/>
                </a:lnTo>
                <a:lnTo>
                  <a:pt x="191579" y="143510"/>
                </a:lnTo>
                <a:lnTo>
                  <a:pt x="174664" y="143510"/>
                </a:lnTo>
                <a:lnTo>
                  <a:pt x="94991" y="114300"/>
                </a:lnTo>
                <a:lnTo>
                  <a:pt x="40771" y="109220"/>
                </a:lnTo>
                <a:close/>
              </a:path>
              <a:path w="1078865" h="1220470">
                <a:moveTo>
                  <a:pt x="913972" y="86360"/>
                </a:moveTo>
                <a:lnTo>
                  <a:pt x="904981" y="97790"/>
                </a:lnTo>
                <a:lnTo>
                  <a:pt x="898468" y="106680"/>
                </a:lnTo>
                <a:lnTo>
                  <a:pt x="891271" y="118110"/>
                </a:lnTo>
                <a:lnTo>
                  <a:pt x="880224" y="133350"/>
                </a:lnTo>
                <a:lnTo>
                  <a:pt x="860272" y="147320"/>
                </a:lnTo>
                <a:lnTo>
                  <a:pt x="839284" y="161290"/>
                </a:lnTo>
                <a:lnTo>
                  <a:pt x="817254" y="179070"/>
                </a:lnTo>
                <a:lnTo>
                  <a:pt x="794174" y="196850"/>
                </a:lnTo>
                <a:lnTo>
                  <a:pt x="952379" y="196850"/>
                </a:lnTo>
                <a:lnTo>
                  <a:pt x="992332" y="176530"/>
                </a:lnTo>
                <a:lnTo>
                  <a:pt x="949573" y="176530"/>
                </a:lnTo>
                <a:lnTo>
                  <a:pt x="980168" y="147320"/>
                </a:lnTo>
                <a:lnTo>
                  <a:pt x="1011863" y="120650"/>
                </a:lnTo>
                <a:lnTo>
                  <a:pt x="1015504" y="118110"/>
                </a:lnTo>
                <a:lnTo>
                  <a:pt x="906422" y="118110"/>
                </a:lnTo>
                <a:lnTo>
                  <a:pt x="910048" y="107950"/>
                </a:lnTo>
                <a:lnTo>
                  <a:pt x="912604" y="99060"/>
                </a:lnTo>
                <a:lnTo>
                  <a:pt x="913957" y="91440"/>
                </a:lnTo>
                <a:lnTo>
                  <a:pt x="913972" y="86360"/>
                </a:lnTo>
                <a:close/>
              </a:path>
              <a:path w="1078865" h="1220470">
                <a:moveTo>
                  <a:pt x="1061800" y="138430"/>
                </a:moveTo>
                <a:lnTo>
                  <a:pt x="1044311" y="140970"/>
                </a:lnTo>
                <a:lnTo>
                  <a:pt x="1017914" y="149860"/>
                </a:lnTo>
                <a:lnTo>
                  <a:pt x="949573" y="176530"/>
                </a:lnTo>
                <a:lnTo>
                  <a:pt x="992332" y="176530"/>
                </a:lnTo>
                <a:lnTo>
                  <a:pt x="1014719" y="165100"/>
                </a:lnTo>
                <a:lnTo>
                  <a:pt x="1048742" y="146050"/>
                </a:lnTo>
                <a:lnTo>
                  <a:pt x="1061800" y="138430"/>
                </a:lnTo>
                <a:close/>
              </a:path>
              <a:path w="1078865" h="1220470">
                <a:moveTo>
                  <a:pt x="414688" y="38100"/>
                </a:moveTo>
                <a:lnTo>
                  <a:pt x="416991" y="44450"/>
                </a:lnTo>
                <a:lnTo>
                  <a:pt x="418813" y="48260"/>
                </a:lnTo>
                <a:lnTo>
                  <a:pt x="421104" y="54610"/>
                </a:lnTo>
                <a:lnTo>
                  <a:pt x="424814" y="62230"/>
                </a:lnTo>
                <a:lnTo>
                  <a:pt x="422695" y="82550"/>
                </a:lnTo>
                <a:lnTo>
                  <a:pt x="422311" y="97790"/>
                </a:lnTo>
                <a:lnTo>
                  <a:pt x="422241" y="106680"/>
                </a:lnTo>
                <a:lnTo>
                  <a:pt x="423060" y="129540"/>
                </a:lnTo>
                <a:lnTo>
                  <a:pt x="425306" y="157480"/>
                </a:lnTo>
                <a:lnTo>
                  <a:pt x="584112" y="157480"/>
                </a:lnTo>
                <a:lnTo>
                  <a:pt x="585300" y="152400"/>
                </a:lnTo>
                <a:lnTo>
                  <a:pt x="571595" y="152400"/>
                </a:lnTo>
                <a:lnTo>
                  <a:pt x="569091" y="144780"/>
                </a:lnTo>
                <a:lnTo>
                  <a:pt x="566431" y="137160"/>
                </a:lnTo>
                <a:lnTo>
                  <a:pt x="563612" y="130810"/>
                </a:lnTo>
                <a:lnTo>
                  <a:pt x="560632" y="124460"/>
                </a:lnTo>
                <a:lnTo>
                  <a:pt x="556328" y="116840"/>
                </a:lnTo>
                <a:lnTo>
                  <a:pt x="554244" y="113030"/>
                </a:lnTo>
                <a:lnTo>
                  <a:pt x="560182" y="92710"/>
                </a:lnTo>
                <a:lnTo>
                  <a:pt x="542622" y="92710"/>
                </a:lnTo>
                <a:lnTo>
                  <a:pt x="516700" y="50800"/>
                </a:lnTo>
                <a:lnTo>
                  <a:pt x="427463" y="50800"/>
                </a:lnTo>
                <a:lnTo>
                  <a:pt x="422405" y="44450"/>
                </a:lnTo>
                <a:lnTo>
                  <a:pt x="417997" y="40640"/>
                </a:lnTo>
                <a:lnTo>
                  <a:pt x="414688" y="38100"/>
                </a:lnTo>
                <a:close/>
              </a:path>
              <a:path w="1078865" h="1220470">
                <a:moveTo>
                  <a:pt x="591741" y="123190"/>
                </a:moveTo>
                <a:lnTo>
                  <a:pt x="587396" y="128270"/>
                </a:lnTo>
                <a:lnTo>
                  <a:pt x="582528" y="133350"/>
                </a:lnTo>
                <a:lnTo>
                  <a:pt x="577229" y="142240"/>
                </a:lnTo>
                <a:lnTo>
                  <a:pt x="571595" y="152400"/>
                </a:lnTo>
                <a:lnTo>
                  <a:pt x="585300" y="152400"/>
                </a:lnTo>
                <a:lnTo>
                  <a:pt x="588271" y="139700"/>
                </a:lnTo>
                <a:lnTo>
                  <a:pt x="590853" y="128270"/>
                </a:lnTo>
                <a:lnTo>
                  <a:pt x="591741" y="123190"/>
                </a:lnTo>
                <a:close/>
              </a:path>
              <a:path w="1078865" h="1220470">
                <a:moveTo>
                  <a:pt x="164581" y="111760"/>
                </a:moveTo>
                <a:lnTo>
                  <a:pt x="165023" y="118110"/>
                </a:lnTo>
                <a:lnTo>
                  <a:pt x="166953" y="124460"/>
                </a:lnTo>
                <a:lnTo>
                  <a:pt x="170217" y="133350"/>
                </a:lnTo>
                <a:lnTo>
                  <a:pt x="174664" y="143510"/>
                </a:lnTo>
                <a:lnTo>
                  <a:pt x="191579" y="143510"/>
                </a:lnTo>
                <a:lnTo>
                  <a:pt x="187392" y="138430"/>
                </a:lnTo>
                <a:lnTo>
                  <a:pt x="175492" y="124460"/>
                </a:lnTo>
                <a:lnTo>
                  <a:pt x="167502" y="115570"/>
                </a:lnTo>
                <a:lnTo>
                  <a:pt x="164581" y="111760"/>
                </a:lnTo>
                <a:close/>
              </a:path>
              <a:path w="1078865" h="1220470">
                <a:moveTo>
                  <a:pt x="1017224" y="62230"/>
                </a:moveTo>
                <a:lnTo>
                  <a:pt x="976084" y="78740"/>
                </a:lnTo>
                <a:lnTo>
                  <a:pt x="906422" y="118110"/>
                </a:lnTo>
                <a:lnTo>
                  <a:pt x="1015504" y="118110"/>
                </a:lnTo>
                <a:lnTo>
                  <a:pt x="1044631" y="97790"/>
                </a:lnTo>
                <a:lnTo>
                  <a:pt x="1078448" y="78740"/>
                </a:lnTo>
                <a:lnTo>
                  <a:pt x="1045969" y="63500"/>
                </a:lnTo>
                <a:lnTo>
                  <a:pt x="1017224" y="62230"/>
                </a:lnTo>
                <a:close/>
              </a:path>
              <a:path w="1078865" h="1220470">
                <a:moveTo>
                  <a:pt x="572883" y="40640"/>
                </a:moveTo>
                <a:lnTo>
                  <a:pt x="566567" y="48260"/>
                </a:lnTo>
                <a:lnTo>
                  <a:pt x="559134" y="59690"/>
                </a:lnTo>
                <a:lnTo>
                  <a:pt x="551011" y="74930"/>
                </a:lnTo>
                <a:lnTo>
                  <a:pt x="542622" y="92710"/>
                </a:lnTo>
                <a:lnTo>
                  <a:pt x="560182" y="92710"/>
                </a:lnTo>
                <a:lnTo>
                  <a:pt x="562038" y="86360"/>
                </a:lnTo>
                <a:lnTo>
                  <a:pt x="567902" y="63500"/>
                </a:lnTo>
                <a:lnTo>
                  <a:pt x="571597" y="46990"/>
                </a:lnTo>
                <a:lnTo>
                  <a:pt x="572883" y="40640"/>
                </a:lnTo>
                <a:close/>
              </a:path>
              <a:path w="1078865" h="1220470">
                <a:moveTo>
                  <a:pt x="474812" y="0"/>
                </a:moveTo>
                <a:lnTo>
                  <a:pt x="438939" y="27940"/>
                </a:lnTo>
                <a:lnTo>
                  <a:pt x="433934" y="33020"/>
                </a:lnTo>
                <a:lnTo>
                  <a:pt x="430154" y="40640"/>
                </a:lnTo>
                <a:lnTo>
                  <a:pt x="427463" y="50800"/>
                </a:lnTo>
                <a:lnTo>
                  <a:pt x="516700" y="50800"/>
                </a:lnTo>
                <a:lnTo>
                  <a:pt x="510417" y="40640"/>
                </a:lnTo>
                <a:lnTo>
                  <a:pt x="489508" y="12700"/>
                </a:lnTo>
                <a:lnTo>
                  <a:pt x="478204" y="1270"/>
                </a:lnTo>
                <a:lnTo>
                  <a:pt x="474812" y="0"/>
                </a:lnTo>
                <a:close/>
              </a:path>
            </a:pathLst>
          </a:custGeom>
          <a:solidFill>
            <a:srgbClr val="96C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 descr=""/>
          <p:cNvSpPr/>
          <p:nvPr/>
        </p:nvSpPr>
        <p:spPr>
          <a:xfrm>
            <a:off x="12000281" y="4595869"/>
            <a:ext cx="543560" cy="103505"/>
          </a:xfrm>
          <a:custGeom>
            <a:avLst/>
            <a:gdLst/>
            <a:ahLst/>
            <a:cxnLst/>
            <a:rect l="l" t="t" r="r" b="b"/>
            <a:pathLst>
              <a:path w="543559" h="103504">
                <a:moveTo>
                  <a:pt x="543318" y="0"/>
                </a:moveTo>
                <a:lnTo>
                  <a:pt x="0" y="0"/>
                </a:lnTo>
                <a:lnTo>
                  <a:pt x="0" y="55765"/>
                </a:lnTo>
                <a:lnTo>
                  <a:pt x="24828" y="55765"/>
                </a:lnTo>
                <a:lnTo>
                  <a:pt x="24828" y="103339"/>
                </a:lnTo>
                <a:lnTo>
                  <a:pt x="518490" y="103339"/>
                </a:lnTo>
                <a:lnTo>
                  <a:pt x="518490" y="55765"/>
                </a:lnTo>
                <a:lnTo>
                  <a:pt x="543318" y="55765"/>
                </a:lnTo>
                <a:lnTo>
                  <a:pt x="543318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 descr=""/>
          <p:cNvSpPr/>
          <p:nvPr/>
        </p:nvSpPr>
        <p:spPr>
          <a:xfrm>
            <a:off x="12000283" y="4745049"/>
            <a:ext cx="543560" cy="55880"/>
          </a:xfrm>
          <a:custGeom>
            <a:avLst/>
            <a:gdLst/>
            <a:ahLst/>
            <a:cxnLst/>
            <a:rect l="l" t="t" r="r" b="b"/>
            <a:pathLst>
              <a:path w="543559" h="55879">
                <a:moveTo>
                  <a:pt x="543323" y="0"/>
                </a:moveTo>
                <a:lnTo>
                  <a:pt x="0" y="0"/>
                </a:lnTo>
                <a:lnTo>
                  <a:pt x="0" y="55767"/>
                </a:lnTo>
                <a:lnTo>
                  <a:pt x="543323" y="55767"/>
                </a:lnTo>
                <a:lnTo>
                  <a:pt x="543323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/>
          <p:nvPr/>
        </p:nvSpPr>
        <p:spPr>
          <a:xfrm>
            <a:off x="12049402" y="4595608"/>
            <a:ext cx="24130" cy="56515"/>
          </a:xfrm>
          <a:custGeom>
            <a:avLst/>
            <a:gdLst/>
            <a:ahLst/>
            <a:cxnLst/>
            <a:rect l="l" t="t" r="r" b="b"/>
            <a:pathLst>
              <a:path w="24129" h="56514">
                <a:moveTo>
                  <a:pt x="23863" y="0"/>
                </a:moveTo>
                <a:lnTo>
                  <a:pt x="0" y="0"/>
                </a:lnTo>
                <a:lnTo>
                  <a:pt x="0" y="56249"/>
                </a:lnTo>
                <a:lnTo>
                  <a:pt x="23863" y="56249"/>
                </a:lnTo>
                <a:lnTo>
                  <a:pt x="23863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 descr=""/>
          <p:cNvSpPr/>
          <p:nvPr/>
        </p:nvSpPr>
        <p:spPr>
          <a:xfrm>
            <a:off x="12156446" y="4595608"/>
            <a:ext cx="24130" cy="56515"/>
          </a:xfrm>
          <a:custGeom>
            <a:avLst/>
            <a:gdLst/>
            <a:ahLst/>
            <a:cxnLst/>
            <a:rect l="l" t="t" r="r" b="b"/>
            <a:pathLst>
              <a:path w="24129" h="56514">
                <a:moveTo>
                  <a:pt x="23863" y="0"/>
                </a:moveTo>
                <a:lnTo>
                  <a:pt x="0" y="0"/>
                </a:lnTo>
                <a:lnTo>
                  <a:pt x="0" y="56249"/>
                </a:lnTo>
                <a:lnTo>
                  <a:pt x="23863" y="56249"/>
                </a:lnTo>
                <a:lnTo>
                  <a:pt x="23863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/>
          <p:nvPr/>
        </p:nvSpPr>
        <p:spPr>
          <a:xfrm>
            <a:off x="12263490" y="4595608"/>
            <a:ext cx="24130" cy="56515"/>
          </a:xfrm>
          <a:custGeom>
            <a:avLst/>
            <a:gdLst/>
            <a:ahLst/>
            <a:cxnLst/>
            <a:rect l="l" t="t" r="r" b="b"/>
            <a:pathLst>
              <a:path w="24129" h="56514">
                <a:moveTo>
                  <a:pt x="23863" y="0"/>
                </a:moveTo>
                <a:lnTo>
                  <a:pt x="0" y="0"/>
                </a:lnTo>
                <a:lnTo>
                  <a:pt x="0" y="56249"/>
                </a:lnTo>
                <a:lnTo>
                  <a:pt x="23863" y="56249"/>
                </a:lnTo>
                <a:lnTo>
                  <a:pt x="23863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12370523" y="4595608"/>
            <a:ext cx="24130" cy="56515"/>
          </a:xfrm>
          <a:custGeom>
            <a:avLst/>
            <a:gdLst/>
            <a:ahLst/>
            <a:cxnLst/>
            <a:rect l="l" t="t" r="r" b="b"/>
            <a:pathLst>
              <a:path w="24129" h="56514">
                <a:moveTo>
                  <a:pt x="23863" y="0"/>
                </a:moveTo>
                <a:lnTo>
                  <a:pt x="0" y="0"/>
                </a:lnTo>
                <a:lnTo>
                  <a:pt x="0" y="56249"/>
                </a:lnTo>
                <a:lnTo>
                  <a:pt x="23863" y="56249"/>
                </a:lnTo>
                <a:lnTo>
                  <a:pt x="23863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12470981" y="4595608"/>
            <a:ext cx="24130" cy="56515"/>
          </a:xfrm>
          <a:custGeom>
            <a:avLst/>
            <a:gdLst/>
            <a:ahLst/>
            <a:cxnLst/>
            <a:rect l="l" t="t" r="r" b="b"/>
            <a:pathLst>
              <a:path w="24129" h="56514">
                <a:moveTo>
                  <a:pt x="23863" y="0"/>
                </a:moveTo>
                <a:lnTo>
                  <a:pt x="0" y="0"/>
                </a:lnTo>
                <a:lnTo>
                  <a:pt x="0" y="56249"/>
                </a:lnTo>
                <a:lnTo>
                  <a:pt x="23863" y="56249"/>
                </a:lnTo>
                <a:lnTo>
                  <a:pt x="23863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/>
          <p:nvPr/>
        </p:nvSpPr>
        <p:spPr>
          <a:xfrm>
            <a:off x="12250646" y="3349553"/>
            <a:ext cx="43180" cy="90805"/>
          </a:xfrm>
          <a:custGeom>
            <a:avLst/>
            <a:gdLst/>
            <a:ahLst/>
            <a:cxnLst/>
            <a:rect l="l" t="t" r="r" b="b"/>
            <a:pathLst>
              <a:path w="43179" h="90804">
                <a:moveTo>
                  <a:pt x="34930" y="0"/>
                </a:moveTo>
                <a:lnTo>
                  <a:pt x="9371" y="0"/>
                </a:lnTo>
                <a:lnTo>
                  <a:pt x="0" y="90332"/>
                </a:lnTo>
                <a:lnTo>
                  <a:pt x="42606" y="90332"/>
                </a:lnTo>
                <a:lnTo>
                  <a:pt x="34930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 descr=""/>
          <p:cNvSpPr/>
          <p:nvPr/>
        </p:nvSpPr>
        <p:spPr>
          <a:xfrm>
            <a:off x="11983326" y="3927138"/>
            <a:ext cx="577850" cy="182245"/>
          </a:xfrm>
          <a:custGeom>
            <a:avLst/>
            <a:gdLst/>
            <a:ahLst/>
            <a:cxnLst/>
            <a:rect l="l" t="t" r="r" b="b"/>
            <a:pathLst>
              <a:path w="577850" h="182245">
                <a:moveTo>
                  <a:pt x="577240" y="127838"/>
                </a:moveTo>
                <a:lnTo>
                  <a:pt x="544182" y="127838"/>
                </a:lnTo>
                <a:lnTo>
                  <a:pt x="544182" y="85229"/>
                </a:lnTo>
                <a:lnTo>
                  <a:pt x="560273" y="85229"/>
                </a:lnTo>
                <a:lnTo>
                  <a:pt x="560273" y="0"/>
                </a:lnTo>
                <a:lnTo>
                  <a:pt x="16954" y="0"/>
                </a:lnTo>
                <a:lnTo>
                  <a:pt x="16954" y="85229"/>
                </a:lnTo>
                <a:lnTo>
                  <a:pt x="33045" y="85229"/>
                </a:lnTo>
                <a:lnTo>
                  <a:pt x="33045" y="127838"/>
                </a:lnTo>
                <a:lnTo>
                  <a:pt x="0" y="127838"/>
                </a:lnTo>
                <a:lnTo>
                  <a:pt x="0" y="181965"/>
                </a:lnTo>
                <a:lnTo>
                  <a:pt x="577240" y="181965"/>
                </a:lnTo>
                <a:lnTo>
                  <a:pt x="577240" y="127838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 descr=""/>
          <p:cNvSpPr/>
          <p:nvPr/>
        </p:nvSpPr>
        <p:spPr>
          <a:xfrm>
            <a:off x="11983331" y="4699197"/>
            <a:ext cx="577850" cy="55880"/>
          </a:xfrm>
          <a:custGeom>
            <a:avLst/>
            <a:gdLst/>
            <a:ahLst/>
            <a:cxnLst/>
            <a:rect l="l" t="t" r="r" b="b"/>
            <a:pathLst>
              <a:path w="577850" h="55879">
                <a:moveTo>
                  <a:pt x="577238" y="0"/>
                </a:moveTo>
                <a:lnTo>
                  <a:pt x="0" y="0"/>
                </a:lnTo>
                <a:lnTo>
                  <a:pt x="0" y="55767"/>
                </a:lnTo>
                <a:lnTo>
                  <a:pt x="577238" y="55767"/>
                </a:lnTo>
                <a:lnTo>
                  <a:pt x="577238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 descr=""/>
          <p:cNvSpPr/>
          <p:nvPr/>
        </p:nvSpPr>
        <p:spPr>
          <a:xfrm>
            <a:off x="11884915" y="5489424"/>
            <a:ext cx="774065" cy="55880"/>
          </a:xfrm>
          <a:custGeom>
            <a:avLst/>
            <a:gdLst/>
            <a:ahLst/>
            <a:cxnLst/>
            <a:rect l="l" t="t" r="r" b="b"/>
            <a:pathLst>
              <a:path w="774065" h="55879">
                <a:moveTo>
                  <a:pt x="774049" y="0"/>
                </a:moveTo>
                <a:lnTo>
                  <a:pt x="0" y="0"/>
                </a:lnTo>
                <a:lnTo>
                  <a:pt x="0" y="55767"/>
                </a:lnTo>
                <a:lnTo>
                  <a:pt x="774049" y="55767"/>
                </a:lnTo>
                <a:lnTo>
                  <a:pt x="774049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 descr=""/>
          <p:cNvSpPr/>
          <p:nvPr/>
        </p:nvSpPr>
        <p:spPr>
          <a:xfrm>
            <a:off x="11859628" y="5545194"/>
            <a:ext cx="824865" cy="789305"/>
          </a:xfrm>
          <a:custGeom>
            <a:avLst/>
            <a:gdLst/>
            <a:ahLst/>
            <a:cxnLst/>
            <a:rect l="l" t="t" r="r" b="b"/>
            <a:pathLst>
              <a:path w="824865" h="789304">
                <a:moveTo>
                  <a:pt x="824509" y="788809"/>
                </a:moveTo>
                <a:lnTo>
                  <a:pt x="823963" y="719569"/>
                </a:lnTo>
                <a:lnTo>
                  <a:pt x="823150" y="668515"/>
                </a:lnTo>
                <a:lnTo>
                  <a:pt x="822020" y="617448"/>
                </a:lnTo>
                <a:lnTo>
                  <a:pt x="820559" y="566394"/>
                </a:lnTo>
                <a:lnTo>
                  <a:pt x="818769" y="515327"/>
                </a:lnTo>
                <a:lnTo>
                  <a:pt x="816660" y="464261"/>
                </a:lnTo>
                <a:lnTo>
                  <a:pt x="814222" y="413207"/>
                </a:lnTo>
                <a:lnTo>
                  <a:pt x="811453" y="362140"/>
                </a:lnTo>
                <a:lnTo>
                  <a:pt x="808367" y="311086"/>
                </a:lnTo>
                <a:lnTo>
                  <a:pt x="804964" y="260019"/>
                </a:lnTo>
                <a:lnTo>
                  <a:pt x="801230" y="208965"/>
                </a:lnTo>
                <a:lnTo>
                  <a:pt x="797166" y="157899"/>
                </a:lnTo>
                <a:lnTo>
                  <a:pt x="792772" y="106832"/>
                </a:lnTo>
                <a:lnTo>
                  <a:pt x="788073" y="55778"/>
                </a:lnTo>
                <a:lnTo>
                  <a:pt x="36550" y="55778"/>
                </a:lnTo>
                <a:lnTo>
                  <a:pt x="31838" y="106832"/>
                </a:lnTo>
                <a:lnTo>
                  <a:pt x="27457" y="157899"/>
                </a:lnTo>
                <a:lnTo>
                  <a:pt x="23393" y="208965"/>
                </a:lnTo>
                <a:lnTo>
                  <a:pt x="19659" y="260019"/>
                </a:lnTo>
                <a:lnTo>
                  <a:pt x="16243" y="311086"/>
                </a:lnTo>
                <a:lnTo>
                  <a:pt x="13157" y="362140"/>
                </a:lnTo>
                <a:lnTo>
                  <a:pt x="10401" y="413207"/>
                </a:lnTo>
                <a:lnTo>
                  <a:pt x="7962" y="464261"/>
                </a:lnTo>
                <a:lnTo>
                  <a:pt x="5854" y="515327"/>
                </a:lnTo>
                <a:lnTo>
                  <a:pt x="4064" y="566394"/>
                </a:lnTo>
                <a:lnTo>
                  <a:pt x="2603" y="617448"/>
                </a:lnTo>
                <a:lnTo>
                  <a:pt x="1460" y="668515"/>
                </a:lnTo>
                <a:lnTo>
                  <a:pt x="647" y="719569"/>
                </a:lnTo>
                <a:lnTo>
                  <a:pt x="165" y="770636"/>
                </a:lnTo>
                <a:lnTo>
                  <a:pt x="101" y="788809"/>
                </a:lnTo>
                <a:lnTo>
                  <a:pt x="824509" y="788809"/>
                </a:lnTo>
                <a:close/>
              </a:path>
              <a:path w="824865" h="789304">
                <a:moveTo>
                  <a:pt x="824623" y="0"/>
                </a:moveTo>
                <a:lnTo>
                  <a:pt x="0" y="0"/>
                </a:lnTo>
                <a:lnTo>
                  <a:pt x="0" y="55765"/>
                </a:lnTo>
                <a:lnTo>
                  <a:pt x="824623" y="55765"/>
                </a:lnTo>
                <a:lnTo>
                  <a:pt x="824623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1" name="object 121" descr=""/>
          <p:cNvGrpSpPr/>
          <p:nvPr/>
        </p:nvGrpSpPr>
        <p:grpSpPr>
          <a:xfrm>
            <a:off x="11984979" y="3130044"/>
            <a:ext cx="572770" cy="821690"/>
            <a:chOff x="11984979" y="3130044"/>
            <a:chExt cx="572770" cy="821690"/>
          </a:xfrm>
        </p:grpSpPr>
        <p:sp>
          <p:nvSpPr>
            <p:cNvPr id="122" name="object 122" descr=""/>
            <p:cNvSpPr/>
            <p:nvPr/>
          </p:nvSpPr>
          <p:spPr>
            <a:xfrm>
              <a:off x="11984979" y="3401683"/>
              <a:ext cx="572770" cy="550545"/>
            </a:xfrm>
            <a:custGeom>
              <a:avLst/>
              <a:gdLst/>
              <a:ahLst/>
              <a:cxnLst/>
              <a:rect l="l" t="t" r="r" b="b"/>
              <a:pathLst>
                <a:path w="572770" h="550545">
                  <a:moveTo>
                    <a:pt x="286965" y="0"/>
                  </a:moveTo>
                  <a:lnTo>
                    <a:pt x="239466" y="4958"/>
                  </a:lnTo>
                  <a:lnTo>
                    <a:pt x="194456" y="18926"/>
                  </a:lnTo>
                  <a:lnTo>
                    <a:pt x="152554" y="40537"/>
                  </a:lnTo>
                  <a:lnTo>
                    <a:pt x="114383" y="68429"/>
                  </a:lnTo>
                  <a:lnTo>
                    <a:pt x="80563" y="101236"/>
                  </a:lnTo>
                  <a:lnTo>
                    <a:pt x="51714" y="137596"/>
                  </a:lnTo>
                  <a:lnTo>
                    <a:pt x="28457" y="176144"/>
                  </a:lnTo>
                  <a:lnTo>
                    <a:pt x="11414" y="215516"/>
                  </a:lnTo>
                  <a:lnTo>
                    <a:pt x="1204" y="254348"/>
                  </a:lnTo>
                  <a:lnTo>
                    <a:pt x="0" y="254348"/>
                  </a:lnTo>
                  <a:lnTo>
                    <a:pt x="0" y="549993"/>
                  </a:lnTo>
                  <a:lnTo>
                    <a:pt x="571343" y="549993"/>
                  </a:lnTo>
                  <a:lnTo>
                    <a:pt x="572726" y="256505"/>
                  </a:lnTo>
                  <a:lnTo>
                    <a:pt x="562516" y="216805"/>
                  </a:lnTo>
                  <a:lnTo>
                    <a:pt x="545472" y="176813"/>
                  </a:lnTo>
                  <a:lnTo>
                    <a:pt x="522215" y="137854"/>
                  </a:lnTo>
                  <a:lnTo>
                    <a:pt x="493366" y="101253"/>
                  </a:lnTo>
                  <a:lnTo>
                    <a:pt x="459546" y="68335"/>
                  </a:lnTo>
                  <a:lnTo>
                    <a:pt x="421375" y="40426"/>
                  </a:lnTo>
                  <a:lnTo>
                    <a:pt x="379474" y="18850"/>
                  </a:lnTo>
                  <a:lnTo>
                    <a:pt x="334463" y="4933"/>
                  </a:lnTo>
                  <a:lnTo>
                    <a:pt x="286965" y="0"/>
                  </a:lnTo>
                  <a:close/>
                </a:path>
              </a:pathLst>
            </a:custGeom>
            <a:solidFill>
              <a:srgbClr val="B9E4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224217" y="3130044"/>
              <a:ext cx="95452" cy="228883"/>
            </a:xfrm>
            <a:prstGeom prst="rect">
              <a:avLst/>
            </a:prstGeom>
          </p:spPr>
        </p:pic>
      </p:grpSp>
      <p:sp>
        <p:nvSpPr>
          <p:cNvPr id="124" name="object 124" descr=""/>
          <p:cNvSpPr/>
          <p:nvPr/>
        </p:nvSpPr>
        <p:spPr>
          <a:xfrm>
            <a:off x="12000281" y="4107922"/>
            <a:ext cx="543560" cy="452120"/>
          </a:xfrm>
          <a:custGeom>
            <a:avLst/>
            <a:gdLst/>
            <a:ahLst/>
            <a:cxnLst/>
            <a:rect l="l" t="t" r="r" b="b"/>
            <a:pathLst>
              <a:path w="543559" h="452120">
                <a:moveTo>
                  <a:pt x="543318" y="1181"/>
                </a:moveTo>
                <a:lnTo>
                  <a:pt x="482625" y="1181"/>
                </a:lnTo>
                <a:lnTo>
                  <a:pt x="482625" y="0"/>
                </a:lnTo>
                <a:lnTo>
                  <a:pt x="445782" y="0"/>
                </a:lnTo>
                <a:lnTo>
                  <a:pt x="445782" y="1181"/>
                </a:lnTo>
                <a:lnTo>
                  <a:pt x="83794" y="1181"/>
                </a:lnTo>
                <a:lnTo>
                  <a:pt x="83794" y="0"/>
                </a:lnTo>
                <a:lnTo>
                  <a:pt x="46964" y="0"/>
                </a:lnTo>
                <a:lnTo>
                  <a:pt x="46964" y="1181"/>
                </a:lnTo>
                <a:lnTo>
                  <a:pt x="0" y="1181"/>
                </a:lnTo>
                <a:lnTo>
                  <a:pt x="0" y="86575"/>
                </a:lnTo>
                <a:lnTo>
                  <a:pt x="0" y="372224"/>
                </a:lnTo>
                <a:lnTo>
                  <a:pt x="0" y="451764"/>
                </a:lnTo>
                <a:lnTo>
                  <a:pt x="46964" y="451764"/>
                </a:lnTo>
                <a:lnTo>
                  <a:pt x="83794" y="451764"/>
                </a:lnTo>
                <a:lnTo>
                  <a:pt x="445782" y="451764"/>
                </a:lnTo>
                <a:lnTo>
                  <a:pt x="482625" y="451764"/>
                </a:lnTo>
                <a:lnTo>
                  <a:pt x="543318" y="451764"/>
                </a:lnTo>
                <a:lnTo>
                  <a:pt x="543318" y="372224"/>
                </a:lnTo>
                <a:lnTo>
                  <a:pt x="543318" y="86575"/>
                </a:lnTo>
                <a:lnTo>
                  <a:pt x="543318" y="1181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 descr=""/>
          <p:cNvSpPr/>
          <p:nvPr/>
        </p:nvSpPr>
        <p:spPr>
          <a:xfrm>
            <a:off x="11984965" y="3400608"/>
            <a:ext cx="575945" cy="612140"/>
          </a:xfrm>
          <a:custGeom>
            <a:avLst/>
            <a:gdLst/>
            <a:ahLst/>
            <a:cxnLst/>
            <a:rect l="l" t="t" r="r" b="b"/>
            <a:pathLst>
              <a:path w="575945" h="612139">
                <a:moveTo>
                  <a:pt x="93065" y="555510"/>
                </a:moveTo>
                <a:lnTo>
                  <a:pt x="69202" y="555510"/>
                </a:lnTo>
                <a:lnTo>
                  <a:pt x="69202" y="611759"/>
                </a:lnTo>
                <a:lnTo>
                  <a:pt x="93065" y="611759"/>
                </a:lnTo>
                <a:lnTo>
                  <a:pt x="93065" y="555510"/>
                </a:lnTo>
                <a:close/>
              </a:path>
              <a:path w="575945" h="612139">
                <a:moveTo>
                  <a:pt x="200088" y="555510"/>
                </a:moveTo>
                <a:lnTo>
                  <a:pt x="176225" y="555510"/>
                </a:lnTo>
                <a:lnTo>
                  <a:pt x="176225" y="611759"/>
                </a:lnTo>
                <a:lnTo>
                  <a:pt x="200088" y="611759"/>
                </a:lnTo>
                <a:lnTo>
                  <a:pt x="200088" y="555510"/>
                </a:lnTo>
                <a:close/>
              </a:path>
              <a:path w="575945" h="612139">
                <a:moveTo>
                  <a:pt x="307136" y="555510"/>
                </a:moveTo>
                <a:lnTo>
                  <a:pt x="283273" y="555510"/>
                </a:lnTo>
                <a:lnTo>
                  <a:pt x="283273" y="611759"/>
                </a:lnTo>
                <a:lnTo>
                  <a:pt x="307136" y="611759"/>
                </a:lnTo>
                <a:lnTo>
                  <a:pt x="307136" y="555510"/>
                </a:lnTo>
                <a:close/>
              </a:path>
              <a:path w="575945" h="612139">
                <a:moveTo>
                  <a:pt x="414172" y="555510"/>
                </a:moveTo>
                <a:lnTo>
                  <a:pt x="390309" y="555510"/>
                </a:lnTo>
                <a:lnTo>
                  <a:pt x="390309" y="611759"/>
                </a:lnTo>
                <a:lnTo>
                  <a:pt x="414172" y="611759"/>
                </a:lnTo>
                <a:lnTo>
                  <a:pt x="414172" y="555510"/>
                </a:lnTo>
                <a:close/>
              </a:path>
              <a:path w="575945" h="612139">
                <a:moveTo>
                  <a:pt x="503377" y="555510"/>
                </a:moveTo>
                <a:lnTo>
                  <a:pt x="479513" y="555510"/>
                </a:lnTo>
                <a:lnTo>
                  <a:pt x="479513" y="611759"/>
                </a:lnTo>
                <a:lnTo>
                  <a:pt x="503377" y="611759"/>
                </a:lnTo>
                <a:lnTo>
                  <a:pt x="503377" y="555510"/>
                </a:lnTo>
                <a:close/>
              </a:path>
              <a:path w="575945" h="612139">
                <a:moveTo>
                  <a:pt x="575538" y="255422"/>
                </a:moveTo>
                <a:lnTo>
                  <a:pt x="572731" y="255422"/>
                </a:lnTo>
                <a:lnTo>
                  <a:pt x="562521" y="216560"/>
                </a:lnTo>
                <a:lnTo>
                  <a:pt x="545477" y="177088"/>
                </a:lnTo>
                <a:lnTo>
                  <a:pt x="533984" y="157962"/>
                </a:lnTo>
                <a:lnTo>
                  <a:pt x="522224" y="138391"/>
                </a:lnTo>
                <a:lnTo>
                  <a:pt x="518896" y="134175"/>
                </a:lnTo>
                <a:lnTo>
                  <a:pt x="493382" y="101866"/>
                </a:lnTo>
                <a:lnTo>
                  <a:pt x="459549" y="68872"/>
                </a:lnTo>
                <a:lnTo>
                  <a:pt x="421386" y="40817"/>
                </a:lnTo>
                <a:lnTo>
                  <a:pt x="379476" y="19062"/>
                </a:lnTo>
                <a:lnTo>
                  <a:pt x="334467" y="4991"/>
                </a:lnTo>
                <a:lnTo>
                  <a:pt x="286969" y="0"/>
                </a:lnTo>
                <a:lnTo>
                  <a:pt x="239471" y="4991"/>
                </a:lnTo>
                <a:lnTo>
                  <a:pt x="194462" y="19062"/>
                </a:lnTo>
                <a:lnTo>
                  <a:pt x="192722" y="19964"/>
                </a:lnTo>
                <a:lnTo>
                  <a:pt x="180035" y="26543"/>
                </a:lnTo>
                <a:lnTo>
                  <a:pt x="152565" y="40817"/>
                </a:lnTo>
                <a:lnTo>
                  <a:pt x="135636" y="53263"/>
                </a:lnTo>
                <a:lnTo>
                  <a:pt x="128917" y="58204"/>
                </a:lnTo>
                <a:lnTo>
                  <a:pt x="114388" y="68872"/>
                </a:lnTo>
                <a:lnTo>
                  <a:pt x="80568" y="101866"/>
                </a:lnTo>
                <a:lnTo>
                  <a:pt x="51727" y="138391"/>
                </a:lnTo>
                <a:lnTo>
                  <a:pt x="28473" y="177088"/>
                </a:lnTo>
                <a:lnTo>
                  <a:pt x="11430" y="216560"/>
                </a:lnTo>
                <a:lnTo>
                  <a:pt x="3302" y="247472"/>
                </a:lnTo>
                <a:lnTo>
                  <a:pt x="1206" y="255422"/>
                </a:lnTo>
                <a:lnTo>
                  <a:pt x="0" y="255422"/>
                </a:lnTo>
                <a:lnTo>
                  <a:pt x="0" y="271259"/>
                </a:lnTo>
                <a:lnTo>
                  <a:pt x="0" y="280758"/>
                </a:lnTo>
                <a:lnTo>
                  <a:pt x="0" y="304546"/>
                </a:lnTo>
                <a:lnTo>
                  <a:pt x="0" y="551065"/>
                </a:lnTo>
                <a:lnTo>
                  <a:pt x="575538" y="551065"/>
                </a:lnTo>
                <a:lnTo>
                  <a:pt x="575538" y="271373"/>
                </a:lnTo>
                <a:lnTo>
                  <a:pt x="575538" y="255422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 descr=""/>
          <p:cNvSpPr/>
          <p:nvPr/>
        </p:nvSpPr>
        <p:spPr>
          <a:xfrm>
            <a:off x="12261290" y="2987643"/>
            <a:ext cx="21590" cy="168275"/>
          </a:xfrm>
          <a:custGeom>
            <a:avLst/>
            <a:gdLst/>
            <a:ahLst/>
            <a:cxnLst/>
            <a:rect l="l" t="t" r="r" b="b"/>
            <a:pathLst>
              <a:path w="21590" h="168275">
                <a:moveTo>
                  <a:pt x="10659" y="0"/>
                </a:moveTo>
                <a:lnTo>
                  <a:pt x="0" y="168172"/>
                </a:lnTo>
                <a:lnTo>
                  <a:pt x="21308" y="168172"/>
                </a:lnTo>
                <a:lnTo>
                  <a:pt x="10659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 descr=""/>
          <p:cNvSpPr/>
          <p:nvPr/>
        </p:nvSpPr>
        <p:spPr>
          <a:xfrm>
            <a:off x="11911927" y="4800948"/>
            <a:ext cx="720090" cy="688975"/>
          </a:xfrm>
          <a:custGeom>
            <a:avLst/>
            <a:gdLst/>
            <a:ahLst/>
            <a:cxnLst/>
            <a:rect l="l" t="t" r="r" b="b"/>
            <a:pathLst>
              <a:path w="720090" h="688975">
                <a:moveTo>
                  <a:pt x="720039" y="632218"/>
                </a:moveTo>
                <a:lnTo>
                  <a:pt x="694893" y="632218"/>
                </a:lnTo>
                <a:lnTo>
                  <a:pt x="651103" y="56273"/>
                </a:lnTo>
                <a:lnTo>
                  <a:pt x="666813" y="56273"/>
                </a:lnTo>
                <a:lnTo>
                  <a:pt x="666813" y="0"/>
                </a:lnTo>
                <a:lnTo>
                  <a:pt x="53200" y="0"/>
                </a:lnTo>
                <a:lnTo>
                  <a:pt x="53200" y="56273"/>
                </a:lnTo>
                <a:lnTo>
                  <a:pt x="71386" y="56273"/>
                </a:lnTo>
                <a:lnTo>
                  <a:pt x="28308" y="628027"/>
                </a:lnTo>
                <a:lnTo>
                  <a:pt x="27990" y="632218"/>
                </a:lnTo>
                <a:lnTo>
                  <a:pt x="0" y="632218"/>
                </a:lnTo>
                <a:lnTo>
                  <a:pt x="0" y="688492"/>
                </a:lnTo>
                <a:lnTo>
                  <a:pt x="720039" y="688492"/>
                </a:lnTo>
                <a:lnTo>
                  <a:pt x="720039" y="632218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8" name="object 128" descr=""/>
          <p:cNvGrpSpPr/>
          <p:nvPr/>
        </p:nvGrpSpPr>
        <p:grpSpPr>
          <a:xfrm>
            <a:off x="11864225" y="5600964"/>
            <a:ext cx="820419" cy="733425"/>
            <a:chOff x="11864225" y="5600964"/>
            <a:chExt cx="820419" cy="733425"/>
          </a:xfrm>
        </p:grpSpPr>
        <p:sp>
          <p:nvSpPr>
            <p:cNvPr id="129" name="object 129" descr=""/>
            <p:cNvSpPr/>
            <p:nvPr/>
          </p:nvSpPr>
          <p:spPr>
            <a:xfrm>
              <a:off x="11864213" y="5600972"/>
              <a:ext cx="820419" cy="733425"/>
            </a:xfrm>
            <a:custGeom>
              <a:avLst/>
              <a:gdLst/>
              <a:ahLst/>
              <a:cxnLst/>
              <a:rect l="l" t="t" r="r" b="b"/>
              <a:pathLst>
                <a:path w="820420" h="733425">
                  <a:moveTo>
                    <a:pt x="819937" y="733031"/>
                  </a:moveTo>
                  <a:lnTo>
                    <a:pt x="819391" y="663790"/>
                  </a:lnTo>
                  <a:lnTo>
                    <a:pt x="818578" y="612736"/>
                  </a:lnTo>
                  <a:lnTo>
                    <a:pt x="817448" y="561670"/>
                  </a:lnTo>
                  <a:lnTo>
                    <a:pt x="816000" y="510616"/>
                  </a:lnTo>
                  <a:lnTo>
                    <a:pt x="814895" y="478917"/>
                  </a:lnTo>
                  <a:lnTo>
                    <a:pt x="814654" y="471233"/>
                  </a:lnTo>
                  <a:lnTo>
                    <a:pt x="814463" y="466636"/>
                  </a:lnTo>
                  <a:lnTo>
                    <a:pt x="814222" y="459549"/>
                  </a:lnTo>
                  <a:lnTo>
                    <a:pt x="813638" y="445630"/>
                  </a:lnTo>
                  <a:lnTo>
                    <a:pt x="813320" y="437781"/>
                  </a:lnTo>
                  <a:lnTo>
                    <a:pt x="812685" y="421855"/>
                  </a:lnTo>
                  <a:lnTo>
                    <a:pt x="809701" y="357428"/>
                  </a:lnTo>
                  <a:lnTo>
                    <a:pt x="806945" y="306362"/>
                  </a:lnTo>
                  <a:lnTo>
                    <a:pt x="803884" y="255308"/>
                  </a:lnTo>
                  <a:lnTo>
                    <a:pt x="800481" y="204241"/>
                  </a:lnTo>
                  <a:lnTo>
                    <a:pt x="796772" y="153187"/>
                  </a:lnTo>
                  <a:lnTo>
                    <a:pt x="792734" y="102120"/>
                  </a:lnTo>
                  <a:lnTo>
                    <a:pt x="788365" y="51054"/>
                  </a:lnTo>
                  <a:lnTo>
                    <a:pt x="783678" y="0"/>
                  </a:lnTo>
                  <a:lnTo>
                    <a:pt x="36296" y="0"/>
                  </a:lnTo>
                  <a:lnTo>
                    <a:pt x="31610" y="51054"/>
                  </a:lnTo>
                  <a:lnTo>
                    <a:pt x="27241" y="102120"/>
                  </a:lnTo>
                  <a:lnTo>
                    <a:pt x="23202" y="153187"/>
                  </a:lnTo>
                  <a:lnTo>
                    <a:pt x="20370" y="192125"/>
                  </a:lnTo>
                  <a:lnTo>
                    <a:pt x="20002" y="197231"/>
                  </a:lnTo>
                  <a:lnTo>
                    <a:pt x="19494" y="204241"/>
                  </a:lnTo>
                  <a:lnTo>
                    <a:pt x="19418" y="205232"/>
                  </a:lnTo>
                  <a:lnTo>
                    <a:pt x="19126" y="209435"/>
                  </a:lnTo>
                  <a:lnTo>
                    <a:pt x="18707" y="215900"/>
                  </a:lnTo>
                  <a:lnTo>
                    <a:pt x="16090" y="255308"/>
                  </a:lnTo>
                  <a:lnTo>
                    <a:pt x="13030" y="306362"/>
                  </a:lnTo>
                  <a:lnTo>
                    <a:pt x="12877" y="309079"/>
                  </a:lnTo>
                  <a:lnTo>
                    <a:pt x="12585" y="314147"/>
                  </a:lnTo>
                  <a:lnTo>
                    <a:pt x="12103" y="323227"/>
                  </a:lnTo>
                  <a:lnTo>
                    <a:pt x="10274" y="357428"/>
                  </a:lnTo>
                  <a:lnTo>
                    <a:pt x="7861" y="408482"/>
                  </a:lnTo>
                  <a:lnTo>
                    <a:pt x="5753" y="459549"/>
                  </a:lnTo>
                  <a:lnTo>
                    <a:pt x="5537" y="465620"/>
                  </a:lnTo>
                  <a:lnTo>
                    <a:pt x="5321" y="471233"/>
                  </a:lnTo>
                  <a:lnTo>
                    <a:pt x="4991" y="481114"/>
                  </a:lnTo>
                  <a:lnTo>
                    <a:pt x="3975" y="510616"/>
                  </a:lnTo>
                  <a:lnTo>
                    <a:pt x="2527" y="561670"/>
                  </a:lnTo>
                  <a:lnTo>
                    <a:pt x="1397" y="612736"/>
                  </a:lnTo>
                  <a:lnTo>
                    <a:pt x="584" y="663790"/>
                  </a:lnTo>
                  <a:lnTo>
                    <a:pt x="482" y="673481"/>
                  </a:lnTo>
                  <a:lnTo>
                    <a:pt x="393" y="680669"/>
                  </a:lnTo>
                  <a:lnTo>
                    <a:pt x="368" y="683221"/>
                  </a:lnTo>
                  <a:lnTo>
                    <a:pt x="101" y="714857"/>
                  </a:lnTo>
                  <a:lnTo>
                    <a:pt x="63" y="724801"/>
                  </a:lnTo>
                  <a:lnTo>
                    <a:pt x="0" y="733031"/>
                  </a:lnTo>
                  <a:lnTo>
                    <a:pt x="76542" y="733031"/>
                  </a:lnTo>
                  <a:lnTo>
                    <a:pt x="517321" y="733031"/>
                  </a:lnTo>
                  <a:lnTo>
                    <a:pt x="598690" y="733031"/>
                  </a:lnTo>
                  <a:lnTo>
                    <a:pt x="819937" y="733031"/>
                  </a:lnTo>
                  <a:close/>
                </a:path>
              </a:pathLst>
            </a:custGeom>
            <a:solidFill>
              <a:srgbClr val="B9E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2243219" y="5600972"/>
              <a:ext cx="429259" cy="325120"/>
            </a:xfrm>
            <a:custGeom>
              <a:avLst/>
              <a:gdLst/>
              <a:ahLst/>
              <a:cxnLst/>
              <a:rect l="l" t="t" r="r" b="b"/>
              <a:pathLst>
                <a:path w="429259" h="325120">
                  <a:moveTo>
                    <a:pt x="81368" y="71526"/>
                  </a:moveTo>
                  <a:lnTo>
                    <a:pt x="0" y="71526"/>
                  </a:lnTo>
                  <a:lnTo>
                    <a:pt x="0" y="95313"/>
                  </a:lnTo>
                  <a:lnTo>
                    <a:pt x="81368" y="95313"/>
                  </a:lnTo>
                  <a:lnTo>
                    <a:pt x="81368" y="71526"/>
                  </a:lnTo>
                  <a:close/>
                </a:path>
                <a:path w="429259" h="325120">
                  <a:moveTo>
                    <a:pt x="132219" y="38227"/>
                  </a:moveTo>
                  <a:lnTo>
                    <a:pt x="50850" y="38227"/>
                  </a:lnTo>
                  <a:lnTo>
                    <a:pt x="50850" y="62014"/>
                  </a:lnTo>
                  <a:lnTo>
                    <a:pt x="132219" y="62014"/>
                  </a:lnTo>
                  <a:lnTo>
                    <a:pt x="132219" y="38227"/>
                  </a:lnTo>
                  <a:close/>
                </a:path>
                <a:path w="429259" h="325120">
                  <a:moveTo>
                    <a:pt x="162852" y="102438"/>
                  </a:moveTo>
                  <a:lnTo>
                    <a:pt x="81483" y="102438"/>
                  </a:lnTo>
                  <a:lnTo>
                    <a:pt x="81483" y="126225"/>
                  </a:lnTo>
                  <a:lnTo>
                    <a:pt x="162852" y="126225"/>
                  </a:lnTo>
                  <a:lnTo>
                    <a:pt x="162852" y="102438"/>
                  </a:lnTo>
                  <a:close/>
                </a:path>
                <a:path w="429259" h="325120">
                  <a:moveTo>
                    <a:pt x="226021" y="66243"/>
                  </a:moveTo>
                  <a:lnTo>
                    <a:pt x="144665" y="66243"/>
                  </a:lnTo>
                  <a:lnTo>
                    <a:pt x="144665" y="90017"/>
                  </a:lnTo>
                  <a:lnTo>
                    <a:pt x="226021" y="90017"/>
                  </a:lnTo>
                  <a:lnTo>
                    <a:pt x="226021" y="66243"/>
                  </a:lnTo>
                  <a:close/>
                </a:path>
                <a:path w="429259" h="325120">
                  <a:moveTo>
                    <a:pt x="263271" y="0"/>
                  </a:moveTo>
                  <a:lnTo>
                    <a:pt x="181902" y="0"/>
                  </a:lnTo>
                  <a:lnTo>
                    <a:pt x="181902" y="13614"/>
                  </a:lnTo>
                  <a:lnTo>
                    <a:pt x="263271" y="13614"/>
                  </a:lnTo>
                  <a:lnTo>
                    <a:pt x="263271" y="0"/>
                  </a:lnTo>
                  <a:close/>
                </a:path>
                <a:path w="429259" h="325120">
                  <a:moveTo>
                    <a:pt x="268516" y="255041"/>
                  </a:moveTo>
                  <a:lnTo>
                    <a:pt x="187147" y="255041"/>
                  </a:lnTo>
                  <a:lnTo>
                    <a:pt x="187147" y="278828"/>
                  </a:lnTo>
                  <a:lnTo>
                    <a:pt x="268516" y="278828"/>
                  </a:lnTo>
                  <a:lnTo>
                    <a:pt x="268516" y="255041"/>
                  </a:lnTo>
                  <a:close/>
                </a:path>
                <a:path w="429259" h="325120">
                  <a:moveTo>
                    <a:pt x="287616" y="135737"/>
                  </a:moveTo>
                  <a:lnTo>
                    <a:pt x="206260" y="135737"/>
                  </a:lnTo>
                  <a:lnTo>
                    <a:pt x="206260" y="159512"/>
                  </a:lnTo>
                  <a:lnTo>
                    <a:pt x="287616" y="159512"/>
                  </a:lnTo>
                  <a:lnTo>
                    <a:pt x="287616" y="135737"/>
                  </a:lnTo>
                  <a:close/>
                </a:path>
                <a:path w="429259" h="325120">
                  <a:moveTo>
                    <a:pt x="338467" y="102438"/>
                  </a:moveTo>
                  <a:lnTo>
                    <a:pt x="257111" y="102438"/>
                  </a:lnTo>
                  <a:lnTo>
                    <a:pt x="257111" y="126225"/>
                  </a:lnTo>
                  <a:lnTo>
                    <a:pt x="338467" y="126225"/>
                  </a:lnTo>
                  <a:lnTo>
                    <a:pt x="338467" y="102438"/>
                  </a:lnTo>
                  <a:close/>
                </a:path>
                <a:path w="429259" h="325120">
                  <a:moveTo>
                    <a:pt x="356717" y="35013"/>
                  </a:moveTo>
                  <a:lnTo>
                    <a:pt x="275361" y="35013"/>
                  </a:lnTo>
                  <a:lnTo>
                    <a:pt x="275361" y="58801"/>
                  </a:lnTo>
                  <a:lnTo>
                    <a:pt x="356717" y="58801"/>
                  </a:lnTo>
                  <a:lnTo>
                    <a:pt x="356717" y="35013"/>
                  </a:lnTo>
                  <a:close/>
                </a:path>
                <a:path w="429259" h="325120">
                  <a:moveTo>
                    <a:pt x="369100" y="166662"/>
                  </a:moveTo>
                  <a:lnTo>
                    <a:pt x="287743" y="166662"/>
                  </a:lnTo>
                  <a:lnTo>
                    <a:pt x="287743" y="190436"/>
                  </a:lnTo>
                  <a:lnTo>
                    <a:pt x="369100" y="190436"/>
                  </a:lnTo>
                  <a:lnTo>
                    <a:pt x="369100" y="166662"/>
                  </a:lnTo>
                  <a:close/>
                </a:path>
                <a:path w="429259" h="325120">
                  <a:moveTo>
                    <a:pt x="388353" y="270002"/>
                  </a:moveTo>
                  <a:lnTo>
                    <a:pt x="306984" y="270002"/>
                  </a:lnTo>
                  <a:lnTo>
                    <a:pt x="306984" y="293789"/>
                  </a:lnTo>
                  <a:lnTo>
                    <a:pt x="388353" y="293789"/>
                  </a:lnTo>
                  <a:lnTo>
                    <a:pt x="388353" y="270002"/>
                  </a:lnTo>
                  <a:close/>
                </a:path>
                <a:path w="429259" h="325120">
                  <a:moveTo>
                    <a:pt x="407022" y="25514"/>
                  </a:moveTo>
                  <a:lnTo>
                    <a:pt x="404837" y="1727"/>
                  </a:lnTo>
                  <a:lnTo>
                    <a:pt x="326199" y="1727"/>
                  </a:lnTo>
                  <a:lnTo>
                    <a:pt x="326199" y="25514"/>
                  </a:lnTo>
                  <a:lnTo>
                    <a:pt x="407022" y="25514"/>
                  </a:lnTo>
                  <a:close/>
                </a:path>
                <a:path w="429259" h="325120">
                  <a:moveTo>
                    <a:pt x="412661" y="89712"/>
                  </a:moveTo>
                  <a:lnTo>
                    <a:pt x="410641" y="65938"/>
                  </a:lnTo>
                  <a:lnTo>
                    <a:pt x="356831" y="65938"/>
                  </a:lnTo>
                  <a:lnTo>
                    <a:pt x="356831" y="89712"/>
                  </a:lnTo>
                  <a:lnTo>
                    <a:pt x="412661" y="89712"/>
                  </a:lnTo>
                  <a:close/>
                </a:path>
                <a:path w="429259" h="325120">
                  <a:moveTo>
                    <a:pt x="417830" y="154228"/>
                  </a:moveTo>
                  <a:lnTo>
                    <a:pt x="415963" y="130454"/>
                  </a:lnTo>
                  <a:lnTo>
                    <a:pt x="350888" y="130454"/>
                  </a:lnTo>
                  <a:lnTo>
                    <a:pt x="350888" y="154228"/>
                  </a:lnTo>
                  <a:lnTo>
                    <a:pt x="417830" y="154228"/>
                  </a:lnTo>
                  <a:close/>
                </a:path>
                <a:path w="429259" h="325120">
                  <a:moveTo>
                    <a:pt x="425196" y="260489"/>
                  </a:moveTo>
                  <a:lnTo>
                    <a:pt x="423633" y="236702"/>
                  </a:lnTo>
                  <a:lnTo>
                    <a:pt x="357822" y="236702"/>
                  </a:lnTo>
                  <a:lnTo>
                    <a:pt x="357822" y="260489"/>
                  </a:lnTo>
                  <a:lnTo>
                    <a:pt x="425196" y="260489"/>
                  </a:lnTo>
                  <a:close/>
                </a:path>
                <a:path w="429259" h="325120">
                  <a:moveTo>
                    <a:pt x="428929" y="324700"/>
                  </a:moveTo>
                  <a:lnTo>
                    <a:pt x="428383" y="314147"/>
                  </a:lnTo>
                  <a:lnTo>
                    <a:pt x="427596" y="300926"/>
                  </a:lnTo>
                  <a:lnTo>
                    <a:pt x="388480" y="300926"/>
                  </a:lnTo>
                  <a:lnTo>
                    <a:pt x="388480" y="324700"/>
                  </a:lnTo>
                  <a:lnTo>
                    <a:pt x="428929" y="324700"/>
                  </a:lnTo>
                  <a:close/>
                </a:path>
              </a:pathLst>
            </a:custGeom>
            <a:solidFill>
              <a:srgbClr val="B9E4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1" name="object 131" descr=""/>
          <p:cNvSpPr/>
          <p:nvPr/>
        </p:nvSpPr>
        <p:spPr>
          <a:xfrm>
            <a:off x="11983326" y="4553362"/>
            <a:ext cx="582930" cy="54610"/>
          </a:xfrm>
          <a:custGeom>
            <a:avLst/>
            <a:gdLst/>
            <a:ahLst/>
            <a:cxnLst/>
            <a:rect l="l" t="t" r="r" b="b"/>
            <a:pathLst>
              <a:path w="582929" h="54610">
                <a:moveTo>
                  <a:pt x="582891" y="0"/>
                </a:moveTo>
                <a:lnTo>
                  <a:pt x="577240" y="0"/>
                </a:lnTo>
                <a:lnTo>
                  <a:pt x="536067" y="0"/>
                </a:lnTo>
                <a:lnTo>
                  <a:pt x="0" y="0"/>
                </a:lnTo>
                <a:lnTo>
                  <a:pt x="0" y="54127"/>
                </a:lnTo>
                <a:lnTo>
                  <a:pt x="536067" y="54127"/>
                </a:lnTo>
                <a:lnTo>
                  <a:pt x="577240" y="54127"/>
                </a:lnTo>
                <a:lnTo>
                  <a:pt x="582891" y="54127"/>
                </a:lnTo>
                <a:lnTo>
                  <a:pt x="582891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 descr=""/>
          <p:cNvSpPr/>
          <p:nvPr/>
        </p:nvSpPr>
        <p:spPr>
          <a:xfrm>
            <a:off x="12519398" y="4700003"/>
            <a:ext cx="46990" cy="54610"/>
          </a:xfrm>
          <a:custGeom>
            <a:avLst/>
            <a:gdLst/>
            <a:ahLst/>
            <a:cxnLst/>
            <a:rect l="l" t="t" r="r" b="b"/>
            <a:pathLst>
              <a:path w="46990" h="54610">
                <a:moveTo>
                  <a:pt x="46825" y="0"/>
                </a:moveTo>
                <a:lnTo>
                  <a:pt x="0" y="0"/>
                </a:lnTo>
                <a:lnTo>
                  <a:pt x="0" y="54134"/>
                </a:lnTo>
                <a:lnTo>
                  <a:pt x="46825" y="54134"/>
                </a:lnTo>
                <a:lnTo>
                  <a:pt x="46825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 descr=""/>
          <p:cNvSpPr/>
          <p:nvPr/>
        </p:nvSpPr>
        <p:spPr>
          <a:xfrm>
            <a:off x="12245051" y="6173780"/>
            <a:ext cx="88265" cy="160655"/>
          </a:xfrm>
          <a:custGeom>
            <a:avLst/>
            <a:gdLst/>
            <a:ahLst/>
            <a:cxnLst/>
            <a:rect l="l" t="t" r="r" b="b"/>
            <a:pathLst>
              <a:path w="88265" h="160654">
                <a:moveTo>
                  <a:pt x="87756" y="0"/>
                </a:moveTo>
                <a:lnTo>
                  <a:pt x="0" y="0"/>
                </a:lnTo>
                <a:lnTo>
                  <a:pt x="0" y="160215"/>
                </a:lnTo>
                <a:lnTo>
                  <a:pt x="87756" y="160215"/>
                </a:lnTo>
                <a:lnTo>
                  <a:pt x="87756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 descr=""/>
          <p:cNvSpPr/>
          <p:nvPr/>
        </p:nvSpPr>
        <p:spPr>
          <a:xfrm>
            <a:off x="12404669" y="5858125"/>
            <a:ext cx="88265" cy="200660"/>
          </a:xfrm>
          <a:custGeom>
            <a:avLst/>
            <a:gdLst/>
            <a:ahLst/>
            <a:cxnLst/>
            <a:rect l="l" t="t" r="r" b="b"/>
            <a:pathLst>
              <a:path w="88265" h="200660">
                <a:moveTo>
                  <a:pt x="87756" y="0"/>
                </a:moveTo>
                <a:lnTo>
                  <a:pt x="0" y="0"/>
                </a:lnTo>
                <a:lnTo>
                  <a:pt x="0" y="200234"/>
                </a:lnTo>
                <a:lnTo>
                  <a:pt x="87756" y="200234"/>
                </a:lnTo>
                <a:lnTo>
                  <a:pt x="87756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 descr=""/>
          <p:cNvSpPr/>
          <p:nvPr/>
        </p:nvSpPr>
        <p:spPr>
          <a:xfrm>
            <a:off x="12072249" y="5858125"/>
            <a:ext cx="88265" cy="200660"/>
          </a:xfrm>
          <a:custGeom>
            <a:avLst/>
            <a:gdLst/>
            <a:ahLst/>
            <a:cxnLst/>
            <a:rect l="l" t="t" r="r" b="b"/>
            <a:pathLst>
              <a:path w="88265" h="200660">
                <a:moveTo>
                  <a:pt x="87756" y="0"/>
                </a:moveTo>
                <a:lnTo>
                  <a:pt x="0" y="0"/>
                </a:lnTo>
                <a:lnTo>
                  <a:pt x="0" y="200234"/>
                </a:lnTo>
                <a:lnTo>
                  <a:pt x="87756" y="200234"/>
                </a:lnTo>
                <a:lnTo>
                  <a:pt x="87756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 descr=""/>
          <p:cNvSpPr/>
          <p:nvPr/>
        </p:nvSpPr>
        <p:spPr>
          <a:xfrm>
            <a:off x="12399298" y="6056600"/>
            <a:ext cx="102235" cy="34925"/>
          </a:xfrm>
          <a:custGeom>
            <a:avLst/>
            <a:gdLst/>
            <a:ahLst/>
            <a:cxnLst/>
            <a:rect l="l" t="t" r="r" b="b"/>
            <a:pathLst>
              <a:path w="102234" h="34925">
                <a:moveTo>
                  <a:pt x="101797" y="0"/>
                </a:moveTo>
                <a:lnTo>
                  <a:pt x="0" y="0"/>
                </a:lnTo>
                <a:lnTo>
                  <a:pt x="0" y="34334"/>
                </a:lnTo>
                <a:lnTo>
                  <a:pt x="101797" y="34334"/>
                </a:lnTo>
                <a:lnTo>
                  <a:pt x="101797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 descr=""/>
          <p:cNvSpPr/>
          <p:nvPr/>
        </p:nvSpPr>
        <p:spPr>
          <a:xfrm>
            <a:off x="12060355" y="6056600"/>
            <a:ext cx="102235" cy="34925"/>
          </a:xfrm>
          <a:custGeom>
            <a:avLst/>
            <a:gdLst/>
            <a:ahLst/>
            <a:cxnLst/>
            <a:rect l="l" t="t" r="r" b="b"/>
            <a:pathLst>
              <a:path w="102234" h="34925">
                <a:moveTo>
                  <a:pt x="101797" y="0"/>
                </a:moveTo>
                <a:lnTo>
                  <a:pt x="0" y="0"/>
                </a:lnTo>
                <a:lnTo>
                  <a:pt x="0" y="34334"/>
                </a:lnTo>
                <a:lnTo>
                  <a:pt x="101797" y="34334"/>
                </a:lnTo>
                <a:lnTo>
                  <a:pt x="101797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8" name="object 138" descr=""/>
          <p:cNvGrpSpPr/>
          <p:nvPr/>
        </p:nvGrpSpPr>
        <p:grpSpPr>
          <a:xfrm>
            <a:off x="10467367" y="5488220"/>
            <a:ext cx="1409065" cy="848360"/>
            <a:chOff x="10467367" y="5488220"/>
            <a:chExt cx="1409065" cy="848360"/>
          </a:xfrm>
        </p:grpSpPr>
        <p:sp>
          <p:nvSpPr>
            <p:cNvPr id="139" name="object 139" descr=""/>
            <p:cNvSpPr/>
            <p:nvPr/>
          </p:nvSpPr>
          <p:spPr>
            <a:xfrm>
              <a:off x="10467366" y="5488222"/>
              <a:ext cx="1409065" cy="845819"/>
            </a:xfrm>
            <a:custGeom>
              <a:avLst/>
              <a:gdLst/>
              <a:ahLst/>
              <a:cxnLst/>
              <a:rect l="l" t="t" r="r" b="b"/>
              <a:pathLst>
                <a:path w="1409065" h="845820">
                  <a:moveTo>
                    <a:pt x="140878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0" y="146913"/>
                  </a:lnTo>
                  <a:lnTo>
                    <a:pt x="0" y="845781"/>
                  </a:lnTo>
                  <a:lnTo>
                    <a:pt x="1408785" y="845781"/>
                  </a:lnTo>
                  <a:lnTo>
                    <a:pt x="1408785" y="229019"/>
                  </a:lnTo>
                  <a:lnTo>
                    <a:pt x="1408785" y="0"/>
                  </a:lnTo>
                  <a:close/>
                </a:path>
              </a:pathLst>
            </a:custGeom>
            <a:solidFill>
              <a:srgbClr val="B9E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0467366" y="5969501"/>
              <a:ext cx="1409065" cy="367030"/>
            </a:xfrm>
            <a:custGeom>
              <a:avLst/>
              <a:gdLst/>
              <a:ahLst/>
              <a:cxnLst/>
              <a:rect l="l" t="t" r="r" b="b"/>
              <a:pathLst>
                <a:path w="1409065" h="367029">
                  <a:moveTo>
                    <a:pt x="22745" y="239801"/>
                  </a:moveTo>
                  <a:lnTo>
                    <a:pt x="0" y="239801"/>
                  </a:lnTo>
                  <a:lnTo>
                    <a:pt x="0" y="272415"/>
                  </a:lnTo>
                  <a:lnTo>
                    <a:pt x="22745" y="272415"/>
                  </a:lnTo>
                  <a:lnTo>
                    <a:pt x="22745" y="239801"/>
                  </a:lnTo>
                  <a:close/>
                </a:path>
                <a:path w="1409065" h="367029">
                  <a:moveTo>
                    <a:pt x="64274" y="334365"/>
                  </a:moveTo>
                  <a:lnTo>
                    <a:pt x="0" y="334365"/>
                  </a:lnTo>
                  <a:lnTo>
                    <a:pt x="0" y="364502"/>
                  </a:lnTo>
                  <a:lnTo>
                    <a:pt x="64274" y="364502"/>
                  </a:lnTo>
                  <a:lnTo>
                    <a:pt x="64274" y="334365"/>
                  </a:lnTo>
                  <a:close/>
                </a:path>
                <a:path w="1409065" h="367029">
                  <a:moveTo>
                    <a:pt x="180809" y="295071"/>
                  </a:moveTo>
                  <a:lnTo>
                    <a:pt x="84937" y="295071"/>
                  </a:lnTo>
                  <a:lnTo>
                    <a:pt x="84937" y="327672"/>
                  </a:lnTo>
                  <a:lnTo>
                    <a:pt x="180809" y="327672"/>
                  </a:lnTo>
                  <a:lnTo>
                    <a:pt x="180809" y="295071"/>
                  </a:lnTo>
                  <a:close/>
                </a:path>
                <a:path w="1409065" h="367029">
                  <a:moveTo>
                    <a:pt x="263855" y="189725"/>
                  </a:moveTo>
                  <a:lnTo>
                    <a:pt x="167982" y="189725"/>
                  </a:lnTo>
                  <a:lnTo>
                    <a:pt x="167982" y="222338"/>
                  </a:lnTo>
                  <a:lnTo>
                    <a:pt x="263855" y="222338"/>
                  </a:lnTo>
                  <a:lnTo>
                    <a:pt x="263855" y="189725"/>
                  </a:lnTo>
                  <a:close/>
                </a:path>
                <a:path w="1409065" h="367029">
                  <a:moveTo>
                    <a:pt x="305371" y="284276"/>
                  </a:moveTo>
                  <a:lnTo>
                    <a:pt x="209499" y="284276"/>
                  </a:lnTo>
                  <a:lnTo>
                    <a:pt x="209499" y="316890"/>
                  </a:lnTo>
                  <a:lnTo>
                    <a:pt x="305371" y="316890"/>
                  </a:lnTo>
                  <a:lnTo>
                    <a:pt x="305371" y="284276"/>
                  </a:lnTo>
                  <a:close/>
                </a:path>
                <a:path w="1409065" h="367029">
                  <a:moveTo>
                    <a:pt x="397040" y="186639"/>
                  </a:moveTo>
                  <a:lnTo>
                    <a:pt x="301167" y="186639"/>
                  </a:lnTo>
                  <a:lnTo>
                    <a:pt x="301167" y="219252"/>
                  </a:lnTo>
                  <a:lnTo>
                    <a:pt x="397040" y="219252"/>
                  </a:lnTo>
                  <a:lnTo>
                    <a:pt x="397040" y="186639"/>
                  </a:lnTo>
                  <a:close/>
                </a:path>
                <a:path w="1409065" h="367029">
                  <a:moveTo>
                    <a:pt x="397040" y="17081"/>
                  </a:moveTo>
                  <a:lnTo>
                    <a:pt x="301167" y="17081"/>
                  </a:lnTo>
                  <a:lnTo>
                    <a:pt x="301167" y="49682"/>
                  </a:lnTo>
                  <a:lnTo>
                    <a:pt x="397040" y="49682"/>
                  </a:lnTo>
                  <a:lnTo>
                    <a:pt x="397040" y="17081"/>
                  </a:lnTo>
                  <a:close/>
                </a:path>
                <a:path w="1409065" h="367029">
                  <a:moveTo>
                    <a:pt x="444982" y="295846"/>
                  </a:moveTo>
                  <a:lnTo>
                    <a:pt x="349110" y="295846"/>
                  </a:lnTo>
                  <a:lnTo>
                    <a:pt x="349110" y="328447"/>
                  </a:lnTo>
                  <a:lnTo>
                    <a:pt x="444982" y="328447"/>
                  </a:lnTo>
                  <a:lnTo>
                    <a:pt x="444982" y="295846"/>
                  </a:lnTo>
                  <a:close/>
                </a:path>
                <a:path w="1409065" h="367029">
                  <a:moveTo>
                    <a:pt x="444982" y="126263"/>
                  </a:moveTo>
                  <a:lnTo>
                    <a:pt x="349110" y="126263"/>
                  </a:lnTo>
                  <a:lnTo>
                    <a:pt x="349110" y="158877"/>
                  </a:lnTo>
                  <a:lnTo>
                    <a:pt x="444982" y="158877"/>
                  </a:lnTo>
                  <a:lnTo>
                    <a:pt x="444982" y="126263"/>
                  </a:lnTo>
                  <a:close/>
                </a:path>
                <a:path w="1409065" h="367029">
                  <a:moveTo>
                    <a:pt x="465734" y="240461"/>
                  </a:moveTo>
                  <a:lnTo>
                    <a:pt x="369862" y="240461"/>
                  </a:lnTo>
                  <a:lnTo>
                    <a:pt x="369862" y="273062"/>
                  </a:lnTo>
                  <a:lnTo>
                    <a:pt x="465734" y="273062"/>
                  </a:lnTo>
                  <a:lnTo>
                    <a:pt x="465734" y="240461"/>
                  </a:lnTo>
                  <a:close/>
                </a:path>
                <a:path w="1409065" h="367029">
                  <a:moveTo>
                    <a:pt x="465734" y="70891"/>
                  </a:moveTo>
                  <a:lnTo>
                    <a:pt x="369862" y="70891"/>
                  </a:lnTo>
                  <a:lnTo>
                    <a:pt x="369862" y="103505"/>
                  </a:lnTo>
                  <a:lnTo>
                    <a:pt x="465734" y="103505"/>
                  </a:lnTo>
                  <a:lnTo>
                    <a:pt x="465734" y="70891"/>
                  </a:lnTo>
                  <a:close/>
                </a:path>
                <a:path w="1409065" h="367029">
                  <a:moveTo>
                    <a:pt x="528015" y="190500"/>
                  </a:moveTo>
                  <a:lnTo>
                    <a:pt x="432142" y="190500"/>
                  </a:lnTo>
                  <a:lnTo>
                    <a:pt x="432142" y="223113"/>
                  </a:lnTo>
                  <a:lnTo>
                    <a:pt x="528015" y="223113"/>
                  </a:lnTo>
                  <a:lnTo>
                    <a:pt x="528015" y="190500"/>
                  </a:lnTo>
                  <a:close/>
                </a:path>
                <a:path w="1409065" h="367029">
                  <a:moveTo>
                    <a:pt x="528015" y="20929"/>
                  </a:moveTo>
                  <a:lnTo>
                    <a:pt x="432142" y="20929"/>
                  </a:lnTo>
                  <a:lnTo>
                    <a:pt x="432142" y="53530"/>
                  </a:lnTo>
                  <a:lnTo>
                    <a:pt x="528015" y="53530"/>
                  </a:lnTo>
                  <a:lnTo>
                    <a:pt x="528015" y="20929"/>
                  </a:lnTo>
                  <a:close/>
                </a:path>
                <a:path w="1409065" h="367029">
                  <a:moveTo>
                    <a:pt x="569531" y="285051"/>
                  </a:moveTo>
                  <a:lnTo>
                    <a:pt x="473659" y="285051"/>
                  </a:lnTo>
                  <a:lnTo>
                    <a:pt x="473659" y="317665"/>
                  </a:lnTo>
                  <a:lnTo>
                    <a:pt x="569531" y="317665"/>
                  </a:lnTo>
                  <a:lnTo>
                    <a:pt x="569531" y="285051"/>
                  </a:lnTo>
                  <a:close/>
                </a:path>
                <a:path w="1409065" h="367029">
                  <a:moveTo>
                    <a:pt x="569531" y="115493"/>
                  </a:moveTo>
                  <a:lnTo>
                    <a:pt x="473659" y="115493"/>
                  </a:lnTo>
                  <a:lnTo>
                    <a:pt x="473659" y="148094"/>
                  </a:lnTo>
                  <a:lnTo>
                    <a:pt x="569531" y="148094"/>
                  </a:lnTo>
                  <a:lnTo>
                    <a:pt x="569531" y="115493"/>
                  </a:lnTo>
                  <a:close/>
                </a:path>
                <a:path w="1409065" h="367029">
                  <a:moveTo>
                    <a:pt x="646074" y="235953"/>
                  </a:moveTo>
                  <a:lnTo>
                    <a:pt x="550202" y="235953"/>
                  </a:lnTo>
                  <a:lnTo>
                    <a:pt x="550202" y="268554"/>
                  </a:lnTo>
                  <a:lnTo>
                    <a:pt x="646074" y="268554"/>
                  </a:lnTo>
                  <a:lnTo>
                    <a:pt x="646074" y="235953"/>
                  </a:lnTo>
                  <a:close/>
                </a:path>
                <a:path w="1409065" h="367029">
                  <a:moveTo>
                    <a:pt x="646074" y="60896"/>
                  </a:moveTo>
                  <a:lnTo>
                    <a:pt x="550202" y="60896"/>
                  </a:lnTo>
                  <a:lnTo>
                    <a:pt x="550202" y="93497"/>
                  </a:lnTo>
                  <a:lnTo>
                    <a:pt x="646074" y="93497"/>
                  </a:lnTo>
                  <a:lnTo>
                    <a:pt x="646074" y="60896"/>
                  </a:lnTo>
                  <a:close/>
                </a:path>
                <a:path w="1409065" h="367029">
                  <a:moveTo>
                    <a:pt x="694004" y="345135"/>
                  </a:moveTo>
                  <a:lnTo>
                    <a:pt x="598131" y="345135"/>
                  </a:lnTo>
                  <a:lnTo>
                    <a:pt x="598131" y="364502"/>
                  </a:lnTo>
                  <a:lnTo>
                    <a:pt x="694004" y="364502"/>
                  </a:lnTo>
                  <a:lnTo>
                    <a:pt x="694004" y="345135"/>
                  </a:lnTo>
                  <a:close/>
                </a:path>
                <a:path w="1409065" h="367029">
                  <a:moveTo>
                    <a:pt x="694004" y="170091"/>
                  </a:moveTo>
                  <a:lnTo>
                    <a:pt x="598131" y="170091"/>
                  </a:lnTo>
                  <a:lnTo>
                    <a:pt x="598131" y="202692"/>
                  </a:lnTo>
                  <a:lnTo>
                    <a:pt x="694004" y="202692"/>
                  </a:lnTo>
                  <a:lnTo>
                    <a:pt x="694004" y="170091"/>
                  </a:lnTo>
                  <a:close/>
                </a:path>
                <a:path w="1409065" h="367029">
                  <a:moveTo>
                    <a:pt x="714768" y="289763"/>
                  </a:moveTo>
                  <a:lnTo>
                    <a:pt x="618896" y="289763"/>
                  </a:lnTo>
                  <a:lnTo>
                    <a:pt x="618896" y="322376"/>
                  </a:lnTo>
                  <a:lnTo>
                    <a:pt x="714768" y="322376"/>
                  </a:lnTo>
                  <a:lnTo>
                    <a:pt x="714768" y="289763"/>
                  </a:lnTo>
                  <a:close/>
                </a:path>
                <a:path w="1409065" h="367029">
                  <a:moveTo>
                    <a:pt x="714768" y="114719"/>
                  </a:moveTo>
                  <a:lnTo>
                    <a:pt x="618896" y="114719"/>
                  </a:lnTo>
                  <a:lnTo>
                    <a:pt x="618896" y="147320"/>
                  </a:lnTo>
                  <a:lnTo>
                    <a:pt x="714768" y="147320"/>
                  </a:lnTo>
                  <a:lnTo>
                    <a:pt x="714768" y="114719"/>
                  </a:lnTo>
                  <a:close/>
                </a:path>
                <a:path w="1409065" h="367029">
                  <a:moveTo>
                    <a:pt x="777049" y="239801"/>
                  </a:moveTo>
                  <a:lnTo>
                    <a:pt x="681177" y="239801"/>
                  </a:lnTo>
                  <a:lnTo>
                    <a:pt x="681177" y="272415"/>
                  </a:lnTo>
                  <a:lnTo>
                    <a:pt x="777049" y="272415"/>
                  </a:lnTo>
                  <a:lnTo>
                    <a:pt x="777049" y="239801"/>
                  </a:lnTo>
                  <a:close/>
                </a:path>
                <a:path w="1409065" h="367029">
                  <a:moveTo>
                    <a:pt x="777049" y="64744"/>
                  </a:moveTo>
                  <a:lnTo>
                    <a:pt x="681177" y="64744"/>
                  </a:lnTo>
                  <a:lnTo>
                    <a:pt x="681177" y="97358"/>
                  </a:lnTo>
                  <a:lnTo>
                    <a:pt x="777049" y="97358"/>
                  </a:lnTo>
                  <a:lnTo>
                    <a:pt x="777049" y="64744"/>
                  </a:lnTo>
                  <a:close/>
                </a:path>
                <a:path w="1409065" h="367029">
                  <a:moveTo>
                    <a:pt x="818565" y="334365"/>
                  </a:moveTo>
                  <a:lnTo>
                    <a:pt x="722693" y="334365"/>
                  </a:lnTo>
                  <a:lnTo>
                    <a:pt x="722693" y="366966"/>
                  </a:lnTo>
                  <a:lnTo>
                    <a:pt x="818565" y="366966"/>
                  </a:lnTo>
                  <a:lnTo>
                    <a:pt x="818565" y="334365"/>
                  </a:lnTo>
                  <a:close/>
                </a:path>
                <a:path w="1409065" h="367029">
                  <a:moveTo>
                    <a:pt x="818565" y="159308"/>
                  </a:moveTo>
                  <a:lnTo>
                    <a:pt x="722693" y="159308"/>
                  </a:lnTo>
                  <a:lnTo>
                    <a:pt x="722693" y="191922"/>
                  </a:lnTo>
                  <a:lnTo>
                    <a:pt x="818565" y="191922"/>
                  </a:lnTo>
                  <a:lnTo>
                    <a:pt x="818565" y="159308"/>
                  </a:lnTo>
                  <a:close/>
                </a:path>
                <a:path w="1409065" h="367029">
                  <a:moveTo>
                    <a:pt x="842441" y="0"/>
                  </a:moveTo>
                  <a:lnTo>
                    <a:pt x="746569" y="0"/>
                  </a:lnTo>
                  <a:lnTo>
                    <a:pt x="746569" y="32600"/>
                  </a:lnTo>
                  <a:lnTo>
                    <a:pt x="842441" y="32600"/>
                  </a:lnTo>
                  <a:lnTo>
                    <a:pt x="842441" y="0"/>
                  </a:lnTo>
                  <a:close/>
                </a:path>
                <a:path w="1409065" h="367029">
                  <a:moveTo>
                    <a:pt x="890371" y="109194"/>
                  </a:moveTo>
                  <a:lnTo>
                    <a:pt x="794499" y="109194"/>
                  </a:lnTo>
                  <a:lnTo>
                    <a:pt x="794499" y="141795"/>
                  </a:lnTo>
                  <a:lnTo>
                    <a:pt x="890371" y="141795"/>
                  </a:lnTo>
                  <a:lnTo>
                    <a:pt x="890371" y="109194"/>
                  </a:lnTo>
                  <a:close/>
                </a:path>
                <a:path w="1409065" h="367029">
                  <a:moveTo>
                    <a:pt x="911136" y="53822"/>
                  </a:moveTo>
                  <a:lnTo>
                    <a:pt x="815263" y="53822"/>
                  </a:lnTo>
                  <a:lnTo>
                    <a:pt x="815263" y="86423"/>
                  </a:lnTo>
                  <a:lnTo>
                    <a:pt x="911136" y="86423"/>
                  </a:lnTo>
                  <a:lnTo>
                    <a:pt x="911136" y="53822"/>
                  </a:lnTo>
                  <a:close/>
                </a:path>
                <a:path w="1409065" h="367029">
                  <a:moveTo>
                    <a:pt x="973416" y="3848"/>
                  </a:moveTo>
                  <a:lnTo>
                    <a:pt x="877544" y="3848"/>
                  </a:lnTo>
                  <a:lnTo>
                    <a:pt x="877544" y="36461"/>
                  </a:lnTo>
                  <a:lnTo>
                    <a:pt x="973416" y="36461"/>
                  </a:lnTo>
                  <a:lnTo>
                    <a:pt x="973416" y="3848"/>
                  </a:lnTo>
                  <a:close/>
                </a:path>
                <a:path w="1409065" h="367029">
                  <a:moveTo>
                    <a:pt x="1014933" y="98412"/>
                  </a:moveTo>
                  <a:lnTo>
                    <a:pt x="919060" y="98412"/>
                  </a:lnTo>
                  <a:lnTo>
                    <a:pt x="919060" y="131025"/>
                  </a:lnTo>
                  <a:lnTo>
                    <a:pt x="1014933" y="131025"/>
                  </a:lnTo>
                  <a:lnTo>
                    <a:pt x="1014933" y="98412"/>
                  </a:lnTo>
                  <a:close/>
                </a:path>
                <a:path w="1409065" h="367029">
                  <a:moveTo>
                    <a:pt x="1151331" y="186639"/>
                  </a:moveTo>
                  <a:lnTo>
                    <a:pt x="1055458" y="186639"/>
                  </a:lnTo>
                  <a:lnTo>
                    <a:pt x="1055458" y="219252"/>
                  </a:lnTo>
                  <a:lnTo>
                    <a:pt x="1151331" y="219252"/>
                  </a:lnTo>
                  <a:lnTo>
                    <a:pt x="1151331" y="186639"/>
                  </a:lnTo>
                  <a:close/>
                </a:path>
                <a:path w="1409065" h="367029">
                  <a:moveTo>
                    <a:pt x="1151331" y="17081"/>
                  </a:moveTo>
                  <a:lnTo>
                    <a:pt x="1055458" y="17081"/>
                  </a:lnTo>
                  <a:lnTo>
                    <a:pt x="1055458" y="49682"/>
                  </a:lnTo>
                  <a:lnTo>
                    <a:pt x="1151331" y="49682"/>
                  </a:lnTo>
                  <a:lnTo>
                    <a:pt x="1151331" y="17081"/>
                  </a:lnTo>
                  <a:close/>
                </a:path>
                <a:path w="1409065" h="367029">
                  <a:moveTo>
                    <a:pt x="1199273" y="295846"/>
                  </a:moveTo>
                  <a:lnTo>
                    <a:pt x="1103401" y="295846"/>
                  </a:lnTo>
                  <a:lnTo>
                    <a:pt x="1103401" y="328447"/>
                  </a:lnTo>
                  <a:lnTo>
                    <a:pt x="1199273" y="328447"/>
                  </a:lnTo>
                  <a:lnTo>
                    <a:pt x="1199273" y="295846"/>
                  </a:lnTo>
                  <a:close/>
                </a:path>
                <a:path w="1409065" h="367029">
                  <a:moveTo>
                    <a:pt x="1199273" y="126263"/>
                  </a:moveTo>
                  <a:lnTo>
                    <a:pt x="1103401" y="126263"/>
                  </a:lnTo>
                  <a:lnTo>
                    <a:pt x="1103401" y="158877"/>
                  </a:lnTo>
                  <a:lnTo>
                    <a:pt x="1199273" y="158877"/>
                  </a:lnTo>
                  <a:lnTo>
                    <a:pt x="1199273" y="126263"/>
                  </a:lnTo>
                  <a:close/>
                </a:path>
                <a:path w="1409065" h="367029">
                  <a:moveTo>
                    <a:pt x="1220038" y="240461"/>
                  </a:moveTo>
                  <a:lnTo>
                    <a:pt x="1124165" y="240461"/>
                  </a:lnTo>
                  <a:lnTo>
                    <a:pt x="1124165" y="273062"/>
                  </a:lnTo>
                  <a:lnTo>
                    <a:pt x="1220038" y="273062"/>
                  </a:lnTo>
                  <a:lnTo>
                    <a:pt x="1220038" y="240461"/>
                  </a:lnTo>
                  <a:close/>
                </a:path>
                <a:path w="1409065" h="367029">
                  <a:moveTo>
                    <a:pt x="1220038" y="70891"/>
                  </a:moveTo>
                  <a:lnTo>
                    <a:pt x="1124165" y="70891"/>
                  </a:lnTo>
                  <a:lnTo>
                    <a:pt x="1124165" y="103505"/>
                  </a:lnTo>
                  <a:lnTo>
                    <a:pt x="1220038" y="103505"/>
                  </a:lnTo>
                  <a:lnTo>
                    <a:pt x="1220038" y="70891"/>
                  </a:lnTo>
                  <a:close/>
                </a:path>
                <a:path w="1409065" h="367029">
                  <a:moveTo>
                    <a:pt x="1282319" y="190500"/>
                  </a:moveTo>
                  <a:lnTo>
                    <a:pt x="1186446" y="190500"/>
                  </a:lnTo>
                  <a:lnTo>
                    <a:pt x="1186446" y="223113"/>
                  </a:lnTo>
                  <a:lnTo>
                    <a:pt x="1282319" y="223113"/>
                  </a:lnTo>
                  <a:lnTo>
                    <a:pt x="1282319" y="190500"/>
                  </a:lnTo>
                  <a:close/>
                </a:path>
                <a:path w="1409065" h="367029">
                  <a:moveTo>
                    <a:pt x="1282319" y="20929"/>
                  </a:moveTo>
                  <a:lnTo>
                    <a:pt x="1186446" y="20929"/>
                  </a:lnTo>
                  <a:lnTo>
                    <a:pt x="1186446" y="53530"/>
                  </a:lnTo>
                  <a:lnTo>
                    <a:pt x="1282319" y="53530"/>
                  </a:lnTo>
                  <a:lnTo>
                    <a:pt x="1282319" y="20929"/>
                  </a:lnTo>
                  <a:close/>
                </a:path>
                <a:path w="1409065" h="367029">
                  <a:moveTo>
                    <a:pt x="1323835" y="285051"/>
                  </a:moveTo>
                  <a:lnTo>
                    <a:pt x="1227963" y="285051"/>
                  </a:lnTo>
                  <a:lnTo>
                    <a:pt x="1227963" y="317665"/>
                  </a:lnTo>
                  <a:lnTo>
                    <a:pt x="1323835" y="317665"/>
                  </a:lnTo>
                  <a:lnTo>
                    <a:pt x="1323835" y="285051"/>
                  </a:lnTo>
                  <a:close/>
                </a:path>
                <a:path w="1409065" h="367029">
                  <a:moveTo>
                    <a:pt x="1323835" y="115493"/>
                  </a:moveTo>
                  <a:lnTo>
                    <a:pt x="1227963" y="115493"/>
                  </a:lnTo>
                  <a:lnTo>
                    <a:pt x="1227963" y="148094"/>
                  </a:lnTo>
                  <a:lnTo>
                    <a:pt x="1323835" y="148094"/>
                  </a:lnTo>
                  <a:lnTo>
                    <a:pt x="1323835" y="115493"/>
                  </a:lnTo>
                  <a:close/>
                </a:path>
                <a:path w="1409065" h="367029">
                  <a:moveTo>
                    <a:pt x="1400378" y="235953"/>
                  </a:moveTo>
                  <a:lnTo>
                    <a:pt x="1304505" y="235953"/>
                  </a:lnTo>
                  <a:lnTo>
                    <a:pt x="1304505" y="268554"/>
                  </a:lnTo>
                  <a:lnTo>
                    <a:pt x="1400378" y="268554"/>
                  </a:lnTo>
                  <a:lnTo>
                    <a:pt x="1400378" y="235953"/>
                  </a:lnTo>
                  <a:close/>
                </a:path>
                <a:path w="1409065" h="367029">
                  <a:moveTo>
                    <a:pt x="1400378" y="60896"/>
                  </a:moveTo>
                  <a:lnTo>
                    <a:pt x="1304505" y="60896"/>
                  </a:lnTo>
                  <a:lnTo>
                    <a:pt x="1304505" y="93497"/>
                  </a:lnTo>
                  <a:lnTo>
                    <a:pt x="1400378" y="93497"/>
                  </a:lnTo>
                  <a:lnTo>
                    <a:pt x="1400378" y="60896"/>
                  </a:lnTo>
                  <a:close/>
                </a:path>
                <a:path w="1409065" h="367029">
                  <a:moveTo>
                    <a:pt x="1408785" y="345135"/>
                  </a:moveTo>
                  <a:lnTo>
                    <a:pt x="1352435" y="345135"/>
                  </a:lnTo>
                  <a:lnTo>
                    <a:pt x="1352435" y="364502"/>
                  </a:lnTo>
                  <a:lnTo>
                    <a:pt x="1408785" y="364502"/>
                  </a:lnTo>
                  <a:lnTo>
                    <a:pt x="1408785" y="345135"/>
                  </a:lnTo>
                  <a:close/>
                </a:path>
                <a:path w="1409065" h="367029">
                  <a:moveTo>
                    <a:pt x="1408785" y="289763"/>
                  </a:moveTo>
                  <a:lnTo>
                    <a:pt x="1373187" y="289763"/>
                  </a:lnTo>
                  <a:lnTo>
                    <a:pt x="1373187" y="322376"/>
                  </a:lnTo>
                  <a:lnTo>
                    <a:pt x="1408785" y="322376"/>
                  </a:lnTo>
                  <a:lnTo>
                    <a:pt x="1408785" y="289763"/>
                  </a:lnTo>
                  <a:close/>
                </a:path>
                <a:path w="1409065" h="367029">
                  <a:moveTo>
                    <a:pt x="1408785" y="170091"/>
                  </a:moveTo>
                  <a:lnTo>
                    <a:pt x="1352435" y="170091"/>
                  </a:lnTo>
                  <a:lnTo>
                    <a:pt x="1352435" y="202692"/>
                  </a:lnTo>
                  <a:lnTo>
                    <a:pt x="1408785" y="202692"/>
                  </a:lnTo>
                  <a:lnTo>
                    <a:pt x="1408785" y="170091"/>
                  </a:lnTo>
                  <a:close/>
                </a:path>
                <a:path w="1409065" h="367029">
                  <a:moveTo>
                    <a:pt x="1408785" y="114719"/>
                  </a:moveTo>
                  <a:lnTo>
                    <a:pt x="1373187" y="114719"/>
                  </a:lnTo>
                  <a:lnTo>
                    <a:pt x="1373187" y="147320"/>
                  </a:lnTo>
                  <a:lnTo>
                    <a:pt x="1408785" y="147320"/>
                  </a:lnTo>
                  <a:lnTo>
                    <a:pt x="1408785" y="114719"/>
                  </a:lnTo>
                  <a:close/>
                </a:path>
              </a:pathLst>
            </a:custGeom>
            <a:solidFill>
              <a:srgbClr val="B9E4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1" name="object 141" descr=""/>
          <p:cNvGrpSpPr/>
          <p:nvPr/>
        </p:nvGrpSpPr>
        <p:grpSpPr>
          <a:xfrm>
            <a:off x="10467366" y="3683616"/>
            <a:ext cx="1462405" cy="1889125"/>
            <a:chOff x="10467366" y="3683616"/>
            <a:chExt cx="1462405" cy="1889125"/>
          </a:xfrm>
        </p:grpSpPr>
        <p:sp>
          <p:nvSpPr>
            <p:cNvPr id="142" name="object 142" descr=""/>
            <p:cNvSpPr/>
            <p:nvPr/>
          </p:nvSpPr>
          <p:spPr>
            <a:xfrm>
              <a:off x="10467365" y="4322235"/>
              <a:ext cx="1147445" cy="993775"/>
            </a:xfrm>
            <a:custGeom>
              <a:avLst/>
              <a:gdLst/>
              <a:ahLst/>
              <a:cxnLst/>
              <a:rect l="l" t="t" r="r" b="b"/>
              <a:pathLst>
                <a:path w="1147445" h="993775">
                  <a:moveTo>
                    <a:pt x="1146873" y="993368"/>
                  </a:moveTo>
                  <a:lnTo>
                    <a:pt x="1145247" y="946048"/>
                  </a:lnTo>
                  <a:lnTo>
                    <a:pt x="1141437" y="899375"/>
                  </a:lnTo>
                  <a:lnTo>
                    <a:pt x="1138656" y="877874"/>
                  </a:lnTo>
                  <a:lnTo>
                    <a:pt x="1135494" y="853414"/>
                  </a:lnTo>
                  <a:lnTo>
                    <a:pt x="1127467" y="808189"/>
                  </a:lnTo>
                  <a:lnTo>
                    <a:pt x="1117396" y="763765"/>
                  </a:lnTo>
                  <a:lnTo>
                    <a:pt x="1105331" y="720166"/>
                  </a:lnTo>
                  <a:lnTo>
                    <a:pt x="1091323" y="677430"/>
                  </a:lnTo>
                  <a:lnTo>
                    <a:pt x="1075436" y="635622"/>
                  </a:lnTo>
                  <a:lnTo>
                    <a:pt x="1060577" y="601421"/>
                  </a:lnTo>
                  <a:lnTo>
                    <a:pt x="1057694" y="594766"/>
                  </a:lnTo>
                  <a:lnTo>
                    <a:pt x="1038161" y="554901"/>
                  </a:lnTo>
                  <a:lnTo>
                    <a:pt x="1020533" y="522732"/>
                  </a:lnTo>
                  <a:lnTo>
                    <a:pt x="1016876" y="516089"/>
                  </a:lnTo>
                  <a:lnTo>
                    <a:pt x="993902" y="478358"/>
                  </a:lnTo>
                  <a:lnTo>
                    <a:pt x="972489" y="446544"/>
                  </a:lnTo>
                  <a:lnTo>
                    <a:pt x="943063" y="406323"/>
                  </a:lnTo>
                  <a:lnTo>
                    <a:pt x="915289" y="372097"/>
                  </a:lnTo>
                  <a:lnTo>
                    <a:pt x="886015" y="339128"/>
                  </a:lnTo>
                  <a:lnTo>
                    <a:pt x="871321" y="323989"/>
                  </a:lnTo>
                  <a:lnTo>
                    <a:pt x="855281" y="307467"/>
                  </a:lnTo>
                  <a:lnTo>
                    <a:pt x="823150" y="277139"/>
                  </a:lnTo>
                  <a:lnTo>
                    <a:pt x="815835" y="270827"/>
                  </a:lnTo>
                  <a:lnTo>
                    <a:pt x="789673" y="248196"/>
                  </a:lnTo>
                  <a:lnTo>
                    <a:pt x="754888" y="220675"/>
                  </a:lnTo>
                  <a:lnTo>
                    <a:pt x="718832" y="194614"/>
                  </a:lnTo>
                  <a:lnTo>
                    <a:pt x="687743" y="174142"/>
                  </a:lnTo>
                  <a:lnTo>
                    <a:pt x="681570" y="170078"/>
                  </a:lnTo>
                  <a:lnTo>
                    <a:pt x="643153" y="147078"/>
                  </a:lnTo>
                  <a:lnTo>
                    <a:pt x="603631" y="125679"/>
                  </a:lnTo>
                  <a:lnTo>
                    <a:pt x="563029" y="105930"/>
                  </a:lnTo>
                  <a:lnTo>
                    <a:pt x="521436" y="87845"/>
                  </a:lnTo>
                  <a:lnTo>
                    <a:pt x="478866" y="71488"/>
                  </a:lnTo>
                  <a:lnTo>
                    <a:pt x="435381" y="56896"/>
                  </a:lnTo>
                  <a:lnTo>
                    <a:pt x="391033" y="44119"/>
                  </a:lnTo>
                  <a:lnTo>
                    <a:pt x="369544" y="38925"/>
                  </a:lnTo>
                  <a:lnTo>
                    <a:pt x="345859" y="33185"/>
                  </a:lnTo>
                  <a:lnTo>
                    <a:pt x="299923" y="24142"/>
                  </a:lnTo>
                  <a:lnTo>
                    <a:pt x="253263" y="17043"/>
                  </a:lnTo>
                  <a:lnTo>
                    <a:pt x="210553" y="12420"/>
                  </a:lnTo>
                  <a:lnTo>
                    <a:pt x="205943" y="11912"/>
                  </a:lnTo>
                  <a:lnTo>
                    <a:pt x="199872" y="11518"/>
                  </a:lnTo>
                  <a:lnTo>
                    <a:pt x="186397" y="10655"/>
                  </a:lnTo>
                  <a:lnTo>
                    <a:pt x="157988" y="8801"/>
                  </a:lnTo>
                  <a:lnTo>
                    <a:pt x="137922" y="8382"/>
                  </a:lnTo>
                  <a:lnTo>
                    <a:pt x="137922" y="0"/>
                  </a:lnTo>
                  <a:lnTo>
                    <a:pt x="90614" y="0"/>
                  </a:lnTo>
                  <a:lnTo>
                    <a:pt x="90614" y="8178"/>
                  </a:lnTo>
                  <a:lnTo>
                    <a:pt x="72656" y="8559"/>
                  </a:lnTo>
                  <a:lnTo>
                    <a:pt x="72796" y="8420"/>
                  </a:lnTo>
                  <a:lnTo>
                    <a:pt x="64744" y="8724"/>
                  </a:lnTo>
                  <a:lnTo>
                    <a:pt x="60934" y="8801"/>
                  </a:lnTo>
                  <a:lnTo>
                    <a:pt x="58775" y="8953"/>
                  </a:lnTo>
                  <a:lnTo>
                    <a:pt x="54343" y="9105"/>
                  </a:lnTo>
                  <a:lnTo>
                    <a:pt x="27076" y="10769"/>
                  </a:lnTo>
                  <a:lnTo>
                    <a:pt x="16408" y="11696"/>
                  </a:lnTo>
                  <a:lnTo>
                    <a:pt x="12979" y="11912"/>
                  </a:lnTo>
                  <a:lnTo>
                    <a:pt x="9677" y="12280"/>
                  </a:lnTo>
                  <a:lnTo>
                    <a:pt x="0" y="13106"/>
                  </a:lnTo>
                  <a:lnTo>
                    <a:pt x="0" y="13322"/>
                  </a:lnTo>
                  <a:lnTo>
                    <a:pt x="0" y="993368"/>
                  </a:lnTo>
                  <a:lnTo>
                    <a:pt x="71107" y="993368"/>
                  </a:lnTo>
                  <a:lnTo>
                    <a:pt x="1030135" y="993368"/>
                  </a:lnTo>
                  <a:lnTo>
                    <a:pt x="1146873" y="993368"/>
                  </a:lnTo>
                  <a:close/>
                </a:path>
              </a:pathLst>
            </a:custGeom>
            <a:solidFill>
              <a:srgbClr val="B9E4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3" name="object 14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467366" y="4303088"/>
              <a:ext cx="73033" cy="64378"/>
            </a:xfrm>
            <a:prstGeom prst="rect">
              <a:avLst/>
            </a:prstGeom>
          </p:spPr>
        </p:pic>
        <p:sp>
          <p:nvSpPr>
            <p:cNvPr id="144" name="object 144" descr=""/>
            <p:cNvSpPr/>
            <p:nvPr/>
          </p:nvSpPr>
          <p:spPr>
            <a:xfrm>
              <a:off x="10492461" y="4293571"/>
              <a:ext cx="811530" cy="1041400"/>
            </a:xfrm>
            <a:custGeom>
              <a:avLst/>
              <a:gdLst/>
              <a:ahLst/>
              <a:cxnLst/>
              <a:rect l="l" t="t" r="r" b="b"/>
              <a:pathLst>
                <a:path w="811529" h="1041400">
                  <a:moveTo>
                    <a:pt x="811212" y="1015199"/>
                  </a:moveTo>
                  <a:lnTo>
                    <a:pt x="802855" y="947254"/>
                  </a:lnTo>
                  <a:lnTo>
                    <a:pt x="795489" y="902106"/>
                  </a:lnTo>
                  <a:lnTo>
                    <a:pt x="785075" y="848118"/>
                  </a:lnTo>
                  <a:lnTo>
                    <a:pt x="771182" y="786726"/>
                  </a:lnTo>
                  <a:lnTo>
                    <a:pt x="753351" y="719391"/>
                  </a:lnTo>
                  <a:lnTo>
                    <a:pt x="731139" y="647534"/>
                  </a:lnTo>
                  <a:lnTo>
                    <a:pt x="704100" y="572617"/>
                  </a:lnTo>
                  <a:lnTo>
                    <a:pt x="683780" y="523138"/>
                  </a:lnTo>
                  <a:lnTo>
                    <a:pt x="662178" y="475640"/>
                  </a:lnTo>
                  <a:lnTo>
                    <a:pt x="639292" y="430161"/>
                  </a:lnTo>
                  <a:lnTo>
                    <a:pt x="615149" y="386727"/>
                  </a:lnTo>
                  <a:lnTo>
                    <a:pt x="589788" y="345401"/>
                  </a:lnTo>
                  <a:lnTo>
                    <a:pt x="563206" y="306197"/>
                  </a:lnTo>
                  <a:lnTo>
                    <a:pt x="535444" y="269163"/>
                  </a:lnTo>
                  <a:lnTo>
                    <a:pt x="506514" y="234327"/>
                  </a:lnTo>
                  <a:lnTo>
                    <a:pt x="468376" y="193573"/>
                  </a:lnTo>
                  <a:lnTo>
                    <a:pt x="428421" y="156400"/>
                  </a:lnTo>
                  <a:lnTo>
                    <a:pt x="386715" y="122847"/>
                  </a:lnTo>
                  <a:lnTo>
                    <a:pt x="343281" y="92913"/>
                  </a:lnTo>
                  <a:lnTo>
                    <a:pt x="298157" y="66649"/>
                  </a:lnTo>
                  <a:lnTo>
                    <a:pt x="251383" y="44069"/>
                  </a:lnTo>
                  <a:lnTo>
                    <a:pt x="202996" y="25196"/>
                  </a:lnTo>
                  <a:lnTo>
                    <a:pt x="153047" y="10058"/>
                  </a:lnTo>
                  <a:lnTo>
                    <a:pt x="143560" y="9525"/>
                  </a:lnTo>
                  <a:lnTo>
                    <a:pt x="142722" y="9829"/>
                  </a:lnTo>
                  <a:lnTo>
                    <a:pt x="134658" y="4381"/>
                  </a:lnTo>
                  <a:lnTo>
                    <a:pt x="112941" y="0"/>
                  </a:lnTo>
                  <a:lnTo>
                    <a:pt x="55778" y="0"/>
                  </a:lnTo>
                  <a:lnTo>
                    <a:pt x="34061" y="4381"/>
                  </a:lnTo>
                  <a:lnTo>
                    <a:pt x="16332" y="16344"/>
                  </a:lnTo>
                  <a:lnTo>
                    <a:pt x="4381" y="34074"/>
                  </a:lnTo>
                  <a:lnTo>
                    <a:pt x="0" y="55778"/>
                  </a:lnTo>
                  <a:lnTo>
                    <a:pt x="0" y="62471"/>
                  </a:lnTo>
                  <a:lnTo>
                    <a:pt x="161264" y="62471"/>
                  </a:lnTo>
                  <a:lnTo>
                    <a:pt x="187363" y="70383"/>
                  </a:lnTo>
                  <a:lnTo>
                    <a:pt x="232346" y="87960"/>
                  </a:lnTo>
                  <a:lnTo>
                    <a:pt x="275856" y="108991"/>
                  </a:lnTo>
                  <a:lnTo>
                    <a:pt x="317868" y="133464"/>
                  </a:lnTo>
                  <a:lnTo>
                    <a:pt x="358330" y="161366"/>
                  </a:lnTo>
                  <a:lnTo>
                    <a:pt x="397217" y="192659"/>
                  </a:lnTo>
                  <a:lnTo>
                    <a:pt x="434492" y="227342"/>
                  </a:lnTo>
                  <a:lnTo>
                    <a:pt x="470115" y="265366"/>
                  </a:lnTo>
                  <a:lnTo>
                    <a:pt x="501548" y="303441"/>
                  </a:lnTo>
                  <a:lnTo>
                    <a:pt x="531558" y="344335"/>
                  </a:lnTo>
                  <a:lnTo>
                    <a:pt x="560120" y="387959"/>
                  </a:lnTo>
                  <a:lnTo>
                    <a:pt x="587171" y="434289"/>
                  </a:lnTo>
                  <a:lnTo>
                    <a:pt x="612724" y="483260"/>
                  </a:lnTo>
                  <a:lnTo>
                    <a:pt x="636714" y="534809"/>
                  </a:lnTo>
                  <a:lnTo>
                    <a:pt x="659130" y="588899"/>
                  </a:lnTo>
                  <a:lnTo>
                    <a:pt x="685482" y="661924"/>
                  </a:lnTo>
                  <a:lnTo>
                    <a:pt x="707174" y="732294"/>
                  </a:lnTo>
                  <a:lnTo>
                    <a:pt x="724611" y="798436"/>
                  </a:lnTo>
                  <a:lnTo>
                    <a:pt x="738212" y="858774"/>
                  </a:lnTo>
                  <a:lnTo>
                    <a:pt x="748411" y="911783"/>
                  </a:lnTo>
                  <a:lnTo>
                    <a:pt x="755624" y="955878"/>
                  </a:lnTo>
                  <a:lnTo>
                    <a:pt x="762774" y="1011097"/>
                  </a:lnTo>
                  <a:lnTo>
                    <a:pt x="763549" y="1019098"/>
                  </a:lnTo>
                  <a:lnTo>
                    <a:pt x="765975" y="1027798"/>
                  </a:lnTo>
                  <a:lnTo>
                    <a:pt x="771220" y="1034757"/>
                  </a:lnTo>
                  <a:lnTo>
                    <a:pt x="778586" y="1039380"/>
                  </a:lnTo>
                  <a:lnTo>
                    <a:pt x="787349" y="1041057"/>
                  </a:lnTo>
                  <a:lnTo>
                    <a:pt x="789317" y="1040968"/>
                  </a:lnTo>
                  <a:lnTo>
                    <a:pt x="798449" y="1038352"/>
                  </a:lnTo>
                  <a:lnTo>
                    <a:pt x="805599" y="1032624"/>
                  </a:lnTo>
                  <a:lnTo>
                    <a:pt x="810094" y="1024636"/>
                  </a:lnTo>
                  <a:lnTo>
                    <a:pt x="811212" y="1015199"/>
                  </a:lnTo>
                  <a:close/>
                </a:path>
              </a:pathLst>
            </a:custGeom>
            <a:solidFill>
              <a:srgbClr val="B9E4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475311" y="4153776"/>
              <a:ext cx="203040" cy="118090"/>
            </a:xfrm>
            <a:prstGeom prst="rect">
              <a:avLst/>
            </a:prstGeom>
          </p:spPr>
        </p:pic>
        <p:pic>
          <p:nvPicPr>
            <p:cNvPr id="146" name="object 14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510380" y="4042886"/>
              <a:ext cx="132896" cy="77296"/>
            </a:xfrm>
            <a:prstGeom prst="rect">
              <a:avLst/>
            </a:prstGeom>
          </p:spPr>
        </p:pic>
        <p:pic>
          <p:nvPicPr>
            <p:cNvPr id="147" name="object 14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524050" y="3794425"/>
              <a:ext cx="105556" cy="220408"/>
            </a:xfrm>
            <a:prstGeom prst="rect">
              <a:avLst/>
            </a:prstGeom>
          </p:spPr>
        </p:pic>
        <p:sp>
          <p:nvSpPr>
            <p:cNvPr id="148" name="object 148" descr=""/>
            <p:cNvSpPr/>
            <p:nvPr/>
          </p:nvSpPr>
          <p:spPr>
            <a:xfrm>
              <a:off x="10467365" y="3683628"/>
              <a:ext cx="1462405" cy="1889125"/>
            </a:xfrm>
            <a:custGeom>
              <a:avLst/>
              <a:gdLst/>
              <a:ahLst/>
              <a:cxnLst/>
              <a:rect l="l" t="t" r="r" b="b"/>
              <a:pathLst>
                <a:path w="1462404" h="1889125">
                  <a:moveTo>
                    <a:pt x="138620" y="642543"/>
                  </a:moveTo>
                  <a:lnTo>
                    <a:pt x="112064" y="0"/>
                  </a:lnTo>
                  <a:lnTo>
                    <a:pt x="109410" y="0"/>
                  </a:lnTo>
                  <a:lnTo>
                    <a:pt x="82842" y="642543"/>
                  </a:lnTo>
                  <a:lnTo>
                    <a:pt x="138620" y="642543"/>
                  </a:lnTo>
                  <a:close/>
                </a:path>
                <a:path w="1462404" h="1889125">
                  <a:moveTo>
                    <a:pt x="1462062" y="1714957"/>
                  </a:moveTo>
                  <a:lnTo>
                    <a:pt x="1198092" y="1714957"/>
                  </a:lnTo>
                  <a:lnTo>
                    <a:pt x="1198092" y="1618538"/>
                  </a:lnTo>
                  <a:lnTo>
                    <a:pt x="0" y="1618538"/>
                  </a:lnTo>
                  <a:lnTo>
                    <a:pt x="0" y="1714957"/>
                  </a:lnTo>
                  <a:lnTo>
                    <a:pt x="0" y="1725333"/>
                  </a:lnTo>
                  <a:lnTo>
                    <a:pt x="0" y="1888947"/>
                  </a:lnTo>
                  <a:lnTo>
                    <a:pt x="1462062" y="1888947"/>
                  </a:lnTo>
                  <a:lnTo>
                    <a:pt x="1462062" y="1714957"/>
                  </a:lnTo>
                  <a:close/>
                </a:path>
              </a:pathLst>
            </a:custGeom>
            <a:solidFill>
              <a:srgbClr val="B9E4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9" name="object 149" descr=""/>
          <p:cNvSpPr/>
          <p:nvPr/>
        </p:nvSpPr>
        <p:spPr>
          <a:xfrm>
            <a:off x="10467365" y="5636151"/>
            <a:ext cx="838200" cy="621665"/>
          </a:xfrm>
          <a:custGeom>
            <a:avLst/>
            <a:gdLst/>
            <a:ahLst/>
            <a:cxnLst/>
            <a:rect l="l" t="t" r="r" b="b"/>
            <a:pathLst>
              <a:path w="838200" h="621664">
                <a:moveTo>
                  <a:pt x="30022" y="0"/>
                </a:moveTo>
                <a:lnTo>
                  <a:pt x="0" y="0"/>
                </a:lnTo>
                <a:lnTo>
                  <a:pt x="0" y="14516"/>
                </a:lnTo>
                <a:lnTo>
                  <a:pt x="30022" y="14516"/>
                </a:lnTo>
                <a:lnTo>
                  <a:pt x="30022" y="0"/>
                </a:lnTo>
                <a:close/>
              </a:path>
              <a:path w="838200" h="621664">
                <a:moveTo>
                  <a:pt x="131445" y="0"/>
                </a:moveTo>
                <a:lnTo>
                  <a:pt x="47663" y="0"/>
                </a:lnTo>
                <a:lnTo>
                  <a:pt x="47663" y="14516"/>
                </a:lnTo>
                <a:lnTo>
                  <a:pt x="131445" y="14516"/>
                </a:lnTo>
                <a:lnTo>
                  <a:pt x="131445" y="0"/>
                </a:lnTo>
                <a:close/>
              </a:path>
              <a:path w="838200" h="621664">
                <a:moveTo>
                  <a:pt x="837717" y="537654"/>
                </a:moveTo>
                <a:lnTo>
                  <a:pt x="816724" y="537654"/>
                </a:lnTo>
                <a:lnTo>
                  <a:pt x="816724" y="519506"/>
                </a:lnTo>
                <a:lnTo>
                  <a:pt x="837704" y="519506"/>
                </a:lnTo>
                <a:lnTo>
                  <a:pt x="837704" y="392480"/>
                </a:lnTo>
                <a:lnTo>
                  <a:pt x="816724" y="392480"/>
                </a:lnTo>
                <a:lnTo>
                  <a:pt x="816724" y="374319"/>
                </a:lnTo>
                <a:lnTo>
                  <a:pt x="837704" y="374319"/>
                </a:lnTo>
                <a:lnTo>
                  <a:pt x="837704" y="247281"/>
                </a:lnTo>
                <a:lnTo>
                  <a:pt x="816724" y="247281"/>
                </a:lnTo>
                <a:lnTo>
                  <a:pt x="816724" y="229133"/>
                </a:lnTo>
                <a:lnTo>
                  <a:pt x="837704" y="229133"/>
                </a:lnTo>
                <a:lnTo>
                  <a:pt x="837704" y="102082"/>
                </a:lnTo>
                <a:lnTo>
                  <a:pt x="816724" y="102082"/>
                </a:lnTo>
                <a:lnTo>
                  <a:pt x="816724" y="83947"/>
                </a:lnTo>
                <a:lnTo>
                  <a:pt x="837704" y="83947"/>
                </a:lnTo>
                <a:lnTo>
                  <a:pt x="837704" y="20980"/>
                </a:lnTo>
                <a:lnTo>
                  <a:pt x="836066" y="12814"/>
                </a:lnTo>
                <a:lnTo>
                  <a:pt x="831557" y="6146"/>
                </a:lnTo>
                <a:lnTo>
                  <a:pt x="824890" y="1651"/>
                </a:lnTo>
                <a:lnTo>
                  <a:pt x="816724" y="0"/>
                </a:lnTo>
                <a:lnTo>
                  <a:pt x="753770" y="0"/>
                </a:lnTo>
                <a:lnTo>
                  <a:pt x="753770" y="20980"/>
                </a:lnTo>
                <a:lnTo>
                  <a:pt x="0" y="20980"/>
                </a:lnTo>
                <a:lnTo>
                  <a:pt x="0" y="378333"/>
                </a:lnTo>
                <a:lnTo>
                  <a:pt x="109397" y="333502"/>
                </a:lnTo>
                <a:lnTo>
                  <a:pt x="101434" y="314083"/>
                </a:lnTo>
                <a:lnTo>
                  <a:pt x="109461" y="310794"/>
                </a:lnTo>
                <a:lnTo>
                  <a:pt x="117475" y="314083"/>
                </a:lnTo>
                <a:lnTo>
                  <a:pt x="109524" y="333502"/>
                </a:lnTo>
                <a:lnTo>
                  <a:pt x="221691" y="379463"/>
                </a:lnTo>
                <a:lnTo>
                  <a:pt x="229641" y="360045"/>
                </a:lnTo>
                <a:lnTo>
                  <a:pt x="245668" y="366623"/>
                </a:lnTo>
                <a:lnTo>
                  <a:pt x="237718" y="386029"/>
                </a:lnTo>
                <a:lnTo>
                  <a:pt x="349885" y="431990"/>
                </a:lnTo>
                <a:lnTo>
                  <a:pt x="357835" y="412584"/>
                </a:lnTo>
                <a:lnTo>
                  <a:pt x="373862" y="419150"/>
                </a:lnTo>
                <a:lnTo>
                  <a:pt x="365912" y="438556"/>
                </a:lnTo>
                <a:lnTo>
                  <a:pt x="478078" y="484530"/>
                </a:lnTo>
                <a:lnTo>
                  <a:pt x="486029" y="465124"/>
                </a:lnTo>
                <a:lnTo>
                  <a:pt x="502056" y="471690"/>
                </a:lnTo>
                <a:lnTo>
                  <a:pt x="494118" y="491096"/>
                </a:lnTo>
                <a:lnTo>
                  <a:pt x="606272" y="537057"/>
                </a:lnTo>
                <a:lnTo>
                  <a:pt x="614222" y="517652"/>
                </a:lnTo>
                <a:lnTo>
                  <a:pt x="630262" y="524217"/>
                </a:lnTo>
                <a:lnTo>
                  <a:pt x="622312" y="543623"/>
                </a:lnTo>
                <a:lnTo>
                  <a:pt x="734479" y="589597"/>
                </a:lnTo>
                <a:lnTo>
                  <a:pt x="742429" y="570191"/>
                </a:lnTo>
                <a:lnTo>
                  <a:pt x="758456" y="576745"/>
                </a:lnTo>
                <a:lnTo>
                  <a:pt x="750506" y="596150"/>
                </a:lnTo>
                <a:lnTo>
                  <a:pt x="811326" y="621080"/>
                </a:lnTo>
                <a:lnTo>
                  <a:pt x="814031" y="621601"/>
                </a:lnTo>
                <a:lnTo>
                  <a:pt x="816724" y="621601"/>
                </a:lnTo>
                <a:lnTo>
                  <a:pt x="820826" y="621601"/>
                </a:lnTo>
                <a:lnTo>
                  <a:pt x="824903" y="620395"/>
                </a:lnTo>
                <a:lnTo>
                  <a:pt x="834224" y="614146"/>
                </a:lnTo>
                <a:lnTo>
                  <a:pt x="837717" y="607606"/>
                </a:lnTo>
                <a:lnTo>
                  <a:pt x="837717" y="537654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 descr=""/>
          <p:cNvSpPr/>
          <p:nvPr/>
        </p:nvSpPr>
        <p:spPr>
          <a:xfrm>
            <a:off x="11434018" y="6266416"/>
            <a:ext cx="91440" cy="28575"/>
          </a:xfrm>
          <a:custGeom>
            <a:avLst/>
            <a:gdLst/>
            <a:ahLst/>
            <a:cxnLst/>
            <a:rect l="l" t="t" r="r" b="b"/>
            <a:pathLst>
              <a:path w="91440" h="28575">
                <a:moveTo>
                  <a:pt x="91358" y="0"/>
                </a:moveTo>
                <a:lnTo>
                  <a:pt x="0" y="0"/>
                </a:lnTo>
                <a:lnTo>
                  <a:pt x="0" y="28365"/>
                </a:lnTo>
                <a:lnTo>
                  <a:pt x="91358" y="28365"/>
                </a:lnTo>
                <a:lnTo>
                  <a:pt x="91358" y="0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 descr=""/>
          <p:cNvSpPr/>
          <p:nvPr/>
        </p:nvSpPr>
        <p:spPr>
          <a:xfrm>
            <a:off x="11435855" y="5707538"/>
            <a:ext cx="310515" cy="587375"/>
          </a:xfrm>
          <a:custGeom>
            <a:avLst/>
            <a:gdLst/>
            <a:ahLst/>
            <a:cxnLst/>
            <a:rect l="l" t="t" r="r" b="b"/>
            <a:pathLst>
              <a:path w="310515" h="587375">
                <a:moveTo>
                  <a:pt x="29222" y="491350"/>
                </a:moveTo>
                <a:lnTo>
                  <a:pt x="0" y="491350"/>
                </a:lnTo>
                <a:lnTo>
                  <a:pt x="0" y="549198"/>
                </a:lnTo>
                <a:lnTo>
                  <a:pt x="29222" y="549198"/>
                </a:lnTo>
                <a:lnTo>
                  <a:pt x="29222" y="491350"/>
                </a:lnTo>
                <a:close/>
              </a:path>
              <a:path w="310515" h="587375">
                <a:moveTo>
                  <a:pt x="29222" y="396621"/>
                </a:moveTo>
                <a:lnTo>
                  <a:pt x="0" y="396621"/>
                </a:lnTo>
                <a:lnTo>
                  <a:pt x="0" y="485292"/>
                </a:lnTo>
                <a:lnTo>
                  <a:pt x="29222" y="485292"/>
                </a:lnTo>
                <a:lnTo>
                  <a:pt x="29222" y="396621"/>
                </a:lnTo>
                <a:close/>
              </a:path>
              <a:path w="310515" h="587375">
                <a:moveTo>
                  <a:pt x="29222" y="300812"/>
                </a:moveTo>
                <a:lnTo>
                  <a:pt x="0" y="300812"/>
                </a:lnTo>
                <a:lnTo>
                  <a:pt x="0" y="389483"/>
                </a:lnTo>
                <a:lnTo>
                  <a:pt x="29222" y="389483"/>
                </a:lnTo>
                <a:lnTo>
                  <a:pt x="29222" y="300812"/>
                </a:lnTo>
                <a:close/>
              </a:path>
              <a:path w="310515" h="587375">
                <a:moveTo>
                  <a:pt x="29222" y="200774"/>
                </a:moveTo>
                <a:lnTo>
                  <a:pt x="0" y="200774"/>
                </a:lnTo>
                <a:lnTo>
                  <a:pt x="0" y="289458"/>
                </a:lnTo>
                <a:lnTo>
                  <a:pt x="29222" y="289458"/>
                </a:lnTo>
                <a:lnTo>
                  <a:pt x="29222" y="200774"/>
                </a:lnTo>
                <a:close/>
              </a:path>
              <a:path w="310515" h="587375">
                <a:moveTo>
                  <a:pt x="29222" y="99212"/>
                </a:moveTo>
                <a:lnTo>
                  <a:pt x="0" y="99212"/>
                </a:lnTo>
                <a:lnTo>
                  <a:pt x="0" y="187883"/>
                </a:lnTo>
                <a:lnTo>
                  <a:pt x="29222" y="187883"/>
                </a:lnTo>
                <a:lnTo>
                  <a:pt x="29222" y="99212"/>
                </a:lnTo>
                <a:close/>
              </a:path>
              <a:path w="310515" h="587375">
                <a:moveTo>
                  <a:pt x="112369" y="431977"/>
                </a:moveTo>
                <a:lnTo>
                  <a:pt x="66687" y="431977"/>
                </a:lnTo>
                <a:lnTo>
                  <a:pt x="66687" y="477647"/>
                </a:lnTo>
                <a:lnTo>
                  <a:pt x="112369" y="477647"/>
                </a:lnTo>
                <a:lnTo>
                  <a:pt x="112369" y="431977"/>
                </a:lnTo>
                <a:close/>
              </a:path>
              <a:path w="310515" h="587375">
                <a:moveTo>
                  <a:pt x="112369" y="375005"/>
                </a:moveTo>
                <a:lnTo>
                  <a:pt x="66687" y="375005"/>
                </a:lnTo>
                <a:lnTo>
                  <a:pt x="66687" y="420674"/>
                </a:lnTo>
                <a:lnTo>
                  <a:pt x="112369" y="420674"/>
                </a:lnTo>
                <a:lnTo>
                  <a:pt x="112369" y="375005"/>
                </a:lnTo>
                <a:close/>
              </a:path>
              <a:path w="310515" h="587375">
                <a:moveTo>
                  <a:pt x="112369" y="209372"/>
                </a:moveTo>
                <a:lnTo>
                  <a:pt x="66687" y="209372"/>
                </a:lnTo>
                <a:lnTo>
                  <a:pt x="66687" y="255054"/>
                </a:lnTo>
                <a:lnTo>
                  <a:pt x="112369" y="255054"/>
                </a:lnTo>
                <a:lnTo>
                  <a:pt x="112369" y="209372"/>
                </a:lnTo>
                <a:close/>
              </a:path>
              <a:path w="310515" h="587375">
                <a:moveTo>
                  <a:pt x="112369" y="152387"/>
                </a:moveTo>
                <a:lnTo>
                  <a:pt x="66687" y="152387"/>
                </a:lnTo>
                <a:lnTo>
                  <a:pt x="66687" y="198069"/>
                </a:lnTo>
                <a:lnTo>
                  <a:pt x="112369" y="198069"/>
                </a:lnTo>
                <a:lnTo>
                  <a:pt x="112369" y="152387"/>
                </a:lnTo>
                <a:close/>
              </a:path>
              <a:path w="310515" h="587375">
                <a:moveTo>
                  <a:pt x="144919" y="24561"/>
                </a:moveTo>
                <a:lnTo>
                  <a:pt x="130302" y="0"/>
                </a:lnTo>
                <a:lnTo>
                  <a:pt x="14605" y="64833"/>
                </a:lnTo>
                <a:lnTo>
                  <a:pt x="29222" y="89395"/>
                </a:lnTo>
                <a:lnTo>
                  <a:pt x="144919" y="24561"/>
                </a:lnTo>
                <a:close/>
              </a:path>
              <a:path w="310515" h="587375">
                <a:moveTo>
                  <a:pt x="154317" y="482028"/>
                </a:moveTo>
                <a:lnTo>
                  <a:pt x="108635" y="482028"/>
                </a:lnTo>
                <a:lnTo>
                  <a:pt x="108635" y="527697"/>
                </a:lnTo>
                <a:lnTo>
                  <a:pt x="154317" y="527697"/>
                </a:lnTo>
                <a:lnTo>
                  <a:pt x="154317" y="482028"/>
                </a:lnTo>
                <a:close/>
              </a:path>
              <a:path w="310515" h="587375">
                <a:moveTo>
                  <a:pt x="154317" y="319074"/>
                </a:moveTo>
                <a:lnTo>
                  <a:pt x="108635" y="319074"/>
                </a:lnTo>
                <a:lnTo>
                  <a:pt x="108635" y="364756"/>
                </a:lnTo>
                <a:lnTo>
                  <a:pt x="154317" y="364756"/>
                </a:lnTo>
                <a:lnTo>
                  <a:pt x="154317" y="319074"/>
                </a:lnTo>
                <a:close/>
              </a:path>
              <a:path w="310515" h="587375">
                <a:moveTo>
                  <a:pt x="154317" y="259422"/>
                </a:moveTo>
                <a:lnTo>
                  <a:pt x="108635" y="259422"/>
                </a:lnTo>
                <a:lnTo>
                  <a:pt x="108635" y="305092"/>
                </a:lnTo>
                <a:lnTo>
                  <a:pt x="154317" y="305092"/>
                </a:lnTo>
                <a:lnTo>
                  <a:pt x="154317" y="259422"/>
                </a:lnTo>
                <a:close/>
              </a:path>
              <a:path w="310515" h="587375">
                <a:moveTo>
                  <a:pt x="154317" y="96481"/>
                </a:moveTo>
                <a:lnTo>
                  <a:pt x="108635" y="96481"/>
                </a:lnTo>
                <a:lnTo>
                  <a:pt x="108635" y="142151"/>
                </a:lnTo>
                <a:lnTo>
                  <a:pt x="154317" y="142151"/>
                </a:lnTo>
                <a:lnTo>
                  <a:pt x="154317" y="96481"/>
                </a:lnTo>
                <a:close/>
              </a:path>
              <a:path w="310515" h="587375">
                <a:moveTo>
                  <a:pt x="187591" y="437134"/>
                </a:moveTo>
                <a:lnTo>
                  <a:pt x="131470" y="437134"/>
                </a:lnTo>
                <a:lnTo>
                  <a:pt x="131470" y="472490"/>
                </a:lnTo>
                <a:lnTo>
                  <a:pt x="187591" y="472490"/>
                </a:lnTo>
                <a:lnTo>
                  <a:pt x="187591" y="437134"/>
                </a:lnTo>
                <a:close/>
              </a:path>
              <a:path w="310515" h="587375">
                <a:moveTo>
                  <a:pt x="187591" y="379387"/>
                </a:moveTo>
                <a:lnTo>
                  <a:pt x="131470" y="379387"/>
                </a:lnTo>
                <a:lnTo>
                  <a:pt x="131470" y="414756"/>
                </a:lnTo>
                <a:lnTo>
                  <a:pt x="187591" y="414756"/>
                </a:lnTo>
                <a:lnTo>
                  <a:pt x="187591" y="379387"/>
                </a:lnTo>
                <a:close/>
              </a:path>
              <a:path w="310515" h="587375">
                <a:moveTo>
                  <a:pt x="187591" y="214528"/>
                </a:moveTo>
                <a:lnTo>
                  <a:pt x="131470" y="214528"/>
                </a:lnTo>
                <a:lnTo>
                  <a:pt x="131470" y="249885"/>
                </a:lnTo>
                <a:lnTo>
                  <a:pt x="187591" y="249885"/>
                </a:lnTo>
                <a:lnTo>
                  <a:pt x="187591" y="214528"/>
                </a:lnTo>
                <a:close/>
              </a:path>
              <a:path w="310515" h="587375">
                <a:moveTo>
                  <a:pt x="187591" y="156794"/>
                </a:moveTo>
                <a:lnTo>
                  <a:pt x="131470" y="156794"/>
                </a:lnTo>
                <a:lnTo>
                  <a:pt x="131470" y="192151"/>
                </a:lnTo>
                <a:lnTo>
                  <a:pt x="187591" y="192151"/>
                </a:lnTo>
                <a:lnTo>
                  <a:pt x="187591" y="156794"/>
                </a:lnTo>
                <a:close/>
              </a:path>
              <a:path w="310515" h="587375">
                <a:moveTo>
                  <a:pt x="199999" y="558888"/>
                </a:moveTo>
                <a:lnTo>
                  <a:pt x="108635" y="558888"/>
                </a:lnTo>
                <a:lnTo>
                  <a:pt x="108635" y="587248"/>
                </a:lnTo>
                <a:lnTo>
                  <a:pt x="199999" y="587248"/>
                </a:lnTo>
                <a:lnTo>
                  <a:pt x="199999" y="558888"/>
                </a:lnTo>
                <a:close/>
              </a:path>
              <a:path w="310515" h="587375">
                <a:moveTo>
                  <a:pt x="210439" y="482028"/>
                </a:moveTo>
                <a:lnTo>
                  <a:pt x="164744" y="482028"/>
                </a:lnTo>
                <a:lnTo>
                  <a:pt x="164744" y="527697"/>
                </a:lnTo>
                <a:lnTo>
                  <a:pt x="210439" y="527697"/>
                </a:lnTo>
                <a:lnTo>
                  <a:pt x="210439" y="482028"/>
                </a:lnTo>
                <a:close/>
              </a:path>
              <a:path w="310515" h="587375">
                <a:moveTo>
                  <a:pt x="210439" y="319074"/>
                </a:moveTo>
                <a:lnTo>
                  <a:pt x="164744" y="319074"/>
                </a:lnTo>
                <a:lnTo>
                  <a:pt x="164744" y="364756"/>
                </a:lnTo>
                <a:lnTo>
                  <a:pt x="210439" y="364756"/>
                </a:lnTo>
                <a:lnTo>
                  <a:pt x="210439" y="319074"/>
                </a:lnTo>
                <a:close/>
              </a:path>
              <a:path w="310515" h="587375">
                <a:moveTo>
                  <a:pt x="210439" y="259422"/>
                </a:moveTo>
                <a:lnTo>
                  <a:pt x="164744" y="259422"/>
                </a:lnTo>
                <a:lnTo>
                  <a:pt x="164744" y="305092"/>
                </a:lnTo>
                <a:lnTo>
                  <a:pt x="210439" y="305092"/>
                </a:lnTo>
                <a:lnTo>
                  <a:pt x="210439" y="259422"/>
                </a:lnTo>
                <a:close/>
              </a:path>
              <a:path w="310515" h="587375">
                <a:moveTo>
                  <a:pt x="210439" y="96481"/>
                </a:moveTo>
                <a:lnTo>
                  <a:pt x="164744" y="96481"/>
                </a:lnTo>
                <a:lnTo>
                  <a:pt x="164744" y="142151"/>
                </a:lnTo>
                <a:lnTo>
                  <a:pt x="210439" y="142151"/>
                </a:lnTo>
                <a:lnTo>
                  <a:pt x="210439" y="96481"/>
                </a:lnTo>
                <a:close/>
              </a:path>
              <a:path w="310515" h="587375">
                <a:moveTo>
                  <a:pt x="253428" y="431977"/>
                </a:moveTo>
                <a:lnTo>
                  <a:pt x="207759" y="431977"/>
                </a:lnTo>
                <a:lnTo>
                  <a:pt x="207759" y="477647"/>
                </a:lnTo>
                <a:lnTo>
                  <a:pt x="253428" y="477647"/>
                </a:lnTo>
                <a:lnTo>
                  <a:pt x="253428" y="431977"/>
                </a:lnTo>
                <a:close/>
              </a:path>
              <a:path w="310515" h="587375">
                <a:moveTo>
                  <a:pt x="253428" y="375005"/>
                </a:moveTo>
                <a:lnTo>
                  <a:pt x="207759" y="375005"/>
                </a:lnTo>
                <a:lnTo>
                  <a:pt x="207759" y="420674"/>
                </a:lnTo>
                <a:lnTo>
                  <a:pt x="253428" y="420674"/>
                </a:lnTo>
                <a:lnTo>
                  <a:pt x="253428" y="375005"/>
                </a:lnTo>
                <a:close/>
              </a:path>
              <a:path w="310515" h="587375">
                <a:moveTo>
                  <a:pt x="253428" y="209372"/>
                </a:moveTo>
                <a:lnTo>
                  <a:pt x="207759" y="209372"/>
                </a:lnTo>
                <a:lnTo>
                  <a:pt x="207759" y="255054"/>
                </a:lnTo>
                <a:lnTo>
                  <a:pt x="253428" y="255054"/>
                </a:lnTo>
                <a:lnTo>
                  <a:pt x="253428" y="209372"/>
                </a:lnTo>
                <a:close/>
              </a:path>
              <a:path w="310515" h="587375">
                <a:moveTo>
                  <a:pt x="253428" y="152387"/>
                </a:moveTo>
                <a:lnTo>
                  <a:pt x="207759" y="152387"/>
                </a:lnTo>
                <a:lnTo>
                  <a:pt x="207759" y="198069"/>
                </a:lnTo>
                <a:lnTo>
                  <a:pt x="253428" y="198069"/>
                </a:lnTo>
                <a:lnTo>
                  <a:pt x="253428" y="152387"/>
                </a:lnTo>
                <a:close/>
              </a:path>
              <a:path w="310515" h="587375">
                <a:moveTo>
                  <a:pt x="295744" y="64833"/>
                </a:moveTo>
                <a:lnTo>
                  <a:pt x="180047" y="0"/>
                </a:lnTo>
                <a:lnTo>
                  <a:pt x="165430" y="24561"/>
                </a:lnTo>
                <a:lnTo>
                  <a:pt x="281127" y="89395"/>
                </a:lnTo>
                <a:lnTo>
                  <a:pt x="295744" y="64833"/>
                </a:lnTo>
                <a:close/>
              </a:path>
              <a:path w="310515" h="587375">
                <a:moveTo>
                  <a:pt x="310464" y="491350"/>
                </a:moveTo>
                <a:lnTo>
                  <a:pt x="281241" y="491350"/>
                </a:lnTo>
                <a:lnTo>
                  <a:pt x="281241" y="549198"/>
                </a:lnTo>
                <a:lnTo>
                  <a:pt x="310464" y="549198"/>
                </a:lnTo>
                <a:lnTo>
                  <a:pt x="310464" y="491350"/>
                </a:lnTo>
                <a:close/>
              </a:path>
              <a:path w="310515" h="587375">
                <a:moveTo>
                  <a:pt x="310476" y="558888"/>
                </a:moveTo>
                <a:lnTo>
                  <a:pt x="219113" y="558888"/>
                </a:lnTo>
                <a:lnTo>
                  <a:pt x="219113" y="587248"/>
                </a:lnTo>
                <a:lnTo>
                  <a:pt x="310476" y="587248"/>
                </a:lnTo>
                <a:lnTo>
                  <a:pt x="310476" y="558888"/>
                </a:lnTo>
                <a:close/>
              </a:path>
              <a:path w="310515" h="587375">
                <a:moveTo>
                  <a:pt x="310476" y="396621"/>
                </a:moveTo>
                <a:lnTo>
                  <a:pt x="281254" y="396621"/>
                </a:lnTo>
                <a:lnTo>
                  <a:pt x="281254" y="485292"/>
                </a:lnTo>
                <a:lnTo>
                  <a:pt x="310476" y="485292"/>
                </a:lnTo>
                <a:lnTo>
                  <a:pt x="310476" y="396621"/>
                </a:lnTo>
                <a:close/>
              </a:path>
              <a:path w="310515" h="587375">
                <a:moveTo>
                  <a:pt x="310476" y="300812"/>
                </a:moveTo>
                <a:lnTo>
                  <a:pt x="281254" y="300812"/>
                </a:lnTo>
                <a:lnTo>
                  <a:pt x="281254" y="389483"/>
                </a:lnTo>
                <a:lnTo>
                  <a:pt x="310476" y="389483"/>
                </a:lnTo>
                <a:lnTo>
                  <a:pt x="310476" y="300812"/>
                </a:lnTo>
                <a:close/>
              </a:path>
              <a:path w="310515" h="587375">
                <a:moveTo>
                  <a:pt x="310476" y="200774"/>
                </a:moveTo>
                <a:lnTo>
                  <a:pt x="281254" y="200774"/>
                </a:lnTo>
                <a:lnTo>
                  <a:pt x="281254" y="289458"/>
                </a:lnTo>
                <a:lnTo>
                  <a:pt x="310476" y="289458"/>
                </a:lnTo>
                <a:lnTo>
                  <a:pt x="310476" y="200774"/>
                </a:lnTo>
                <a:close/>
              </a:path>
              <a:path w="310515" h="587375">
                <a:moveTo>
                  <a:pt x="310476" y="99212"/>
                </a:moveTo>
                <a:lnTo>
                  <a:pt x="281254" y="99212"/>
                </a:lnTo>
                <a:lnTo>
                  <a:pt x="281254" y="187883"/>
                </a:lnTo>
                <a:lnTo>
                  <a:pt x="310476" y="187883"/>
                </a:lnTo>
                <a:lnTo>
                  <a:pt x="310476" y="99212"/>
                </a:lnTo>
                <a:close/>
              </a:path>
            </a:pathLst>
          </a:custGeom>
          <a:solidFill>
            <a:srgbClr val="B9E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 descr=""/>
          <p:cNvSpPr/>
          <p:nvPr/>
        </p:nvSpPr>
        <p:spPr>
          <a:xfrm>
            <a:off x="10504295" y="4172798"/>
            <a:ext cx="41910" cy="64135"/>
          </a:xfrm>
          <a:custGeom>
            <a:avLst/>
            <a:gdLst/>
            <a:ahLst/>
            <a:cxnLst/>
            <a:rect l="l" t="t" r="r" b="b"/>
            <a:pathLst>
              <a:path w="41909" h="64135">
                <a:moveTo>
                  <a:pt x="36810" y="0"/>
                </a:moveTo>
                <a:lnTo>
                  <a:pt x="12456" y="4487"/>
                </a:lnTo>
                <a:lnTo>
                  <a:pt x="969" y="24881"/>
                </a:lnTo>
                <a:lnTo>
                  <a:pt x="0" y="48844"/>
                </a:lnTo>
                <a:lnTo>
                  <a:pt x="7198" y="64039"/>
                </a:lnTo>
                <a:lnTo>
                  <a:pt x="20713" y="58744"/>
                </a:lnTo>
                <a:lnTo>
                  <a:pt x="34208" y="37238"/>
                </a:lnTo>
                <a:lnTo>
                  <a:pt x="41601" y="13123"/>
                </a:lnTo>
                <a:lnTo>
                  <a:pt x="36810" y="0"/>
                </a:lnTo>
                <a:close/>
              </a:path>
            </a:pathLst>
          </a:custGeom>
          <a:solidFill>
            <a:srgbClr val="B9E4F8">
              <a:alpha val="38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 descr=""/>
          <p:cNvSpPr/>
          <p:nvPr/>
        </p:nvSpPr>
        <p:spPr>
          <a:xfrm>
            <a:off x="10525956" y="4057848"/>
            <a:ext cx="27940" cy="34925"/>
          </a:xfrm>
          <a:custGeom>
            <a:avLst/>
            <a:gdLst/>
            <a:ahLst/>
            <a:cxnLst/>
            <a:rect l="l" t="t" r="r" b="b"/>
            <a:pathLst>
              <a:path w="27940" h="34925">
                <a:moveTo>
                  <a:pt x="21627" y="0"/>
                </a:moveTo>
                <a:lnTo>
                  <a:pt x="9919" y="1263"/>
                </a:lnTo>
                <a:lnTo>
                  <a:pt x="2358" y="11965"/>
                </a:lnTo>
                <a:lnTo>
                  <a:pt x="0" y="25279"/>
                </a:lnTo>
                <a:lnTo>
                  <a:pt x="3900" y="34375"/>
                </a:lnTo>
                <a:lnTo>
                  <a:pt x="13601" y="32928"/>
                </a:lnTo>
                <a:lnTo>
                  <a:pt x="23157" y="22484"/>
                </a:lnTo>
                <a:lnTo>
                  <a:pt x="27517" y="9392"/>
                </a:lnTo>
                <a:lnTo>
                  <a:pt x="21627" y="0"/>
                </a:lnTo>
                <a:close/>
              </a:path>
            </a:pathLst>
          </a:custGeom>
          <a:solidFill>
            <a:srgbClr val="B9E4F8">
              <a:alpha val="38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 descr=""/>
          <p:cNvSpPr/>
          <p:nvPr/>
        </p:nvSpPr>
        <p:spPr>
          <a:xfrm>
            <a:off x="10532934" y="3916503"/>
            <a:ext cx="34925" cy="69850"/>
          </a:xfrm>
          <a:custGeom>
            <a:avLst/>
            <a:gdLst/>
            <a:ahLst/>
            <a:cxnLst/>
            <a:rect l="l" t="t" r="r" b="b"/>
            <a:pathLst>
              <a:path w="34925" h="69850">
                <a:moveTo>
                  <a:pt x="33480" y="0"/>
                </a:moveTo>
                <a:lnTo>
                  <a:pt x="18858" y="4659"/>
                </a:lnTo>
                <a:lnTo>
                  <a:pt x="5738" y="25870"/>
                </a:lnTo>
                <a:lnTo>
                  <a:pt x="0" y="51515"/>
                </a:lnTo>
                <a:lnTo>
                  <a:pt x="7523" y="69474"/>
                </a:lnTo>
                <a:lnTo>
                  <a:pt x="20487" y="64139"/>
                </a:lnTo>
                <a:lnTo>
                  <a:pt x="30083" y="40591"/>
                </a:lnTo>
                <a:lnTo>
                  <a:pt x="34888" y="14116"/>
                </a:lnTo>
                <a:lnTo>
                  <a:pt x="33480" y="0"/>
                </a:lnTo>
                <a:close/>
              </a:path>
            </a:pathLst>
          </a:custGeom>
          <a:solidFill>
            <a:srgbClr val="B9E4F8">
              <a:alpha val="38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 descr=""/>
          <p:cNvSpPr/>
          <p:nvPr/>
        </p:nvSpPr>
        <p:spPr>
          <a:xfrm>
            <a:off x="10551210" y="3805497"/>
            <a:ext cx="22860" cy="46355"/>
          </a:xfrm>
          <a:custGeom>
            <a:avLst/>
            <a:gdLst/>
            <a:ahLst/>
            <a:cxnLst/>
            <a:rect l="l" t="t" r="r" b="b"/>
            <a:pathLst>
              <a:path w="22859" h="46354">
                <a:moveTo>
                  <a:pt x="20252" y="0"/>
                </a:moveTo>
                <a:lnTo>
                  <a:pt x="10006" y="5155"/>
                </a:lnTo>
                <a:lnTo>
                  <a:pt x="2150" y="19962"/>
                </a:lnTo>
                <a:lnTo>
                  <a:pt x="0" y="36222"/>
                </a:lnTo>
                <a:lnTo>
                  <a:pt x="6870" y="45736"/>
                </a:lnTo>
                <a:lnTo>
                  <a:pt x="15857" y="40444"/>
                </a:lnTo>
                <a:lnTo>
                  <a:pt x="20970" y="24812"/>
                </a:lnTo>
                <a:lnTo>
                  <a:pt x="22380" y="8208"/>
                </a:lnTo>
                <a:lnTo>
                  <a:pt x="20252" y="0"/>
                </a:lnTo>
                <a:close/>
              </a:path>
            </a:pathLst>
          </a:custGeom>
          <a:solidFill>
            <a:srgbClr val="B9E4F8">
              <a:alpha val="38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 descr=""/>
          <p:cNvSpPr/>
          <p:nvPr/>
        </p:nvSpPr>
        <p:spPr>
          <a:xfrm>
            <a:off x="11250714" y="5276085"/>
            <a:ext cx="1078230" cy="1057910"/>
          </a:xfrm>
          <a:custGeom>
            <a:avLst/>
            <a:gdLst/>
            <a:ahLst/>
            <a:cxnLst/>
            <a:rect l="l" t="t" r="r" b="b"/>
            <a:pathLst>
              <a:path w="1078229" h="1057910">
                <a:moveTo>
                  <a:pt x="600278" y="803910"/>
                </a:moveTo>
                <a:lnTo>
                  <a:pt x="424437" y="803910"/>
                </a:lnTo>
                <a:lnTo>
                  <a:pt x="414140" y="855980"/>
                </a:lnTo>
                <a:lnTo>
                  <a:pt x="409124" y="908050"/>
                </a:lnTo>
                <a:lnTo>
                  <a:pt x="409024" y="914400"/>
                </a:lnTo>
                <a:lnTo>
                  <a:pt x="409240" y="963930"/>
                </a:lnTo>
                <a:lnTo>
                  <a:pt x="415071" y="1014730"/>
                </a:lnTo>
                <a:lnTo>
                  <a:pt x="425755" y="1057910"/>
                </a:lnTo>
                <a:lnTo>
                  <a:pt x="571791" y="1057910"/>
                </a:lnTo>
                <a:lnTo>
                  <a:pt x="573171" y="1041400"/>
                </a:lnTo>
                <a:lnTo>
                  <a:pt x="575201" y="999490"/>
                </a:lnTo>
                <a:lnTo>
                  <a:pt x="471503" y="999490"/>
                </a:lnTo>
                <a:lnTo>
                  <a:pt x="468496" y="957580"/>
                </a:lnTo>
                <a:lnTo>
                  <a:pt x="465849" y="915670"/>
                </a:lnTo>
                <a:lnTo>
                  <a:pt x="463776" y="875030"/>
                </a:lnTo>
                <a:lnTo>
                  <a:pt x="462488" y="835660"/>
                </a:lnTo>
                <a:lnTo>
                  <a:pt x="465650" y="821690"/>
                </a:lnTo>
                <a:lnTo>
                  <a:pt x="604435" y="821690"/>
                </a:lnTo>
                <a:lnTo>
                  <a:pt x="600278" y="803910"/>
                </a:lnTo>
                <a:close/>
              </a:path>
              <a:path w="1078229" h="1057910">
                <a:moveTo>
                  <a:pt x="622677" y="914400"/>
                </a:moveTo>
                <a:lnTo>
                  <a:pt x="577553" y="914400"/>
                </a:lnTo>
                <a:lnTo>
                  <a:pt x="590682" y="972820"/>
                </a:lnTo>
                <a:lnTo>
                  <a:pt x="604446" y="1023620"/>
                </a:lnTo>
                <a:lnTo>
                  <a:pt x="615302" y="1057910"/>
                </a:lnTo>
                <a:lnTo>
                  <a:pt x="623072" y="1057910"/>
                </a:lnTo>
                <a:lnTo>
                  <a:pt x="629061" y="1036320"/>
                </a:lnTo>
                <a:lnTo>
                  <a:pt x="631083" y="994410"/>
                </a:lnTo>
                <a:lnTo>
                  <a:pt x="627377" y="944880"/>
                </a:lnTo>
                <a:lnTo>
                  <a:pt x="622677" y="914400"/>
                </a:lnTo>
                <a:close/>
              </a:path>
              <a:path w="1078229" h="1057910">
                <a:moveTo>
                  <a:pt x="715694" y="924560"/>
                </a:moveTo>
                <a:lnTo>
                  <a:pt x="665550" y="924560"/>
                </a:lnTo>
                <a:lnTo>
                  <a:pt x="677987" y="1010920"/>
                </a:lnTo>
                <a:lnTo>
                  <a:pt x="681204" y="1057910"/>
                </a:lnTo>
                <a:lnTo>
                  <a:pt x="711130" y="1057910"/>
                </a:lnTo>
                <a:lnTo>
                  <a:pt x="714480" y="1043940"/>
                </a:lnTo>
                <a:lnTo>
                  <a:pt x="721048" y="996950"/>
                </a:lnTo>
                <a:lnTo>
                  <a:pt x="719618" y="947420"/>
                </a:lnTo>
                <a:lnTo>
                  <a:pt x="715694" y="924560"/>
                </a:lnTo>
                <a:close/>
              </a:path>
              <a:path w="1078229" h="1057910">
                <a:moveTo>
                  <a:pt x="604435" y="821690"/>
                </a:moveTo>
                <a:lnTo>
                  <a:pt x="465650" y="821690"/>
                </a:lnTo>
                <a:lnTo>
                  <a:pt x="466551" y="824230"/>
                </a:lnTo>
                <a:lnTo>
                  <a:pt x="468570" y="864870"/>
                </a:lnTo>
                <a:lnTo>
                  <a:pt x="470158" y="908050"/>
                </a:lnTo>
                <a:lnTo>
                  <a:pt x="471095" y="949960"/>
                </a:lnTo>
                <a:lnTo>
                  <a:pt x="471207" y="957580"/>
                </a:lnTo>
                <a:lnTo>
                  <a:pt x="471503" y="999490"/>
                </a:lnTo>
                <a:lnTo>
                  <a:pt x="575201" y="999490"/>
                </a:lnTo>
                <a:lnTo>
                  <a:pt x="575324" y="996950"/>
                </a:lnTo>
                <a:lnTo>
                  <a:pt x="575419" y="994410"/>
                </a:lnTo>
                <a:lnTo>
                  <a:pt x="577553" y="914400"/>
                </a:lnTo>
                <a:lnTo>
                  <a:pt x="622677" y="914400"/>
                </a:lnTo>
                <a:lnTo>
                  <a:pt x="619543" y="894080"/>
                </a:lnTo>
                <a:lnTo>
                  <a:pt x="609185" y="842010"/>
                </a:lnTo>
                <a:lnTo>
                  <a:pt x="604435" y="821690"/>
                </a:lnTo>
                <a:close/>
              </a:path>
              <a:path w="1078229" h="1057910">
                <a:moveTo>
                  <a:pt x="759395" y="619760"/>
                </a:moveTo>
                <a:lnTo>
                  <a:pt x="307791" y="619760"/>
                </a:lnTo>
                <a:lnTo>
                  <a:pt x="339607" y="638810"/>
                </a:lnTo>
                <a:lnTo>
                  <a:pt x="369487" y="657860"/>
                </a:lnTo>
                <a:lnTo>
                  <a:pt x="396965" y="676910"/>
                </a:lnTo>
                <a:lnTo>
                  <a:pt x="421578" y="693420"/>
                </a:lnTo>
                <a:lnTo>
                  <a:pt x="424542" y="702310"/>
                </a:lnTo>
                <a:lnTo>
                  <a:pt x="430081" y="717550"/>
                </a:lnTo>
                <a:lnTo>
                  <a:pt x="393150" y="756920"/>
                </a:lnTo>
                <a:lnTo>
                  <a:pt x="364152" y="800100"/>
                </a:lnTo>
                <a:lnTo>
                  <a:pt x="343440" y="843280"/>
                </a:lnTo>
                <a:lnTo>
                  <a:pt x="331369" y="885190"/>
                </a:lnTo>
                <a:lnTo>
                  <a:pt x="328293" y="925830"/>
                </a:lnTo>
                <a:lnTo>
                  <a:pt x="334566" y="962660"/>
                </a:lnTo>
                <a:lnTo>
                  <a:pt x="350544" y="994410"/>
                </a:lnTo>
                <a:lnTo>
                  <a:pt x="372961" y="928370"/>
                </a:lnTo>
                <a:lnTo>
                  <a:pt x="388130" y="886460"/>
                </a:lnTo>
                <a:lnTo>
                  <a:pt x="402980" y="850900"/>
                </a:lnTo>
                <a:lnTo>
                  <a:pt x="424437" y="803910"/>
                </a:lnTo>
                <a:lnTo>
                  <a:pt x="600278" y="803910"/>
                </a:lnTo>
                <a:lnTo>
                  <a:pt x="597903" y="793750"/>
                </a:lnTo>
                <a:lnTo>
                  <a:pt x="587301" y="750570"/>
                </a:lnTo>
                <a:lnTo>
                  <a:pt x="648685" y="750570"/>
                </a:lnTo>
                <a:lnTo>
                  <a:pt x="632500" y="725170"/>
                </a:lnTo>
                <a:lnTo>
                  <a:pt x="601772" y="725170"/>
                </a:lnTo>
                <a:lnTo>
                  <a:pt x="599196" y="723900"/>
                </a:lnTo>
                <a:lnTo>
                  <a:pt x="594369" y="722630"/>
                </a:lnTo>
                <a:lnTo>
                  <a:pt x="589741" y="722630"/>
                </a:lnTo>
                <a:lnTo>
                  <a:pt x="595981" y="709930"/>
                </a:lnTo>
                <a:lnTo>
                  <a:pt x="599269" y="703580"/>
                </a:lnTo>
                <a:lnTo>
                  <a:pt x="614494" y="703580"/>
                </a:lnTo>
                <a:lnTo>
                  <a:pt x="607080" y="694690"/>
                </a:lnTo>
                <a:lnTo>
                  <a:pt x="658342" y="664210"/>
                </a:lnTo>
                <a:lnTo>
                  <a:pt x="710648" y="638810"/>
                </a:lnTo>
                <a:lnTo>
                  <a:pt x="748600" y="638810"/>
                </a:lnTo>
                <a:lnTo>
                  <a:pt x="744543" y="637540"/>
                </a:lnTo>
                <a:lnTo>
                  <a:pt x="726197" y="632460"/>
                </a:lnTo>
                <a:lnTo>
                  <a:pt x="730490" y="631190"/>
                </a:lnTo>
                <a:lnTo>
                  <a:pt x="734815" y="628650"/>
                </a:lnTo>
                <a:lnTo>
                  <a:pt x="739160" y="627380"/>
                </a:lnTo>
                <a:lnTo>
                  <a:pt x="783230" y="627380"/>
                </a:lnTo>
                <a:lnTo>
                  <a:pt x="779090" y="626110"/>
                </a:lnTo>
                <a:lnTo>
                  <a:pt x="756510" y="621030"/>
                </a:lnTo>
                <a:lnTo>
                  <a:pt x="759395" y="619760"/>
                </a:lnTo>
                <a:close/>
              </a:path>
              <a:path w="1078229" h="1057910">
                <a:moveTo>
                  <a:pt x="648685" y="750570"/>
                </a:moveTo>
                <a:lnTo>
                  <a:pt x="587301" y="750570"/>
                </a:lnTo>
                <a:lnTo>
                  <a:pt x="610489" y="800100"/>
                </a:lnTo>
                <a:lnTo>
                  <a:pt x="634131" y="868680"/>
                </a:lnTo>
                <a:lnTo>
                  <a:pt x="652509" y="930910"/>
                </a:lnTo>
                <a:lnTo>
                  <a:pt x="659906" y="957580"/>
                </a:lnTo>
                <a:lnTo>
                  <a:pt x="661866" y="949960"/>
                </a:lnTo>
                <a:lnTo>
                  <a:pt x="663458" y="942340"/>
                </a:lnTo>
                <a:lnTo>
                  <a:pt x="664686" y="933450"/>
                </a:lnTo>
                <a:lnTo>
                  <a:pt x="665550" y="924560"/>
                </a:lnTo>
                <a:lnTo>
                  <a:pt x="715694" y="924560"/>
                </a:lnTo>
                <a:lnTo>
                  <a:pt x="711334" y="899160"/>
                </a:lnTo>
                <a:lnTo>
                  <a:pt x="697337" y="850900"/>
                </a:lnTo>
                <a:lnTo>
                  <a:pt x="678771" y="805180"/>
                </a:lnTo>
                <a:lnTo>
                  <a:pt x="656777" y="763270"/>
                </a:lnTo>
                <a:lnTo>
                  <a:pt x="648685" y="750570"/>
                </a:lnTo>
                <a:close/>
              </a:path>
              <a:path w="1078229" h="1057910">
                <a:moveTo>
                  <a:pt x="614494" y="703580"/>
                </a:moveTo>
                <a:lnTo>
                  <a:pt x="599269" y="703580"/>
                </a:lnTo>
                <a:lnTo>
                  <a:pt x="599374" y="708660"/>
                </a:lnTo>
                <a:lnTo>
                  <a:pt x="600044" y="715010"/>
                </a:lnTo>
                <a:lnTo>
                  <a:pt x="601772" y="725170"/>
                </a:lnTo>
                <a:lnTo>
                  <a:pt x="632500" y="725170"/>
                </a:lnTo>
                <a:lnTo>
                  <a:pt x="614494" y="703580"/>
                </a:lnTo>
                <a:close/>
              </a:path>
              <a:path w="1078229" h="1057910">
                <a:moveTo>
                  <a:pt x="748600" y="638810"/>
                </a:moveTo>
                <a:lnTo>
                  <a:pt x="710648" y="638810"/>
                </a:lnTo>
                <a:lnTo>
                  <a:pt x="736442" y="645160"/>
                </a:lnTo>
                <a:lnTo>
                  <a:pt x="759080" y="648970"/>
                </a:lnTo>
                <a:lnTo>
                  <a:pt x="775158" y="651510"/>
                </a:lnTo>
                <a:lnTo>
                  <a:pt x="781274" y="651510"/>
                </a:lnTo>
                <a:lnTo>
                  <a:pt x="773477" y="647700"/>
                </a:lnTo>
                <a:lnTo>
                  <a:pt x="760768" y="642620"/>
                </a:lnTo>
                <a:lnTo>
                  <a:pt x="748600" y="638810"/>
                </a:lnTo>
                <a:close/>
              </a:path>
              <a:path w="1078229" h="1057910">
                <a:moveTo>
                  <a:pt x="783230" y="627380"/>
                </a:moveTo>
                <a:lnTo>
                  <a:pt x="739160" y="627380"/>
                </a:lnTo>
                <a:lnTo>
                  <a:pt x="769297" y="633730"/>
                </a:lnTo>
                <a:lnTo>
                  <a:pt x="818058" y="642620"/>
                </a:lnTo>
                <a:lnTo>
                  <a:pt x="826131" y="643890"/>
                </a:lnTo>
                <a:lnTo>
                  <a:pt x="816256" y="638810"/>
                </a:lnTo>
                <a:lnTo>
                  <a:pt x="799791" y="632460"/>
                </a:lnTo>
                <a:lnTo>
                  <a:pt x="783230" y="627380"/>
                </a:lnTo>
                <a:close/>
              </a:path>
              <a:path w="1078229" h="1057910">
                <a:moveTo>
                  <a:pt x="814057" y="614680"/>
                </a:moveTo>
                <a:lnTo>
                  <a:pt x="773850" y="614680"/>
                </a:lnTo>
                <a:lnTo>
                  <a:pt x="800068" y="619760"/>
                </a:lnTo>
                <a:lnTo>
                  <a:pt x="823188" y="623570"/>
                </a:lnTo>
                <a:lnTo>
                  <a:pt x="839662" y="626110"/>
                </a:lnTo>
                <a:lnTo>
                  <a:pt x="845942" y="627380"/>
                </a:lnTo>
                <a:lnTo>
                  <a:pt x="838324" y="623570"/>
                </a:lnTo>
                <a:lnTo>
                  <a:pt x="825934" y="618490"/>
                </a:lnTo>
                <a:lnTo>
                  <a:pt x="814057" y="614680"/>
                </a:lnTo>
                <a:close/>
              </a:path>
              <a:path w="1078229" h="1057910">
                <a:moveTo>
                  <a:pt x="839323" y="604520"/>
                </a:moveTo>
                <a:lnTo>
                  <a:pt x="280598" y="604520"/>
                </a:lnTo>
                <a:lnTo>
                  <a:pt x="288881" y="609600"/>
                </a:lnTo>
                <a:lnTo>
                  <a:pt x="292975" y="610870"/>
                </a:lnTo>
                <a:lnTo>
                  <a:pt x="274195" y="614680"/>
                </a:lnTo>
                <a:lnTo>
                  <a:pt x="257536" y="618490"/>
                </a:lnTo>
                <a:lnTo>
                  <a:pt x="244419" y="622300"/>
                </a:lnTo>
                <a:lnTo>
                  <a:pt x="236265" y="624840"/>
                </a:lnTo>
                <a:lnTo>
                  <a:pt x="257602" y="624840"/>
                </a:lnTo>
                <a:lnTo>
                  <a:pt x="286660" y="622300"/>
                </a:lnTo>
                <a:lnTo>
                  <a:pt x="307791" y="619760"/>
                </a:lnTo>
                <a:lnTo>
                  <a:pt x="759395" y="619760"/>
                </a:lnTo>
                <a:lnTo>
                  <a:pt x="768049" y="615950"/>
                </a:lnTo>
                <a:lnTo>
                  <a:pt x="773850" y="614680"/>
                </a:lnTo>
                <a:lnTo>
                  <a:pt x="814057" y="614680"/>
                </a:lnTo>
                <a:lnTo>
                  <a:pt x="810098" y="613410"/>
                </a:lnTo>
                <a:lnTo>
                  <a:pt x="792143" y="608330"/>
                </a:lnTo>
                <a:lnTo>
                  <a:pt x="797902" y="605790"/>
                </a:lnTo>
                <a:lnTo>
                  <a:pt x="843709" y="605790"/>
                </a:lnTo>
                <a:lnTo>
                  <a:pt x="839323" y="604520"/>
                </a:lnTo>
                <a:close/>
              </a:path>
              <a:path w="1078229" h="1057910">
                <a:moveTo>
                  <a:pt x="843709" y="605790"/>
                </a:moveTo>
                <a:lnTo>
                  <a:pt x="800781" y="605790"/>
                </a:lnTo>
                <a:lnTo>
                  <a:pt x="831220" y="612140"/>
                </a:lnTo>
                <a:lnTo>
                  <a:pt x="880816" y="621030"/>
                </a:lnTo>
                <a:lnTo>
                  <a:pt x="889061" y="622300"/>
                </a:lnTo>
                <a:lnTo>
                  <a:pt x="879532" y="617220"/>
                </a:lnTo>
                <a:lnTo>
                  <a:pt x="843709" y="605790"/>
                </a:lnTo>
                <a:close/>
              </a:path>
              <a:path w="1078229" h="1057910">
                <a:moveTo>
                  <a:pt x="786600" y="455930"/>
                </a:moveTo>
                <a:lnTo>
                  <a:pt x="771924" y="455930"/>
                </a:lnTo>
                <a:lnTo>
                  <a:pt x="761981" y="469900"/>
                </a:lnTo>
                <a:lnTo>
                  <a:pt x="751886" y="485140"/>
                </a:lnTo>
                <a:lnTo>
                  <a:pt x="742049" y="500380"/>
                </a:lnTo>
                <a:lnTo>
                  <a:pt x="732878" y="515620"/>
                </a:lnTo>
                <a:lnTo>
                  <a:pt x="721890" y="528320"/>
                </a:lnTo>
                <a:lnTo>
                  <a:pt x="710658" y="541020"/>
                </a:lnTo>
                <a:lnTo>
                  <a:pt x="709381" y="542290"/>
                </a:lnTo>
                <a:lnTo>
                  <a:pt x="707318" y="544830"/>
                </a:lnTo>
                <a:lnTo>
                  <a:pt x="693925" y="560070"/>
                </a:lnTo>
                <a:lnTo>
                  <a:pt x="687162" y="568960"/>
                </a:lnTo>
                <a:lnTo>
                  <a:pt x="680366" y="576580"/>
                </a:lnTo>
                <a:lnTo>
                  <a:pt x="673236" y="580390"/>
                </a:lnTo>
                <a:lnTo>
                  <a:pt x="666346" y="584200"/>
                </a:lnTo>
                <a:lnTo>
                  <a:pt x="660107" y="587769"/>
                </a:lnTo>
                <a:lnTo>
                  <a:pt x="659969" y="588010"/>
                </a:lnTo>
                <a:lnTo>
                  <a:pt x="247364" y="588010"/>
                </a:lnTo>
                <a:lnTo>
                  <a:pt x="264002" y="595630"/>
                </a:lnTo>
                <a:lnTo>
                  <a:pt x="240929" y="600710"/>
                </a:lnTo>
                <a:lnTo>
                  <a:pt x="219709" y="604520"/>
                </a:lnTo>
                <a:lnTo>
                  <a:pt x="202743" y="608330"/>
                </a:lnTo>
                <a:lnTo>
                  <a:pt x="192433" y="612140"/>
                </a:lnTo>
                <a:lnTo>
                  <a:pt x="220899" y="610870"/>
                </a:lnTo>
                <a:lnTo>
                  <a:pt x="256716" y="608330"/>
                </a:lnTo>
                <a:lnTo>
                  <a:pt x="280598" y="604520"/>
                </a:lnTo>
                <a:lnTo>
                  <a:pt x="839323" y="604520"/>
                </a:lnTo>
                <a:lnTo>
                  <a:pt x="821776" y="599440"/>
                </a:lnTo>
                <a:lnTo>
                  <a:pt x="829859" y="596900"/>
                </a:lnTo>
                <a:lnTo>
                  <a:pt x="845932" y="594360"/>
                </a:lnTo>
                <a:lnTo>
                  <a:pt x="887278" y="594360"/>
                </a:lnTo>
                <a:lnTo>
                  <a:pt x="872067" y="589280"/>
                </a:lnTo>
                <a:lnTo>
                  <a:pt x="914737" y="586740"/>
                </a:lnTo>
                <a:lnTo>
                  <a:pt x="952950" y="586740"/>
                </a:lnTo>
                <a:lnTo>
                  <a:pt x="946652" y="574040"/>
                </a:lnTo>
                <a:lnTo>
                  <a:pt x="935437" y="565150"/>
                </a:lnTo>
                <a:lnTo>
                  <a:pt x="913557" y="558800"/>
                </a:lnTo>
                <a:lnTo>
                  <a:pt x="873376" y="552450"/>
                </a:lnTo>
                <a:lnTo>
                  <a:pt x="875641" y="551180"/>
                </a:lnTo>
                <a:lnTo>
                  <a:pt x="759076" y="551180"/>
                </a:lnTo>
                <a:lnTo>
                  <a:pt x="807047" y="509270"/>
                </a:lnTo>
                <a:lnTo>
                  <a:pt x="854465" y="469900"/>
                </a:lnTo>
                <a:lnTo>
                  <a:pt x="859366" y="466090"/>
                </a:lnTo>
                <a:lnTo>
                  <a:pt x="782101" y="466090"/>
                </a:lnTo>
                <a:lnTo>
                  <a:pt x="785023" y="459740"/>
                </a:lnTo>
                <a:lnTo>
                  <a:pt x="786600" y="455930"/>
                </a:lnTo>
                <a:close/>
              </a:path>
              <a:path w="1078229" h="1057910">
                <a:moveTo>
                  <a:pt x="887278" y="594360"/>
                </a:moveTo>
                <a:lnTo>
                  <a:pt x="845932" y="594360"/>
                </a:lnTo>
                <a:lnTo>
                  <a:pt x="875194" y="600710"/>
                </a:lnTo>
                <a:lnTo>
                  <a:pt x="902052" y="605790"/>
                </a:lnTo>
                <a:lnTo>
                  <a:pt x="921695" y="608330"/>
                </a:lnTo>
                <a:lnTo>
                  <a:pt x="929312" y="609600"/>
                </a:lnTo>
                <a:lnTo>
                  <a:pt x="921218" y="605790"/>
                </a:lnTo>
                <a:lnTo>
                  <a:pt x="907969" y="600710"/>
                </a:lnTo>
                <a:lnTo>
                  <a:pt x="891080" y="595630"/>
                </a:lnTo>
                <a:lnTo>
                  <a:pt x="887278" y="594360"/>
                </a:lnTo>
                <a:close/>
              </a:path>
              <a:path w="1078229" h="1057910">
                <a:moveTo>
                  <a:pt x="666524" y="576580"/>
                </a:moveTo>
                <a:lnTo>
                  <a:pt x="221427" y="576580"/>
                </a:lnTo>
                <a:lnTo>
                  <a:pt x="229752" y="580390"/>
                </a:lnTo>
                <a:lnTo>
                  <a:pt x="211373" y="584200"/>
                </a:lnTo>
                <a:lnTo>
                  <a:pt x="195114" y="586740"/>
                </a:lnTo>
                <a:lnTo>
                  <a:pt x="182326" y="590550"/>
                </a:lnTo>
                <a:lnTo>
                  <a:pt x="174361" y="594360"/>
                </a:lnTo>
                <a:lnTo>
                  <a:pt x="196287" y="593090"/>
                </a:lnTo>
                <a:lnTo>
                  <a:pt x="225944" y="590550"/>
                </a:lnTo>
                <a:lnTo>
                  <a:pt x="247364" y="588010"/>
                </a:lnTo>
                <a:lnTo>
                  <a:pt x="659686" y="588010"/>
                </a:lnTo>
                <a:lnTo>
                  <a:pt x="660107" y="587769"/>
                </a:lnTo>
                <a:lnTo>
                  <a:pt x="666524" y="576580"/>
                </a:lnTo>
                <a:close/>
              </a:path>
              <a:path w="1078229" h="1057910">
                <a:moveTo>
                  <a:pt x="952950" y="586740"/>
                </a:moveTo>
                <a:lnTo>
                  <a:pt x="914737" y="586740"/>
                </a:lnTo>
                <a:lnTo>
                  <a:pt x="935173" y="588010"/>
                </a:lnTo>
                <a:lnTo>
                  <a:pt x="954840" y="590550"/>
                </a:lnTo>
                <a:lnTo>
                  <a:pt x="952950" y="586740"/>
                </a:lnTo>
                <a:close/>
              </a:path>
              <a:path w="1078229" h="1057910">
                <a:moveTo>
                  <a:pt x="660107" y="587769"/>
                </a:moveTo>
                <a:lnTo>
                  <a:pt x="659686" y="588010"/>
                </a:lnTo>
                <a:lnTo>
                  <a:pt x="659969" y="588010"/>
                </a:lnTo>
                <a:lnTo>
                  <a:pt x="660107" y="587769"/>
                </a:lnTo>
                <a:close/>
              </a:path>
              <a:path w="1078229" h="1057910">
                <a:moveTo>
                  <a:pt x="675265" y="561340"/>
                </a:moveTo>
                <a:lnTo>
                  <a:pt x="177607" y="561340"/>
                </a:lnTo>
                <a:lnTo>
                  <a:pt x="201103" y="568960"/>
                </a:lnTo>
                <a:lnTo>
                  <a:pt x="178683" y="572770"/>
                </a:lnTo>
                <a:lnTo>
                  <a:pt x="158200" y="576580"/>
                </a:lnTo>
                <a:lnTo>
                  <a:pt x="141873" y="581660"/>
                </a:lnTo>
                <a:lnTo>
                  <a:pt x="131922" y="585470"/>
                </a:lnTo>
                <a:lnTo>
                  <a:pt x="161021" y="584200"/>
                </a:lnTo>
                <a:lnTo>
                  <a:pt x="180044" y="582930"/>
                </a:lnTo>
                <a:lnTo>
                  <a:pt x="197382" y="580390"/>
                </a:lnTo>
                <a:lnTo>
                  <a:pt x="221427" y="576580"/>
                </a:lnTo>
                <a:lnTo>
                  <a:pt x="666524" y="576580"/>
                </a:lnTo>
                <a:lnTo>
                  <a:pt x="675265" y="561340"/>
                </a:lnTo>
                <a:close/>
              </a:path>
              <a:path w="1078229" h="1057910">
                <a:moveTo>
                  <a:pt x="552872" y="546100"/>
                </a:moveTo>
                <a:lnTo>
                  <a:pt x="89396" y="546100"/>
                </a:lnTo>
                <a:lnTo>
                  <a:pt x="109839" y="547370"/>
                </a:lnTo>
                <a:lnTo>
                  <a:pt x="130753" y="549910"/>
                </a:lnTo>
                <a:lnTo>
                  <a:pt x="152026" y="553720"/>
                </a:lnTo>
                <a:lnTo>
                  <a:pt x="132579" y="557530"/>
                </a:lnTo>
                <a:lnTo>
                  <a:pt x="115243" y="561340"/>
                </a:lnTo>
                <a:lnTo>
                  <a:pt x="101569" y="565150"/>
                </a:lnTo>
                <a:lnTo>
                  <a:pt x="93107" y="568960"/>
                </a:lnTo>
                <a:lnTo>
                  <a:pt x="119901" y="567690"/>
                </a:lnTo>
                <a:lnTo>
                  <a:pt x="137634" y="566420"/>
                </a:lnTo>
                <a:lnTo>
                  <a:pt x="154229" y="563880"/>
                </a:lnTo>
                <a:lnTo>
                  <a:pt x="177607" y="561340"/>
                </a:lnTo>
                <a:lnTo>
                  <a:pt x="675265" y="561340"/>
                </a:lnTo>
                <a:lnTo>
                  <a:pt x="678188" y="556260"/>
                </a:lnTo>
                <a:lnTo>
                  <a:pt x="551658" y="556260"/>
                </a:lnTo>
                <a:lnTo>
                  <a:pt x="552872" y="546100"/>
                </a:lnTo>
                <a:close/>
              </a:path>
              <a:path w="1078229" h="1057910">
                <a:moveTo>
                  <a:pt x="719620" y="487680"/>
                </a:moveTo>
                <a:lnTo>
                  <a:pt x="568003" y="487680"/>
                </a:lnTo>
                <a:lnTo>
                  <a:pt x="568694" y="494030"/>
                </a:lnTo>
                <a:lnTo>
                  <a:pt x="569092" y="496570"/>
                </a:lnTo>
                <a:lnTo>
                  <a:pt x="564159" y="511810"/>
                </a:lnTo>
                <a:lnTo>
                  <a:pt x="555460" y="541020"/>
                </a:lnTo>
                <a:lnTo>
                  <a:pt x="551658" y="556260"/>
                </a:lnTo>
                <a:lnTo>
                  <a:pt x="678188" y="556260"/>
                </a:lnTo>
                <a:lnTo>
                  <a:pt x="692824" y="530860"/>
                </a:lnTo>
                <a:lnTo>
                  <a:pt x="710436" y="501650"/>
                </a:lnTo>
                <a:lnTo>
                  <a:pt x="719620" y="487680"/>
                </a:lnTo>
                <a:close/>
              </a:path>
              <a:path w="1078229" h="1057910">
                <a:moveTo>
                  <a:pt x="886349" y="542290"/>
                </a:moveTo>
                <a:lnTo>
                  <a:pt x="878978" y="543560"/>
                </a:lnTo>
                <a:lnTo>
                  <a:pt x="873557" y="546100"/>
                </a:lnTo>
                <a:lnTo>
                  <a:pt x="867416" y="547370"/>
                </a:lnTo>
                <a:lnTo>
                  <a:pt x="857890" y="549910"/>
                </a:lnTo>
                <a:lnTo>
                  <a:pt x="777065" y="549910"/>
                </a:lnTo>
                <a:lnTo>
                  <a:pt x="766332" y="551180"/>
                </a:lnTo>
                <a:lnTo>
                  <a:pt x="875641" y="551180"/>
                </a:lnTo>
                <a:lnTo>
                  <a:pt x="880172" y="548640"/>
                </a:lnTo>
                <a:lnTo>
                  <a:pt x="884957" y="544830"/>
                </a:lnTo>
                <a:lnTo>
                  <a:pt x="886349" y="542290"/>
                </a:lnTo>
                <a:close/>
              </a:path>
              <a:path w="1078229" h="1057910">
                <a:moveTo>
                  <a:pt x="813242" y="528320"/>
                </a:moveTo>
                <a:lnTo>
                  <a:pt x="807088" y="533400"/>
                </a:lnTo>
                <a:lnTo>
                  <a:pt x="802652" y="537210"/>
                </a:lnTo>
                <a:lnTo>
                  <a:pt x="797785" y="542290"/>
                </a:lnTo>
                <a:lnTo>
                  <a:pt x="790342" y="548640"/>
                </a:lnTo>
                <a:lnTo>
                  <a:pt x="783819" y="549910"/>
                </a:lnTo>
                <a:lnTo>
                  <a:pt x="845708" y="549910"/>
                </a:lnTo>
                <a:lnTo>
                  <a:pt x="832575" y="548640"/>
                </a:lnTo>
                <a:lnTo>
                  <a:pt x="803326" y="548640"/>
                </a:lnTo>
                <a:lnTo>
                  <a:pt x="809158" y="539750"/>
                </a:lnTo>
                <a:lnTo>
                  <a:pt x="813053" y="532130"/>
                </a:lnTo>
                <a:lnTo>
                  <a:pt x="813242" y="528320"/>
                </a:lnTo>
                <a:close/>
              </a:path>
              <a:path w="1078229" h="1057910">
                <a:moveTo>
                  <a:pt x="142498" y="505460"/>
                </a:moveTo>
                <a:lnTo>
                  <a:pt x="143629" y="508000"/>
                </a:lnTo>
                <a:lnTo>
                  <a:pt x="148037" y="511810"/>
                </a:lnTo>
                <a:lnTo>
                  <a:pt x="154393" y="516890"/>
                </a:lnTo>
                <a:lnTo>
                  <a:pt x="111665" y="523240"/>
                </a:lnTo>
                <a:lnTo>
                  <a:pt x="85770" y="533400"/>
                </a:lnTo>
                <a:lnTo>
                  <a:pt x="72973" y="543560"/>
                </a:lnTo>
                <a:lnTo>
                  <a:pt x="69537" y="547370"/>
                </a:lnTo>
                <a:lnTo>
                  <a:pt x="89396" y="546100"/>
                </a:lnTo>
                <a:lnTo>
                  <a:pt x="552872" y="546100"/>
                </a:lnTo>
                <a:lnTo>
                  <a:pt x="554540" y="532130"/>
                </a:lnTo>
                <a:lnTo>
                  <a:pt x="285624" y="532130"/>
                </a:lnTo>
                <a:lnTo>
                  <a:pt x="282546" y="530860"/>
                </a:lnTo>
                <a:lnTo>
                  <a:pt x="554692" y="530860"/>
                </a:lnTo>
                <a:lnTo>
                  <a:pt x="556006" y="520700"/>
                </a:lnTo>
                <a:lnTo>
                  <a:pt x="224421" y="520690"/>
                </a:lnTo>
                <a:lnTo>
                  <a:pt x="209429" y="518160"/>
                </a:lnTo>
                <a:lnTo>
                  <a:pt x="195355" y="516890"/>
                </a:lnTo>
                <a:lnTo>
                  <a:pt x="170005" y="516890"/>
                </a:lnTo>
                <a:lnTo>
                  <a:pt x="159138" y="511810"/>
                </a:lnTo>
                <a:lnTo>
                  <a:pt x="150412" y="508000"/>
                </a:lnTo>
                <a:lnTo>
                  <a:pt x="144606" y="506730"/>
                </a:lnTo>
                <a:lnTo>
                  <a:pt x="142498" y="505460"/>
                </a:lnTo>
                <a:close/>
              </a:path>
              <a:path w="1078229" h="1057910">
                <a:moveTo>
                  <a:pt x="554692" y="530860"/>
                </a:moveTo>
                <a:lnTo>
                  <a:pt x="284609" y="530860"/>
                </a:lnTo>
                <a:lnTo>
                  <a:pt x="285624" y="532130"/>
                </a:lnTo>
                <a:lnTo>
                  <a:pt x="554540" y="532130"/>
                </a:lnTo>
                <a:lnTo>
                  <a:pt x="554692" y="530860"/>
                </a:lnTo>
                <a:close/>
              </a:path>
              <a:path w="1078229" h="1057910">
                <a:moveTo>
                  <a:pt x="224421" y="520690"/>
                </a:moveTo>
                <a:close/>
              </a:path>
              <a:path w="1078229" h="1057910">
                <a:moveTo>
                  <a:pt x="202400" y="506730"/>
                </a:moveTo>
                <a:lnTo>
                  <a:pt x="169282" y="506730"/>
                </a:lnTo>
                <a:lnTo>
                  <a:pt x="183703" y="510540"/>
                </a:lnTo>
                <a:lnTo>
                  <a:pt x="194257" y="513080"/>
                </a:lnTo>
                <a:lnTo>
                  <a:pt x="206116" y="515620"/>
                </a:lnTo>
                <a:lnTo>
                  <a:pt x="224474" y="520700"/>
                </a:lnTo>
                <a:lnTo>
                  <a:pt x="556007" y="520690"/>
                </a:lnTo>
                <a:lnTo>
                  <a:pt x="556170" y="519430"/>
                </a:lnTo>
                <a:lnTo>
                  <a:pt x="556748" y="514350"/>
                </a:lnTo>
                <a:lnTo>
                  <a:pt x="266693" y="514350"/>
                </a:lnTo>
                <a:lnTo>
                  <a:pt x="225647" y="509270"/>
                </a:lnTo>
                <a:lnTo>
                  <a:pt x="224556" y="508000"/>
                </a:lnTo>
                <a:lnTo>
                  <a:pt x="218789" y="508000"/>
                </a:lnTo>
                <a:lnTo>
                  <a:pt x="202400" y="506730"/>
                </a:lnTo>
                <a:close/>
              </a:path>
              <a:path w="1078229" h="1057910">
                <a:moveTo>
                  <a:pt x="182307" y="476250"/>
                </a:moveTo>
                <a:lnTo>
                  <a:pt x="153314" y="476250"/>
                </a:lnTo>
                <a:lnTo>
                  <a:pt x="200927" y="488950"/>
                </a:lnTo>
                <a:lnTo>
                  <a:pt x="220272" y="492760"/>
                </a:lnTo>
                <a:lnTo>
                  <a:pt x="248547" y="497840"/>
                </a:lnTo>
                <a:lnTo>
                  <a:pt x="254662" y="502920"/>
                </a:lnTo>
                <a:lnTo>
                  <a:pt x="260704" y="508000"/>
                </a:lnTo>
                <a:lnTo>
                  <a:pt x="266693" y="514350"/>
                </a:lnTo>
                <a:lnTo>
                  <a:pt x="556748" y="514350"/>
                </a:lnTo>
                <a:lnTo>
                  <a:pt x="557616" y="506730"/>
                </a:lnTo>
                <a:lnTo>
                  <a:pt x="561145" y="500380"/>
                </a:lnTo>
                <a:lnTo>
                  <a:pt x="564611" y="494030"/>
                </a:lnTo>
                <a:lnTo>
                  <a:pt x="568003" y="487680"/>
                </a:lnTo>
                <a:lnTo>
                  <a:pt x="719620" y="487680"/>
                </a:lnTo>
                <a:lnTo>
                  <a:pt x="724630" y="480060"/>
                </a:lnTo>
                <a:lnTo>
                  <a:pt x="229102" y="480060"/>
                </a:lnTo>
                <a:lnTo>
                  <a:pt x="204378" y="477520"/>
                </a:lnTo>
                <a:lnTo>
                  <a:pt x="182307" y="476250"/>
                </a:lnTo>
                <a:close/>
              </a:path>
              <a:path w="1078229" h="1057910">
                <a:moveTo>
                  <a:pt x="216548" y="499110"/>
                </a:moveTo>
                <a:lnTo>
                  <a:pt x="216454" y="501650"/>
                </a:lnTo>
                <a:lnTo>
                  <a:pt x="217281" y="504190"/>
                </a:lnTo>
                <a:lnTo>
                  <a:pt x="218789" y="508000"/>
                </a:lnTo>
                <a:lnTo>
                  <a:pt x="224556" y="508000"/>
                </a:lnTo>
                <a:lnTo>
                  <a:pt x="220192" y="502920"/>
                </a:lnTo>
                <a:lnTo>
                  <a:pt x="216548" y="499110"/>
                </a:lnTo>
                <a:close/>
              </a:path>
              <a:path w="1078229" h="1057910">
                <a:moveTo>
                  <a:pt x="139245" y="448310"/>
                </a:moveTo>
                <a:lnTo>
                  <a:pt x="102729" y="448310"/>
                </a:lnTo>
                <a:lnTo>
                  <a:pt x="140246" y="458470"/>
                </a:lnTo>
                <a:lnTo>
                  <a:pt x="164950" y="464820"/>
                </a:lnTo>
                <a:lnTo>
                  <a:pt x="187820" y="468630"/>
                </a:lnTo>
                <a:lnTo>
                  <a:pt x="219836" y="472440"/>
                </a:lnTo>
                <a:lnTo>
                  <a:pt x="229102" y="480060"/>
                </a:lnTo>
                <a:lnTo>
                  <a:pt x="724630" y="480060"/>
                </a:lnTo>
                <a:lnTo>
                  <a:pt x="728805" y="473710"/>
                </a:lnTo>
                <a:lnTo>
                  <a:pt x="739802" y="468630"/>
                </a:lnTo>
                <a:lnTo>
                  <a:pt x="761427" y="461010"/>
                </a:lnTo>
                <a:lnTo>
                  <a:pt x="771924" y="455930"/>
                </a:lnTo>
                <a:lnTo>
                  <a:pt x="786600" y="455930"/>
                </a:lnTo>
                <a:lnTo>
                  <a:pt x="787125" y="454660"/>
                </a:lnTo>
                <a:lnTo>
                  <a:pt x="196957" y="454660"/>
                </a:lnTo>
                <a:lnTo>
                  <a:pt x="166927" y="450850"/>
                </a:lnTo>
                <a:lnTo>
                  <a:pt x="139245" y="448310"/>
                </a:lnTo>
                <a:close/>
              </a:path>
              <a:path w="1078229" h="1057910">
                <a:moveTo>
                  <a:pt x="900204" y="434340"/>
                </a:moveTo>
                <a:lnTo>
                  <a:pt x="822163" y="434340"/>
                </a:lnTo>
                <a:lnTo>
                  <a:pt x="819975" y="438150"/>
                </a:lnTo>
                <a:lnTo>
                  <a:pt x="800822" y="450850"/>
                </a:lnTo>
                <a:lnTo>
                  <a:pt x="791395" y="458470"/>
                </a:lnTo>
                <a:lnTo>
                  <a:pt x="782101" y="466090"/>
                </a:lnTo>
                <a:lnTo>
                  <a:pt x="859366" y="466090"/>
                </a:lnTo>
                <a:lnTo>
                  <a:pt x="900204" y="434340"/>
                </a:lnTo>
                <a:close/>
              </a:path>
              <a:path w="1078229" h="1057910">
                <a:moveTo>
                  <a:pt x="71657" y="411480"/>
                </a:moveTo>
                <a:lnTo>
                  <a:pt x="59600" y="412750"/>
                </a:lnTo>
                <a:lnTo>
                  <a:pt x="94138" y="421640"/>
                </a:lnTo>
                <a:lnTo>
                  <a:pt x="117156" y="426720"/>
                </a:lnTo>
                <a:lnTo>
                  <a:pt x="139007" y="431800"/>
                </a:lnTo>
                <a:lnTo>
                  <a:pt x="170047" y="435610"/>
                </a:lnTo>
                <a:lnTo>
                  <a:pt x="190268" y="450850"/>
                </a:lnTo>
                <a:lnTo>
                  <a:pt x="196957" y="454660"/>
                </a:lnTo>
                <a:lnTo>
                  <a:pt x="787125" y="454660"/>
                </a:lnTo>
                <a:lnTo>
                  <a:pt x="787651" y="453390"/>
                </a:lnTo>
                <a:lnTo>
                  <a:pt x="789902" y="448310"/>
                </a:lnTo>
                <a:lnTo>
                  <a:pt x="795708" y="445770"/>
                </a:lnTo>
                <a:lnTo>
                  <a:pt x="747108" y="445770"/>
                </a:lnTo>
                <a:lnTo>
                  <a:pt x="748643" y="443230"/>
                </a:lnTo>
                <a:lnTo>
                  <a:pt x="590516" y="443230"/>
                </a:lnTo>
                <a:lnTo>
                  <a:pt x="590097" y="440690"/>
                </a:lnTo>
                <a:lnTo>
                  <a:pt x="598573" y="419100"/>
                </a:lnTo>
                <a:lnTo>
                  <a:pt x="298158" y="419100"/>
                </a:lnTo>
                <a:lnTo>
                  <a:pt x="295588" y="417830"/>
                </a:lnTo>
                <a:lnTo>
                  <a:pt x="140110" y="417830"/>
                </a:lnTo>
                <a:lnTo>
                  <a:pt x="113971" y="414020"/>
                </a:lnTo>
                <a:lnTo>
                  <a:pt x="90467" y="412750"/>
                </a:lnTo>
                <a:lnTo>
                  <a:pt x="71657" y="411480"/>
                </a:lnTo>
                <a:close/>
              </a:path>
              <a:path w="1078229" h="1057910">
                <a:moveTo>
                  <a:pt x="798781" y="427990"/>
                </a:moveTo>
                <a:lnTo>
                  <a:pt x="797138" y="427990"/>
                </a:lnTo>
                <a:lnTo>
                  <a:pt x="795232" y="429260"/>
                </a:lnTo>
                <a:lnTo>
                  <a:pt x="793127" y="431800"/>
                </a:lnTo>
                <a:lnTo>
                  <a:pt x="782089" y="434340"/>
                </a:lnTo>
                <a:lnTo>
                  <a:pt x="770679" y="438150"/>
                </a:lnTo>
                <a:lnTo>
                  <a:pt x="747108" y="445770"/>
                </a:lnTo>
                <a:lnTo>
                  <a:pt x="795708" y="445770"/>
                </a:lnTo>
                <a:lnTo>
                  <a:pt x="798611" y="444500"/>
                </a:lnTo>
                <a:lnTo>
                  <a:pt x="806924" y="440690"/>
                </a:lnTo>
                <a:lnTo>
                  <a:pt x="814791" y="438150"/>
                </a:lnTo>
                <a:lnTo>
                  <a:pt x="822163" y="434340"/>
                </a:lnTo>
                <a:lnTo>
                  <a:pt x="900204" y="434340"/>
                </a:lnTo>
                <a:lnTo>
                  <a:pt x="905804" y="430530"/>
                </a:lnTo>
                <a:lnTo>
                  <a:pt x="797619" y="430530"/>
                </a:lnTo>
                <a:lnTo>
                  <a:pt x="798781" y="427990"/>
                </a:lnTo>
                <a:close/>
              </a:path>
              <a:path w="1078229" h="1057910">
                <a:moveTo>
                  <a:pt x="637931" y="354330"/>
                </a:moveTo>
                <a:lnTo>
                  <a:pt x="620975" y="354330"/>
                </a:lnTo>
                <a:lnTo>
                  <a:pt x="620816" y="361950"/>
                </a:lnTo>
                <a:lnTo>
                  <a:pt x="620693" y="387350"/>
                </a:lnTo>
                <a:lnTo>
                  <a:pt x="612429" y="401320"/>
                </a:lnTo>
                <a:lnTo>
                  <a:pt x="604654" y="415290"/>
                </a:lnTo>
                <a:lnTo>
                  <a:pt x="597354" y="429260"/>
                </a:lnTo>
                <a:lnTo>
                  <a:pt x="590516" y="443230"/>
                </a:lnTo>
                <a:lnTo>
                  <a:pt x="748643" y="443230"/>
                </a:lnTo>
                <a:lnTo>
                  <a:pt x="750946" y="439420"/>
                </a:lnTo>
                <a:lnTo>
                  <a:pt x="754810" y="434340"/>
                </a:lnTo>
                <a:lnTo>
                  <a:pt x="758700" y="427990"/>
                </a:lnTo>
                <a:lnTo>
                  <a:pt x="762615" y="422910"/>
                </a:lnTo>
                <a:lnTo>
                  <a:pt x="819280" y="401320"/>
                </a:lnTo>
                <a:lnTo>
                  <a:pt x="837487" y="393700"/>
                </a:lnTo>
                <a:lnTo>
                  <a:pt x="783829" y="393700"/>
                </a:lnTo>
                <a:lnTo>
                  <a:pt x="789192" y="386080"/>
                </a:lnTo>
                <a:lnTo>
                  <a:pt x="794601" y="378460"/>
                </a:lnTo>
                <a:lnTo>
                  <a:pt x="800053" y="370840"/>
                </a:lnTo>
                <a:lnTo>
                  <a:pt x="805546" y="364490"/>
                </a:lnTo>
                <a:lnTo>
                  <a:pt x="818544" y="359410"/>
                </a:lnTo>
                <a:lnTo>
                  <a:pt x="639069" y="359410"/>
                </a:lnTo>
                <a:lnTo>
                  <a:pt x="637931" y="354330"/>
                </a:lnTo>
                <a:close/>
              </a:path>
              <a:path w="1078229" h="1057910">
                <a:moveTo>
                  <a:pt x="860015" y="391160"/>
                </a:moveTo>
                <a:lnTo>
                  <a:pt x="854369" y="394970"/>
                </a:lnTo>
                <a:lnTo>
                  <a:pt x="847497" y="401320"/>
                </a:lnTo>
                <a:lnTo>
                  <a:pt x="839683" y="411480"/>
                </a:lnTo>
                <a:lnTo>
                  <a:pt x="831210" y="421640"/>
                </a:lnTo>
                <a:lnTo>
                  <a:pt x="823616" y="424180"/>
                </a:lnTo>
                <a:lnTo>
                  <a:pt x="815447" y="425450"/>
                </a:lnTo>
                <a:lnTo>
                  <a:pt x="806762" y="427990"/>
                </a:lnTo>
                <a:lnTo>
                  <a:pt x="797619" y="430530"/>
                </a:lnTo>
                <a:lnTo>
                  <a:pt x="905804" y="430530"/>
                </a:lnTo>
                <a:lnTo>
                  <a:pt x="922604" y="419100"/>
                </a:lnTo>
                <a:lnTo>
                  <a:pt x="847995" y="419100"/>
                </a:lnTo>
                <a:lnTo>
                  <a:pt x="853014" y="407670"/>
                </a:lnTo>
                <a:lnTo>
                  <a:pt x="856797" y="398780"/>
                </a:lnTo>
                <a:lnTo>
                  <a:pt x="859184" y="392430"/>
                </a:lnTo>
                <a:lnTo>
                  <a:pt x="860015" y="391160"/>
                </a:lnTo>
                <a:close/>
              </a:path>
              <a:path w="1078229" h="1057910">
                <a:moveTo>
                  <a:pt x="431057" y="375920"/>
                </a:moveTo>
                <a:lnTo>
                  <a:pt x="244861" y="375920"/>
                </a:lnTo>
                <a:lnTo>
                  <a:pt x="254867" y="381000"/>
                </a:lnTo>
                <a:lnTo>
                  <a:pt x="264918" y="384810"/>
                </a:lnTo>
                <a:lnTo>
                  <a:pt x="284944" y="394970"/>
                </a:lnTo>
                <a:lnTo>
                  <a:pt x="288291" y="401320"/>
                </a:lnTo>
                <a:lnTo>
                  <a:pt x="291610" y="406400"/>
                </a:lnTo>
                <a:lnTo>
                  <a:pt x="294899" y="412750"/>
                </a:lnTo>
                <a:lnTo>
                  <a:pt x="298158" y="419100"/>
                </a:lnTo>
                <a:lnTo>
                  <a:pt x="598573" y="419100"/>
                </a:lnTo>
                <a:lnTo>
                  <a:pt x="600567" y="414020"/>
                </a:lnTo>
                <a:lnTo>
                  <a:pt x="605220" y="401320"/>
                </a:lnTo>
                <a:lnTo>
                  <a:pt x="442531" y="401320"/>
                </a:lnTo>
                <a:lnTo>
                  <a:pt x="439501" y="394970"/>
                </a:lnTo>
                <a:lnTo>
                  <a:pt x="436353" y="387350"/>
                </a:lnTo>
                <a:lnTo>
                  <a:pt x="433086" y="379730"/>
                </a:lnTo>
                <a:lnTo>
                  <a:pt x="431057" y="375920"/>
                </a:lnTo>
                <a:close/>
              </a:path>
              <a:path w="1078229" h="1057910">
                <a:moveTo>
                  <a:pt x="955520" y="346710"/>
                </a:moveTo>
                <a:lnTo>
                  <a:pt x="943026" y="353060"/>
                </a:lnTo>
                <a:lnTo>
                  <a:pt x="905346" y="383540"/>
                </a:lnTo>
                <a:lnTo>
                  <a:pt x="884046" y="403860"/>
                </a:lnTo>
                <a:lnTo>
                  <a:pt x="876368" y="406400"/>
                </a:lnTo>
                <a:lnTo>
                  <a:pt x="853010" y="417830"/>
                </a:lnTo>
                <a:lnTo>
                  <a:pt x="851481" y="419100"/>
                </a:lnTo>
                <a:lnTo>
                  <a:pt x="922604" y="419100"/>
                </a:lnTo>
                <a:lnTo>
                  <a:pt x="943137" y="405130"/>
                </a:lnTo>
                <a:lnTo>
                  <a:pt x="969823" y="388620"/>
                </a:lnTo>
                <a:lnTo>
                  <a:pt x="921867" y="388620"/>
                </a:lnTo>
                <a:lnTo>
                  <a:pt x="935390" y="372110"/>
                </a:lnTo>
                <a:lnTo>
                  <a:pt x="946040" y="359410"/>
                </a:lnTo>
                <a:lnTo>
                  <a:pt x="953017" y="350520"/>
                </a:lnTo>
                <a:lnTo>
                  <a:pt x="955520" y="346710"/>
                </a:lnTo>
                <a:close/>
              </a:path>
              <a:path w="1078229" h="1057910">
                <a:moveTo>
                  <a:pt x="100522" y="361950"/>
                </a:moveTo>
                <a:lnTo>
                  <a:pt x="63601" y="365760"/>
                </a:lnTo>
                <a:lnTo>
                  <a:pt x="43629" y="373380"/>
                </a:lnTo>
                <a:lnTo>
                  <a:pt x="37632" y="377190"/>
                </a:lnTo>
                <a:lnTo>
                  <a:pt x="63315" y="383540"/>
                </a:lnTo>
                <a:lnTo>
                  <a:pt x="89012" y="392430"/>
                </a:lnTo>
                <a:lnTo>
                  <a:pt x="114639" y="403860"/>
                </a:lnTo>
                <a:lnTo>
                  <a:pt x="140110" y="417830"/>
                </a:lnTo>
                <a:lnTo>
                  <a:pt x="295588" y="417830"/>
                </a:lnTo>
                <a:lnTo>
                  <a:pt x="287877" y="414020"/>
                </a:lnTo>
                <a:lnTo>
                  <a:pt x="267774" y="406400"/>
                </a:lnTo>
                <a:lnTo>
                  <a:pt x="258075" y="402590"/>
                </a:lnTo>
                <a:lnTo>
                  <a:pt x="255695" y="397510"/>
                </a:lnTo>
                <a:lnTo>
                  <a:pt x="244505" y="397510"/>
                </a:lnTo>
                <a:lnTo>
                  <a:pt x="227933" y="391160"/>
                </a:lnTo>
                <a:lnTo>
                  <a:pt x="213377" y="386080"/>
                </a:lnTo>
                <a:lnTo>
                  <a:pt x="201296" y="382270"/>
                </a:lnTo>
                <a:lnTo>
                  <a:pt x="192151" y="381000"/>
                </a:lnTo>
                <a:lnTo>
                  <a:pt x="187093" y="379730"/>
                </a:lnTo>
                <a:lnTo>
                  <a:pt x="182182" y="377190"/>
                </a:lnTo>
                <a:lnTo>
                  <a:pt x="177418" y="375920"/>
                </a:lnTo>
                <a:lnTo>
                  <a:pt x="170493" y="370840"/>
                </a:lnTo>
                <a:lnTo>
                  <a:pt x="157366" y="370840"/>
                </a:lnTo>
                <a:lnTo>
                  <a:pt x="100522" y="361950"/>
                </a:lnTo>
                <a:close/>
              </a:path>
              <a:path w="1078229" h="1057910">
                <a:moveTo>
                  <a:pt x="572519" y="330200"/>
                </a:moveTo>
                <a:lnTo>
                  <a:pt x="433306" y="330200"/>
                </a:lnTo>
                <a:lnTo>
                  <a:pt x="435448" y="347980"/>
                </a:lnTo>
                <a:lnTo>
                  <a:pt x="437706" y="365760"/>
                </a:lnTo>
                <a:lnTo>
                  <a:pt x="440070" y="383540"/>
                </a:lnTo>
                <a:lnTo>
                  <a:pt x="442531" y="401320"/>
                </a:lnTo>
                <a:lnTo>
                  <a:pt x="583657" y="401320"/>
                </a:lnTo>
                <a:lnTo>
                  <a:pt x="580741" y="387350"/>
                </a:lnTo>
                <a:lnTo>
                  <a:pt x="577651" y="375920"/>
                </a:lnTo>
                <a:lnTo>
                  <a:pt x="574417" y="365760"/>
                </a:lnTo>
                <a:lnTo>
                  <a:pt x="571071" y="356870"/>
                </a:lnTo>
                <a:lnTo>
                  <a:pt x="572098" y="339090"/>
                </a:lnTo>
                <a:lnTo>
                  <a:pt x="572519" y="330200"/>
                </a:lnTo>
                <a:close/>
              </a:path>
              <a:path w="1078229" h="1057910">
                <a:moveTo>
                  <a:pt x="623007" y="311150"/>
                </a:moveTo>
                <a:lnTo>
                  <a:pt x="622318" y="320040"/>
                </a:lnTo>
                <a:lnTo>
                  <a:pt x="621894" y="327660"/>
                </a:lnTo>
                <a:lnTo>
                  <a:pt x="621561" y="335280"/>
                </a:lnTo>
                <a:lnTo>
                  <a:pt x="621143" y="349250"/>
                </a:lnTo>
                <a:lnTo>
                  <a:pt x="613383" y="356870"/>
                </a:lnTo>
                <a:lnTo>
                  <a:pt x="604293" y="368300"/>
                </a:lnTo>
                <a:lnTo>
                  <a:pt x="594256" y="383540"/>
                </a:lnTo>
                <a:lnTo>
                  <a:pt x="583657" y="401320"/>
                </a:lnTo>
                <a:lnTo>
                  <a:pt x="605220" y="401320"/>
                </a:lnTo>
                <a:lnTo>
                  <a:pt x="609408" y="389890"/>
                </a:lnTo>
                <a:lnTo>
                  <a:pt x="616313" y="369570"/>
                </a:lnTo>
                <a:lnTo>
                  <a:pt x="620975" y="354330"/>
                </a:lnTo>
                <a:lnTo>
                  <a:pt x="637931" y="354330"/>
                </a:lnTo>
                <a:lnTo>
                  <a:pt x="635371" y="342900"/>
                </a:lnTo>
                <a:lnTo>
                  <a:pt x="631419" y="328930"/>
                </a:lnTo>
                <a:lnTo>
                  <a:pt x="627276" y="317500"/>
                </a:lnTo>
                <a:lnTo>
                  <a:pt x="623007" y="311150"/>
                </a:lnTo>
                <a:close/>
              </a:path>
              <a:path w="1078229" h="1057910">
                <a:moveTo>
                  <a:pt x="131922" y="313690"/>
                </a:moveTo>
                <a:lnTo>
                  <a:pt x="163280" y="331470"/>
                </a:lnTo>
                <a:lnTo>
                  <a:pt x="185281" y="344170"/>
                </a:lnTo>
                <a:lnTo>
                  <a:pt x="208315" y="356870"/>
                </a:lnTo>
                <a:lnTo>
                  <a:pt x="242777" y="374650"/>
                </a:lnTo>
                <a:lnTo>
                  <a:pt x="242173" y="378460"/>
                </a:lnTo>
                <a:lnTo>
                  <a:pt x="242095" y="381000"/>
                </a:lnTo>
                <a:lnTo>
                  <a:pt x="242715" y="387350"/>
                </a:lnTo>
                <a:lnTo>
                  <a:pt x="244505" y="397510"/>
                </a:lnTo>
                <a:lnTo>
                  <a:pt x="255695" y="397510"/>
                </a:lnTo>
                <a:lnTo>
                  <a:pt x="253909" y="393700"/>
                </a:lnTo>
                <a:lnTo>
                  <a:pt x="247136" y="379730"/>
                </a:lnTo>
                <a:lnTo>
                  <a:pt x="244861" y="375920"/>
                </a:lnTo>
                <a:lnTo>
                  <a:pt x="431057" y="375920"/>
                </a:lnTo>
                <a:lnTo>
                  <a:pt x="429704" y="373380"/>
                </a:lnTo>
                <a:lnTo>
                  <a:pt x="430730" y="363220"/>
                </a:lnTo>
                <a:lnTo>
                  <a:pt x="266756" y="363220"/>
                </a:lnTo>
                <a:lnTo>
                  <a:pt x="185392" y="328930"/>
                </a:lnTo>
                <a:lnTo>
                  <a:pt x="153013" y="317500"/>
                </a:lnTo>
                <a:lnTo>
                  <a:pt x="131922" y="313690"/>
                </a:lnTo>
                <a:close/>
              </a:path>
              <a:path w="1078229" h="1057910">
                <a:moveTo>
                  <a:pt x="922903" y="356870"/>
                </a:moveTo>
                <a:lnTo>
                  <a:pt x="901465" y="359410"/>
                </a:lnTo>
                <a:lnTo>
                  <a:pt x="868146" y="367030"/>
                </a:lnTo>
                <a:lnTo>
                  <a:pt x="827437" y="378460"/>
                </a:lnTo>
                <a:lnTo>
                  <a:pt x="783829" y="393700"/>
                </a:lnTo>
                <a:lnTo>
                  <a:pt x="837487" y="393700"/>
                </a:lnTo>
                <a:lnTo>
                  <a:pt x="870866" y="379730"/>
                </a:lnTo>
                <a:lnTo>
                  <a:pt x="922903" y="356870"/>
                </a:lnTo>
                <a:close/>
              </a:path>
              <a:path w="1078229" h="1057910">
                <a:moveTo>
                  <a:pt x="1016084" y="365760"/>
                </a:moveTo>
                <a:lnTo>
                  <a:pt x="991765" y="368300"/>
                </a:lnTo>
                <a:lnTo>
                  <a:pt x="973844" y="372110"/>
                </a:lnTo>
                <a:lnTo>
                  <a:pt x="921867" y="388620"/>
                </a:lnTo>
                <a:lnTo>
                  <a:pt x="969823" y="388620"/>
                </a:lnTo>
                <a:lnTo>
                  <a:pt x="982139" y="381000"/>
                </a:lnTo>
                <a:lnTo>
                  <a:pt x="1016084" y="365760"/>
                </a:lnTo>
                <a:close/>
              </a:path>
              <a:path w="1078229" h="1057910">
                <a:moveTo>
                  <a:pt x="146592" y="351790"/>
                </a:moveTo>
                <a:lnTo>
                  <a:pt x="147011" y="355600"/>
                </a:lnTo>
                <a:lnTo>
                  <a:pt x="151084" y="361950"/>
                </a:lnTo>
                <a:lnTo>
                  <a:pt x="157366" y="370840"/>
                </a:lnTo>
                <a:lnTo>
                  <a:pt x="170493" y="370840"/>
                </a:lnTo>
                <a:lnTo>
                  <a:pt x="165300" y="367030"/>
                </a:lnTo>
                <a:lnTo>
                  <a:pt x="155514" y="358140"/>
                </a:lnTo>
                <a:lnTo>
                  <a:pt x="148975" y="353060"/>
                </a:lnTo>
                <a:lnTo>
                  <a:pt x="146592" y="351790"/>
                </a:lnTo>
                <a:close/>
              </a:path>
              <a:path w="1078229" h="1057910">
                <a:moveTo>
                  <a:pt x="122027" y="264160"/>
                </a:moveTo>
                <a:lnTo>
                  <a:pt x="158934" y="285750"/>
                </a:lnTo>
                <a:lnTo>
                  <a:pt x="210103" y="313690"/>
                </a:lnTo>
                <a:lnTo>
                  <a:pt x="247981" y="332740"/>
                </a:lnTo>
                <a:lnTo>
                  <a:pt x="252742" y="340360"/>
                </a:lnTo>
                <a:lnTo>
                  <a:pt x="257459" y="347980"/>
                </a:lnTo>
                <a:lnTo>
                  <a:pt x="262130" y="355600"/>
                </a:lnTo>
                <a:lnTo>
                  <a:pt x="266756" y="363220"/>
                </a:lnTo>
                <a:lnTo>
                  <a:pt x="430730" y="363220"/>
                </a:lnTo>
                <a:lnTo>
                  <a:pt x="430858" y="361950"/>
                </a:lnTo>
                <a:lnTo>
                  <a:pt x="432341" y="344170"/>
                </a:lnTo>
                <a:lnTo>
                  <a:pt x="414144" y="344170"/>
                </a:lnTo>
                <a:lnTo>
                  <a:pt x="403228" y="325120"/>
                </a:lnTo>
                <a:lnTo>
                  <a:pt x="391379" y="307340"/>
                </a:lnTo>
                <a:lnTo>
                  <a:pt x="386446" y="300990"/>
                </a:lnTo>
                <a:lnTo>
                  <a:pt x="227490" y="300990"/>
                </a:lnTo>
                <a:lnTo>
                  <a:pt x="163195" y="274320"/>
                </a:lnTo>
                <a:lnTo>
                  <a:pt x="138504" y="266700"/>
                </a:lnTo>
                <a:lnTo>
                  <a:pt x="122027" y="264160"/>
                </a:lnTo>
                <a:close/>
              </a:path>
              <a:path w="1078229" h="1057910">
                <a:moveTo>
                  <a:pt x="701737" y="254000"/>
                </a:moveTo>
                <a:lnTo>
                  <a:pt x="699843" y="264160"/>
                </a:lnTo>
                <a:lnTo>
                  <a:pt x="698521" y="271780"/>
                </a:lnTo>
                <a:lnTo>
                  <a:pt x="697151" y="280670"/>
                </a:lnTo>
                <a:lnTo>
                  <a:pt x="695109" y="294640"/>
                </a:lnTo>
                <a:lnTo>
                  <a:pt x="679694" y="309880"/>
                </a:lnTo>
                <a:lnTo>
                  <a:pt x="665236" y="326390"/>
                </a:lnTo>
                <a:lnTo>
                  <a:pt x="651704" y="342900"/>
                </a:lnTo>
                <a:lnTo>
                  <a:pt x="639069" y="359410"/>
                </a:lnTo>
                <a:lnTo>
                  <a:pt x="818544" y="359410"/>
                </a:lnTo>
                <a:lnTo>
                  <a:pt x="854288" y="345440"/>
                </a:lnTo>
                <a:lnTo>
                  <a:pt x="876839" y="335280"/>
                </a:lnTo>
                <a:lnTo>
                  <a:pt x="829063" y="335280"/>
                </a:lnTo>
                <a:lnTo>
                  <a:pt x="836581" y="325120"/>
                </a:lnTo>
                <a:lnTo>
                  <a:pt x="840382" y="321310"/>
                </a:lnTo>
                <a:lnTo>
                  <a:pt x="897684" y="299720"/>
                </a:lnTo>
                <a:lnTo>
                  <a:pt x="922350" y="289560"/>
                </a:lnTo>
                <a:lnTo>
                  <a:pt x="868538" y="289560"/>
                </a:lnTo>
                <a:lnTo>
                  <a:pt x="876861" y="280670"/>
                </a:lnTo>
                <a:lnTo>
                  <a:pt x="709580" y="280670"/>
                </a:lnTo>
                <a:lnTo>
                  <a:pt x="707979" y="271780"/>
                </a:lnTo>
                <a:lnTo>
                  <a:pt x="706142" y="264160"/>
                </a:lnTo>
                <a:lnTo>
                  <a:pt x="704063" y="259080"/>
                </a:lnTo>
                <a:lnTo>
                  <a:pt x="701737" y="254000"/>
                </a:lnTo>
                <a:close/>
              </a:path>
              <a:path w="1078229" h="1057910">
                <a:moveTo>
                  <a:pt x="400343" y="233680"/>
                </a:moveTo>
                <a:lnTo>
                  <a:pt x="406626" y="254000"/>
                </a:lnTo>
                <a:lnTo>
                  <a:pt x="411457" y="269240"/>
                </a:lnTo>
                <a:lnTo>
                  <a:pt x="417299" y="285750"/>
                </a:lnTo>
                <a:lnTo>
                  <a:pt x="426615" y="309880"/>
                </a:lnTo>
                <a:lnTo>
                  <a:pt x="423513" y="317500"/>
                </a:lnTo>
                <a:lnTo>
                  <a:pt x="420383" y="325120"/>
                </a:lnTo>
                <a:lnTo>
                  <a:pt x="417251" y="334010"/>
                </a:lnTo>
                <a:lnTo>
                  <a:pt x="414144" y="344170"/>
                </a:lnTo>
                <a:lnTo>
                  <a:pt x="432341" y="344170"/>
                </a:lnTo>
                <a:lnTo>
                  <a:pt x="432646" y="340360"/>
                </a:lnTo>
                <a:lnTo>
                  <a:pt x="433306" y="330200"/>
                </a:lnTo>
                <a:lnTo>
                  <a:pt x="572519" y="330200"/>
                </a:lnTo>
                <a:lnTo>
                  <a:pt x="572990" y="320040"/>
                </a:lnTo>
                <a:lnTo>
                  <a:pt x="573586" y="304800"/>
                </a:lnTo>
                <a:lnTo>
                  <a:pt x="574024" y="287020"/>
                </a:lnTo>
                <a:lnTo>
                  <a:pt x="581620" y="266700"/>
                </a:lnTo>
                <a:lnTo>
                  <a:pt x="426458" y="266700"/>
                </a:lnTo>
                <a:lnTo>
                  <a:pt x="418929" y="255270"/>
                </a:lnTo>
                <a:lnTo>
                  <a:pt x="411956" y="245110"/>
                </a:lnTo>
                <a:lnTo>
                  <a:pt x="405705" y="237490"/>
                </a:lnTo>
                <a:lnTo>
                  <a:pt x="400343" y="233680"/>
                </a:lnTo>
                <a:close/>
              </a:path>
              <a:path w="1078229" h="1057910">
                <a:moveTo>
                  <a:pt x="937636" y="308610"/>
                </a:moveTo>
                <a:lnTo>
                  <a:pt x="920916" y="309880"/>
                </a:lnTo>
                <a:lnTo>
                  <a:pt x="895561" y="314960"/>
                </a:lnTo>
                <a:lnTo>
                  <a:pt x="864101" y="323850"/>
                </a:lnTo>
                <a:lnTo>
                  <a:pt x="829063" y="335280"/>
                </a:lnTo>
                <a:lnTo>
                  <a:pt x="876839" y="335280"/>
                </a:lnTo>
                <a:lnTo>
                  <a:pt x="896572" y="326390"/>
                </a:lnTo>
                <a:lnTo>
                  <a:pt x="926365" y="313690"/>
                </a:lnTo>
                <a:lnTo>
                  <a:pt x="937636" y="308610"/>
                </a:lnTo>
                <a:close/>
              </a:path>
              <a:path w="1078229" h="1057910">
                <a:moveTo>
                  <a:pt x="62134" y="203200"/>
                </a:moveTo>
                <a:lnTo>
                  <a:pt x="111122" y="232410"/>
                </a:lnTo>
                <a:lnTo>
                  <a:pt x="143640" y="251460"/>
                </a:lnTo>
                <a:lnTo>
                  <a:pt x="174261" y="266700"/>
                </a:lnTo>
                <a:lnTo>
                  <a:pt x="217553" y="285750"/>
                </a:lnTo>
                <a:lnTo>
                  <a:pt x="220893" y="290830"/>
                </a:lnTo>
                <a:lnTo>
                  <a:pt x="227490" y="300990"/>
                </a:lnTo>
                <a:lnTo>
                  <a:pt x="386446" y="300990"/>
                </a:lnTo>
                <a:lnTo>
                  <a:pt x="364742" y="273050"/>
                </a:lnTo>
                <a:lnTo>
                  <a:pt x="363942" y="259080"/>
                </a:lnTo>
                <a:lnTo>
                  <a:pt x="351654" y="259080"/>
                </a:lnTo>
                <a:lnTo>
                  <a:pt x="346889" y="254000"/>
                </a:lnTo>
                <a:lnTo>
                  <a:pt x="344460" y="251460"/>
                </a:lnTo>
                <a:lnTo>
                  <a:pt x="192685" y="251460"/>
                </a:lnTo>
                <a:lnTo>
                  <a:pt x="151795" y="233680"/>
                </a:lnTo>
                <a:lnTo>
                  <a:pt x="113745" y="218440"/>
                </a:lnTo>
                <a:lnTo>
                  <a:pt x="82526" y="208280"/>
                </a:lnTo>
                <a:lnTo>
                  <a:pt x="62134" y="203200"/>
                </a:lnTo>
                <a:close/>
              </a:path>
              <a:path w="1078229" h="1057910">
                <a:moveTo>
                  <a:pt x="1003163" y="254000"/>
                </a:moveTo>
                <a:lnTo>
                  <a:pt x="982434" y="256540"/>
                </a:lnTo>
                <a:lnTo>
                  <a:pt x="950316" y="264160"/>
                </a:lnTo>
                <a:lnTo>
                  <a:pt x="910966" y="275590"/>
                </a:lnTo>
                <a:lnTo>
                  <a:pt x="868538" y="289560"/>
                </a:lnTo>
                <a:lnTo>
                  <a:pt x="922350" y="289560"/>
                </a:lnTo>
                <a:lnTo>
                  <a:pt x="950099" y="278130"/>
                </a:lnTo>
                <a:lnTo>
                  <a:pt x="988351" y="261620"/>
                </a:lnTo>
                <a:lnTo>
                  <a:pt x="1003163" y="254000"/>
                </a:lnTo>
                <a:close/>
              </a:path>
              <a:path w="1078229" h="1057910">
                <a:moveTo>
                  <a:pt x="778939" y="181610"/>
                </a:moveTo>
                <a:lnTo>
                  <a:pt x="774279" y="196850"/>
                </a:lnTo>
                <a:lnTo>
                  <a:pt x="771070" y="208280"/>
                </a:lnTo>
                <a:lnTo>
                  <a:pt x="767822" y="220980"/>
                </a:lnTo>
                <a:lnTo>
                  <a:pt x="763044" y="240030"/>
                </a:lnTo>
                <a:lnTo>
                  <a:pt x="755212" y="245110"/>
                </a:lnTo>
                <a:lnTo>
                  <a:pt x="747275" y="251460"/>
                </a:lnTo>
                <a:lnTo>
                  <a:pt x="739229" y="257810"/>
                </a:lnTo>
                <a:lnTo>
                  <a:pt x="731066" y="264160"/>
                </a:lnTo>
                <a:lnTo>
                  <a:pt x="725543" y="267970"/>
                </a:lnTo>
                <a:lnTo>
                  <a:pt x="720123" y="271780"/>
                </a:lnTo>
                <a:lnTo>
                  <a:pt x="714803" y="276860"/>
                </a:lnTo>
                <a:lnTo>
                  <a:pt x="709580" y="280670"/>
                </a:lnTo>
                <a:lnTo>
                  <a:pt x="876861" y="280670"/>
                </a:lnTo>
                <a:lnTo>
                  <a:pt x="893721" y="262890"/>
                </a:lnTo>
                <a:lnTo>
                  <a:pt x="902255" y="254000"/>
                </a:lnTo>
                <a:lnTo>
                  <a:pt x="957112" y="233680"/>
                </a:lnTo>
                <a:lnTo>
                  <a:pt x="977418" y="224790"/>
                </a:lnTo>
                <a:lnTo>
                  <a:pt x="783850" y="224790"/>
                </a:lnTo>
                <a:lnTo>
                  <a:pt x="783741" y="210820"/>
                </a:lnTo>
                <a:lnTo>
                  <a:pt x="782930" y="198120"/>
                </a:lnTo>
                <a:lnTo>
                  <a:pt x="781351" y="189230"/>
                </a:lnTo>
                <a:lnTo>
                  <a:pt x="778939" y="181610"/>
                </a:lnTo>
                <a:close/>
              </a:path>
              <a:path w="1078229" h="1057910">
                <a:moveTo>
                  <a:pt x="399862" y="129540"/>
                </a:moveTo>
                <a:lnTo>
                  <a:pt x="404853" y="146050"/>
                </a:lnTo>
                <a:lnTo>
                  <a:pt x="408736" y="158750"/>
                </a:lnTo>
                <a:lnTo>
                  <a:pt x="413506" y="171450"/>
                </a:lnTo>
                <a:lnTo>
                  <a:pt x="421159" y="193040"/>
                </a:lnTo>
                <a:lnTo>
                  <a:pt x="422121" y="210820"/>
                </a:lnTo>
                <a:lnTo>
                  <a:pt x="423430" y="229870"/>
                </a:lnTo>
                <a:lnTo>
                  <a:pt x="424783" y="247650"/>
                </a:lnTo>
                <a:lnTo>
                  <a:pt x="426458" y="266700"/>
                </a:lnTo>
                <a:lnTo>
                  <a:pt x="581620" y="266700"/>
                </a:lnTo>
                <a:lnTo>
                  <a:pt x="583994" y="260350"/>
                </a:lnTo>
                <a:lnTo>
                  <a:pt x="589081" y="245110"/>
                </a:lnTo>
                <a:lnTo>
                  <a:pt x="574097" y="245110"/>
                </a:lnTo>
                <a:lnTo>
                  <a:pt x="573669" y="229870"/>
                </a:lnTo>
                <a:lnTo>
                  <a:pt x="572957" y="215900"/>
                </a:lnTo>
                <a:lnTo>
                  <a:pt x="571949" y="201930"/>
                </a:lnTo>
                <a:lnTo>
                  <a:pt x="570631" y="187960"/>
                </a:lnTo>
                <a:lnTo>
                  <a:pt x="578214" y="166370"/>
                </a:lnTo>
                <a:lnTo>
                  <a:pt x="580420" y="160020"/>
                </a:lnTo>
                <a:lnTo>
                  <a:pt x="566234" y="160020"/>
                </a:lnTo>
                <a:lnTo>
                  <a:pt x="564428" y="152400"/>
                </a:lnTo>
                <a:lnTo>
                  <a:pt x="419987" y="152400"/>
                </a:lnTo>
                <a:lnTo>
                  <a:pt x="414239" y="144780"/>
                </a:lnTo>
                <a:lnTo>
                  <a:pt x="408911" y="138430"/>
                </a:lnTo>
                <a:lnTo>
                  <a:pt x="404090" y="133350"/>
                </a:lnTo>
                <a:lnTo>
                  <a:pt x="399862" y="129540"/>
                </a:lnTo>
                <a:close/>
              </a:path>
              <a:path w="1078229" h="1057910">
                <a:moveTo>
                  <a:pt x="362093" y="233680"/>
                </a:moveTo>
                <a:lnTo>
                  <a:pt x="359355" y="237490"/>
                </a:lnTo>
                <a:lnTo>
                  <a:pt x="356693" y="242570"/>
                </a:lnTo>
                <a:lnTo>
                  <a:pt x="354121" y="250190"/>
                </a:lnTo>
                <a:lnTo>
                  <a:pt x="351654" y="259080"/>
                </a:lnTo>
                <a:lnTo>
                  <a:pt x="363942" y="259080"/>
                </a:lnTo>
                <a:lnTo>
                  <a:pt x="363009" y="243840"/>
                </a:lnTo>
                <a:lnTo>
                  <a:pt x="362354" y="236220"/>
                </a:lnTo>
                <a:lnTo>
                  <a:pt x="362093" y="233680"/>
                </a:lnTo>
                <a:close/>
              </a:path>
              <a:path w="1078229" h="1057910">
                <a:moveTo>
                  <a:pt x="16125" y="134620"/>
                </a:moveTo>
                <a:lnTo>
                  <a:pt x="91523" y="179070"/>
                </a:lnTo>
                <a:lnTo>
                  <a:pt x="162570" y="213360"/>
                </a:lnTo>
                <a:lnTo>
                  <a:pt x="170225" y="222250"/>
                </a:lnTo>
                <a:lnTo>
                  <a:pt x="177796" y="232410"/>
                </a:lnTo>
                <a:lnTo>
                  <a:pt x="185283" y="241300"/>
                </a:lnTo>
                <a:lnTo>
                  <a:pt x="192685" y="251460"/>
                </a:lnTo>
                <a:lnTo>
                  <a:pt x="344460" y="251460"/>
                </a:lnTo>
                <a:lnTo>
                  <a:pt x="342031" y="248920"/>
                </a:lnTo>
                <a:lnTo>
                  <a:pt x="337070" y="243840"/>
                </a:lnTo>
                <a:lnTo>
                  <a:pt x="332000" y="240030"/>
                </a:lnTo>
                <a:lnTo>
                  <a:pt x="324486" y="232410"/>
                </a:lnTo>
                <a:lnTo>
                  <a:pt x="317067" y="226060"/>
                </a:lnTo>
                <a:lnTo>
                  <a:pt x="309741" y="218440"/>
                </a:lnTo>
                <a:lnTo>
                  <a:pt x="302503" y="212090"/>
                </a:lnTo>
                <a:lnTo>
                  <a:pt x="299902" y="195580"/>
                </a:lnTo>
                <a:lnTo>
                  <a:pt x="283237" y="195580"/>
                </a:lnTo>
                <a:lnTo>
                  <a:pt x="260316" y="177800"/>
                </a:lnTo>
                <a:lnTo>
                  <a:pt x="255626" y="173990"/>
                </a:lnTo>
                <a:lnTo>
                  <a:pt x="128017" y="173990"/>
                </a:lnTo>
                <a:lnTo>
                  <a:pt x="92315" y="158750"/>
                </a:lnTo>
                <a:lnTo>
                  <a:pt x="59910" y="147320"/>
                </a:lnTo>
                <a:lnTo>
                  <a:pt x="33586" y="138430"/>
                </a:lnTo>
                <a:lnTo>
                  <a:pt x="16125" y="134620"/>
                </a:lnTo>
                <a:close/>
              </a:path>
              <a:path w="1078229" h="1057910">
                <a:moveTo>
                  <a:pt x="598222" y="217170"/>
                </a:moveTo>
                <a:lnTo>
                  <a:pt x="593230" y="220980"/>
                </a:lnTo>
                <a:lnTo>
                  <a:pt x="587455" y="227330"/>
                </a:lnTo>
                <a:lnTo>
                  <a:pt x="581033" y="234950"/>
                </a:lnTo>
                <a:lnTo>
                  <a:pt x="574097" y="245110"/>
                </a:lnTo>
                <a:lnTo>
                  <a:pt x="589081" y="245110"/>
                </a:lnTo>
                <a:lnTo>
                  <a:pt x="591624" y="237490"/>
                </a:lnTo>
                <a:lnTo>
                  <a:pt x="596504" y="222250"/>
                </a:lnTo>
                <a:lnTo>
                  <a:pt x="598222" y="217170"/>
                </a:lnTo>
                <a:close/>
              </a:path>
              <a:path w="1078229" h="1057910">
                <a:moveTo>
                  <a:pt x="913092" y="125730"/>
                </a:moveTo>
                <a:lnTo>
                  <a:pt x="903071" y="137160"/>
                </a:lnTo>
                <a:lnTo>
                  <a:pt x="895789" y="144780"/>
                </a:lnTo>
                <a:lnTo>
                  <a:pt x="887698" y="154940"/>
                </a:lnTo>
                <a:lnTo>
                  <a:pt x="875250" y="170180"/>
                </a:lnTo>
                <a:lnTo>
                  <a:pt x="854191" y="181610"/>
                </a:lnTo>
                <a:lnTo>
                  <a:pt x="831949" y="194310"/>
                </a:lnTo>
                <a:lnTo>
                  <a:pt x="808508" y="208280"/>
                </a:lnTo>
                <a:lnTo>
                  <a:pt x="783850" y="224790"/>
                </a:lnTo>
                <a:lnTo>
                  <a:pt x="977418" y="224790"/>
                </a:lnTo>
                <a:lnTo>
                  <a:pt x="991922" y="218440"/>
                </a:lnTo>
                <a:lnTo>
                  <a:pt x="940442" y="218440"/>
                </a:lnTo>
                <a:lnTo>
                  <a:pt x="973563" y="191770"/>
                </a:lnTo>
                <a:lnTo>
                  <a:pt x="1007504" y="168910"/>
                </a:lnTo>
                <a:lnTo>
                  <a:pt x="1029195" y="156210"/>
                </a:lnTo>
                <a:lnTo>
                  <a:pt x="902757" y="156210"/>
                </a:lnTo>
                <a:lnTo>
                  <a:pt x="907286" y="146050"/>
                </a:lnTo>
                <a:lnTo>
                  <a:pt x="910622" y="138430"/>
                </a:lnTo>
                <a:lnTo>
                  <a:pt x="912610" y="130810"/>
                </a:lnTo>
                <a:lnTo>
                  <a:pt x="913092" y="125730"/>
                </a:lnTo>
                <a:close/>
              </a:path>
              <a:path w="1078229" h="1057910">
                <a:moveTo>
                  <a:pt x="1055695" y="190500"/>
                </a:moveTo>
                <a:lnTo>
                  <a:pt x="1037968" y="191770"/>
                </a:lnTo>
                <a:lnTo>
                  <a:pt x="1010920" y="198120"/>
                </a:lnTo>
                <a:lnTo>
                  <a:pt x="977447" y="207010"/>
                </a:lnTo>
                <a:lnTo>
                  <a:pt x="940442" y="218440"/>
                </a:lnTo>
                <a:lnTo>
                  <a:pt x="991922" y="218440"/>
                </a:lnTo>
                <a:lnTo>
                  <a:pt x="1042014" y="196850"/>
                </a:lnTo>
                <a:lnTo>
                  <a:pt x="1055695" y="190500"/>
                </a:lnTo>
                <a:close/>
              </a:path>
              <a:path w="1078229" h="1057910">
                <a:moveTo>
                  <a:pt x="292368" y="153670"/>
                </a:moveTo>
                <a:lnTo>
                  <a:pt x="289320" y="160020"/>
                </a:lnTo>
                <a:lnTo>
                  <a:pt x="286793" y="168910"/>
                </a:lnTo>
                <a:lnTo>
                  <a:pt x="284771" y="181610"/>
                </a:lnTo>
                <a:lnTo>
                  <a:pt x="283237" y="195580"/>
                </a:lnTo>
                <a:lnTo>
                  <a:pt x="299902" y="195580"/>
                </a:lnTo>
                <a:lnTo>
                  <a:pt x="298901" y="189230"/>
                </a:lnTo>
                <a:lnTo>
                  <a:pt x="295641" y="170180"/>
                </a:lnTo>
                <a:lnTo>
                  <a:pt x="293278" y="157480"/>
                </a:lnTo>
                <a:lnTo>
                  <a:pt x="292368" y="153670"/>
                </a:lnTo>
                <a:close/>
              </a:path>
              <a:path w="1078229" h="1057910">
                <a:moveTo>
                  <a:pt x="41414" y="69850"/>
                </a:moveTo>
                <a:lnTo>
                  <a:pt x="10165" y="71120"/>
                </a:lnTo>
                <a:lnTo>
                  <a:pt x="0" y="74930"/>
                </a:lnTo>
                <a:lnTo>
                  <a:pt x="33649" y="93980"/>
                </a:lnTo>
                <a:lnTo>
                  <a:pt x="66215" y="118110"/>
                </a:lnTo>
                <a:lnTo>
                  <a:pt x="97677" y="144780"/>
                </a:lnTo>
                <a:lnTo>
                  <a:pt x="128017" y="173990"/>
                </a:lnTo>
                <a:lnTo>
                  <a:pt x="255626" y="173990"/>
                </a:lnTo>
                <a:lnTo>
                  <a:pt x="238431" y="160020"/>
                </a:lnTo>
                <a:lnTo>
                  <a:pt x="217572" y="144780"/>
                </a:lnTo>
                <a:lnTo>
                  <a:pt x="197732" y="132080"/>
                </a:lnTo>
                <a:lnTo>
                  <a:pt x="186469" y="115570"/>
                </a:lnTo>
                <a:lnTo>
                  <a:pt x="171680" y="115570"/>
                </a:lnTo>
                <a:lnTo>
                  <a:pt x="94877" y="80010"/>
                </a:lnTo>
                <a:lnTo>
                  <a:pt x="41414" y="69850"/>
                </a:lnTo>
                <a:close/>
              </a:path>
              <a:path w="1078229" h="1057910">
                <a:moveTo>
                  <a:pt x="588851" y="133350"/>
                </a:moveTo>
                <a:lnTo>
                  <a:pt x="584145" y="137160"/>
                </a:lnTo>
                <a:lnTo>
                  <a:pt x="578728" y="143510"/>
                </a:lnTo>
                <a:lnTo>
                  <a:pt x="572718" y="151130"/>
                </a:lnTo>
                <a:lnTo>
                  <a:pt x="566234" y="160020"/>
                </a:lnTo>
                <a:lnTo>
                  <a:pt x="580420" y="160020"/>
                </a:lnTo>
                <a:lnTo>
                  <a:pt x="583950" y="149860"/>
                </a:lnTo>
                <a:lnTo>
                  <a:pt x="587582" y="137160"/>
                </a:lnTo>
                <a:lnTo>
                  <a:pt x="588851" y="133350"/>
                </a:lnTo>
                <a:close/>
              </a:path>
              <a:path w="1078229" h="1057910">
                <a:moveTo>
                  <a:pt x="1018107" y="110490"/>
                </a:moveTo>
                <a:lnTo>
                  <a:pt x="975609" y="124460"/>
                </a:lnTo>
                <a:lnTo>
                  <a:pt x="902757" y="156210"/>
                </a:lnTo>
                <a:lnTo>
                  <a:pt x="1029195" y="156210"/>
                </a:lnTo>
                <a:lnTo>
                  <a:pt x="1042209" y="148590"/>
                </a:lnTo>
                <a:lnTo>
                  <a:pt x="1077621" y="132080"/>
                </a:lnTo>
                <a:lnTo>
                  <a:pt x="1046647" y="114300"/>
                </a:lnTo>
                <a:lnTo>
                  <a:pt x="1018107" y="110490"/>
                </a:lnTo>
                <a:close/>
              </a:path>
              <a:path w="1078229" h="1057910">
                <a:moveTo>
                  <a:pt x="420102" y="33020"/>
                </a:moveTo>
                <a:lnTo>
                  <a:pt x="421875" y="39370"/>
                </a:lnTo>
                <a:lnTo>
                  <a:pt x="423293" y="43180"/>
                </a:lnTo>
                <a:lnTo>
                  <a:pt x="425099" y="49530"/>
                </a:lnTo>
                <a:lnTo>
                  <a:pt x="428039" y="58420"/>
                </a:lnTo>
                <a:lnTo>
                  <a:pt x="424182" y="77470"/>
                </a:lnTo>
                <a:lnTo>
                  <a:pt x="421614" y="100330"/>
                </a:lnTo>
                <a:lnTo>
                  <a:pt x="420245" y="124460"/>
                </a:lnTo>
                <a:lnTo>
                  <a:pt x="419987" y="152400"/>
                </a:lnTo>
                <a:lnTo>
                  <a:pt x="564428" y="152400"/>
                </a:lnTo>
                <a:lnTo>
                  <a:pt x="562417" y="144780"/>
                </a:lnTo>
                <a:lnTo>
                  <a:pt x="560194" y="138430"/>
                </a:lnTo>
                <a:lnTo>
                  <a:pt x="557752" y="132080"/>
                </a:lnTo>
                <a:lnTo>
                  <a:pt x="554161" y="124460"/>
                </a:lnTo>
                <a:lnTo>
                  <a:pt x="552422" y="119380"/>
                </a:lnTo>
                <a:lnTo>
                  <a:pt x="560564" y="99060"/>
                </a:lnTo>
                <a:lnTo>
                  <a:pt x="542674" y="99060"/>
                </a:lnTo>
                <a:lnTo>
                  <a:pt x="515877" y="45720"/>
                </a:lnTo>
                <a:lnTo>
                  <a:pt x="431777" y="45720"/>
                </a:lnTo>
                <a:lnTo>
                  <a:pt x="427254" y="39370"/>
                </a:lnTo>
                <a:lnTo>
                  <a:pt x="423243" y="35560"/>
                </a:lnTo>
                <a:lnTo>
                  <a:pt x="420102" y="33020"/>
                </a:lnTo>
                <a:close/>
              </a:path>
              <a:path w="1078229" h="1057910">
                <a:moveTo>
                  <a:pt x="164403" y="83820"/>
                </a:moveTo>
                <a:lnTo>
                  <a:pt x="164371" y="88900"/>
                </a:lnTo>
                <a:lnTo>
                  <a:pt x="165662" y="96520"/>
                </a:lnTo>
                <a:lnTo>
                  <a:pt x="168143" y="105410"/>
                </a:lnTo>
                <a:lnTo>
                  <a:pt x="171680" y="115570"/>
                </a:lnTo>
                <a:lnTo>
                  <a:pt x="186469" y="115570"/>
                </a:lnTo>
                <a:lnTo>
                  <a:pt x="184736" y="113030"/>
                </a:lnTo>
                <a:lnTo>
                  <a:pt x="174145" y="97790"/>
                </a:lnTo>
                <a:lnTo>
                  <a:pt x="167015" y="87630"/>
                </a:lnTo>
                <a:lnTo>
                  <a:pt x="164403" y="83820"/>
                </a:lnTo>
                <a:close/>
              </a:path>
              <a:path w="1078229" h="1057910">
                <a:moveTo>
                  <a:pt x="577469" y="49530"/>
                </a:moveTo>
                <a:lnTo>
                  <a:pt x="570558" y="55880"/>
                </a:lnTo>
                <a:lnTo>
                  <a:pt x="562101" y="67310"/>
                </a:lnTo>
                <a:lnTo>
                  <a:pt x="552630" y="81280"/>
                </a:lnTo>
                <a:lnTo>
                  <a:pt x="542674" y="99060"/>
                </a:lnTo>
                <a:lnTo>
                  <a:pt x="560564" y="99060"/>
                </a:lnTo>
                <a:lnTo>
                  <a:pt x="562600" y="93980"/>
                </a:lnTo>
                <a:lnTo>
                  <a:pt x="570514" y="71120"/>
                </a:lnTo>
                <a:lnTo>
                  <a:pt x="575643" y="55880"/>
                </a:lnTo>
                <a:lnTo>
                  <a:pt x="577469" y="49530"/>
                </a:lnTo>
                <a:close/>
              </a:path>
              <a:path w="1078229" h="1057910">
                <a:moveTo>
                  <a:pt x="483482" y="0"/>
                </a:moveTo>
                <a:lnTo>
                  <a:pt x="445201" y="25400"/>
                </a:lnTo>
                <a:lnTo>
                  <a:pt x="439766" y="29210"/>
                </a:lnTo>
                <a:lnTo>
                  <a:pt x="435337" y="36830"/>
                </a:lnTo>
                <a:lnTo>
                  <a:pt x="431777" y="45720"/>
                </a:lnTo>
                <a:lnTo>
                  <a:pt x="515877" y="45720"/>
                </a:lnTo>
                <a:lnTo>
                  <a:pt x="515239" y="44450"/>
                </a:lnTo>
                <a:lnTo>
                  <a:pt x="496912" y="13970"/>
                </a:lnTo>
                <a:lnTo>
                  <a:pt x="486669" y="2540"/>
                </a:lnTo>
                <a:lnTo>
                  <a:pt x="483482" y="0"/>
                </a:lnTo>
                <a:close/>
              </a:path>
            </a:pathLst>
          </a:custGeom>
          <a:solidFill>
            <a:srgbClr val="96C8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7" name="object 157" descr=""/>
          <p:cNvGrpSpPr/>
          <p:nvPr/>
        </p:nvGrpSpPr>
        <p:grpSpPr>
          <a:xfrm>
            <a:off x="10467367" y="5650665"/>
            <a:ext cx="1664970" cy="683895"/>
            <a:chOff x="10467367" y="5650665"/>
            <a:chExt cx="1664970" cy="683895"/>
          </a:xfrm>
        </p:grpSpPr>
        <p:sp>
          <p:nvSpPr>
            <p:cNvPr id="158" name="object 158" descr=""/>
            <p:cNvSpPr/>
            <p:nvPr/>
          </p:nvSpPr>
          <p:spPr>
            <a:xfrm>
              <a:off x="10467367" y="5650665"/>
              <a:ext cx="729615" cy="683895"/>
            </a:xfrm>
            <a:custGeom>
              <a:avLst/>
              <a:gdLst/>
              <a:ahLst/>
              <a:cxnLst/>
              <a:rect l="l" t="t" r="r" b="b"/>
              <a:pathLst>
                <a:path w="729615" h="683895">
                  <a:moveTo>
                    <a:pt x="729217" y="0"/>
                  </a:moveTo>
                  <a:lnTo>
                    <a:pt x="729217" y="683330"/>
                  </a:lnTo>
                  <a:lnTo>
                    <a:pt x="0" y="683330"/>
                  </a:lnTo>
                  <a:lnTo>
                    <a:pt x="0" y="0"/>
                  </a:lnTo>
                  <a:lnTo>
                    <a:pt x="729217" y="0"/>
                  </a:lnTo>
                  <a:close/>
                </a:path>
              </a:pathLst>
            </a:custGeom>
            <a:solidFill>
              <a:srgbClr val="89C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0642147" y="5834094"/>
              <a:ext cx="321310" cy="137795"/>
            </a:xfrm>
            <a:custGeom>
              <a:avLst/>
              <a:gdLst/>
              <a:ahLst/>
              <a:cxnLst/>
              <a:rect l="l" t="t" r="r" b="b"/>
              <a:pathLst>
                <a:path w="321309" h="137795">
                  <a:moveTo>
                    <a:pt x="320712" y="0"/>
                  </a:moveTo>
                  <a:lnTo>
                    <a:pt x="0" y="0"/>
                  </a:lnTo>
                  <a:lnTo>
                    <a:pt x="0" y="137451"/>
                  </a:lnTo>
                  <a:lnTo>
                    <a:pt x="320712" y="137451"/>
                  </a:lnTo>
                  <a:lnTo>
                    <a:pt x="320712" y="0"/>
                  </a:lnTo>
                  <a:close/>
                </a:path>
              </a:pathLst>
            </a:custGeom>
            <a:solidFill>
              <a:srgbClr val="97C8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1203585" y="6299745"/>
              <a:ext cx="929005" cy="34290"/>
            </a:xfrm>
            <a:custGeom>
              <a:avLst/>
              <a:gdLst/>
              <a:ahLst/>
              <a:cxnLst/>
              <a:rect l="l" t="t" r="r" b="b"/>
              <a:pathLst>
                <a:path w="929004" h="34289">
                  <a:moveTo>
                    <a:pt x="0" y="34250"/>
                  </a:moveTo>
                  <a:lnTo>
                    <a:pt x="928411" y="34250"/>
                  </a:lnTo>
                  <a:lnTo>
                    <a:pt x="928411" y="0"/>
                  </a:lnTo>
                  <a:lnTo>
                    <a:pt x="0" y="0"/>
                  </a:lnTo>
                  <a:lnTo>
                    <a:pt x="0" y="34250"/>
                  </a:lnTo>
                  <a:close/>
                </a:path>
              </a:pathLst>
            </a:custGeom>
            <a:solidFill>
              <a:srgbClr val="89C2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1" name="object 161" descr=""/>
          <p:cNvSpPr/>
          <p:nvPr/>
        </p:nvSpPr>
        <p:spPr>
          <a:xfrm>
            <a:off x="12215890" y="6299745"/>
            <a:ext cx="912494" cy="34290"/>
          </a:xfrm>
          <a:custGeom>
            <a:avLst/>
            <a:gdLst/>
            <a:ahLst/>
            <a:cxnLst/>
            <a:rect l="l" t="t" r="r" b="b"/>
            <a:pathLst>
              <a:path w="912494" h="34289">
                <a:moveTo>
                  <a:pt x="0" y="34250"/>
                </a:moveTo>
                <a:lnTo>
                  <a:pt x="912328" y="34250"/>
                </a:lnTo>
                <a:lnTo>
                  <a:pt x="912328" y="0"/>
                </a:lnTo>
                <a:lnTo>
                  <a:pt x="0" y="0"/>
                </a:lnTo>
                <a:lnTo>
                  <a:pt x="0" y="34250"/>
                </a:lnTo>
                <a:close/>
              </a:path>
            </a:pathLst>
          </a:custGeom>
          <a:solidFill>
            <a:srgbClr val="89C2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 descr=""/>
          <p:cNvSpPr/>
          <p:nvPr/>
        </p:nvSpPr>
        <p:spPr>
          <a:xfrm>
            <a:off x="11203585" y="6150231"/>
            <a:ext cx="238760" cy="184150"/>
          </a:xfrm>
          <a:custGeom>
            <a:avLst/>
            <a:gdLst/>
            <a:ahLst/>
            <a:cxnLst/>
            <a:rect l="l" t="t" r="r" b="b"/>
            <a:pathLst>
              <a:path w="238759" h="184150">
                <a:moveTo>
                  <a:pt x="238610" y="0"/>
                </a:moveTo>
                <a:lnTo>
                  <a:pt x="0" y="0"/>
                </a:lnTo>
                <a:lnTo>
                  <a:pt x="0" y="183837"/>
                </a:lnTo>
                <a:lnTo>
                  <a:pt x="238610" y="183837"/>
                </a:lnTo>
                <a:lnTo>
                  <a:pt x="238610" y="0"/>
                </a:lnTo>
                <a:close/>
              </a:path>
            </a:pathLst>
          </a:custGeom>
          <a:solidFill>
            <a:srgbClr val="89C2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 descr=""/>
          <p:cNvSpPr/>
          <p:nvPr/>
        </p:nvSpPr>
        <p:spPr>
          <a:xfrm>
            <a:off x="11625091" y="6150231"/>
            <a:ext cx="238760" cy="184150"/>
          </a:xfrm>
          <a:custGeom>
            <a:avLst/>
            <a:gdLst/>
            <a:ahLst/>
            <a:cxnLst/>
            <a:rect l="l" t="t" r="r" b="b"/>
            <a:pathLst>
              <a:path w="238759" h="184150">
                <a:moveTo>
                  <a:pt x="238610" y="0"/>
                </a:moveTo>
                <a:lnTo>
                  <a:pt x="0" y="0"/>
                </a:lnTo>
                <a:lnTo>
                  <a:pt x="0" y="183837"/>
                </a:lnTo>
                <a:lnTo>
                  <a:pt x="238610" y="183837"/>
                </a:lnTo>
                <a:lnTo>
                  <a:pt x="238610" y="0"/>
                </a:lnTo>
                <a:close/>
              </a:path>
            </a:pathLst>
          </a:custGeom>
          <a:solidFill>
            <a:srgbClr val="89C2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 descr=""/>
          <p:cNvSpPr/>
          <p:nvPr/>
        </p:nvSpPr>
        <p:spPr>
          <a:xfrm>
            <a:off x="12046596" y="6150231"/>
            <a:ext cx="85725" cy="184150"/>
          </a:xfrm>
          <a:custGeom>
            <a:avLst/>
            <a:gdLst/>
            <a:ahLst/>
            <a:cxnLst/>
            <a:rect l="l" t="t" r="r" b="b"/>
            <a:pathLst>
              <a:path w="85725" h="184150">
                <a:moveTo>
                  <a:pt x="0" y="183837"/>
                </a:moveTo>
                <a:lnTo>
                  <a:pt x="85400" y="183837"/>
                </a:lnTo>
                <a:lnTo>
                  <a:pt x="85400" y="0"/>
                </a:lnTo>
                <a:lnTo>
                  <a:pt x="0" y="0"/>
                </a:lnTo>
                <a:lnTo>
                  <a:pt x="0" y="183837"/>
                </a:lnTo>
                <a:close/>
              </a:path>
            </a:pathLst>
          </a:custGeom>
          <a:solidFill>
            <a:srgbClr val="89C2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 descr=""/>
          <p:cNvSpPr/>
          <p:nvPr/>
        </p:nvSpPr>
        <p:spPr>
          <a:xfrm>
            <a:off x="12215890" y="6150231"/>
            <a:ext cx="69850" cy="184150"/>
          </a:xfrm>
          <a:custGeom>
            <a:avLst/>
            <a:gdLst/>
            <a:ahLst/>
            <a:cxnLst/>
            <a:rect l="l" t="t" r="r" b="b"/>
            <a:pathLst>
              <a:path w="69850" h="184150">
                <a:moveTo>
                  <a:pt x="0" y="183837"/>
                </a:moveTo>
                <a:lnTo>
                  <a:pt x="69317" y="183837"/>
                </a:lnTo>
                <a:lnTo>
                  <a:pt x="69317" y="0"/>
                </a:lnTo>
                <a:lnTo>
                  <a:pt x="0" y="0"/>
                </a:lnTo>
                <a:lnTo>
                  <a:pt x="0" y="183837"/>
                </a:lnTo>
                <a:close/>
              </a:path>
            </a:pathLst>
          </a:custGeom>
          <a:solidFill>
            <a:srgbClr val="89C2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 descr=""/>
          <p:cNvSpPr/>
          <p:nvPr/>
        </p:nvSpPr>
        <p:spPr>
          <a:xfrm>
            <a:off x="12468101" y="6150231"/>
            <a:ext cx="238760" cy="184150"/>
          </a:xfrm>
          <a:custGeom>
            <a:avLst/>
            <a:gdLst/>
            <a:ahLst/>
            <a:cxnLst/>
            <a:rect l="l" t="t" r="r" b="b"/>
            <a:pathLst>
              <a:path w="238759" h="184150">
                <a:moveTo>
                  <a:pt x="238610" y="0"/>
                </a:moveTo>
                <a:lnTo>
                  <a:pt x="0" y="0"/>
                </a:lnTo>
                <a:lnTo>
                  <a:pt x="0" y="183837"/>
                </a:lnTo>
                <a:lnTo>
                  <a:pt x="238610" y="183837"/>
                </a:lnTo>
                <a:lnTo>
                  <a:pt x="238610" y="0"/>
                </a:lnTo>
                <a:close/>
              </a:path>
            </a:pathLst>
          </a:custGeom>
          <a:solidFill>
            <a:srgbClr val="89C2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 descr=""/>
          <p:cNvSpPr/>
          <p:nvPr/>
        </p:nvSpPr>
        <p:spPr>
          <a:xfrm>
            <a:off x="12889607" y="6150231"/>
            <a:ext cx="238760" cy="184150"/>
          </a:xfrm>
          <a:custGeom>
            <a:avLst/>
            <a:gdLst/>
            <a:ahLst/>
            <a:cxnLst/>
            <a:rect l="l" t="t" r="r" b="b"/>
            <a:pathLst>
              <a:path w="238759" h="184150">
                <a:moveTo>
                  <a:pt x="238610" y="0"/>
                </a:moveTo>
                <a:lnTo>
                  <a:pt x="0" y="0"/>
                </a:lnTo>
                <a:lnTo>
                  <a:pt x="0" y="183837"/>
                </a:lnTo>
                <a:lnTo>
                  <a:pt x="238610" y="183837"/>
                </a:lnTo>
                <a:lnTo>
                  <a:pt x="238610" y="0"/>
                </a:lnTo>
                <a:close/>
              </a:path>
            </a:pathLst>
          </a:custGeom>
          <a:solidFill>
            <a:srgbClr val="89C2D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8" name="object 168" descr=""/>
          <p:cNvGrpSpPr/>
          <p:nvPr/>
        </p:nvGrpSpPr>
        <p:grpSpPr>
          <a:xfrm>
            <a:off x="10598818" y="5453823"/>
            <a:ext cx="605155" cy="334645"/>
            <a:chOff x="10598818" y="5453823"/>
            <a:chExt cx="605155" cy="334645"/>
          </a:xfrm>
        </p:grpSpPr>
        <p:sp>
          <p:nvSpPr>
            <p:cNvPr id="169" name="object 169" descr=""/>
            <p:cNvSpPr/>
            <p:nvPr/>
          </p:nvSpPr>
          <p:spPr>
            <a:xfrm>
              <a:off x="10598818" y="5453823"/>
              <a:ext cx="605155" cy="334645"/>
            </a:xfrm>
            <a:custGeom>
              <a:avLst/>
              <a:gdLst/>
              <a:ahLst/>
              <a:cxnLst/>
              <a:rect l="l" t="t" r="r" b="b"/>
              <a:pathLst>
                <a:path w="605154" h="334645">
                  <a:moveTo>
                    <a:pt x="604766" y="0"/>
                  </a:moveTo>
                  <a:lnTo>
                    <a:pt x="0" y="0"/>
                  </a:lnTo>
                  <a:lnTo>
                    <a:pt x="0" y="334461"/>
                  </a:lnTo>
                  <a:lnTo>
                    <a:pt x="604766" y="334461"/>
                  </a:lnTo>
                  <a:lnTo>
                    <a:pt x="604766" y="0"/>
                  </a:lnTo>
                  <a:close/>
                </a:path>
              </a:pathLst>
            </a:custGeom>
            <a:solidFill>
              <a:srgbClr val="89C2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0" name="object 17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857685" y="5566894"/>
              <a:ext cx="106091" cy="205972"/>
            </a:xfrm>
            <a:prstGeom prst="rect">
              <a:avLst/>
            </a:prstGeom>
          </p:spPr>
        </p:pic>
      </p:grpSp>
      <p:pic>
        <p:nvPicPr>
          <p:cNvPr id="171" name="object 17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193162" y="4041520"/>
            <a:ext cx="112562" cy="241280"/>
          </a:xfrm>
          <a:prstGeom prst="rect">
            <a:avLst/>
          </a:prstGeom>
        </p:spPr>
      </p:pic>
      <p:pic>
        <p:nvPicPr>
          <p:cNvPr id="172" name="object 172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074175" y="3525944"/>
            <a:ext cx="153189" cy="140697"/>
          </a:xfrm>
          <a:prstGeom prst="rect">
            <a:avLst/>
          </a:prstGeom>
        </p:spPr>
      </p:pic>
      <p:pic>
        <p:nvPicPr>
          <p:cNvPr id="173" name="object 173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598809" y="5313130"/>
            <a:ext cx="153199" cy="140697"/>
          </a:xfrm>
          <a:prstGeom prst="rect">
            <a:avLst/>
          </a:prstGeom>
        </p:spPr>
      </p:pic>
      <p:pic>
        <p:nvPicPr>
          <p:cNvPr id="174" name="object 174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824607" y="5313130"/>
            <a:ext cx="153189" cy="140697"/>
          </a:xfrm>
          <a:prstGeom prst="rect">
            <a:avLst/>
          </a:prstGeom>
        </p:spPr>
      </p:pic>
      <p:pic>
        <p:nvPicPr>
          <p:cNvPr id="175" name="object 175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050395" y="5313130"/>
            <a:ext cx="153189" cy="140697"/>
          </a:xfrm>
          <a:prstGeom prst="rect">
            <a:avLst/>
          </a:prstGeom>
        </p:spPr>
      </p:pic>
      <p:grpSp>
        <p:nvGrpSpPr>
          <p:cNvPr id="176" name="object 176" descr=""/>
          <p:cNvGrpSpPr/>
          <p:nvPr/>
        </p:nvGrpSpPr>
        <p:grpSpPr>
          <a:xfrm>
            <a:off x="13068461" y="3525944"/>
            <a:ext cx="812165" cy="2808605"/>
            <a:chOff x="13068461" y="3525944"/>
            <a:chExt cx="812165" cy="2808605"/>
          </a:xfrm>
        </p:grpSpPr>
        <p:sp>
          <p:nvSpPr>
            <p:cNvPr id="177" name="object 177" descr=""/>
            <p:cNvSpPr/>
            <p:nvPr/>
          </p:nvSpPr>
          <p:spPr>
            <a:xfrm>
              <a:off x="13152387" y="3943796"/>
              <a:ext cx="728345" cy="2390775"/>
            </a:xfrm>
            <a:custGeom>
              <a:avLst/>
              <a:gdLst/>
              <a:ahLst/>
              <a:cxnLst/>
              <a:rect l="l" t="t" r="r" b="b"/>
              <a:pathLst>
                <a:path w="728344" h="2390775">
                  <a:moveTo>
                    <a:pt x="728132" y="0"/>
                  </a:moveTo>
                  <a:lnTo>
                    <a:pt x="47514" y="0"/>
                  </a:lnTo>
                  <a:lnTo>
                    <a:pt x="46038" y="102845"/>
                  </a:lnTo>
                  <a:lnTo>
                    <a:pt x="46435" y="111378"/>
                  </a:lnTo>
                  <a:lnTo>
                    <a:pt x="42781" y="336492"/>
                  </a:lnTo>
                  <a:lnTo>
                    <a:pt x="42781" y="337843"/>
                  </a:lnTo>
                  <a:lnTo>
                    <a:pt x="0" y="2390199"/>
                  </a:lnTo>
                  <a:lnTo>
                    <a:pt x="728132" y="2390199"/>
                  </a:lnTo>
                  <a:lnTo>
                    <a:pt x="728132" y="0"/>
                  </a:lnTo>
                  <a:close/>
                </a:path>
              </a:pathLst>
            </a:custGeom>
            <a:solidFill>
              <a:srgbClr val="89C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3068453" y="4325321"/>
              <a:ext cx="812165" cy="1647189"/>
            </a:xfrm>
            <a:custGeom>
              <a:avLst/>
              <a:gdLst/>
              <a:ahLst/>
              <a:cxnLst/>
              <a:rect l="l" t="t" r="r" b="b"/>
              <a:pathLst>
                <a:path w="812165" h="1647189">
                  <a:moveTo>
                    <a:pt x="812063" y="1506829"/>
                  </a:moveTo>
                  <a:lnTo>
                    <a:pt x="0" y="1506829"/>
                  </a:lnTo>
                  <a:lnTo>
                    <a:pt x="0" y="1646986"/>
                  </a:lnTo>
                  <a:lnTo>
                    <a:pt x="812063" y="1646986"/>
                  </a:lnTo>
                  <a:lnTo>
                    <a:pt x="812063" y="1506829"/>
                  </a:lnTo>
                  <a:close/>
                </a:path>
                <a:path w="812165" h="1647189">
                  <a:moveTo>
                    <a:pt x="812063" y="1234757"/>
                  </a:moveTo>
                  <a:lnTo>
                    <a:pt x="28511" y="1234757"/>
                  </a:lnTo>
                  <a:lnTo>
                    <a:pt x="28511" y="1354150"/>
                  </a:lnTo>
                  <a:lnTo>
                    <a:pt x="812063" y="1354150"/>
                  </a:lnTo>
                  <a:lnTo>
                    <a:pt x="812063" y="1234757"/>
                  </a:lnTo>
                  <a:close/>
                </a:path>
                <a:path w="812165" h="1647189">
                  <a:moveTo>
                    <a:pt x="812063" y="0"/>
                  </a:moveTo>
                  <a:lnTo>
                    <a:pt x="13106" y="0"/>
                  </a:lnTo>
                  <a:lnTo>
                    <a:pt x="13106" y="107251"/>
                  </a:lnTo>
                  <a:lnTo>
                    <a:pt x="13106" y="108813"/>
                  </a:lnTo>
                  <a:lnTo>
                    <a:pt x="812063" y="108813"/>
                  </a:lnTo>
                  <a:lnTo>
                    <a:pt x="812063" y="107251"/>
                  </a:lnTo>
                  <a:lnTo>
                    <a:pt x="812063" y="0"/>
                  </a:lnTo>
                  <a:close/>
                </a:path>
              </a:pathLst>
            </a:custGeom>
            <a:solidFill>
              <a:srgbClr val="97C8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3074166" y="3666639"/>
              <a:ext cx="806450" cy="287655"/>
            </a:xfrm>
            <a:custGeom>
              <a:avLst/>
              <a:gdLst/>
              <a:ahLst/>
              <a:cxnLst/>
              <a:rect l="l" t="t" r="r" b="b"/>
              <a:pathLst>
                <a:path w="806450" h="287654">
                  <a:moveTo>
                    <a:pt x="806352" y="0"/>
                  </a:moveTo>
                  <a:lnTo>
                    <a:pt x="0" y="0"/>
                  </a:lnTo>
                  <a:lnTo>
                    <a:pt x="35904" y="287226"/>
                  </a:lnTo>
                  <a:lnTo>
                    <a:pt x="806352" y="287226"/>
                  </a:lnTo>
                  <a:lnTo>
                    <a:pt x="806352" y="0"/>
                  </a:lnTo>
                  <a:close/>
                </a:path>
              </a:pathLst>
            </a:custGeom>
            <a:solidFill>
              <a:srgbClr val="89C2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0" name="object 18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420479" y="4042138"/>
              <a:ext cx="164057" cy="240662"/>
            </a:xfrm>
            <a:prstGeom prst="rect">
              <a:avLst/>
            </a:prstGeom>
          </p:spPr>
        </p:pic>
        <p:pic>
          <p:nvPicPr>
            <p:cNvPr id="181" name="object 18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699272" y="4042138"/>
              <a:ext cx="164057" cy="240662"/>
            </a:xfrm>
            <a:prstGeom prst="rect">
              <a:avLst/>
            </a:prstGeom>
          </p:spPr>
        </p:pic>
        <p:pic>
          <p:nvPicPr>
            <p:cNvPr id="182" name="object 18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321208" y="3525944"/>
              <a:ext cx="153189" cy="140697"/>
            </a:xfrm>
            <a:prstGeom prst="rect">
              <a:avLst/>
            </a:prstGeom>
          </p:spPr>
        </p:pic>
        <p:pic>
          <p:nvPicPr>
            <p:cNvPr id="183" name="object 18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195171" y="4040892"/>
              <a:ext cx="123095" cy="241908"/>
            </a:xfrm>
            <a:prstGeom prst="rect">
              <a:avLst/>
            </a:prstGeom>
          </p:spPr>
        </p:pic>
        <p:pic>
          <p:nvPicPr>
            <p:cNvPr id="184" name="object 18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568240" y="3525944"/>
              <a:ext cx="153189" cy="140697"/>
            </a:xfrm>
            <a:prstGeom prst="rect">
              <a:avLst/>
            </a:prstGeom>
          </p:spPr>
        </p:pic>
        <p:pic>
          <p:nvPicPr>
            <p:cNvPr id="185" name="object 18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815273" y="3526578"/>
              <a:ext cx="65246" cy="140063"/>
            </a:xfrm>
            <a:prstGeom prst="rect">
              <a:avLst/>
            </a:prstGeom>
          </p:spPr>
        </p:pic>
        <p:sp>
          <p:nvSpPr>
            <p:cNvPr id="186" name="object 186" descr=""/>
            <p:cNvSpPr/>
            <p:nvPr/>
          </p:nvSpPr>
          <p:spPr>
            <a:xfrm>
              <a:off x="13179921" y="4624520"/>
              <a:ext cx="701040" cy="1686560"/>
            </a:xfrm>
            <a:custGeom>
              <a:avLst/>
              <a:gdLst/>
              <a:ahLst/>
              <a:cxnLst/>
              <a:rect l="l" t="t" r="r" b="b"/>
              <a:pathLst>
                <a:path w="701040" h="1686560">
                  <a:moveTo>
                    <a:pt x="188696" y="237756"/>
                  </a:moveTo>
                  <a:lnTo>
                    <a:pt x="2844" y="237756"/>
                  </a:lnTo>
                  <a:lnTo>
                    <a:pt x="0" y="363905"/>
                  </a:lnTo>
                  <a:lnTo>
                    <a:pt x="188696" y="363905"/>
                  </a:lnTo>
                  <a:lnTo>
                    <a:pt x="188696" y="237756"/>
                  </a:lnTo>
                  <a:close/>
                </a:path>
                <a:path w="701040" h="1686560">
                  <a:moveTo>
                    <a:pt x="427456" y="1548904"/>
                  </a:moveTo>
                  <a:lnTo>
                    <a:pt x="106743" y="1548904"/>
                  </a:lnTo>
                  <a:lnTo>
                    <a:pt x="106743" y="1686356"/>
                  </a:lnTo>
                  <a:lnTo>
                    <a:pt x="427456" y="1686356"/>
                  </a:lnTo>
                  <a:lnTo>
                    <a:pt x="427456" y="1548904"/>
                  </a:lnTo>
                  <a:close/>
                </a:path>
                <a:path w="701040" h="1686560">
                  <a:moveTo>
                    <a:pt x="510070" y="763892"/>
                  </a:moveTo>
                  <a:lnTo>
                    <a:pt x="189357" y="763892"/>
                  </a:lnTo>
                  <a:lnTo>
                    <a:pt x="189357" y="901344"/>
                  </a:lnTo>
                  <a:lnTo>
                    <a:pt x="510070" y="901344"/>
                  </a:lnTo>
                  <a:lnTo>
                    <a:pt x="510070" y="763892"/>
                  </a:lnTo>
                  <a:close/>
                </a:path>
                <a:path w="701040" h="1686560">
                  <a:moveTo>
                    <a:pt x="700595" y="1388262"/>
                  </a:moveTo>
                  <a:lnTo>
                    <a:pt x="588721" y="1388262"/>
                  </a:lnTo>
                  <a:lnTo>
                    <a:pt x="588721" y="1525714"/>
                  </a:lnTo>
                  <a:lnTo>
                    <a:pt x="700595" y="1525714"/>
                  </a:lnTo>
                  <a:lnTo>
                    <a:pt x="700595" y="1388262"/>
                  </a:lnTo>
                  <a:close/>
                </a:path>
                <a:path w="701040" h="1686560">
                  <a:moveTo>
                    <a:pt x="700595" y="0"/>
                  </a:moveTo>
                  <a:lnTo>
                    <a:pt x="510070" y="0"/>
                  </a:lnTo>
                  <a:lnTo>
                    <a:pt x="510070" y="137452"/>
                  </a:lnTo>
                  <a:lnTo>
                    <a:pt x="700595" y="137452"/>
                  </a:lnTo>
                  <a:lnTo>
                    <a:pt x="700595" y="0"/>
                  </a:lnTo>
                  <a:close/>
                </a:path>
              </a:pathLst>
            </a:custGeom>
            <a:solidFill>
              <a:srgbClr val="97C8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3189941" y="3943800"/>
              <a:ext cx="690880" cy="563880"/>
            </a:xfrm>
            <a:custGeom>
              <a:avLst/>
              <a:gdLst/>
              <a:ahLst/>
              <a:cxnLst/>
              <a:rect l="l" t="t" r="r" b="b"/>
              <a:pathLst>
                <a:path w="690880" h="563879">
                  <a:moveTo>
                    <a:pt x="690575" y="491159"/>
                  </a:moveTo>
                  <a:lnTo>
                    <a:pt x="1574" y="488772"/>
                  </a:lnTo>
                  <a:lnTo>
                    <a:pt x="0" y="563702"/>
                  </a:lnTo>
                  <a:lnTo>
                    <a:pt x="690575" y="563702"/>
                  </a:lnTo>
                  <a:lnTo>
                    <a:pt x="690575" y="491159"/>
                  </a:lnTo>
                  <a:close/>
                </a:path>
                <a:path w="690880" h="563879">
                  <a:moveTo>
                    <a:pt x="690575" y="0"/>
                  </a:moveTo>
                  <a:lnTo>
                    <a:pt x="9944" y="0"/>
                  </a:lnTo>
                  <a:lnTo>
                    <a:pt x="8369" y="102857"/>
                  </a:lnTo>
                  <a:lnTo>
                    <a:pt x="8648" y="107086"/>
                  </a:lnTo>
                  <a:lnTo>
                    <a:pt x="7912" y="149796"/>
                  </a:lnTo>
                  <a:lnTo>
                    <a:pt x="690575" y="149796"/>
                  </a:lnTo>
                  <a:lnTo>
                    <a:pt x="690575" y="0"/>
                  </a:lnTo>
                  <a:close/>
                </a:path>
              </a:pathLst>
            </a:custGeom>
            <a:solidFill>
              <a:srgbClr val="89C2D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8" name="object 188" descr=""/>
          <p:cNvGrpSpPr/>
          <p:nvPr/>
        </p:nvGrpSpPr>
        <p:grpSpPr>
          <a:xfrm>
            <a:off x="16037332" y="4239439"/>
            <a:ext cx="1797685" cy="2094864"/>
            <a:chOff x="16037332" y="4239439"/>
            <a:chExt cx="1797685" cy="2094864"/>
          </a:xfrm>
        </p:grpSpPr>
        <p:pic>
          <p:nvPicPr>
            <p:cNvPr id="189" name="object 18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6891317" y="4239439"/>
              <a:ext cx="102300" cy="313458"/>
            </a:xfrm>
            <a:prstGeom prst="rect">
              <a:avLst/>
            </a:prstGeom>
          </p:spPr>
        </p:pic>
        <p:sp>
          <p:nvSpPr>
            <p:cNvPr id="190" name="object 190" descr=""/>
            <p:cNvSpPr/>
            <p:nvPr/>
          </p:nvSpPr>
          <p:spPr>
            <a:xfrm>
              <a:off x="16037332" y="4531961"/>
              <a:ext cx="1797685" cy="1802130"/>
            </a:xfrm>
            <a:custGeom>
              <a:avLst/>
              <a:gdLst/>
              <a:ahLst/>
              <a:cxnLst/>
              <a:rect l="l" t="t" r="r" b="b"/>
              <a:pathLst>
                <a:path w="1797684" h="1802129">
                  <a:moveTo>
                    <a:pt x="905951" y="0"/>
                  </a:moveTo>
                  <a:lnTo>
                    <a:pt x="862749" y="4737"/>
                  </a:lnTo>
                  <a:lnTo>
                    <a:pt x="826392" y="17538"/>
                  </a:lnTo>
                  <a:lnTo>
                    <a:pt x="791745" y="36072"/>
                  </a:lnTo>
                  <a:lnTo>
                    <a:pt x="713816" y="81003"/>
                  </a:lnTo>
                  <a:lnTo>
                    <a:pt x="674886" y="105538"/>
                  </a:lnTo>
                  <a:lnTo>
                    <a:pt x="636940" y="131570"/>
                  </a:lnTo>
                  <a:lnTo>
                    <a:pt x="600034" y="159052"/>
                  </a:lnTo>
                  <a:lnTo>
                    <a:pt x="562596" y="189128"/>
                  </a:lnTo>
                  <a:lnTo>
                    <a:pt x="525878" y="220958"/>
                  </a:lnTo>
                  <a:lnTo>
                    <a:pt x="490271" y="254533"/>
                  </a:lnTo>
                  <a:lnTo>
                    <a:pt x="456165" y="289846"/>
                  </a:lnTo>
                  <a:lnTo>
                    <a:pt x="423952" y="326890"/>
                  </a:lnTo>
                  <a:lnTo>
                    <a:pt x="394024" y="365656"/>
                  </a:lnTo>
                  <a:lnTo>
                    <a:pt x="366771" y="406138"/>
                  </a:lnTo>
                  <a:lnTo>
                    <a:pt x="342584" y="448327"/>
                  </a:lnTo>
                  <a:lnTo>
                    <a:pt x="321855" y="492215"/>
                  </a:lnTo>
                  <a:lnTo>
                    <a:pt x="304976" y="537796"/>
                  </a:lnTo>
                  <a:lnTo>
                    <a:pt x="292336" y="585060"/>
                  </a:lnTo>
                  <a:lnTo>
                    <a:pt x="285708" y="621122"/>
                  </a:lnTo>
                  <a:lnTo>
                    <a:pt x="216248" y="616630"/>
                  </a:lnTo>
                  <a:lnTo>
                    <a:pt x="176491" y="616693"/>
                  </a:lnTo>
                  <a:lnTo>
                    <a:pt x="152215" y="623258"/>
                  </a:lnTo>
                  <a:lnTo>
                    <a:pt x="147332" y="635509"/>
                  </a:lnTo>
                  <a:lnTo>
                    <a:pt x="146790" y="654393"/>
                  </a:lnTo>
                  <a:lnTo>
                    <a:pt x="148208" y="675139"/>
                  </a:lnTo>
                  <a:lnTo>
                    <a:pt x="149210" y="692973"/>
                  </a:lnTo>
                  <a:lnTo>
                    <a:pt x="197093" y="692973"/>
                  </a:lnTo>
                  <a:lnTo>
                    <a:pt x="197093" y="894014"/>
                  </a:lnTo>
                  <a:lnTo>
                    <a:pt x="0" y="894014"/>
                  </a:lnTo>
                  <a:lnTo>
                    <a:pt x="0" y="1004388"/>
                  </a:lnTo>
                  <a:lnTo>
                    <a:pt x="122195" y="1004388"/>
                  </a:lnTo>
                  <a:lnTo>
                    <a:pt x="122195" y="1595679"/>
                  </a:lnTo>
                  <a:lnTo>
                    <a:pt x="101054" y="1595679"/>
                  </a:lnTo>
                  <a:lnTo>
                    <a:pt x="86677" y="1598667"/>
                  </a:lnTo>
                  <a:lnTo>
                    <a:pt x="74904" y="1606769"/>
                  </a:lnTo>
                  <a:lnTo>
                    <a:pt x="66950" y="1618689"/>
                  </a:lnTo>
                  <a:lnTo>
                    <a:pt x="64029" y="1633133"/>
                  </a:lnTo>
                  <a:lnTo>
                    <a:pt x="66950" y="1647575"/>
                  </a:lnTo>
                  <a:lnTo>
                    <a:pt x="74904" y="1659492"/>
                  </a:lnTo>
                  <a:lnTo>
                    <a:pt x="86677" y="1667590"/>
                  </a:lnTo>
                  <a:lnTo>
                    <a:pt x="101054" y="1670577"/>
                  </a:lnTo>
                  <a:lnTo>
                    <a:pt x="122195" y="1670577"/>
                  </a:lnTo>
                  <a:lnTo>
                    <a:pt x="122195" y="1802034"/>
                  </a:lnTo>
                  <a:lnTo>
                    <a:pt x="1687163" y="1802034"/>
                  </a:lnTo>
                  <a:lnTo>
                    <a:pt x="1687163" y="1670577"/>
                  </a:lnTo>
                  <a:lnTo>
                    <a:pt x="1713612" y="1670577"/>
                  </a:lnTo>
                  <a:lnTo>
                    <a:pt x="1727991" y="1667590"/>
                  </a:lnTo>
                  <a:lnTo>
                    <a:pt x="1739767" y="1659492"/>
                  </a:lnTo>
                  <a:lnTo>
                    <a:pt x="1747725" y="1647575"/>
                  </a:lnTo>
                  <a:lnTo>
                    <a:pt x="1750648" y="1633133"/>
                  </a:lnTo>
                  <a:lnTo>
                    <a:pt x="1747725" y="1618689"/>
                  </a:lnTo>
                  <a:lnTo>
                    <a:pt x="1739767" y="1606769"/>
                  </a:lnTo>
                  <a:lnTo>
                    <a:pt x="1727991" y="1598667"/>
                  </a:lnTo>
                  <a:lnTo>
                    <a:pt x="1713612" y="1595679"/>
                  </a:lnTo>
                  <a:lnTo>
                    <a:pt x="1687163" y="1595679"/>
                  </a:lnTo>
                  <a:lnTo>
                    <a:pt x="1687163" y="1004388"/>
                  </a:lnTo>
                  <a:lnTo>
                    <a:pt x="1797536" y="1004388"/>
                  </a:lnTo>
                  <a:lnTo>
                    <a:pt x="1797536" y="894014"/>
                  </a:lnTo>
                  <a:lnTo>
                    <a:pt x="1600443" y="894014"/>
                  </a:lnTo>
                  <a:lnTo>
                    <a:pt x="1600443" y="692973"/>
                  </a:lnTo>
                  <a:lnTo>
                    <a:pt x="1643803" y="692973"/>
                  </a:lnTo>
                  <a:lnTo>
                    <a:pt x="1643803" y="622012"/>
                  </a:lnTo>
                  <a:lnTo>
                    <a:pt x="1506404" y="622012"/>
                  </a:lnTo>
                  <a:lnTo>
                    <a:pt x="1502863" y="604516"/>
                  </a:lnTo>
                  <a:lnTo>
                    <a:pt x="1493022" y="565277"/>
                  </a:lnTo>
                  <a:lnTo>
                    <a:pt x="1482152" y="524171"/>
                  </a:lnTo>
                  <a:lnTo>
                    <a:pt x="1455797" y="455369"/>
                  </a:lnTo>
                  <a:lnTo>
                    <a:pt x="1431734" y="412296"/>
                  </a:lnTo>
                  <a:lnTo>
                    <a:pt x="1404025" y="371518"/>
                  </a:lnTo>
                  <a:lnTo>
                    <a:pt x="1373360" y="332698"/>
                  </a:lnTo>
                  <a:lnTo>
                    <a:pt x="1340429" y="295500"/>
                  </a:lnTo>
                  <a:lnTo>
                    <a:pt x="1305921" y="259586"/>
                  </a:lnTo>
                  <a:lnTo>
                    <a:pt x="1270526" y="224621"/>
                  </a:lnTo>
                  <a:lnTo>
                    <a:pt x="1235467" y="191556"/>
                  </a:lnTo>
                  <a:lnTo>
                    <a:pt x="1199439" y="159550"/>
                  </a:lnTo>
                  <a:lnTo>
                    <a:pt x="1162475" y="128632"/>
                  </a:lnTo>
                  <a:lnTo>
                    <a:pt x="1124604" y="98828"/>
                  </a:lnTo>
                  <a:lnTo>
                    <a:pt x="1085859" y="70168"/>
                  </a:lnTo>
                  <a:lnTo>
                    <a:pt x="1046271" y="42679"/>
                  </a:lnTo>
                  <a:lnTo>
                    <a:pt x="979590" y="11181"/>
                  </a:lnTo>
                  <a:lnTo>
                    <a:pt x="943151" y="2879"/>
                  </a:lnTo>
                  <a:lnTo>
                    <a:pt x="905951" y="0"/>
                  </a:lnTo>
                  <a:close/>
                </a:path>
              </a:pathLst>
            </a:custGeom>
            <a:solidFill>
              <a:srgbClr val="B9E4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1" name="object 191" descr=""/>
          <p:cNvGrpSpPr/>
          <p:nvPr/>
        </p:nvGrpSpPr>
        <p:grpSpPr>
          <a:xfrm>
            <a:off x="14440952" y="3852761"/>
            <a:ext cx="3413760" cy="2481580"/>
            <a:chOff x="14440952" y="3852761"/>
            <a:chExt cx="3413760" cy="2481580"/>
          </a:xfrm>
        </p:grpSpPr>
        <p:sp>
          <p:nvSpPr>
            <p:cNvPr id="192" name="object 192" descr=""/>
            <p:cNvSpPr/>
            <p:nvPr/>
          </p:nvSpPr>
          <p:spPr>
            <a:xfrm>
              <a:off x="15129573" y="3852766"/>
              <a:ext cx="720725" cy="2481580"/>
            </a:xfrm>
            <a:custGeom>
              <a:avLst/>
              <a:gdLst/>
              <a:ahLst/>
              <a:cxnLst/>
              <a:rect l="l" t="t" r="r" b="b"/>
              <a:pathLst>
                <a:path w="720725" h="2481579">
                  <a:moveTo>
                    <a:pt x="663359" y="363029"/>
                  </a:moveTo>
                  <a:lnTo>
                    <a:pt x="570471" y="363029"/>
                  </a:lnTo>
                  <a:lnTo>
                    <a:pt x="570636" y="355930"/>
                  </a:lnTo>
                  <a:lnTo>
                    <a:pt x="570738" y="354952"/>
                  </a:lnTo>
                  <a:lnTo>
                    <a:pt x="571182" y="349427"/>
                  </a:lnTo>
                  <a:lnTo>
                    <a:pt x="571639" y="340271"/>
                  </a:lnTo>
                  <a:lnTo>
                    <a:pt x="571639" y="334467"/>
                  </a:lnTo>
                  <a:lnTo>
                    <a:pt x="565810" y="293471"/>
                  </a:lnTo>
                  <a:lnTo>
                    <a:pt x="549224" y="255905"/>
                  </a:lnTo>
                  <a:lnTo>
                    <a:pt x="523278" y="222986"/>
                  </a:lnTo>
                  <a:lnTo>
                    <a:pt x="489343" y="195922"/>
                  </a:lnTo>
                  <a:lnTo>
                    <a:pt x="448779" y="175907"/>
                  </a:lnTo>
                  <a:lnTo>
                    <a:pt x="402996" y="164160"/>
                  </a:lnTo>
                  <a:lnTo>
                    <a:pt x="360083" y="0"/>
                  </a:lnTo>
                  <a:lnTo>
                    <a:pt x="325640" y="163664"/>
                  </a:lnTo>
                  <a:lnTo>
                    <a:pt x="272478" y="179273"/>
                  </a:lnTo>
                  <a:lnTo>
                    <a:pt x="227177" y="205828"/>
                  </a:lnTo>
                  <a:lnTo>
                    <a:pt x="192011" y="241439"/>
                  </a:lnTo>
                  <a:lnTo>
                    <a:pt x="169240" y="284213"/>
                  </a:lnTo>
                  <a:lnTo>
                    <a:pt x="161137" y="332257"/>
                  </a:lnTo>
                  <a:lnTo>
                    <a:pt x="161226" y="340271"/>
                  </a:lnTo>
                  <a:lnTo>
                    <a:pt x="161582" y="349504"/>
                  </a:lnTo>
                  <a:lnTo>
                    <a:pt x="162026" y="354952"/>
                  </a:lnTo>
                  <a:lnTo>
                    <a:pt x="162128" y="355930"/>
                  </a:lnTo>
                  <a:lnTo>
                    <a:pt x="162293" y="363029"/>
                  </a:lnTo>
                  <a:lnTo>
                    <a:pt x="95707" y="363029"/>
                  </a:lnTo>
                  <a:lnTo>
                    <a:pt x="95707" y="402450"/>
                  </a:lnTo>
                  <a:lnTo>
                    <a:pt x="663359" y="402450"/>
                  </a:lnTo>
                  <a:lnTo>
                    <a:pt x="663359" y="363029"/>
                  </a:lnTo>
                  <a:close/>
                </a:path>
                <a:path w="720725" h="2481579">
                  <a:moveTo>
                    <a:pt x="720178" y="982357"/>
                  </a:moveTo>
                  <a:lnTo>
                    <a:pt x="718070" y="971969"/>
                  </a:lnTo>
                  <a:lnTo>
                    <a:pt x="712317" y="963460"/>
                  </a:lnTo>
                  <a:lnTo>
                    <a:pt x="703808" y="957707"/>
                  </a:lnTo>
                  <a:lnTo>
                    <a:pt x="693420" y="955598"/>
                  </a:lnTo>
                  <a:lnTo>
                    <a:pt x="614921" y="955598"/>
                  </a:lnTo>
                  <a:lnTo>
                    <a:pt x="596392" y="633691"/>
                  </a:lnTo>
                  <a:lnTo>
                    <a:pt x="596392" y="405561"/>
                  </a:lnTo>
                  <a:lnTo>
                    <a:pt x="495122" y="405561"/>
                  </a:lnTo>
                  <a:lnTo>
                    <a:pt x="495122" y="633679"/>
                  </a:lnTo>
                  <a:lnTo>
                    <a:pt x="416356" y="633679"/>
                  </a:lnTo>
                  <a:lnTo>
                    <a:pt x="416356" y="405561"/>
                  </a:lnTo>
                  <a:lnTo>
                    <a:pt x="315087" y="405561"/>
                  </a:lnTo>
                  <a:lnTo>
                    <a:pt x="315087" y="633679"/>
                  </a:lnTo>
                  <a:lnTo>
                    <a:pt x="236308" y="633679"/>
                  </a:lnTo>
                  <a:lnTo>
                    <a:pt x="236308" y="405561"/>
                  </a:lnTo>
                  <a:lnTo>
                    <a:pt x="135039" y="405561"/>
                  </a:lnTo>
                  <a:lnTo>
                    <a:pt x="135039" y="633679"/>
                  </a:lnTo>
                  <a:lnTo>
                    <a:pt x="120205" y="955598"/>
                  </a:lnTo>
                  <a:lnTo>
                    <a:pt x="26746" y="955598"/>
                  </a:lnTo>
                  <a:lnTo>
                    <a:pt x="16357" y="957707"/>
                  </a:lnTo>
                  <a:lnTo>
                    <a:pt x="7848" y="963460"/>
                  </a:lnTo>
                  <a:lnTo>
                    <a:pt x="2108" y="971969"/>
                  </a:lnTo>
                  <a:lnTo>
                    <a:pt x="0" y="982357"/>
                  </a:lnTo>
                  <a:lnTo>
                    <a:pt x="0" y="988758"/>
                  </a:lnTo>
                  <a:lnTo>
                    <a:pt x="2108" y="999147"/>
                  </a:lnTo>
                  <a:lnTo>
                    <a:pt x="7848" y="1007656"/>
                  </a:lnTo>
                  <a:lnTo>
                    <a:pt x="16357" y="1013409"/>
                  </a:lnTo>
                  <a:lnTo>
                    <a:pt x="26746" y="1015517"/>
                  </a:lnTo>
                  <a:lnTo>
                    <a:pt x="117436" y="1015517"/>
                  </a:lnTo>
                  <a:lnTo>
                    <a:pt x="94081" y="1522476"/>
                  </a:lnTo>
                  <a:lnTo>
                    <a:pt x="26746" y="1522476"/>
                  </a:lnTo>
                  <a:lnTo>
                    <a:pt x="16357" y="1524584"/>
                  </a:lnTo>
                  <a:lnTo>
                    <a:pt x="7848" y="1530324"/>
                  </a:lnTo>
                  <a:lnTo>
                    <a:pt x="2108" y="1538833"/>
                  </a:lnTo>
                  <a:lnTo>
                    <a:pt x="0" y="1549222"/>
                  </a:lnTo>
                  <a:lnTo>
                    <a:pt x="0" y="1555635"/>
                  </a:lnTo>
                  <a:lnTo>
                    <a:pt x="2108" y="1566024"/>
                  </a:lnTo>
                  <a:lnTo>
                    <a:pt x="7848" y="1574520"/>
                  </a:lnTo>
                  <a:lnTo>
                    <a:pt x="16357" y="1580273"/>
                  </a:lnTo>
                  <a:lnTo>
                    <a:pt x="26746" y="1582381"/>
                  </a:lnTo>
                  <a:lnTo>
                    <a:pt x="91325" y="1582381"/>
                  </a:lnTo>
                  <a:lnTo>
                    <a:pt x="49923" y="2481237"/>
                  </a:lnTo>
                  <a:lnTo>
                    <a:pt x="702779" y="2481237"/>
                  </a:lnTo>
                  <a:lnTo>
                    <a:pt x="651014" y="1582381"/>
                  </a:lnTo>
                  <a:lnTo>
                    <a:pt x="693420" y="1582381"/>
                  </a:lnTo>
                  <a:lnTo>
                    <a:pt x="703808" y="1580273"/>
                  </a:lnTo>
                  <a:lnTo>
                    <a:pt x="712317" y="1574520"/>
                  </a:lnTo>
                  <a:lnTo>
                    <a:pt x="718070" y="1566024"/>
                  </a:lnTo>
                  <a:lnTo>
                    <a:pt x="720178" y="1555635"/>
                  </a:lnTo>
                  <a:lnTo>
                    <a:pt x="720178" y="1549222"/>
                  </a:lnTo>
                  <a:lnTo>
                    <a:pt x="718070" y="1538833"/>
                  </a:lnTo>
                  <a:lnTo>
                    <a:pt x="712317" y="1530324"/>
                  </a:lnTo>
                  <a:lnTo>
                    <a:pt x="703808" y="1524584"/>
                  </a:lnTo>
                  <a:lnTo>
                    <a:pt x="693420" y="1522476"/>
                  </a:lnTo>
                  <a:lnTo>
                    <a:pt x="647560" y="1522476"/>
                  </a:lnTo>
                  <a:lnTo>
                    <a:pt x="618375" y="1015517"/>
                  </a:lnTo>
                  <a:lnTo>
                    <a:pt x="693420" y="1015517"/>
                  </a:lnTo>
                  <a:lnTo>
                    <a:pt x="703808" y="1013409"/>
                  </a:lnTo>
                  <a:lnTo>
                    <a:pt x="712317" y="1007656"/>
                  </a:lnTo>
                  <a:lnTo>
                    <a:pt x="718070" y="999147"/>
                  </a:lnTo>
                  <a:lnTo>
                    <a:pt x="720178" y="988758"/>
                  </a:lnTo>
                  <a:lnTo>
                    <a:pt x="720178" y="982357"/>
                  </a:lnTo>
                  <a:close/>
                </a:path>
              </a:pathLst>
            </a:custGeom>
            <a:solidFill>
              <a:srgbClr val="B9E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14440941" y="4886204"/>
              <a:ext cx="3413760" cy="1447800"/>
            </a:xfrm>
            <a:custGeom>
              <a:avLst/>
              <a:gdLst/>
              <a:ahLst/>
              <a:cxnLst/>
              <a:rect l="l" t="t" r="r" b="b"/>
              <a:pathLst>
                <a:path w="3413759" h="1447800">
                  <a:moveTo>
                    <a:pt x="575462" y="660400"/>
                  </a:moveTo>
                  <a:lnTo>
                    <a:pt x="569353" y="647700"/>
                  </a:lnTo>
                  <a:lnTo>
                    <a:pt x="567664" y="647700"/>
                  </a:lnTo>
                  <a:lnTo>
                    <a:pt x="575462" y="660400"/>
                  </a:lnTo>
                  <a:close/>
                </a:path>
                <a:path w="3413759" h="1447800">
                  <a:moveTo>
                    <a:pt x="640130" y="635000"/>
                  </a:moveTo>
                  <a:lnTo>
                    <a:pt x="632510" y="622300"/>
                  </a:lnTo>
                  <a:lnTo>
                    <a:pt x="617385" y="622300"/>
                  </a:lnTo>
                  <a:lnTo>
                    <a:pt x="633857" y="635000"/>
                  </a:lnTo>
                  <a:lnTo>
                    <a:pt x="640130" y="635000"/>
                  </a:lnTo>
                  <a:close/>
                </a:path>
                <a:path w="3413759" h="1447800">
                  <a:moveTo>
                    <a:pt x="715403" y="609600"/>
                  </a:moveTo>
                  <a:lnTo>
                    <a:pt x="702157" y="596900"/>
                  </a:lnTo>
                  <a:lnTo>
                    <a:pt x="669378" y="596900"/>
                  </a:lnTo>
                  <a:lnTo>
                    <a:pt x="696239" y="609600"/>
                  </a:lnTo>
                  <a:lnTo>
                    <a:pt x="715403" y="609600"/>
                  </a:lnTo>
                  <a:close/>
                </a:path>
                <a:path w="3413759" h="1447800">
                  <a:moveTo>
                    <a:pt x="1698866" y="973391"/>
                  </a:moveTo>
                  <a:lnTo>
                    <a:pt x="1631861" y="973391"/>
                  </a:lnTo>
                  <a:lnTo>
                    <a:pt x="1631861" y="1320279"/>
                  </a:lnTo>
                  <a:lnTo>
                    <a:pt x="1698866" y="1320279"/>
                  </a:lnTo>
                  <a:lnTo>
                    <a:pt x="1698866" y="973391"/>
                  </a:lnTo>
                  <a:close/>
                </a:path>
                <a:path w="3413759" h="1447800">
                  <a:moveTo>
                    <a:pt x="3216529" y="283540"/>
                  </a:moveTo>
                  <a:lnTo>
                    <a:pt x="3015488" y="283540"/>
                  </a:lnTo>
                  <a:lnTo>
                    <a:pt x="3015488" y="441223"/>
                  </a:lnTo>
                  <a:lnTo>
                    <a:pt x="3216529" y="441223"/>
                  </a:lnTo>
                  <a:lnTo>
                    <a:pt x="3216529" y="283540"/>
                  </a:lnTo>
                  <a:close/>
                </a:path>
                <a:path w="3413759" h="1447800">
                  <a:moveTo>
                    <a:pt x="3413163" y="441502"/>
                  </a:moveTo>
                  <a:lnTo>
                    <a:pt x="2400541" y="441502"/>
                  </a:lnTo>
                  <a:lnTo>
                    <a:pt x="2400541" y="287832"/>
                  </a:lnTo>
                  <a:lnTo>
                    <a:pt x="2211324" y="287832"/>
                  </a:lnTo>
                  <a:lnTo>
                    <a:pt x="2211324" y="441502"/>
                  </a:lnTo>
                  <a:lnTo>
                    <a:pt x="2211324" y="1380032"/>
                  </a:lnTo>
                  <a:lnTo>
                    <a:pt x="2097011" y="1380032"/>
                  </a:lnTo>
                  <a:lnTo>
                    <a:pt x="2097011" y="1320342"/>
                  </a:lnTo>
                  <a:lnTo>
                    <a:pt x="2097011" y="1284782"/>
                  </a:lnTo>
                  <a:lnTo>
                    <a:pt x="1702816" y="1284782"/>
                  </a:lnTo>
                  <a:lnTo>
                    <a:pt x="1702816" y="1320342"/>
                  </a:lnTo>
                  <a:lnTo>
                    <a:pt x="1572729" y="1320342"/>
                  </a:lnTo>
                  <a:lnTo>
                    <a:pt x="1572729" y="1380032"/>
                  </a:lnTo>
                  <a:lnTo>
                    <a:pt x="1545132" y="1380032"/>
                  </a:lnTo>
                  <a:lnTo>
                    <a:pt x="1545132" y="1406702"/>
                  </a:lnTo>
                  <a:lnTo>
                    <a:pt x="345135" y="1406702"/>
                  </a:lnTo>
                  <a:lnTo>
                    <a:pt x="347599" y="1308100"/>
                  </a:lnTo>
                  <a:lnTo>
                    <a:pt x="350024" y="1257300"/>
                  </a:lnTo>
                  <a:lnTo>
                    <a:pt x="354025" y="1193800"/>
                  </a:lnTo>
                  <a:lnTo>
                    <a:pt x="358787" y="1143000"/>
                  </a:lnTo>
                  <a:lnTo>
                    <a:pt x="363499" y="1092200"/>
                  </a:lnTo>
                  <a:lnTo>
                    <a:pt x="367360" y="1041400"/>
                  </a:lnTo>
                  <a:lnTo>
                    <a:pt x="369570" y="1003300"/>
                  </a:lnTo>
                  <a:lnTo>
                    <a:pt x="371741" y="914400"/>
                  </a:lnTo>
                  <a:lnTo>
                    <a:pt x="384873" y="977900"/>
                  </a:lnTo>
                  <a:lnTo>
                    <a:pt x="398640" y="1028700"/>
                  </a:lnTo>
                  <a:lnTo>
                    <a:pt x="409498" y="1066800"/>
                  </a:lnTo>
                  <a:lnTo>
                    <a:pt x="413905" y="1079500"/>
                  </a:lnTo>
                  <a:lnTo>
                    <a:pt x="423252" y="1041400"/>
                  </a:lnTo>
                  <a:lnTo>
                    <a:pt x="425272" y="990600"/>
                  </a:lnTo>
                  <a:lnTo>
                    <a:pt x="421563" y="952500"/>
                  </a:lnTo>
                  <a:lnTo>
                    <a:pt x="415696" y="914400"/>
                  </a:lnTo>
                  <a:lnTo>
                    <a:pt x="413740" y="901700"/>
                  </a:lnTo>
                  <a:lnTo>
                    <a:pt x="403377" y="850900"/>
                  </a:lnTo>
                  <a:lnTo>
                    <a:pt x="397738" y="825500"/>
                  </a:lnTo>
                  <a:lnTo>
                    <a:pt x="392099" y="800100"/>
                  </a:lnTo>
                  <a:lnTo>
                    <a:pt x="381495" y="749300"/>
                  </a:lnTo>
                  <a:lnTo>
                    <a:pt x="404685" y="800100"/>
                  </a:lnTo>
                  <a:lnTo>
                    <a:pt x="428320" y="876300"/>
                  </a:lnTo>
                  <a:lnTo>
                    <a:pt x="446697" y="939800"/>
                  </a:lnTo>
                  <a:lnTo>
                    <a:pt x="454101" y="965200"/>
                  </a:lnTo>
                  <a:lnTo>
                    <a:pt x="456057" y="952500"/>
                  </a:lnTo>
                  <a:lnTo>
                    <a:pt x="457644" y="939800"/>
                  </a:lnTo>
                  <a:lnTo>
                    <a:pt x="458876" y="939800"/>
                  </a:lnTo>
                  <a:lnTo>
                    <a:pt x="459740" y="927100"/>
                  </a:lnTo>
                  <a:lnTo>
                    <a:pt x="472173" y="1016000"/>
                  </a:lnTo>
                  <a:lnTo>
                    <a:pt x="477621" y="1092200"/>
                  </a:lnTo>
                  <a:lnTo>
                    <a:pt x="478853" y="1155700"/>
                  </a:lnTo>
                  <a:lnTo>
                    <a:pt x="478637" y="1168400"/>
                  </a:lnTo>
                  <a:lnTo>
                    <a:pt x="508673" y="1041400"/>
                  </a:lnTo>
                  <a:lnTo>
                    <a:pt x="515239" y="1003300"/>
                  </a:lnTo>
                  <a:lnTo>
                    <a:pt x="513803" y="952500"/>
                  </a:lnTo>
                  <a:lnTo>
                    <a:pt x="509663" y="927100"/>
                  </a:lnTo>
                  <a:lnTo>
                    <a:pt x="505523" y="901700"/>
                  </a:lnTo>
                  <a:lnTo>
                    <a:pt x="491528" y="850900"/>
                  </a:lnTo>
                  <a:lnTo>
                    <a:pt x="472960" y="812800"/>
                  </a:lnTo>
                  <a:lnTo>
                    <a:pt x="450964" y="762000"/>
                  </a:lnTo>
                  <a:lnTo>
                    <a:pt x="442874" y="749300"/>
                  </a:lnTo>
                  <a:lnTo>
                    <a:pt x="426694" y="723900"/>
                  </a:lnTo>
                  <a:lnTo>
                    <a:pt x="413981" y="711200"/>
                  </a:lnTo>
                  <a:lnTo>
                    <a:pt x="401269" y="698500"/>
                  </a:lnTo>
                  <a:lnTo>
                    <a:pt x="405790" y="698500"/>
                  </a:lnTo>
                  <a:lnTo>
                    <a:pt x="428345" y="685800"/>
                  </a:lnTo>
                  <a:lnTo>
                    <a:pt x="452539" y="673100"/>
                  </a:lnTo>
                  <a:lnTo>
                    <a:pt x="478116" y="660400"/>
                  </a:lnTo>
                  <a:lnTo>
                    <a:pt x="504837" y="647700"/>
                  </a:lnTo>
                  <a:lnTo>
                    <a:pt x="554964" y="647700"/>
                  </a:lnTo>
                  <a:lnTo>
                    <a:pt x="538734" y="635000"/>
                  </a:lnTo>
                  <a:lnTo>
                    <a:pt x="563486" y="635000"/>
                  </a:lnTo>
                  <a:lnTo>
                    <a:pt x="591540" y="647700"/>
                  </a:lnTo>
                  <a:lnTo>
                    <a:pt x="610450" y="647700"/>
                  </a:lnTo>
                  <a:lnTo>
                    <a:pt x="593979" y="635000"/>
                  </a:lnTo>
                  <a:lnTo>
                    <a:pt x="573278" y="635000"/>
                  </a:lnTo>
                  <a:lnTo>
                    <a:pt x="550697" y="622300"/>
                  </a:lnTo>
                  <a:lnTo>
                    <a:pt x="604291" y="622300"/>
                  </a:lnTo>
                  <a:lnTo>
                    <a:pt x="586333" y="609600"/>
                  </a:lnTo>
                  <a:lnTo>
                    <a:pt x="625411" y="609600"/>
                  </a:lnTo>
                  <a:lnTo>
                    <a:pt x="653910" y="622300"/>
                  </a:lnTo>
                  <a:lnTo>
                    <a:pt x="673722" y="622300"/>
                  </a:lnTo>
                  <a:lnTo>
                    <a:pt x="657872" y="609600"/>
                  </a:lnTo>
                  <a:lnTo>
                    <a:pt x="637895" y="609600"/>
                  </a:lnTo>
                  <a:lnTo>
                    <a:pt x="615962" y="596900"/>
                  </a:lnTo>
                  <a:lnTo>
                    <a:pt x="666254" y="596900"/>
                  </a:lnTo>
                  <a:lnTo>
                    <a:pt x="687857" y="584200"/>
                  </a:lnTo>
                  <a:lnTo>
                    <a:pt x="708926" y="584200"/>
                  </a:lnTo>
                  <a:lnTo>
                    <a:pt x="729361" y="596900"/>
                  </a:lnTo>
                  <a:lnTo>
                    <a:pt x="749033" y="596900"/>
                  </a:lnTo>
                  <a:lnTo>
                    <a:pt x="740841" y="571500"/>
                  </a:lnTo>
                  <a:lnTo>
                    <a:pt x="729627" y="571500"/>
                  </a:lnTo>
                  <a:lnTo>
                    <a:pt x="707745" y="558800"/>
                  </a:lnTo>
                  <a:lnTo>
                    <a:pt x="667562" y="558800"/>
                  </a:lnTo>
                  <a:lnTo>
                    <a:pt x="674357" y="546100"/>
                  </a:lnTo>
                  <a:lnTo>
                    <a:pt x="661606" y="546100"/>
                  </a:lnTo>
                  <a:lnTo>
                    <a:pt x="652081" y="558800"/>
                  </a:lnTo>
                  <a:lnTo>
                    <a:pt x="639902" y="546100"/>
                  </a:lnTo>
                  <a:lnTo>
                    <a:pt x="603351" y="546100"/>
                  </a:lnTo>
                  <a:lnTo>
                    <a:pt x="607250" y="533400"/>
                  </a:lnTo>
                  <a:lnTo>
                    <a:pt x="601281" y="533400"/>
                  </a:lnTo>
                  <a:lnTo>
                    <a:pt x="596849" y="546100"/>
                  </a:lnTo>
                  <a:lnTo>
                    <a:pt x="578015" y="546100"/>
                  </a:lnTo>
                  <a:lnTo>
                    <a:pt x="571258" y="558800"/>
                  </a:lnTo>
                  <a:lnTo>
                    <a:pt x="553262" y="558800"/>
                  </a:lnTo>
                  <a:lnTo>
                    <a:pt x="601243" y="508000"/>
                  </a:lnTo>
                  <a:lnTo>
                    <a:pt x="648652" y="469900"/>
                  </a:lnTo>
                  <a:lnTo>
                    <a:pt x="694397" y="431800"/>
                  </a:lnTo>
                  <a:lnTo>
                    <a:pt x="737323" y="406400"/>
                  </a:lnTo>
                  <a:lnTo>
                    <a:pt x="756831" y="393700"/>
                  </a:lnTo>
                  <a:lnTo>
                    <a:pt x="776325" y="381000"/>
                  </a:lnTo>
                  <a:lnTo>
                    <a:pt x="810272" y="368300"/>
                  </a:lnTo>
                  <a:lnTo>
                    <a:pt x="768032" y="368300"/>
                  </a:lnTo>
                  <a:lnTo>
                    <a:pt x="747674" y="381000"/>
                  </a:lnTo>
                  <a:lnTo>
                    <a:pt x="716064" y="393700"/>
                  </a:lnTo>
                  <a:lnTo>
                    <a:pt x="729576" y="381000"/>
                  </a:lnTo>
                  <a:lnTo>
                    <a:pt x="740232" y="355600"/>
                  </a:lnTo>
                  <a:lnTo>
                    <a:pt x="737222" y="355600"/>
                  </a:lnTo>
                  <a:lnTo>
                    <a:pt x="719848" y="368300"/>
                  </a:lnTo>
                  <a:lnTo>
                    <a:pt x="699541" y="381000"/>
                  </a:lnTo>
                  <a:lnTo>
                    <a:pt x="678230" y="406400"/>
                  </a:lnTo>
                  <a:lnTo>
                    <a:pt x="670560" y="406400"/>
                  </a:lnTo>
                  <a:lnTo>
                    <a:pt x="662813" y="419100"/>
                  </a:lnTo>
                  <a:lnTo>
                    <a:pt x="642188" y="419100"/>
                  </a:lnTo>
                  <a:lnTo>
                    <a:pt x="647204" y="406400"/>
                  </a:lnTo>
                  <a:lnTo>
                    <a:pt x="650989" y="406400"/>
                  </a:lnTo>
                  <a:lnTo>
                    <a:pt x="653376" y="393700"/>
                  </a:lnTo>
                  <a:lnTo>
                    <a:pt x="648563" y="393700"/>
                  </a:lnTo>
                  <a:lnTo>
                    <a:pt x="641692" y="406400"/>
                  </a:lnTo>
                  <a:lnTo>
                    <a:pt x="633869" y="419100"/>
                  </a:lnTo>
                  <a:lnTo>
                    <a:pt x="625398" y="419100"/>
                  </a:lnTo>
                  <a:lnTo>
                    <a:pt x="617804" y="431800"/>
                  </a:lnTo>
                  <a:lnTo>
                    <a:pt x="616356" y="431800"/>
                  </a:lnTo>
                  <a:lnTo>
                    <a:pt x="614159" y="444500"/>
                  </a:lnTo>
                  <a:lnTo>
                    <a:pt x="608977" y="444500"/>
                  </a:lnTo>
                  <a:lnTo>
                    <a:pt x="616356" y="431800"/>
                  </a:lnTo>
                  <a:lnTo>
                    <a:pt x="604545" y="431800"/>
                  </a:lnTo>
                  <a:lnTo>
                    <a:pt x="604545" y="444500"/>
                  </a:lnTo>
                  <a:lnTo>
                    <a:pt x="595007" y="457200"/>
                  </a:lnTo>
                  <a:lnTo>
                    <a:pt x="585584" y="457200"/>
                  </a:lnTo>
                  <a:lnTo>
                    <a:pt x="576287" y="469900"/>
                  </a:lnTo>
                  <a:lnTo>
                    <a:pt x="579208" y="457200"/>
                  </a:lnTo>
                  <a:lnTo>
                    <a:pt x="584098" y="457200"/>
                  </a:lnTo>
                  <a:lnTo>
                    <a:pt x="592797" y="444500"/>
                  </a:lnTo>
                  <a:lnTo>
                    <a:pt x="604545" y="444500"/>
                  </a:lnTo>
                  <a:lnTo>
                    <a:pt x="604545" y="431800"/>
                  </a:lnTo>
                  <a:lnTo>
                    <a:pt x="576275" y="431800"/>
                  </a:lnTo>
                  <a:lnTo>
                    <a:pt x="566115" y="443115"/>
                  </a:lnTo>
                  <a:lnTo>
                    <a:pt x="566115" y="457200"/>
                  </a:lnTo>
                  <a:lnTo>
                    <a:pt x="556171" y="469900"/>
                  </a:lnTo>
                  <a:lnTo>
                    <a:pt x="546074" y="482600"/>
                  </a:lnTo>
                  <a:lnTo>
                    <a:pt x="536244" y="508000"/>
                  </a:lnTo>
                  <a:lnTo>
                    <a:pt x="527062" y="520700"/>
                  </a:lnTo>
                  <a:lnTo>
                    <a:pt x="516077" y="533400"/>
                  </a:lnTo>
                  <a:lnTo>
                    <a:pt x="504850" y="546100"/>
                  </a:lnTo>
                  <a:lnTo>
                    <a:pt x="501510" y="546100"/>
                  </a:lnTo>
                  <a:lnTo>
                    <a:pt x="494842" y="558800"/>
                  </a:lnTo>
                  <a:lnTo>
                    <a:pt x="488111" y="558800"/>
                  </a:lnTo>
                  <a:lnTo>
                    <a:pt x="474560" y="584200"/>
                  </a:lnTo>
                  <a:lnTo>
                    <a:pt x="460540" y="584200"/>
                  </a:lnTo>
                  <a:lnTo>
                    <a:pt x="453872" y="596900"/>
                  </a:lnTo>
                  <a:lnTo>
                    <a:pt x="454164" y="584200"/>
                  </a:lnTo>
                  <a:lnTo>
                    <a:pt x="470179" y="558800"/>
                  </a:lnTo>
                  <a:lnTo>
                    <a:pt x="487019" y="533400"/>
                  </a:lnTo>
                  <a:lnTo>
                    <a:pt x="504621" y="508000"/>
                  </a:lnTo>
                  <a:lnTo>
                    <a:pt x="522998" y="469900"/>
                  </a:lnTo>
                  <a:lnTo>
                    <a:pt x="544893" y="469900"/>
                  </a:lnTo>
                  <a:lnTo>
                    <a:pt x="555612" y="457200"/>
                  </a:lnTo>
                  <a:lnTo>
                    <a:pt x="566115" y="457200"/>
                  </a:lnTo>
                  <a:lnTo>
                    <a:pt x="566115" y="443115"/>
                  </a:lnTo>
                  <a:lnTo>
                    <a:pt x="564870" y="444500"/>
                  </a:lnTo>
                  <a:lnTo>
                    <a:pt x="545134" y="444500"/>
                  </a:lnTo>
                  <a:lnTo>
                    <a:pt x="548995" y="431800"/>
                  </a:lnTo>
                  <a:lnTo>
                    <a:pt x="556806" y="431800"/>
                  </a:lnTo>
                  <a:lnTo>
                    <a:pt x="613473" y="406400"/>
                  </a:lnTo>
                  <a:lnTo>
                    <a:pt x="639267" y="393700"/>
                  </a:lnTo>
                  <a:lnTo>
                    <a:pt x="665060" y="381000"/>
                  </a:lnTo>
                  <a:lnTo>
                    <a:pt x="702589" y="368300"/>
                  </a:lnTo>
                  <a:lnTo>
                    <a:pt x="717092" y="355600"/>
                  </a:lnTo>
                  <a:lnTo>
                    <a:pt x="695655" y="368300"/>
                  </a:lnTo>
                  <a:lnTo>
                    <a:pt x="662343" y="368300"/>
                  </a:lnTo>
                  <a:lnTo>
                    <a:pt x="621626" y="381000"/>
                  </a:lnTo>
                  <a:lnTo>
                    <a:pt x="584149" y="391909"/>
                  </a:lnTo>
                  <a:lnTo>
                    <a:pt x="588797" y="381000"/>
                  </a:lnTo>
                  <a:lnTo>
                    <a:pt x="594245" y="368300"/>
                  </a:lnTo>
                  <a:lnTo>
                    <a:pt x="599732" y="368300"/>
                  </a:lnTo>
                  <a:lnTo>
                    <a:pt x="648474" y="342900"/>
                  </a:lnTo>
                  <a:lnTo>
                    <a:pt x="690765" y="330200"/>
                  </a:lnTo>
                  <a:lnTo>
                    <a:pt x="720559" y="317500"/>
                  </a:lnTo>
                  <a:lnTo>
                    <a:pt x="731824" y="304800"/>
                  </a:lnTo>
                  <a:lnTo>
                    <a:pt x="715111" y="317500"/>
                  </a:lnTo>
                  <a:lnTo>
                    <a:pt x="689749" y="317500"/>
                  </a:lnTo>
                  <a:lnTo>
                    <a:pt x="658291" y="330200"/>
                  </a:lnTo>
                  <a:lnTo>
                    <a:pt x="623252" y="342900"/>
                  </a:lnTo>
                  <a:lnTo>
                    <a:pt x="626999" y="330200"/>
                  </a:lnTo>
                  <a:lnTo>
                    <a:pt x="630770" y="330200"/>
                  </a:lnTo>
                  <a:lnTo>
                    <a:pt x="634568" y="317500"/>
                  </a:lnTo>
                  <a:lnTo>
                    <a:pt x="691870" y="304800"/>
                  </a:lnTo>
                  <a:lnTo>
                    <a:pt x="718083" y="292100"/>
                  </a:lnTo>
                  <a:lnTo>
                    <a:pt x="744296" y="279400"/>
                  </a:lnTo>
                  <a:lnTo>
                    <a:pt x="782535" y="266700"/>
                  </a:lnTo>
                  <a:lnTo>
                    <a:pt x="797356" y="254000"/>
                  </a:lnTo>
                  <a:lnTo>
                    <a:pt x="776630" y="254000"/>
                  </a:lnTo>
                  <a:lnTo>
                    <a:pt x="744512" y="266700"/>
                  </a:lnTo>
                  <a:lnTo>
                    <a:pt x="705154" y="279400"/>
                  </a:lnTo>
                  <a:lnTo>
                    <a:pt x="662724" y="292100"/>
                  </a:lnTo>
                  <a:lnTo>
                    <a:pt x="671055" y="279400"/>
                  </a:lnTo>
                  <a:lnTo>
                    <a:pt x="679450" y="279400"/>
                  </a:lnTo>
                  <a:lnTo>
                    <a:pt x="687908" y="266700"/>
                  </a:lnTo>
                  <a:lnTo>
                    <a:pt x="696442" y="254000"/>
                  </a:lnTo>
                  <a:lnTo>
                    <a:pt x="751306" y="241300"/>
                  </a:lnTo>
                  <a:lnTo>
                    <a:pt x="775957" y="228600"/>
                  </a:lnTo>
                  <a:lnTo>
                    <a:pt x="800620" y="215900"/>
                  </a:lnTo>
                  <a:lnTo>
                    <a:pt x="836206" y="203200"/>
                  </a:lnTo>
                  <a:lnTo>
                    <a:pt x="849884" y="190500"/>
                  </a:lnTo>
                  <a:lnTo>
                    <a:pt x="832154" y="190500"/>
                  </a:lnTo>
                  <a:lnTo>
                    <a:pt x="805116" y="203200"/>
                  </a:lnTo>
                  <a:lnTo>
                    <a:pt x="771639" y="215900"/>
                  </a:lnTo>
                  <a:lnTo>
                    <a:pt x="734631" y="215900"/>
                  </a:lnTo>
                  <a:lnTo>
                    <a:pt x="767753" y="190500"/>
                  </a:lnTo>
                  <a:lnTo>
                    <a:pt x="801700" y="165100"/>
                  </a:lnTo>
                  <a:lnTo>
                    <a:pt x="871816" y="139700"/>
                  </a:lnTo>
                  <a:lnTo>
                    <a:pt x="840841" y="114300"/>
                  </a:lnTo>
                  <a:lnTo>
                    <a:pt x="812292" y="114300"/>
                  </a:lnTo>
                  <a:lnTo>
                    <a:pt x="769797" y="127000"/>
                  </a:lnTo>
                  <a:lnTo>
                    <a:pt x="696937" y="165100"/>
                  </a:lnTo>
                  <a:lnTo>
                    <a:pt x="701471" y="152400"/>
                  </a:lnTo>
                  <a:lnTo>
                    <a:pt x="704811" y="139700"/>
                  </a:lnTo>
                  <a:lnTo>
                    <a:pt x="706805" y="139700"/>
                  </a:lnTo>
                  <a:lnTo>
                    <a:pt x="707288" y="127000"/>
                  </a:lnTo>
                  <a:lnTo>
                    <a:pt x="697268" y="139700"/>
                  </a:lnTo>
                  <a:lnTo>
                    <a:pt x="689978" y="152400"/>
                  </a:lnTo>
                  <a:lnTo>
                    <a:pt x="681888" y="152400"/>
                  </a:lnTo>
                  <a:lnTo>
                    <a:pt x="669442" y="177800"/>
                  </a:lnTo>
                  <a:lnTo>
                    <a:pt x="648385" y="177800"/>
                  </a:lnTo>
                  <a:lnTo>
                    <a:pt x="626135" y="190500"/>
                  </a:lnTo>
                  <a:lnTo>
                    <a:pt x="602703" y="215900"/>
                  </a:lnTo>
                  <a:lnTo>
                    <a:pt x="578040" y="228600"/>
                  </a:lnTo>
                  <a:lnTo>
                    <a:pt x="577926" y="215900"/>
                  </a:lnTo>
                  <a:lnTo>
                    <a:pt x="577126" y="203200"/>
                  </a:lnTo>
                  <a:lnTo>
                    <a:pt x="575538" y="190500"/>
                  </a:lnTo>
                  <a:lnTo>
                    <a:pt x="573125" y="190500"/>
                  </a:lnTo>
                  <a:lnTo>
                    <a:pt x="568464" y="203200"/>
                  </a:lnTo>
                  <a:lnTo>
                    <a:pt x="565264" y="215900"/>
                  </a:lnTo>
                  <a:lnTo>
                    <a:pt x="562013" y="228600"/>
                  </a:lnTo>
                  <a:lnTo>
                    <a:pt x="557237" y="241300"/>
                  </a:lnTo>
                  <a:lnTo>
                    <a:pt x="549402" y="254000"/>
                  </a:lnTo>
                  <a:lnTo>
                    <a:pt x="533425" y="254000"/>
                  </a:lnTo>
                  <a:lnTo>
                    <a:pt x="525259" y="266700"/>
                  </a:lnTo>
                  <a:lnTo>
                    <a:pt x="519734" y="266700"/>
                  </a:lnTo>
                  <a:lnTo>
                    <a:pt x="514311" y="279400"/>
                  </a:lnTo>
                  <a:lnTo>
                    <a:pt x="502170" y="279400"/>
                  </a:lnTo>
                  <a:lnTo>
                    <a:pt x="500329" y="266700"/>
                  </a:lnTo>
                  <a:lnTo>
                    <a:pt x="498259" y="266700"/>
                  </a:lnTo>
                  <a:lnTo>
                    <a:pt x="495922" y="254000"/>
                  </a:lnTo>
                  <a:lnTo>
                    <a:pt x="494030" y="266700"/>
                  </a:lnTo>
                  <a:lnTo>
                    <a:pt x="492709" y="279400"/>
                  </a:lnTo>
                  <a:lnTo>
                    <a:pt x="491337" y="279400"/>
                  </a:lnTo>
                  <a:lnTo>
                    <a:pt x="489305" y="292100"/>
                  </a:lnTo>
                  <a:lnTo>
                    <a:pt x="473887" y="317500"/>
                  </a:lnTo>
                  <a:lnTo>
                    <a:pt x="459422" y="330200"/>
                  </a:lnTo>
                  <a:lnTo>
                    <a:pt x="445897" y="342900"/>
                  </a:lnTo>
                  <a:lnTo>
                    <a:pt x="433260" y="368300"/>
                  </a:lnTo>
                  <a:lnTo>
                    <a:pt x="429564" y="342900"/>
                  </a:lnTo>
                  <a:lnTo>
                    <a:pt x="425615" y="330200"/>
                  </a:lnTo>
                  <a:lnTo>
                    <a:pt x="421462" y="317500"/>
                  </a:lnTo>
                  <a:lnTo>
                    <a:pt x="416509" y="317500"/>
                  </a:lnTo>
                  <a:lnTo>
                    <a:pt x="416090" y="330200"/>
                  </a:lnTo>
                  <a:lnTo>
                    <a:pt x="415747" y="342900"/>
                  </a:lnTo>
                  <a:lnTo>
                    <a:pt x="415328" y="355600"/>
                  </a:lnTo>
                  <a:lnTo>
                    <a:pt x="415163" y="355600"/>
                  </a:lnTo>
                  <a:lnTo>
                    <a:pt x="415010" y="368300"/>
                  </a:lnTo>
                  <a:lnTo>
                    <a:pt x="414883" y="393700"/>
                  </a:lnTo>
                  <a:lnTo>
                    <a:pt x="406615" y="406400"/>
                  </a:lnTo>
                  <a:lnTo>
                    <a:pt x="398843" y="419100"/>
                  </a:lnTo>
                  <a:lnTo>
                    <a:pt x="394233" y="427126"/>
                  </a:lnTo>
                  <a:lnTo>
                    <a:pt x="394233" y="723900"/>
                  </a:lnTo>
                  <a:lnTo>
                    <a:pt x="383933" y="723900"/>
                  </a:lnTo>
                  <a:lnTo>
                    <a:pt x="390169" y="711200"/>
                  </a:lnTo>
                  <a:lnTo>
                    <a:pt x="393560" y="711200"/>
                  </a:lnTo>
                  <a:lnTo>
                    <a:pt x="394233" y="723900"/>
                  </a:lnTo>
                  <a:lnTo>
                    <a:pt x="394233" y="427126"/>
                  </a:lnTo>
                  <a:lnTo>
                    <a:pt x="391541" y="431800"/>
                  </a:lnTo>
                  <a:lnTo>
                    <a:pt x="384708" y="444500"/>
                  </a:lnTo>
                  <a:lnTo>
                    <a:pt x="384289" y="444500"/>
                  </a:lnTo>
                  <a:lnTo>
                    <a:pt x="389521" y="431800"/>
                  </a:lnTo>
                  <a:lnTo>
                    <a:pt x="394754" y="419100"/>
                  </a:lnTo>
                  <a:lnTo>
                    <a:pt x="403593" y="393700"/>
                  </a:lnTo>
                  <a:lnTo>
                    <a:pt x="410502" y="368300"/>
                  </a:lnTo>
                  <a:lnTo>
                    <a:pt x="415163" y="355600"/>
                  </a:lnTo>
                  <a:lnTo>
                    <a:pt x="407568" y="355600"/>
                  </a:lnTo>
                  <a:lnTo>
                    <a:pt x="398487" y="368300"/>
                  </a:lnTo>
                  <a:lnTo>
                    <a:pt x="388442" y="381000"/>
                  </a:lnTo>
                  <a:lnTo>
                    <a:pt x="377850" y="406400"/>
                  </a:lnTo>
                  <a:lnTo>
                    <a:pt x="374929" y="393700"/>
                  </a:lnTo>
                  <a:lnTo>
                    <a:pt x="371843" y="381000"/>
                  </a:lnTo>
                  <a:lnTo>
                    <a:pt x="368604" y="368300"/>
                  </a:lnTo>
                  <a:lnTo>
                    <a:pt x="365264" y="355600"/>
                  </a:lnTo>
                  <a:lnTo>
                    <a:pt x="366293" y="342900"/>
                  </a:lnTo>
                  <a:lnTo>
                    <a:pt x="367131" y="330200"/>
                  </a:lnTo>
                  <a:lnTo>
                    <a:pt x="367779" y="304800"/>
                  </a:lnTo>
                  <a:lnTo>
                    <a:pt x="368211" y="292100"/>
                  </a:lnTo>
                  <a:lnTo>
                    <a:pt x="378180" y="266700"/>
                  </a:lnTo>
                  <a:lnTo>
                    <a:pt x="382003" y="254000"/>
                  </a:lnTo>
                  <a:lnTo>
                    <a:pt x="385813" y="241300"/>
                  </a:lnTo>
                  <a:lnTo>
                    <a:pt x="390690" y="228600"/>
                  </a:lnTo>
                  <a:lnTo>
                    <a:pt x="392417" y="215900"/>
                  </a:lnTo>
                  <a:lnTo>
                    <a:pt x="387426" y="228600"/>
                  </a:lnTo>
                  <a:lnTo>
                    <a:pt x="381647" y="228600"/>
                  </a:lnTo>
                  <a:lnTo>
                    <a:pt x="375221" y="241300"/>
                  </a:lnTo>
                  <a:lnTo>
                    <a:pt x="368287" y="254000"/>
                  </a:lnTo>
                  <a:lnTo>
                    <a:pt x="367855" y="228600"/>
                  </a:lnTo>
                  <a:lnTo>
                    <a:pt x="367144" y="215900"/>
                  </a:lnTo>
                  <a:lnTo>
                    <a:pt x="366141" y="203200"/>
                  </a:lnTo>
                  <a:lnTo>
                    <a:pt x="364820" y="190500"/>
                  </a:lnTo>
                  <a:lnTo>
                    <a:pt x="372402" y="165100"/>
                  </a:lnTo>
                  <a:lnTo>
                    <a:pt x="378142" y="152400"/>
                  </a:lnTo>
                  <a:lnTo>
                    <a:pt x="381774" y="139700"/>
                  </a:lnTo>
                  <a:lnTo>
                    <a:pt x="372922" y="139700"/>
                  </a:lnTo>
                  <a:lnTo>
                    <a:pt x="366915" y="152400"/>
                  </a:lnTo>
                  <a:lnTo>
                    <a:pt x="363283" y="159512"/>
                  </a:lnTo>
                  <a:lnTo>
                    <a:pt x="363283" y="495300"/>
                  </a:lnTo>
                  <a:lnTo>
                    <a:pt x="358355" y="520700"/>
                  </a:lnTo>
                  <a:lnTo>
                    <a:pt x="353809" y="533400"/>
                  </a:lnTo>
                  <a:lnTo>
                    <a:pt x="349656" y="546100"/>
                  </a:lnTo>
                  <a:lnTo>
                    <a:pt x="345846" y="558800"/>
                  </a:lnTo>
                  <a:lnTo>
                    <a:pt x="348881" y="533400"/>
                  </a:lnTo>
                  <a:lnTo>
                    <a:pt x="350354" y="520700"/>
                  </a:lnTo>
                  <a:lnTo>
                    <a:pt x="351802" y="508000"/>
                  </a:lnTo>
                  <a:lnTo>
                    <a:pt x="355333" y="508000"/>
                  </a:lnTo>
                  <a:lnTo>
                    <a:pt x="358800" y="495300"/>
                  </a:lnTo>
                  <a:lnTo>
                    <a:pt x="363283" y="495300"/>
                  </a:lnTo>
                  <a:lnTo>
                    <a:pt x="363283" y="159512"/>
                  </a:lnTo>
                  <a:lnTo>
                    <a:pt x="360426" y="165100"/>
                  </a:lnTo>
                  <a:lnTo>
                    <a:pt x="358622" y="152400"/>
                  </a:lnTo>
                  <a:lnTo>
                    <a:pt x="356603" y="152400"/>
                  </a:lnTo>
                  <a:lnTo>
                    <a:pt x="354380" y="139700"/>
                  </a:lnTo>
                  <a:lnTo>
                    <a:pt x="351942" y="139700"/>
                  </a:lnTo>
                  <a:lnTo>
                    <a:pt x="348348" y="127000"/>
                  </a:lnTo>
                  <a:lnTo>
                    <a:pt x="346608" y="127000"/>
                  </a:lnTo>
                  <a:lnTo>
                    <a:pt x="356793" y="101600"/>
                  </a:lnTo>
                  <a:lnTo>
                    <a:pt x="364705" y="76200"/>
                  </a:lnTo>
                  <a:lnTo>
                    <a:pt x="369849" y="63500"/>
                  </a:lnTo>
                  <a:lnTo>
                    <a:pt x="371665" y="50800"/>
                  </a:lnTo>
                  <a:lnTo>
                    <a:pt x="364756" y="63500"/>
                  </a:lnTo>
                  <a:lnTo>
                    <a:pt x="356298" y="63500"/>
                  </a:lnTo>
                  <a:lnTo>
                    <a:pt x="346824" y="88900"/>
                  </a:lnTo>
                  <a:lnTo>
                    <a:pt x="336867" y="101600"/>
                  </a:lnTo>
                  <a:lnTo>
                    <a:pt x="309435" y="50800"/>
                  </a:lnTo>
                  <a:lnTo>
                    <a:pt x="291109" y="12700"/>
                  </a:lnTo>
                  <a:lnTo>
                    <a:pt x="280860" y="0"/>
                  </a:lnTo>
                  <a:lnTo>
                    <a:pt x="277672" y="0"/>
                  </a:lnTo>
                  <a:lnTo>
                    <a:pt x="265696" y="7950"/>
                  </a:lnTo>
                  <a:lnTo>
                    <a:pt x="265696" y="1003300"/>
                  </a:lnTo>
                  <a:lnTo>
                    <a:pt x="262686" y="965200"/>
                  </a:lnTo>
                  <a:lnTo>
                    <a:pt x="260045" y="914400"/>
                  </a:lnTo>
                  <a:lnTo>
                    <a:pt x="257962" y="876300"/>
                  </a:lnTo>
                  <a:lnTo>
                    <a:pt x="256679" y="838200"/>
                  </a:lnTo>
                  <a:lnTo>
                    <a:pt x="259842" y="825500"/>
                  </a:lnTo>
                  <a:lnTo>
                    <a:pt x="260743" y="825500"/>
                  </a:lnTo>
                  <a:lnTo>
                    <a:pt x="262763" y="863600"/>
                  </a:lnTo>
                  <a:lnTo>
                    <a:pt x="264350" y="914400"/>
                  </a:lnTo>
                  <a:lnTo>
                    <a:pt x="265366" y="952500"/>
                  </a:lnTo>
                  <a:lnTo>
                    <a:pt x="265696" y="1003300"/>
                  </a:lnTo>
                  <a:lnTo>
                    <a:pt x="265696" y="7950"/>
                  </a:lnTo>
                  <a:lnTo>
                    <a:pt x="239395" y="25400"/>
                  </a:lnTo>
                  <a:lnTo>
                    <a:pt x="236715" y="31686"/>
                  </a:lnTo>
                  <a:lnTo>
                    <a:pt x="236715" y="406400"/>
                  </a:lnTo>
                  <a:lnTo>
                    <a:pt x="233692" y="393700"/>
                  </a:lnTo>
                  <a:lnTo>
                    <a:pt x="230543" y="393700"/>
                  </a:lnTo>
                  <a:lnTo>
                    <a:pt x="227279" y="381000"/>
                  </a:lnTo>
                  <a:lnTo>
                    <a:pt x="223901" y="381000"/>
                  </a:lnTo>
                  <a:lnTo>
                    <a:pt x="225044" y="368300"/>
                  </a:lnTo>
                  <a:lnTo>
                    <a:pt x="226021" y="355600"/>
                  </a:lnTo>
                  <a:lnTo>
                    <a:pt x="226834" y="342900"/>
                  </a:lnTo>
                  <a:lnTo>
                    <a:pt x="227495" y="330200"/>
                  </a:lnTo>
                  <a:lnTo>
                    <a:pt x="229641" y="355600"/>
                  </a:lnTo>
                  <a:lnTo>
                    <a:pt x="231902" y="368300"/>
                  </a:lnTo>
                  <a:lnTo>
                    <a:pt x="234264" y="381000"/>
                  </a:lnTo>
                  <a:lnTo>
                    <a:pt x="236715" y="406400"/>
                  </a:lnTo>
                  <a:lnTo>
                    <a:pt x="236715" y="31686"/>
                  </a:lnTo>
                  <a:lnTo>
                    <a:pt x="233972" y="38100"/>
                  </a:lnTo>
                  <a:lnTo>
                    <a:pt x="229527" y="38100"/>
                  </a:lnTo>
                  <a:lnTo>
                    <a:pt x="225971" y="50800"/>
                  </a:lnTo>
                  <a:lnTo>
                    <a:pt x="221449" y="38100"/>
                  </a:lnTo>
                  <a:lnTo>
                    <a:pt x="216065" y="38100"/>
                  </a:lnTo>
                  <a:lnTo>
                    <a:pt x="217487" y="50800"/>
                  </a:lnTo>
                  <a:lnTo>
                    <a:pt x="219290" y="50800"/>
                  </a:lnTo>
                  <a:lnTo>
                    <a:pt x="222224" y="63500"/>
                  </a:lnTo>
                  <a:lnTo>
                    <a:pt x="218376" y="76200"/>
                  </a:lnTo>
                  <a:lnTo>
                    <a:pt x="215798" y="101600"/>
                  </a:lnTo>
                  <a:lnTo>
                    <a:pt x="214439" y="127000"/>
                  </a:lnTo>
                  <a:lnTo>
                    <a:pt x="214172" y="152400"/>
                  </a:lnTo>
                  <a:lnTo>
                    <a:pt x="208432" y="152400"/>
                  </a:lnTo>
                  <a:lnTo>
                    <a:pt x="203098" y="139700"/>
                  </a:lnTo>
                  <a:lnTo>
                    <a:pt x="198285" y="139700"/>
                  </a:lnTo>
                  <a:lnTo>
                    <a:pt x="194056" y="127000"/>
                  </a:lnTo>
                  <a:lnTo>
                    <a:pt x="199047" y="152400"/>
                  </a:lnTo>
                  <a:lnTo>
                    <a:pt x="202920" y="165100"/>
                  </a:lnTo>
                  <a:lnTo>
                    <a:pt x="207695" y="177800"/>
                  </a:lnTo>
                  <a:lnTo>
                    <a:pt x="215353" y="190500"/>
                  </a:lnTo>
                  <a:lnTo>
                    <a:pt x="216306" y="215900"/>
                  </a:lnTo>
                  <a:lnTo>
                    <a:pt x="217525" y="228600"/>
                  </a:lnTo>
                  <a:lnTo>
                    <a:pt x="218973" y="254000"/>
                  </a:lnTo>
                  <a:lnTo>
                    <a:pt x="220649" y="266700"/>
                  </a:lnTo>
                  <a:lnTo>
                    <a:pt x="213118" y="254000"/>
                  </a:lnTo>
                  <a:lnTo>
                    <a:pt x="206146" y="254000"/>
                  </a:lnTo>
                  <a:lnTo>
                    <a:pt x="199898" y="241300"/>
                  </a:lnTo>
                  <a:lnTo>
                    <a:pt x="194538" y="241300"/>
                  </a:lnTo>
                  <a:lnTo>
                    <a:pt x="200812" y="254000"/>
                  </a:lnTo>
                  <a:lnTo>
                    <a:pt x="205651" y="266700"/>
                  </a:lnTo>
                  <a:lnTo>
                    <a:pt x="211493" y="292100"/>
                  </a:lnTo>
                  <a:lnTo>
                    <a:pt x="220802" y="317500"/>
                  </a:lnTo>
                  <a:lnTo>
                    <a:pt x="217703" y="317500"/>
                  </a:lnTo>
                  <a:lnTo>
                    <a:pt x="211442" y="342900"/>
                  </a:lnTo>
                  <a:lnTo>
                    <a:pt x="208330" y="342900"/>
                  </a:lnTo>
                  <a:lnTo>
                    <a:pt x="197421" y="330200"/>
                  </a:lnTo>
                  <a:lnTo>
                    <a:pt x="185572" y="304800"/>
                  </a:lnTo>
                  <a:lnTo>
                    <a:pt x="172758" y="292100"/>
                  </a:lnTo>
                  <a:lnTo>
                    <a:pt x="158927" y="279400"/>
                  </a:lnTo>
                  <a:lnTo>
                    <a:pt x="158496" y="266700"/>
                  </a:lnTo>
                  <a:lnTo>
                    <a:pt x="158064" y="254000"/>
                  </a:lnTo>
                  <a:lnTo>
                    <a:pt x="157200" y="241300"/>
                  </a:lnTo>
                  <a:lnTo>
                    <a:pt x="150888" y="241300"/>
                  </a:lnTo>
                  <a:lnTo>
                    <a:pt x="148310" y="254000"/>
                  </a:lnTo>
                  <a:lnTo>
                    <a:pt x="145846" y="266700"/>
                  </a:lnTo>
                  <a:lnTo>
                    <a:pt x="141084" y="254000"/>
                  </a:lnTo>
                  <a:lnTo>
                    <a:pt x="136220" y="254000"/>
                  </a:lnTo>
                  <a:lnTo>
                    <a:pt x="131267" y="241300"/>
                  </a:lnTo>
                  <a:lnTo>
                    <a:pt x="118681" y="241300"/>
                  </a:lnTo>
                  <a:lnTo>
                    <a:pt x="111252" y="228600"/>
                  </a:lnTo>
                  <a:lnTo>
                    <a:pt x="103936" y="215900"/>
                  </a:lnTo>
                  <a:lnTo>
                    <a:pt x="96697" y="215900"/>
                  </a:lnTo>
                  <a:lnTo>
                    <a:pt x="94894" y="203200"/>
                  </a:lnTo>
                  <a:lnTo>
                    <a:pt x="93091" y="190500"/>
                  </a:lnTo>
                  <a:lnTo>
                    <a:pt x="89827" y="177800"/>
                  </a:lnTo>
                  <a:lnTo>
                    <a:pt x="89090" y="173850"/>
                  </a:lnTo>
                  <a:lnTo>
                    <a:pt x="89090" y="419100"/>
                  </a:lnTo>
                  <a:lnTo>
                    <a:pt x="71920" y="419100"/>
                  </a:lnTo>
                  <a:lnTo>
                    <a:pt x="61963" y="406400"/>
                  </a:lnTo>
                  <a:lnTo>
                    <a:pt x="52260" y="406400"/>
                  </a:lnTo>
                  <a:lnTo>
                    <a:pt x="48094" y="393700"/>
                  </a:lnTo>
                  <a:lnTo>
                    <a:pt x="44399" y="393700"/>
                  </a:lnTo>
                  <a:lnTo>
                    <a:pt x="41325" y="381000"/>
                  </a:lnTo>
                  <a:lnTo>
                    <a:pt x="49060" y="381000"/>
                  </a:lnTo>
                  <a:lnTo>
                    <a:pt x="59105" y="393700"/>
                  </a:lnTo>
                  <a:lnTo>
                    <a:pt x="79133" y="393700"/>
                  </a:lnTo>
                  <a:lnTo>
                    <a:pt x="82486" y="406400"/>
                  </a:lnTo>
                  <a:lnTo>
                    <a:pt x="85801" y="406400"/>
                  </a:lnTo>
                  <a:lnTo>
                    <a:pt x="89090" y="419100"/>
                  </a:lnTo>
                  <a:lnTo>
                    <a:pt x="89090" y="173850"/>
                  </a:lnTo>
                  <a:lnTo>
                    <a:pt x="87464" y="165100"/>
                  </a:lnTo>
                  <a:lnTo>
                    <a:pt x="86563" y="152400"/>
                  </a:lnTo>
                  <a:lnTo>
                    <a:pt x="83515" y="165100"/>
                  </a:lnTo>
                  <a:lnTo>
                    <a:pt x="80987" y="177800"/>
                  </a:lnTo>
                  <a:lnTo>
                    <a:pt x="78955" y="190500"/>
                  </a:lnTo>
                  <a:lnTo>
                    <a:pt x="77431" y="203200"/>
                  </a:lnTo>
                  <a:lnTo>
                    <a:pt x="54508" y="177800"/>
                  </a:lnTo>
                  <a:lnTo>
                    <a:pt x="32626" y="165100"/>
                  </a:lnTo>
                  <a:lnTo>
                    <a:pt x="11760" y="152400"/>
                  </a:lnTo>
                  <a:lnTo>
                    <a:pt x="0" y="139700"/>
                  </a:lnTo>
                  <a:lnTo>
                    <a:pt x="0" y="279400"/>
                  </a:lnTo>
                  <a:lnTo>
                    <a:pt x="11747" y="292100"/>
                  </a:lnTo>
                  <a:lnTo>
                    <a:pt x="18389" y="292100"/>
                  </a:lnTo>
                  <a:lnTo>
                    <a:pt x="21678" y="304800"/>
                  </a:lnTo>
                  <a:lnTo>
                    <a:pt x="0" y="292100"/>
                  </a:lnTo>
                  <a:lnTo>
                    <a:pt x="0" y="317500"/>
                  </a:lnTo>
                  <a:lnTo>
                    <a:pt x="4292" y="317500"/>
                  </a:lnTo>
                  <a:lnTo>
                    <a:pt x="42176" y="330200"/>
                  </a:lnTo>
                  <a:lnTo>
                    <a:pt x="46939" y="342900"/>
                  </a:lnTo>
                  <a:lnTo>
                    <a:pt x="51650" y="355600"/>
                  </a:lnTo>
                  <a:lnTo>
                    <a:pt x="56324" y="355600"/>
                  </a:lnTo>
                  <a:lnTo>
                    <a:pt x="60947" y="368300"/>
                  </a:lnTo>
                  <a:lnTo>
                    <a:pt x="18935" y="342900"/>
                  </a:lnTo>
                  <a:lnTo>
                    <a:pt x="0" y="342900"/>
                  </a:lnTo>
                  <a:lnTo>
                    <a:pt x="0" y="355600"/>
                  </a:lnTo>
                  <a:lnTo>
                    <a:pt x="2501" y="355600"/>
                  </a:lnTo>
                  <a:lnTo>
                    <a:pt x="36969" y="381000"/>
                  </a:lnTo>
                  <a:lnTo>
                    <a:pt x="36156" y="381000"/>
                  </a:lnTo>
                  <a:lnTo>
                    <a:pt x="36906" y="393700"/>
                  </a:lnTo>
                  <a:lnTo>
                    <a:pt x="7569" y="393700"/>
                  </a:lnTo>
                  <a:lnTo>
                    <a:pt x="0" y="381000"/>
                  </a:lnTo>
                  <a:lnTo>
                    <a:pt x="0" y="469900"/>
                  </a:lnTo>
                  <a:lnTo>
                    <a:pt x="14020" y="469900"/>
                  </a:lnTo>
                  <a:lnTo>
                    <a:pt x="17132" y="482600"/>
                  </a:lnTo>
                  <a:lnTo>
                    <a:pt x="0" y="482600"/>
                  </a:lnTo>
                  <a:lnTo>
                    <a:pt x="0" y="495300"/>
                  </a:lnTo>
                  <a:lnTo>
                    <a:pt x="42735" y="495300"/>
                  </a:lnTo>
                  <a:lnTo>
                    <a:pt x="48856" y="508000"/>
                  </a:lnTo>
                  <a:lnTo>
                    <a:pt x="54889" y="508000"/>
                  </a:lnTo>
                  <a:lnTo>
                    <a:pt x="60883" y="520700"/>
                  </a:lnTo>
                  <a:lnTo>
                    <a:pt x="50482" y="520700"/>
                  </a:lnTo>
                  <a:lnTo>
                    <a:pt x="40093" y="508000"/>
                  </a:lnTo>
                  <a:lnTo>
                    <a:pt x="0" y="508000"/>
                  </a:lnTo>
                  <a:lnTo>
                    <a:pt x="0" y="596900"/>
                  </a:lnTo>
                  <a:lnTo>
                    <a:pt x="35115" y="596900"/>
                  </a:lnTo>
                  <a:lnTo>
                    <a:pt x="13893" y="609600"/>
                  </a:lnTo>
                  <a:lnTo>
                    <a:pt x="87160" y="609600"/>
                  </a:lnTo>
                  <a:lnTo>
                    <a:pt x="68389" y="622300"/>
                  </a:lnTo>
                  <a:lnTo>
                    <a:pt x="101968" y="622300"/>
                  </a:lnTo>
                  <a:lnTo>
                    <a:pt x="133794" y="635000"/>
                  </a:lnTo>
                  <a:lnTo>
                    <a:pt x="163677" y="660400"/>
                  </a:lnTo>
                  <a:lnTo>
                    <a:pt x="191160" y="673100"/>
                  </a:lnTo>
                  <a:lnTo>
                    <a:pt x="215773" y="698500"/>
                  </a:lnTo>
                  <a:lnTo>
                    <a:pt x="218732" y="698500"/>
                  </a:lnTo>
                  <a:lnTo>
                    <a:pt x="224269" y="723900"/>
                  </a:lnTo>
                  <a:lnTo>
                    <a:pt x="187337" y="762000"/>
                  </a:lnTo>
                  <a:lnTo>
                    <a:pt x="158343" y="800100"/>
                  </a:lnTo>
                  <a:lnTo>
                    <a:pt x="137629" y="850900"/>
                  </a:lnTo>
                  <a:lnTo>
                    <a:pt x="125564" y="889000"/>
                  </a:lnTo>
                  <a:lnTo>
                    <a:pt x="122478" y="927100"/>
                  </a:lnTo>
                  <a:lnTo>
                    <a:pt x="128752" y="965200"/>
                  </a:lnTo>
                  <a:lnTo>
                    <a:pt x="144729" y="1003300"/>
                  </a:lnTo>
                  <a:lnTo>
                    <a:pt x="167157" y="927100"/>
                  </a:lnTo>
                  <a:lnTo>
                    <a:pt x="182321" y="889000"/>
                  </a:lnTo>
                  <a:lnTo>
                    <a:pt x="197167" y="850900"/>
                  </a:lnTo>
                  <a:lnTo>
                    <a:pt x="218630" y="800100"/>
                  </a:lnTo>
                  <a:lnTo>
                    <a:pt x="208330" y="863600"/>
                  </a:lnTo>
                  <a:lnTo>
                    <a:pt x="203187" y="914400"/>
                  </a:lnTo>
                  <a:lnTo>
                    <a:pt x="203428" y="965200"/>
                  </a:lnTo>
                  <a:lnTo>
                    <a:pt x="209257" y="1016000"/>
                  </a:lnTo>
                  <a:lnTo>
                    <a:pt x="220903" y="1066800"/>
                  </a:lnTo>
                  <a:lnTo>
                    <a:pt x="238582" y="1104900"/>
                  </a:lnTo>
                  <a:lnTo>
                    <a:pt x="262496" y="1143000"/>
                  </a:lnTo>
                  <a:lnTo>
                    <a:pt x="260972" y="1181100"/>
                  </a:lnTo>
                  <a:lnTo>
                    <a:pt x="258914" y="1219200"/>
                  </a:lnTo>
                  <a:lnTo>
                    <a:pt x="256070" y="1270000"/>
                  </a:lnTo>
                  <a:lnTo>
                    <a:pt x="252196" y="1320342"/>
                  </a:lnTo>
                  <a:lnTo>
                    <a:pt x="0" y="1320342"/>
                  </a:lnTo>
                  <a:lnTo>
                    <a:pt x="0" y="1406702"/>
                  </a:lnTo>
                  <a:lnTo>
                    <a:pt x="0" y="1447342"/>
                  </a:lnTo>
                  <a:lnTo>
                    <a:pt x="242163" y="1447342"/>
                  </a:lnTo>
                  <a:lnTo>
                    <a:pt x="242138" y="1447800"/>
                  </a:lnTo>
                  <a:lnTo>
                    <a:pt x="344297" y="1447800"/>
                  </a:lnTo>
                  <a:lnTo>
                    <a:pt x="344297" y="1447342"/>
                  </a:lnTo>
                  <a:lnTo>
                    <a:pt x="3413163" y="1447342"/>
                  </a:lnTo>
                  <a:lnTo>
                    <a:pt x="3413163" y="1406702"/>
                  </a:lnTo>
                  <a:lnTo>
                    <a:pt x="3413163" y="1380032"/>
                  </a:lnTo>
                  <a:lnTo>
                    <a:pt x="3413163" y="441502"/>
                  </a:lnTo>
                  <a:close/>
                </a:path>
              </a:pathLst>
            </a:custGeom>
            <a:solidFill>
              <a:srgbClr val="96C8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4" name="object 19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971650" y="6131780"/>
              <a:ext cx="90702" cy="202214"/>
            </a:xfrm>
            <a:prstGeom prst="rect">
              <a:avLst/>
            </a:prstGeom>
          </p:spPr>
        </p:pic>
        <p:sp>
          <p:nvSpPr>
            <p:cNvPr id="195" name="object 195" descr=""/>
            <p:cNvSpPr/>
            <p:nvPr/>
          </p:nvSpPr>
          <p:spPr>
            <a:xfrm>
              <a:off x="15565006" y="5928124"/>
              <a:ext cx="902335" cy="406400"/>
            </a:xfrm>
            <a:custGeom>
              <a:avLst/>
              <a:gdLst/>
              <a:ahLst/>
              <a:cxnLst/>
              <a:rect l="l" t="t" r="r" b="b"/>
              <a:pathLst>
                <a:path w="902334" h="406400">
                  <a:moveTo>
                    <a:pt x="901814" y="405879"/>
                  </a:moveTo>
                  <a:lnTo>
                    <a:pt x="900595" y="394106"/>
                  </a:lnTo>
                  <a:lnTo>
                    <a:pt x="887628" y="269595"/>
                  </a:lnTo>
                  <a:lnTo>
                    <a:pt x="887006" y="266966"/>
                  </a:lnTo>
                  <a:lnTo>
                    <a:pt x="872058" y="203542"/>
                  </a:lnTo>
                  <a:lnTo>
                    <a:pt x="844423" y="152044"/>
                  </a:lnTo>
                  <a:lnTo>
                    <a:pt x="810158" y="113474"/>
                  </a:lnTo>
                  <a:lnTo>
                    <a:pt x="774738" y="86156"/>
                  </a:lnTo>
                  <a:lnTo>
                    <a:pt x="722299" y="58750"/>
                  </a:lnTo>
                  <a:lnTo>
                    <a:pt x="707758" y="51650"/>
                  </a:lnTo>
                  <a:lnTo>
                    <a:pt x="715657" y="49161"/>
                  </a:lnTo>
                  <a:lnTo>
                    <a:pt x="757504" y="51168"/>
                  </a:lnTo>
                  <a:lnTo>
                    <a:pt x="844765" y="57556"/>
                  </a:lnTo>
                  <a:lnTo>
                    <a:pt x="842797" y="56908"/>
                  </a:lnTo>
                  <a:lnTo>
                    <a:pt x="817816" y="49161"/>
                  </a:lnTo>
                  <a:lnTo>
                    <a:pt x="719836" y="19227"/>
                  </a:lnTo>
                  <a:lnTo>
                    <a:pt x="645248" y="0"/>
                  </a:lnTo>
                  <a:lnTo>
                    <a:pt x="591273" y="7886"/>
                  </a:lnTo>
                  <a:lnTo>
                    <a:pt x="531723" y="55727"/>
                  </a:lnTo>
                  <a:lnTo>
                    <a:pt x="467067" y="127000"/>
                  </a:lnTo>
                  <a:lnTo>
                    <a:pt x="363728" y="57607"/>
                  </a:lnTo>
                  <a:lnTo>
                    <a:pt x="275310" y="25476"/>
                  </a:lnTo>
                  <a:lnTo>
                    <a:pt x="205587" y="57607"/>
                  </a:lnTo>
                  <a:lnTo>
                    <a:pt x="118059" y="154012"/>
                  </a:lnTo>
                  <a:lnTo>
                    <a:pt x="49441" y="249529"/>
                  </a:lnTo>
                  <a:lnTo>
                    <a:pt x="39674" y="292544"/>
                  </a:lnTo>
                  <a:lnTo>
                    <a:pt x="57048" y="303441"/>
                  </a:lnTo>
                  <a:lnTo>
                    <a:pt x="69888" y="302539"/>
                  </a:lnTo>
                  <a:lnTo>
                    <a:pt x="29070" y="346011"/>
                  </a:lnTo>
                  <a:lnTo>
                    <a:pt x="8115" y="373202"/>
                  </a:lnTo>
                  <a:lnTo>
                    <a:pt x="393" y="395528"/>
                  </a:lnTo>
                  <a:lnTo>
                    <a:pt x="0" y="405879"/>
                  </a:lnTo>
                  <a:lnTo>
                    <a:pt x="128460" y="405879"/>
                  </a:lnTo>
                  <a:lnTo>
                    <a:pt x="164617" y="405879"/>
                  </a:lnTo>
                  <a:lnTo>
                    <a:pt x="202425" y="405879"/>
                  </a:lnTo>
                  <a:lnTo>
                    <a:pt x="270027" y="405879"/>
                  </a:lnTo>
                  <a:lnTo>
                    <a:pt x="384378" y="405879"/>
                  </a:lnTo>
                  <a:lnTo>
                    <a:pt x="395871" y="353720"/>
                  </a:lnTo>
                  <a:lnTo>
                    <a:pt x="410984" y="302844"/>
                  </a:lnTo>
                  <a:lnTo>
                    <a:pt x="430606" y="256400"/>
                  </a:lnTo>
                  <a:lnTo>
                    <a:pt x="455612" y="217843"/>
                  </a:lnTo>
                  <a:lnTo>
                    <a:pt x="466064" y="208737"/>
                  </a:lnTo>
                  <a:lnTo>
                    <a:pt x="493941" y="234251"/>
                  </a:lnTo>
                  <a:lnTo>
                    <a:pt x="564184" y="261137"/>
                  </a:lnTo>
                  <a:lnTo>
                    <a:pt x="695286" y="297662"/>
                  </a:lnTo>
                  <a:lnTo>
                    <a:pt x="699503" y="285711"/>
                  </a:lnTo>
                  <a:lnTo>
                    <a:pt x="711136" y="266966"/>
                  </a:lnTo>
                  <a:lnTo>
                    <a:pt x="728611" y="267055"/>
                  </a:lnTo>
                  <a:lnTo>
                    <a:pt x="750392" y="311645"/>
                  </a:lnTo>
                  <a:lnTo>
                    <a:pt x="769061" y="370090"/>
                  </a:lnTo>
                  <a:lnTo>
                    <a:pt x="782713" y="402234"/>
                  </a:lnTo>
                  <a:lnTo>
                    <a:pt x="785952" y="405879"/>
                  </a:lnTo>
                  <a:lnTo>
                    <a:pt x="818908" y="405879"/>
                  </a:lnTo>
                  <a:lnTo>
                    <a:pt x="817689" y="394106"/>
                  </a:lnTo>
                  <a:lnTo>
                    <a:pt x="834275" y="405879"/>
                  </a:lnTo>
                  <a:lnTo>
                    <a:pt x="901814" y="405879"/>
                  </a:lnTo>
                  <a:close/>
                </a:path>
              </a:pathLst>
            </a:custGeom>
            <a:solidFill>
              <a:srgbClr val="8FD7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993968" y="6090147"/>
              <a:ext cx="225637" cy="243848"/>
            </a:xfrm>
            <a:prstGeom prst="rect">
              <a:avLst/>
            </a:prstGeom>
          </p:spPr>
        </p:pic>
        <p:sp>
          <p:nvSpPr>
            <p:cNvPr id="197" name="object 197" descr=""/>
            <p:cNvSpPr/>
            <p:nvPr/>
          </p:nvSpPr>
          <p:spPr>
            <a:xfrm>
              <a:off x="15529725" y="6311766"/>
              <a:ext cx="1656714" cy="22860"/>
            </a:xfrm>
            <a:custGeom>
              <a:avLst/>
              <a:gdLst/>
              <a:ahLst/>
              <a:cxnLst/>
              <a:rect l="l" t="t" r="r" b="b"/>
              <a:pathLst>
                <a:path w="1656715" h="22860">
                  <a:moveTo>
                    <a:pt x="79273" y="22237"/>
                  </a:moveTo>
                  <a:lnTo>
                    <a:pt x="74688" y="19431"/>
                  </a:lnTo>
                  <a:lnTo>
                    <a:pt x="13258" y="12179"/>
                  </a:lnTo>
                  <a:lnTo>
                    <a:pt x="0" y="22237"/>
                  </a:lnTo>
                  <a:lnTo>
                    <a:pt x="79273" y="22237"/>
                  </a:lnTo>
                  <a:close/>
                </a:path>
                <a:path w="1656715" h="22860">
                  <a:moveTo>
                    <a:pt x="1656372" y="22237"/>
                  </a:moveTo>
                  <a:lnTo>
                    <a:pt x="1627047" y="0"/>
                  </a:lnTo>
                  <a:lnTo>
                    <a:pt x="1565617" y="7251"/>
                  </a:lnTo>
                  <a:lnTo>
                    <a:pt x="1541157" y="22237"/>
                  </a:lnTo>
                  <a:lnTo>
                    <a:pt x="1656372" y="22237"/>
                  </a:lnTo>
                  <a:close/>
                </a:path>
              </a:pathLst>
            </a:custGeom>
            <a:solidFill>
              <a:srgbClr val="8FD7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8" name="object 198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6411749" y="6180049"/>
              <a:ext cx="84516" cy="153946"/>
            </a:xfrm>
            <a:prstGeom prst="rect">
              <a:avLst/>
            </a:prstGeom>
          </p:spPr>
        </p:pic>
        <p:sp>
          <p:nvSpPr>
            <p:cNvPr id="199" name="object 199" descr=""/>
            <p:cNvSpPr/>
            <p:nvPr/>
          </p:nvSpPr>
          <p:spPr>
            <a:xfrm>
              <a:off x="15992297" y="5976816"/>
              <a:ext cx="881380" cy="357505"/>
            </a:xfrm>
            <a:custGeom>
              <a:avLst/>
              <a:gdLst/>
              <a:ahLst/>
              <a:cxnLst/>
              <a:rect l="l" t="t" r="r" b="b"/>
              <a:pathLst>
                <a:path w="881380" h="357504">
                  <a:moveTo>
                    <a:pt x="880859" y="357187"/>
                  </a:moveTo>
                  <a:lnTo>
                    <a:pt x="871728" y="269595"/>
                  </a:lnTo>
                  <a:lnTo>
                    <a:pt x="856170" y="203542"/>
                  </a:lnTo>
                  <a:lnTo>
                    <a:pt x="828535" y="152044"/>
                  </a:lnTo>
                  <a:lnTo>
                    <a:pt x="794270" y="113474"/>
                  </a:lnTo>
                  <a:lnTo>
                    <a:pt x="758850" y="86156"/>
                  </a:lnTo>
                  <a:lnTo>
                    <a:pt x="706412" y="58750"/>
                  </a:lnTo>
                  <a:lnTo>
                    <a:pt x="691870" y="51650"/>
                  </a:lnTo>
                  <a:lnTo>
                    <a:pt x="699770" y="49161"/>
                  </a:lnTo>
                  <a:lnTo>
                    <a:pt x="741616" y="51168"/>
                  </a:lnTo>
                  <a:lnTo>
                    <a:pt x="828878" y="57556"/>
                  </a:lnTo>
                  <a:lnTo>
                    <a:pt x="826909" y="56908"/>
                  </a:lnTo>
                  <a:lnTo>
                    <a:pt x="801928" y="49161"/>
                  </a:lnTo>
                  <a:lnTo>
                    <a:pt x="703948" y="19227"/>
                  </a:lnTo>
                  <a:lnTo>
                    <a:pt x="629361" y="0"/>
                  </a:lnTo>
                  <a:lnTo>
                    <a:pt x="575386" y="7886"/>
                  </a:lnTo>
                  <a:lnTo>
                    <a:pt x="515835" y="55740"/>
                  </a:lnTo>
                  <a:lnTo>
                    <a:pt x="451180" y="127012"/>
                  </a:lnTo>
                  <a:lnTo>
                    <a:pt x="347840" y="57607"/>
                  </a:lnTo>
                  <a:lnTo>
                    <a:pt x="259422" y="25476"/>
                  </a:lnTo>
                  <a:lnTo>
                    <a:pt x="189699" y="57607"/>
                  </a:lnTo>
                  <a:lnTo>
                    <a:pt x="102171" y="154012"/>
                  </a:lnTo>
                  <a:lnTo>
                    <a:pt x="33134" y="249529"/>
                  </a:lnTo>
                  <a:lnTo>
                    <a:pt x="22440" y="292557"/>
                  </a:lnTo>
                  <a:lnTo>
                    <a:pt x="38900" y="303441"/>
                  </a:lnTo>
                  <a:lnTo>
                    <a:pt x="51308" y="302539"/>
                  </a:lnTo>
                  <a:lnTo>
                    <a:pt x="8940" y="346011"/>
                  </a:lnTo>
                  <a:lnTo>
                    <a:pt x="0" y="357187"/>
                  </a:lnTo>
                  <a:lnTo>
                    <a:pt x="129082" y="357187"/>
                  </a:lnTo>
                  <a:lnTo>
                    <a:pt x="276555" y="357187"/>
                  </a:lnTo>
                  <a:lnTo>
                    <a:pt x="379222" y="357187"/>
                  </a:lnTo>
                  <a:lnTo>
                    <a:pt x="379984" y="353733"/>
                  </a:lnTo>
                  <a:lnTo>
                    <a:pt x="395097" y="302844"/>
                  </a:lnTo>
                  <a:lnTo>
                    <a:pt x="414718" y="256400"/>
                  </a:lnTo>
                  <a:lnTo>
                    <a:pt x="439724" y="217843"/>
                  </a:lnTo>
                  <a:lnTo>
                    <a:pt x="450176" y="208737"/>
                  </a:lnTo>
                  <a:lnTo>
                    <a:pt x="478040" y="234264"/>
                  </a:lnTo>
                  <a:lnTo>
                    <a:pt x="548297" y="261150"/>
                  </a:lnTo>
                  <a:lnTo>
                    <a:pt x="679399" y="297662"/>
                  </a:lnTo>
                  <a:lnTo>
                    <a:pt x="683615" y="285711"/>
                  </a:lnTo>
                  <a:lnTo>
                    <a:pt x="695248" y="266966"/>
                  </a:lnTo>
                  <a:lnTo>
                    <a:pt x="712724" y="267055"/>
                  </a:lnTo>
                  <a:lnTo>
                    <a:pt x="734504" y="311645"/>
                  </a:lnTo>
                  <a:lnTo>
                    <a:pt x="749046" y="357187"/>
                  </a:lnTo>
                  <a:lnTo>
                    <a:pt x="880859" y="357187"/>
                  </a:lnTo>
                  <a:close/>
                </a:path>
              </a:pathLst>
            </a:custGeom>
            <a:solidFill>
              <a:srgbClr val="8FD7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0" name="object 20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6407876" y="6138843"/>
              <a:ext cx="174905" cy="195152"/>
            </a:xfrm>
            <a:prstGeom prst="rect">
              <a:avLst/>
            </a:prstGeom>
          </p:spPr>
        </p:pic>
        <p:pic>
          <p:nvPicPr>
            <p:cNvPr id="201" name="object 20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6864292" y="6167876"/>
              <a:ext cx="84726" cy="166119"/>
            </a:xfrm>
            <a:prstGeom prst="rect">
              <a:avLst/>
            </a:prstGeom>
          </p:spPr>
        </p:pic>
        <p:sp>
          <p:nvSpPr>
            <p:cNvPr id="202" name="object 202" descr=""/>
            <p:cNvSpPr/>
            <p:nvPr/>
          </p:nvSpPr>
          <p:spPr>
            <a:xfrm>
              <a:off x="16443033" y="5964650"/>
              <a:ext cx="884555" cy="369570"/>
            </a:xfrm>
            <a:custGeom>
              <a:avLst/>
              <a:gdLst/>
              <a:ahLst/>
              <a:cxnLst/>
              <a:rect l="l" t="t" r="r" b="b"/>
              <a:pathLst>
                <a:path w="884555" h="369570">
                  <a:moveTo>
                    <a:pt x="883932" y="369354"/>
                  </a:moveTo>
                  <a:lnTo>
                    <a:pt x="873544" y="269595"/>
                  </a:lnTo>
                  <a:lnTo>
                    <a:pt x="872921" y="266966"/>
                  </a:lnTo>
                  <a:lnTo>
                    <a:pt x="857986" y="203530"/>
                  </a:lnTo>
                  <a:lnTo>
                    <a:pt x="830338" y="152044"/>
                  </a:lnTo>
                  <a:lnTo>
                    <a:pt x="796074" y="113461"/>
                  </a:lnTo>
                  <a:lnTo>
                    <a:pt x="760666" y="86156"/>
                  </a:lnTo>
                  <a:lnTo>
                    <a:pt x="708215" y="58737"/>
                  </a:lnTo>
                  <a:lnTo>
                    <a:pt x="693674" y="51650"/>
                  </a:lnTo>
                  <a:lnTo>
                    <a:pt x="701586" y="49161"/>
                  </a:lnTo>
                  <a:lnTo>
                    <a:pt x="743432" y="51168"/>
                  </a:lnTo>
                  <a:lnTo>
                    <a:pt x="830681" y="57543"/>
                  </a:lnTo>
                  <a:lnTo>
                    <a:pt x="828725" y="56896"/>
                  </a:lnTo>
                  <a:lnTo>
                    <a:pt x="803732" y="49161"/>
                  </a:lnTo>
                  <a:lnTo>
                    <a:pt x="705751" y="19227"/>
                  </a:lnTo>
                  <a:lnTo>
                    <a:pt x="631164" y="0"/>
                  </a:lnTo>
                  <a:lnTo>
                    <a:pt x="577189" y="7874"/>
                  </a:lnTo>
                  <a:lnTo>
                    <a:pt x="517639" y="55727"/>
                  </a:lnTo>
                  <a:lnTo>
                    <a:pt x="452996" y="127000"/>
                  </a:lnTo>
                  <a:lnTo>
                    <a:pt x="349643" y="57607"/>
                  </a:lnTo>
                  <a:lnTo>
                    <a:pt x="261239" y="25463"/>
                  </a:lnTo>
                  <a:lnTo>
                    <a:pt x="191516" y="57607"/>
                  </a:lnTo>
                  <a:lnTo>
                    <a:pt x="103974" y="154012"/>
                  </a:lnTo>
                  <a:lnTo>
                    <a:pt x="35623" y="249529"/>
                  </a:lnTo>
                  <a:lnTo>
                    <a:pt x="26416" y="292544"/>
                  </a:lnTo>
                  <a:lnTo>
                    <a:pt x="44361" y="303428"/>
                  </a:lnTo>
                  <a:lnTo>
                    <a:pt x="57454" y="302539"/>
                  </a:lnTo>
                  <a:lnTo>
                    <a:pt x="17576" y="346011"/>
                  </a:lnTo>
                  <a:lnTo>
                    <a:pt x="0" y="369354"/>
                  </a:lnTo>
                  <a:lnTo>
                    <a:pt x="126758" y="369354"/>
                  </a:lnTo>
                  <a:lnTo>
                    <a:pt x="273367" y="369354"/>
                  </a:lnTo>
                  <a:lnTo>
                    <a:pt x="378345" y="369354"/>
                  </a:lnTo>
                  <a:lnTo>
                    <a:pt x="381800" y="353720"/>
                  </a:lnTo>
                  <a:lnTo>
                    <a:pt x="396900" y="302831"/>
                  </a:lnTo>
                  <a:lnTo>
                    <a:pt x="416521" y="256387"/>
                  </a:lnTo>
                  <a:lnTo>
                    <a:pt x="441528" y="217843"/>
                  </a:lnTo>
                  <a:lnTo>
                    <a:pt x="451980" y="208737"/>
                  </a:lnTo>
                  <a:lnTo>
                    <a:pt x="479856" y="234251"/>
                  </a:lnTo>
                  <a:lnTo>
                    <a:pt x="550100" y="261137"/>
                  </a:lnTo>
                  <a:lnTo>
                    <a:pt x="681202" y="297662"/>
                  </a:lnTo>
                  <a:lnTo>
                    <a:pt x="685419" y="285711"/>
                  </a:lnTo>
                  <a:lnTo>
                    <a:pt x="697052" y="266966"/>
                  </a:lnTo>
                  <a:lnTo>
                    <a:pt x="714527" y="267055"/>
                  </a:lnTo>
                  <a:lnTo>
                    <a:pt x="736307" y="311645"/>
                  </a:lnTo>
                  <a:lnTo>
                    <a:pt x="754748" y="369354"/>
                  </a:lnTo>
                  <a:lnTo>
                    <a:pt x="883932" y="369354"/>
                  </a:lnTo>
                  <a:close/>
                </a:path>
              </a:pathLst>
            </a:custGeom>
            <a:solidFill>
              <a:srgbClr val="8FD7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6861202" y="6126669"/>
              <a:ext cx="174507" cy="207326"/>
            </a:xfrm>
            <a:prstGeom prst="rect">
              <a:avLst/>
            </a:prstGeom>
          </p:spPr>
        </p:pic>
        <p:sp>
          <p:nvSpPr>
            <p:cNvPr id="204" name="object 204" descr=""/>
            <p:cNvSpPr/>
            <p:nvPr/>
          </p:nvSpPr>
          <p:spPr>
            <a:xfrm>
              <a:off x="15636735" y="5775915"/>
              <a:ext cx="1289050" cy="459105"/>
            </a:xfrm>
            <a:custGeom>
              <a:avLst/>
              <a:gdLst/>
              <a:ahLst/>
              <a:cxnLst/>
              <a:rect l="l" t="t" r="r" b="b"/>
              <a:pathLst>
                <a:path w="1289050" h="459104">
                  <a:moveTo>
                    <a:pt x="395300" y="254101"/>
                  </a:moveTo>
                  <a:lnTo>
                    <a:pt x="381101" y="179743"/>
                  </a:lnTo>
                  <a:lnTo>
                    <a:pt x="362978" y="137541"/>
                  </a:lnTo>
                  <a:lnTo>
                    <a:pt x="337629" y="98336"/>
                  </a:lnTo>
                  <a:lnTo>
                    <a:pt x="305168" y="66916"/>
                  </a:lnTo>
                  <a:lnTo>
                    <a:pt x="254101" y="37934"/>
                  </a:lnTo>
                  <a:lnTo>
                    <a:pt x="199910" y="18808"/>
                  </a:lnTo>
                  <a:lnTo>
                    <a:pt x="147116" y="7505"/>
                  </a:lnTo>
                  <a:lnTo>
                    <a:pt x="100228" y="1968"/>
                  </a:lnTo>
                  <a:lnTo>
                    <a:pt x="42252" y="0"/>
                  </a:lnTo>
                  <a:lnTo>
                    <a:pt x="0" y="18211"/>
                  </a:lnTo>
                  <a:lnTo>
                    <a:pt x="20396" y="58293"/>
                  </a:lnTo>
                  <a:lnTo>
                    <a:pt x="62611" y="98386"/>
                  </a:lnTo>
                  <a:lnTo>
                    <a:pt x="85763" y="116598"/>
                  </a:lnTo>
                  <a:lnTo>
                    <a:pt x="42252" y="145630"/>
                  </a:lnTo>
                  <a:lnTo>
                    <a:pt x="85991" y="157429"/>
                  </a:lnTo>
                  <a:lnTo>
                    <a:pt x="113322" y="163487"/>
                  </a:lnTo>
                  <a:lnTo>
                    <a:pt x="135699" y="165722"/>
                  </a:lnTo>
                  <a:lnTo>
                    <a:pt x="164604" y="166039"/>
                  </a:lnTo>
                  <a:lnTo>
                    <a:pt x="179717" y="171373"/>
                  </a:lnTo>
                  <a:lnTo>
                    <a:pt x="167182" y="184302"/>
                  </a:lnTo>
                  <a:lnTo>
                    <a:pt x="148221" y="200279"/>
                  </a:lnTo>
                  <a:lnTo>
                    <a:pt x="144043" y="214731"/>
                  </a:lnTo>
                  <a:lnTo>
                    <a:pt x="165798" y="219875"/>
                  </a:lnTo>
                  <a:lnTo>
                    <a:pt x="208076" y="220624"/>
                  </a:lnTo>
                  <a:lnTo>
                    <a:pt x="261086" y="224231"/>
                  </a:lnTo>
                  <a:lnTo>
                    <a:pt x="314998" y="237934"/>
                  </a:lnTo>
                  <a:lnTo>
                    <a:pt x="360019" y="268947"/>
                  </a:lnTo>
                  <a:lnTo>
                    <a:pt x="379463" y="283248"/>
                  </a:lnTo>
                  <a:lnTo>
                    <a:pt x="391185" y="276707"/>
                  </a:lnTo>
                  <a:lnTo>
                    <a:pt x="395300" y="254101"/>
                  </a:lnTo>
                  <a:close/>
                </a:path>
                <a:path w="1289050" h="459104">
                  <a:moveTo>
                    <a:pt x="1288554" y="321792"/>
                  </a:moveTo>
                  <a:lnTo>
                    <a:pt x="1283309" y="272821"/>
                  </a:lnTo>
                  <a:lnTo>
                    <a:pt x="1268590" y="226339"/>
                  </a:lnTo>
                  <a:lnTo>
                    <a:pt x="1236764" y="170878"/>
                  </a:lnTo>
                  <a:lnTo>
                    <a:pt x="1198054" y="122097"/>
                  </a:lnTo>
                  <a:lnTo>
                    <a:pt x="1157224" y="80886"/>
                  </a:lnTo>
                  <a:lnTo>
                    <a:pt x="1119047" y="48183"/>
                  </a:lnTo>
                  <a:lnTo>
                    <a:pt x="1088313" y="24904"/>
                  </a:lnTo>
                  <a:lnTo>
                    <a:pt x="1025512" y="2565"/>
                  </a:lnTo>
                  <a:lnTo>
                    <a:pt x="1026121" y="49352"/>
                  </a:lnTo>
                  <a:lnTo>
                    <a:pt x="1045565" y="109118"/>
                  </a:lnTo>
                  <a:lnTo>
                    <a:pt x="1057833" y="138645"/>
                  </a:lnTo>
                  <a:lnTo>
                    <a:pt x="1007897" y="137845"/>
                  </a:lnTo>
                  <a:lnTo>
                    <a:pt x="1040688" y="174078"/>
                  </a:lnTo>
                  <a:lnTo>
                    <a:pt x="1061732" y="195592"/>
                  </a:lnTo>
                  <a:lnTo>
                    <a:pt x="1080135" y="210845"/>
                  </a:lnTo>
                  <a:lnTo>
                    <a:pt x="1104988" y="228333"/>
                  </a:lnTo>
                  <a:lnTo>
                    <a:pt x="1115783" y="241922"/>
                  </a:lnTo>
                  <a:lnTo>
                    <a:pt x="1099451" y="245643"/>
                  </a:lnTo>
                  <a:lnTo>
                    <a:pt x="1076261" y="248158"/>
                  </a:lnTo>
                  <a:lnTo>
                    <a:pt x="1066520" y="258178"/>
                  </a:lnTo>
                  <a:lnTo>
                    <a:pt x="1083144" y="275564"/>
                  </a:lnTo>
                  <a:lnTo>
                    <a:pt x="1119365" y="301383"/>
                  </a:lnTo>
                  <a:lnTo>
                    <a:pt x="1163650" y="336054"/>
                  </a:lnTo>
                  <a:lnTo>
                    <a:pt x="1204429" y="379984"/>
                  </a:lnTo>
                  <a:lnTo>
                    <a:pt x="1230160" y="433603"/>
                  </a:lnTo>
                  <a:lnTo>
                    <a:pt x="1240891" y="457530"/>
                  </a:lnTo>
                  <a:lnTo>
                    <a:pt x="1253794" y="458863"/>
                  </a:lnTo>
                  <a:lnTo>
                    <a:pt x="1266964" y="441782"/>
                  </a:lnTo>
                  <a:lnTo>
                    <a:pt x="1278445" y="410451"/>
                  </a:lnTo>
                  <a:lnTo>
                    <a:pt x="1286281" y="369062"/>
                  </a:lnTo>
                  <a:lnTo>
                    <a:pt x="1288554" y="321792"/>
                  </a:lnTo>
                  <a:close/>
                </a:path>
              </a:pathLst>
            </a:custGeom>
            <a:solidFill>
              <a:srgbClr val="8FD7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 descr=""/>
          <p:cNvSpPr/>
          <p:nvPr/>
        </p:nvSpPr>
        <p:spPr>
          <a:xfrm>
            <a:off x="10450907" y="1827599"/>
            <a:ext cx="3446145" cy="4506595"/>
          </a:xfrm>
          <a:custGeom>
            <a:avLst/>
            <a:gdLst/>
            <a:ahLst/>
            <a:cxnLst/>
            <a:rect l="l" t="t" r="r" b="b"/>
            <a:pathLst>
              <a:path w="3446144" h="4506595">
                <a:moveTo>
                  <a:pt x="3446081" y="587692"/>
                </a:moveTo>
                <a:lnTo>
                  <a:pt x="1764982" y="587692"/>
                </a:lnTo>
                <a:lnTo>
                  <a:pt x="1764982" y="0"/>
                </a:lnTo>
                <a:lnTo>
                  <a:pt x="1681086" y="0"/>
                </a:lnTo>
                <a:lnTo>
                  <a:pt x="1681086" y="587692"/>
                </a:lnTo>
                <a:lnTo>
                  <a:pt x="0" y="587692"/>
                </a:lnTo>
                <a:lnTo>
                  <a:pt x="0" y="666369"/>
                </a:lnTo>
                <a:lnTo>
                  <a:pt x="1681086" y="666369"/>
                </a:lnTo>
                <a:lnTo>
                  <a:pt x="1681086" y="4506404"/>
                </a:lnTo>
                <a:lnTo>
                  <a:pt x="1764982" y="4506404"/>
                </a:lnTo>
                <a:lnTo>
                  <a:pt x="1764982" y="666369"/>
                </a:lnTo>
                <a:lnTo>
                  <a:pt x="3446081" y="666369"/>
                </a:lnTo>
                <a:lnTo>
                  <a:pt x="3446081" y="587692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 descr=""/>
          <p:cNvSpPr/>
          <p:nvPr/>
        </p:nvSpPr>
        <p:spPr>
          <a:xfrm>
            <a:off x="14424482" y="1827599"/>
            <a:ext cx="3446145" cy="4506595"/>
          </a:xfrm>
          <a:custGeom>
            <a:avLst/>
            <a:gdLst/>
            <a:ahLst/>
            <a:cxnLst/>
            <a:rect l="l" t="t" r="r" b="b"/>
            <a:pathLst>
              <a:path w="3446144" h="4506595">
                <a:moveTo>
                  <a:pt x="3446081" y="587692"/>
                </a:moveTo>
                <a:lnTo>
                  <a:pt x="1764982" y="587692"/>
                </a:lnTo>
                <a:lnTo>
                  <a:pt x="1764982" y="0"/>
                </a:lnTo>
                <a:lnTo>
                  <a:pt x="1681099" y="0"/>
                </a:lnTo>
                <a:lnTo>
                  <a:pt x="1681099" y="587692"/>
                </a:lnTo>
                <a:lnTo>
                  <a:pt x="0" y="587692"/>
                </a:lnTo>
                <a:lnTo>
                  <a:pt x="0" y="666369"/>
                </a:lnTo>
                <a:lnTo>
                  <a:pt x="1681099" y="666369"/>
                </a:lnTo>
                <a:lnTo>
                  <a:pt x="1681099" y="4506404"/>
                </a:lnTo>
                <a:lnTo>
                  <a:pt x="1764982" y="4506404"/>
                </a:lnTo>
                <a:lnTo>
                  <a:pt x="1764982" y="666369"/>
                </a:lnTo>
                <a:lnTo>
                  <a:pt x="3446081" y="666369"/>
                </a:lnTo>
                <a:lnTo>
                  <a:pt x="3446081" y="587692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sp>
          <p:nvSpPr>
            <p:cNvPr id="3" name="object 3" descr=""/>
            <p:cNvSpPr/>
            <p:nvPr/>
          </p:nvSpPr>
          <p:spPr>
            <a:xfrm>
              <a:off x="0" y="10804152"/>
              <a:ext cx="20104100" cy="504825"/>
            </a:xfrm>
            <a:custGeom>
              <a:avLst/>
              <a:gdLst/>
              <a:ahLst/>
              <a:cxnLst/>
              <a:rect l="l" t="t" r="r" b="b"/>
              <a:pathLst>
                <a:path w="20104100" h="504825">
                  <a:moveTo>
                    <a:pt x="0" y="504403"/>
                  </a:moveTo>
                  <a:lnTo>
                    <a:pt x="20104099" y="504403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504403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9932409"/>
              <a:ext cx="20104100" cy="871855"/>
            </a:xfrm>
            <a:custGeom>
              <a:avLst/>
              <a:gdLst/>
              <a:ahLst/>
              <a:cxnLst/>
              <a:rect l="l" t="t" r="r" b="b"/>
              <a:pathLst>
                <a:path w="20104100" h="871854">
                  <a:moveTo>
                    <a:pt x="20104099" y="0"/>
                  </a:moveTo>
                  <a:lnTo>
                    <a:pt x="0" y="0"/>
                  </a:lnTo>
                  <a:lnTo>
                    <a:pt x="0" y="871743"/>
                  </a:lnTo>
                  <a:lnTo>
                    <a:pt x="20104099" y="87174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20104100" cy="9932670"/>
            </a:xfrm>
            <a:custGeom>
              <a:avLst/>
              <a:gdLst/>
              <a:ahLst/>
              <a:cxnLst/>
              <a:rect l="l" t="t" r="r" b="b"/>
              <a:pathLst>
                <a:path w="20104100" h="9932670">
                  <a:moveTo>
                    <a:pt x="20104099" y="0"/>
                  </a:moveTo>
                  <a:lnTo>
                    <a:pt x="0" y="0"/>
                  </a:lnTo>
                  <a:lnTo>
                    <a:pt x="0" y="9932420"/>
                  </a:lnTo>
                  <a:lnTo>
                    <a:pt x="20104099" y="9932420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219141" y="1036718"/>
              <a:ext cx="4581525" cy="7618095"/>
            </a:xfrm>
            <a:custGeom>
              <a:avLst/>
              <a:gdLst/>
              <a:ahLst/>
              <a:cxnLst/>
              <a:rect l="l" t="t" r="r" b="b"/>
              <a:pathLst>
                <a:path w="4581525" h="7618095">
                  <a:moveTo>
                    <a:pt x="2364263" y="0"/>
                  </a:moveTo>
                  <a:lnTo>
                    <a:pt x="1001140" y="192607"/>
                  </a:lnTo>
                  <a:lnTo>
                    <a:pt x="300488" y="500711"/>
                  </a:lnTo>
                  <a:lnTo>
                    <a:pt x="40658" y="1143820"/>
                  </a:lnTo>
                  <a:lnTo>
                    <a:pt x="0" y="2341447"/>
                  </a:lnTo>
                  <a:lnTo>
                    <a:pt x="0" y="7617809"/>
                  </a:lnTo>
                  <a:lnTo>
                    <a:pt x="4553515" y="7617809"/>
                  </a:lnTo>
                  <a:lnTo>
                    <a:pt x="4581117" y="2417141"/>
                  </a:lnTo>
                  <a:lnTo>
                    <a:pt x="4556432" y="1131226"/>
                  </a:lnTo>
                  <a:lnTo>
                    <a:pt x="4317282" y="450803"/>
                  </a:lnTo>
                  <a:lnTo>
                    <a:pt x="3655835" y="149263"/>
                  </a:lnTo>
                  <a:lnTo>
                    <a:pt x="2364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132431" y="1015256"/>
              <a:ext cx="4744085" cy="7734300"/>
            </a:xfrm>
            <a:custGeom>
              <a:avLst/>
              <a:gdLst/>
              <a:ahLst/>
              <a:cxnLst/>
              <a:rect l="l" t="t" r="r" b="b"/>
              <a:pathLst>
                <a:path w="4744084" h="7734300">
                  <a:moveTo>
                    <a:pt x="4743526" y="2374900"/>
                  </a:moveTo>
                  <a:lnTo>
                    <a:pt x="4743031" y="2324100"/>
                  </a:lnTo>
                  <a:lnTo>
                    <a:pt x="4741583" y="2273300"/>
                  </a:lnTo>
                  <a:lnTo>
                    <a:pt x="4739183" y="2222500"/>
                  </a:lnTo>
                  <a:lnTo>
                    <a:pt x="4735830" y="2171700"/>
                  </a:lnTo>
                  <a:lnTo>
                    <a:pt x="4731550" y="2133600"/>
                  </a:lnTo>
                  <a:lnTo>
                    <a:pt x="4726343" y="2082800"/>
                  </a:lnTo>
                  <a:lnTo>
                    <a:pt x="4720209" y="2032000"/>
                  </a:lnTo>
                  <a:lnTo>
                    <a:pt x="4713173" y="1993900"/>
                  </a:lnTo>
                  <a:lnTo>
                    <a:pt x="4705235" y="1943100"/>
                  </a:lnTo>
                  <a:lnTo>
                    <a:pt x="4696409" y="1892300"/>
                  </a:lnTo>
                  <a:lnTo>
                    <a:pt x="4686706" y="1854200"/>
                  </a:lnTo>
                  <a:lnTo>
                    <a:pt x="4676127" y="1803400"/>
                  </a:lnTo>
                  <a:lnTo>
                    <a:pt x="4664697" y="1765300"/>
                  </a:lnTo>
                  <a:lnTo>
                    <a:pt x="4652403" y="1714500"/>
                  </a:lnTo>
                  <a:lnTo>
                    <a:pt x="4639259" y="1676400"/>
                  </a:lnTo>
                  <a:lnTo>
                    <a:pt x="4625289" y="1625600"/>
                  </a:lnTo>
                  <a:lnTo>
                    <a:pt x="4610506" y="1587500"/>
                  </a:lnTo>
                  <a:lnTo>
                    <a:pt x="4594898" y="1536700"/>
                  </a:lnTo>
                  <a:lnTo>
                    <a:pt x="4592117" y="1530248"/>
                  </a:lnTo>
                  <a:lnTo>
                    <a:pt x="4592117" y="2438616"/>
                  </a:lnTo>
                  <a:lnTo>
                    <a:pt x="4592117" y="4171429"/>
                  </a:lnTo>
                  <a:lnTo>
                    <a:pt x="4592117" y="4247096"/>
                  </a:lnTo>
                  <a:lnTo>
                    <a:pt x="4592117" y="5861939"/>
                  </a:lnTo>
                  <a:lnTo>
                    <a:pt x="4592117" y="5937631"/>
                  </a:lnTo>
                  <a:lnTo>
                    <a:pt x="4592117" y="7594600"/>
                  </a:lnTo>
                  <a:lnTo>
                    <a:pt x="3639629" y="7594600"/>
                  </a:lnTo>
                  <a:lnTo>
                    <a:pt x="3639629" y="5937631"/>
                  </a:lnTo>
                  <a:lnTo>
                    <a:pt x="4592117" y="5937631"/>
                  </a:lnTo>
                  <a:lnTo>
                    <a:pt x="4592117" y="5861939"/>
                  </a:lnTo>
                  <a:lnTo>
                    <a:pt x="3639629" y="5861939"/>
                  </a:lnTo>
                  <a:lnTo>
                    <a:pt x="3639629" y="4247096"/>
                  </a:lnTo>
                  <a:lnTo>
                    <a:pt x="4592117" y="4247096"/>
                  </a:lnTo>
                  <a:lnTo>
                    <a:pt x="4592117" y="4171429"/>
                  </a:lnTo>
                  <a:lnTo>
                    <a:pt x="3639629" y="4171429"/>
                  </a:lnTo>
                  <a:lnTo>
                    <a:pt x="3639629" y="2438616"/>
                  </a:lnTo>
                  <a:lnTo>
                    <a:pt x="4592117" y="2438616"/>
                  </a:lnTo>
                  <a:lnTo>
                    <a:pt x="4592117" y="1530248"/>
                  </a:lnTo>
                  <a:lnTo>
                    <a:pt x="4590491" y="1526476"/>
                  </a:lnTo>
                  <a:lnTo>
                    <a:pt x="4590491" y="2287219"/>
                  </a:lnTo>
                  <a:lnTo>
                    <a:pt x="3563937" y="2287219"/>
                  </a:lnTo>
                  <a:lnTo>
                    <a:pt x="3563937" y="7594600"/>
                  </a:lnTo>
                  <a:lnTo>
                    <a:pt x="1179588" y="7594600"/>
                  </a:lnTo>
                  <a:lnTo>
                    <a:pt x="1179588" y="5937631"/>
                  </a:lnTo>
                  <a:lnTo>
                    <a:pt x="2333917" y="5937631"/>
                  </a:lnTo>
                  <a:lnTo>
                    <a:pt x="2333917" y="6842087"/>
                  </a:lnTo>
                  <a:lnTo>
                    <a:pt x="2409609" y="6842087"/>
                  </a:lnTo>
                  <a:lnTo>
                    <a:pt x="2409609" y="5937631"/>
                  </a:lnTo>
                  <a:lnTo>
                    <a:pt x="3563937" y="5937631"/>
                  </a:lnTo>
                  <a:lnTo>
                    <a:pt x="3563937" y="5861939"/>
                  </a:lnTo>
                  <a:lnTo>
                    <a:pt x="2409609" y="5861939"/>
                  </a:lnTo>
                  <a:lnTo>
                    <a:pt x="2409609" y="4247096"/>
                  </a:lnTo>
                  <a:lnTo>
                    <a:pt x="3563937" y="4247096"/>
                  </a:lnTo>
                  <a:lnTo>
                    <a:pt x="3563937" y="4171429"/>
                  </a:lnTo>
                  <a:lnTo>
                    <a:pt x="2409609" y="4171429"/>
                  </a:lnTo>
                  <a:lnTo>
                    <a:pt x="2409609" y="2438616"/>
                  </a:lnTo>
                  <a:lnTo>
                    <a:pt x="3563937" y="2438616"/>
                  </a:lnTo>
                  <a:lnTo>
                    <a:pt x="3563937" y="2287219"/>
                  </a:lnTo>
                  <a:lnTo>
                    <a:pt x="3213646" y="2287219"/>
                  </a:lnTo>
                  <a:lnTo>
                    <a:pt x="4083380" y="954328"/>
                  </a:lnTo>
                  <a:lnTo>
                    <a:pt x="4091597" y="965200"/>
                  </a:lnTo>
                  <a:lnTo>
                    <a:pt x="4119676" y="1003300"/>
                  </a:lnTo>
                  <a:lnTo>
                    <a:pt x="4147070" y="1041400"/>
                  </a:lnTo>
                  <a:lnTo>
                    <a:pt x="4173740" y="1079500"/>
                  </a:lnTo>
                  <a:lnTo>
                    <a:pt x="4199699" y="1104900"/>
                  </a:lnTo>
                  <a:lnTo>
                    <a:pt x="4224921" y="1143000"/>
                  </a:lnTo>
                  <a:lnTo>
                    <a:pt x="4249407" y="1181100"/>
                  </a:lnTo>
                  <a:lnTo>
                    <a:pt x="4273143" y="1219200"/>
                  </a:lnTo>
                  <a:lnTo>
                    <a:pt x="4296118" y="1257300"/>
                  </a:lnTo>
                  <a:lnTo>
                    <a:pt x="4318317" y="1308100"/>
                  </a:lnTo>
                  <a:lnTo>
                    <a:pt x="4339729" y="1346200"/>
                  </a:lnTo>
                  <a:lnTo>
                    <a:pt x="4360354" y="1384300"/>
                  </a:lnTo>
                  <a:lnTo>
                    <a:pt x="4380179" y="1422400"/>
                  </a:lnTo>
                  <a:lnTo>
                    <a:pt x="4399178" y="1460500"/>
                  </a:lnTo>
                  <a:lnTo>
                    <a:pt x="4417365" y="1511300"/>
                  </a:lnTo>
                  <a:lnTo>
                    <a:pt x="4434700" y="1549400"/>
                  </a:lnTo>
                  <a:lnTo>
                    <a:pt x="4451210" y="1587500"/>
                  </a:lnTo>
                  <a:lnTo>
                    <a:pt x="4466844" y="1638300"/>
                  </a:lnTo>
                  <a:lnTo>
                    <a:pt x="4481627" y="1676400"/>
                  </a:lnTo>
                  <a:lnTo>
                    <a:pt x="4495520" y="1714500"/>
                  </a:lnTo>
                  <a:lnTo>
                    <a:pt x="4508538" y="1765300"/>
                  </a:lnTo>
                  <a:lnTo>
                    <a:pt x="4520654" y="1803400"/>
                  </a:lnTo>
                  <a:lnTo>
                    <a:pt x="4531855" y="1854200"/>
                  </a:lnTo>
                  <a:lnTo>
                    <a:pt x="4542142" y="1905000"/>
                  </a:lnTo>
                  <a:lnTo>
                    <a:pt x="4551489" y="1943100"/>
                  </a:lnTo>
                  <a:lnTo>
                    <a:pt x="4559909" y="1993900"/>
                  </a:lnTo>
                  <a:lnTo>
                    <a:pt x="4567377" y="2032000"/>
                  </a:lnTo>
                  <a:lnTo>
                    <a:pt x="4573879" y="2082800"/>
                  </a:lnTo>
                  <a:lnTo>
                    <a:pt x="4579404" y="2133600"/>
                  </a:lnTo>
                  <a:lnTo>
                    <a:pt x="4583950" y="2171700"/>
                  </a:lnTo>
                  <a:lnTo>
                    <a:pt x="4587506" y="2222500"/>
                  </a:lnTo>
                  <a:lnTo>
                    <a:pt x="4590072" y="2273300"/>
                  </a:lnTo>
                  <a:lnTo>
                    <a:pt x="4590491" y="2287219"/>
                  </a:lnTo>
                  <a:lnTo>
                    <a:pt x="4590491" y="1526476"/>
                  </a:lnTo>
                  <a:lnTo>
                    <a:pt x="4578477" y="1498600"/>
                  </a:lnTo>
                  <a:lnTo>
                    <a:pt x="4561268" y="1460500"/>
                  </a:lnTo>
                  <a:lnTo>
                    <a:pt x="4543260" y="1409700"/>
                  </a:lnTo>
                  <a:lnTo>
                    <a:pt x="4524489" y="1371600"/>
                  </a:lnTo>
                  <a:lnTo>
                    <a:pt x="4504931" y="1333500"/>
                  </a:lnTo>
                  <a:lnTo>
                    <a:pt x="4484624" y="1295400"/>
                  </a:lnTo>
                  <a:lnTo>
                    <a:pt x="4463567" y="1257300"/>
                  </a:lnTo>
                  <a:lnTo>
                    <a:pt x="4441761" y="1206500"/>
                  </a:lnTo>
                  <a:lnTo>
                    <a:pt x="4419231" y="1168400"/>
                  </a:lnTo>
                  <a:lnTo>
                    <a:pt x="4395978" y="1130300"/>
                  </a:lnTo>
                  <a:lnTo>
                    <a:pt x="4372013" y="1092200"/>
                  </a:lnTo>
                  <a:lnTo>
                    <a:pt x="4347337" y="1054100"/>
                  </a:lnTo>
                  <a:lnTo>
                    <a:pt x="4321962" y="1016000"/>
                  </a:lnTo>
                  <a:lnTo>
                    <a:pt x="4295914" y="977900"/>
                  </a:lnTo>
                  <a:lnTo>
                    <a:pt x="4269181" y="952500"/>
                  </a:lnTo>
                  <a:lnTo>
                    <a:pt x="4241774" y="914400"/>
                  </a:lnTo>
                  <a:lnTo>
                    <a:pt x="4213720" y="876300"/>
                  </a:lnTo>
                  <a:lnTo>
                    <a:pt x="4185018" y="838200"/>
                  </a:lnTo>
                  <a:lnTo>
                    <a:pt x="4155668" y="812800"/>
                  </a:lnTo>
                  <a:lnTo>
                    <a:pt x="4125696" y="774700"/>
                  </a:lnTo>
                  <a:lnTo>
                    <a:pt x="4095089" y="736600"/>
                  </a:lnTo>
                  <a:lnTo>
                    <a:pt x="4063885" y="711200"/>
                  </a:lnTo>
                  <a:lnTo>
                    <a:pt x="4032072" y="673100"/>
                  </a:lnTo>
                  <a:lnTo>
                    <a:pt x="4030116" y="671576"/>
                  </a:lnTo>
                  <a:lnTo>
                    <a:pt x="4030116" y="897597"/>
                  </a:lnTo>
                  <a:lnTo>
                    <a:pt x="3123336" y="2287219"/>
                  </a:lnTo>
                  <a:lnTo>
                    <a:pt x="2409596" y="2287219"/>
                  </a:lnTo>
                  <a:lnTo>
                    <a:pt x="2409596" y="152400"/>
                  </a:lnTo>
                  <a:lnTo>
                    <a:pt x="2563076" y="152400"/>
                  </a:lnTo>
                  <a:lnTo>
                    <a:pt x="2610231" y="165100"/>
                  </a:lnTo>
                  <a:lnTo>
                    <a:pt x="2657094" y="165100"/>
                  </a:lnTo>
                  <a:lnTo>
                    <a:pt x="2703652" y="177800"/>
                  </a:lnTo>
                  <a:lnTo>
                    <a:pt x="2749905" y="177800"/>
                  </a:lnTo>
                  <a:lnTo>
                    <a:pt x="2841447" y="203200"/>
                  </a:lnTo>
                  <a:lnTo>
                    <a:pt x="2886710" y="203200"/>
                  </a:lnTo>
                  <a:lnTo>
                    <a:pt x="3064116" y="254000"/>
                  </a:lnTo>
                  <a:lnTo>
                    <a:pt x="3107499" y="279400"/>
                  </a:lnTo>
                  <a:lnTo>
                    <a:pt x="3235210" y="317500"/>
                  </a:lnTo>
                  <a:lnTo>
                    <a:pt x="3276917" y="342900"/>
                  </a:lnTo>
                  <a:lnTo>
                    <a:pt x="3318179" y="355600"/>
                  </a:lnTo>
                  <a:lnTo>
                    <a:pt x="3399320" y="406400"/>
                  </a:lnTo>
                  <a:lnTo>
                    <a:pt x="3439172" y="419100"/>
                  </a:lnTo>
                  <a:lnTo>
                    <a:pt x="3478542" y="444500"/>
                  </a:lnTo>
                  <a:lnTo>
                    <a:pt x="3555771" y="495300"/>
                  </a:lnTo>
                  <a:lnTo>
                    <a:pt x="3630917" y="546100"/>
                  </a:lnTo>
                  <a:lnTo>
                    <a:pt x="3667683" y="571500"/>
                  </a:lnTo>
                  <a:lnTo>
                    <a:pt x="3703891" y="596900"/>
                  </a:lnTo>
                  <a:lnTo>
                    <a:pt x="3739553" y="622300"/>
                  </a:lnTo>
                  <a:lnTo>
                    <a:pt x="3774630" y="647700"/>
                  </a:lnTo>
                  <a:lnTo>
                    <a:pt x="3809123" y="673100"/>
                  </a:lnTo>
                  <a:lnTo>
                    <a:pt x="3843020" y="711200"/>
                  </a:lnTo>
                  <a:lnTo>
                    <a:pt x="3876319" y="736600"/>
                  </a:lnTo>
                  <a:lnTo>
                    <a:pt x="3909009" y="774700"/>
                  </a:lnTo>
                  <a:lnTo>
                    <a:pt x="3941064" y="800100"/>
                  </a:lnTo>
                  <a:lnTo>
                    <a:pt x="3972483" y="838200"/>
                  </a:lnTo>
                  <a:lnTo>
                    <a:pt x="4003256" y="863600"/>
                  </a:lnTo>
                  <a:lnTo>
                    <a:pt x="4030116" y="897597"/>
                  </a:lnTo>
                  <a:lnTo>
                    <a:pt x="4030116" y="671576"/>
                  </a:lnTo>
                  <a:lnTo>
                    <a:pt x="3999661" y="647700"/>
                  </a:lnTo>
                  <a:lnTo>
                    <a:pt x="3966680" y="609600"/>
                  </a:lnTo>
                  <a:lnTo>
                    <a:pt x="3933113" y="584200"/>
                  </a:lnTo>
                  <a:lnTo>
                    <a:pt x="3898976" y="558800"/>
                  </a:lnTo>
                  <a:lnTo>
                    <a:pt x="3864292" y="533400"/>
                  </a:lnTo>
                  <a:lnTo>
                    <a:pt x="3829062" y="495300"/>
                  </a:lnTo>
                  <a:lnTo>
                    <a:pt x="3793286" y="469900"/>
                  </a:lnTo>
                  <a:lnTo>
                    <a:pt x="3720173" y="419100"/>
                  </a:lnTo>
                  <a:lnTo>
                    <a:pt x="3645014" y="368300"/>
                  </a:lnTo>
                  <a:lnTo>
                    <a:pt x="3567887" y="317500"/>
                  </a:lnTo>
                  <a:lnTo>
                    <a:pt x="3528618" y="304800"/>
                  </a:lnTo>
                  <a:lnTo>
                    <a:pt x="3448685" y="254000"/>
                  </a:lnTo>
                  <a:lnTo>
                    <a:pt x="3408045" y="241300"/>
                  </a:lnTo>
                  <a:lnTo>
                    <a:pt x="3366960" y="215900"/>
                  </a:lnTo>
                  <a:lnTo>
                    <a:pt x="3325469" y="203200"/>
                  </a:lnTo>
                  <a:lnTo>
                    <a:pt x="3283547" y="177800"/>
                  </a:lnTo>
                  <a:lnTo>
                    <a:pt x="3198495" y="152400"/>
                  </a:lnTo>
                  <a:lnTo>
                    <a:pt x="3155378" y="127000"/>
                  </a:lnTo>
                  <a:lnTo>
                    <a:pt x="2889021" y="50800"/>
                  </a:lnTo>
                  <a:lnTo>
                    <a:pt x="2843428" y="50800"/>
                  </a:lnTo>
                  <a:lnTo>
                    <a:pt x="2751328" y="25400"/>
                  </a:lnTo>
                  <a:lnTo>
                    <a:pt x="2704820" y="25400"/>
                  </a:lnTo>
                  <a:lnTo>
                    <a:pt x="2658033" y="12700"/>
                  </a:lnTo>
                  <a:lnTo>
                    <a:pt x="2610967" y="12700"/>
                  </a:lnTo>
                  <a:lnTo>
                    <a:pt x="2563634" y="0"/>
                  </a:lnTo>
                  <a:lnTo>
                    <a:pt x="2333917" y="0"/>
                  </a:lnTo>
                  <a:lnTo>
                    <a:pt x="2333917" y="2438616"/>
                  </a:lnTo>
                  <a:lnTo>
                    <a:pt x="2333917" y="4171429"/>
                  </a:lnTo>
                  <a:lnTo>
                    <a:pt x="2333917" y="4247096"/>
                  </a:lnTo>
                  <a:lnTo>
                    <a:pt x="2333917" y="5861939"/>
                  </a:lnTo>
                  <a:lnTo>
                    <a:pt x="1179588" y="5861939"/>
                  </a:lnTo>
                  <a:lnTo>
                    <a:pt x="1179588" y="4247096"/>
                  </a:lnTo>
                  <a:lnTo>
                    <a:pt x="2333917" y="4247096"/>
                  </a:lnTo>
                  <a:lnTo>
                    <a:pt x="2333917" y="4171429"/>
                  </a:lnTo>
                  <a:lnTo>
                    <a:pt x="1179588" y="4171429"/>
                  </a:lnTo>
                  <a:lnTo>
                    <a:pt x="1179588" y="2438616"/>
                  </a:lnTo>
                  <a:lnTo>
                    <a:pt x="2333917" y="2438616"/>
                  </a:lnTo>
                  <a:lnTo>
                    <a:pt x="2333917" y="0"/>
                  </a:lnTo>
                  <a:lnTo>
                    <a:pt x="2333891" y="152400"/>
                  </a:lnTo>
                  <a:lnTo>
                    <a:pt x="2333891" y="2287219"/>
                  </a:lnTo>
                  <a:lnTo>
                    <a:pt x="1620126" y="2287219"/>
                  </a:lnTo>
                  <a:lnTo>
                    <a:pt x="1529829" y="2148852"/>
                  </a:lnTo>
                  <a:lnTo>
                    <a:pt x="1529829" y="2287219"/>
                  </a:lnTo>
                  <a:lnTo>
                    <a:pt x="1103909" y="2287219"/>
                  </a:lnTo>
                  <a:lnTo>
                    <a:pt x="1103909" y="2438616"/>
                  </a:lnTo>
                  <a:lnTo>
                    <a:pt x="1103909" y="4171429"/>
                  </a:lnTo>
                  <a:lnTo>
                    <a:pt x="1103909" y="4247096"/>
                  </a:lnTo>
                  <a:lnTo>
                    <a:pt x="1103909" y="5861939"/>
                  </a:lnTo>
                  <a:lnTo>
                    <a:pt x="1103909" y="5937631"/>
                  </a:lnTo>
                  <a:lnTo>
                    <a:pt x="1103909" y="7594600"/>
                  </a:lnTo>
                  <a:lnTo>
                    <a:pt x="151384" y="7594600"/>
                  </a:lnTo>
                  <a:lnTo>
                    <a:pt x="151384" y="5937631"/>
                  </a:lnTo>
                  <a:lnTo>
                    <a:pt x="1103909" y="5937631"/>
                  </a:lnTo>
                  <a:lnTo>
                    <a:pt x="1103909" y="5861939"/>
                  </a:lnTo>
                  <a:lnTo>
                    <a:pt x="151384" y="5861939"/>
                  </a:lnTo>
                  <a:lnTo>
                    <a:pt x="151384" y="4247096"/>
                  </a:lnTo>
                  <a:lnTo>
                    <a:pt x="1103909" y="4247096"/>
                  </a:lnTo>
                  <a:lnTo>
                    <a:pt x="1103909" y="4171429"/>
                  </a:lnTo>
                  <a:lnTo>
                    <a:pt x="151384" y="4171429"/>
                  </a:lnTo>
                  <a:lnTo>
                    <a:pt x="151384" y="2438616"/>
                  </a:lnTo>
                  <a:lnTo>
                    <a:pt x="1103909" y="2438616"/>
                  </a:lnTo>
                  <a:lnTo>
                    <a:pt x="1103909" y="2287219"/>
                  </a:lnTo>
                  <a:lnTo>
                    <a:pt x="153009" y="2287219"/>
                  </a:lnTo>
                  <a:lnTo>
                    <a:pt x="153441" y="2273300"/>
                  </a:lnTo>
                  <a:lnTo>
                    <a:pt x="155994" y="2222500"/>
                  </a:lnTo>
                  <a:lnTo>
                    <a:pt x="159550" y="2171700"/>
                  </a:lnTo>
                  <a:lnTo>
                    <a:pt x="164096" y="2133600"/>
                  </a:lnTo>
                  <a:lnTo>
                    <a:pt x="169633" y="2082800"/>
                  </a:lnTo>
                  <a:lnTo>
                    <a:pt x="176136" y="2032000"/>
                  </a:lnTo>
                  <a:lnTo>
                    <a:pt x="183603" y="1993900"/>
                  </a:lnTo>
                  <a:lnTo>
                    <a:pt x="192011" y="1943100"/>
                  </a:lnTo>
                  <a:lnTo>
                    <a:pt x="201371" y="1905000"/>
                  </a:lnTo>
                  <a:lnTo>
                    <a:pt x="211658" y="1854200"/>
                  </a:lnTo>
                  <a:lnTo>
                    <a:pt x="222859" y="1803400"/>
                  </a:lnTo>
                  <a:lnTo>
                    <a:pt x="234975" y="1765300"/>
                  </a:lnTo>
                  <a:lnTo>
                    <a:pt x="247992" y="1714500"/>
                  </a:lnTo>
                  <a:lnTo>
                    <a:pt x="261886" y="1676400"/>
                  </a:lnTo>
                  <a:lnTo>
                    <a:pt x="276656" y="1638300"/>
                  </a:lnTo>
                  <a:lnTo>
                    <a:pt x="292303" y="1587500"/>
                  </a:lnTo>
                  <a:lnTo>
                    <a:pt x="308800" y="1549400"/>
                  </a:lnTo>
                  <a:lnTo>
                    <a:pt x="326148" y="1511300"/>
                  </a:lnTo>
                  <a:lnTo>
                    <a:pt x="344335" y="1460500"/>
                  </a:lnTo>
                  <a:lnTo>
                    <a:pt x="363334" y="1422400"/>
                  </a:lnTo>
                  <a:lnTo>
                    <a:pt x="383159" y="1384300"/>
                  </a:lnTo>
                  <a:lnTo>
                    <a:pt x="403783" y="1346200"/>
                  </a:lnTo>
                  <a:lnTo>
                    <a:pt x="425196" y="1308100"/>
                  </a:lnTo>
                  <a:lnTo>
                    <a:pt x="447395" y="1257300"/>
                  </a:lnTo>
                  <a:lnTo>
                    <a:pt x="470369" y="1219200"/>
                  </a:lnTo>
                  <a:lnTo>
                    <a:pt x="494106" y="1181100"/>
                  </a:lnTo>
                  <a:lnTo>
                    <a:pt x="518591" y="1143000"/>
                  </a:lnTo>
                  <a:lnTo>
                    <a:pt x="543814" y="1104900"/>
                  </a:lnTo>
                  <a:lnTo>
                    <a:pt x="569772" y="1079500"/>
                  </a:lnTo>
                  <a:lnTo>
                    <a:pt x="596442" y="1041400"/>
                  </a:lnTo>
                  <a:lnTo>
                    <a:pt x="623836" y="1003300"/>
                  </a:lnTo>
                  <a:lnTo>
                    <a:pt x="651916" y="965200"/>
                  </a:lnTo>
                  <a:lnTo>
                    <a:pt x="660107" y="954354"/>
                  </a:lnTo>
                  <a:lnTo>
                    <a:pt x="1529829" y="2287219"/>
                  </a:lnTo>
                  <a:lnTo>
                    <a:pt x="1529829" y="2148852"/>
                  </a:lnTo>
                  <a:lnTo>
                    <a:pt x="713359" y="897623"/>
                  </a:lnTo>
                  <a:lnTo>
                    <a:pt x="740257" y="863600"/>
                  </a:lnTo>
                  <a:lnTo>
                    <a:pt x="771029" y="838200"/>
                  </a:lnTo>
                  <a:lnTo>
                    <a:pt x="802449" y="800100"/>
                  </a:lnTo>
                  <a:lnTo>
                    <a:pt x="834517" y="774700"/>
                  </a:lnTo>
                  <a:lnTo>
                    <a:pt x="867194" y="736600"/>
                  </a:lnTo>
                  <a:lnTo>
                    <a:pt x="900493" y="711200"/>
                  </a:lnTo>
                  <a:lnTo>
                    <a:pt x="934389" y="673100"/>
                  </a:lnTo>
                  <a:lnTo>
                    <a:pt x="968895" y="647700"/>
                  </a:lnTo>
                  <a:lnTo>
                    <a:pt x="1003973" y="622300"/>
                  </a:lnTo>
                  <a:lnTo>
                    <a:pt x="1039622" y="596900"/>
                  </a:lnTo>
                  <a:lnTo>
                    <a:pt x="1075842" y="571500"/>
                  </a:lnTo>
                  <a:lnTo>
                    <a:pt x="1112608" y="546100"/>
                  </a:lnTo>
                  <a:lnTo>
                    <a:pt x="1187754" y="495300"/>
                  </a:lnTo>
                  <a:lnTo>
                    <a:pt x="1264983" y="444500"/>
                  </a:lnTo>
                  <a:lnTo>
                    <a:pt x="1304353" y="419100"/>
                  </a:lnTo>
                  <a:lnTo>
                    <a:pt x="1344206" y="406400"/>
                  </a:lnTo>
                  <a:lnTo>
                    <a:pt x="1425346" y="355600"/>
                  </a:lnTo>
                  <a:lnTo>
                    <a:pt x="1466608" y="342900"/>
                  </a:lnTo>
                  <a:lnTo>
                    <a:pt x="1508315" y="317500"/>
                  </a:lnTo>
                  <a:lnTo>
                    <a:pt x="1636026" y="279400"/>
                  </a:lnTo>
                  <a:lnTo>
                    <a:pt x="1679422" y="254000"/>
                  </a:lnTo>
                  <a:lnTo>
                    <a:pt x="1856828" y="203200"/>
                  </a:lnTo>
                  <a:lnTo>
                    <a:pt x="1902091" y="203200"/>
                  </a:lnTo>
                  <a:lnTo>
                    <a:pt x="1993620" y="177800"/>
                  </a:lnTo>
                  <a:lnTo>
                    <a:pt x="2039874" y="177800"/>
                  </a:lnTo>
                  <a:lnTo>
                    <a:pt x="2086444" y="165100"/>
                  </a:lnTo>
                  <a:lnTo>
                    <a:pt x="2133308" y="165100"/>
                  </a:lnTo>
                  <a:lnTo>
                    <a:pt x="2180463" y="152400"/>
                  </a:lnTo>
                  <a:lnTo>
                    <a:pt x="2333891" y="152400"/>
                  </a:lnTo>
                  <a:lnTo>
                    <a:pt x="2333891" y="0"/>
                  </a:lnTo>
                  <a:lnTo>
                    <a:pt x="2179904" y="0"/>
                  </a:lnTo>
                  <a:lnTo>
                    <a:pt x="2132571" y="12700"/>
                  </a:lnTo>
                  <a:lnTo>
                    <a:pt x="2085492" y="12700"/>
                  </a:lnTo>
                  <a:lnTo>
                    <a:pt x="2038705" y="25400"/>
                  </a:lnTo>
                  <a:lnTo>
                    <a:pt x="1992198" y="25400"/>
                  </a:lnTo>
                  <a:lnTo>
                    <a:pt x="1900097" y="50800"/>
                  </a:lnTo>
                  <a:lnTo>
                    <a:pt x="1854517" y="50800"/>
                  </a:lnTo>
                  <a:lnTo>
                    <a:pt x="1588147" y="127000"/>
                  </a:lnTo>
                  <a:lnTo>
                    <a:pt x="1545031" y="152400"/>
                  </a:lnTo>
                  <a:lnTo>
                    <a:pt x="1459979" y="177800"/>
                  </a:lnTo>
                  <a:lnTo>
                    <a:pt x="1418056" y="203200"/>
                  </a:lnTo>
                  <a:lnTo>
                    <a:pt x="1376553" y="215900"/>
                  </a:lnTo>
                  <a:lnTo>
                    <a:pt x="1335481" y="241300"/>
                  </a:lnTo>
                  <a:lnTo>
                    <a:pt x="1294841" y="254000"/>
                  </a:lnTo>
                  <a:lnTo>
                    <a:pt x="1214907" y="304800"/>
                  </a:lnTo>
                  <a:lnTo>
                    <a:pt x="1175626" y="317500"/>
                  </a:lnTo>
                  <a:lnTo>
                    <a:pt x="1098511" y="368300"/>
                  </a:lnTo>
                  <a:lnTo>
                    <a:pt x="1023353" y="419100"/>
                  </a:lnTo>
                  <a:lnTo>
                    <a:pt x="950226" y="469900"/>
                  </a:lnTo>
                  <a:lnTo>
                    <a:pt x="914450" y="495300"/>
                  </a:lnTo>
                  <a:lnTo>
                    <a:pt x="879221" y="533400"/>
                  </a:lnTo>
                  <a:lnTo>
                    <a:pt x="844537" y="558800"/>
                  </a:lnTo>
                  <a:lnTo>
                    <a:pt x="810412" y="584200"/>
                  </a:lnTo>
                  <a:lnTo>
                    <a:pt x="776846" y="609600"/>
                  </a:lnTo>
                  <a:lnTo>
                    <a:pt x="743851" y="647700"/>
                  </a:lnTo>
                  <a:lnTo>
                    <a:pt x="711454" y="673100"/>
                  </a:lnTo>
                  <a:lnTo>
                    <a:pt x="679640" y="711200"/>
                  </a:lnTo>
                  <a:lnTo>
                    <a:pt x="648423" y="736600"/>
                  </a:lnTo>
                  <a:lnTo>
                    <a:pt x="617829" y="774700"/>
                  </a:lnTo>
                  <a:lnTo>
                    <a:pt x="587857" y="812800"/>
                  </a:lnTo>
                  <a:lnTo>
                    <a:pt x="558507" y="838200"/>
                  </a:lnTo>
                  <a:lnTo>
                    <a:pt x="529793" y="876300"/>
                  </a:lnTo>
                  <a:lnTo>
                    <a:pt x="501738" y="914400"/>
                  </a:lnTo>
                  <a:lnTo>
                    <a:pt x="474345" y="952500"/>
                  </a:lnTo>
                  <a:lnTo>
                    <a:pt x="447611" y="977900"/>
                  </a:lnTo>
                  <a:lnTo>
                    <a:pt x="421551" y="1016000"/>
                  </a:lnTo>
                  <a:lnTo>
                    <a:pt x="396189" y="1054100"/>
                  </a:lnTo>
                  <a:lnTo>
                    <a:pt x="371513" y="1092200"/>
                  </a:lnTo>
                  <a:lnTo>
                    <a:pt x="347535" y="1130300"/>
                  </a:lnTo>
                  <a:lnTo>
                    <a:pt x="324281" y="1168400"/>
                  </a:lnTo>
                  <a:lnTo>
                    <a:pt x="301752" y="1206500"/>
                  </a:lnTo>
                  <a:lnTo>
                    <a:pt x="279946" y="1257300"/>
                  </a:lnTo>
                  <a:lnTo>
                    <a:pt x="258889" y="1295400"/>
                  </a:lnTo>
                  <a:lnTo>
                    <a:pt x="238582" y="1333500"/>
                  </a:lnTo>
                  <a:lnTo>
                    <a:pt x="219036" y="1371600"/>
                  </a:lnTo>
                  <a:lnTo>
                    <a:pt x="200253" y="1409700"/>
                  </a:lnTo>
                  <a:lnTo>
                    <a:pt x="182257" y="1460500"/>
                  </a:lnTo>
                  <a:lnTo>
                    <a:pt x="165036" y="1498600"/>
                  </a:lnTo>
                  <a:lnTo>
                    <a:pt x="148628" y="1536700"/>
                  </a:lnTo>
                  <a:lnTo>
                    <a:pt x="133019" y="1587500"/>
                  </a:lnTo>
                  <a:lnTo>
                    <a:pt x="118224" y="1625600"/>
                  </a:lnTo>
                  <a:lnTo>
                    <a:pt x="104254" y="1676400"/>
                  </a:lnTo>
                  <a:lnTo>
                    <a:pt x="91122" y="1714500"/>
                  </a:lnTo>
                  <a:lnTo>
                    <a:pt x="78828" y="1765300"/>
                  </a:lnTo>
                  <a:lnTo>
                    <a:pt x="67386" y="1803400"/>
                  </a:lnTo>
                  <a:lnTo>
                    <a:pt x="56807" y="1854200"/>
                  </a:lnTo>
                  <a:lnTo>
                    <a:pt x="47104" y="1892300"/>
                  </a:lnTo>
                  <a:lnTo>
                    <a:pt x="38277" y="1943100"/>
                  </a:lnTo>
                  <a:lnTo>
                    <a:pt x="30340" y="1993900"/>
                  </a:lnTo>
                  <a:lnTo>
                    <a:pt x="23304" y="2032000"/>
                  </a:lnTo>
                  <a:lnTo>
                    <a:pt x="17183" y="2082800"/>
                  </a:lnTo>
                  <a:lnTo>
                    <a:pt x="11963" y="2133600"/>
                  </a:lnTo>
                  <a:lnTo>
                    <a:pt x="7683" y="2171700"/>
                  </a:lnTo>
                  <a:lnTo>
                    <a:pt x="4330" y="2222500"/>
                  </a:lnTo>
                  <a:lnTo>
                    <a:pt x="1930" y="2273300"/>
                  </a:lnTo>
                  <a:lnTo>
                    <a:pt x="482" y="2324100"/>
                  </a:lnTo>
                  <a:lnTo>
                    <a:pt x="0" y="2374900"/>
                  </a:lnTo>
                  <a:lnTo>
                    <a:pt x="0" y="7734300"/>
                  </a:lnTo>
                  <a:lnTo>
                    <a:pt x="4743526" y="7734300"/>
                  </a:lnTo>
                  <a:lnTo>
                    <a:pt x="4743526" y="7594600"/>
                  </a:lnTo>
                  <a:lnTo>
                    <a:pt x="4743526" y="237490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437378" y="1250012"/>
              <a:ext cx="4581525" cy="7618095"/>
            </a:xfrm>
            <a:custGeom>
              <a:avLst/>
              <a:gdLst/>
              <a:ahLst/>
              <a:cxnLst/>
              <a:rect l="l" t="t" r="r" b="b"/>
              <a:pathLst>
                <a:path w="4581525" h="7618095">
                  <a:moveTo>
                    <a:pt x="2364263" y="0"/>
                  </a:moveTo>
                  <a:lnTo>
                    <a:pt x="1001140" y="192607"/>
                  </a:lnTo>
                  <a:lnTo>
                    <a:pt x="300488" y="500711"/>
                  </a:lnTo>
                  <a:lnTo>
                    <a:pt x="40658" y="1143820"/>
                  </a:lnTo>
                  <a:lnTo>
                    <a:pt x="0" y="2341447"/>
                  </a:lnTo>
                  <a:lnTo>
                    <a:pt x="0" y="7617809"/>
                  </a:lnTo>
                  <a:lnTo>
                    <a:pt x="4553515" y="7617809"/>
                  </a:lnTo>
                  <a:lnTo>
                    <a:pt x="4581117" y="2417141"/>
                  </a:lnTo>
                  <a:lnTo>
                    <a:pt x="4556438" y="1131226"/>
                  </a:lnTo>
                  <a:lnTo>
                    <a:pt x="4317290" y="450803"/>
                  </a:lnTo>
                  <a:lnTo>
                    <a:pt x="3655841" y="149263"/>
                  </a:lnTo>
                  <a:lnTo>
                    <a:pt x="2364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3350671" y="1228553"/>
              <a:ext cx="4744085" cy="7734300"/>
            </a:xfrm>
            <a:custGeom>
              <a:avLst/>
              <a:gdLst/>
              <a:ahLst/>
              <a:cxnLst/>
              <a:rect l="l" t="t" r="r" b="b"/>
              <a:pathLst>
                <a:path w="4744084" h="7734300">
                  <a:moveTo>
                    <a:pt x="4743513" y="2374900"/>
                  </a:moveTo>
                  <a:lnTo>
                    <a:pt x="4743031" y="2324100"/>
                  </a:lnTo>
                  <a:lnTo>
                    <a:pt x="4741583" y="2273300"/>
                  </a:lnTo>
                  <a:lnTo>
                    <a:pt x="4739183" y="2222500"/>
                  </a:lnTo>
                  <a:lnTo>
                    <a:pt x="4735830" y="2171700"/>
                  </a:lnTo>
                  <a:lnTo>
                    <a:pt x="4731550" y="2133600"/>
                  </a:lnTo>
                  <a:lnTo>
                    <a:pt x="4726330" y="2082800"/>
                  </a:lnTo>
                  <a:lnTo>
                    <a:pt x="4720209" y="2032000"/>
                  </a:lnTo>
                  <a:lnTo>
                    <a:pt x="4713173" y="1993900"/>
                  </a:lnTo>
                  <a:lnTo>
                    <a:pt x="4705235" y="1943100"/>
                  </a:lnTo>
                  <a:lnTo>
                    <a:pt x="4696409" y="1892300"/>
                  </a:lnTo>
                  <a:lnTo>
                    <a:pt x="4686706" y="1854200"/>
                  </a:lnTo>
                  <a:lnTo>
                    <a:pt x="4676127" y="1803400"/>
                  </a:lnTo>
                  <a:lnTo>
                    <a:pt x="4664684" y="1765300"/>
                  </a:lnTo>
                  <a:lnTo>
                    <a:pt x="4652391" y="1714500"/>
                  </a:lnTo>
                  <a:lnTo>
                    <a:pt x="4639259" y="1676400"/>
                  </a:lnTo>
                  <a:lnTo>
                    <a:pt x="4625289" y="1625600"/>
                  </a:lnTo>
                  <a:lnTo>
                    <a:pt x="4610493" y="1587500"/>
                  </a:lnTo>
                  <a:lnTo>
                    <a:pt x="4594885" y="1536700"/>
                  </a:lnTo>
                  <a:lnTo>
                    <a:pt x="4592117" y="1530273"/>
                  </a:lnTo>
                  <a:lnTo>
                    <a:pt x="4592117" y="2438603"/>
                  </a:lnTo>
                  <a:lnTo>
                    <a:pt x="4592117" y="4171429"/>
                  </a:lnTo>
                  <a:lnTo>
                    <a:pt x="4592117" y="4247096"/>
                  </a:lnTo>
                  <a:lnTo>
                    <a:pt x="4592117" y="5861939"/>
                  </a:lnTo>
                  <a:lnTo>
                    <a:pt x="4592117" y="5937631"/>
                  </a:lnTo>
                  <a:lnTo>
                    <a:pt x="4592117" y="7594600"/>
                  </a:lnTo>
                  <a:lnTo>
                    <a:pt x="3639616" y="7594600"/>
                  </a:lnTo>
                  <a:lnTo>
                    <a:pt x="3639616" y="5937631"/>
                  </a:lnTo>
                  <a:lnTo>
                    <a:pt x="4592117" y="5937631"/>
                  </a:lnTo>
                  <a:lnTo>
                    <a:pt x="4592117" y="5861939"/>
                  </a:lnTo>
                  <a:lnTo>
                    <a:pt x="3639616" y="5861939"/>
                  </a:lnTo>
                  <a:lnTo>
                    <a:pt x="3639616" y="4247096"/>
                  </a:lnTo>
                  <a:lnTo>
                    <a:pt x="4592117" y="4247096"/>
                  </a:lnTo>
                  <a:lnTo>
                    <a:pt x="4592117" y="4171429"/>
                  </a:lnTo>
                  <a:lnTo>
                    <a:pt x="3639616" y="4171429"/>
                  </a:lnTo>
                  <a:lnTo>
                    <a:pt x="3639616" y="2438603"/>
                  </a:lnTo>
                  <a:lnTo>
                    <a:pt x="4592117" y="2438603"/>
                  </a:lnTo>
                  <a:lnTo>
                    <a:pt x="4592117" y="1530273"/>
                  </a:lnTo>
                  <a:lnTo>
                    <a:pt x="4590478" y="1526476"/>
                  </a:lnTo>
                  <a:lnTo>
                    <a:pt x="4590478" y="2287219"/>
                  </a:lnTo>
                  <a:lnTo>
                    <a:pt x="3563924" y="2287219"/>
                  </a:lnTo>
                  <a:lnTo>
                    <a:pt x="3563924" y="7594600"/>
                  </a:lnTo>
                  <a:lnTo>
                    <a:pt x="1179576" y="7594600"/>
                  </a:lnTo>
                  <a:lnTo>
                    <a:pt x="1179576" y="6620904"/>
                  </a:lnTo>
                  <a:lnTo>
                    <a:pt x="1179576" y="6531483"/>
                  </a:lnTo>
                  <a:lnTo>
                    <a:pt x="1103909" y="6531483"/>
                  </a:lnTo>
                  <a:lnTo>
                    <a:pt x="1103909" y="6620904"/>
                  </a:lnTo>
                  <a:lnTo>
                    <a:pt x="1103909" y="7594600"/>
                  </a:lnTo>
                  <a:lnTo>
                    <a:pt x="151384" y="7594600"/>
                  </a:lnTo>
                  <a:lnTo>
                    <a:pt x="151384" y="4247096"/>
                  </a:lnTo>
                  <a:lnTo>
                    <a:pt x="1103909" y="4247096"/>
                  </a:lnTo>
                  <a:lnTo>
                    <a:pt x="1103909" y="5155971"/>
                  </a:lnTo>
                  <a:lnTo>
                    <a:pt x="1179576" y="5155971"/>
                  </a:lnTo>
                  <a:lnTo>
                    <a:pt x="1179576" y="4247096"/>
                  </a:lnTo>
                  <a:lnTo>
                    <a:pt x="2333917" y="4247096"/>
                  </a:lnTo>
                  <a:lnTo>
                    <a:pt x="2333917" y="5861939"/>
                  </a:lnTo>
                  <a:lnTo>
                    <a:pt x="2077669" y="5861939"/>
                  </a:lnTo>
                  <a:lnTo>
                    <a:pt x="2077669" y="5937631"/>
                  </a:lnTo>
                  <a:lnTo>
                    <a:pt x="2333917" y="5937631"/>
                  </a:lnTo>
                  <a:lnTo>
                    <a:pt x="2333917" y="6620904"/>
                  </a:lnTo>
                  <a:lnTo>
                    <a:pt x="2409609" y="6620904"/>
                  </a:lnTo>
                  <a:lnTo>
                    <a:pt x="2409609" y="5937631"/>
                  </a:lnTo>
                  <a:lnTo>
                    <a:pt x="3563924" y="5937631"/>
                  </a:lnTo>
                  <a:lnTo>
                    <a:pt x="3563924" y="5861939"/>
                  </a:lnTo>
                  <a:lnTo>
                    <a:pt x="2409609" y="5861939"/>
                  </a:lnTo>
                  <a:lnTo>
                    <a:pt x="2409609" y="4247096"/>
                  </a:lnTo>
                  <a:lnTo>
                    <a:pt x="3563924" y="4247096"/>
                  </a:lnTo>
                  <a:lnTo>
                    <a:pt x="3563924" y="4171429"/>
                  </a:lnTo>
                  <a:lnTo>
                    <a:pt x="2409609" y="4171429"/>
                  </a:lnTo>
                  <a:lnTo>
                    <a:pt x="2409609" y="2438603"/>
                  </a:lnTo>
                  <a:lnTo>
                    <a:pt x="3563924" y="2438603"/>
                  </a:lnTo>
                  <a:lnTo>
                    <a:pt x="3563924" y="2287219"/>
                  </a:lnTo>
                  <a:lnTo>
                    <a:pt x="3213633" y="2287219"/>
                  </a:lnTo>
                  <a:lnTo>
                    <a:pt x="4083380" y="954328"/>
                  </a:lnTo>
                  <a:lnTo>
                    <a:pt x="4091597" y="965200"/>
                  </a:lnTo>
                  <a:lnTo>
                    <a:pt x="4119676" y="1003300"/>
                  </a:lnTo>
                  <a:lnTo>
                    <a:pt x="4147058" y="1041400"/>
                  </a:lnTo>
                  <a:lnTo>
                    <a:pt x="4173740" y="1079500"/>
                  </a:lnTo>
                  <a:lnTo>
                    <a:pt x="4199699" y="1104900"/>
                  </a:lnTo>
                  <a:lnTo>
                    <a:pt x="4224921" y="1143000"/>
                  </a:lnTo>
                  <a:lnTo>
                    <a:pt x="4249407" y="1181100"/>
                  </a:lnTo>
                  <a:lnTo>
                    <a:pt x="4273143" y="1219200"/>
                  </a:lnTo>
                  <a:lnTo>
                    <a:pt x="4296118" y="1257300"/>
                  </a:lnTo>
                  <a:lnTo>
                    <a:pt x="4318317" y="1308100"/>
                  </a:lnTo>
                  <a:lnTo>
                    <a:pt x="4339729" y="1346200"/>
                  </a:lnTo>
                  <a:lnTo>
                    <a:pt x="4360354" y="1384300"/>
                  </a:lnTo>
                  <a:lnTo>
                    <a:pt x="4380166" y="1422400"/>
                  </a:lnTo>
                  <a:lnTo>
                    <a:pt x="4399178" y="1460500"/>
                  </a:lnTo>
                  <a:lnTo>
                    <a:pt x="4417352" y="1511300"/>
                  </a:lnTo>
                  <a:lnTo>
                    <a:pt x="4434700" y="1549400"/>
                  </a:lnTo>
                  <a:lnTo>
                    <a:pt x="4451197" y="1587500"/>
                  </a:lnTo>
                  <a:lnTo>
                    <a:pt x="4466844" y="1638300"/>
                  </a:lnTo>
                  <a:lnTo>
                    <a:pt x="4481627" y="1676400"/>
                  </a:lnTo>
                  <a:lnTo>
                    <a:pt x="4495520" y="1714500"/>
                  </a:lnTo>
                  <a:lnTo>
                    <a:pt x="4508538" y="1765300"/>
                  </a:lnTo>
                  <a:lnTo>
                    <a:pt x="4520641" y="1803400"/>
                  </a:lnTo>
                  <a:lnTo>
                    <a:pt x="4531855" y="1854200"/>
                  </a:lnTo>
                  <a:lnTo>
                    <a:pt x="4542129" y="1905000"/>
                  </a:lnTo>
                  <a:lnTo>
                    <a:pt x="4551489" y="1943100"/>
                  </a:lnTo>
                  <a:lnTo>
                    <a:pt x="4559909" y="1993900"/>
                  </a:lnTo>
                  <a:lnTo>
                    <a:pt x="4567364" y="2032000"/>
                  </a:lnTo>
                  <a:lnTo>
                    <a:pt x="4573867" y="2082800"/>
                  </a:lnTo>
                  <a:lnTo>
                    <a:pt x="4579404" y="2133600"/>
                  </a:lnTo>
                  <a:lnTo>
                    <a:pt x="4583950" y="2171700"/>
                  </a:lnTo>
                  <a:lnTo>
                    <a:pt x="4587506" y="2222500"/>
                  </a:lnTo>
                  <a:lnTo>
                    <a:pt x="4590059" y="2273300"/>
                  </a:lnTo>
                  <a:lnTo>
                    <a:pt x="4590478" y="2287219"/>
                  </a:lnTo>
                  <a:lnTo>
                    <a:pt x="4590478" y="1526476"/>
                  </a:lnTo>
                  <a:lnTo>
                    <a:pt x="4578477" y="1498600"/>
                  </a:lnTo>
                  <a:lnTo>
                    <a:pt x="4561256" y="1460500"/>
                  </a:lnTo>
                  <a:lnTo>
                    <a:pt x="4543260" y="1409700"/>
                  </a:lnTo>
                  <a:lnTo>
                    <a:pt x="4524476" y="1371600"/>
                  </a:lnTo>
                  <a:lnTo>
                    <a:pt x="4504931" y="1333500"/>
                  </a:lnTo>
                  <a:lnTo>
                    <a:pt x="4484624" y="1295400"/>
                  </a:lnTo>
                  <a:lnTo>
                    <a:pt x="4463567" y="1257300"/>
                  </a:lnTo>
                  <a:lnTo>
                    <a:pt x="4441761" y="1206500"/>
                  </a:lnTo>
                  <a:lnTo>
                    <a:pt x="4419231" y="1168400"/>
                  </a:lnTo>
                  <a:lnTo>
                    <a:pt x="4395978" y="1130300"/>
                  </a:lnTo>
                  <a:lnTo>
                    <a:pt x="4372000" y="1092200"/>
                  </a:lnTo>
                  <a:lnTo>
                    <a:pt x="4347324" y="1054100"/>
                  </a:lnTo>
                  <a:lnTo>
                    <a:pt x="4321962" y="1016000"/>
                  </a:lnTo>
                  <a:lnTo>
                    <a:pt x="4295902" y="977900"/>
                  </a:lnTo>
                  <a:lnTo>
                    <a:pt x="4269168" y="952500"/>
                  </a:lnTo>
                  <a:lnTo>
                    <a:pt x="4241774" y="914400"/>
                  </a:lnTo>
                  <a:lnTo>
                    <a:pt x="4213720" y="876300"/>
                  </a:lnTo>
                  <a:lnTo>
                    <a:pt x="4185005" y="838200"/>
                  </a:lnTo>
                  <a:lnTo>
                    <a:pt x="4155668" y="812800"/>
                  </a:lnTo>
                  <a:lnTo>
                    <a:pt x="4125684" y="774700"/>
                  </a:lnTo>
                  <a:lnTo>
                    <a:pt x="4095089" y="736600"/>
                  </a:lnTo>
                  <a:lnTo>
                    <a:pt x="4063885" y="711200"/>
                  </a:lnTo>
                  <a:lnTo>
                    <a:pt x="4032072" y="673100"/>
                  </a:lnTo>
                  <a:lnTo>
                    <a:pt x="4030116" y="671576"/>
                  </a:lnTo>
                  <a:lnTo>
                    <a:pt x="4030116" y="897597"/>
                  </a:lnTo>
                  <a:lnTo>
                    <a:pt x="3123336" y="2287219"/>
                  </a:lnTo>
                  <a:lnTo>
                    <a:pt x="2409583" y="2287219"/>
                  </a:lnTo>
                  <a:lnTo>
                    <a:pt x="2409583" y="152400"/>
                  </a:lnTo>
                  <a:lnTo>
                    <a:pt x="2563063" y="152400"/>
                  </a:lnTo>
                  <a:lnTo>
                    <a:pt x="2610218" y="165100"/>
                  </a:lnTo>
                  <a:lnTo>
                    <a:pt x="2657081" y="165100"/>
                  </a:lnTo>
                  <a:lnTo>
                    <a:pt x="2703652" y="177800"/>
                  </a:lnTo>
                  <a:lnTo>
                    <a:pt x="2749905" y="177800"/>
                  </a:lnTo>
                  <a:lnTo>
                    <a:pt x="2841434" y="203200"/>
                  </a:lnTo>
                  <a:lnTo>
                    <a:pt x="2886697" y="203200"/>
                  </a:lnTo>
                  <a:lnTo>
                    <a:pt x="3064103" y="254000"/>
                  </a:lnTo>
                  <a:lnTo>
                    <a:pt x="3107499" y="279400"/>
                  </a:lnTo>
                  <a:lnTo>
                    <a:pt x="3235198" y="317500"/>
                  </a:lnTo>
                  <a:lnTo>
                    <a:pt x="3276904" y="342900"/>
                  </a:lnTo>
                  <a:lnTo>
                    <a:pt x="3318167" y="355600"/>
                  </a:lnTo>
                  <a:lnTo>
                    <a:pt x="3399307" y="406400"/>
                  </a:lnTo>
                  <a:lnTo>
                    <a:pt x="3439172" y="419100"/>
                  </a:lnTo>
                  <a:lnTo>
                    <a:pt x="3478530" y="444500"/>
                  </a:lnTo>
                  <a:lnTo>
                    <a:pt x="3555758" y="495300"/>
                  </a:lnTo>
                  <a:lnTo>
                    <a:pt x="3630917" y="546100"/>
                  </a:lnTo>
                  <a:lnTo>
                    <a:pt x="3667683" y="571500"/>
                  </a:lnTo>
                  <a:lnTo>
                    <a:pt x="3703891" y="596900"/>
                  </a:lnTo>
                  <a:lnTo>
                    <a:pt x="3739540" y="622300"/>
                  </a:lnTo>
                  <a:lnTo>
                    <a:pt x="3774617" y="647700"/>
                  </a:lnTo>
                  <a:lnTo>
                    <a:pt x="3809123" y="673100"/>
                  </a:lnTo>
                  <a:lnTo>
                    <a:pt x="3843020" y="711200"/>
                  </a:lnTo>
                  <a:lnTo>
                    <a:pt x="3876319" y="736600"/>
                  </a:lnTo>
                  <a:lnTo>
                    <a:pt x="3908996" y="774700"/>
                  </a:lnTo>
                  <a:lnTo>
                    <a:pt x="3941064" y="800100"/>
                  </a:lnTo>
                  <a:lnTo>
                    <a:pt x="3972483" y="838200"/>
                  </a:lnTo>
                  <a:lnTo>
                    <a:pt x="4003256" y="863600"/>
                  </a:lnTo>
                  <a:lnTo>
                    <a:pt x="4030116" y="897597"/>
                  </a:lnTo>
                  <a:lnTo>
                    <a:pt x="4030116" y="671576"/>
                  </a:lnTo>
                  <a:lnTo>
                    <a:pt x="3999661" y="647700"/>
                  </a:lnTo>
                  <a:lnTo>
                    <a:pt x="3966667" y="609600"/>
                  </a:lnTo>
                  <a:lnTo>
                    <a:pt x="3933113" y="584200"/>
                  </a:lnTo>
                  <a:lnTo>
                    <a:pt x="3898976" y="558800"/>
                  </a:lnTo>
                  <a:lnTo>
                    <a:pt x="3864292" y="533400"/>
                  </a:lnTo>
                  <a:lnTo>
                    <a:pt x="3829062" y="495300"/>
                  </a:lnTo>
                  <a:lnTo>
                    <a:pt x="3793286" y="469900"/>
                  </a:lnTo>
                  <a:lnTo>
                    <a:pt x="3720173" y="419100"/>
                  </a:lnTo>
                  <a:lnTo>
                    <a:pt x="3645014" y="368300"/>
                  </a:lnTo>
                  <a:lnTo>
                    <a:pt x="3567887" y="317500"/>
                  </a:lnTo>
                  <a:lnTo>
                    <a:pt x="3528606" y="304800"/>
                  </a:lnTo>
                  <a:lnTo>
                    <a:pt x="3448672" y="254000"/>
                  </a:lnTo>
                  <a:lnTo>
                    <a:pt x="3408032" y="241300"/>
                  </a:lnTo>
                  <a:lnTo>
                    <a:pt x="3366960" y="215900"/>
                  </a:lnTo>
                  <a:lnTo>
                    <a:pt x="3325457" y="203200"/>
                  </a:lnTo>
                  <a:lnTo>
                    <a:pt x="3283534" y="177800"/>
                  </a:lnTo>
                  <a:lnTo>
                    <a:pt x="3198482" y="152400"/>
                  </a:lnTo>
                  <a:lnTo>
                    <a:pt x="3155365" y="127000"/>
                  </a:lnTo>
                  <a:lnTo>
                    <a:pt x="2889008" y="50800"/>
                  </a:lnTo>
                  <a:lnTo>
                    <a:pt x="2843428" y="50800"/>
                  </a:lnTo>
                  <a:lnTo>
                    <a:pt x="2751315" y="25400"/>
                  </a:lnTo>
                  <a:lnTo>
                    <a:pt x="2704820" y="25400"/>
                  </a:lnTo>
                  <a:lnTo>
                    <a:pt x="2658021" y="12700"/>
                  </a:lnTo>
                  <a:lnTo>
                    <a:pt x="2610955" y="12700"/>
                  </a:lnTo>
                  <a:lnTo>
                    <a:pt x="2563622" y="0"/>
                  </a:lnTo>
                  <a:lnTo>
                    <a:pt x="2333917" y="0"/>
                  </a:lnTo>
                  <a:lnTo>
                    <a:pt x="2333917" y="2438603"/>
                  </a:lnTo>
                  <a:lnTo>
                    <a:pt x="2333917" y="4171429"/>
                  </a:lnTo>
                  <a:lnTo>
                    <a:pt x="1179576" y="4171429"/>
                  </a:lnTo>
                  <a:lnTo>
                    <a:pt x="1179576" y="2438603"/>
                  </a:lnTo>
                  <a:lnTo>
                    <a:pt x="2333917" y="2438603"/>
                  </a:lnTo>
                  <a:lnTo>
                    <a:pt x="2333917" y="0"/>
                  </a:lnTo>
                  <a:lnTo>
                    <a:pt x="2333891" y="152400"/>
                  </a:lnTo>
                  <a:lnTo>
                    <a:pt x="2333891" y="2287219"/>
                  </a:lnTo>
                  <a:lnTo>
                    <a:pt x="1620126" y="2287219"/>
                  </a:lnTo>
                  <a:lnTo>
                    <a:pt x="1529829" y="2148852"/>
                  </a:lnTo>
                  <a:lnTo>
                    <a:pt x="1529829" y="2287219"/>
                  </a:lnTo>
                  <a:lnTo>
                    <a:pt x="1103909" y="2287219"/>
                  </a:lnTo>
                  <a:lnTo>
                    <a:pt x="1103909" y="2438603"/>
                  </a:lnTo>
                  <a:lnTo>
                    <a:pt x="1103909" y="4171429"/>
                  </a:lnTo>
                  <a:lnTo>
                    <a:pt x="151384" y="4171429"/>
                  </a:lnTo>
                  <a:lnTo>
                    <a:pt x="151384" y="2438603"/>
                  </a:lnTo>
                  <a:lnTo>
                    <a:pt x="1103909" y="2438603"/>
                  </a:lnTo>
                  <a:lnTo>
                    <a:pt x="1103909" y="2287219"/>
                  </a:lnTo>
                  <a:lnTo>
                    <a:pt x="153009" y="2287219"/>
                  </a:lnTo>
                  <a:lnTo>
                    <a:pt x="153441" y="2273300"/>
                  </a:lnTo>
                  <a:lnTo>
                    <a:pt x="155994" y="2222500"/>
                  </a:lnTo>
                  <a:lnTo>
                    <a:pt x="159550" y="2171700"/>
                  </a:lnTo>
                  <a:lnTo>
                    <a:pt x="164096" y="2133600"/>
                  </a:lnTo>
                  <a:lnTo>
                    <a:pt x="169633" y="2082800"/>
                  </a:lnTo>
                  <a:lnTo>
                    <a:pt x="176136" y="2032000"/>
                  </a:lnTo>
                  <a:lnTo>
                    <a:pt x="183603" y="1993900"/>
                  </a:lnTo>
                  <a:lnTo>
                    <a:pt x="192011" y="1943100"/>
                  </a:lnTo>
                  <a:lnTo>
                    <a:pt x="201371" y="1905000"/>
                  </a:lnTo>
                  <a:lnTo>
                    <a:pt x="211658" y="1854200"/>
                  </a:lnTo>
                  <a:lnTo>
                    <a:pt x="222859" y="1803400"/>
                  </a:lnTo>
                  <a:lnTo>
                    <a:pt x="234975" y="1765300"/>
                  </a:lnTo>
                  <a:lnTo>
                    <a:pt x="247980" y="1714500"/>
                  </a:lnTo>
                  <a:lnTo>
                    <a:pt x="261886" y="1676400"/>
                  </a:lnTo>
                  <a:lnTo>
                    <a:pt x="276656" y="1638300"/>
                  </a:lnTo>
                  <a:lnTo>
                    <a:pt x="292303" y="1587500"/>
                  </a:lnTo>
                  <a:lnTo>
                    <a:pt x="308800" y="1549400"/>
                  </a:lnTo>
                  <a:lnTo>
                    <a:pt x="326148" y="1511300"/>
                  </a:lnTo>
                  <a:lnTo>
                    <a:pt x="344322" y="1460500"/>
                  </a:lnTo>
                  <a:lnTo>
                    <a:pt x="363334" y="1422400"/>
                  </a:lnTo>
                  <a:lnTo>
                    <a:pt x="383146" y="1384300"/>
                  </a:lnTo>
                  <a:lnTo>
                    <a:pt x="403771" y="1346200"/>
                  </a:lnTo>
                  <a:lnTo>
                    <a:pt x="425196" y="1308100"/>
                  </a:lnTo>
                  <a:lnTo>
                    <a:pt x="447395" y="1257300"/>
                  </a:lnTo>
                  <a:lnTo>
                    <a:pt x="470369" y="1219200"/>
                  </a:lnTo>
                  <a:lnTo>
                    <a:pt x="494093" y="1181100"/>
                  </a:lnTo>
                  <a:lnTo>
                    <a:pt x="518579" y="1143000"/>
                  </a:lnTo>
                  <a:lnTo>
                    <a:pt x="543814" y="1104900"/>
                  </a:lnTo>
                  <a:lnTo>
                    <a:pt x="569760" y="1079500"/>
                  </a:lnTo>
                  <a:lnTo>
                    <a:pt x="596442" y="1041400"/>
                  </a:lnTo>
                  <a:lnTo>
                    <a:pt x="623824" y="1003300"/>
                  </a:lnTo>
                  <a:lnTo>
                    <a:pt x="651916" y="965200"/>
                  </a:lnTo>
                  <a:lnTo>
                    <a:pt x="660095" y="954354"/>
                  </a:lnTo>
                  <a:lnTo>
                    <a:pt x="1529829" y="2287219"/>
                  </a:lnTo>
                  <a:lnTo>
                    <a:pt x="1529829" y="2148852"/>
                  </a:lnTo>
                  <a:lnTo>
                    <a:pt x="713359" y="897610"/>
                  </a:lnTo>
                  <a:lnTo>
                    <a:pt x="740257" y="863600"/>
                  </a:lnTo>
                  <a:lnTo>
                    <a:pt x="771029" y="838200"/>
                  </a:lnTo>
                  <a:lnTo>
                    <a:pt x="802449" y="800100"/>
                  </a:lnTo>
                  <a:lnTo>
                    <a:pt x="834504" y="774700"/>
                  </a:lnTo>
                  <a:lnTo>
                    <a:pt x="867181" y="736600"/>
                  </a:lnTo>
                  <a:lnTo>
                    <a:pt x="900480" y="711200"/>
                  </a:lnTo>
                  <a:lnTo>
                    <a:pt x="934389" y="673100"/>
                  </a:lnTo>
                  <a:lnTo>
                    <a:pt x="968883" y="647700"/>
                  </a:lnTo>
                  <a:lnTo>
                    <a:pt x="1003960" y="622300"/>
                  </a:lnTo>
                  <a:lnTo>
                    <a:pt x="1039609" y="596900"/>
                  </a:lnTo>
                  <a:lnTo>
                    <a:pt x="1075829" y="571500"/>
                  </a:lnTo>
                  <a:lnTo>
                    <a:pt x="1112596" y="546100"/>
                  </a:lnTo>
                  <a:lnTo>
                    <a:pt x="1187742" y="495300"/>
                  </a:lnTo>
                  <a:lnTo>
                    <a:pt x="1264970" y="444500"/>
                  </a:lnTo>
                  <a:lnTo>
                    <a:pt x="1304340" y="419100"/>
                  </a:lnTo>
                  <a:lnTo>
                    <a:pt x="1344193" y="406400"/>
                  </a:lnTo>
                  <a:lnTo>
                    <a:pt x="1425333" y="355600"/>
                  </a:lnTo>
                  <a:lnTo>
                    <a:pt x="1466596" y="342900"/>
                  </a:lnTo>
                  <a:lnTo>
                    <a:pt x="1508315" y="317500"/>
                  </a:lnTo>
                  <a:lnTo>
                    <a:pt x="1636014" y="279400"/>
                  </a:lnTo>
                  <a:lnTo>
                    <a:pt x="1679409" y="254000"/>
                  </a:lnTo>
                  <a:lnTo>
                    <a:pt x="1856816" y="203200"/>
                  </a:lnTo>
                  <a:lnTo>
                    <a:pt x="1902079" y="203200"/>
                  </a:lnTo>
                  <a:lnTo>
                    <a:pt x="1993607" y="177800"/>
                  </a:lnTo>
                  <a:lnTo>
                    <a:pt x="2039861" y="177800"/>
                  </a:lnTo>
                  <a:lnTo>
                    <a:pt x="2086432" y="165100"/>
                  </a:lnTo>
                  <a:lnTo>
                    <a:pt x="2133295" y="165100"/>
                  </a:lnTo>
                  <a:lnTo>
                    <a:pt x="2180450" y="152400"/>
                  </a:lnTo>
                  <a:lnTo>
                    <a:pt x="2333891" y="152400"/>
                  </a:lnTo>
                  <a:lnTo>
                    <a:pt x="2333891" y="0"/>
                  </a:lnTo>
                  <a:lnTo>
                    <a:pt x="2179891" y="0"/>
                  </a:lnTo>
                  <a:lnTo>
                    <a:pt x="2132558" y="12700"/>
                  </a:lnTo>
                  <a:lnTo>
                    <a:pt x="2085492" y="12700"/>
                  </a:lnTo>
                  <a:lnTo>
                    <a:pt x="2038692" y="25400"/>
                  </a:lnTo>
                  <a:lnTo>
                    <a:pt x="1992198" y="25400"/>
                  </a:lnTo>
                  <a:lnTo>
                    <a:pt x="1900085" y="50800"/>
                  </a:lnTo>
                  <a:lnTo>
                    <a:pt x="1854504" y="50800"/>
                  </a:lnTo>
                  <a:lnTo>
                    <a:pt x="1588147" y="127000"/>
                  </a:lnTo>
                  <a:lnTo>
                    <a:pt x="1545031" y="152400"/>
                  </a:lnTo>
                  <a:lnTo>
                    <a:pt x="1459966" y="177800"/>
                  </a:lnTo>
                  <a:lnTo>
                    <a:pt x="1418056" y="203200"/>
                  </a:lnTo>
                  <a:lnTo>
                    <a:pt x="1376553" y="215900"/>
                  </a:lnTo>
                  <a:lnTo>
                    <a:pt x="1335481" y="241300"/>
                  </a:lnTo>
                  <a:lnTo>
                    <a:pt x="1294841" y="254000"/>
                  </a:lnTo>
                  <a:lnTo>
                    <a:pt x="1214894" y="304800"/>
                  </a:lnTo>
                  <a:lnTo>
                    <a:pt x="1175626" y="317500"/>
                  </a:lnTo>
                  <a:lnTo>
                    <a:pt x="1098499" y="368300"/>
                  </a:lnTo>
                  <a:lnTo>
                    <a:pt x="1023340" y="419100"/>
                  </a:lnTo>
                  <a:lnTo>
                    <a:pt x="950226" y="469900"/>
                  </a:lnTo>
                  <a:lnTo>
                    <a:pt x="914450" y="495300"/>
                  </a:lnTo>
                  <a:lnTo>
                    <a:pt x="879221" y="533400"/>
                  </a:lnTo>
                  <a:lnTo>
                    <a:pt x="844537" y="558800"/>
                  </a:lnTo>
                  <a:lnTo>
                    <a:pt x="810399" y="584200"/>
                  </a:lnTo>
                  <a:lnTo>
                    <a:pt x="776833" y="609600"/>
                  </a:lnTo>
                  <a:lnTo>
                    <a:pt x="743851" y="647700"/>
                  </a:lnTo>
                  <a:lnTo>
                    <a:pt x="711441" y="673100"/>
                  </a:lnTo>
                  <a:lnTo>
                    <a:pt x="679627" y="711200"/>
                  </a:lnTo>
                  <a:lnTo>
                    <a:pt x="648423" y="736600"/>
                  </a:lnTo>
                  <a:lnTo>
                    <a:pt x="617829" y="774700"/>
                  </a:lnTo>
                  <a:lnTo>
                    <a:pt x="587844" y="812800"/>
                  </a:lnTo>
                  <a:lnTo>
                    <a:pt x="558507" y="838200"/>
                  </a:lnTo>
                  <a:lnTo>
                    <a:pt x="529793" y="876300"/>
                  </a:lnTo>
                  <a:lnTo>
                    <a:pt x="501738" y="914400"/>
                  </a:lnTo>
                  <a:lnTo>
                    <a:pt x="474332" y="952500"/>
                  </a:lnTo>
                  <a:lnTo>
                    <a:pt x="447611" y="977900"/>
                  </a:lnTo>
                  <a:lnTo>
                    <a:pt x="421551" y="1016000"/>
                  </a:lnTo>
                  <a:lnTo>
                    <a:pt x="396176" y="1054100"/>
                  </a:lnTo>
                  <a:lnTo>
                    <a:pt x="371513" y="1092200"/>
                  </a:lnTo>
                  <a:lnTo>
                    <a:pt x="347535" y="1130300"/>
                  </a:lnTo>
                  <a:lnTo>
                    <a:pt x="324281" y="1168400"/>
                  </a:lnTo>
                  <a:lnTo>
                    <a:pt x="301752" y="1206500"/>
                  </a:lnTo>
                  <a:lnTo>
                    <a:pt x="279946" y="1257300"/>
                  </a:lnTo>
                  <a:lnTo>
                    <a:pt x="258889" y="1295400"/>
                  </a:lnTo>
                  <a:lnTo>
                    <a:pt x="238582" y="1333500"/>
                  </a:lnTo>
                  <a:lnTo>
                    <a:pt x="219036" y="1371600"/>
                  </a:lnTo>
                  <a:lnTo>
                    <a:pt x="200253" y="1409700"/>
                  </a:lnTo>
                  <a:lnTo>
                    <a:pt x="182257" y="1460500"/>
                  </a:lnTo>
                  <a:lnTo>
                    <a:pt x="165036" y="1498600"/>
                  </a:lnTo>
                  <a:lnTo>
                    <a:pt x="148628" y="1536700"/>
                  </a:lnTo>
                  <a:lnTo>
                    <a:pt x="133019" y="1587500"/>
                  </a:lnTo>
                  <a:lnTo>
                    <a:pt x="118224" y="1625600"/>
                  </a:lnTo>
                  <a:lnTo>
                    <a:pt x="104254" y="1676400"/>
                  </a:lnTo>
                  <a:lnTo>
                    <a:pt x="91122" y="1714500"/>
                  </a:lnTo>
                  <a:lnTo>
                    <a:pt x="78828" y="1765300"/>
                  </a:lnTo>
                  <a:lnTo>
                    <a:pt x="67386" y="1803400"/>
                  </a:lnTo>
                  <a:lnTo>
                    <a:pt x="56807" y="1854200"/>
                  </a:lnTo>
                  <a:lnTo>
                    <a:pt x="47104" y="1892300"/>
                  </a:lnTo>
                  <a:lnTo>
                    <a:pt x="38277" y="1943100"/>
                  </a:lnTo>
                  <a:lnTo>
                    <a:pt x="30340" y="1993900"/>
                  </a:lnTo>
                  <a:lnTo>
                    <a:pt x="23304" y="2032000"/>
                  </a:lnTo>
                  <a:lnTo>
                    <a:pt x="17183" y="2082800"/>
                  </a:lnTo>
                  <a:lnTo>
                    <a:pt x="11963" y="2133600"/>
                  </a:lnTo>
                  <a:lnTo>
                    <a:pt x="7683" y="2171700"/>
                  </a:lnTo>
                  <a:lnTo>
                    <a:pt x="4330" y="2222500"/>
                  </a:lnTo>
                  <a:lnTo>
                    <a:pt x="1930" y="2273300"/>
                  </a:lnTo>
                  <a:lnTo>
                    <a:pt x="482" y="2324100"/>
                  </a:lnTo>
                  <a:lnTo>
                    <a:pt x="0" y="2374900"/>
                  </a:lnTo>
                  <a:lnTo>
                    <a:pt x="0" y="7734300"/>
                  </a:lnTo>
                  <a:lnTo>
                    <a:pt x="4743513" y="7734300"/>
                  </a:lnTo>
                  <a:lnTo>
                    <a:pt x="4743513" y="7594600"/>
                  </a:lnTo>
                  <a:lnTo>
                    <a:pt x="4743513" y="237490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111193" y="10085837"/>
              <a:ext cx="1062355" cy="258445"/>
            </a:xfrm>
            <a:custGeom>
              <a:avLst/>
              <a:gdLst/>
              <a:ahLst/>
              <a:cxnLst/>
              <a:rect l="l" t="t" r="r" b="b"/>
              <a:pathLst>
                <a:path w="1062354" h="258445">
                  <a:moveTo>
                    <a:pt x="1062278" y="0"/>
                  </a:moveTo>
                  <a:lnTo>
                    <a:pt x="0" y="0"/>
                  </a:lnTo>
                  <a:lnTo>
                    <a:pt x="0" y="46431"/>
                  </a:lnTo>
                  <a:lnTo>
                    <a:pt x="0" y="257860"/>
                  </a:lnTo>
                  <a:lnTo>
                    <a:pt x="1062278" y="257860"/>
                  </a:lnTo>
                  <a:lnTo>
                    <a:pt x="1062278" y="46431"/>
                  </a:lnTo>
                  <a:lnTo>
                    <a:pt x="1062278" y="0"/>
                  </a:lnTo>
                  <a:close/>
                </a:path>
              </a:pathLst>
            </a:custGeom>
            <a:solidFill>
              <a:srgbClr val="1E60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911106" y="7817668"/>
              <a:ext cx="3311525" cy="2526030"/>
            </a:xfrm>
            <a:custGeom>
              <a:avLst/>
              <a:gdLst/>
              <a:ahLst/>
              <a:cxnLst/>
              <a:rect l="l" t="t" r="r" b="b"/>
              <a:pathLst>
                <a:path w="3311525" h="2526029">
                  <a:moveTo>
                    <a:pt x="2326805" y="39674"/>
                  </a:moveTo>
                  <a:lnTo>
                    <a:pt x="1250911" y="39674"/>
                  </a:lnTo>
                  <a:lnTo>
                    <a:pt x="1250911" y="0"/>
                  </a:lnTo>
                  <a:lnTo>
                    <a:pt x="100749" y="0"/>
                  </a:lnTo>
                  <a:lnTo>
                    <a:pt x="0" y="0"/>
                  </a:lnTo>
                  <a:lnTo>
                    <a:pt x="0" y="2526030"/>
                  </a:lnTo>
                  <a:lnTo>
                    <a:pt x="1250911" y="2526030"/>
                  </a:lnTo>
                  <a:lnTo>
                    <a:pt x="1250911" y="2314600"/>
                  </a:lnTo>
                  <a:lnTo>
                    <a:pt x="2326805" y="2314600"/>
                  </a:lnTo>
                  <a:lnTo>
                    <a:pt x="2326805" y="39674"/>
                  </a:lnTo>
                  <a:close/>
                </a:path>
                <a:path w="3311525" h="2526029">
                  <a:moveTo>
                    <a:pt x="3311131" y="1563446"/>
                  </a:moveTo>
                  <a:lnTo>
                    <a:pt x="3210407" y="1563446"/>
                  </a:lnTo>
                  <a:lnTo>
                    <a:pt x="3210407" y="2526030"/>
                  </a:lnTo>
                  <a:lnTo>
                    <a:pt x="3311131" y="2526030"/>
                  </a:lnTo>
                  <a:lnTo>
                    <a:pt x="3311131" y="1563446"/>
                  </a:lnTo>
                  <a:close/>
                </a:path>
                <a:path w="3311525" h="2526029">
                  <a:moveTo>
                    <a:pt x="3311131" y="0"/>
                  </a:moveTo>
                  <a:lnTo>
                    <a:pt x="3210407" y="0"/>
                  </a:lnTo>
                  <a:lnTo>
                    <a:pt x="3210407" y="1494790"/>
                  </a:lnTo>
                  <a:lnTo>
                    <a:pt x="3311131" y="1494790"/>
                  </a:lnTo>
                  <a:lnTo>
                    <a:pt x="3311131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809553" y="7817659"/>
              <a:ext cx="1250950" cy="2526665"/>
            </a:xfrm>
            <a:custGeom>
              <a:avLst/>
              <a:gdLst/>
              <a:ahLst/>
              <a:cxnLst/>
              <a:rect l="l" t="t" r="r" b="b"/>
              <a:pathLst>
                <a:path w="1250950" h="2526665">
                  <a:moveTo>
                    <a:pt x="1250904" y="0"/>
                  </a:moveTo>
                  <a:lnTo>
                    <a:pt x="100740" y="0"/>
                  </a:lnTo>
                  <a:lnTo>
                    <a:pt x="0" y="0"/>
                  </a:lnTo>
                  <a:lnTo>
                    <a:pt x="0" y="2526038"/>
                  </a:lnTo>
                  <a:lnTo>
                    <a:pt x="1250904" y="2526038"/>
                  </a:lnTo>
                  <a:lnTo>
                    <a:pt x="1250904" y="0"/>
                  </a:lnTo>
                  <a:close/>
                </a:path>
              </a:pathLst>
            </a:custGeom>
            <a:solidFill>
              <a:srgbClr val="1E60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271673" y="7876430"/>
              <a:ext cx="100965" cy="2467610"/>
            </a:xfrm>
            <a:custGeom>
              <a:avLst/>
              <a:gdLst/>
              <a:ahLst/>
              <a:cxnLst/>
              <a:rect l="l" t="t" r="r" b="b"/>
              <a:pathLst>
                <a:path w="100965" h="2467609">
                  <a:moveTo>
                    <a:pt x="0" y="2467265"/>
                  </a:moveTo>
                  <a:lnTo>
                    <a:pt x="100740" y="2467265"/>
                  </a:lnTo>
                  <a:lnTo>
                    <a:pt x="100740" y="0"/>
                  </a:lnTo>
                  <a:lnTo>
                    <a:pt x="0" y="0"/>
                  </a:lnTo>
                  <a:lnTo>
                    <a:pt x="0" y="2467265"/>
                  </a:lnTo>
                  <a:close/>
                </a:path>
              </a:pathLst>
            </a:custGeom>
            <a:solidFill>
              <a:srgbClr val="80AA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060584" y="7725314"/>
              <a:ext cx="3450590" cy="151130"/>
            </a:xfrm>
            <a:custGeom>
              <a:avLst/>
              <a:gdLst/>
              <a:ahLst/>
              <a:cxnLst/>
              <a:rect l="l" t="t" r="r" b="b"/>
              <a:pathLst>
                <a:path w="3450590" h="151129">
                  <a:moveTo>
                    <a:pt x="0" y="151115"/>
                  </a:moveTo>
                  <a:lnTo>
                    <a:pt x="3450349" y="151115"/>
                  </a:lnTo>
                  <a:lnTo>
                    <a:pt x="3450349" y="0"/>
                  </a:lnTo>
                  <a:lnTo>
                    <a:pt x="0" y="0"/>
                  </a:lnTo>
                  <a:lnTo>
                    <a:pt x="0" y="151115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650051" y="7725144"/>
              <a:ext cx="1410970" cy="151765"/>
            </a:xfrm>
            <a:custGeom>
              <a:avLst/>
              <a:gdLst/>
              <a:ahLst/>
              <a:cxnLst/>
              <a:rect l="l" t="t" r="r" b="b"/>
              <a:pathLst>
                <a:path w="1410970" h="151765">
                  <a:moveTo>
                    <a:pt x="1410532" y="0"/>
                  </a:moveTo>
                  <a:lnTo>
                    <a:pt x="0" y="167"/>
                  </a:lnTo>
                  <a:lnTo>
                    <a:pt x="0" y="151283"/>
                  </a:lnTo>
                  <a:lnTo>
                    <a:pt x="1410532" y="151115"/>
                  </a:lnTo>
                  <a:lnTo>
                    <a:pt x="141053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148950" y="8068785"/>
              <a:ext cx="1027430" cy="1950720"/>
            </a:xfrm>
            <a:custGeom>
              <a:avLst/>
              <a:gdLst/>
              <a:ahLst/>
              <a:cxnLst/>
              <a:rect l="l" t="t" r="r" b="b"/>
              <a:pathLst>
                <a:path w="1027429" h="1950720">
                  <a:moveTo>
                    <a:pt x="1027099" y="1507490"/>
                  </a:moveTo>
                  <a:lnTo>
                    <a:pt x="0" y="1507490"/>
                  </a:lnTo>
                  <a:lnTo>
                    <a:pt x="0" y="1534160"/>
                  </a:lnTo>
                  <a:lnTo>
                    <a:pt x="0" y="1924050"/>
                  </a:lnTo>
                  <a:lnTo>
                    <a:pt x="0" y="1950720"/>
                  </a:lnTo>
                  <a:lnTo>
                    <a:pt x="1027099" y="1950720"/>
                  </a:lnTo>
                  <a:lnTo>
                    <a:pt x="1027099" y="1924075"/>
                  </a:lnTo>
                  <a:lnTo>
                    <a:pt x="1027099" y="1534325"/>
                  </a:lnTo>
                  <a:lnTo>
                    <a:pt x="1000429" y="1534325"/>
                  </a:lnTo>
                  <a:lnTo>
                    <a:pt x="1000429" y="1924050"/>
                  </a:lnTo>
                  <a:lnTo>
                    <a:pt x="26695" y="1924050"/>
                  </a:lnTo>
                  <a:lnTo>
                    <a:pt x="26695" y="1534160"/>
                  </a:lnTo>
                  <a:lnTo>
                    <a:pt x="355727" y="1534160"/>
                  </a:lnTo>
                  <a:lnTo>
                    <a:pt x="355727" y="1651787"/>
                  </a:lnTo>
                  <a:lnTo>
                    <a:pt x="671410" y="1651787"/>
                  </a:lnTo>
                  <a:lnTo>
                    <a:pt x="671410" y="1534160"/>
                  </a:lnTo>
                  <a:lnTo>
                    <a:pt x="1027099" y="1534160"/>
                  </a:lnTo>
                  <a:lnTo>
                    <a:pt x="1027099" y="1507490"/>
                  </a:lnTo>
                  <a:close/>
                </a:path>
                <a:path w="1027429" h="1950720">
                  <a:moveTo>
                    <a:pt x="1027099" y="1005840"/>
                  </a:moveTo>
                  <a:lnTo>
                    <a:pt x="1000429" y="1005840"/>
                  </a:lnTo>
                  <a:lnTo>
                    <a:pt x="1000429" y="1032510"/>
                  </a:lnTo>
                  <a:lnTo>
                    <a:pt x="1000429" y="1421130"/>
                  </a:lnTo>
                  <a:lnTo>
                    <a:pt x="26695" y="1421130"/>
                  </a:lnTo>
                  <a:lnTo>
                    <a:pt x="26695" y="1032510"/>
                  </a:lnTo>
                  <a:lnTo>
                    <a:pt x="355727" y="1032510"/>
                  </a:lnTo>
                  <a:lnTo>
                    <a:pt x="355727" y="1149362"/>
                  </a:lnTo>
                  <a:lnTo>
                    <a:pt x="671410" y="1149362"/>
                  </a:lnTo>
                  <a:lnTo>
                    <a:pt x="671410" y="1032510"/>
                  </a:lnTo>
                  <a:lnTo>
                    <a:pt x="1000429" y="1032510"/>
                  </a:lnTo>
                  <a:lnTo>
                    <a:pt x="1000429" y="1005840"/>
                  </a:lnTo>
                  <a:lnTo>
                    <a:pt x="0" y="1005840"/>
                  </a:lnTo>
                  <a:lnTo>
                    <a:pt x="0" y="1032510"/>
                  </a:lnTo>
                  <a:lnTo>
                    <a:pt x="0" y="1421130"/>
                  </a:lnTo>
                  <a:lnTo>
                    <a:pt x="0" y="1447800"/>
                  </a:lnTo>
                  <a:lnTo>
                    <a:pt x="1027099" y="1447800"/>
                  </a:lnTo>
                  <a:lnTo>
                    <a:pt x="1027099" y="1421638"/>
                  </a:lnTo>
                  <a:lnTo>
                    <a:pt x="1027099" y="1421130"/>
                  </a:lnTo>
                  <a:lnTo>
                    <a:pt x="1027099" y="1032510"/>
                  </a:lnTo>
                  <a:lnTo>
                    <a:pt x="1027099" y="1031900"/>
                  </a:lnTo>
                  <a:lnTo>
                    <a:pt x="1027099" y="1005840"/>
                  </a:lnTo>
                  <a:close/>
                </a:path>
                <a:path w="1027429" h="1950720">
                  <a:moveTo>
                    <a:pt x="1027099" y="502920"/>
                  </a:moveTo>
                  <a:lnTo>
                    <a:pt x="0" y="502920"/>
                  </a:lnTo>
                  <a:lnTo>
                    <a:pt x="0" y="529590"/>
                  </a:lnTo>
                  <a:lnTo>
                    <a:pt x="0" y="919480"/>
                  </a:lnTo>
                  <a:lnTo>
                    <a:pt x="0" y="946150"/>
                  </a:lnTo>
                  <a:lnTo>
                    <a:pt x="1027099" y="946150"/>
                  </a:lnTo>
                  <a:lnTo>
                    <a:pt x="1027099" y="919480"/>
                  </a:lnTo>
                  <a:lnTo>
                    <a:pt x="26695" y="919480"/>
                  </a:lnTo>
                  <a:lnTo>
                    <a:pt x="26695" y="529590"/>
                  </a:lnTo>
                  <a:lnTo>
                    <a:pt x="355727" y="529590"/>
                  </a:lnTo>
                  <a:lnTo>
                    <a:pt x="355727" y="646938"/>
                  </a:lnTo>
                  <a:lnTo>
                    <a:pt x="671410" y="646938"/>
                  </a:lnTo>
                  <a:lnTo>
                    <a:pt x="671410" y="529590"/>
                  </a:lnTo>
                  <a:lnTo>
                    <a:pt x="1000429" y="529590"/>
                  </a:lnTo>
                  <a:lnTo>
                    <a:pt x="1000429" y="919200"/>
                  </a:lnTo>
                  <a:lnTo>
                    <a:pt x="1027099" y="919200"/>
                  </a:lnTo>
                  <a:lnTo>
                    <a:pt x="1027099" y="529590"/>
                  </a:lnTo>
                  <a:lnTo>
                    <a:pt x="1027099" y="502920"/>
                  </a:lnTo>
                  <a:close/>
                </a:path>
                <a:path w="1027429" h="1950720">
                  <a:moveTo>
                    <a:pt x="102709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0" y="416560"/>
                  </a:lnTo>
                  <a:lnTo>
                    <a:pt x="0" y="443230"/>
                  </a:lnTo>
                  <a:lnTo>
                    <a:pt x="1027099" y="443230"/>
                  </a:lnTo>
                  <a:lnTo>
                    <a:pt x="1027099" y="416801"/>
                  </a:lnTo>
                  <a:lnTo>
                    <a:pt x="1027099" y="416560"/>
                  </a:lnTo>
                  <a:lnTo>
                    <a:pt x="1027099" y="27051"/>
                  </a:lnTo>
                  <a:lnTo>
                    <a:pt x="1000429" y="27051"/>
                  </a:lnTo>
                  <a:lnTo>
                    <a:pt x="1000429" y="416560"/>
                  </a:lnTo>
                  <a:lnTo>
                    <a:pt x="26695" y="416560"/>
                  </a:lnTo>
                  <a:lnTo>
                    <a:pt x="26695" y="26670"/>
                  </a:lnTo>
                  <a:lnTo>
                    <a:pt x="355727" y="26670"/>
                  </a:lnTo>
                  <a:lnTo>
                    <a:pt x="355727" y="144513"/>
                  </a:lnTo>
                  <a:lnTo>
                    <a:pt x="671410" y="144513"/>
                  </a:lnTo>
                  <a:lnTo>
                    <a:pt x="671410" y="26670"/>
                  </a:lnTo>
                  <a:lnTo>
                    <a:pt x="1027099" y="26670"/>
                  </a:lnTo>
                  <a:lnTo>
                    <a:pt x="1027099" y="0"/>
                  </a:lnTo>
                  <a:close/>
                </a:path>
              </a:pathLst>
            </a:custGeom>
            <a:solidFill>
              <a:srgbClr val="1E60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328721" y="2474008"/>
              <a:ext cx="1510665" cy="1614805"/>
            </a:xfrm>
            <a:custGeom>
              <a:avLst/>
              <a:gdLst/>
              <a:ahLst/>
              <a:cxnLst/>
              <a:rect l="l" t="t" r="r" b="b"/>
              <a:pathLst>
                <a:path w="1510665" h="1614804">
                  <a:moveTo>
                    <a:pt x="1510634" y="0"/>
                  </a:moveTo>
                  <a:lnTo>
                    <a:pt x="0" y="0"/>
                  </a:lnTo>
                  <a:lnTo>
                    <a:pt x="0" y="1614422"/>
                  </a:lnTo>
                  <a:lnTo>
                    <a:pt x="1510634" y="1614422"/>
                  </a:lnTo>
                  <a:lnTo>
                    <a:pt x="1510634" y="0"/>
                  </a:lnTo>
                  <a:close/>
                </a:path>
              </a:pathLst>
            </a:custGeom>
            <a:solidFill>
              <a:srgbClr val="DEE8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313291" y="2457925"/>
              <a:ext cx="1541780" cy="1645920"/>
            </a:xfrm>
            <a:custGeom>
              <a:avLst/>
              <a:gdLst/>
              <a:ahLst/>
              <a:cxnLst/>
              <a:rect l="l" t="t" r="r" b="b"/>
              <a:pathLst>
                <a:path w="1541779" h="1645920">
                  <a:moveTo>
                    <a:pt x="1541500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0" y="1615440"/>
                  </a:lnTo>
                  <a:lnTo>
                    <a:pt x="0" y="1645920"/>
                  </a:lnTo>
                  <a:lnTo>
                    <a:pt x="1541500" y="1645920"/>
                  </a:lnTo>
                  <a:lnTo>
                    <a:pt x="1541500" y="1615440"/>
                  </a:lnTo>
                  <a:lnTo>
                    <a:pt x="30899" y="1615440"/>
                  </a:lnTo>
                  <a:lnTo>
                    <a:pt x="30899" y="31750"/>
                  </a:lnTo>
                  <a:lnTo>
                    <a:pt x="1510588" y="31750"/>
                  </a:lnTo>
                  <a:lnTo>
                    <a:pt x="1510588" y="1615046"/>
                  </a:lnTo>
                  <a:lnTo>
                    <a:pt x="1541500" y="1615046"/>
                  </a:lnTo>
                  <a:lnTo>
                    <a:pt x="1541500" y="31750"/>
                  </a:lnTo>
                  <a:lnTo>
                    <a:pt x="1541500" y="31534"/>
                  </a:lnTo>
                  <a:lnTo>
                    <a:pt x="154150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548337" y="2714608"/>
              <a:ext cx="1071880" cy="1133475"/>
            </a:xfrm>
            <a:custGeom>
              <a:avLst/>
              <a:gdLst/>
              <a:ahLst/>
              <a:cxnLst/>
              <a:rect l="l" t="t" r="r" b="b"/>
              <a:pathLst>
                <a:path w="1071879" h="1133475">
                  <a:moveTo>
                    <a:pt x="1071412" y="0"/>
                  </a:moveTo>
                  <a:lnTo>
                    <a:pt x="0" y="0"/>
                  </a:lnTo>
                  <a:lnTo>
                    <a:pt x="0" y="1133222"/>
                  </a:lnTo>
                  <a:lnTo>
                    <a:pt x="1071412" y="1133222"/>
                  </a:lnTo>
                  <a:lnTo>
                    <a:pt x="10714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786226" y="3227888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70865" y="0"/>
                  </a:moveTo>
                  <a:lnTo>
                    <a:pt x="0" y="0"/>
                  </a:lnTo>
                  <a:lnTo>
                    <a:pt x="0" y="112039"/>
                  </a:lnTo>
                  <a:lnTo>
                    <a:pt x="0" y="370865"/>
                  </a:lnTo>
                  <a:lnTo>
                    <a:pt x="370865" y="370865"/>
                  </a:lnTo>
                  <a:lnTo>
                    <a:pt x="370865" y="112039"/>
                  </a:lnTo>
                  <a:lnTo>
                    <a:pt x="37086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052793" y="2969040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70868" y="0"/>
                  </a:moveTo>
                  <a:lnTo>
                    <a:pt x="0" y="0"/>
                  </a:lnTo>
                  <a:lnTo>
                    <a:pt x="0" y="370878"/>
                  </a:lnTo>
                  <a:lnTo>
                    <a:pt x="370868" y="370878"/>
                  </a:lnTo>
                  <a:lnTo>
                    <a:pt x="37086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861893" y="4768055"/>
              <a:ext cx="843915" cy="4966970"/>
            </a:xfrm>
            <a:custGeom>
              <a:avLst/>
              <a:gdLst/>
              <a:ahLst/>
              <a:cxnLst/>
              <a:rect l="l" t="t" r="r" b="b"/>
              <a:pathLst>
                <a:path w="843915" h="4966970">
                  <a:moveTo>
                    <a:pt x="843864" y="3940010"/>
                  </a:moveTo>
                  <a:lnTo>
                    <a:pt x="0" y="3940010"/>
                  </a:lnTo>
                  <a:lnTo>
                    <a:pt x="0" y="4966970"/>
                  </a:lnTo>
                  <a:lnTo>
                    <a:pt x="843864" y="4966970"/>
                  </a:lnTo>
                  <a:lnTo>
                    <a:pt x="843864" y="3940010"/>
                  </a:lnTo>
                  <a:close/>
                </a:path>
                <a:path w="843915" h="4966970">
                  <a:moveTo>
                    <a:pt x="843864" y="2558059"/>
                  </a:moveTo>
                  <a:lnTo>
                    <a:pt x="0" y="2558059"/>
                  </a:lnTo>
                  <a:lnTo>
                    <a:pt x="0" y="3849001"/>
                  </a:lnTo>
                  <a:lnTo>
                    <a:pt x="843864" y="3849001"/>
                  </a:lnTo>
                  <a:lnTo>
                    <a:pt x="843864" y="2558059"/>
                  </a:lnTo>
                  <a:close/>
                </a:path>
                <a:path w="843915" h="4966970">
                  <a:moveTo>
                    <a:pt x="843864" y="1176121"/>
                  </a:moveTo>
                  <a:lnTo>
                    <a:pt x="0" y="1176121"/>
                  </a:lnTo>
                  <a:lnTo>
                    <a:pt x="0" y="2467076"/>
                  </a:lnTo>
                  <a:lnTo>
                    <a:pt x="843864" y="2467076"/>
                  </a:lnTo>
                  <a:lnTo>
                    <a:pt x="843864" y="1176121"/>
                  </a:lnTo>
                  <a:close/>
                </a:path>
                <a:path w="843915" h="4966970">
                  <a:moveTo>
                    <a:pt x="843864" y="0"/>
                  </a:moveTo>
                  <a:lnTo>
                    <a:pt x="0" y="0"/>
                  </a:lnTo>
                  <a:lnTo>
                    <a:pt x="0" y="1085138"/>
                  </a:lnTo>
                  <a:lnTo>
                    <a:pt x="843864" y="1085138"/>
                  </a:lnTo>
                  <a:lnTo>
                    <a:pt x="843864" y="0"/>
                  </a:lnTo>
                  <a:close/>
                </a:path>
              </a:pathLst>
            </a:custGeom>
            <a:solidFill>
              <a:srgbClr val="1C5E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481134" y="4768055"/>
              <a:ext cx="381000" cy="4966970"/>
            </a:xfrm>
            <a:custGeom>
              <a:avLst/>
              <a:gdLst/>
              <a:ahLst/>
              <a:cxnLst/>
              <a:rect l="l" t="t" r="r" b="b"/>
              <a:pathLst>
                <a:path w="381000" h="4966970">
                  <a:moveTo>
                    <a:pt x="380758" y="3940010"/>
                  </a:moveTo>
                  <a:lnTo>
                    <a:pt x="0" y="3940010"/>
                  </a:lnTo>
                  <a:lnTo>
                    <a:pt x="0" y="4966970"/>
                  </a:lnTo>
                  <a:lnTo>
                    <a:pt x="380758" y="4966970"/>
                  </a:lnTo>
                  <a:lnTo>
                    <a:pt x="380758" y="3940010"/>
                  </a:lnTo>
                  <a:close/>
                </a:path>
                <a:path w="381000" h="4966970">
                  <a:moveTo>
                    <a:pt x="380758" y="2558059"/>
                  </a:moveTo>
                  <a:lnTo>
                    <a:pt x="0" y="2558059"/>
                  </a:lnTo>
                  <a:lnTo>
                    <a:pt x="0" y="3849001"/>
                  </a:lnTo>
                  <a:lnTo>
                    <a:pt x="380758" y="3849001"/>
                  </a:lnTo>
                  <a:lnTo>
                    <a:pt x="380758" y="2558059"/>
                  </a:lnTo>
                  <a:close/>
                </a:path>
                <a:path w="381000" h="4966970">
                  <a:moveTo>
                    <a:pt x="380758" y="1176121"/>
                  </a:moveTo>
                  <a:lnTo>
                    <a:pt x="0" y="1176121"/>
                  </a:lnTo>
                  <a:lnTo>
                    <a:pt x="0" y="2467076"/>
                  </a:lnTo>
                  <a:lnTo>
                    <a:pt x="380758" y="2467076"/>
                  </a:lnTo>
                  <a:lnTo>
                    <a:pt x="380758" y="1176121"/>
                  </a:lnTo>
                  <a:close/>
                </a:path>
                <a:path w="381000" h="4966970">
                  <a:moveTo>
                    <a:pt x="380758" y="0"/>
                  </a:moveTo>
                  <a:lnTo>
                    <a:pt x="0" y="0"/>
                  </a:lnTo>
                  <a:lnTo>
                    <a:pt x="0" y="1085138"/>
                  </a:lnTo>
                  <a:lnTo>
                    <a:pt x="380758" y="1085138"/>
                  </a:lnTo>
                  <a:lnTo>
                    <a:pt x="380758" y="0"/>
                  </a:lnTo>
                  <a:close/>
                </a:path>
              </a:pathLst>
            </a:custGeom>
            <a:solidFill>
              <a:srgbClr val="0850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401492" y="4677885"/>
              <a:ext cx="1395730" cy="5603240"/>
            </a:xfrm>
            <a:custGeom>
              <a:avLst/>
              <a:gdLst/>
              <a:ahLst/>
              <a:cxnLst/>
              <a:rect l="l" t="t" r="r" b="b"/>
              <a:pathLst>
                <a:path w="1395729" h="5603240">
                  <a:moveTo>
                    <a:pt x="139526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0" y="5057140"/>
                  </a:lnTo>
                  <a:lnTo>
                    <a:pt x="0" y="5603240"/>
                  </a:lnTo>
                  <a:lnTo>
                    <a:pt x="1395260" y="5603240"/>
                  </a:lnTo>
                  <a:lnTo>
                    <a:pt x="1395260" y="5057572"/>
                  </a:lnTo>
                  <a:lnTo>
                    <a:pt x="1395260" y="5057140"/>
                  </a:lnTo>
                  <a:lnTo>
                    <a:pt x="1395260" y="90589"/>
                  </a:lnTo>
                  <a:lnTo>
                    <a:pt x="1304264" y="90589"/>
                  </a:lnTo>
                  <a:lnTo>
                    <a:pt x="1304264" y="5057140"/>
                  </a:lnTo>
                  <a:lnTo>
                    <a:pt x="90982" y="5057140"/>
                  </a:lnTo>
                  <a:lnTo>
                    <a:pt x="90982" y="90170"/>
                  </a:lnTo>
                  <a:lnTo>
                    <a:pt x="1395260" y="90170"/>
                  </a:lnTo>
                  <a:lnTo>
                    <a:pt x="1395260" y="0"/>
                  </a:lnTo>
                  <a:close/>
                </a:path>
              </a:pathLst>
            </a:custGeom>
            <a:solidFill>
              <a:srgbClr val="80AA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460319" y="5853194"/>
              <a:ext cx="1304290" cy="2854960"/>
            </a:xfrm>
            <a:custGeom>
              <a:avLst/>
              <a:gdLst/>
              <a:ahLst/>
              <a:cxnLst/>
              <a:rect l="l" t="t" r="r" b="b"/>
              <a:pathLst>
                <a:path w="1304290" h="2854959">
                  <a:moveTo>
                    <a:pt x="1304175" y="2763863"/>
                  </a:moveTo>
                  <a:lnTo>
                    <a:pt x="0" y="2763863"/>
                  </a:lnTo>
                  <a:lnTo>
                    <a:pt x="0" y="2854871"/>
                  </a:lnTo>
                  <a:lnTo>
                    <a:pt x="1304175" y="2854871"/>
                  </a:lnTo>
                  <a:lnTo>
                    <a:pt x="1304175" y="2763863"/>
                  </a:lnTo>
                  <a:close/>
                </a:path>
                <a:path w="1304290" h="2854959">
                  <a:moveTo>
                    <a:pt x="1304175" y="1381937"/>
                  </a:moveTo>
                  <a:lnTo>
                    <a:pt x="0" y="1381937"/>
                  </a:lnTo>
                  <a:lnTo>
                    <a:pt x="0" y="1472920"/>
                  </a:lnTo>
                  <a:lnTo>
                    <a:pt x="1304175" y="1472920"/>
                  </a:lnTo>
                  <a:lnTo>
                    <a:pt x="1304175" y="1381937"/>
                  </a:lnTo>
                  <a:close/>
                </a:path>
                <a:path w="1304290" h="2854959">
                  <a:moveTo>
                    <a:pt x="1304175" y="0"/>
                  </a:moveTo>
                  <a:lnTo>
                    <a:pt x="0" y="0"/>
                  </a:lnTo>
                  <a:lnTo>
                    <a:pt x="0" y="90982"/>
                  </a:lnTo>
                  <a:lnTo>
                    <a:pt x="1304175" y="90982"/>
                  </a:lnTo>
                  <a:lnTo>
                    <a:pt x="1304175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668599" y="7010056"/>
              <a:ext cx="584835" cy="226695"/>
            </a:xfrm>
            <a:custGeom>
              <a:avLst/>
              <a:gdLst/>
              <a:ahLst/>
              <a:cxnLst/>
              <a:rect l="l" t="t" r="r" b="b"/>
              <a:pathLst>
                <a:path w="584834" h="226695">
                  <a:moveTo>
                    <a:pt x="584537" y="0"/>
                  </a:moveTo>
                  <a:lnTo>
                    <a:pt x="31213" y="0"/>
                  </a:lnTo>
                  <a:lnTo>
                    <a:pt x="19074" y="2457"/>
                  </a:lnTo>
                  <a:lnTo>
                    <a:pt x="9151" y="9155"/>
                  </a:lnTo>
                  <a:lnTo>
                    <a:pt x="2456" y="19078"/>
                  </a:lnTo>
                  <a:lnTo>
                    <a:pt x="0" y="31213"/>
                  </a:lnTo>
                  <a:lnTo>
                    <a:pt x="0" y="194936"/>
                  </a:lnTo>
                  <a:lnTo>
                    <a:pt x="2456" y="207077"/>
                  </a:lnTo>
                  <a:lnTo>
                    <a:pt x="9151" y="217003"/>
                  </a:lnTo>
                  <a:lnTo>
                    <a:pt x="19074" y="223702"/>
                  </a:lnTo>
                  <a:lnTo>
                    <a:pt x="31213" y="226160"/>
                  </a:lnTo>
                  <a:lnTo>
                    <a:pt x="584537" y="226160"/>
                  </a:lnTo>
                  <a:lnTo>
                    <a:pt x="584537" y="210286"/>
                  </a:lnTo>
                  <a:lnTo>
                    <a:pt x="584537" y="0"/>
                  </a:lnTo>
                  <a:close/>
                </a:path>
              </a:pathLst>
            </a:custGeom>
            <a:solidFill>
              <a:srgbClr val="D7DD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115220" y="7019029"/>
              <a:ext cx="568960" cy="207010"/>
            </a:xfrm>
            <a:custGeom>
              <a:avLst/>
              <a:gdLst/>
              <a:ahLst/>
              <a:cxnLst/>
              <a:rect l="l" t="t" r="r" b="b"/>
              <a:pathLst>
                <a:path w="568959" h="207009">
                  <a:moveTo>
                    <a:pt x="568934" y="0"/>
                  </a:moveTo>
                  <a:lnTo>
                    <a:pt x="1346" y="0"/>
                  </a:lnTo>
                  <a:lnTo>
                    <a:pt x="1346" y="3810"/>
                  </a:lnTo>
                  <a:lnTo>
                    <a:pt x="0" y="3810"/>
                  </a:lnTo>
                  <a:lnTo>
                    <a:pt x="0" y="204470"/>
                  </a:lnTo>
                  <a:lnTo>
                    <a:pt x="1587" y="204470"/>
                  </a:lnTo>
                  <a:lnTo>
                    <a:pt x="1587" y="207010"/>
                  </a:lnTo>
                  <a:lnTo>
                    <a:pt x="568934" y="207010"/>
                  </a:lnTo>
                  <a:lnTo>
                    <a:pt x="568934" y="204470"/>
                  </a:lnTo>
                  <a:lnTo>
                    <a:pt x="568934" y="3810"/>
                  </a:lnTo>
                  <a:lnTo>
                    <a:pt x="5689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714865" y="7010062"/>
              <a:ext cx="977265" cy="226695"/>
            </a:xfrm>
            <a:custGeom>
              <a:avLst/>
              <a:gdLst/>
              <a:ahLst/>
              <a:cxnLst/>
              <a:rect l="l" t="t" r="r" b="b"/>
              <a:pathLst>
                <a:path w="977265" h="226695">
                  <a:moveTo>
                    <a:pt x="80721" y="37033"/>
                  </a:moveTo>
                  <a:lnTo>
                    <a:pt x="0" y="37033"/>
                  </a:lnTo>
                  <a:lnTo>
                    <a:pt x="0" y="193090"/>
                  </a:lnTo>
                  <a:lnTo>
                    <a:pt x="80721" y="193090"/>
                  </a:lnTo>
                  <a:lnTo>
                    <a:pt x="80721" y="37033"/>
                  </a:lnTo>
                  <a:close/>
                </a:path>
                <a:path w="977265" h="226695">
                  <a:moveTo>
                    <a:pt x="976668" y="0"/>
                  </a:moveTo>
                  <a:lnTo>
                    <a:pt x="423341" y="0"/>
                  </a:lnTo>
                  <a:lnTo>
                    <a:pt x="411200" y="2463"/>
                  </a:lnTo>
                  <a:lnTo>
                    <a:pt x="401281" y="9156"/>
                  </a:lnTo>
                  <a:lnTo>
                    <a:pt x="394576" y="19075"/>
                  </a:lnTo>
                  <a:lnTo>
                    <a:pt x="392125" y="31216"/>
                  </a:lnTo>
                  <a:lnTo>
                    <a:pt x="392125" y="194945"/>
                  </a:lnTo>
                  <a:lnTo>
                    <a:pt x="394576" y="207086"/>
                  </a:lnTo>
                  <a:lnTo>
                    <a:pt x="401281" y="217004"/>
                  </a:lnTo>
                  <a:lnTo>
                    <a:pt x="411200" y="223697"/>
                  </a:lnTo>
                  <a:lnTo>
                    <a:pt x="423341" y="226161"/>
                  </a:lnTo>
                  <a:lnTo>
                    <a:pt x="976668" y="226161"/>
                  </a:lnTo>
                  <a:lnTo>
                    <a:pt x="976668" y="210286"/>
                  </a:lnTo>
                  <a:lnTo>
                    <a:pt x="414883" y="210286"/>
                  </a:lnTo>
                  <a:lnTo>
                    <a:pt x="408000" y="203403"/>
                  </a:lnTo>
                  <a:lnTo>
                    <a:pt x="408000" y="22758"/>
                  </a:lnTo>
                  <a:lnTo>
                    <a:pt x="414883" y="15875"/>
                  </a:lnTo>
                  <a:lnTo>
                    <a:pt x="976668" y="15875"/>
                  </a:lnTo>
                  <a:lnTo>
                    <a:pt x="976668" y="0"/>
                  </a:lnTo>
                  <a:close/>
                </a:path>
              </a:pathLst>
            </a:custGeom>
            <a:solidFill>
              <a:srgbClr val="9AB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170475" y="7073543"/>
              <a:ext cx="297815" cy="12065"/>
            </a:xfrm>
            <a:custGeom>
              <a:avLst/>
              <a:gdLst/>
              <a:ahLst/>
              <a:cxnLst/>
              <a:rect l="l" t="t" r="r" b="b"/>
              <a:pathLst>
                <a:path w="297815" h="12065">
                  <a:moveTo>
                    <a:pt x="297572" y="0"/>
                  </a:moveTo>
                  <a:lnTo>
                    <a:pt x="0" y="0"/>
                  </a:lnTo>
                  <a:lnTo>
                    <a:pt x="0" y="11894"/>
                  </a:lnTo>
                  <a:lnTo>
                    <a:pt x="297572" y="11894"/>
                  </a:lnTo>
                  <a:lnTo>
                    <a:pt x="297572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246277" y="7073540"/>
              <a:ext cx="118110" cy="77470"/>
            </a:xfrm>
            <a:custGeom>
              <a:avLst/>
              <a:gdLst/>
              <a:ahLst/>
              <a:cxnLst/>
              <a:rect l="l" t="t" r="r" b="b"/>
              <a:pathLst>
                <a:path w="118109" h="77470">
                  <a:moveTo>
                    <a:pt x="117954" y="0"/>
                  </a:moveTo>
                  <a:lnTo>
                    <a:pt x="0" y="0"/>
                  </a:lnTo>
                  <a:lnTo>
                    <a:pt x="0" y="77369"/>
                  </a:lnTo>
                  <a:lnTo>
                    <a:pt x="58982" y="45621"/>
                  </a:lnTo>
                  <a:lnTo>
                    <a:pt x="117954" y="77369"/>
                  </a:lnTo>
                  <a:lnTo>
                    <a:pt x="117954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807677" y="6841470"/>
              <a:ext cx="851535" cy="158750"/>
            </a:xfrm>
            <a:custGeom>
              <a:avLst/>
              <a:gdLst/>
              <a:ahLst/>
              <a:cxnLst/>
              <a:rect l="l" t="t" r="r" b="b"/>
              <a:pathLst>
                <a:path w="851534" h="158750">
                  <a:moveTo>
                    <a:pt x="851395" y="0"/>
                  </a:moveTo>
                  <a:lnTo>
                    <a:pt x="1828" y="0"/>
                  </a:lnTo>
                  <a:lnTo>
                    <a:pt x="1828" y="3810"/>
                  </a:lnTo>
                  <a:lnTo>
                    <a:pt x="0" y="3810"/>
                  </a:lnTo>
                  <a:lnTo>
                    <a:pt x="0" y="156210"/>
                  </a:lnTo>
                  <a:lnTo>
                    <a:pt x="1866" y="156210"/>
                  </a:lnTo>
                  <a:lnTo>
                    <a:pt x="1866" y="158750"/>
                  </a:lnTo>
                  <a:lnTo>
                    <a:pt x="851395" y="158750"/>
                  </a:lnTo>
                  <a:lnTo>
                    <a:pt x="851395" y="156210"/>
                  </a:lnTo>
                  <a:lnTo>
                    <a:pt x="851395" y="3810"/>
                  </a:lnTo>
                  <a:lnTo>
                    <a:pt x="851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792455" y="6830862"/>
              <a:ext cx="879475" cy="179705"/>
            </a:xfrm>
            <a:custGeom>
              <a:avLst/>
              <a:gdLst/>
              <a:ahLst/>
              <a:cxnLst/>
              <a:rect l="l" t="t" r="r" b="b"/>
              <a:pathLst>
                <a:path w="879475" h="179704">
                  <a:moveTo>
                    <a:pt x="879250" y="0"/>
                  </a:moveTo>
                  <a:lnTo>
                    <a:pt x="44763" y="0"/>
                  </a:lnTo>
                  <a:lnTo>
                    <a:pt x="27352" y="3523"/>
                  </a:lnTo>
                  <a:lnTo>
                    <a:pt x="13122" y="13127"/>
                  </a:lnTo>
                  <a:lnTo>
                    <a:pt x="3522" y="27361"/>
                  </a:lnTo>
                  <a:lnTo>
                    <a:pt x="0" y="44773"/>
                  </a:lnTo>
                  <a:lnTo>
                    <a:pt x="0" y="134425"/>
                  </a:lnTo>
                  <a:lnTo>
                    <a:pt x="3522" y="151837"/>
                  </a:lnTo>
                  <a:lnTo>
                    <a:pt x="13122" y="166070"/>
                  </a:lnTo>
                  <a:lnTo>
                    <a:pt x="27352" y="175674"/>
                  </a:lnTo>
                  <a:lnTo>
                    <a:pt x="44763" y="179198"/>
                  </a:lnTo>
                  <a:lnTo>
                    <a:pt x="879250" y="179198"/>
                  </a:lnTo>
                  <a:lnTo>
                    <a:pt x="879250" y="162131"/>
                  </a:lnTo>
                  <a:lnTo>
                    <a:pt x="44763" y="162131"/>
                  </a:lnTo>
                  <a:lnTo>
                    <a:pt x="33988" y="159950"/>
                  </a:lnTo>
                  <a:lnTo>
                    <a:pt x="25181" y="154007"/>
                  </a:lnTo>
                  <a:lnTo>
                    <a:pt x="19237" y="145199"/>
                  </a:lnTo>
                  <a:lnTo>
                    <a:pt x="17057" y="134425"/>
                  </a:lnTo>
                  <a:lnTo>
                    <a:pt x="17057" y="44773"/>
                  </a:lnTo>
                  <a:lnTo>
                    <a:pt x="19237" y="33999"/>
                  </a:lnTo>
                  <a:lnTo>
                    <a:pt x="25181" y="25191"/>
                  </a:lnTo>
                  <a:lnTo>
                    <a:pt x="33988" y="19248"/>
                  </a:lnTo>
                  <a:lnTo>
                    <a:pt x="44763" y="17067"/>
                  </a:lnTo>
                  <a:lnTo>
                    <a:pt x="879250" y="17067"/>
                  </a:lnTo>
                  <a:lnTo>
                    <a:pt x="87925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912148" y="6889130"/>
              <a:ext cx="246379" cy="10160"/>
            </a:xfrm>
            <a:custGeom>
              <a:avLst/>
              <a:gdLst/>
              <a:ahLst/>
              <a:cxnLst/>
              <a:rect l="l" t="t" r="r" b="b"/>
              <a:pathLst>
                <a:path w="246379" h="10159">
                  <a:moveTo>
                    <a:pt x="246212" y="0"/>
                  </a:moveTo>
                  <a:lnTo>
                    <a:pt x="0" y="0"/>
                  </a:lnTo>
                  <a:lnTo>
                    <a:pt x="0" y="9853"/>
                  </a:lnTo>
                  <a:lnTo>
                    <a:pt x="246212" y="9853"/>
                  </a:lnTo>
                  <a:lnTo>
                    <a:pt x="246212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974862" y="6889133"/>
              <a:ext cx="97790" cy="64135"/>
            </a:xfrm>
            <a:custGeom>
              <a:avLst/>
              <a:gdLst/>
              <a:ahLst/>
              <a:cxnLst/>
              <a:rect l="l" t="t" r="r" b="b"/>
              <a:pathLst>
                <a:path w="97790" h="64134">
                  <a:moveTo>
                    <a:pt x="97599" y="0"/>
                  </a:moveTo>
                  <a:lnTo>
                    <a:pt x="0" y="0"/>
                  </a:lnTo>
                  <a:lnTo>
                    <a:pt x="0" y="64018"/>
                  </a:lnTo>
                  <a:lnTo>
                    <a:pt x="48794" y="37758"/>
                  </a:lnTo>
                  <a:lnTo>
                    <a:pt x="97599" y="64018"/>
                  </a:lnTo>
                  <a:lnTo>
                    <a:pt x="97599" y="0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221898" y="6684581"/>
              <a:ext cx="250190" cy="146685"/>
            </a:xfrm>
            <a:custGeom>
              <a:avLst/>
              <a:gdLst/>
              <a:ahLst/>
              <a:cxnLst/>
              <a:rect l="l" t="t" r="r" b="b"/>
              <a:pathLst>
                <a:path w="250190" h="146684">
                  <a:moveTo>
                    <a:pt x="249772" y="0"/>
                  </a:moveTo>
                  <a:lnTo>
                    <a:pt x="0" y="0"/>
                  </a:lnTo>
                  <a:lnTo>
                    <a:pt x="0" y="146278"/>
                  </a:lnTo>
                  <a:lnTo>
                    <a:pt x="249772" y="146278"/>
                  </a:lnTo>
                  <a:lnTo>
                    <a:pt x="249772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9767392" y="6693286"/>
              <a:ext cx="454659" cy="129539"/>
            </a:xfrm>
            <a:custGeom>
              <a:avLst/>
              <a:gdLst/>
              <a:ahLst/>
              <a:cxnLst/>
              <a:rect l="l" t="t" r="r" b="b"/>
              <a:pathLst>
                <a:path w="454659" h="129540">
                  <a:moveTo>
                    <a:pt x="454494" y="0"/>
                  </a:moveTo>
                  <a:lnTo>
                    <a:pt x="1752" y="0"/>
                  </a:lnTo>
                  <a:lnTo>
                    <a:pt x="1752" y="2540"/>
                  </a:lnTo>
                  <a:lnTo>
                    <a:pt x="0" y="2540"/>
                  </a:lnTo>
                  <a:lnTo>
                    <a:pt x="0" y="127000"/>
                  </a:lnTo>
                  <a:lnTo>
                    <a:pt x="1308" y="127000"/>
                  </a:lnTo>
                  <a:lnTo>
                    <a:pt x="1308" y="129540"/>
                  </a:lnTo>
                  <a:lnTo>
                    <a:pt x="454494" y="129540"/>
                  </a:lnTo>
                  <a:lnTo>
                    <a:pt x="454494" y="127000"/>
                  </a:lnTo>
                  <a:lnTo>
                    <a:pt x="454494" y="2540"/>
                  </a:lnTo>
                  <a:lnTo>
                    <a:pt x="454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754954" y="6684585"/>
              <a:ext cx="467359" cy="146685"/>
            </a:xfrm>
            <a:custGeom>
              <a:avLst/>
              <a:gdLst/>
              <a:ahLst/>
              <a:cxnLst/>
              <a:rect l="l" t="t" r="r" b="b"/>
              <a:pathLst>
                <a:path w="467359" h="146684">
                  <a:moveTo>
                    <a:pt x="466938" y="0"/>
                  </a:moveTo>
                  <a:lnTo>
                    <a:pt x="36543" y="0"/>
                  </a:lnTo>
                  <a:lnTo>
                    <a:pt x="22329" y="2876"/>
                  </a:lnTo>
                  <a:lnTo>
                    <a:pt x="10713" y="10716"/>
                  </a:lnTo>
                  <a:lnTo>
                    <a:pt x="2875" y="22334"/>
                  </a:lnTo>
                  <a:lnTo>
                    <a:pt x="0" y="36543"/>
                  </a:lnTo>
                  <a:lnTo>
                    <a:pt x="0" y="109734"/>
                  </a:lnTo>
                  <a:lnTo>
                    <a:pt x="2875" y="123943"/>
                  </a:lnTo>
                  <a:lnTo>
                    <a:pt x="10713" y="135561"/>
                  </a:lnTo>
                  <a:lnTo>
                    <a:pt x="22329" y="143401"/>
                  </a:lnTo>
                  <a:lnTo>
                    <a:pt x="36543" y="146278"/>
                  </a:lnTo>
                  <a:lnTo>
                    <a:pt x="466938" y="146278"/>
                  </a:lnTo>
                  <a:lnTo>
                    <a:pt x="466938" y="132341"/>
                  </a:lnTo>
                  <a:lnTo>
                    <a:pt x="36543" y="132341"/>
                  </a:lnTo>
                  <a:lnTo>
                    <a:pt x="27754" y="130562"/>
                  </a:lnTo>
                  <a:lnTo>
                    <a:pt x="20567" y="125714"/>
                  </a:lnTo>
                  <a:lnTo>
                    <a:pt x="15716" y="118528"/>
                  </a:lnTo>
                  <a:lnTo>
                    <a:pt x="13936" y="109734"/>
                  </a:lnTo>
                  <a:lnTo>
                    <a:pt x="13936" y="36543"/>
                  </a:lnTo>
                  <a:lnTo>
                    <a:pt x="15716" y="27749"/>
                  </a:lnTo>
                  <a:lnTo>
                    <a:pt x="20567" y="20563"/>
                  </a:lnTo>
                  <a:lnTo>
                    <a:pt x="27754" y="15715"/>
                  </a:lnTo>
                  <a:lnTo>
                    <a:pt x="36543" y="13936"/>
                  </a:lnTo>
                  <a:lnTo>
                    <a:pt x="466938" y="13936"/>
                  </a:lnTo>
                  <a:lnTo>
                    <a:pt x="466938" y="0"/>
                  </a:lnTo>
                  <a:close/>
                </a:path>
              </a:pathLst>
            </a:custGeom>
            <a:solidFill>
              <a:srgbClr val="F1F1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221887" y="6684587"/>
              <a:ext cx="254000" cy="146685"/>
            </a:xfrm>
            <a:custGeom>
              <a:avLst/>
              <a:gdLst/>
              <a:ahLst/>
              <a:cxnLst/>
              <a:rect l="l" t="t" r="r" b="b"/>
              <a:pathLst>
                <a:path w="254000" h="146684">
                  <a:moveTo>
                    <a:pt x="253593" y="132346"/>
                  </a:moveTo>
                  <a:lnTo>
                    <a:pt x="0" y="132346"/>
                  </a:lnTo>
                  <a:lnTo>
                    <a:pt x="0" y="146278"/>
                  </a:lnTo>
                  <a:lnTo>
                    <a:pt x="253593" y="146278"/>
                  </a:lnTo>
                  <a:lnTo>
                    <a:pt x="253593" y="132346"/>
                  </a:lnTo>
                  <a:close/>
                </a:path>
                <a:path w="254000" h="146684">
                  <a:moveTo>
                    <a:pt x="253593" y="0"/>
                  </a:moveTo>
                  <a:lnTo>
                    <a:pt x="0" y="0"/>
                  </a:lnTo>
                  <a:lnTo>
                    <a:pt x="0" y="13931"/>
                  </a:lnTo>
                  <a:lnTo>
                    <a:pt x="253593" y="13931"/>
                  </a:lnTo>
                  <a:lnTo>
                    <a:pt x="253593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2511595" y="10117626"/>
              <a:ext cx="1062355" cy="258445"/>
            </a:xfrm>
            <a:custGeom>
              <a:avLst/>
              <a:gdLst/>
              <a:ahLst/>
              <a:cxnLst/>
              <a:rect l="l" t="t" r="r" b="b"/>
              <a:pathLst>
                <a:path w="1062355" h="258445">
                  <a:moveTo>
                    <a:pt x="1062266" y="0"/>
                  </a:moveTo>
                  <a:lnTo>
                    <a:pt x="0" y="0"/>
                  </a:lnTo>
                  <a:lnTo>
                    <a:pt x="0" y="46431"/>
                  </a:lnTo>
                  <a:lnTo>
                    <a:pt x="0" y="257860"/>
                  </a:lnTo>
                  <a:lnTo>
                    <a:pt x="1062266" y="257860"/>
                  </a:lnTo>
                  <a:lnTo>
                    <a:pt x="1062266" y="46431"/>
                  </a:lnTo>
                  <a:lnTo>
                    <a:pt x="1062266" y="0"/>
                  </a:lnTo>
                  <a:close/>
                </a:path>
              </a:pathLst>
            </a:custGeom>
            <a:solidFill>
              <a:srgbClr val="1E60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1311497" y="7849457"/>
              <a:ext cx="3311525" cy="2526665"/>
            </a:xfrm>
            <a:custGeom>
              <a:avLst/>
              <a:gdLst/>
              <a:ahLst/>
              <a:cxnLst/>
              <a:rect l="l" t="t" r="r" b="b"/>
              <a:pathLst>
                <a:path w="3311525" h="2526665">
                  <a:moveTo>
                    <a:pt x="2326792" y="39674"/>
                  </a:moveTo>
                  <a:lnTo>
                    <a:pt x="1250911" y="39674"/>
                  </a:lnTo>
                  <a:lnTo>
                    <a:pt x="1250911" y="0"/>
                  </a:lnTo>
                  <a:lnTo>
                    <a:pt x="100749" y="0"/>
                  </a:lnTo>
                  <a:lnTo>
                    <a:pt x="0" y="0"/>
                  </a:lnTo>
                  <a:lnTo>
                    <a:pt x="0" y="2526042"/>
                  </a:lnTo>
                  <a:lnTo>
                    <a:pt x="1250911" y="2526042"/>
                  </a:lnTo>
                  <a:lnTo>
                    <a:pt x="1250911" y="2314600"/>
                  </a:lnTo>
                  <a:lnTo>
                    <a:pt x="2326792" y="2314600"/>
                  </a:lnTo>
                  <a:lnTo>
                    <a:pt x="2326792" y="39674"/>
                  </a:lnTo>
                  <a:close/>
                </a:path>
                <a:path w="3311525" h="2526665">
                  <a:moveTo>
                    <a:pt x="3311144" y="1678076"/>
                  </a:moveTo>
                  <a:lnTo>
                    <a:pt x="3210407" y="1678076"/>
                  </a:lnTo>
                  <a:lnTo>
                    <a:pt x="3210407" y="2526030"/>
                  </a:lnTo>
                  <a:lnTo>
                    <a:pt x="3311144" y="2526030"/>
                  </a:lnTo>
                  <a:lnTo>
                    <a:pt x="3311144" y="1678076"/>
                  </a:lnTo>
                  <a:close/>
                </a:path>
                <a:path w="3311525" h="2526665">
                  <a:moveTo>
                    <a:pt x="3311144" y="0"/>
                  </a:moveTo>
                  <a:lnTo>
                    <a:pt x="3210407" y="0"/>
                  </a:lnTo>
                  <a:lnTo>
                    <a:pt x="3210407" y="1609178"/>
                  </a:lnTo>
                  <a:lnTo>
                    <a:pt x="3311144" y="1609178"/>
                  </a:lnTo>
                  <a:lnTo>
                    <a:pt x="3311144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1209942" y="7849450"/>
              <a:ext cx="1250950" cy="2526665"/>
            </a:xfrm>
            <a:custGeom>
              <a:avLst/>
              <a:gdLst/>
              <a:ahLst/>
              <a:cxnLst/>
              <a:rect l="l" t="t" r="r" b="b"/>
              <a:pathLst>
                <a:path w="1250950" h="2526665">
                  <a:moveTo>
                    <a:pt x="1250904" y="0"/>
                  </a:moveTo>
                  <a:lnTo>
                    <a:pt x="100740" y="0"/>
                  </a:lnTo>
                  <a:lnTo>
                    <a:pt x="0" y="0"/>
                  </a:lnTo>
                  <a:lnTo>
                    <a:pt x="0" y="2526038"/>
                  </a:lnTo>
                  <a:lnTo>
                    <a:pt x="1250904" y="2526038"/>
                  </a:lnTo>
                  <a:lnTo>
                    <a:pt x="1250904" y="0"/>
                  </a:lnTo>
                  <a:close/>
                </a:path>
              </a:pathLst>
            </a:custGeom>
            <a:solidFill>
              <a:srgbClr val="1E60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5672066" y="7908219"/>
              <a:ext cx="100965" cy="2467610"/>
            </a:xfrm>
            <a:custGeom>
              <a:avLst/>
              <a:gdLst/>
              <a:ahLst/>
              <a:cxnLst/>
              <a:rect l="l" t="t" r="r" b="b"/>
              <a:pathLst>
                <a:path w="100965" h="2467609">
                  <a:moveTo>
                    <a:pt x="0" y="2467265"/>
                  </a:moveTo>
                  <a:lnTo>
                    <a:pt x="100740" y="2467265"/>
                  </a:lnTo>
                  <a:lnTo>
                    <a:pt x="100740" y="0"/>
                  </a:lnTo>
                  <a:lnTo>
                    <a:pt x="0" y="0"/>
                  </a:lnTo>
                  <a:lnTo>
                    <a:pt x="0" y="2467265"/>
                  </a:lnTo>
                  <a:close/>
                </a:path>
              </a:pathLst>
            </a:custGeom>
            <a:solidFill>
              <a:srgbClr val="80AA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2460973" y="7757115"/>
              <a:ext cx="3450590" cy="151130"/>
            </a:xfrm>
            <a:custGeom>
              <a:avLst/>
              <a:gdLst/>
              <a:ahLst/>
              <a:cxnLst/>
              <a:rect l="l" t="t" r="r" b="b"/>
              <a:pathLst>
                <a:path w="3450590" h="151129">
                  <a:moveTo>
                    <a:pt x="3450348" y="0"/>
                  </a:moveTo>
                  <a:lnTo>
                    <a:pt x="2375319" y="0"/>
                  </a:lnTo>
                  <a:lnTo>
                    <a:pt x="2375319" y="2921"/>
                  </a:lnTo>
                  <a:lnTo>
                    <a:pt x="1843354" y="2921"/>
                  </a:lnTo>
                  <a:lnTo>
                    <a:pt x="1843354" y="0"/>
                  </a:lnTo>
                  <a:lnTo>
                    <a:pt x="0" y="0"/>
                  </a:lnTo>
                  <a:lnTo>
                    <a:pt x="0" y="2921"/>
                  </a:lnTo>
                  <a:lnTo>
                    <a:pt x="0" y="151104"/>
                  </a:lnTo>
                  <a:lnTo>
                    <a:pt x="3450348" y="151104"/>
                  </a:lnTo>
                  <a:lnTo>
                    <a:pt x="3450348" y="2921"/>
                  </a:lnTo>
                  <a:lnTo>
                    <a:pt x="3450348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1050440" y="7756934"/>
              <a:ext cx="1410970" cy="151765"/>
            </a:xfrm>
            <a:custGeom>
              <a:avLst/>
              <a:gdLst/>
              <a:ahLst/>
              <a:cxnLst/>
              <a:rect l="l" t="t" r="r" b="b"/>
              <a:pathLst>
                <a:path w="1410970" h="151765">
                  <a:moveTo>
                    <a:pt x="1410532" y="0"/>
                  </a:moveTo>
                  <a:lnTo>
                    <a:pt x="0" y="167"/>
                  </a:lnTo>
                  <a:lnTo>
                    <a:pt x="0" y="151283"/>
                  </a:lnTo>
                  <a:lnTo>
                    <a:pt x="1410532" y="151115"/>
                  </a:lnTo>
                  <a:lnTo>
                    <a:pt x="141053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1679263" y="6944607"/>
              <a:ext cx="1897380" cy="3107055"/>
            </a:xfrm>
            <a:custGeom>
              <a:avLst/>
              <a:gdLst/>
              <a:ahLst/>
              <a:cxnLst/>
              <a:rect l="l" t="t" r="r" b="b"/>
              <a:pathLst>
                <a:path w="1897380" h="3107054">
                  <a:moveTo>
                    <a:pt x="587121" y="712228"/>
                  </a:moveTo>
                  <a:lnTo>
                    <a:pt x="582129" y="707237"/>
                  </a:lnTo>
                  <a:lnTo>
                    <a:pt x="327710" y="707237"/>
                  </a:lnTo>
                  <a:lnTo>
                    <a:pt x="327710" y="0"/>
                  </a:lnTo>
                  <a:lnTo>
                    <a:pt x="259384" y="0"/>
                  </a:lnTo>
                  <a:lnTo>
                    <a:pt x="259384" y="707237"/>
                  </a:lnTo>
                  <a:lnTo>
                    <a:pt x="5003" y="707237"/>
                  </a:lnTo>
                  <a:lnTo>
                    <a:pt x="0" y="712228"/>
                  </a:lnTo>
                  <a:lnTo>
                    <a:pt x="0" y="812317"/>
                  </a:lnTo>
                  <a:lnTo>
                    <a:pt x="587121" y="812317"/>
                  </a:lnTo>
                  <a:lnTo>
                    <a:pt x="587121" y="712228"/>
                  </a:lnTo>
                  <a:close/>
                </a:path>
                <a:path w="1897380" h="3107054">
                  <a:moveTo>
                    <a:pt x="1897176" y="2663418"/>
                  </a:moveTo>
                  <a:lnTo>
                    <a:pt x="870089" y="2663418"/>
                  </a:lnTo>
                  <a:lnTo>
                    <a:pt x="870089" y="2690088"/>
                  </a:lnTo>
                  <a:lnTo>
                    <a:pt x="870089" y="3079978"/>
                  </a:lnTo>
                  <a:lnTo>
                    <a:pt x="870089" y="3106648"/>
                  </a:lnTo>
                  <a:lnTo>
                    <a:pt x="1897176" y="3106648"/>
                  </a:lnTo>
                  <a:lnTo>
                    <a:pt x="1897176" y="3080042"/>
                  </a:lnTo>
                  <a:lnTo>
                    <a:pt x="1897176" y="2690304"/>
                  </a:lnTo>
                  <a:lnTo>
                    <a:pt x="1870506" y="2690304"/>
                  </a:lnTo>
                  <a:lnTo>
                    <a:pt x="1870506" y="3079978"/>
                  </a:lnTo>
                  <a:lnTo>
                    <a:pt x="896772" y="3079978"/>
                  </a:lnTo>
                  <a:lnTo>
                    <a:pt x="896772" y="2690088"/>
                  </a:lnTo>
                  <a:lnTo>
                    <a:pt x="1225804" y="2690088"/>
                  </a:lnTo>
                  <a:lnTo>
                    <a:pt x="1225804" y="2807754"/>
                  </a:lnTo>
                  <a:lnTo>
                    <a:pt x="1541487" y="2807754"/>
                  </a:lnTo>
                  <a:lnTo>
                    <a:pt x="1541487" y="2690088"/>
                  </a:lnTo>
                  <a:lnTo>
                    <a:pt x="1897176" y="2690088"/>
                  </a:lnTo>
                  <a:lnTo>
                    <a:pt x="1897176" y="2663418"/>
                  </a:lnTo>
                  <a:close/>
                </a:path>
                <a:path w="1897380" h="3107054">
                  <a:moveTo>
                    <a:pt x="1897176" y="2161768"/>
                  </a:moveTo>
                  <a:lnTo>
                    <a:pt x="1870506" y="2161768"/>
                  </a:lnTo>
                  <a:lnTo>
                    <a:pt x="1870506" y="2188438"/>
                  </a:lnTo>
                  <a:lnTo>
                    <a:pt x="1870506" y="2577058"/>
                  </a:lnTo>
                  <a:lnTo>
                    <a:pt x="896772" y="2577058"/>
                  </a:lnTo>
                  <a:lnTo>
                    <a:pt x="896772" y="2188438"/>
                  </a:lnTo>
                  <a:lnTo>
                    <a:pt x="1225804" y="2188438"/>
                  </a:lnTo>
                  <a:lnTo>
                    <a:pt x="1225804" y="2305342"/>
                  </a:lnTo>
                  <a:lnTo>
                    <a:pt x="1541487" y="2305342"/>
                  </a:lnTo>
                  <a:lnTo>
                    <a:pt x="1541487" y="2188438"/>
                  </a:lnTo>
                  <a:lnTo>
                    <a:pt x="1870506" y="2188438"/>
                  </a:lnTo>
                  <a:lnTo>
                    <a:pt x="1870506" y="2161768"/>
                  </a:lnTo>
                  <a:lnTo>
                    <a:pt x="870089" y="2161768"/>
                  </a:lnTo>
                  <a:lnTo>
                    <a:pt x="870089" y="2188438"/>
                  </a:lnTo>
                  <a:lnTo>
                    <a:pt x="870089" y="2577058"/>
                  </a:lnTo>
                  <a:lnTo>
                    <a:pt x="870089" y="2603728"/>
                  </a:lnTo>
                  <a:lnTo>
                    <a:pt x="1897176" y="2603728"/>
                  </a:lnTo>
                  <a:lnTo>
                    <a:pt x="1897176" y="2577617"/>
                  </a:lnTo>
                  <a:lnTo>
                    <a:pt x="1897176" y="2577058"/>
                  </a:lnTo>
                  <a:lnTo>
                    <a:pt x="1897176" y="2188438"/>
                  </a:lnTo>
                  <a:lnTo>
                    <a:pt x="1897176" y="2187867"/>
                  </a:lnTo>
                  <a:lnTo>
                    <a:pt x="1897176" y="2161768"/>
                  </a:lnTo>
                  <a:close/>
                </a:path>
                <a:path w="1897380" h="3107054">
                  <a:moveTo>
                    <a:pt x="1897176" y="1658848"/>
                  </a:moveTo>
                  <a:lnTo>
                    <a:pt x="870089" y="1658848"/>
                  </a:lnTo>
                  <a:lnTo>
                    <a:pt x="870089" y="1685518"/>
                  </a:lnTo>
                  <a:lnTo>
                    <a:pt x="870089" y="2075408"/>
                  </a:lnTo>
                  <a:lnTo>
                    <a:pt x="870089" y="2102078"/>
                  </a:lnTo>
                  <a:lnTo>
                    <a:pt x="1897176" y="2102078"/>
                  </a:lnTo>
                  <a:lnTo>
                    <a:pt x="1897176" y="2075408"/>
                  </a:lnTo>
                  <a:lnTo>
                    <a:pt x="896772" y="2075408"/>
                  </a:lnTo>
                  <a:lnTo>
                    <a:pt x="896772" y="1685518"/>
                  </a:lnTo>
                  <a:lnTo>
                    <a:pt x="1225804" y="1685518"/>
                  </a:lnTo>
                  <a:lnTo>
                    <a:pt x="1225804" y="1802917"/>
                  </a:lnTo>
                  <a:lnTo>
                    <a:pt x="1541487" y="1802917"/>
                  </a:lnTo>
                  <a:lnTo>
                    <a:pt x="1541487" y="1685518"/>
                  </a:lnTo>
                  <a:lnTo>
                    <a:pt x="1870506" y="1685518"/>
                  </a:lnTo>
                  <a:lnTo>
                    <a:pt x="1870506" y="2075167"/>
                  </a:lnTo>
                  <a:lnTo>
                    <a:pt x="1897176" y="2075167"/>
                  </a:lnTo>
                  <a:lnTo>
                    <a:pt x="1897176" y="1685518"/>
                  </a:lnTo>
                  <a:lnTo>
                    <a:pt x="1897176" y="1658848"/>
                  </a:lnTo>
                  <a:close/>
                </a:path>
                <a:path w="1897380" h="3107054">
                  <a:moveTo>
                    <a:pt x="1897176" y="1155928"/>
                  </a:moveTo>
                  <a:lnTo>
                    <a:pt x="870089" y="1155928"/>
                  </a:lnTo>
                  <a:lnTo>
                    <a:pt x="870089" y="1182598"/>
                  </a:lnTo>
                  <a:lnTo>
                    <a:pt x="870089" y="1572488"/>
                  </a:lnTo>
                  <a:lnTo>
                    <a:pt x="870089" y="1599158"/>
                  </a:lnTo>
                  <a:lnTo>
                    <a:pt x="1897176" y="1599158"/>
                  </a:lnTo>
                  <a:lnTo>
                    <a:pt x="1897176" y="1572780"/>
                  </a:lnTo>
                  <a:lnTo>
                    <a:pt x="1897176" y="1572488"/>
                  </a:lnTo>
                  <a:lnTo>
                    <a:pt x="1897176" y="1183030"/>
                  </a:lnTo>
                  <a:lnTo>
                    <a:pt x="1870506" y="1183030"/>
                  </a:lnTo>
                  <a:lnTo>
                    <a:pt x="1870506" y="1572488"/>
                  </a:lnTo>
                  <a:lnTo>
                    <a:pt x="896772" y="1572488"/>
                  </a:lnTo>
                  <a:lnTo>
                    <a:pt x="896772" y="1182598"/>
                  </a:lnTo>
                  <a:lnTo>
                    <a:pt x="1225804" y="1182598"/>
                  </a:lnTo>
                  <a:lnTo>
                    <a:pt x="1225804" y="1300480"/>
                  </a:lnTo>
                  <a:lnTo>
                    <a:pt x="1541487" y="1300480"/>
                  </a:lnTo>
                  <a:lnTo>
                    <a:pt x="1541487" y="1182598"/>
                  </a:lnTo>
                  <a:lnTo>
                    <a:pt x="1897176" y="1182598"/>
                  </a:lnTo>
                  <a:lnTo>
                    <a:pt x="1897176" y="1155928"/>
                  </a:lnTo>
                  <a:close/>
                </a:path>
              </a:pathLst>
            </a:custGeom>
            <a:solidFill>
              <a:srgbClr val="1E606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12099" y="6871516"/>
              <a:ext cx="128121" cy="128100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11968493" y="6307664"/>
              <a:ext cx="1191260" cy="641350"/>
            </a:xfrm>
            <a:custGeom>
              <a:avLst/>
              <a:gdLst/>
              <a:ahLst/>
              <a:cxnLst/>
              <a:rect l="l" t="t" r="r" b="b"/>
              <a:pathLst>
                <a:path w="1191259" h="641350">
                  <a:moveTo>
                    <a:pt x="1191006" y="281330"/>
                  </a:moveTo>
                  <a:lnTo>
                    <a:pt x="834567" y="51727"/>
                  </a:lnTo>
                  <a:lnTo>
                    <a:pt x="770191" y="111531"/>
                  </a:lnTo>
                  <a:lnTo>
                    <a:pt x="670521" y="0"/>
                  </a:lnTo>
                  <a:lnTo>
                    <a:pt x="561936" y="97028"/>
                  </a:lnTo>
                  <a:lnTo>
                    <a:pt x="577430" y="114376"/>
                  </a:lnTo>
                  <a:lnTo>
                    <a:pt x="0" y="582523"/>
                  </a:lnTo>
                  <a:lnTo>
                    <a:pt x="14325" y="600240"/>
                  </a:lnTo>
                  <a:lnTo>
                    <a:pt x="592658" y="131419"/>
                  </a:lnTo>
                  <a:lnTo>
                    <a:pt x="603567" y="143624"/>
                  </a:lnTo>
                  <a:lnTo>
                    <a:pt x="24688" y="612863"/>
                  </a:lnTo>
                  <a:lnTo>
                    <a:pt x="39027" y="630580"/>
                  </a:lnTo>
                  <a:lnTo>
                    <a:pt x="618794" y="160655"/>
                  </a:lnTo>
                  <a:lnTo>
                    <a:pt x="663473" y="210654"/>
                  </a:lnTo>
                  <a:lnTo>
                    <a:pt x="600811" y="268859"/>
                  </a:lnTo>
                  <a:lnTo>
                    <a:pt x="803554" y="641223"/>
                  </a:lnTo>
                  <a:lnTo>
                    <a:pt x="1191006" y="281330"/>
                  </a:lnTo>
                  <a:close/>
                </a:path>
              </a:pathLst>
            </a:custGeom>
            <a:solidFill>
              <a:srgbClr val="1E60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2735059" y="6412245"/>
              <a:ext cx="346075" cy="304165"/>
            </a:xfrm>
            <a:custGeom>
              <a:avLst/>
              <a:gdLst/>
              <a:ahLst/>
              <a:cxnLst/>
              <a:rect l="l" t="t" r="r" b="b"/>
              <a:pathLst>
                <a:path w="346075" h="304165">
                  <a:moveTo>
                    <a:pt x="86772" y="0"/>
                  </a:moveTo>
                  <a:lnTo>
                    <a:pt x="0" y="82835"/>
                  </a:lnTo>
                  <a:lnTo>
                    <a:pt x="197219" y="303728"/>
                  </a:lnTo>
                  <a:lnTo>
                    <a:pt x="345811" y="168298"/>
                  </a:lnTo>
                  <a:lnTo>
                    <a:pt x="8677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3448132" y="6384524"/>
              <a:ext cx="1217930" cy="1296670"/>
            </a:xfrm>
            <a:custGeom>
              <a:avLst/>
              <a:gdLst/>
              <a:ahLst/>
              <a:cxnLst/>
              <a:rect l="l" t="t" r="r" b="b"/>
              <a:pathLst>
                <a:path w="1217930" h="1296670">
                  <a:moveTo>
                    <a:pt x="59664" y="0"/>
                  </a:moveTo>
                  <a:lnTo>
                    <a:pt x="0" y="0"/>
                  </a:lnTo>
                  <a:lnTo>
                    <a:pt x="0" y="1160995"/>
                  </a:lnTo>
                  <a:lnTo>
                    <a:pt x="59664" y="1160995"/>
                  </a:lnTo>
                  <a:lnTo>
                    <a:pt x="59664" y="0"/>
                  </a:lnTo>
                  <a:close/>
                </a:path>
                <a:path w="1217930" h="1296670">
                  <a:moveTo>
                    <a:pt x="1217714" y="1160995"/>
                  </a:moveTo>
                  <a:lnTo>
                    <a:pt x="906475" y="1160995"/>
                  </a:lnTo>
                  <a:lnTo>
                    <a:pt x="906475" y="1296352"/>
                  </a:lnTo>
                  <a:lnTo>
                    <a:pt x="1217714" y="1296352"/>
                  </a:lnTo>
                  <a:lnTo>
                    <a:pt x="1217714" y="1160995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3507797" y="6384524"/>
              <a:ext cx="1920875" cy="1376045"/>
            </a:xfrm>
            <a:custGeom>
              <a:avLst/>
              <a:gdLst/>
              <a:ahLst/>
              <a:cxnLst/>
              <a:rect l="l" t="t" r="r" b="b"/>
              <a:pathLst>
                <a:path w="1920875" h="1376045">
                  <a:moveTo>
                    <a:pt x="1328496" y="1296352"/>
                  </a:moveTo>
                  <a:lnTo>
                    <a:pt x="796531" y="1296352"/>
                  </a:lnTo>
                  <a:lnTo>
                    <a:pt x="796531" y="1375511"/>
                  </a:lnTo>
                  <a:lnTo>
                    <a:pt x="1328496" y="1375511"/>
                  </a:lnTo>
                  <a:lnTo>
                    <a:pt x="1328496" y="1296352"/>
                  </a:lnTo>
                  <a:close/>
                </a:path>
                <a:path w="1920875" h="1376045">
                  <a:moveTo>
                    <a:pt x="1920544" y="0"/>
                  </a:moveTo>
                  <a:lnTo>
                    <a:pt x="0" y="0"/>
                  </a:lnTo>
                  <a:lnTo>
                    <a:pt x="0" y="1160995"/>
                  </a:lnTo>
                  <a:lnTo>
                    <a:pt x="1920544" y="1160995"/>
                  </a:lnTo>
                  <a:lnTo>
                    <a:pt x="1920544" y="0"/>
                  </a:lnTo>
                  <a:close/>
                </a:path>
              </a:pathLst>
            </a:custGeom>
            <a:solidFill>
              <a:srgbClr val="1E60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3589669" y="6449363"/>
              <a:ext cx="1774189" cy="1036319"/>
            </a:xfrm>
            <a:custGeom>
              <a:avLst/>
              <a:gdLst/>
              <a:ahLst/>
              <a:cxnLst/>
              <a:rect l="l" t="t" r="r" b="b"/>
              <a:pathLst>
                <a:path w="1774190" h="1036320">
                  <a:moveTo>
                    <a:pt x="1774113" y="0"/>
                  </a:moveTo>
                  <a:lnTo>
                    <a:pt x="0" y="0"/>
                  </a:lnTo>
                  <a:lnTo>
                    <a:pt x="0" y="1036209"/>
                  </a:lnTo>
                  <a:lnTo>
                    <a:pt x="1774113" y="1036209"/>
                  </a:lnTo>
                  <a:lnTo>
                    <a:pt x="177411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67838" y="6514486"/>
              <a:ext cx="244141" cy="249525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13662421" y="6509029"/>
              <a:ext cx="440055" cy="440055"/>
            </a:xfrm>
            <a:custGeom>
              <a:avLst/>
              <a:gdLst/>
              <a:ahLst/>
              <a:cxnLst/>
              <a:rect l="l" t="t" r="r" b="b"/>
              <a:pathLst>
                <a:path w="440055" h="440054">
                  <a:moveTo>
                    <a:pt x="423175" y="0"/>
                  </a:moveTo>
                  <a:lnTo>
                    <a:pt x="4766" y="411662"/>
                  </a:lnTo>
                  <a:lnTo>
                    <a:pt x="0" y="423172"/>
                  </a:lnTo>
                  <a:lnTo>
                    <a:pt x="1191" y="429291"/>
                  </a:lnTo>
                  <a:lnTo>
                    <a:pt x="4766" y="434667"/>
                  </a:lnTo>
                  <a:lnTo>
                    <a:pt x="7939" y="437850"/>
                  </a:lnTo>
                  <a:lnTo>
                    <a:pt x="12106" y="439442"/>
                  </a:lnTo>
                  <a:lnTo>
                    <a:pt x="16274" y="439442"/>
                  </a:lnTo>
                  <a:lnTo>
                    <a:pt x="20441" y="439442"/>
                  </a:lnTo>
                  <a:lnTo>
                    <a:pt x="24598" y="437850"/>
                  </a:lnTo>
                  <a:lnTo>
                    <a:pt x="434670" y="27779"/>
                  </a:lnTo>
                  <a:lnTo>
                    <a:pt x="438251" y="22391"/>
                  </a:lnTo>
                  <a:lnTo>
                    <a:pt x="439444" y="16269"/>
                  </a:lnTo>
                  <a:lnTo>
                    <a:pt x="438251" y="10150"/>
                  </a:lnTo>
                  <a:lnTo>
                    <a:pt x="434670" y="4774"/>
                  </a:lnTo>
                  <a:lnTo>
                    <a:pt x="429293" y="1193"/>
                  </a:lnTo>
                  <a:lnTo>
                    <a:pt x="423175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9699212" y="8284574"/>
              <a:ext cx="156845" cy="332740"/>
            </a:xfrm>
            <a:custGeom>
              <a:avLst/>
              <a:gdLst/>
              <a:ahLst/>
              <a:cxnLst/>
              <a:rect l="l" t="t" r="r" b="b"/>
              <a:pathLst>
                <a:path w="156845" h="332740">
                  <a:moveTo>
                    <a:pt x="0" y="332482"/>
                  </a:moveTo>
                  <a:lnTo>
                    <a:pt x="156319" y="332482"/>
                  </a:lnTo>
                  <a:lnTo>
                    <a:pt x="156319" y="0"/>
                  </a:lnTo>
                  <a:lnTo>
                    <a:pt x="0" y="0"/>
                  </a:lnTo>
                  <a:lnTo>
                    <a:pt x="0" y="332482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9855532" y="8268658"/>
              <a:ext cx="728980" cy="348615"/>
            </a:xfrm>
            <a:custGeom>
              <a:avLst/>
              <a:gdLst/>
              <a:ahLst/>
              <a:cxnLst/>
              <a:rect l="l" t="t" r="r" b="b"/>
              <a:pathLst>
                <a:path w="728979" h="348615">
                  <a:moveTo>
                    <a:pt x="728449" y="0"/>
                  </a:moveTo>
                  <a:lnTo>
                    <a:pt x="0" y="0"/>
                  </a:lnTo>
                  <a:lnTo>
                    <a:pt x="0" y="348397"/>
                  </a:lnTo>
                  <a:lnTo>
                    <a:pt x="728449" y="348397"/>
                  </a:lnTo>
                  <a:lnTo>
                    <a:pt x="728449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9698800" y="8268671"/>
              <a:ext cx="885825" cy="43180"/>
            </a:xfrm>
            <a:custGeom>
              <a:avLst/>
              <a:gdLst/>
              <a:ahLst/>
              <a:cxnLst/>
              <a:rect l="l" t="t" r="r" b="b"/>
              <a:pathLst>
                <a:path w="885825" h="43179">
                  <a:moveTo>
                    <a:pt x="885456" y="0"/>
                  </a:moveTo>
                  <a:lnTo>
                    <a:pt x="156692" y="0"/>
                  </a:lnTo>
                  <a:lnTo>
                    <a:pt x="156692" y="15913"/>
                  </a:lnTo>
                  <a:lnTo>
                    <a:pt x="0" y="15913"/>
                  </a:lnTo>
                  <a:lnTo>
                    <a:pt x="0" y="42710"/>
                  </a:lnTo>
                  <a:lnTo>
                    <a:pt x="885456" y="42710"/>
                  </a:lnTo>
                  <a:lnTo>
                    <a:pt x="885456" y="15913"/>
                  </a:lnTo>
                  <a:lnTo>
                    <a:pt x="885456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9683305" y="8231866"/>
              <a:ext cx="916305" cy="53340"/>
            </a:xfrm>
            <a:custGeom>
              <a:avLst/>
              <a:gdLst/>
              <a:ahLst/>
              <a:cxnLst/>
              <a:rect l="l" t="t" r="r" b="b"/>
              <a:pathLst>
                <a:path w="916304" h="53340">
                  <a:moveTo>
                    <a:pt x="916305" y="0"/>
                  </a:moveTo>
                  <a:lnTo>
                    <a:pt x="172186" y="0"/>
                  </a:lnTo>
                  <a:lnTo>
                    <a:pt x="171551" y="0"/>
                  </a:lnTo>
                  <a:lnTo>
                    <a:pt x="0" y="0"/>
                  </a:lnTo>
                  <a:lnTo>
                    <a:pt x="0" y="52717"/>
                  </a:lnTo>
                  <a:lnTo>
                    <a:pt x="171551" y="52717"/>
                  </a:lnTo>
                  <a:lnTo>
                    <a:pt x="172186" y="52717"/>
                  </a:lnTo>
                  <a:lnTo>
                    <a:pt x="916305" y="52717"/>
                  </a:lnTo>
                  <a:lnTo>
                    <a:pt x="916305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0387421" y="8521310"/>
              <a:ext cx="154305" cy="71755"/>
            </a:xfrm>
            <a:custGeom>
              <a:avLst/>
              <a:gdLst/>
              <a:ahLst/>
              <a:cxnLst/>
              <a:rect l="l" t="t" r="r" b="b"/>
              <a:pathLst>
                <a:path w="154304" h="71754">
                  <a:moveTo>
                    <a:pt x="154120" y="0"/>
                  </a:moveTo>
                  <a:lnTo>
                    <a:pt x="0" y="0"/>
                  </a:lnTo>
                  <a:lnTo>
                    <a:pt x="0" y="71453"/>
                  </a:lnTo>
                  <a:lnTo>
                    <a:pt x="154120" y="71453"/>
                  </a:lnTo>
                  <a:lnTo>
                    <a:pt x="154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9776801" y="7892409"/>
              <a:ext cx="160020" cy="340360"/>
            </a:xfrm>
            <a:custGeom>
              <a:avLst/>
              <a:gdLst/>
              <a:ahLst/>
              <a:cxnLst/>
              <a:rect l="l" t="t" r="r" b="b"/>
              <a:pathLst>
                <a:path w="160020" h="340359">
                  <a:moveTo>
                    <a:pt x="0" y="339759"/>
                  </a:moveTo>
                  <a:lnTo>
                    <a:pt x="159743" y="339759"/>
                  </a:lnTo>
                  <a:lnTo>
                    <a:pt x="159743" y="0"/>
                  </a:lnTo>
                  <a:lnTo>
                    <a:pt x="0" y="0"/>
                  </a:lnTo>
                  <a:lnTo>
                    <a:pt x="0" y="339759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9936545" y="7876147"/>
              <a:ext cx="415925" cy="356235"/>
            </a:xfrm>
            <a:custGeom>
              <a:avLst/>
              <a:gdLst/>
              <a:ahLst/>
              <a:cxnLst/>
              <a:rect l="l" t="t" r="r" b="b"/>
              <a:pathLst>
                <a:path w="415925" h="356234">
                  <a:moveTo>
                    <a:pt x="415505" y="0"/>
                  </a:moveTo>
                  <a:lnTo>
                    <a:pt x="0" y="0"/>
                  </a:lnTo>
                  <a:lnTo>
                    <a:pt x="0" y="356020"/>
                  </a:lnTo>
                  <a:lnTo>
                    <a:pt x="415505" y="356020"/>
                  </a:lnTo>
                  <a:lnTo>
                    <a:pt x="415505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9776397" y="7876152"/>
              <a:ext cx="575945" cy="43815"/>
            </a:xfrm>
            <a:custGeom>
              <a:avLst/>
              <a:gdLst/>
              <a:ahLst/>
              <a:cxnLst/>
              <a:rect l="l" t="t" r="r" b="b"/>
              <a:pathLst>
                <a:path w="575945" h="43815">
                  <a:moveTo>
                    <a:pt x="575945" y="0"/>
                  </a:moveTo>
                  <a:lnTo>
                    <a:pt x="160096" y="0"/>
                  </a:lnTo>
                  <a:lnTo>
                    <a:pt x="160096" y="16268"/>
                  </a:lnTo>
                  <a:lnTo>
                    <a:pt x="0" y="16268"/>
                  </a:lnTo>
                  <a:lnTo>
                    <a:pt x="0" y="43649"/>
                  </a:lnTo>
                  <a:lnTo>
                    <a:pt x="575945" y="43649"/>
                  </a:lnTo>
                  <a:lnTo>
                    <a:pt x="575945" y="16268"/>
                  </a:lnTo>
                  <a:lnTo>
                    <a:pt x="575945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9935864" y="7838557"/>
              <a:ext cx="432434" cy="53975"/>
            </a:xfrm>
            <a:custGeom>
              <a:avLst/>
              <a:gdLst/>
              <a:ahLst/>
              <a:cxnLst/>
              <a:rect l="l" t="t" r="r" b="b"/>
              <a:pathLst>
                <a:path w="432434" h="53975">
                  <a:moveTo>
                    <a:pt x="432175" y="0"/>
                  </a:moveTo>
                  <a:lnTo>
                    <a:pt x="0" y="0"/>
                  </a:lnTo>
                  <a:lnTo>
                    <a:pt x="0" y="53851"/>
                  </a:lnTo>
                  <a:lnTo>
                    <a:pt x="432175" y="53851"/>
                  </a:lnTo>
                  <a:lnTo>
                    <a:pt x="432175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9760550" y="7838557"/>
              <a:ext cx="176530" cy="53975"/>
            </a:xfrm>
            <a:custGeom>
              <a:avLst/>
              <a:gdLst/>
              <a:ahLst/>
              <a:cxnLst/>
              <a:rect l="l" t="t" r="r" b="b"/>
              <a:pathLst>
                <a:path w="176529" h="53975">
                  <a:moveTo>
                    <a:pt x="175952" y="0"/>
                  </a:moveTo>
                  <a:lnTo>
                    <a:pt x="0" y="0"/>
                  </a:lnTo>
                  <a:lnTo>
                    <a:pt x="0" y="53851"/>
                  </a:lnTo>
                  <a:lnTo>
                    <a:pt x="175952" y="53851"/>
                  </a:lnTo>
                  <a:lnTo>
                    <a:pt x="175952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0151229" y="8134307"/>
              <a:ext cx="157480" cy="73025"/>
            </a:xfrm>
            <a:custGeom>
              <a:avLst/>
              <a:gdLst/>
              <a:ahLst/>
              <a:cxnLst/>
              <a:rect l="l" t="t" r="r" b="b"/>
              <a:pathLst>
                <a:path w="157479" h="73025">
                  <a:moveTo>
                    <a:pt x="157461" y="0"/>
                  </a:moveTo>
                  <a:lnTo>
                    <a:pt x="0" y="0"/>
                  </a:lnTo>
                  <a:lnTo>
                    <a:pt x="0" y="73023"/>
                  </a:lnTo>
                  <a:lnTo>
                    <a:pt x="157461" y="73023"/>
                  </a:lnTo>
                  <a:lnTo>
                    <a:pt x="1574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518963" y="6972521"/>
              <a:ext cx="3510279" cy="3284220"/>
            </a:xfrm>
            <a:custGeom>
              <a:avLst/>
              <a:gdLst/>
              <a:ahLst/>
              <a:cxnLst/>
              <a:rect l="l" t="t" r="r" b="b"/>
              <a:pathLst>
                <a:path w="3510279" h="3284220">
                  <a:moveTo>
                    <a:pt x="1921662" y="3244799"/>
                  </a:moveTo>
                  <a:lnTo>
                    <a:pt x="1750009" y="2043341"/>
                  </a:lnTo>
                  <a:lnTo>
                    <a:pt x="1711210" y="2014181"/>
                  </a:lnTo>
                  <a:lnTo>
                    <a:pt x="1698345" y="2018728"/>
                  </a:lnTo>
                  <a:lnTo>
                    <a:pt x="1688566" y="2027542"/>
                  </a:lnTo>
                  <a:lnTo>
                    <a:pt x="1682813" y="2039378"/>
                  </a:lnTo>
                  <a:lnTo>
                    <a:pt x="1682026" y="2052993"/>
                  </a:lnTo>
                  <a:lnTo>
                    <a:pt x="1853679" y="3254425"/>
                  </a:lnTo>
                  <a:lnTo>
                    <a:pt x="1857654" y="3266287"/>
                  </a:lnTo>
                  <a:lnTo>
                    <a:pt x="1865274" y="3275622"/>
                  </a:lnTo>
                  <a:lnTo>
                    <a:pt x="1875574" y="3281743"/>
                  </a:lnTo>
                  <a:lnTo>
                    <a:pt x="1887601" y="3283940"/>
                  </a:lnTo>
                  <a:lnTo>
                    <a:pt x="1889201" y="3283940"/>
                  </a:lnTo>
                  <a:lnTo>
                    <a:pt x="1920875" y="3258401"/>
                  </a:lnTo>
                  <a:lnTo>
                    <a:pt x="1921662" y="3244799"/>
                  </a:lnTo>
                  <a:close/>
                </a:path>
                <a:path w="3510279" h="3284220">
                  <a:moveTo>
                    <a:pt x="2745511" y="3244799"/>
                  </a:moveTo>
                  <a:lnTo>
                    <a:pt x="2573883" y="2043341"/>
                  </a:lnTo>
                  <a:lnTo>
                    <a:pt x="2535059" y="2014181"/>
                  </a:lnTo>
                  <a:lnTo>
                    <a:pt x="2522207" y="2018728"/>
                  </a:lnTo>
                  <a:lnTo>
                    <a:pt x="2512428" y="2027542"/>
                  </a:lnTo>
                  <a:lnTo>
                    <a:pt x="2506675" y="2039378"/>
                  </a:lnTo>
                  <a:lnTo>
                    <a:pt x="2505900" y="2052993"/>
                  </a:lnTo>
                  <a:lnTo>
                    <a:pt x="2677528" y="3254425"/>
                  </a:lnTo>
                  <a:lnTo>
                    <a:pt x="2681503" y="3266287"/>
                  </a:lnTo>
                  <a:lnTo>
                    <a:pt x="2689123" y="3275622"/>
                  </a:lnTo>
                  <a:lnTo>
                    <a:pt x="2699423" y="3281743"/>
                  </a:lnTo>
                  <a:lnTo>
                    <a:pt x="2711450" y="3283940"/>
                  </a:lnTo>
                  <a:lnTo>
                    <a:pt x="2713050" y="3283940"/>
                  </a:lnTo>
                  <a:lnTo>
                    <a:pt x="2744724" y="3258401"/>
                  </a:lnTo>
                  <a:lnTo>
                    <a:pt x="2745511" y="3244799"/>
                  </a:lnTo>
                  <a:close/>
                </a:path>
                <a:path w="3510279" h="3284220">
                  <a:moveTo>
                    <a:pt x="3510267" y="0"/>
                  </a:moveTo>
                  <a:lnTo>
                    <a:pt x="2369032" y="0"/>
                  </a:lnTo>
                  <a:lnTo>
                    <a:pt x="2117979" y="702970"/>
                  </a:lnTo>
                  <a:lnTo>
                    <a:pt x="2100414" y="747890"/>
                  </a:lnTo>
                  <a:lnTo>
                    <a:pt x="2080374" y="791286"/>
                  </a:lnTo>
                  <a:lnTo>
                    <a:pt x="2057971" y="833094"/>
                  </a:lnTo>
                  <a:lnTo>
                    <a:pt x="2033295" y="873252"/>
                  </a:lnTo>
                  <a:lnTo>
                    <a:pt x="2006447" y="911694"/>
                  </a:lnTo>
                  <a:lnTo>
                    <a:pt x="1977529" y="948334"/>
                  </a:lnTo>
                  <a:lnTo>
                    <a:pt x="1946643" y="983119"/>
                  </a:lnTo>
                  <a:lnTo>
                    <a:pt x="1913877" y="1015974"/>
                  </a:lnTo>
                  <a:lnTo>
                    <a:pt x="1879333" y="1046822"/>
                  </a:lnTo>
                  <a:lnTo>
                    <a:pt x="1843100" y="1075601"/>
                  </a:lnTo>
                  <a:lnTo>
                    <a:pt x="1805292" y="1102245"/>
                  </a:lnTo>
                  <a:lnTo>
                    <a:pt x="1766011" y="1126680"/>
                  </a:lnTo>
                  <a:lnTo>
                    <a:pt x="1725333" y="1148829"/>
                  </a:lnTo>
                  <a:lnTo>
                    <a:pt x="1683372" y="1168641"/>
                  </a:lnTo>
                  <a:lnTo>
                    <a:pt x="1640230" y="1186027"/>
                  </a:lnTo>
                  <a:lnTo>
                    <a:pt x="1595996" y="1200937"/>
                  </a:lnTo>
                  <a:lnTo>
                    <a:pt x="1550758" y="1213294"/>
                  </a:lnTo>
                  <a:lnTo>
                    <a:pt x="1504645" y="1223022"/>
                  </a:lnTo>
                  <a:lnTo>
                    <a:pt x="1457731" y="1230058"/>
                  </a:lnTo>
                  <a:lnTo>
                    <a:pt x="1410131" y="1234325"/>
                  </a:lnTo>
                  <a:lnTo>
                    <a:pt x="1361922" y="1235760"/>
                  </a:lnTo>
                  <a:lnTo>
                    <a:pt x="1210894" y="1235760"/>
                  </a:lnTo>
                  <a:lnTo>
                    <a:pt x="1160538" y="1236941"/>
                  </a:lnTo>
                  <a:lnTo>
                    <a:pt x="1110551" y="1240434"/>
                  </a:lnTo>
                  <a:lnTo>
                    <a:pt x="1061008" y="1246225"/>
                  </a:lnTo>
                  <a:lnTo>
                    <a:pt x="1011974" y="1254264"/>
                  </a:lnTo>
                  <a:lnTo>
                    <a:pt x="963536" y="1264513"/>
                  </a:lnTo>
                  <a:lnTo>
                    <a:pt x="915746" y="1276946"/>
                  </a:lnTo>
                  <a:lnTo>
                    <a:pt x="868680" y="1291526"/>
                  </a:lnTo>
                  <a:lnTo>
                    <a:pt x="822413" y="1308214"/>
                  </a:lnTo>
                  <a:lnTo>
                    <a:pt x="776998" y="1326959"/>
                  </a:lnTo>
                  <a:lnTo>
                    <a:pt x="732523" y="1347749"/>
                  </a:lnTo>
                  <a:lnTo>
                    <a:pt x="689038" y="1370520"/>
                  </a:lnTo>
                  <a:lnTo>
                    <a:pt x="646633" y="1395260"/>
                  </a:lnTo>
                  <a:lnTo>
                    <a:pt x="605370" y="1421930"/>
                  </a:lnTo>
                  <a:lnTo>
                    <a:pt x="565315" y="1450479"/>
                  </a:lnTo>
                  <a:lnTo>
                    <a:pt x="526542" y="1480883"/>
                  </a:lnTo>
                  <a:lnTo>
                    <a:pt x="489115" y="1513103"/>
                  </a:lnTo>
                  <a:lnTo>
                    <a:pt x="453110" y="1547088"/>
                  </a:lnTo>
                  <a:lnTo>
                    <a:pt x="418592" y="1582826"/>
                  </a:lnTo>
                  <a:lnTo>
                    <a:pt x="385635" y="1620266"/>
                  </a:lnTo>
                  <a:lnTo>
                    <a:pt x="354304" y="1659382"/>
                  </a:lnTo>
                  <a:lnTo>
                    <a:pt x="324675" y="1700110"/>
                  </a:lnTo>
                  <a:lnTo>
                    <a:pt x="86931" y="2046173"/>
                  </a:lnTo>
                  <a:lnTo>
                    <a:pt x="86893" y="2128291"/>
                  </a:lnTo>
                  <a:lnTo>
                    <a:pt x="159486" y="2128291"/>
                  </a:lnTo>
                  <a:lnTo>
                    <a:pt x="0" y="3244799"/>
                  </a:lnTo>
                  <a:lnTo>
                    <a:pt x="29159" y="3283597"/>
                  </a:lnTo>
                  <a:lnTo>
                    <a:pt x="34061" y="3283940"/>
                  </a:lnTo>
                  <a:lnTo>
                    <a:pt x="46088" y="3281743"/>
                  </a:lnTo>
                  <a:lnTo>
                    <a:pt x="56388" y="3275622"/>
                  </a:lnTo>
                  <a:lnTo>
                    <a:pt x="63995" y="3266287"/>
                  </a:lnTo>
                  <a:lnTo>
                    <a:pt x="67983" y="3254425"/>
                  </a:lnTo>
                  <a:lnTo>
                    <a:pt x="228854" y="2128291"/>
                  </a:lnTo>
                  <a:lnTo>
                    <a:pt x="956805" y="2128291"/>
                  </a:lnTo>
                  <a:lnTo>
                    <a:pt x="823849" y="3244799"/>
                  </a:lnTo>
                  <a:lnTo>
                    <a:pt x="824636" y="3258401"/>
                  </a:lnTo>
                  <a:lnTo>
                    <a:pt x="830389" y="3270237"/>
                  </a:lnTo>
                  <a:lnTo>
                    <a:pt x="840155" y="3279051"/>
                  </a:lnTo>
                  <a:lnTo>
                    <a:pt x="853008" y="3283597"/>
                  </a:lnTo>
                  <a:lnTo>
                    <a:pt x="857910" y="3283940"/>
                  </a:lnTo>
                  <a:lnTo>
                    <a:pt x="869937" y="3281743"/>
                  </a:lnTo>
                  <a:lnTo>
                    <a:pt x="880237" y="3275622"/>
                  </a:lnTo>
                  <a:lnTo>
                    <a:pt x="887857" y="3266287"/>
                  </a:lnTo>
                  <a:lnTo>
                    <a:pt x="891832" y="3254425"/>
                  </a:lnTo>
                  <a:lnTo>
                    <a:pt x="1052715" y="2128291"/>
                  </a:lnTo>
                  <a:lnTo>
                    <a:pt x="1058214" y="2128291"/>
                  </a:lnTo>
                  <a:lnTo>
                    <a:pt x="1107287" y="2127046"/>
                  </a:lnTo>
                  <a:lnTo>
                    <a:pt x="1155852" y="2123363"/>
                  </a:lnTo>
                  <a:lnTo>
                    <a:pt x="1203833" y="2117267"/>
                  </a:lnTo>
                  <a:lnTo>
                    <a:pt x="1251178" y="2108835"/>
                  </a:lnTo>
                  <a:lnTo>
                    <a:pt x="1297787" y="2098090"/>
                  </a:lnTo>
                  <a:lnTo>
                    <a:pt x="1343621" y="2085111"/>
                  </a:lnTo>
                  <a:lnTo>
                    <a:pt x="1388579" y="2069947"/>
                  </a:lnTo>
                  <a:lnTo>
                    <a:pt x="1432610" y="2052624"/>
                  </a:lnTo>
                  <a:lnTo>
                    <a:pt x="1475638" y="2033206"/>
                  </a:lnTo>
                  <a:lnTo>
                    <a:pt x="1517586" y="2011756"/>
                  </a:lnTo>
                  <a:lnTo>
                    <a:pt x="1558378" y="1988312"/>
                  </a:lnTo>
                  <a:lnTo>
                    <a:pt x="1597964" y="1962924"/>
                  </a:lnTo>
                  <a:lnTo>
                    <a:pt x="1636242" y="1935657"/>
                  </a:lnTo>
                  <a:lnTo>
                    <a:pt x="1673174" y="1906549"/>
                  </a:lnTo>
                  <a:lnTo>
                    <a:pt x="1708658" y="1875650"/>
                  </a:lnTo>
                  <a:lnTo>
                    <a:pt x="1742643" y="1843011"/>
                  </a:lnTo>
                  <a:lnTo>
                    <a:pt x="1775040" y="1808695"/>
                  </a:lnTo>
                  <a:lnTo>
                    <a:pt x="1805800" y="1772742"/>
                  </a:lnTo>
                  <a:lnTo>
                    <a:pt x="1834832" y="1735201"/>
                  </a:lnTo>
                  <a:lnTo>
                    <a:pt x="1862074" y="1696123"/>
                  </a:lnTo>
                  <a:lnTo>
                    <a:pt x="1887461" y="1655572"/>
                  </a:lnTo>
                  <a:lnTo>
                    <a:pt x="1910905" y="1613598"/>
                  </a:lnTo>
                  <a:lnTo>
                    <a:pt x="1932343" y="1570240"/>
                  </a:lnTo>
                  <a:lnTo>
                    <a:pt x="1951697" y="1525549"/>
                  </a:lnTo>
                  <a:lnTo>
                    <a:pt x="1968906" y="1479575"/>
                  </a:lnTo>
                  <a:lnTo>
                    <a:pt x="3139198" y="1073251"/>
                  </a:lnTo>
                  <a:lnTo>
                    <a:pt x="3510267" y="0"/>
                  </a:lnTo>
                  <a:close/>
                </a:path>
              </a:pathLst>
            </a:custGeom>
            <a:solidFill>
              <a:srgbClr val="145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7734555" y="6822337"/>
              <a:ext cx="1234440" cy="1349375"/>
            </a:xfrm>
            <a:custGeom>
              <a:avLst/>
              <a:gdLst/>
              <a:ahLst/>
              <a:cxnLst/>
              <a:rect l="l" t="t" r="r" b="b"/>
              <a:pathLst>
                <a:path w="1234440" h="1349375">
                  <a:moveTo>
                    <a:pt x="1112479" y="0"/>
                  </a:moveTo>
                  <a:lnTo>
                    <a:pt x="646064" y="0"/>
                  </a:lnTo>
                  <a:lnTo>
                    <a:pt x="594343" y="5260"/>
                  </a:lnTo>
                  <a:lnTo>
                    <a:pt x="545808" y="20445"/>
                  </a:lnTo>
                  <a:lnTo>
                    <a:pt x="501759" y="44659"/>
                  </a:lnTo>
                  <a:lnTo>
                    <a:pt x="463501" y="77006"/>
                  </a:lnTo>
                  <a:lnTo>
                    <a:pt x="432336" y="116591"/>
                  </a:lnTo>
                  <a:lnTo>
                    <a:pt x="409568" y="162518"/>
                  </a:lnTo>
                  <a:lnTo>
                    <a:pt x="0" y="1264380"/>
                  </a:lnTo>
                  <a:lnTo>
                    <a:pt x="799127" y="1348765"/>
                  </a:lnTo>
                  <a:lnTo>
                    <a:pt x="1227020" y="160895"/>
                  </a:lnTo>
                  <a:lnTo>
                    <a:pt x="1234387" y="114143"/>
                  </a:lnTo>
                  <a:lnTo>
                    <a:pt x="1223635" y="70488"/>
                  </a:lnTo>
                  <a:lnTo>
                    <a:pt x="1197745" y="34120"/>
                  </a:lnTo>
                  <a:lnTo>
                    <a:pt x="1159699" y="9228"/>
                  </a:lnTo>
                  <a:lnTo>
                    <a:pt x="1112479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5605856" y="6822344"/>
              <a:ext cx="3178810" cy="2197100"/>
            </a:xfrm>
            <a:custGeom>
              <a:avLst/>
              <a:gdLst/>
              <a:ahLst/>
              <a:cxnLst/>
              <a:rect l="l" t="t" r="r" b="b"/>
              <a:pathLst>
                <a:path w="3178809" h="2197100">
                  <a:moveTo>
                    <a:pt x="1561884" y="1819325"/>
                  </a:moveTo>
                  <a:lnTo>
                    <a:pt x="62471" y="1819325"/>
                  </a:lnTo>
                  <a:lnTo>
                    <a:pt x="38150" y="1824228"/>
                  </a:lnTo>
                  <a:lnTo>
                    <a:pt x="18300" y="1837626"/>
                  </a:lnTo>
                  <a:lnTo>
                    <a:pt x="4914" y="1857476"/>
                  </a:lnTo>
                  <a:lnTo>
                    <a:pt x="0" y="1881797"/>
                  </a:lnTo>
                  <a:lnTo>
                    <a:pt x="0" y="2196935"/>
                  </a:lnTo>
                  <a:lnTo>
                    <a:pt x="1561884" y="2196935"/>
                  </a:lnTo>
                  <a:lnTo>
                    <a:pt x="1561884" y="1819325"/>
                  </a:lnTo>
                  <a:close/>
                </a:path>
                <a:path w="3178809" h="2197100">
                  <a:moveTo>
                    <a:pt x="3178454" y="114134"/>
                  </a:moveTo>
                  <a:lnTo>
                    <a:pt x="3167697" y="70485"/>
                  </a:lnTo>
                  <a:lnTo>
                    <a:pt x="3141815" y="34112"/>
                  </a:lnTo>
                  <a:lnTo>
                    <a:pt x="3103778" y="9220"/>
                  </a:lnTo>
                  <a:lnTo>
                    <a:pt x="3056559" y="0"/>
                  </a:lnTo>
                  <a:lnTo>
                    <a:pt x="2590127" y="0"/>
                  </a:lnTo>
                  <a:lnTo>
                    <a:pt x="2538412" y="5257"/>
                  </a:lnTo>
                  <a:lnTo>
                    <a:pt x="2489873" y="20434"/>
                  </a:lnTo>
                  <a:lnTo>
                    <a:pt x="2445829" y="44653"/>
                  </a:lnTo>
                  <a:lnTo>
                    <a:pt x="2407564" y="77000"/>
                  </a:lnTo>
                  <a:lnTo>
                    <a:pt x="2376398" y="116586"/>
                  </a:lnTo>
                  <a:lnTo>
                    <a:pt x="2353627" y="162509"/>
                  </a:lnTo>
                  <a:lnTo>
                    <a:pt x="1864956" y="1488922"/>
                  </a:lnTo>
                  <a:lnTo>
                    <a:pt x="2681808" y="1488922"/>
                  </a:lnTo>
                  <a:lnTo>
                    <a:pt x="3171075" y="160883"/>
                  </a:lnTo>
                  <a:lnTo>
                    <a:pt x="3178454" y="114134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524113" y="8641663"/>
              <a:ext cx="1287780" cy="377825"/>
            </a:xfrm>
            <a:custGeom>
              <a:avLst/>
              <a:gdLst/>
              <a:ahLst/>
              <a:cxnLst/>
              <a:rect l="l" t="t" r="r" b="b"/>
              <a:pathLst>
                <a:path w="1287779" h="377825">
                  <a:moveTo>
                    <a:pt x="1287280" y="0"/>
                  </a:moveTo>
                  <a:lnTo>
                    <a:pt x="62469" y="0"/>
                  </a:lnTo>
                  <a:lnTo>
                    <a:pt x="38153" y="4909"/>
                  </a:lnTo>
                  <a:lnTo>
                    <a:pt x="18296" y="18296"/>
                  </a:lnTo>
                  <a:lnTo>
                    <a:pt x="4909" y="38153"/>
                  </a:lnTo>
                  <a:lnTo>
                    <a:pt x="0" y="62469"/>
                  </a:lnTo>
                  <a:lnTo>
                    <a:pt x="0" y="377611"/>
                  </a:lnTo>
                  <a:lnTo>
                    <a:pt x="1287280" y="377611"/>
                  </a:lnTo>
                  <a:lnTo>
                    <a:pt x="1287280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684507" y="9312458"/>
              <a:ext cx="2403475" cy="69215"/>
            </a:xfrm>
            <a:custGeom>
              <a:avLst/>
              <a:gdLst/>
              <a:ahLst/>
              <a:cxnLst/>
              <a:rect l="l" t="t" r="r" b="b"/>
              <a:pathLst>
                <a:path w="2403475" h="69215">
                  <a:moveTo>
                    <a:pt x="800976" y="0"/>
                  </a:moveTo>
                  <a:lnTo>
                    <a:pt x="0" y="0"/>
                  </a:lnTo>
                  <a:lnTo>
                    <a:pt x="0" y="68656"/>
                  </a:lnTo>
                  <a:lnTo>
                    <a:pt x="800976" y="68656"/>
                  </a:lnTo>
                  <a:lnTo>
                    <a:pt x="800976" y="0"/>
                  </a:lnTo>
                  <a:close/>
                </a:path>
                <a:path w="2403475" h="69215">
                  <a:moveTo>
                    <a:pt x="2402878" y="0"/>
                  </a:moveTo>
                  <a:lnTo>
                    <a:pt x="1601990" y="0"/>
                  </a:lnTo>
                  <a:lnTo>
                    <a:pt x="1601990" y="68656"/>
                  </a:lnTo>
                  <a:lnTo>
                    <a:pt x="2402878" y="68656"/>
                  </a:lnTo>
                  <a:lnTo>
                    <a:pt x="2402878" y="0"/>
                  </a:lnTo>
                  <a:close/>
                </a:path>
              </a:pathLst>
            </a:custGeom>
            <a:solidFill>
              <a:srgbClr val="145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6622815" y="6972516"/>
              <a:ext cx="2452370" cy="2128520"/>
            </a:xfrm>
            <a:custGeom>
              <a:avLst/>
              <a:gdLst/>
              <a:ahLst/>
              <a:cxnLst/>
              <a:rect l="l" t="t" r="r" b="b"/>
              <a:pathLst>
                <a:path w="2452370" h="2128520">
                  <a:moveTo>
                    <a:pt x="2452187" y="0"/>
                  </a:moveTo>
                  <a:lnTo>
                    <a:pt x="2340766" y="0"/>
                  </a:lnTo>
                  <a:lnTo>
                    <a:pt x="2089706" y="702973"/>
                  </a:lnTo>
                  <a:lnTo>
                    <a:pt x="2072140" y="747885"/>
                  </a:lnTo>
                  <a:lnTo>
                    <a:pt x="2052108" y="791283"/>
                  </a:lnTo>
                  <a:lnTo>
                    <a:pt x="2029707" y="833096"/>
                  </a:lnTo>
                  <a:lnTo>
                    <a:pt x="2005036" y="873255"/>
                  </a:lnTo>
                  <a:lnTo>
                    <a:pt x="1978193" y="911691"/>
                  </a:lnTo>
                  <a:lnTo>
                    <a:pt x="1949277" y="948335"/>
                  </a:lnTo>
                  <a:lnTo>
                    <a:pt x="1918386" y="983117"/>
                  </a:lnTo>
                  <a:lnTo>
                    <a:pt x="1885618" y="1015968"/>
                  </a:lnTo>
                  <a:lnTo>
                    <a:pt x="1851073" y="1046818"/>
                  </a:lnTo>
                  <a:lnTo>
                    <a:pt x="1814848" y="1075599"/>
                  </a:lnTo>
                  <a:lnTo>
                    <a:pt x="1777041" y="1102241"/>
                  </a:lnTo>
                  <a:lnTo>
                    <a:pt x="1737752" y="1126674"/>
                  </a:lnTo>
                  <a:lnTo>
                    <a:pt x="1697079" y="1148830"/>
                  </a:lnTo>
                  <a:lnTo>
                    <a:pt x="1655120" y="1168639"/>
                  </a:lnTo>
                  <a:lnTo>
                    <a:pt x="1611974" y="1186031"/>
                  </a:lnTo>
                  <a:lnTo>
                    <a:pt x="1567739" y="1200938"/>
                  </a:lnTo>
                  <a:lnTo>
                    <a:pt x="1522514" y="1213290"/>
                  </a:lnTo>
                  <a:lnTo>
                    <a:pt x="1476396" y="1223018"/>
                  </a:lnTo>
                  <a:lnTo>
                    <a:pt x="1429485" y="1230052"/>
                  </a:lnTo>
                  <a:lnTo>
                    <a:pt x="1381879" y="1234324"/>
                  </a:lnTo>
                  <a:lnTo>
                    <a:pt x="1333676" y="1235763"/>
                  </a:lnTo>
                  <a:lnTo>
                    <a:pt x="1182623" y="1235763"/>
                  </a:lnTo>
                  <a:lnTo>
                    <a:pt x="1132261" y="1236937"/>
                  </a:lnTo>
                  <a:lnTo>
                    <a:pt x="1082275" y="1240437"/>
                  </a:lnTo>
                  <a:lnTo>
                    <a:pt x="1032734" y="1246224"/>
                  </a:lnTo>
                  <a:lnTo>
                    <a:pt x="983707" y="1254263"/>
                  </a:lnTo>
                  <a:lnTo>
                    <a:pt x="935265" y="1264518"/>
                  </a:lnTo>
                  <a:lnTo>
                    <a:pt x="887477" y="1276951"/>
                  </a:lnTo>
                  <a:lnTo>
                    <a:pt x="840412" y="1291527"/>
                  </a:lnTo>
                  <a:lnTo>
                    <a:pt x="794140" y="1308208"/>
                  </a:lnTo>
                  <a:lnTo>
                    <a:pt x="748730" y="1326959"/>
                  </a:lnTo>
                  <a:lnTo>
                    <a:pt x="704253" y="1347743"/>
                  </a:lnTo>
                  <a:lnTo>
                    <a:pt x="660778" y="1370524"/>
                  </a:lnTo>
                  <a:lnTo>
                    <a:pt x="618373" y="1395264"/>
                  </a:lnTo>
                  <a:lnTo>
                    <a:pt x="577110" y="1421928"/>
                  </a:lnTo>
                  <a:lnTo>
                    <a:pt x="537057" y="1450480"/>
                  </a:lnTo>
                  <a:lnTo>
                    <a:pt x="498284" y="1480882"/>
                  </a:lnTo>
                  <a:lnTo>
                    <a:pt x="460860" y="1513098"/>
                  </a:lnTo>
                  <a:lnTo>
                    <a:pt x="424855" y="1547092"/>
                  </a:lnTo>
                  <a:lnTo>
                    <a:pt x="390340" y="1582827"/>
                  </a:lnTo>
                  <a:lnTo>
                    <a:pt x="357382" y="1620267"/>
                  </a:lnTo>
                  <a:lnTo>
                    <a:pt x="326052" y="1659375"/>
                  </a:lnTo>
                  <a:lnTo>
                    <a:pt x="296420" y="1700115"/>
                  </a:lnTo>
                  <a:lnTo>
                    <a:pt x="0" y="2128291"/>
                  </a:lnTo>
                  <a:lnTo>
                    <a:pt x="1029947" y="2128291"/>
                  </a:lnTo>
                  <a:lnTo>
                    <a:pt x="1079017" y="2127049"/>
                  </a:lnTo>
                  <a:lnTo>
                    <a:pt x="1127582" y="2123358"/>
                  </a:lnTo>
                  <a:lnTo>
                    <a:pt x="1175570" y="2117268"/>
                  </a:lnTo>
                  <a:lnTo>
                    <a:pt x="1222909" y="2108830"/>
                  </a:lnTo>
                  <a:lnTo>
                    <a:pt x="1269529" y="2098096"/>
                  </a:lnTo>
                  <a:lnTo>
                    <a:pt x="1315356" y="2085115"/>
                  </a:lnTo>
                  <a:lnTo>
                    <a:pt x="1360322" y="2069940"/>
                  </a:lnTo>
                  <a:lnTo>
                    <a:pt x="1404352" y="2052622"/>
                  </a:lnTo>
                  <a:lnTo>
                    <a:pt x="1447377" y="2033210"/>
                  </a:lnTo>
                  <a:lnTo>
                    <a:pt x="1489324" y="2011757"/>
                  </a:lnTo>
                  <a:lnTo>
                    <a:pt x="1530123" y="1988312"/>
                  </a:lnTo>
                  <a:lnTo>
                    <a:pt x="1569701" y="1962928"/>
                  </a:lnTo>
                  <a:lnTo>
                    <a:pt x="1607987" y="1935654"/>
                  </a:lnTo>
                  <a:lnTo>
                    <a:pt x="1644910" y="1906543"/>
                  </a:lnTo>
                  <a:lnTo>
                    <a:pt x="1680398" y="1875644"/>
                  </a:lnTo>
                  <a:lnTo>
                    <a:pt x="1714380" y="1843009"/>
                  </a:lnTo>
                  <a:lnTo>
                    <a:pt x="1746783" y="1808689"/>
                  </a:lnTo>
                  <a:lnTo>
                    <a:pt x="1777538" y="1772735"/>
                  </a:lnTo>
                  <a:lnTo>
                    <a:pt x="1806571" y="1735197"/>
                  </a:lnTo>
                  <a:lnTo>
                    <a:pt x="1833813" y="1696128"/>
                  </a:lnTo>
                  <a:lnTo>
                    <a:pt x="1859190" y="1655576"/>
                  </a:lnTo>
                  <a:lnTo>
                    <a:pt x="1882632" y="1613595"/>
                  </a:lnTo>
                  <a:lnTo>
                    <a:pt x="1904067" y="1570234"/>
                  </a:lnTo>
                  <a:lnTo>
                    <a:pt x="1923424" y="1525544"/>
                  </a:lnTo>
                  <a:lnTo>
                    <a:pt x="1940632" y="1479577"/>
                  </a:lnTo>
                  <a:lnTo>
                    <a:pt x="245218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5422303" y="7581781"/>
              <a:ext cx="416559" cy="142240"/>
            </a:xfrm>
            <a:custGeom>
              <a:avLst/>
              <a:gdLst/>
              <a:ahLst/>
              <a:cxnLst/>
              <a:rect l="l" t="t" r="r" b="b"/>
              <a:pathLst>
                <a:path w="416560" h="142240">
                  <a:moveTo>
                    <a:pt x="247840" y="0"/>
                  </a:moveTo>
                  <a:lnTo>
                    <a:pt x="153361" y="35527"/>
                  </a:lnTo>
                  <a:lnTo>
                    <a:pt x="0" y="141762"/>
                  </a:lnTo>
                  <a:lnTo>
                    <a:pt x="416238" y="140652"/>
                  </a:lnTo>
                  <a:lnTo>
                    <a:pt x="322458" y="35076"/>
                  </a:lnTo>
                  <a:lnTo>
                    <a:pt x="2478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4500459" y="7365545"/>
              <a:ext cx="414020" cy="313055"/>
            </a:xfrm>
            <a:custGeom>
              <a:avLst/>
              <a:gdLst/>
              <a:ahLst/>
              <a:cxnLst/>
              <a:rect l="l" t="t" r="r" b="b"/>
              <a:pathLst>
                <a:path w="414020" h="313054">
                  <a:moveTo>
                    <a:pt x="413872" y="0"/>
                  </a:moveTo>
                  <a:lnTo>
                    <a:pt x="0" y="0"/>
                  </a:lnTo>
                  <a:lnTo>
                    <a:pt x="0" y="312817"/>
                  </a:lnTo>
                  <a:lnTo>
                    <a:pt x="413872" y="312817"/>
                  </a:lnTo>
                  <a:lnTo>
                    <a:pt x="413872" y="0"/>
                  </a:lnTo>
                  <a:close/>
                </a:path>
              </a:pathLst>
            </a:custGeom>
            <a:solidFill>
              <a:srgbClr val="145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735883" y="6153234"/>
              <a:ext cx="1844039" cy="1213485"/>
            </a:xfrm>
            <a:custGeom>
              <a:avLst/>
              <a:gdLst/>
              <a:ahLst/>
              <a:cxnLst/>
              <a:rect l="l" t="t" r="r" b="b"/>
              <a:pathLst>
                <a:path w="1844039" h="1213484">
                  <a:moveTo>
                    <a:pt x="1821347" y="0"/>
                  </a:moveTo>
                  <a:lnTo>
                    <a:pt x="22418" y="0"/>
                  </a:lnTo>
                  <a:lnTo>
                    <a:pt x="13693" y="1762"/>
                  </a:lnTo>
                  <a:lnTo>
                    <a:pt x="6567" y="6567"/>
                  </a:lnTo>
                  <a:lnTo>
                    <a:pt x="1762" y="13693"/>
                  </a:lnTo>
                  <a:lnTo>
                    <a:pt x="0" y="22418"/>
                  </a:lnTo>
                  <a:lnTo>
                    <a:pt x="0" y="1191000"/>
                  </a:lnTo>
                  <a:lnTo>
                    <a:pt x="1762" y="1199724"/>
                  </a:lnTo>
                  <a:lnTo>
                    <a:pt x="6567" y="1206850"/>
                  </a:lnTo>
                  <a:lnTo>
                    <a:pt x="13693" y="1211656"/>
                  </a:lnTo>
                  <a:lnTo>
                    <a:pt x="22418" y="1213418"/>
                  </a:lnTo>
                  <a:lnTo>
                    <a:pt x="1821347" y="1213418"/>
                  </a:lnTo>
                  <a:lnTo>
                    <a:pt x="1830071" y="1211656"/>
                  </a:lnTo>
                  <a:lnTo>
                    <a:pt x="1837197" y="1206850"/>
                  </a:lnTo>
                  <a:lnTo>
                    <a:pt x="1842003" y="1199724"/>
                  </a:lnTo>
                  <a:lnTo>
                    <a:pt x="1843765" y="1191000"/>
                  </a:lnTo>
                  <a:lnTo>
                    <a:pt x="1843765" y="22418"/>
                  </a:lnTo>
                  <a:lnTo>
                    <a:pt x="1842003" y="13693"/>
                  </a:lnTo>
                  <a:lnTo>
                    <a:pt x="1837197" y="6567"/>
                  </a:lnTo>
                  <a:lnTo>
                    <a:pt x="1830071" y="1762"/>
                  </a:lnTo>
                  <a:lnTo>
                    <a:pt x="18213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711067" y="6128429"/>
              <a:ext cx="1893570" cy="1597025"/>
            </a:xfrm>
            <a:custGeom>
              <a:avLst/>
              <a:gdLst/>
              <a:ahLst/>
              <a:cxnLst/>
              <a:rect l="l" t="t" r="r" b="b"/>
              <a:pathLst>
                <a:path w="1893570" h="1597025">
                  <a:moveTo>
                    <a:pt x="864704" y="212509"/>
                  </a:moveTo>
                  <a:lnTo>
                    <a:pt x="857415" y="205219"/>
                  </a:lnTo>
                  <a:lnTo>
                    <a:pt x="538530" y="205219"/>
                  </a:lnTo>
                  <a:lnTo>
                    <a:pt x="531342" y="198031"/>
                  </a:lnTo>
                  <a:lnTo>
                    <a:pt x="531342" y="189166"/>
                  </a:lnTo>
                  <a:lnTo>
                    <a:pt x="531342" y="172377"/>
                  </a:lnTo>
                  <a:lnTo>
                    <a:pt x="524179" y="165227"/>
                  </a:lnTo>
                  <a:lnTo>
                    <a:pt x="336918" y="165227"/>
                  </a:lnTo>
                  <a:lnTo>
                    <a:pt x="329755" y="172377"/>
                  </a:lnTo>
                  <a:lnTo>
                    <a:pt x="329755" y="557466"/>
                  </a:lnTo>
                  <a:lnTo>
                    <a:pt x="335775" y="563486"/>
                  </a:lnTo>
                  <a:lnTo>
                    <a:pt x="858202" y="563486"/>
                  </a:lnTo>
                  <a:lnTo>
                    <a:pt x="864704" y="556971"/>
                  </a:lnTo>
                  <a:lnTo>
                    <a:pt x="864704" y="212509"/>
                  </a:lnTo>
                  <a:close/>
                </a:path>
                <a:path w="1893570" h="1597025">
                  <a:moveTo>
                    <a:pt x="1475282" y="1596885"/>
                  </a:moveTo>
                  <a:lnTo>
                    <a:pt x="1468742" y="1564525"/>
                  </a:lnTo>
                  <a:lnTo>
                    <a:pt x="1450924" y="1538097"/>
                  </a:lnTo>
                  <a:lnTo>
                    <a:pt x="1424495" y="1520278"/>
                  </a:lnTo>
                  <a:lnTo>
                    <a:pt x="1392135" y="1513738"/>
                  </a:lnTo>
                  <a:lnTo>
                    <a:pt x="765924" y="1513738"/>
                  </a:lnTo>
                  <a:lnTo>
                    <a:pt x="733552" y="1520278"/>
                  </a:lnTo>
                  <a:lnTo>
                    <a:pt x="707123" y="1538097"/>
                  </a:lnTo>
                  <a:lnTo>
                    <a:pt x="689305" y="1564525"/>
                  </a:lnTo>
                  <a:lnTo>
                    <a:pt x="682777" y="1596885"/>
                  </a:lnTo>
                  <a:lnTo>
                    <a:pt x="1475282" y="1596885"/>
                  </a:lnTo>
                  <a:close/>
                </a:path>
                <a:path w="1893570" h="1597025">
                  <a:moveTo>
                    <a:pt x="1893392" y="109651"/>
                  </a:moveTo>
                  <a:lnTo>
                    <a:pt x="1884756" y="67005"/>
                  </a:lnTo>
                  <a:lnTo>
                    <a:pt x="1873034" y="49618"/>
                  </a:lnTo>
                  <a:lnTo>
                    <a:pt x="1861235" y="32156"/>
                  </a:lnTo>
                  <a:lnTo>
                    <a:pt x="1843773" y="20370"/>
                  </a:lnTo>
                  <a:lnTo>
                    <a:pt x="1843773" y="109651"/>
                  </a:lnTo>
                  <a:lnTo>
                    <a:pt x="1843773" y="1153401"/>
                  </a:lnTo>
                  <a:lnTo>
                    <a:pt x="1839036" y="1176731"/>
                  </a:lnTo>
                  <a:lnTo>
                    <a:pt x="1826171" y="1195819"/>
                  </a:lnTo>
                  <a:lnTo>
                    <a:pt x="1807083" y="1208697"/>
                  </a:lnTo>
                  <a:lnTo>
                    <a:pt x="1783753" y="1213421"/>
                  </a:lnTo>
                  <a:lnTo>
                    <a:pt x="109651" y="1213421"/>
                  </a:lnTo>
                  <a:lnTo>
                    <a:pt x="86309" y="1208697"/>
                  </a:lnTo>
                  <a:lnTo>
                    <a:pt x="67233" y="1195819"/>
                  </a:lnTo>
                  <a:lnTo>
                    <a:pt x="54356" y="1176731"/>
                  </a:lnTo>
                  <a:lnTo>
                    <a:pt x="49631" y="1153401"/>
                  </a:lnTo>
                  <a:lnTo>
                    <a:pt x="49631" y="109651"/>
                  </a:lnTo>
                  <a:lnTo>
                    <a:pt x="54356" y="86309"/>
                  </a:lnTo>
                  <a:lnTo>
                    <a:pt x="67233" y="67221"/>
                  </a:lnTo>
                  <a:lnTo>
                    <a:pt x="86309" y="54343"/>
                  </a:lnTo>
                  <a:lnTo>
                    <a:pt x="109651" y="49618"/>
                  </a:lnTo>
                  <a:lnTo>
                    <a:pt x="1783753" y="49618"/>
                  </a:lnTo>
                  <a:lnTo>
                    <a:pt x="1807083" y="54343"/>
                  </a:lnTo>
                  <a:lnTo>
                    <a:pt x="1826171" y="67221"/>
                  </a:lnTo>
                  <a:lnTo>
                    <a:pt x="1839036" y="86309"/>
                  </a:lnTo>
                  <a:lnTo>
                    <a:pt x="1843773" y="109651"/>
                  </a:lnTo>
                  <a:lnTo>
                    <a:pt x="1843773" y="20370"/>
                  </a:lnTo>
                  <a:lnTo>
                    <a:pt x="1826387" y="8636"/>
                  </a:lnTo>
                  <a:lnTo>
                    <a:pt x="1783753" y="0"/>
                  </a:lnTo>
                  <a:lnTo>
                    <a:pt x="109651" y="0"/>
                  </a:lnTo>
                  <a:lnTo>
                    <a:pt x="67017" y="8636"/>
                  </a:lnTo>
                  <a:lnTo>
                    <a:pt x="32156" y="32156"/>
                  </a:lnTo>
                  <a:lnTo>
                    <a:pt x="8636" y="67005"/>
                  </a:lnTo>
                  <a:lnTo>
                    <a:pt x="0" y="109651"/>
                  </a:lnTo>
                  <a:lnTo>
                    <a:pt x="0" y="1153401"/>
                  </a:lnTo>
                  <a:lnTo>
                    <a:pt x="8636" y="1196035"/>
                  </a:lnTo>
                  <a:lnTo>
                    <a:pt x="32156" y="1230884"/>
                  </a:lnTo>
                  <a:lnTo>
                    <a:pt x="67017" y="1254404"/>
                  </a:lnTo>
                  <a:lnTo>
                    <a:pt x="109651" y="1263040"/>
                  </a:lnTo>
                  <a:lnTo>
                    <a:pt x="1783753" y="1263040"/>
                  </a:lnTo>
                  <a:lnTo>
                    <a:pt x="1826387" y="1254404"/>
                  </a:lnTo>
                  <a:lnTo>
                    <a:pt x="1861235" y="1230884"/>
                  </a:lnTo>
                  <a:lnTo>
                    <a:pt x="1884756" y="1196035"/>
                  </a:lnTo>
                  <a:lnTo>
                    <a:pt x="1893392" y="1153401"/>
                  </a:lnTo>
                  <a:lnTo>
                    <a:pt x="1893392" y="109651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4063635" y="6360706"/>
              <a:ext cx="490855" cy="316865"/>
            </a:xfrm>
            <a:custGeom>
              <a:avLst/>
              <a:gdLst/>
              <a:ahLst/>
              <a:cxnLst/>
              <a:rect l="l" t="t" r="r" b="b"/>
              <a:pathLst>
                <a:path w="490854" h="316865">
                  <a:moveTo>
                    <a:pt x="490644" y="0"/>
                  </a:moveTo>
                  <a:lnTo>
                    <a:pt x="0" y="0"/>
                  </a:lnTo>
                  <a:lnTo>
                    <a:pt x="0" y="316660"/>
                  </a:lnTo>
                  <a:lnTo>
                    <a:pt x="490644" y="316660"/>
                  </a:lnTo>
                  <a:lnTo>
                    <a:pt x="4906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930993" y="6403030"/>
              <a:ext cx="642620" cy="288925"/>
            </a:xfrm>
            <a:custGeom>
              <a:avLst/>
              <a:gdLst/>
              <a:ahLst/>
              <a:cxnLst/>
              <a:rect l="l" t="t" r="r" b="b"/>
              <a:pathLst>
                <a:path w="642620" h="288925">
                  <a:moveTo>
                    <a:pt x="525753" y="0"/>
                  </a:moveTo>
                  <a:lnTo>
                    <a:pt x="5905" y="0"/>
                  </a:lnTo>
                  <a:lnTo>
                    <a:pt x="0" y="8648"/>
                  </a:lnTo>
                  <a:lnTo>
                    <a:pt x="107944" y="284033"/>
                  </a:lnTo>
                  <a:lnTo>
                    <a:pt x="115043" y="288881"/>
                  </a:lnTo>
                  <a:lnTo>
                    <a:pt x="632294" y="288881"/>
                  </a:lnTo>
                  <a:lnTo>
                    <a:pt x="638305" y="288881"/>
                  </a:lnTo>
                  <a:lnTo>
                    <a:pt x="642420" y="282839"/>
                  </a:lnTo>
                  <a:lnTo>
                    <a:pt x="533680" y="5413"/>
                  </a:lnTo>
                  <a:lnTo>
                    <a:pt x="525753" y="0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989616" y="6293656"/>
              <a:ext cx="1393190" cy="398780"/>
            </a:xfrm>
            <a:custGeom>
              <a:avLst/>
              <a:gdLst/>
              <a:ahLst/>
              <a:cxnLst/>
              <a:rect l="l" t="t" r="r" b="b"/>
              <a:pathLst>
                <a:path w="1393189" h="398779">
                  <a:moveTo>
                    <a:pt x="155803" y="181381"/>
                  </a:moveTo>
                  <a:lnTo>
                    <a:pt x="152488" y="178066"/>
                  </a:lnTo>
                  <a:lnTo>
                    <a:pt x="3314" y="178066"/>
                  </a:lnTo>
                  <a:lnTo>
                    <a:pt x="0" y="181381"/>
                  </a:lnTo>
                  <a:lnTo>
                    <a:pt x="0" y="189560"/>
                  </a:lnTo>
                  <a:lnTo>
                    <a:pt x="3314" y="192874"/>
                  </a:lnTo>
                  <a:lnTo>
                    <a:pt x="148399" y="192874"/>
                  </a:lnTo>
                  <a:lnTo>
                    <a:pt x="152488" y="192874"/>
                  </a:lnTo>
                  <a:lnTo>
                    <a:pt x="155803" y="189560"/>
                  </a:lnTo>
                  <a:lnTo>
                    <a:pt x="155803" y="181381"/>
                  </a:lnTo>
                  <a:close/>
                </a:path>
                <a:path w="1393189" h="398779">
                  <a:moveTo>
                    <a:pt x="166077" y="207175"/>
                  </a:moveTo>
                  <a:lnTo>
                    <a:pt x="162763" y="203860"/>
                  </a:lnTo>
                  <a:lnTo>
                    <a:pt x="13589" y="203860"/>
                  </a:lnTo>
                  <a:lnTo>
                    <a:pt x="10274" y="207175"/>
                  </a:lnTo>
                  <a:lnTo>
                    <a:pt x="10274" y="215341"/>
                  </a:lnTo>
                  <a:lnTo>
                    <a:pt x="13589" y="218668"/>
                  </a:lnTo>
                  <a:lnTo>
                    <a:pt x="158673" y="218668"/>
                  </a:lnTo>
                  <a:lnTo>
                    <a:pt x="162763" y="218668"/>
                  </a:lnTo>
                  <a:lnTo>
                    <a:pt x="166077" y="215341"/>
                  </a:lnTo>
                  <a:lnTo>
                    <a:pt x="166077" y="207175"/>
                  </a:lnTo>
                  <a:close/>
                </a:path>
                <a:path w="1393189" h="398779">
                  <a:moveTo>
                    <a:pt x="176123" y="232968"/>
                  </a:moveTo>
                  <a:lnTo>
                    <a:pt x="172808" y="229654"/>
                  </a:lnTo>
                  <a:lnTo>
                    <a:pt x="23634" y="229654"/>
                  </a:lnTo>
                  <a:lnTo>
                    <a:pt x="20320" y="232968"/>
                  </a:lnTo>
                  <a:lnTo>
                    <a:pt x="20320" y="241134"/>
                  </a:lnTo>
                  <a:lnTo>
                    <a:pt x="23634" y="244462"/>
                  </a:lnTo>
                  <a:lnTo>
                    <a:pt x="168719" y="244462"/>
                  </a:lnTo>
                  <a:lnTo>
                    <a:pt x="172808" y="244462"/>
                  </a:lnTo>
                  <a:lnTo>
                    <a:pt x="176123" y="241134"/>
                  </a:lnTo>
                  <a:lnTo>
                    <a:pt x="176123" y="232968"/>
                  </a:lnTo>
                  <a:close/>
                </a:path>
                <a:path w="1393189" h="398779">
                  <a:moveTo>
                    <a:pt x="1392631" y="47282"/>
                  </a:moveTo>
                  <a:lnTo>
                    <a:pt x="1385341" y="39992"/>
                  </a:lnTo>
                  <a:lnTo>
                    <a:pt x="1066457" y="39992"/>
                  </a:lnTo>
                  <a:lnTo>
                    <a:pt x="1059268" y="32804"/>
                  </a:lnTo>
                  <a:lnTo>
                    <a:pt x="1059268" y="23939"/>
                  </a:lnTo>
                  <a:lnTo>
                    <a:pt x="1059268" y="7150"/>
                  </a:lnTo>
                  <a:lnTo>
                    <a:pt x="1052118" y="0"/>
                  </a:lnTo>
                  <a:lnTo>
                    <a:pt x="864844" y="0"/>
                  </a:lnTo>
                  <a:lnTo>
                    <a:pt x="857681" y="7150"/>
                  </a:lnTo>
                  <a:lnTo>
                    <a:pt x="857681" y="392239"/>
                  </a:lnTo>
                  <a:lnTo>
                    <a:pt x="863701" y="398259"/>
                  </a:lnTo>
                  <a:lnTo>
                    <a:pt x="1386128" y="398259"/>
                  </a:lnTo>
                  <a:lnTo>
                    <a:pt x="1392631" y="391744"/>
                  </a:lnTo>
                  <a:lnTo>
                    <a:pt x="1392631" y="47282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4870103" y="6360706"/>
              <a:ext cx="490855" cy="316865"/>
            </a:xfrm>
            <a:custGeom>
              <a:avLst/>
              <a:gdLst/>
              <a:ahLst/>
              <a:cxnLst/>
              <a:rect l="l" t="t" r="r" b="b"/>
              <a:pathLst>
                <a:path w="490854" h="316865">
                  <a:moveTo>
                    <a:pt x="490655" y="0"/>
                  </a:moveTo>
                  <a:lnTo>
                    <a:pt x="0" y="0"/>
                  </a:lnTo>
                  <a:lnTo>
                    <a:pt x="0" y="316660"/>
                  </a:lnTo>
                  <a:lnTo>
                    <a:pt x="490655" y="316660"/>
                  </a:lnTo>
                  <a:lnTo>
                    <a:pt x="4906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4737469" y="6403030"/>
              <a:ext cx="642620" cy="288925"/>
            </a:xfrm>
            <a:custGeom>
              <a:avLst/>
              <a:gdLst/>
              <a:ahLst/>
              <a:cxnLst/>
              <a:rect l="l" t="t" r="r" b="b"/>
              <a:pathLst>
                <a:path w="642620" h="288925">
                  <a:moveTo>
                    <a:pt x="525753" y="0"/>
                  </a:moveTo>
                  <a:lnTo>
                    <a:pt x="5905" y="0"/>
                  </a:lnTo>
                  <a:lnTo>
                    <a:pt x="0" y="8648"/>
                  </a:lnTo>
                  <a:lnTo>
                    <a:pt x="107944" y="284033"/>
                  </a:lnTo>
                  <a:lnTo>
                    <a:pt x="115043" y="288881"/>
                  </a:lnTo>
                  <a:lnTo>
                    <a:pt x="632294" y="288881"/>
                  </a:lnTo>
                  <a:lnTo>
                    <a:pt x="638305" y="288881"/>
                  </a:lnTo>
                  <a:lnTo>
                    <a:pt x="642420" y="282839"/>
                  </a:lnTo>
                  <a:lnTo>
                    <a:pt x="533680" y="5413"/>
                  </a:lnTo>
                  <a:lnTo>
                    <a:pt x="525753" y="0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4040822" y="6471722"/>
              <a:ext cx="931544" cy="772795"/>
            </a:xfrm>
            <a:custGeom>
              <a:avLst/>
              <a:gdLst/>
              <a:ahLst/>
              <a:cxnLst/>
              <a:rect l="l" t="t" r="r" b="b"/>
              <a:pathLst>
                <a:path w="931545" h="772795">
                  <a:moveTo>
                    <a:pt x="534949" y="421601"/>
                  </a:moveTo>
                  <a:lnTo>
                    <a:pt x="527659" y="414299"/>
                  </a:lnTo>
                  <a:lnTo>
                    <a:pt x="208775" y="414299"/>
                  </a:lnTo>
                  <a:lnTo>
                    <a:pt x="201587" y="407111"/>
                  </a:lnTo>
                  <a:lnTo>
                    <a:pt x="201587" y="398246"/>
                  </a:lnTo>
                  <a:lnTo>
                    <a:pt x="201587" y="381469"/>
                  </a:lnTo>
                  <a:lnTo>
                    <a:pt x="194424" y="374307"/>
                  </a:lnTo>
                  <a:lnTo>
                    <a:pt x="7162" y="374307"/>
                  </a:lnTo>
                  <a:lnTo>
                    <a:pt x="0" y="381469"/>
                  </a:lnTo>
                  <a:lnTo>
                    <a:pt x="0" y="766546"/>
                  </a:lnTo>
                  <a:lnTo>
                    <a:pt x="6019" y="772566"/>
                  </a:lnTo>
                  <a:lnTo>
                    <a:pt x="528447" y="772566"/>
                  </a:lnTo>
                  <a:lnTo>
                    <a:pt x="534949" y="766064"/>
                  </a:lnTo>
                  <a:lnTo>
                    <a:pt x="534949" y="421601"/>
                  </a:lnTo>
                  <a:close/>
                </a:path>
                <a:path w="931545" h="772795">
                  <a:moveTo>
                    <a:pt x="911072" y="3314"/>
                  </a:moveTo>
                  <a:lnTo>
                    <a:pt x="907757" y="0"/>
                  </a:lnTo>
                  <a:lnTo>
                    <a:pt x="758583" y="0"/>
                  </a:lnTo>
                  <a:lnTo>
                    <a:pt x="755269" y="3314"/>
                  </a:lnTo>
                  <a:lnTo>
                    <a:pt x="755269" y="11493"/>
                  </a:lnTo>
                  <a:lnTo>
                    <a:pt x="758583" y="14808"/>
                  </a:lnTo>
                  <a:lnTo>
                    <a:pt x="903668" y="14808"/>
                  </a:lnTo>
                  <a:lnTo>
                    <a:pt x="907757" y="14808"/>
                  </a:lnTo>
                  <a:lnTo>
                    <a:pt x="911072" y="11493"/>
                  </a:lnTo>
                  <a:lnTo>
                    <a:pt x="911072" y="3314"/>
                  </a:lnTo>
                  <a:close/>
                </a:path>
                <a:path w="931545" h="772795">
                  <a:moveTo>
                    <a:pt x="921346" y="29108"/>
                  </a:moveTo>
                  <a:lnTo>
                    <a:pt x="918044" y="25793"/>
                  </a:lnTo>
                  <a:lnTo>
                    <a:pt x="768858" y="25793"/>
                  </a:lnTo>
                  <a:lnTo>
                    <a:pt x="765556" y="29108"/>
                  </a:lnTo>
                  <a:lnTo>
                    <a:pt x="765556" y="37274"/>
                  </a:lnTo>
                  <a:lnTo>
                    <a:pt x="768858" y="40601"/>
                  </a:lnTo>
                  <a:lnTo>
                    <a:pt x="913942" y="40601"/>
                  </a:lnTo>
                  <a:lnTo>
                    <a:pt x="918044" y="40601"/>
                  </a:lnTo>
                  <a:lnTo>
                    <a:pt x="921346" y="37274"/>
                  </a:lnTo>
                  <a:lnTo>
                    <a:pt x="921346" y="29108"/>
                  </a:lnTo>
                  <a:close/>
                </a:path>
                <a:path w="931545" h="772795">
                  <a:moveTo>
                    <a:pt x="931392" y="54902"/>
                  </a:moveTo>
                  <a:lnTo>
                    <a:pt x="928077" y="51587"/>
                  </a:lnTo>
                  <a:lnTo>
                    <a:pt x="778903" y="51587"/>
                  </a:lnTo>
                  <a:lnTo>
                    <a:pt x="775589" y="54902"/>
                  </a:lnTo>
                  <a:lnTo>
                    <a:pt x="775589" y="63068"/>
                  </a:lnTo>
                  <a:lnTo>
                    <a:pt x="778903" y="66395"/>
                  </a:lnTo>
                  <a:lnTo>
                    <a:pt x="923988" y="66395"/>
                  </a:lnTo>
                  <a:lnTo>
                    <a:pt x="928077" y="66395"/>
                  </a:lnTo>
                  <a:lnTo>
                    <a:pt x="931392" y="63068"/>
                  </a:lnTo>
                  <a:lnTo>
                    <a:pt x="931392" y="54902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4063635" y="6913088"/>
              <a:ext cx="490855" cy="316865"/>
            </a:xfrm>
            <a:custGeom>
              <a:avLst/>
              <a:gdLst/>
              <a:ahLst/>
              <a:cxnLst/>
              <a:rect l="l" t="t" r="r" b="b"/>
              <a:pathLst>
                <a:path w="490854" h="316865">
                  <a:moveTo>
                    <a:pt x="490644" y="0"/>
                  </a:moveTo>
                  <a:lnTo>
                    <a:pt x="0" y="0"/>
                  </a:lnTo>
                  <a:lnTo>
                    <a:pt x="0" y="316660"/>
                  </a:lnTo>
                  <a:lnTo>
                    <a:pt x="490644" y="316660"/>
                  </a:lnTo>
                  <a:lnTo>
                    <a:pt x="4906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3930993" y="6955417"/>
              <a:ext cx="642620" cy="288925"/>
            </a:xfrm>
            <a:custGeom>
              <a:avLst/>
              <a:gdLst/>
              <a:ahLst/>
              <a:cxnLst/>
              <a:rect l="l" t="t" r="r" b="b"/>
              <a:pathLst>
                <a:path w="642620" h="288925">
                  <a:moveTo>
                    <a:pt x="525753" y="0"/>
                  </a:moveTo>
                  <a:lnTo>
                    <a:pt x="5905" y="0"/>
                  </a:lnTo>
                  <a:lnTo>
                    <a:pt x="0" y="8648"/>
                  </a:lnTo>
                  <a:lnTo>
                    <a:pt x="107944" y="284033"/>
                  </a:lnTo>
                  <a:lnTo>
                    <a:pt x="115043" y="288870"/>
                  </a:lnTo>
                  <a:lnTo>
                    <a:pt x="632294" y="288870"/>
                  </a:lnTo>
                  <a:lnTo>
                    <a:pt x="638305" y="288870"/>
                  </a:lnTo>
                  <a:lnTo>
                    <a:pt x="642420" y="282829"/>
                  </a:lnTo>
                  <a:lnTo>
                    <a:pt x="533680" y="5402"/>
                  </a:lnTo>
                  <a:lnTo>
                    <a:pt x="525753" y="0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3989616" y="6846030"/>
              <a:ext cx="1393190" cy="398780"/>
            </a:xfrm>
            <a:custGeom>
              <a:avLst/>
              <a:gdLst/>
              <a:ahLst/>
              <a:cxnLst/>
              <a:rect l="l" t="t" r="r" b="b"/>
              <a:pathLst>
                <a:path w="1393189" h="398779">
                  <a:moveTo>
                    <a:pt x="155803" y="181381"/>
                  </a:moveTo>
                  <a:lnTo>
                    <a:pt x="152488" y="178066"/>
                  </a:lnTo>
                  <a:lnTo>
                    <a:pt x="3314" y="178066"/>
                  </a:lnTo>
                  <a:lnTo>
                    <a:pt x="0" y="181381"/>
                  </a:lnTo>
                  <a:lnTo>
                    <a:pt x="0" y="189560"/>
                  </a:lnTo>
                  <a:lnTo>
                    <a:pt x="3314" y="192874"/>
                  </a:lnTo>
                  <a:lnTo>
                    <a:pt x="148399" y="192874"/>
                  </a:lnTo>
                  <a:lnTo>
                    <a:pt x="152488" y="192874"/>
                  </a:lnTo>
                  <a:lnTo>
                    <a:pt x="155803" y="189560"/>
                  </a:lnTo>
                  <a:lnTo>
                    <a:pt x="155803" y="181381"/>
                  </a:lnTo>
                  <a:close/>
                </a:path>
                <a:path w="1393189" h="398779">
                  <a:moveTo>
                    <a:pt x="166077" y="207175"/>
                  </a:moveTo>
                  <a:lnTo>
                    <a:pt x="162763" y="203860"/>
                  </a:lnTo>
                  <a:lnTo>
                    <a:pt x="13589" y="203860"/>
                  </a:lnTo>
                  <a:lnTo>
                    <a:pt x="10274" y="207175"/>
                  </a:lnTo>
                  <a:lnTo>
                    <a:pt x="10274" y="215353"/>
                  </a:lnTo>
                  <a:lnTo>
                    <a:pt x="13589" y="218668"/>
                  </a:lnTo>
                  <a:lnTo>
                    <a:pt x="158673" y="218668"/>
                  </a:lnTo>
                  <a:lnTo>
                    <a:pt x="162763" y="218668"/>
                  </a:lnTo>
                  <a:lnTo>
                    <a:pt x="166077" y="215353"/>
                  </a:lnTo>
                  <a:lnTo>
                    <a:pt x="166077" y="207175"/>
                  </a:lnTo>
                  <a:close/>
                </a:path>
                <a:path w="1393189" h="398779">
                  <a:moveTo>
                    <a:pt x="176123" y="232981"/>
                  </a:moveTo>
                  <a:lnTo>
                    <a:pt x="172808" y="229654"/>
                  </a:lnTo>
                  <a:lnTo>
                    <a:pt x="23634" y="229654"/>
                  </a:lnTo>
                  <a:lnTo>
                    <a:pt x="20320" y="232981"/>
                  </a:lnTo>
                  <a:lnTo>
                    <a:pt x="20320" y="241160"/>
                  </a:lnTo>
                  <a:lnTo>
                    <a:pt x="23634" y="244462"/>
                  </a:lnTo>
                  <a:lnTo>
                    <a:pt x="168719" y="244462"/>
                  </a:lnTo>
                  <a:lnTo>
                    <a:pt x="172808" y="244462"/>
                  </a:lnTo>
                  <a:lnTo>
                    <a:pt x="176123" y="241160"/>
                  </a:lnTo>
                  <a:lnTo>
                    <a:pt x="176123" y="232981"/>
                  </a:lnTo>
                  <a:close/>
                </a:path>
                <a:path w="1393189" h="398779">
                  <a:moveTo>
                    <a:pt x="1392631" y="47294"/>
                  </a:moveTo>
                  <a:lnTo>
                    <a:pt x="1385341" y="39992"/>
                  </a:lnTo>
                  <a:lnTo>
                    <a:pt x="1066457" y="39992"/>
                  </a:lnTo>
                  <a:lnTo>
                    <a:pt x="1059268" y="32804"/>
                  </a:lnTo>
                  <a:lnTo>
                    <a:pt x="1059268" y="23939"/>
                  </a:lnTo>
                  <a:lnTo>
                    <a:pt x="1059268" y="7162"/>
                  </a:lnTo>
                  <a:lnTo>
                    <a:pt x="1052118" y="0"/>
                  </a:lnTo>
                  <a:lnTo>
                    <a:pt x="864844" y="0"/>
                  </a:lnTo>
                  <a:lnTo>
                    <a:pt x="857681" y="7162"/>
                  </a:lnTo>
                  <a:lnTo>
                    <a:pt x="857681" y="392239"/>
                  </a:lnTo>
                  <a:lnTo>
                    <a:pt x="863701" y="398259"/>
                  </a:lnTo>
                  <a:lnTo>
                    <a:pt x="1386128" y="398259"/>
                  </a:lnTo>
                  <a:lnTo>
                    <a:pt x="1392631" y="391756"/>
                  </a:lnTo>
                  <a:lnTo>
                    <a:pt x="1392631" y="47294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4870103" y="6913088"/>
              <a:ext cx="490855" cy="316865"/>
            </a:xfrm>
            <a:custGeom>
              <a:avLst/>
              <a:gdLst/>
              <a:ahLst/>
              <a:cxnLst/>
              <a:rect l="l" t="t" r="r" b="b"/>
              <a:pathLst>
                <a:path w="490854" h="316865">
                  <a:moveTo>
                    <a:pt x="490655" y="0"/>
                  </a:moveTo>
                  <a:lnTo>
                    <a:pt x="0" y="0"/>
                  </a:lnTo>
                  <a:lnTo>
                    <a:pt x="0" y="316660"/>
                  </a:lnTo>
                  <a:lnTo>
                    <a:pt x="490655" y="316660"/>
                  </a:lnTo>
                  <a:lnTo>
                    <a:pt x="4906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737469" y="6955417"/>
              <a:ext cx="642620" cy="288925"/>
            </a:xfrm>
            <a:custGeom>
              <a:avLst/>
              <a:gdLst/>
              <a:ahLst/>
              <a:cxnLst/>
              <a:rect l="l" t="t" r="r" b="b"/>
              <a:pathLst>
                <a:path w="642620" h="288925">
                  <a:moveTo>
                    <a:pt x="525753" y="0"/>
                  </a:moveTo>
                  <a:lnTo>
                    <a:pt x="5905" y="0"/>
                  </a:lnTo>
                  <a:lnTo>
                    <a:pt x="0" y="8648"/>
                  </a:lnTo>
                  <a:lnTo>
                    <a:pt x="107944" y="284033"/>
                  </a:lnTo>
                  <a:lnTo>
                    <a:pt x="115043" y="288870"/>
                  </a:lnTo>
                  <a:lnTo>
                    <a:pt x="632294" y="288870"/>
                  </a:lnTo>
                  <a:lnTo>
                    <a:pt x="638305" y="288870"/>
                  </a:lnTo>
                  <a:lnTo>
                    <a:pt x="642420" y="282829"/>
                  </a:lnTo>
                  <a:lnTo>
                    <a:pt x="533680" y="5402"/>
                  </a:lnTo>
                  <a:lnTo>
                    <a:pt x="525753" y="0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4796091" y="7024096"/>
              <a:ext cx="176530" cy="66675"/>
            </a:xfrm>
            <a:custGeom>
              <a:avLst/>
              <a:gdLst/>
              <a:ahLst/>
              <a:cxnLst/>
              <a:rect l="l" t="t" r="r" b="b"/>
              <a:pathLst>
                <a:path w="176529" h="66675">
                  <a:moveTo>
                    <a:pt x="155803" y="3314"/>
                  </a:moveTo>
                  <a:lnTo>
                    <a:pt x="152488" y="0"/>
                  </a:lnTo>
                  <a:lnTo>
                    <a:pt x="3314" y="0"/>
                  </a:lnTo>
                  <a:lnTo>
                    <a:pt x="0" y="3314"/>
                  </a:lnTo>
                  <a:lnTo>
                    <a:pt x="0" y="11493"/>
                  </a:lnTo>
                  <a:lnTo>
                    <a:pt x="3314" y="14808"/>
                  </a:lnTo>
                  <a:lnTo>
                    <a:pt x="148399" y="14808"/>
                  </a:lnTo>
                  <a:lnTo>
                    <a:pt x="152488" y="14808"/>
                  </a:lnTo>
                  <a:lnTo>
                    <a:pt x="155803" y="11493"/>
                  </a:lnTo>
                  <a:lnTo>
                    <a:pt x="155803" y="3314"/>
                  </a:lnTo>
                  <a:close/>
                </a:path>
                <a:path w="176529" h="66675">
                  <a:moveTo>
                    <a:pt x="166077" y="29108"/>
                  </a:moveTo>
                  <a:lnTo>
                    <a:pt x="162775" y="25793"/>
                  </a:lnTo>
                  <a:lnTo>
                    <a:pt x="13589" y="25793"/>
                  </a:lnTo>
                  <a:lnTo>
                    <a:pt x="10287" y="29108"/>
                  </a:lnTo>
                  <a:lnTo>
                    <a:pt x="10287" y="37287"/>
                  </a:lnTo>
                  <a:lnTo>
                    <a:pt x="13589" y="40601"/>
                  </a:lnTo>
                  <a:lnTo>
                    <a:pt x="158673" y="40601"/>
                  </a:lnTo>
                  <a:lnTo>
                    <a:pt x="162775" y="40601"/>
                  </a:lnTo>
                  <a:lnTo>
                    <a:pt x="166077" y="37287"/>
                  </a:lnTo>
                  <a:lnTo>
                    <a:pt x="166077" y="29108"/>
                  </a:lnTo>
                  <a:close/>
                </a:path>
                <a:path w="176529" h="66675">
                  <a:moveTo>
                    <a:pt x="176123" y="54914"/>
                  </a:moveTo>
                  <a:lnTo>
                    <a:pt x="172808" y="51587"/>
                  </a:lnTo>
                  <a:lnTo>
                    <a:pt x="23634" y="51587"/>
                  </a:lnTo>
                  <a:lnTo>
                    <a:pt x="20320" y="54914"/>
                  </a:lnTo>
                  <a:lnTo>
                    <a:pt x="20320" y="63093"/>
                  </a:lnTo>
                  <a:lnTo>
                    <a:pt x="23634" y="66395"/>
                  </a:lnTo>
                  <a:lnTo>
                    <a:pt x="168719" y="66395"/>
                  </a:lnTo>
                  <a:lnTo>
                    <a:pt x="172808" y="66395"/>
                  </a:lnTo>
                  <a:lnTo>
                    <a:pt x="176123" y="63093"/>
                  </a:lnTo>
                  <a:lnTo>
                    <a:pt x="176123" y="54914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2743733" y="6912806"/>
              <a:ext cx="587375" cy="812800"/>
            </a:xfrm>
            <a:custGeom>
              <a:avLst/>
              <a:gdLst/>
              <a:ahLst/>
              <a:cxnLst/>
              <a:rect l="l" t="t" r="r" b="b"/>
              <a:pathLst>
                <a:path w="587375" h="812800">
                  <a:moveTo>
                    <a:pt x="587121" y="712241"/>
                  </a:moveTo>
                  <a:lnTo>
                    <a:pt x="582129" y="707250"/>
                  </a:lnTo>
                  <a:lnTo>
                    <a:pt x="327710" y="707250"/>
                  </a:lnTo>
                  <a:lnTo>
                    <a:pt x="327710" y="0"/>
                  </a:lnTo>
                  <a:lnTo>
                    <a:pt x="259384" y="0"/>
                  </a:lnTo>
                  <a:lnTo>
                    <a:pt x="259384" y="707250"/>
                  </a:lnTo>
                  <a:lnTo>
                    <a:pt x="5003" y="707250"/>
                  </a:lnTo>
                  <a:lnTo>
                    <a:pt x="0" y="712241"/>
                  </a:lnTo>
                  <a:lnTo>
                    <a:pt x="0" y="812317"/>
                  </a:lnTo>
                  <a:lnTo>
                    <a:pt x="587121" y="812317"/>
                  </a:lnTo>
                  <a:lnTo>
                    <a:pt x="587121" y="712241"/>
                  </a:lnTo>
                  <a:close/>
                </a:path>
              </a:pathLst>
            </a:custGeom>
            <a:solidFill>
              <a:srgbClr val="1E606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6573" y="6839725"/>
              <a:ext cx="128121" cy="128100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3032963" y="6275863"/>
              <a:ext cx="1191260" cy="641350"/>
            </a:xfrm>
            <a:custGeom>
              <a:avLst/>
              <a:gdLst/>
              <a:ahLst/>
              <a:cxnLst/>
              <a:rect l="l" t="t" r="r" b="b"/>
              <a:pathLst>
                <a:path w="1191260" h="641350">
                  <a:moveTo>
                    <a:pt x="1191006" y="281343"/>
                  </a:moveTo>
                  <a:lnTo>
                    <a:pt x="834567" y="51739"/>
                  </a:lnTo>
                  <a:lnTo>
                    <a:pt x="770191" y="111531"/>
                  </a:lnTo>
                  <a:lnTo>
                    <a:pt x="670521" y="0"/>
                  </a:lnTo>
                  <a:lnTo>
                    <a:pt x="561936" y="97040"/>
                  </a:lnTo>
                  <a:lnTo>
                    <a:pt x="577430" y="114388"/>
                  </a:lnTo>
                  <a:lnTo>
                    <a:pt x="0" y="582536"/>
                  </a:lnTo>
                  <a:lnTo>
                    <a:pt x="14338" y="600252"/>
                  </a:lnTo>
                  <a:lnTo>
                    <a:pt x="592658" y="131432"/>
                  </a:lnTo>
                  <a:lnTo>
                    <a:pt x="603567" y="143637"/>
                  </a:lnTo>
                  <a:lnTo>
                    <a:pt x="24688" y="612863"/>
                  </a:lnTo>
                  <a:lnTo>
                    <a:pt x="39027" y="630580"/>
                  </a:lnTo>
                  <a:lnTo>
                    <a:pt x="618782" y="160667"/>
                  </a:lnTo>
                  <a:lnTo>
                    <a:pt x="663460" y="210667"/>
                  </a:lnTo>
                  <a:lnTo>
                    <a:pt x="600811" y="268871"/>
                  </a:lnTo>
                  <a:lnTo>
                    <a:pt x="803567" y="641223"/>
                  </a:lnTo>
                  <a:lnTo>
                    <a:pt x="1191006" y="281343"/>
                  </a:lnTo>
                  <a:close/>
                </a:path>
              </a:pathLst>
            </a:custGeom>
            <a:solidFill>
              <a:srgbClr val="1E60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3799533" y="6380454"/>
              <a:ext cx="346075" cy="304165"/>
            </a:xfrm>
            <a:custGeom>
              <a:avLst/>
              <a:gdLst/>
              <a:ahLst/>
              <a:cxnLst/>
              <a:rect l="l" t="t" r="r" b="b"/>
              <a:pathLst>
                <a:path w="346075" h="304165">
                  <a:moveTo>
                    <a:pt x="86772" y="0"/>
                  </a:moveTo>
                  <a:lnTo>
                    <a:pt x="0" y="82835"/>
                  </a:lnTo>
                  <a:lnTo>
                    <a:pt x="197219" y="303728"/>
                  </a:lnTo>
                  <a:lnTo>
                    <a:pt x="345811" y="168298"/>
                  </a:lnTo>
                  <a:lnTo>
                    <a:pt x="8677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4176286" y="7110418"/>
              <a:ext cx="3522979" cy="3295650"/>
            </a:xfrm>
            <a:custGeom>
              <a:avLst/>
              <a:gdLst/>
              <a:ahLst/>
              <a:cxnLst/>
              <a:rect l="l" t="t" r="r" b="b"/>
              <a:pathLst>
                <a:path w="3522980" h="3295650">
                  <a:moveTo>
                    <a:pt x="1928482" y="3256280"/>
                  </a:moveTo>
                  <a:lnTo>
                    <a:pt x="1756206" y="2050567"/>
                  </a:lnTo>
                  <a:lnTo>
                    <a:pt x="1730667" y="2022195"/>
                  </a:lnTo>
                  <a:lnTo>
                    <a:pt x="1717281" y="2021293"/>
                  </a:lnTo>
                  <a:lnTo>
                    <a:pt x="1704378" y="2025878"/>
                  </a:lnTo>
                  <a:lnTo>
                    <a:pt x="1694561" y="2034730"/>
                  </a:lnTo>
                  <a:lnTo>
                    <a:pt x="1688795" y="2046605"/>
                  </a:lnTo>
                  <a:lnTo>
                    <a:pt x="1687995" y="2060257"/>
                  </a:lnTo>
                  <a:lnTo>
                    <a:pt x="1860257" y="3265957"/>
                  </a:lnTo>
                  <a:lnTo>
                    <a:pt x="1864245" y="3277857"/>
                  </a:lnTo>
                  <a:lnTo>
                    <a:pt x="1871891" y="3287217"/>
                  </a:lnTo>
                  <a:lnTo>
                    <a:pt x="1882228" y="3293364"/>
                  </a:lnTo>
                  <a:lnTo>
                    <a:pt x="1894293" y="3295561"/>
                  </a:lnTo>
                  <a:lnTo>
                    <a:pt x="1895894" y="3295561"/>
                  </a:lnTo>
                  <a:lnTo>
                    <a:pt x="1927682" y="3269932"/>
                  </a:lnTo>
                  <a:lnTo>
                    <a:pt x="1928482" y="3256280"/>
                  </a:lnTo>
                  <a:close/>
                </a:path>
                <a:path w="3522980" h="3295650">
                  <a:moveTo>
                    <a:pt x="2755239" y="3256280"/>
                  </a:moveTo>
                  <a:lnTo>
                    <a:pt x="2583002" y="2050567"/>
                  </a:lnTo>
                  <a:lnTo>
                    <a:pt x="2557488" y="2022195"/>
                  </a:lnTo>
                  <a:lnTo>
                    <a:pt x="2544038" y="2021293"/>
                  </a:lnTo>
                  <a:lnTo>
                    <a:pt x="2531148" y="2025878"/>
                  </a:lnTo>
                  <a:lnTo>
                    <a:pt x="2521331" y="2034730"/>
                  </a:lnTo>
                  <a:lnTo>
                    <a:pt x="2515565" y="2046605"/>
                  </a:lnTo>
                  <a:lnTo>
                    <a:pt x="2514790" y="2060257"/>
                  </a:lnTo>
                  <a:lnTo>
                    <a:pt x="2687015" y="3265957"/>
                  </a:lnTo>
                  <a:lnTo>
                    <a:pt x="2691015" y="3277857"/>
                  </a:lnTo>
                  <a:lnTo>
                    <a:pt x="2698661" y="3287217"/>
                  </a:lnTo>
                  <a:lnTo>
                    <a:pt x="2708986" y="3293364"/>
                  </a:lnTo>
                  <a:lnTo>
                    <a:pt x="2721064" y="3295561"/>
                  </a:lnTo>
                  <a:lnTo>
                    <a:pt x="2722664" y="3295561"/>
                  </a:lnTo>
                  <a:lnTo>
                    <a:pt x="2754452" y="3269932"/>
                  </a:lnTo>
                  <a:lnTo>
                    <a:pt x="2755239" y="3256280"/>
                  </a:lnTo>
                  <a:close/>
                </a:path>
                <a:path w="3522980" h="3295650">
                  <a:moveTo>
                    <a:pt x="3522713" y="0"/>
                  </a:moveTo>
                  <a:lnTo>
                    <a:pt x="2377440" y="0"/>
                  </a:lnTo>
                  <a:lnTo>
                    <a:pt x="2125497" y="705459"/>
                  </a:lnTo>
                  <a:lnTo>
                    <a:pt x="2107857" y="750531"/>
                  </a:lnTo>
                  <a:lnTo>
                    <a:pt x="2087753" y="794080"/>
                  </a:lnTo>
                  <a:lnTo>
                    <a:pt x="2065274" y="836041"/>
                  </a:lnTo>
                  <a:lnTo>
                    <a:pt x="2040509" y="876338"/>
                  </a:lnTo>
                  <a:lnTo>
                    <a:pt x="2013572" y="914920"/>
                  </a:lnTo>
                  <a:lnTo>
                    <a:pt x="1984552" y="951687"/>
                  </a:lnTo>
                  <a:lnTo>
                    <a:pt x="1953539" y="986599"/>
                  </a:lnTo>
                  <a:lnTo>
                    <a:pt x="1920659" y="1019556"/>
                  </a:lnTo>
                  <a:lnTo>
                    <a:pt x="1885988" y="1050518"/>
                  </a:lnTo>
                  <a:lnTo>
                    <a:pt x="1849640" y="1079411"/>
                  </a:lnTo>
                  <a:lnTo>
                    <a:pt x="1811693" y="1106144"/>
                  </a:lnTo>
                  <a:lnTo>
                    <a:pt x="1772259" y="1130668"/>
                  </a:lnTo>
                  <a:lnTo>
                    <a:pt x="1731441" y="1152893"/>
                  </a:lnTo>
                  <a:lnTo>
                    <a:pt x="1689341" y="1172781"/>
                  </a:lnTo>
                  <a:lnTo>
                    <a:pt x="1646047" y="1190231"/>
                  </a:lnTo>
                  <a:lnTo>
                    <a:pt x="1601647" y="1205191"/>
                  </a:lnTo>
                  <a:lnTo>
                    <a:pt x="1556270" y="1217587"/>
                  </a:lnTo>
                  <a:lnTo>
                    <a:pt x="1509979" y="1227353"/>
                  </a:lnTo>
                  <a:lnTo>
                    <a:pt x="1462913" y="1234414"/>
                  </a:lnTo>
                  <a:lnTo>
                    <a:pt x="1415135" y="1238694"/>
                  </a:lnTo>
                  <a:lnTo>
                    <a:pt x="1366761" y="1240142"/>
                  </a:lnTo>
                  <a:lnTo>
                    <a:pt x="1215199" y="1240142"/>
                  </a:lnTo>
                  <a:lnTo>
                    <a:pt x="1164653" y="1241323"/>
                  </a:lnTo>
                  <a:lnTo>
                    <a:pt x="1114488" y="1244828"/>
                  </a:lnTo>
                  <a:lnTo>
                    <a:pt x="1064768" y="1250645"/>
                  </a:lnTo>
                  <a:lnTo>
                    <a:pt x="1015568" y="1258709"/>
                  </a:lnTo>
                  <a:lnTo>
                    <a:pt x="966952" y="1268996"/>
                  </a:lnTo>
                  <a:lnTo>
                    <a:pt x="918997" y="1281468"/>
                  </a:lnTo>
                  <a:lnTo>
                    <a:pt x="871766" y="1296098"/>
                  </a:lnTo>
                  <a:lnTo>
                    <a:pt x="825334" y="1312837"/>
                  </a:lnTo>
                  <a:lnTo>
                    <a:pt x="779754" y="1331658"/>
                  </a:lnTo>
                  <a:lnTo>
                    <a:pt x="735126" y="1352511"/>
                  </a:lnTo>
                  <a:lnTo>
                    <a:pt x="691489" y="1375371"/>
                  </a:lnTo>
                  <a:lnTo>
                    <a:pt x="648944" y="1400200"/>
                  </a:lnTo>
                  <a:lnTo>
                    <a:pt x="607529" y="1426959"/>
                  </a:lnTo>
                  <a:lnTo>
                    <a:pt x="567334" y="1455610"/>
                  </a:lnTo>
                  <a:lnTo>
                    <a:pt x="528421" y="1486115"/>
                  </a:lnTo>
                  <a:lnTo>
                    <a:pt x="490867" y="1518450"/>
                  </a:lnTo>
                  <a:lnTo>
                    <a:pt x="454736" y="1552562"/>
                  </a:lnTo>
                  <a:lnTo>
                    <a:pt x="420090" y="1588427"/>
                  </a:lnTo>
                  <a:lnTo>
                    <a:pt x="387019" y="1625993"/>
                  </a:lnTo>
                  <a:lnTo>
                    <a:pt x="355574" y="1665249"/>
                  </a:lnTo>
                  <a:lnTo>
                    <a:pt x="325831" y="1706130"/>
                  </a:lnTo>
                  <a:lnTo>
                    <a:pt x="87261" y="2053412"/>
                  </a:lnTo>
                  <a:lnTo>
                    <a:pt x="87223" y="2135822"/>
                  </a:lnTo>
                  <a:lnTo>
                    <a:pt x="160058" y="2135822"/>
                  </a:lnTo>
                  <a:lnTo>
                    <a:pt x="0" y="3256280"/>
                  </a:lnTo>
                  <a:lnTo>
                    <a:pt x="29273" y="3295218"/>
                  </a:lnTo>
                  <a:lnTo>
                    <a:pt x="34188" y="3295561"/>
                  </a:lnTo>
                  <a:lnTo>
                    <a:pt x="46266" y="3293364"/>
                  </a:lnTo>
                  <a:lnTo>
                    <a:pt x="56591" y="3287217"/>
                  </a:lnTo>
                  <a:lnTo>
                    <a:pt x="64236" y="3277857"/>
                  </a:lnTo>
                  <a:lnTo>
                    <a:pt x="68237" y="3265957"/>
                  </a:lnTo>
                  <a:lnTo>
                    <a:pt x="229679" y="2135822"/>
                  </a:lnTo>
                  <a:lnTo>
                    <a:pt x="986853" y="2135822"/>
                  </a:lnTo>
                  <a:lnTo>
                    <a:pt x="826770" y="3256280"/>
                  </a:lnTo>
                  <a:lnTo>
                    <a:pt x="827570" y="3269932"/>
                  </a:lnTo>
                  <a:lnTo>
                    <a:pt x="833335" y="3281807"/>
                  </a:lnTo>
                  <a:lnTo>
                    <a:pt x="843140" y="3290659"/>
                  </a:lnTo>
                  <a:lnTo>
                    <a:pt x="856043" y="3295218"/>
                  </a:lnTo>
                  <a:lnTo>
                    <a:pt x="860958" y="3295561"/>
                  </a:lnTo>
                  <a:lnTo>
                    <a:pt x="873036" y="3293364"/>
                  </a:lnTo>
                  <a:lnTo>
                    <a:pt x="883361" y="3287217"/>
                  </a:lnTo>
                  <a:lnTo>
                    <a:pt x="891006" y="3277857"/>
                  </a:lnTo>
                  <a:lnTo>
                    <a:pt x="895007" y="3265957"/>
                  </a:lnTo>
                  <a:lnTo>
                    <a:pt x="1056449" y="2135822"/>
                  </a:lnTo>
                  <a:lnTo>
                    <a:pt x="1061974" y="2135822"/>
                  </a:lnTo>
                  <a:lnTo>
                    <a:pt x="1111211" y="2134578"/>
                  </a:lnTo>
                  <a:lnTo>
                    <a:pt x="1159954" y="2130869"/>
                  </a:lnTo>
                  <a:lnTo>
                    <a:pt x="1208112" y="2124760"/>
                  </a:lnTo>
                  <a:lnTo>
                    <a:pt x="1255610" y="2116290"/>
                  </a:lnTo>
                  <a:lnTo>
                    <a:pt x="1302397" y="2105520"/>
                  </a:lnTo>
                  <a:lnTo>
                    <a:pt x="1348384" y="2092490"/>
                  </a:lnTo>
                  <a:lnTo>
                    <a:pt x="1393507" y="2077262"/>
                  </a:lnTo>
                  <a:lnTo>
                    <a:pt x="1437703" y="2059889"/>
                  </a:lnTo>
                  <a:lnTo>
                    <a:pt x="1480870" y="2040407"/>
                  </a:lnTo>
                  <a:lnTo>
                    <a:pt x="1522971" y="2018880"/>
                  </a:lnTo>
                  <a:lnTo>
                    <a:pt x="1563916" y="1995347"/>
                  </a:lnTo>
                  <a:lnTo>
                    <a:pt x="1603629" y="1969871"/>
                  </a:lnTo>
                  <a:lnTo>
                    <a:pt x="1642059" y="1942503"/>
                  </a:lnTo>
                  <a:lnTo>
                    <a:pt x="1679105" y="1913293"/>
                  </a:lnTo>
                  <a:lnTo>
                    <a:pt x="1714728" y="1882279"/>
                  </a:lnTo>
                  <a:lnTo>
                    <a:pt x="1748828" y="1849526"/>
                  </a:lnTo>
                  <a:lnTo>
                    <a:pt x="1781352" y="1815084"/>
                  </a:lnTo>
                  <a:lnTo>
                    <a:pt x="1812213" y="1779003"/>
                  </a:lnTo>
                  <a:lnTo>
                    <a:pt x="1841347" y="1741335"/>
                  </a:lnTo>
                  <a:lnTo>
                    <a:pt x="1868690" y="1702130"/>
                  </a:lnTo>
                  <a:lnTo>
                    <a:pt x="1894154" y="1661439"/>
                  </a:lnTo>
                  <a:lnTo>
                    <a:pt x="1917687" y="1619300"/>
                  </a:lnTo>
                  <a:lnTo>
                    <a:pt x="1939201" y="1575790"/>
                  </a:lnTo>
                  <a:lnTo>
                    <a:pt x="1958632" y="1530946"/>
                  </a:lnTo>
                  <a:lnTo>
                    <a:pt x="1975891" y="1484820"/>
                  </a:lnTo>
                  <a:lnTo>
                    <a:pt x="3150324" y="1077048"/>
                  </a:lnTo>
                  <a:lnTo>
                    <a:pt x="3522713" y="0"/>
                  </a:lnTo>
                  <a:close/>
                </a:path>
              </a:pathLst>
            </a:custGeom>
            <a:solidFill>
              <a:srgbClr val="145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6399740" y="6959702"/>
              <a:ext cx="1238885" cy="1353820"/>
            </a:xfrm>
            <a:custGeom>
              <a:avLst/>
              <a:gdLst/>
              <a:ahLst/>
              <a:cxnLst/>
              <a:rect l="l" t="t" r="r" b="b"/>
              <a:pathLst>
                <a:path w="1238884" h="1353820">
                  <a:moveTo>
                    <a:pt x="1116416" y="0"/>
                  </a:moveTo>
                  <a:lnTo>
                    <a:pt x="648346" y="0"/>
                  </a:lnTo>
                  <a:lnTo>
                    <a:pt x="596446" y="5279"/>
                  </a:lnTo>
                  <a:lnTo>
                    <a:pt x="547738" y="20518"/>
                  </a:lnTo>
                  <a:lnTo>
                    <a:pt x="503533" y="44818"/>
                  </a:lnTo>
                  <a:lnTo>
                    <a:pt x="465138" y="77279"/>
                  </a:lnTo>
                  <a:lnTo>
                    <a:pt x="433862" y="117004"/>
                  </a:lnTo>
                  <a:lnTo>
                    <a:pt x="411013" y="163094"/>
                  </a:lnTo>
                  <a:lnTo>
                    <a:pt x="0" y="1268851"/>
                  </a:lnTo>
                  <a:lnTo>
                    <a:pt x="801954" y="1353539"/>
                  </a:lnTo>
                  <a:lnTo>
                    <a:pt x="1231365" y="161461"/>
                  </a:lnTo>
                  <a:lnTo>
                    <a:pt x="1238760" y="114545"/>
                  </a:lnTo>
                  <a:lnTo>
                    <a:pt x="1227969" y="70737"/>
                  </a:lnTo>
                  <a:lnTo>
                    <a:pt x="1201987" y="34241"/>
                  </a:lnTo>
                  <a:lnTo>
                    <a:pt x="1163805" y="9260"/>
                  </a:lnTo>
                  <a:lnTo>
                    <a:pt x="1116416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4263510" y="6959707"/>
              <a:ext cx="3190240" cy="2204720"/>
            </a:xfrm>
            <a:custGeom>
              <a:avLst/>
              <a:gdLst/>
              <a:ahLst/>
              <a:cxnLst/>
              <a:rect l="l" t="t" r="r" b="b"/>
              <a:pathLst>
                <a:path w="3190240" h="2204720">
                  <a:moveTo>
                    <a:pt x="1567395" y="1825777"/>
                  </a:moveTo>
                  <a:lnTo>
                    <a:pt x="62687" y="1825777"/>
                  </a:lnTo>
                  <a:lnTo>
                    <a:pt x="38290" y="1830705"/>
                  </a:lnTo>
                  <a:lnTo>
                    <a:pt x="18364" y="1844128"/>
                  </a:lnTo>
                  <a:lnTo>
                    <a:pt x="4927" y="1864055"/>
                  </a:lnTo>
                  <a:lnTo>
                    <a:pt x="0" y="1888464"/>
                  </a:lnTo>
                  <a:lnTo>
                    <a:pt x="0" y="2204720"/>
                  </a:lnTo>
                  <a:lnTo>
                    <a:pt x="1567395" y="2204720"/>
                  </a:lnTo>
                  <a:lnTo>
                    <a:pt x="1567395" y="1825777"/>
                  </a:lnTo>
                  <a:close/>
                </a:path>
                <a:path w="3190240" h="2204720">
                  <a:moveTo>
                    <a:pt x="3189694" y="114541"/>
                  </a:moveTo>
                  <a:lnTo>
                    <a:pt x="3178911" y="70739"/>
                  </a:lnTo>
                  <a:lnTo>
                    <a:pt x="3152927" y="34239"/>
                  </a:lnTo>
                  <a:lnTo>
                    <a:pt x="3114751" y="9258"/>
                  </a:lnTo>
                  <a:lnTo>
                    <a:pt x="3067367" y="0"/>
                  </a:lnTo>
                  <a:lnTo>
                    <a:pt x="2599283" y="0"/>
                  </a:lnTo>
                  <a:lnTo>
                    <a:pt x="2547378" y="5283"/>
                  </a:lnTo>
                  <a:lnTo>
                    <a:pt x="2498674" y="20523"/>
                  </a:lnTo>
                  <a:lnTo>
                    <a:pt x="2454478" y="44818"/>
                  </a:lnTo>
                  <a:lnTo>
                    <a:pt x="2416086" y="77279"/>
                  </a:lnTo>
                  <a:lnTo>
                    <a:pt x="2384806" y="117005"/>
                  </a:lnTo>
                  <a:lnTo>
                    <a:pt x="2361958" y="163093"/>
                  </a:lnTo>
                  <a:lnTo>
                    <a:pt x="1871560" y="1494193"/>
                  </a:lnTo>
                  <a:lnTo>
                    <a:pt x="2691295" y="1494193"/>
                  </a:lnTo>
                  <a:lnTo>
                    <a:pt x="3182302" y="161467"/>
                  </a:lnTo>
                  <a:lnTo>
                    <a:pt x="3189694" y="114541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5185001" y="8785474"/>
              <a:ext cx="1292225" cy="379095"/>
            </a:xfrm>
            <a:custGeom>
              <a:avLst/>
              <a:gdLst/>
              <a:ahLst/>
              <a:cxnLst/>
              <a:rect l="l" t="t" r="r" b="b"/>
              <a:pathLst>
                <a:path w="1292225" h="379095">
                  <a:moveTo>
                    <a:pt x="1291845" y="0"/>
                  </a:moveTo>
                  <a:lnTo>
                    <a:pt x="62689" y="0"/>
                  </a:lnTo>
                  <a:lnTo>
                    <a:pt x="38290" y="4925"/>
                  </a:lnTo>
                  <a:lnTo>
                    <a:pt x="18363" y="18359"/>
                  </a:lnTo>
                  <a:lnTo>
                    <a:pt x="4927" y="38285"/>
                  </a:lnTo>
                  <a:lnTo>
                    <a:pt x="0" y="62689"/>
                  </a:lnTo>
                  <a:lnTo>
                    <a:pt x="0" y="378941"/>
                  </a:lnTo>
                  <a:lnTo>
                    <a:pt x="1291845" y="378941"/>
                  </a:lnTo>
                  <a:lnTo>
                    <a:pt x="1291845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5284063" y="7110414"/>
              <a:ext cx="2461260" cy="2136140"/>
            </a:xfrm>
            <a:custGeom>
              <a:avLst/>
              <a:gdLst/>
              <a:ahLst/>
              <a:cxnLst/>
              <a:rect l="l" t="t" r="r" b="b"/>
              <a:pathLst>
                <a:path w="2461259" h="2136140">
                  <a:moveTo>
                    <a:pt x="2460867" y="0"/>
                  </a:moveTo>
                  <a:lnTo>
                    <a:pt x="2349048" y="0"/>
                  </a:lnTo>
                  <a:lnTo>
                    <a:pt x="2097098" y="705454"/>
                  </a:lnTo>
                  <a:lnTo>
                    <a:pt x="2079470" y="750526"/>
                  </a:lnTo>
                  <a:lnTo>
                    <a:pt x="2059367" y="794077"/>
                  </a:lnTo>
                  <a:lnTo>
                    <a:pt x="2036886" y="836039"/>
                  </a:lnTo>
                  <a:lnTo>
                    <a:pt x="2012127" y="876340"/>
                  </a:lnTo>
                  <a:lnTo>
                    <a:pt x="1985189" y="914913"/>
                  </a:lnTo>
                  <a:lnTo>
                    <a:pt x="1956170" y="951687"/>
                  </a:lnTo>
                  <a:lnTo>
                    <a:pt x="1925170" y="986592"/>
                  </a:lnTo>
                  <a:lnTo>
                    <a:pt x="1892286" y="1019560"/>
                  </a:lnTo>
                  <a:lnTo>
                    <a:pt x="1857619" y="1050520"/>
                  </a:lnTo>
                  <a:lnTo>
                    <a:pt x="1821266" y="1079404"/>
                  </a:lnTo>
                  <a:lnTo>
                    <a:pt x="1783326" y="1106140"/>
                  </a:lnTo>
                  <a:lnTo>
                    <a:pt x="1743898" y="1130661"/>
                  </a:lnTo>
                  <a:lnTo>
                    <a:pt x="1703082" y="1152896"/>
                  </a:lnTo>
                  <a:lnTo>
                    <a:pt x="1660975" y="1172776"/>
                  </a:lnTo>
                  <a:lnTo>
                    <a:pt x="1617676" y="1190230"/>
                  </a:lnTo>
                  <a:lnTo>
                    <a:pt x="1573285" y="1205190"/>
                  </a:lnTo>
                  <a:lnTo>
                    <a:pt x="1527901" y="1217587"/>
                  </a:lnTo>
                  <a:lnTo>
                    <a:pt x="1481621" y="1227349"/>
                  </a:lnTo>
                  <a:lnTo>
                    <a:pt x="1434545" y="1234409"/>
                  </a:lnTo>
                  <a:lnTo>
                    <a:pt x="1386771" y="1238695"/>
                  </a:lnTo>
                  <a:lnTo>
                    <a:pt x="1338399" y="1240140"/>
                  </a:lnTo>
                  <a:lnTo>
                    <a:pt x="1186812" y="1240140"/>
                  </a:lnTo>
                  <a:lnTo>
                    <a:pt x="1136269" y="1241318"/>
                  </a:lnTo>
                  <a:lnTo>
                    <a:pt x="1086104" y="1244830"/>
                  </a:lnTo>
                  <a:lnTo>
                    <a:pt x="1036386" y="1250637"/>
                  </a:lnTo>
                  <a:lnTo>
                    <a:pt x="987184" y="1258705"/>
                  </a:lnTo>
                  <a:lnTo>
                    <a:pt x="938570" y="1268995"/>
                  </a:lnTo>
                  <a:lnTo>
                    <a:pt x="890611" y="1281472"/>
                  </a:lnTo>
                  <a:lnTo>
                    <a:pt x="843379" y="1296099"/>
                  </a:lnTo>
                  <a:lnTo>
                    <a:pt x="796942" y="1312839"/>
                  </a:lnTo>
                  <a:lnTo>
                    <a:pt x="751371" y="1331656"/>
                  </a:lnTo>
                  <a:lnTo>
                    <a:pt x="706736" y="1352513"/>
                  </a:lnTo>
                  <a:lnTo>
                    <a:pt x="663107" y="1375373"/>
                  </a:lnTo>
                  <a:lnTo>
                    <a:pt x="620552" y="1400201"/>
                  </a:lnTo>
                  <a:lnTo>
                    <a:pt x="579143" y="1426959"/>
                  </a:lnTo>
                  <a:lnTo>
                    <a:pt x="538948" y="1455610"/>
                  </a:lnTo>
                  <a:lnTo>
                    <a:pt x="500039" y="1486119"/>
                  </a:lnTo>
                  <a:lnTo>
                    <a:pt x="462483" y="1518449"/>
                  </a:lnTo>
                  <a:lnTo>
                    <a:pt x="426352" y="1552562"/>
                  </a:lnTo>
                  <a:lnTo>
                    <a:pt x="391715" y="1588423"/>
                  </a:lnTo>
                  <a:lnTo>
                    <a:pt x="358642" y="1625995"/>
                  </a:lnTo>
                  <a:lnTo>
                    <a:pt x="327203" y="1665242"/>
                  </a:lnTo>
                  <a:lnTo>
                    <a:pt x="297467" y="1706126"/>
                  </a:lnTo>
                  <a:lnTo>
                    <a:pt x="0" y="2135819"/>
                  </a:lnTo>
                  <a:lnTo>
                    <a:pt x="1033591" y="2135819"/>
                  </a:lnTo>
                  <a:lnTo>
                    <a:pt x="1082834" y="2134573"/>
                  </a:lnTo>
                  <a:lnTo>
                    <a:pt x="1131570" y="2130869"/>
                  </a:lnTo>
                  <a:lnTo>
                    <a:pt x="1179726" y="2124757"/>
                  </a:lnTo>
                  <a:lnTo>
                    <a:pt x="1227233" y="2116290"/>
                  </a:lnTo>
                  <a:lnTo>
                    <a:pt x="1274016" y="2105517"/>
                  </a:lnTo>
                  <a:lnTo>
                    <a:pt x="1320006" y="2092491"/>
                  </a:lnTo>
                  <a:lnTo>
                    <a:pt x="1365130" y="2077263"/>
                  </a:lnTo>
                  <a:lnTo>
                    <a:pt x="1409316" y="2059883"/>
                  </a:lnTo>
                  <a:lnTo>
                    <a:pt x="1452493" y="2040402"/>
                  </a:lnTo>
                  <a:lnTo>
                    <a:pt x="1494589" y="2018873"/>
                  </a:lnTo>
                  <a:lnTo>
                    <a:pt x="1535532" y="1995346"/>
                  </a:lnTo>
                  <a:lnTo>
                    <a:pt x="1575250" y="1969871"/>
                  </a:lnTo>
                  <a:lnTo>
                    <a:pt x="1613672" y="1942502"/>
                  </a:lnTo>
                  <a:lnTo>
                    <a:pt x="1650726" y="1913287"/>
                  </a:lnTo>
                  <a:lnTo>
                    <a:pt x="1686340" y="1882279"/>
                  </a:lnTo>
                  <a:lnTo>
                    <a:pt x="1720442" y="1849529"/>
                  </a:lnTo>
                  <a:lnTo>
                    <a:pt x="1752961" y="1815088"/>
                  </a:lnTo>
                  <a:lnTo>
                    <a:pt x="1783825" y="1779006"/>
                  </a:lnTo>
                  <a:lnTo>
                    <a:pt x="1812962" y="1741336"/>
                  </a:lnTo>
                  <a:lnTo>
                    <a:pt x="1840300" y="1702128"/>
                  </a:lnTo>
                  <a:lnTo>
                    <a:pt x="1865768" y="1661434"/>
                  </a:lnTo>
                  <a:lnTo>
                    <a:pt x="1889294" y="1619304"/>
                  </a:lnTo>
                  <a:lnTo>
                    <a:pt x="1910805" y="1575790"/>
                  </a:lnTo>
                  <a:lnTo>
                    <a:pt x="1930232" y="1530942"/>
                  </a:lnTo>
                  <a:lnTo>
                    <a:pt x="1947500" y="1484813"/>
                  </a:lnTo>
                  <a:lnTo>
                    <a:pt x="246086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4342416" y="9458635"/>
              <a:ext cx="2411730" cy="69215"/>
            </a:xfrm>
            <a:custGeom>
              <a:avLst/>
              <a:gdLst/>
              <a:ahLst/>
              <a:cxnLst/>
              <a:rect l="l" t="t" r="r" b="b"/>
              <a:pathLst>
                <a:path w="2411730" h="69215">
                  <a:moveTo>
                    <a:pt x="803821" y="0"/>
                  </a:moveTo>
                  <a:lnTo>
                    <a:pt x="0" y="0"/>
                  </a:lnTo>
                  <a:lnTo>
                    <a:pt x="0" y="68897"/>
                  </a:lnTo>
                  <a:lnTo>
                    <a:pt x="803821" y="68897"/>
                  </a:lnTo>
                  <a:lnTo>
                    <a:pt x="803821" y="0"/>
                  </a:lnTo>
                  <a:close/>
                </a:path>
                <a:path w="2411730" h="69215">
                  <a:moveTo>
                    <a:pt x="2411399" y="0"/>
                  </a:moveTo>
                  <a:lnTo>
                    <a:pt x="1607667" y="0"/>
                  </a:lnTo>
                  <a:lnTo>
                    <a:pt x="1607667" y="68897"/>
                  </a:lnTo>
                  <a:lnTo>
                    <a:pt x="2411399" y="68897"/>
                  </a:lnTo>
                  <a:lnTo>
                    <a:pt x="2411399" y="0"/>
                  </a:lnTo>
                  <a:close/>
                </a:path>
              </a:pathLst>
            </a:custGeom>
            <a:solidFill>
              <a:srgbClr val="14596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722316" y="10068591"/>
            <a:ext cx="1882139" cy="243204"/>
          </a:xfrm>
          <a:custGeom>
            <a:avLst/>
            <a:gdLst/>
            <a:ahLst/>
            <a:cxnLst/>
            <a:rect l="l" t="t" r="r" b="b"/>
            <a:pathLst>
              <a:path w="1882140" h="243204">
                <a:moveTo>
                  <a:pt x="941039" y="0"/>
                </a:moveTo>
                <a:lnTo>
                  <a:pt x="863859" y="402"/>
                </a:lnTo>
                <a:lnTo>
                  <a:pt x="788397" y="1591"/>
                </a:lnTo>
                <a:lnTo>
                  <a:pt x="714896" y="3533"/>
                </a:lnTo>
                <a:lnTo>
                  <a:pt x="643597" y="6197"/>
                </a:lnTo>
                <a:lnTo>
                  <a:pt x="574744" y="9553"/>
                </a:lnTo>
                <a:lnTo>
                  <a:pt x="508577" y="13569"/>
                </a:lnTo>
                <a:lnTo>
                  <a:pt x="445339" y="18213"/>
                </a:lnTo>
                <a:lnTo>
                  <a:pt x="385273" y="23455"/>
                </a:lnTo>
                <a:lnTo>
                  <a:pt x="328620" y="29263"/>
                </a:lnTo>
                <a:lnTo>
                  <a:pt x="275623" y="35606"/>
                </a:lnTo>
                <a:lnTo>
                  <a:pt x="226524" y="42452"/>
                </a:lnTo>
                <a:lnTo>
                  <a:pt x="181565" y="49771"/>
                </a:lnTo>
                <a:lnTo>
                  <a:pt x="140989" y="57530"/>
                </a:lnTo>
                <a:lnTo>
                  <a:pt x="73951" y="74247"/>
                </a:lnTo>
                <a:lnTo>
                  <a:pt x="27349" y="92353"/>
                </a:lnTo>
                <a:lnTo>
                  <a:pt x="0" y="121566"/>
                </a:lnTo>
                <a:lnTo>
                  <a:pt x="3119" y="131537"/>
                </a:lnTo>
                <a:lnTo>
                  <a:pt x="47974" y="159991"/>
                </a:lnTo>
                <a:lnTo>
                  <a:pt x="105036" y="177433"/>
                </a:lnTo>
                <a:lnTo>
                  <a:pt x="181565" y="193362"/>
                </a:lnTo>
                <a:lnTo>
                  <a:pt x="226524" y="200681"/>
                </a:lnTo>
                <a:lnTo>
                  <a:pt x="275623" y="207527"/>
                </a:lnTo>
                <a:lnTo>
                  <a:pt x="328620" y="213870"/>
                </a:lnTo>
                <a:lnTo>
                  <a:pt x="385273" y="219678"/>
                </a:lnTo>
                <a:lnTo>
                  <a:pt x="445339" y="224920"/>
                </a:lnTo>
                <a:lnTo>
                  <a:pt x="508577" y="229564"/>
                </a:lnTo>
                <a:lnTo>
                  <a:pt x="574744" y="233580"/>
                </a:lnTo>
                <a:lnTo>
                  <a:pt x="643597" y="236936"/>
                </a:lnTo>
                <a:lnTo>
                  <a:pt x="714896" y="239600"/>
                </a:lnTo>
                <a:lnTo>
                  <a:pt x="788397" y="241542"/>
                </a:lnTo>
                <a:lnTo>
                  <a:pt x="863859" y="242730"/>
                </a:lnTo>
                <a:lnTo>
                  <a:pt x="941039" y="243133"/>
                </a:lnTo>
                <a:lnTo>
                  <a:pt x="1018219" y="242730"/>
                </a:lnTo>
                <a:lnTo>
                  <a:pt x="1093681" y="241542"/>
                </a:lnTo>
                <a:lnTo>
                  <a:pt x="1167182" y="239600"/>
                </a:lnTo>
                <a:lnTo>
                  <a:pt x="1238480" y="236936"/>
                </a:lnTo>
                <a:lnTo>
                  <a:pt x="1307334" y="233580"/>
                </a:lnTo>
                <a:lnTo>
                  <a:pt x="1373501" y="229564"/>
                </a:lnTo>
                <a:lnTo>
                  <a:pt x="1436739" y="224920"/>
                </a:lnTo>
                <a:lnTo>
                  <a:pt x="1496805" y="219678"/>
                </a:lnTo>
                <a:lnTo>
                  <a:pt x="1553458" y="213870"/>
                </a:lnTo>
                <a:lnTo>
                  <a:pt x="1606455" y="207527"/>
                </a:lnTo>
                <a:lnTo>
                  <a:pt x="1655554" y="200681"/>
                </a:lnTo>
                <a:lnTo>
                  <a:pt x="1700512" y="193362"/>
                </a:lnTo>
                <a:lnTo>
                  <a:pt x="1741089" y="185603"/>
                </a:lnTo>
                <a:lnTo>
                  <a:pt x="1808127" y="168886"/>
                </a:lnTo>
                <a:lnTo>
                  <a:pt x="1854729" y="150780"/>
                </a:lnTo>
                <a:lnTo>
                  <a:pt x="1882078" y="121566"/>
                </a:lnTo>
                <a:lnTo>
                  <a:pt x="1878959" y="111596"/>
                </a:lnTo>
                <a:lnTo>
                  <a:pt x="1834104" y="83142"/>
                </a:lnTo>
                <a:lnTo>
                  <a:pt x="1777041" y="65700"/>
                </a:lnTo>
                <a:lnTo>
                  <a:pt x="1700512" y="49771"/>
                </a:lnTo>
                <a:lnTo>
                  <a:pt x="1655554" y="42452"/>
                </a:lnTo>
                <a:lnTo>
                  <a:pt x="1606455" y="35606"/>
                </a:lnTo>
                <a:lnTo>
                  <a:pt x="1553458" y="29263"/>
                </a:lnTo>
                <a:lnTo>
                  <a:pt x="1496805" y="23455"/>
                </a:lnTo>
                <a:lnTo>
                  <a:pt x="1436739" y="18213"/>
                </a:lnTo>
                <a:lnTo>
                  <a:pt x="1373501" y="13569"/>
                </a:lnTo>
                <a:lnTo>
                  <a:pt x="1307334" y="9553"/>
                </a:lnTo>
                <a:lnTo>
                  <a:pt x="1238480" y="6197"/>
                </a:lnTo>
                <a:lnTo>
                  <a:pt x="1167182" y="3533"/>
                </a:lnTo>
                <a:lnTo>
                  <a:pt x="1093681" y="1591"/>
                </a:lnTo>
                <a:lnTo>
                  <a:pt x="1018219" y="402"/>
                </a:lnTo>
                <a:lnTo>
                  <a:pt x="941039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057679" y="9141772"/>
            <a:ext cx="1882139" cy="391795"/>
          </a:xfrm>
          <a:custGeom>
            <a:avLst/>
            <a:gdLst/>
            <a:ahLst/>
            <a:cxnLst/>
            <a:rect l="l" t="t" r="r" b="b"/>
            <a:pathLst>
              <a:path w="1882140" h="391795">
                <a:moveTo>
                  <a:pt x="941049" y="0"/>
                </a:moveTo>
                <a:lnTo>
                  <a:pt x="867508" y="588"/>
                </a:lnTo>
                <a:lnTo>
                  <a:pt x="795514" y="2325"/>
                </a:lnTo>
                <a:lnTo>
                  <a:pt x="725277" y="5167"/>
                </a:lnTo>
                <a:lnTo>
                  <a:pt x="657006" y="9070"/>
                </a:lnTo>
                <a:lnTo>
                  <a:pt x="590912" y="13991"/>
                </a:lnTo>
                <a:lnTo>
                  <a:pt x="527202" y="19886"/>
                </a:lnTo>
                <a:lnTo>
                  <a:pt x="466086" y="26713"/>
                </a:lnTo>
                <a:lnTo>
                  <a:pt x="407773" y="34426"/>
                </a:lnTo>
                <a:lnTo>
                  <a:pt x="352473" y="42984"/>
                </a:lnTo>
                <a:lnTo>
                  <a:pt x="300394" y="52341"/>
                </a:lnTo>
                <a:lnTo>
                  <a:pt x="251747" y="62456"/>
                </a:lnTo>
                <a:lnTo>
                  <a:pt x="206739" y="73284"/>
                </a:lnTo>
                <a:lnTo>
                  <a:pt x="165581" y="84781"/>
                </a:lnTo>
                <a:lnTo>
                  <a:pt x="128482" y="96906"/>
                </a:lnTo>
                <a:lnTo>
                  <a:pt x="67295" y="122859"/>
                </a:lnTo>
                <a:lnTo>
                  <a:pt x="24854" y="150796"/>
                </a:lnTo>
                <a:lnTo>
                  <a:pt x="0" y="195658"/>
                </a:lnTo>
                <a:lnTo>
                  <a:pt x="2831" y="210949"/>
                </a:lnTo>
                <a:lnTo>
                  <a:pt x="43627" y="254716"/>
                </a:lnTo>
                <a:lnTo>
                  <a:pt x="95650" y="281704"/>
                </a:lnTo>
                <a:lnTo>
                  <a:pt x="165581" y="306535"/>
                </a:lnTo>
                <a:lnTo>
                  <a:pt x="206739" y="318033"/>
                </a:lnTo>
                <a:lnTo>
                  <a:pt x="251747" y="328861"/>
                </a:lnTo>
                <a:lnTo>
                  <a:pt x="300394" y="338976"/>
                </a:lnTo>
                <a:lnTo>
                  <a:pt x="352473" y="348333"/>
                </a:lnTo>
                <a:lnTo>
                  <a:pt x="407773" y="356891"/>
                </a:lnTo>
                <a:lnTo>
                  <a:pt x="466086" y="364604"/>
                </a:lnTo>
                <a:lnTo>
                  <a:pt x="527202" y="371430"/>
                </a:lnTo>
                <a:lnTo>
                  <a:pt x="590912" y="377326"/>
                </a:lnTo>
                <a:lnTo>
                  <a:pt x="657006" y="382247"/>
                </a:lnTo>
                <a:lnTo>
                  <a:pt x="725277" y="386150"/>
                </a:lnTo>
                <a:lnTo>
                  <a:pt x="795514" y="388992"/>
                </a:lnTo>
                <a:lnTo>
                  <a:pt x="867508" y="390729"/>
                </a:lnTo>
                <a:lnTo>
                  <a:pt x="941049" y="391317"/>
                </a:lnTo>
                <a:lnTo>
                  <a:pt x="1014591" y="390729"/>
                </a:lnTo>
                <a:lnTo>
                  <a:pt x="1086585" y="388992"/>
                </a:lnTo>
                <a:lnTo>
                  <a:pt x="1156821" y="386150"/>
                </a:lnTo>
                <a:lnTo>
                  <a:pt x="1225091" y="382247"/>
                </a:lnTo>
                <a:lnTo>
                  <a:pt x="1291186" y="377326"/>
                </a:lnTo>
                <a:lnTo>
                  <a:pt x="1354895" y="371430"/>
                </a:lnTo>
                <a:lnTo>
                  <a:pt x="1416010" y="364604"/>
                </a:lnTo>
                <a:lnTo>
                  <a:pt x="1474322" y="356891"/>
                </a:lnTo>
                <a:lnTo>
                  <a:pt x="1529622" y="348333"/>
                </a:lnTo>
                <a:lnTo>
                  <a:pt x="1581700" y="338976"/>
                </a:lnTo>
                <a:lnTo>
                  <a:pt x="1630346" y="328861"/>
                </a:lnTo>
                <a:lnTo>
                  <a:pt x="1675353" y="318033"/>
                </a:lnTo>
                <a:lnTo>
                  <a:pt x="1716511" y="306535"/>
                </a:lnTo>
                <a:lnTo>
                  <a:pt x="1753609" y="294411"/>
                </a:lnTo>
                <a:lnTo>
                  <a:pt x="1814795" y="268458"/>
                </a:lnTo>
                <a:lnTo>
                  <a:pt x="1857235" y="240521"/>
                </a:lnTo>
                <a:lnTo>
                  <a:pt x="1882089" y="195658"/>
                </a:lnTo>
                <a:lnTo>
                  <a:pt x="1879258" y="180368"/>
                </a:lnTo>
                <a:lnTo>
                  <a:pt x="1838463" y="136601"/>
                </a:lnTo>
                <a:lnTo>
                  <a:pt x="1786441" y="109613"/>
                </a:lnTo>
                <a:lnTo>
                  <a:pt x="1716511" y="84781"/>
                </a:lnTo>
                <a:lnTo>
                  <a:pt x="1675353" y="73284"/>
                </a:lnTo>
                <a:lnTo>
                  <a:pt x="1630346" y="62456"/>
                </a:lnTo>
                <a:lnTo>
                  <a:pt x="1581700" y="52341"/>
                </a:lnTo>
                <a:lnTo>
                  <a:pt x="1529622" y="42984"/>
                </a:lnTo>
                <a:lnTo>
                  <a:pt x="1474322" y="34426"/>
                </a:lnTo>
                <a:lnTo>
                  <a:pt x="1416010" y="26713"/>
                </a:lnTo>
                <a:lnTo>
                  <a:pt x="1354895" y="19886"/>
                </a:lnTo>
                <a:lnTo>
                  <a:pt x="1291186" y="13991"/>
                </a:lnTo>
                <a:lnTo>
                  <a:pt x="1225091" y="9070"/>
                </a:lnTo>
                <a:lnTo>
                  <a:pt x="1156821" y="5167"/>
                </a:lnTo>
                <a:lnTo>
                  <a:pt x="1086585" y="2325"/>
                </a:lnTo>
                <a:lnTo>
                  <a:pt x="1014591" y="588"/>
                </a:lnTo>
                <a:lnTo>
                  <a:pt x="941049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679068" y="8848595"/>
            <a:ext cx="16644619" cy="0"/>
          </a:xfrm>
          <a:custGeom>
            <a:avLst/>
            <a:gdLst/>
            <a:ahLst/>
            <a:cxnLst/>
            <a:rect l="l" t="t" r="r" b="b"/>
            <a:pathLst>
              <a:path w="16644619" h="0">
                <a:moveTo>
                  <a:pt x="0" y="0"/>
                </a:moveTo>
                <a:lnTo>
                  <a:pt x="16644268" y="0"/>
                </a:lnTo>
              </a:path>
            </a:pathLst>
          </a:custGeom>
          <a:ln w="20941">
            <a:solidFill>
              <a:srgbClr val="C9F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10247028" y="1512802"/>
            <a:ext cx="3996690" cy="4431665"/>
            <a:chOff x="10247028" y="1512802"/>
            <a:chExt cx="3996690" cy="4431665"/>
          </a:xfrm>
        </p:grpSpPr>
        <p:sp>
          <p:nvSpPr>
            <p:cNvPr id="6" name="object 6" descr=""/>
            <p:cNvSpPr/>
            <p:nvPr/>
          </p:nvSpPr>
          <p:spPr>
            <a:xfrm>
              <a:off x="10472047" y="1592548"/>
              <a:ext cx="3568700" cy="4272280"/>
            </a:xfrm>
            <a:custGeom>
              <a:avLst/>
              <a:gdLst/>
              <a:ahLst/>
              <a:cxnLst/>
              <a:rect l="l" t="t" r="r" b="b"/>
              <a:pathLst>
                <a:path w="3568700" h="4272280">
                  <a:moveTo>
                    <a:pt x="3568111" y="4271817"/>
                  </a:moveTo>
                  <a:lnTo>
                    <a:pt x="0" y="4271817"/>
                  </a:lnTo>
                  <a:lnTo>
                    <a:pt x="0" y="0"/>
                  </a:lnTo>
                  <a:lnTo>
                    <a:pt x="3568111" y="0"/>
                  </a:lnTo>
                  <a:lnTo>
                    <a:pt x="3568111" y="4271817"/>
                  </a:lnTo>
                  <a:close/>
                </a:path>
              </a:pathLst>
            </a:custGeom>
            <a:ln w="10470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394007" y="1523744"/>
              <a:ext cx="3724275" cy="4409440"/>
            </a:xfrm>
            <a:custGeom>
              <a:avLst/>
              <a:gdLst/>
              <a:ahLst/>
              <a:cxnLst/>
              <a:rect l="l" t="t" r="r" b="b"/>
              <a:pathLst>
                <a:path w="3724275" h="4409440">
                  <a:moveTo>
                    <a:pt x="0" y="0"/>
                  </a:moveTo>
                  <a:lnTo>
                    <a:pt x="3724169" y="0"/>
                  </a:lnTo>
                  <a:lnTo>
                    <a:pt x="3724169" y="4409289"/>
                  </a:lnTo>
                  <a:lnTo>
                    <a:pt x="0" y="4409289"/>
                  </a:lnTo>
                  <a:lnTo>
                    <a:pt x="0" y="0"/>
                  </a:lnTo>
                  <a:close/>
                </a:path>
              </a:pathLst>
            </a:custGeom>
            <a:ln w="21884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257970" y="1592475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3974245" y="0"/>
                  </a:moveTo>
                  <a:lnTo>
                    <a:pt x="0" y="0"/>
                  </a:lnTo>
                  <a:lnTo>
                    <a:pt x="0" y="83254"/>
                  </a:lnTo>
                  <a:lnTo>
                    <a:pt x="3974245" y="83254"/>
                  </a:lnTo>
                  <a:lnTo>
                    <a:pt x="3974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257970" y="1592475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0" y="0"/>
                  </a:moveTo>
                  <a:lnTo>
                    <a:pt x="3974245" y="0"/>
                  </a:lnTo>
                  <a:lnTo>
                    <a:pt x="3974245" y="83254"/>
                  </a:lnTo>
                  <a:lnTo>
                    <a:pt x="0" y="83254"/>
                  </a:lnTo>
                  <a:lnTo>
                    <a:pt x="0" y="0"/>
                  </a:lnTo>
                  <a:close/>
                </a:path>
              </a:pathLst>
            </a:custGeom>
            <a:ln w="21884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257970" y="1731434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3974245" y="0"/>
                  </a:moveTo>
                  <a:lnTo>
                    <a:pt x="0" y="0"/>
                  </a:lnTo>
                  <a:lnTo>
                    <a:pt x="0" y="83254"/>
                  </a:lnTo>
                  <a:lnTo>
                    <a:pt x="3974245" y="83254"/>
                  </a:lnTo>
                  <a:lnTo>
                    <a:pt x="3974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257970" y="1731434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0" y="0"/>
                  </a:moveTo>
                  <a:lnTo>
                    <a:pt x="3974245" y="0"/>
                  </a:lnTo>
                  <a:lnTo>
                    <a:pt x="3974245" y="83254"/>
                  </a:lnTo>
                  <a:lnTo>
                    <a:pt x="0" y="83254"/>
                  </a:lnTo>
                  <a:lnTo>
                    <a:pt x="0" y="0"/>
                  </a:lnTo>
                  <a:close/>
                </a:path>
              </a:pathLst>
            </a:custGeom>
            <a:ln w="21884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257970" y="1870100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3974245" y="0"/>
                  </a:moveTo>
                  <a:lnTo>
                    <a:pt x="0" y="0"/>
                  </a:lnTo>
                  <a:lnTo>
                    <a:pt x="0" y="83254"/>
                  </a:lnTo>
                  <a:lnTo>
                    <a:pt x="3974245" y="83254"/>
                  </a:lnTo>
                  <a:lnTo>
                    <a:pt x="3974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257970" y="1870100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0" y="0"/>
                  </a:moveTo>
                  <a:lnTo>
                    <a:pt x="3974245" y="0"/>
                  </a:lnTo>
                  <a:lnTo>
                    <a:pt x="3974245" y="83254"/>
                  </a:lnTo>
                  <a:lnTo>
                    <a:pt x="0" y="83254"/>
                  </a:lnTo>
                  <a:lnTo>
                    <a:pt x="0" y="0"/>
                  </a:lnTo>
                  <a:close/>
                </a:path>
              </a:pathLst>
            </a:custGeom>
            <a:ln w="21884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0257970" y="2009048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3974245" y="0"/>
                  </a:moveTo>
                  <a:lnTo>
                    <a:pt x="0" y="0"/>
                  </a:lnTo>
                  <a:lnTo>
                    <a:pt x="0" y="83254"/>
                  </a:lnTo>
                  <a:lnTo>
                    <a:pt x="3974245" y="83254"/>
                  </a:lnTo>
                  <a:lnTo>
                    <a:pt x="3974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257970" y="2009048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0" y="0"/>
                  </a:moveTo>
                  <a:lnTo>
                    <a:pt x="3974245" y="0"/>
                  </a:lnTo>
                  <a:lnTo>
                    <a:pt x="3974245" y="83254"/>
                  </a:lnTo>
                  <a:lnTo>
                    <a:pt x="0" y="83254"/>
                  </a:lnTo>
                  <a:lnTo>
                    <a:pt x="0" y="0"/>
                  </a:lnTo>
                  <a:close/>
                </a:path>
              </a:pathLst>
            </a:custGeom>
            <a:ln w="21884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257970" y="2148007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3974245" y="0"/>
                  </a:moveTo>
                  <a:lnTo>
                    <a:pt x="0" y="0"/>
                  </a:lnTo>
                  <a:lnTo>
                    <a:pt x="0" y="83254"/>
                  </a:lnTo>
                  <a:lnTo>
                    <a:pt x="3974245" y="83254"/>
                  </a:lnTo>
                  <a:lnTo>
                    <a:pt x="3974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0257970" y="2148007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0" y="0"/>
                  </a:moveTo>
                  <a:lnTo>
                    <a:pt x="3974245" y="0"/>
                  </a:lnTo>
                  <a:lnTo>
                    <a:pt x="3974245" y="83254"/>
                  </a:lnTo>
                  <a:lnTo>
                    <a:pt x="0" y="83254"/>
                  </a:lnTo>
                  <a:lnTo>
                    <a:pt x="0" y="0"/>
                  </a:lnTo>
                  <a:close/>
                </a:path>
              </a:pathLst>
            </a:custGeom>
            <a:ln w="21884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6035544" y="1512802"/>
            <a:ext cx="3996690" cy="4431665"/>
            <a:chOff x="6035544" y="1512802"/>
            <a:chExt cx="3996690" cy="4431665"/>
          </a:xfrm>
        </p:grpSpPr>
        <p:sp>
          <p:nvSpPr>
            <p:cNvPr id="19" name="object 19" descr=""/>
            <p:cNvSpPr/>
            <p:nvPr/>
          </p:nvSpPr>
          <p:spPr>
            <a:xfrm>
              <a:off x="6260573" y="1592548"/>
              <a:ext cx="3568700" cy="4272280"/>
            </a:xfrm>
            <a:custGeom>
              <a:avLst/>
              <a:gdLst/>
              <a:ahLst/>
              <a:cxnLst/>
              <a:rect l="l" t="t" r="r" b="b"/>
              <a:pathLst>
                <a:path w="3568700" h="4272280">
                  <a:moveTo>
                    <a:pt x="3568111" y="4271817"/>
                  </a:moveTo>
                  <a:lnTo>
                    <a:pt x="0" y="4271817"/>
                  </a:lnTo>
                  <a:lnTo>
                    <a:pt x="0" y="0"/>
                  </a:lnTo>
                  <a:lnTo>
                    <a:pt x="3568111" y="0"/>
                  </a:lnTo>
                  <a:lnTo>
                    <a:pt x="3568111" y="4271817"/>
                  </a:lnTo>
                  <a:close/>
                </a:path>
              </a:pathLst>
            </a:custGeom>
            <a:ln w="10470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182534" y="1523744"/>
              <a:ext cx="3724275" cy="4409440"/>
            </a:xfrm>
            <a:custGeom>
              <a:avLst/>
              <a:gdLst/>
              <a:ahLst/>
              <a:cxnLst/>
              <a:rect l="l" t="t" r="r" b="b"/>
              <a:pathLst>
                <a:path w="3724275" h="4409440">
                  <a:moveTo>
                    <a:pt x="0" y="0"/>
                  </a:moveTo>
                  <a:lnTo>
                    <a:pt x="3724169" y="0"/>
                  </a:lnTo>
                  <a:lnTo>
                    <a:pt x="3724169" y="4409289"/>
                  </a:lnTo>
                  <a:lnTo>
                    <a:pt x="0" y="4409289"/>
                  </a:lnTo>
                  <a:lnTo>
                    <a:pt x="0" y="0"/>
                  </a:lnTo>
                  <a:close/>
                </a:path>
              </a:pathLst>
            </a:custGeom>
            <a:ln w="21884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046486" y="1592475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3974245" y="0"/>
                  </a:moveTo>
                  <a:lnTo>
                    <a:pt x="0" y="0"/>
                  </a:lnTo>
                  <a:lnTo>
                    <a:pt x="0" y="83254"/>
                  </a:lnTo>
                  <a:lnTo>
                    <a:pt x="3974245" y="83254"/>
                  </a:lnTo>
                  <a:lnTo>
                    <a:pt x="3974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046486" y="1592475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0" y="0"/>
                  </a:moveTo>
                  <a:lnTo>
                    <a:pt x="3974245" y="0"/>
                  </a:lnTo>
                  <a:lnTo>
                    <a:pt x="3974245" y="83254"/>
                  </a:lnTo>
                  <a:lnTo>
                    <a:pt x="0" y="83254"/>
                  </a:lnTo>
                  <a:lnTo>
                    <a:pt x="0" y="0"/>
                  </a:lnTo>
                  <a:close/>
                </a:path>
              </a:pathLst>
            </a:custGeom>
            <a:ln w="21884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046486" y="1731434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3974245" y="0"/>
                  </a:moveTo>
                  <a:lnTo>
                    <a:pt x="0" y="0"/>
                  </a:lnTo>
                  <a:lnTo>
                    <a:pt x="0" y="83254"/>
                  </a:lnTo>
                  <a:lnTo>
                    <a:pt x="3974245" y="83254"/>
                  </a:lnTo>
                  <a:lnTo>
                    <a:pt x="3974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046486" y="1731434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0" y="0"/>
                  </a:moveTo>
                  <a:lnTo>
                    <a:pt x="3974245" y="0"/>
                  </a:lnTo>
                  <a:lnTo>
                    <a:pt x="3974245" y="83254"/>
                  </a:lnTo>
                  <a:lnTo>
                    <a:pt x="0" y="83254"/>
                  </a:lnTo>
                  <a:lnTo>
                    <a:pt x="0" y="0"/>
                  </a:lnTo>
                  <a:close/>
                </a:path>
              </a:pathLst>
            </a:custGeom>
            <a:ln w="21884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046486" y="1870100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3974245" y="0"/>
                  </a:moveTo>
                  <a:lnTo>
                    <a:pt x="0" y="0"/>
                  </a:lnTo>
                  <a:lnTo>
                    <a:pt x="0" y="83254"/>
                  </a:lnTo>
                  <a:lnTo>
                    <a:pt x="3974245" y="83254"/>
                  </a:lnTo>
                  <a:lnTo>
                    <a:pt x="3974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046486" y="1870100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0" y="0"/>
                  </a:moveTo>
                  <a:lnTo>
                    <a:pt x="3974245" y="0"/>
                  </a:lnTo>
                  <a:lnTo>
                    <a:pt x="3974245" y="83254"/>
                  </a:lnTo>
                  <a:lnTo>
                    <a:pt x="0" y="83254"/>
                  </a:lnTo>
                  <a:lnTo>
                    <a:pt x="0" y="0"/>
                  </a:lnTo>
                  <a:close/>
                </a:path>
              </a:pathLst>
            </a:custGeom>
            <a:ln w="21884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046486" y="2009048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3974245" y="0"/>
                  </a:moveTo>
                  <a:lnTo>
                    <a:pt x="0" y="0"/>
                  </a:lnTo>
                  <a:lnTo>
                    <a:pt x="0" y="83254"/>
                  </a:lnTo>
                  <a:lnTo>
                    <a:pt x="3974245" y="83254"/>
                  </a:lnTo>
                  <a:lnTo>
                    <a:pt x="3974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046486" y="2009048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0" y="0"/>
                  </a:moveTo>
                  <a:lnTo>
                    <a:pt x="3974245" y="0"/>
                  </a:lnTo>
                  <a:lnTo>
                    <a:pt x="3974245" y="83254"/>
                  </a:lnTo>
                  <a:lnTo>
                    <a:pt x="0" y="83254"/>
                  </a:lnTo>
                  <a:lnTo>
                    <a:pt x="0" y="0"/>
                  </a:lnTo>
                  <a:close/>
                </a:path>
              </a:pathLst>
            </a:custGeom>
            <a:ln w="21884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046486" y="2148007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3974245" y="0"/>
                  </a:moveTo>
                  <a:lnTo>
                    <a:pt x="0" y="0"/>
                  </a:lnTo>
                  <a:lnTo>
                    <a:pt x="0" y="83254"/>
                  </a:lnTo>
                  <a:lnTo>
                    <a:pt x="3974245" y="83254"/>
                  </a:lnTo>
                  <a:lnTo>
                    <a:pt x="3974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046486" y="2148007"/>
              <a:ext cx="3974465" cy="83820"/>
            </a:xfrm>
            <a:custGeom>
              <a:avLst/>
              <a:gdLst/>
              <a:ahLst/>
              <a:cxnLst/>
              <a:rect l="l" t="t" r="r" b="b"/>
              <a:pathLst>
                <a:path w="3974465" h="83819">
                  <a:moveTo>
                    <a:pt x="0" y="0"/>
                  </a:moveTo>
                  <a:lnTo>
                    <a:pt x="3974245" y="0"/>
                  </a:lnTo>
                  <a:lnTo>
                    <a:pt x="3974245" y="83254"/>
                  </a:lnTo>
                  <a:lnTo>
                    <a:pt x="0" y="83254"/>
                  </a:lnTo>
                  <a:lnTo>
                    <a:pt x="0" y="0"/>
                  </a:lnTo>
                  <a:close/>
                </a:path>
              </a:pathLst>
            </a:custGeom>
            <a:ln w="21884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" name="object 3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9484" y="9068585"/>
            <a:ext cx="243994" cy="335540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6119" y="9068585"/>
            <a:ext cx="243994" cy="335540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54186" y="9068585"/>
            <a:ext cx="243630" cy="335540"/>
          </a:xfrm>
          <a:prstGeom prst="rect">
            <a:avLst/>
          </a:prstGeom>
        </p:spPr>
      </p:pic>
      <p:grpSp>
        <p:nvGrpSpPr>
          <p:cNvPr id="34" name="object 34" descr=""/>
          <p:cNvGrpSpPr/>
          <p:nvPr/>
        </p:nvGrpSpPr>
        <p:grpSpPr>
          <a:xfrm>
            <a:off x="3139346" y="6638917"/>
            <a:ext cx="2039620" cy="2444750"/>
            <a:chOff x="3139346" y="6638917"/>
            <a:chExt cx="2039620" cy="2444750"/>
          </a:xfrm>
        </p:grpSpPr>
        <p:sp>
          <p:nvSpPr>
            <p:cNvPr id="35" name="object 35" descr=""/>
            <p:cNvSpPr/>
            <p:nvPr/>
          </p:nvSpPr>
          <p:spPr>
            <a:xfrm>
              <a:off x="3148466" y="6648037"/>
              <a:ext cx="1448435" cy="2426970"/>
            </a:xfrm>
            <a:custGeom>
              <a:avLst/>
              <a:gdLst/>
              <a:ahLst/>
              <a:cxnLst/>
              <a:rect l="l" t="t" r="r" b="b"/>
              <a:pathLst>
                <a:path w="1448435" h="2426970">
                  <a:moveTo>
                    <a:pt x="1307101" y="0"/>
                  </a:moveTo>
                  <a:lnTo>
                    <a:pt x="140770" y="0"/>
                  </a:lnTo>
                  <a:lnTo>
                    <a:pt x="96299" y="7182"/>
                  </a:lnTo>
                  <a:lnTo>
                    <a:pt x="57660" y="27178"/>
                  </a:lnTo>
                  <a:lnTo>
                    <a:pt x="27178" y="57660"/>
                  </a:lnTo>
                  <a:lnTo>
                    <a:pt x="7182" y="96299"/>
                  </a:lnTo>
                  <a:lnTo>
                    <a:pt x="0" y="140770"/>
                  </a:lnTo>
                  <a:lnTo>
                    <a:pt x="0" y="2285605"/>
                  </a:lnTo>
                  <a:lnTo>
                    <a:pt x="7182" y="2330077"/>
                  </a:lnTo>
                  <a:lnTo>
                    <a:pt x="27178" y="2368720"/>
                  </a:lnTo>
                  <a:lnTo>
                    <a:pt x="57660" y="2399204"/>
                  </a:lnTo>
                  <a:lnTo>
                    <a:pt x="96299" y="2419203"/>
                  </a:lnTo>
                  <a:lnTo>
                    <a:pt x="140770" y="2426386"/>
                  </a:lnTo>
                  <a:lnTo>
                    <a:pt x="1307101" y="2426386"/>
                  </a:lnTo>
                  <a:lnTo>
                    <a:pt x="1351573" y="2419203"/>
                  </a:lnTo>
                  <a:lnTo>
                    <a:pt x="1390215" y="2399204"/>
                  </a:lnTo>
                  <a:lnTo>
                    <a:pt x="1420700" y="2368720"/>
                  </a:lnTo>
                  <a:lnTo>
                    <a:pt x="1440699" y="2330077"/>
                  </a:lnTo>
                  <a:lnTo>
                    <a:pt x="1447882" y="2285605"/>
                  </a:lnTo>
                  <a:lnTo>
                    <a:pt x="1447882" y="140770"/>
                  </a:lnTo>
                  <a:lnTo>
                    <a:pt x="1440699" y="96299"/>
                  </a:lnTo>
                  <a:lnTo>
                    <a:pt x="1420700" y="57660"/>
                  </a:lnTo>
                  <a:lnTo>
                    <a:pt x="1390215" y="27178"/>
                  </a:lnTo>
                  <a:lnTo>
                    <a:pt x="1351573" y="7182"/>
                  </a:lnTo>
                  <a:lnTo>
                    <a:pt x="13071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148466" y="6648037"/>
              <a:ext cx="1448435" cy="2426970"/>
            </a:xfrm>
            <a:custGeom>
              <a:avLst/>
              <a:gdLst/>
              <a:ahLst/>
              <a:cxnLst/>
              <a:rect l="l" t="t" r="r" b="b"/>
              <a:pathLst>
                <a:path w="1448435" h="2426970">
                  <a:moveTo>
                    <a:pt x="1307101" y="2426386"/>
                  </a:moveTo>
                  <a:lnTo>
                    <a:pt x="140770" y="2426386"/>
                  </a:lnTo>
                  <a:lnTo>
                    <a:pt x="96299" y="2419203"/>
                  </a:lnTo>
                  <a:lnTo>
                    <a:pt x="57660" y="2399204"/>
                  </a:lnTo>
                  <a:lnTo>
                    <a:pt x="27178" y="2368720"/>
                  </a:lnTo>
                  <a:lnTo>
                    <a:pt x="7182" y="2330077"/>
                  </a:lnTo>
                  <a:lnTo>
                    <a:pt x="0" y="2285605"/>
                  </a:lnTo>
                  <a:lnTo>
                    <a:pt x="0" y="140770"/>
                  </a:lnTo>
                  <a:lnTo>
                    <a:pt x="7182" y="96299"/>
                  </a:lnTo>
                  <a:lnTo>
                    <a:pt x="27178" y="57660"/>
                  </a:lnTo>
                  <a:lnTo>
                    <a:pt x="57660" y="27178"/>
                  </a:lnTo>
                  <a:lnTo>
                    <a:pt x="96299" y="7182"/>
                  </a:lnTo>
                  <a:lnTo>
                    <a:pt x="140770" y="0"/>
                  </a:lnTo>
                  <a:lnTo>
                    <a:pt x="1307101" y="0"/>
                  </a:lnTo>
                  <a:lnTo>
                    <a:pt x="1351573" y="7182"/>
                  </a:lnTo>
                  <a:lnTo>
                    <a:pt x="1390215" y="27178"/>
                  </a:lnTo>
                  <a:lnTo>
                    <a:pt x="1420700" y="57660"/>
                  </a:lnTo>
                  <a:lnTo>
                    <a:pt x="1440699" y="96299"/>
                  </a:lnTo>
                  <a:lnTo>
                    <a:pt x="1447882" y="140770"/>
                  </a:lnTo>
                  <a:lnTo>
                    <a:pt x="1447882" y="2285605"/>
                  </a:lnTo>
                  <a:lnTo>
                    <a:pt x="1440699" y="2330077"/>
                  </a:lnTo>
                  <a:lnTo>
                    <a:pt x="1420700" y="2368720"/>
                  </a:lnTo>
                  <a:lnTo>
                    <a:pt x="1390215" y="2399204"/>
                  </a:lnTo>
                  <a:lnTo>
                    <a:pt x="1351573" y="2419203"/>
                  </a:lnTo>
                  <a:lnTo>
                    <a:pt x="1307101" y="2426386"/>
                  </a:lnTo>
                  <a:close/>
                </a:path>
              </a:pathLst>
            </a:custGeom>
            <a:ln w="18240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721775" y="6648037"/>
              <a:ext cx="1448435" cy="2426970"/>
            </a:xfrm>
            <a:custGeom>
              <a:avLst/>
              <a:gdLst/>
              <a:ahLst/>
              <a:cxnLst/>
              <a:rect l="l" t="t" r="r" b="b"/>
              <a:pathLst>
                <a:path w="1448435" h="2426970">
                  <a:moveTo>
                    <a:pt x="1307112" y="0"/>
                  </a:moveTo>
                  <a:lnTo>
                    <a:pt x="140781" y="0"/>
                  </a:lnTo>
                  <a:lnTo>
                    <a:pt x="96309" y="7182"/>
                  </a:lnTo>
                  <a:lnTo>
                    <a:pt x="57666" y="27178"/>
                  </a:lnTo>
                  <a:lnTo>
                    <a:pt x="27182" y="57660"/>
                  </a:lnTo>
                  <a:lnTo>
                    <a:pt x="7183" y="96299"/>
                  </a:lnTo>
                  <a:lnTo>
                    <a:pt x="0" y="140770"/>
                  </a:lnTo>
                  <a:lnTo>
                    <a:pt x="0" y="2285605"/>
                  </a:lnTo>
                  <a:lnTo>
                    <a:pt x="7183" y="2330077"/>
                  </a:lnTo>
                  <a:lnTo>
                    <a:pt x="27182" y="2368720"/>
                  </a:lnTo>
                  <a:lnTo>
                    <a:pt x="57666" y="2399204"/>
                  </a:lnTo>
                  <a:lnTo>
                    <a:pt x="96309" y="2419203"/>
                  </a:lnTo>
                  <a:lnTo>
                    <a:pt x="140781" y="2426386"/>
                  </a:lnTo>
                  <a:lnTo>
                    <a:pt x="1306745" y="2426386"/>
                  </a:lnTo>
                  <a:lnTo>
                    <a:pt x="1351220" y="2419203"/>
                  </a:lnTo>
                  <a:lnTo>
                    <a:pt x="1389882" y="2399204"/>
                  </a:lnTo>
                  <a:lnTo>
                    <a:pt x="1420421" y="2368720"/>
                  </a:lnTo>
                  <a:lnTo>
                    <a:pt x="1440525" y="2330077"/>
                  </a:lnTo>
                  <a:lnTo>
                    <a:pt x="1447882" y="2285605"/>
                  </a:lnTo>
                  <a:lnTo>
                    <a:pt x="1447882" y="140770"/>
                  </a:lnTo>
                  <a:lnTo>
                    <a:pt x="1440700" y="96299"/>
                  </a:lnTo>
                  <a:lnTo>
                    <a:pt x="1420704" y="57660"/>
                  </a:lnTo>
                  <a:lnTo>
                    <a:pt x="1390222" y="27178"/>
                  </a:lnTo>
                  <a:lnTo>
                    <a:pt x="1351582" y="7182"/>
                  </a:lnTo>
                  <a:lnTo>
                    <a:pt x="13071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721775" y="6648037"/>
              <a:ext cx="1448435" cy="2426970"/>
            </a:xfrm>
            <a:custGeom>
              <a:avLst/>
              <a:gdLst/>
              <a:ahLst/>
              <a:cxnLst/>
              <a:rect l="l" t="t" r="r" b="b"/>
              <a:pathLst>
                <a:path w="1448435" h="2426970">
                  <a:moveTo>
                    <a:pt x="1306745" y="2426386"/>
                  </a:moveTo>
                  <a:lnTo>
                    <a:pt x="140781" y="2426386"/>
                  </a:lnTo>
                  <a:lnTo>
                    <a:pt x="96309" y="2419203"/>
                  </a:lnTo>
                  <a:lnTo>
                    <a:pt x="57666" y="2399204"/>
                  </a:lnTo>
                  <a:lnTo>
                    <a:pt x="27182" y="2368720"/>
                  </a:lnTo>
                  <a:lnTo>
                    <a:pt x="7183" y="2330077"/>
                  </a:lnTo>
                  <a:lnTo>
                    <a:pt x="0" y="2285605"/>
                  </a:lnTo>
                  <a:lnTo>
                    <a:pt x="0" y="140770"/>
                  </a:lnTo>
                  <a:lnTo>
                    <a:pt x="7183" y="96299"/>
                  </a:lnTo>
                  <a:lnTo>
                    <a:pt x="27182" y="57660"/>
                  </a:lnTo>
                  <a:lnTo>
                    <a:pt x="57666" y="27178"/>
                  </a:lnTo>
                  <a:lnTo>
                    <a:pt x="96309" y="7182"/>
                  </a:lnTo>
                  <a:lnTo>
                    <a:pt x="140781" y="0"/>
                  </a:lnTo>
                  <a:lnTo>
                    <a:pt x="1307112" y="0"/>
                  </a:lnTo>
                  <a:lnTo>
                    <a:pt x="1351582" y="7182"/>
                  </a:lnTo>
                  <a:lnTo>
                    <a:pt x="1390222" y="27178"/>
                  </a:lnTo>
                  <a:lnTo>
                    <a:pt x="1420704" y="57660"/>
                  </a:lnTo>
                  <a:lnTo>
                    <a:pt x="1440700" y="96299"/>
                  </a:lnTo>
                  <a:lnTo>
                    <a:pt x="1447882" y="140770"/>
                  </a:lnTo>
                  <a:lnTo>
                    <a:pt x="1447882" y="2285605"/>
                  </a:lnTo>
                  <a:lnTo>
                    <a:pt x="1440525" y="2330077"/>
                  </a:lnTo>
                  <a:lnTo>
                    <a:pt x="1420421" y="2368720"/>
                  </a:lnTo>
                  <a:lnTo>
                    <a:pt x="1389882" y="2399204"/>
                  </a:lnTo>
                  <a:lnTo>
                    <a:pt x="1351220" y="2419203"/>
                  </a:lnTo>
                  <a:lnTo>
                    <a:pt x="1306745" y="2426386"/>
                  </a:lnTo>
                  <a:close/>
                </a:path>
              </a:pathLst>
            </a:custGeom>
            <a:ln w="18240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776489" y="6742127"/>
              <a:ext cx="1342390" cy="690880"/>
            </a:xfrm>
            <a:custGeom>
              <a:avLst/>
              <a:gdLst/>
              <a:ahLst/>
              <a:cxnLst/>
              <a:rect l="l" t="t" r="r" b="b"/>
              <a:pathLst>
                <a:path w="1342389" h="690879">
                  <a:moveTo>
                    <a:pt x="1279385" y="0"/>
                  </a:moveTo>
                  <a:lnTo>
                    <a:pt x="62731" y="0"/>
                  </a:lnTo>
                  <a:lnTo>
                    <a:pt x="38312" y="4929"/>
                  </a:lnTo>
                  <a:lnTo>
                    <a:pt x="18372" y="18372"/>
                  </a:lnTo>
                  <a:lnTo>
                    <a:pt x="4929" y="38312"/>
                  </a:lnTo>
                  <a:lnTo>
                    <a:pt x="0" y="62731"/>
                  </a:lnTo>
                  <a:lnTo>
                    <a:pt x="0" y="628022"/>
                  </a:lnTo>
                  <a:lnTo>
                    <a:pt x="4929" y="652441"/>
                  </a:lnTo>
                  <a:lnTo>
                    <a:pt x="18372" y="672381"/>
                  </a:lnTo>
                  <a:lnTo>
                    <a:pt x="38312" y="685824"/>
                  </a:lnTo>
                  <a:lnTo>
                    <a:pt x="62731" y="690753"/>
                  </a:lnTo>
                  <a:lnTo>
                    <a:pt x="1279385" y="690753"/>
                  </a:lnTo>
                  <a:lnTo>
                    <a:pt x="1304010" y="685824"/>
                  </a:lnTo>
                  <a:lnTo>
                    <a:pt x="1324018" y="672381"/>
                  </a:lnTo>
                  <a:lnTo>
                    <a:pt x="1337393" y="652441"/>
                  </a:lnTo>
                  <a:lnTo>
                    <a:pt x="1342116" y="628022"/>
                  </a:lnTo>
                  <a:lnTo>
                    <a:pt x="1342116" y="62731"/>
                  </a:lnTo>
                  <a:lnTo>
                    <a:pt x="1337186" y="38312"/>
                  </a:lnTo>
                  <a:lnTo>
                    <a:pt x="1323743" y="18372"/>
                  </a:lnTo>
                  <a:lnTo>
                    <a:pt x="1303804" y="4929"/>
                  </a:lnTo>
                  <a:lnTo>
                    <a:pt x="12793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776489" y="6742127"/>
              <a:ext cx="1342390" cy="690880"/>
            </a:xfrm>
            <a:custGeom>
              <a:avLst/>
              <a:gdLst/>
              <a:ahLst/>
              <a:cxnLst/>
              <a:rect l="l" t="t" r="r" b="b"/>
              <a:pathLst>
                <a:path w="1342389" h="690879">
                  <a:moveTo>
                    <a:pt x="1279385" y="690753"/>
                  </a:moveTo>
                  <a:lnTo>
                    <a:pt x="62731" y="690753"/>
                  </a:lnTo>
                  <a:lnTo>
                    <a:pt x="38312" y="685824"/>
                  </a:lnTo>
                  <a:lnTo>
                    <a:pt x="18372" y="672381"/>
                  </a:lnTo>
                  <a:lnTo>
                    <a:pt x="4929" y="652441"/>
                  </a:lnTo>
                  <a:lnTo>
                    <a:pt x="0" y="628022"/>
                  </a:lnTo>
                  <a:lnTo>
                    <a:pt x="0" y="62731"/>
                  </a:lnTo>
                  <a:lnTo>
                    <a:pt x="4929" y="38312"/>
                  </a:lnTo>
                  <a:lnTo>
                    <a:pt x="18372" y="18372"/>
                  </a:lnTo>
                  <a:lnTo>
                    <a:pt x="38312" y="4929"/>
                  </a:lnTo>
                  <a:lnTo>
                    <a:pt x="62731" y="0"/>
                  </a:lnTo>
                  <a:lnTo>
                    <a:pt x="1279385" y="0"/>
                  </a:lnTo>
                  <a:lnTo>
                    <a:pt x="1303804" y="4929"/>
                  </a:lnTo>
                  <a:lnTo>
                    <a:pt x="1323743" y="18372"/>
                  </a:lnTo>
                  <a:lnTo>
                    <a:pt x="1337186" y="38312"/>
                  </a:lnTo>
                  <a:lnTo>
                    <a:pt x="1342116" y="62731"/>
                  </a:lnTo>
                  <a:lnTo>
                    <a:pt x="1342116" y="628022"/>
                  </a:lnTo>
                  <a:lnTo>
                    <a:pt x="1337393" y="652441"/>
                  </a:lnTo>
                  <a:lnTo>
                    <a:pt x="1324018" y="672381"/>
                  </a:lnTo>
                  <a:lnTo>
                    <a:pt x="1304010" y="685824"/>
                  </a:lnTo>
                  <a:lnTo>
                    <a:pt x="1279385" y="690753"/>
                  </a:lnTo>
                  <a:close/>
                </a:path>
              </a:pathLst>
            </a:custGeom>
            <a:ln w="18240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179847" y="7082394"/>
              <a:ext cx="469900" cy="55244"/>
            </a:xfrm>
            <a:custGeom>
              <a:avLst/>
              <a:gdLst/>
              <a:ahLst/>
              <a:cxnLst/>
              <a:rect l="l" t="t" r="r" b="b"/>
              <a:pathLst>
                <a:path w="469900" h="55245">
                  <a:moveTo>
                    <a:pt x="443850" y="0"/>
                  </a:moveTo>
                  <a:lnTo>
                    <a:pt x="25528" y="0"/>
                  </a:lnTo>
                  <a:lnTo>
                    <a:pt x="15540" y="2040"/>
                  </a:lnTo>
                  <a:lnTo>
                    <a:pt x="7431" y="7570"/>
                  </a:lnTo>
                  <a:lnTo>
                    <a:pt x="1989" y="15699"/>
                  </a:lnTo>
                  <a:lnTo>
                    <a:pt x="0" y="25538"/>
                  </a:lnTo>
                  <a:lnTo>
                    <a:pt x="0" y="29182"/>
                  </a:lnTo>
                  <a:lnTo>
                    <a:pt x="2040" y="39169"/>
                  </a:lnTo>
                  <a:lnTo>
                    <a:pt x="7569" y="47278"/>
                  </a:lnTo>
                  <a:lnTo>
                    <a:pt x="15695" y="52721"/>
                  </a:lnTo>
                  <a:lnTo>
                    <a:pt x="25528" y="54710"/>
                  </a:lnTo>
                  <a:lnTo>
                    <a:pt x="443850" y="54710"/>
                  </a:lnTo>
                  <a:lnTo>
                    <a:pt x="453837" y="52721"/>
                  </a:lnTo>
                  <a:lnTo>
                    <a:pt x="461946" y="47278"/>
                  </a:lnTo>
                  <a:lnTo>
                    <a:pt x="467389" y="39169"/>
                  </a:lnTo>
                  <a:lnTo>
                    <a:pt x="469378" y="29182"/>
                  </a:lnTo>
                  <a:lnTo>
                    <a:pt x="469378" y="25538"/>
                  </a:lnTo>
                  <a:lnTo>
                    <a:pt x="467339" y="15544"/>
                  </a:lnTo>
                  <a:lnTo>
                    <a:pt x="461813" y="7433"/>
                  </a:lnTo>
                  <a:lnTo>
                    <a:pt x="453687" y="1989"/>
                  </a:lnTo>
                  <a:lnTo>
                    <a:pt x="443850" y="0"/>
                  </a:lnTo>
                  <a:close/>
                </a:path>
              </a:pathLst>
            </a:custGeom>
            <a:solidFill>
              <a:srgbClr val="D4EF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212670" y="7059419"/>
              <a:ext cx="469265" cy="50800"/>
            </a:xfrm>
            <a:custGeom>
              <a:avLst/>
              <a:gdLst/>
              <a:ahLst/>
              <a:cxnLst/>
              <a:rect l="l" t="t" r="r" b="b"/>
              <a:pathLst>
                <a:path w="469264" h="50800">
                  <a:moveTo>
                    <a:pt x="443850" y="50333"/>
                  </a:moveTo>
                  <a:lnTo>
                    <a:pt x="25172" y="50333"/>
                  </a:lnTo>
                  <a:lnTo>
                    <a:pt x="15390" y="48350"/>
                  </a:lnTo>
                  <a:lnTo>
                    <a:pt x="7387" y="42947"/>
                  </a:lnTo>
                  <a:lnTo>
                    <a:pt x="1983" y="34947"/>
                  </a:lnTo>
                  <a:lnTo>
                    <a:pt x="0" y="25172"/>
                  </a:lnTo>
                  <a:lnTo>
                    <a:pt x="1983" y="15390"/>
                  </a:lnTo>
                  <a:lnTo>
                    <a:pt x="7387" y="7387"/>
                  </a:lnTo>
                  <a:lnTo>
                    <a:pt x="15390" y="1983"/>
                  </a:lnTo>
                  <a:lnTo>
                    <a:pt x="25172" y="0"/>
                  </a:lnTo>
                  <a:lnTo>
                    <a:pt x="443850" y="0"/>
                  </a:lnTo>
                  <a:lnTo>
                    <a:pt x="453630" y="1983"/>
                  </a:lnTo>
                  <a:lnTo>
                    <a:pt x="461629" y="7387"/>
                  </a:lnTo>
                  <a:lnTo>
                    <a:pt x="467029" y="15390"/>
                  </a:lnTo>
                  <a:lnTo>
                    <a:pt x="469011" y="25172"/>
                  </a:lnTo>
                  <a:lnTo>
                    <a:pt x="467234" y="34947"/>
                  </a:lnTo>
                  <a:lnTo>
                    <a:pt x="461900" y="42947"/>
                  </a:lnTo>
                  <a:lnTo>
                    <a:pt x="453832" y="48350"/>
                  </a:lnTo>
                  <a:lnTo>
                    <a:pt x="443850" y="50333"/>
                  </a:lnTo>
                  <a:close/>
                </a:path>
              </a:pathLst>
            </a:custGeom>
            <a:ln w="18240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776489" y="7510564"/>
              <a:ext cx="1342390" cy="690880"/>
            </a:xfrm>
            <a:custGeom>
              <a:avLst/>
              <a:gdLst/>
              <a:ahLst/>
              <a:cxnLst/>
              <a:rect l="l" t="t" r="r" b="b"/>
              <a:pathLst>
                <a:path w="1342389" h="690879">
                  <a:moveTo>
                    <a:pt x="1279385" y="0"/>
                  </a:moveTo>
                  <a:lnTo>
                    <a:pt x="62731" y="0"/>
                  </a:lnTo>
                  <a:lnTo>
                    <a:pt x="38312" y="4929"/>
                  </a:lnTo>
                  <a:lnTo>
                    <a:pt x="18372" y="18372"/>
                  </a:lnTo>
                  <a:lnTo>
                    <a:pt x="4929" y="38312"/>
                  </a:lnTo>
                  <a:lnTo>
                    <a:pt x="0" y="62731"/>
                  </a:lnTo>
                  <a:lnTo>
                    <a:pt x="0" y="628022"/>
                  </a:lnTo>
                  <a:lnTo>
                    <a:pt x="4929" y="652441"/>
                  </a:lnTo>
                  <a:lnTo>
                    <a:pt x="18372" y="672381"/>
                  </a:lnTo>
                  <a:lnTo>
                    <a:pt x="38312" y="685824"/>
                  </a:lnTo>
                  <a:lnTo>
                    <a:pt x="62731" y="690753"/>
                  </a:lnTo>
                  <a:lnTo>
                    <a:pt x="1279385" y="690753"/>
                  </a:lnTo>
                  <a:lnTo>
                    <a:pt x="1304010" y="685824"/>
                  </a:lnTo>
                  <a:lnTo>
                    <a:pt x="1324018" y="672381"/>
                  </a:lnTo>
                  <a:lnTo>
                    <a:pt x="1337393" y="652441"/>
                  </a:lnTo>
                  <a:lnTo>
                    <a:pt x="1342116" y="628022"/>
                  </a:lnTo>
                  <a:lnTo>
                    <a:pt x="1342116" y="62731"/>
                  </a:lnTo>
                  <a:lnTo>
                    <a:pt x="1337186" y="38312"/>
                  </a:lnTo>
                  <a:lnTo>
                    <a:pt x="1323743" y="18372"/>
                  </a:lnTo>
                  <a:lnTo>
                    <a:pt x="1303804" y="4929"/>
                  </a:lnTo>
                  <a:lnTo>
                    <a:pt x="12793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776489" y="7510564"/>
              <a:ext cx="1342390" cy="690880"/>
            </a:xfrm>
            <a:custGeom>
              <a:avLst/>
              <a:gdLst/>
              <a:ahLst/>
              <a:cxnLst/>
              <a:rect l="l" t="t" r="r" b="b"/>
              <a:pathLst>
                <a:path w="1342389" h="690879">
                  <a:moveTo>
                    <a:pt x="1279385" y="690753"/>
                  </a:moveTo>
                  <a:lnTo>
                    <a:pt x="62731" y="690753"/>
                  </a:lnTo>
                  <a:lnTo>
                    <a:pt x="38312" y="685824"/>
                  </a:lnTo>
                  <a:lnTo>
                    <a:pt x="18372" y="672381"/>
                  </a:lnTo>
                  <a:lnTo>
                    <a:pt x="4929" y="652441"/>
                  </a:lnTo>
                  <a:lnTo>
                    <a:pt x="0" y="628022"/>
                  </a:lnTo>
                  <a:lnTo>
                    <a:pt x="0" y="62731"/>
                  </a:lnTo>
                  <a:lnTo>
                    <a:pt x="4929" y="38312"/>
                  </a:lnTo>
                  <a:lnTo>
                    <a:pt x="18372" y="18372"/>
                  </a:lnTo>
                  <a:lnTo>
                    <a:pt x="38312" y="4929"/>
                  </a:lnTo>
                  <a:lnTo>
                    <a:pt x="62731" y="0"/>
                  </a:lnTo>
                  <a:lnTo>
                    <a:pt x="1279385" y="0"/>
                  </a:lnTo>
                  <a:lnTo>
                    <a:pt x="1303804" y="4929"/>
                  </a:lnTo>
                  <a:lnTo>
                    <a:pt x="1323743" y="18372"/>
                  </a:lnTo>
                  <a:lnTo>
                    <a:pt x="1337186" y="38312"/>
                  </a:lnTo>
                  <a:lnTo>
                    <a:pt x="1342116" y="62731"/>
                  </a:lnTo>
                  <a:lnTo>
                    <a:pt x="1342116" y="628022"/>
                  </a:lnTo>
                  <a:lnTo>
                    <a:pt x="1337393" y="652441"/>
                  </a:lnTo>
                  <a:lnTo>
                    <a:pt x="1324018" y="672381"/>
                  </a:lnTo>
                  <a:lnTo>
                    <a:pt x="1304010" y="685824"/>
                  </a:lnTo>
                  <a:lnTo>
                    <a:pt x="1279385" y="690753"/>
                  </a:lnTo>
                  <a:close/>
                </a:path>
              </a:pathLst>
            </a:custGeom>
            <a:ln w="18240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179847" y="7850831"/>
              <a:ext cx="469900" cy="55244"/>
            </a:xfrm>
            <a:custGeom>
              <a:avLst/>
              <a:gdLst/>
              <a:ahLst/>
              <a:cxnLst/>
              <a:rect l="l" t="t" r="r" b="b"/>
              <a:pathLst>
                <a:path w="469900" h="55245">
                  <a:moveTo>
                    <a:pt x="443850" y="0"/>
                  </a:moveTo>
                  <a:lnTo>
                    <a:pt x="25528" y="0"/>
                  </a:lnTo>
                  <a:lnTo>
                    <a:pt x="15540" y="2040"/>
                  </a:lnTo>
                  <a:lnTo>
                    <a:pt x="7431" y="7570"/>
                  </a:lnTo>
                  <a:lnTo>
                    <a:pt x="1989" y="15699"/>
                  </a:lnTo>
                  <a:lnTo>
                    <a:pt x="0" y="25538"/>
                  </a:lnTo>
                  <a:lnTo>
                    <a:pt x="0" y="29182"/>
                  </a:lnTo>
                  <a:lnTo>
                    <a:pt x="2040" y="39169"/>
                  </a:lnTo>
                  <a:lnTo>
                    <a:pt x="7569" y="47278"/>
                  </a:lnTo>
                  <a:lnTo>
                    <a:pt x="15695" y="52721"/>
                  </a:lnTo>
                  <a:lnTo>
                    <a:pt x="25528" y="54710"/>
                  </a:lnTo>
                  <a:lnTo>
                    <a:pt x="443850" y="54710"/>
                  </a:lnTo>
                  <a:lnTo>
                    <a:pt x="453837" y="52721"/>
                  </a:lnTo>
                  <a:lnTo>
                    <a:pt x="461946" y="47278"/>
                  </a:lnTo>
                  <a:lnTo>
                    <a:pt x="467389" y="39169"/>
                  </a:lnTo>
                  <a:lnTo>
                    <a:pt x="469378" y="29182"/>
                  </a:lnTo>
                  <a:lnTo>
                    <a:pt x="469378" y="25538"/>
                  </a:lnTo>
                  <a:lnTo>
                    <a:pt x="467339" y="15544"/>
                  </a:lnTo>
                  <a:lnTo>
                    <a:pt x="461813" y="7433"/>
                  </a:lnTo>
                  <a:lnTo>
                    <a:pt x="453687" y="1989"/>
                  </a:lnTo>
                  <a:lnTo>
                    <a:pt x="443850" y="0"/>
                  </a:lnTo>
                  <a:close/>
                </a:path>
              </a:pathLst>
            </a:custGeom>
            <a:solidFill>
              <a:srgbClr val="D4EF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212670" y="7828219"/>
              <a:ext cx="469265" cy="50800"/>
            </a:xfrm>
            <a:custGeom>
              <a:avLst/>
              <a:gdLst/>
              <a:ahLst/>
              <a:cxnLst/>
              <a:rect l="l" t="t" r="r" b="b"/>
              <a:pathLst>
                <a:path w="469264" h="50800">
                  <a:moveTo>
                    <a:pt x="443850" y="50333"/>
                  </a:moveTo>
                  <a:lnTo>
                    <a:pt x="25172" y="50333"/>
                  </a:lnTo>
                  <a:lnTo>
                    <a:pt x="15390" y="48350"/>
                  </a:lnTo>
                  <a:lnTo>
                    <a:pt x="7387" y="42947"/>
                  </a:lnTo>
                  <a:lnTo>
                    <a:pt x="1983" y="34947"/>
                  </a:lnTo>
                  <a:lnTo>
                    <a:pt x="0" y="25172"/>
                  </a:lnTo>
                  <a:lnTo>
                    <a:pt x="1983" y="15390"/>
                  </a:lnTo>
                  <a:lnTo>
                    <a:pt x="7387" y="7387"/>
                  </a:lnTo>
                  <a:lnTo>
                    <a:pt x="15390" y="1983"/>
                  </a:lnTo>
                  <a:lnTo>
                    <a:pt x="25172" y="0"/>
                  </a:lnTo>
                  <a:lnTo>
                    <a:pt x="443850" y="0"/>
                  </a:lnTo>
                  <a:lnTo>
                    <a:pt x="453630" y="1983"/>
                  </a:lnTo>
                  <a:lnTo>
                    <a:pt x="461629" y="7387"/>
                  </a:lnTo>
                  <a:lnTo>
                    <a:pt x="467029" y="15390"/>
                  </a:lnTo>
                  <a:lnTo>
                    <a:pt x="469011" y="25172"/>
                  </a:lnTo>
                  <a:lnTo>
                    <a:pt x="467234" y="34947"/>
                  </a:lnTo>
                  <a:lnTo>
                    <a:pt x="461900" y="42947"/>
                  </a:lnTo>
                  <a:lnTo>
                    <a:pt x="453832" y="48350"/>
                  </a:lnTo>
                  <a:lnTo>
                    <a:pt x="443850" y="50333"/>
                  </a:lnTo>
                  <a:close/>
                </a:path>
              </a:pathLst>
            </a:custGeom>
            <a:ln w="18240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776489" y="8279363"/>
              <a:ext cx="1342390" cy="690880"/>
            </a:xfrm>
            <a:custGeom>
              <a:avLst/>
              <a:gdLst/>
              <a:ahLst/>
              <a:cxnLst/>
              <a:rect l="l" t="t" r="r" b="b"/>
              <a:pathLst>
                <a:path w="1342389" h="690879">
                  <a:moveTo>
                    <a:pt x="1279385" y="0"/>
                  </a:moveTo>
                  <a:lnTo>
                    <a:pt x="62731" y="0"/>
                  </a:lnTo>
                  <a:lnTo>
                    <a:pt x="38312" y="4929"/>
                  </a:lnTo>
                  <a:lnTo>
                    <a:pt x="18372" y="18372"/>
                  </a:lnTo>
                  <a:lnTo>
                    <a:pt x="4929" y="38312"/>
                  </a:lnTo>
                  <a:lnTo>
                    <a:pt x="0" y="62731"/>
                  </a:lnTo>
                  <a:lnTo>
                    <a:pt x="0" y="628022"/>
                  </a:lnTo>
                  <a:lnTo>
                    <a:pt x="4929" y="652441"/>
                  </a:lnTo>
                  <a:lnTo>
                    <a:pt x="18372" y="672381"/>
                  </a:lnTo>
                  <a:lnTo>
                    <a:pt x="38312" y="685824"/>
                  </a:lnTo>
                  <a:lnTo>
                    <a:pt x="62731" y="690753"/>
                  </a:lnTo>
                  <a:lnTo>
                    <a:pt x="1279385" y="690753"/>
                  </a:lnTo>
                  <a:lnTo>
                    <a:pt x="1304010" y="685824"/>
                  </a:lnTo>
                  <a:lnTo>
                    <a:pt x="1324018" y="672381"/>
                  </a:lnTo>
                  <a:lnTo>
                    <a:pt x="1337393" y="652441"/>
                  </a:lnTo>
                  <a:lnTo>
                    <a:pt x="1342116" y="628022"/>
                  </a:lnTo>
                  <a:lnTo>
                    <a:pt x="1342116" y="62731"/>
                  </a:lnTo>
                  <a:lnTo>
                    <a:pt x="1337186" y="38312"/>
                  </a:lnTo>
                  <a:lnTo>
                    <a:pt x="1323743" y="18372"/>
                  </a:lnTo>
                  <a:lnTo>
                    <a:pt x="1303804" y="4929"/>
                  </a:lnTo>
                  <a:lnTo>
                    <a:pt x="12793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776489" y="8279363"/>
              <a:ext cx="1342390" cy="690880"/>
            </a:xfrm>
            <a:custGeom>
              <a:avLst/>
              <a:gdLst/>
              <a:ahLst/>
              <a:cxnLst/>
              <a:rect l="l" t="t" r="r" b="b"/>
              <a:pathLst>
                <a:path w="1342389" h="690879">
                  <a:moveTo>
                    <a:pt x="1279385" y="690753"/>
                  </a:moveTo>
                  <a:lnTo>
                    <a:pt x="62731" y="690753"/>
                  </a:lnTo>
                  <a:lnTo>
                    <a:pt x="38312" y="685824"/>
                  </a:lnTo>
                  <a:lnTo>
                    <a:pt x="18372" y="672381"/>
                  </a:lnTo>
                  <a:lnTo>
                    <a:pt x="4929" y="652441"/>
                  </a:lnTo>
                  <a:lnTo>
                    <a:pt x="0" y="628022"/>
                  </a:lnTo>
                  <a:lnTo>
                    <a:pt x="0" y="62731"/>
                  </a:lnTo>
                  <a:lnTo>
                    <a:pt x="4929" y="38312"/>
                  </a:lnTo>
                  <a:lnTo>
                    <a:pt x="18372" y="18372"/>
                  </a:lnTo>
                  <a:lnTo>
                    <a:pt x="38312" y="4929"/>
                  </a:lnTo>
                  <a:lnTo>
                    <a:pt x="62731" y="0"/>
                  </a:lnTo>
                  <a:lnTo>
                    <a:pt x="1279385" y="0"/>
                  </a:lnTo>
                  <a:lnTo>
                    <a:pt x="1303804" y="4929"/>
                  </a:lnTo>
                  <a:lnTo>
                    <a:pt x="1323743" y="18372"/>
                  </a:lnTo>
                  <a:lnTo>
                    <a:pt x="1337186" y="38312"/>
                  </a:lnTo>
                  <a:lnTo>
                    <a:pt x="1342116" y="62731"/>
                  </a:lnTo>
                  <a:lnTo>
                    <a:pt x="1342116" y="628022"/>
                  </a:lnTo>
                  <a:lnTo>
                    <a:pt x="1337393" y="652441"/>
                  </a:lnTo>
                  <a:lnTo>
                    <a:pt x="1324018" y="672381"/>
                  </a:lnTo>
                  <a:lnTo>
                    <a:pt x="1304010" y="685824"/>
                  </a:lnTo>
                  <a:lnTo>
                    <a:pt x="1279385" y="690753"/>
                  </a:lnTo>
                  <a:close/>
                </a:path>
              </a:pathLst>
            </a:custGeom>
            <a:ln w="18240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179847" y="8619631"/>
              <a:ext cx="469900" cy="55244"/>
            </a:xfrm>
            <a:custGeom>
              <a:avLst/>
              <a:gdLst/>
              <a:ahLst/>
              <a:cxnLst/>
              <a:rect l="l" t="t" r="r" b="b"/>
              <a:pathLst>
                <a:path w="469900" h="55245">
                  <a:moveTo>
                    <a:pt x="443850" y="0"/>
                  </a:moveTo>
                  <a:lnTo>
                    <a:pt x="25528" y="0"/>
                  </a:lnTo>
                  <a:lnTo>
                    <a:pt x="15540" y="2040"/>
                  </a:lnTo>
                  <a:lnTo>
                    <a:pt x="7431" y="7570"/>
                  </a:lnTo>
                  <a:lnTo>
                    <a:pt x="1989" y="15699"/>
                  </a:lnTo>
                  <a:lnTo>
                    <a:pt x="0" y="25538"/>
                  </a:lnTo>
                  <a:lnTo>
                    <a:pt x="0" y="29182"/>
                  </a:lnTo>
                  <a:lnTo>
                    <a:pt x="2040" y="39169"/>
                  </a:lnTo>
                  <a:lnTo>
                    <a:pt x="7569" y="47278"/>
                  </a:lnTo>
                  <a:lnTo>
                    <a:pt x="15695" y="52721"/>
                  </a:lnTo>
                  <a:lnTo>
                    <a:pt x="25528" y="54710"/>
                  </a:lnTo>
                  <a:lnTo>
                    <a:pt x="443850" y="54710"/>
                  </a:lnTo>
                  <a:lnTo>
                    <a:pt x="453837" y="52721"/>
                  </a:lnTo>
                  <a:lnTo>
                    <a:pt x="461946" y="47278"/>
                  </a:lnTo>
                  <a:lnTo>
                    <a:pt x="467389" y="39169"/>
                  </a:lnTo>
                  <a:lnTo>
                    <a:pt x="469378" y="29182"/>
                  </a:lnTo>
                  <a:lnTo>
                    <a:pt x="469378" y="25538"/>
                  </a:lnTo>
                  <a:lnTo>
                    <a:pt x="467339" y="15544"/>
                  </a:lnTo>
                  <a:lnTo>
                    <a:pt x="461813" y="7433"/>
                  </a:lnTo>
                  <a:lnTo>
                    <a:pt x="453687" y="1989"/>
                  </a:lnTo>
                  <a:lnTo>
                    <a:pt x="443850" y="0"/>
                  </a:lnTo>
                  <a:close/>
                </a:path>
              </a:pathLst>
            </a:custGeom>
            <a:solidFill>
              <a:srgbClr val="D4EF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212670" y="8596655"/>
              <a:ext cx="469265" cy="50800"/>
            </a:xfrm>
            <a:custGeom>
              <a:avLst/>
              <a:gdLst/>
              <a:ahLst/>
              <a:cxnLst/>
              <a:rect l="l" t="t" r="r" b="b"/>
              <a:pathLst>
                <a:path w="469264" h="50800">
                  <a:moveTo>
                    <a:pt x="443850" y="50333"/>
                  </a:moveTo>
                  <a:lnTo>
                    <a:pt x="25172" y="50333"/>
                  </a:lnTo>
                  <a:lnTo>
                    <a:pt x="15390" y="48350"/>
                  </a:lnTo>
                  <a:lnTo>
                    <a:pt x="7387" y="42947"/>
                  </a:lnTo>
                  <a:lnTo>
                    <a:pt x="1983" y="34947"/>
                  </a:lnTo>
                  <a:lnTo>
                    <a:pt x="0" y="25172"/>
                  </a:lnTo>
                  <a:lnTo>
                    <a:pt x="1983" y="15390"/>
                  </a:lnTo>
                  <a:lnTo>
                    <a:pt x="7387" y="7387"/>
                  </a:lnTo>
                  <a:lnTo>
                    <a:pt x="15390" y="1983"/>
                  </a:lnTo>
                  <a:lnTo>
                    <a:pt x="25172" y="0"/>
                  </a:lnTo>
                  <a:lnTo>
                    <a:pt x="443850" y="0"/>
                  </a:lnTo>
                  <a:lnTo>
                    <a:pt x="453630" y="1983"/>
                  </a:lnTo>
                  <a:lnTo>
                    <a:pt x="461629" y="7387"/>
                  </a:lnTo>
                  <a:lnTo>
                    <a:pt x="467029" y="15390"/>
                  </a:lnTo>
                  <a:lnTo>
                    <a:pt x="469011" y="25172"/>
                  </a:lnTo>
                  <a:lnTo>
                    <a:pt x="467234" y="34947"/>
                  </a:lnTo>
                  <a:lnTo>
                    <a:pt x="461900" y="42947"/>
                  </a:lnTo>
                  <a:lnTo>
                    <a:pt x="453832" y="48350"/>
                  </a:lnTo>
                  <a:lnTo>
                    <a:pt x="443850" y="50333"/>
                  </a:lnTo>
                  <a:close/>
                </a:path>
              </a:pathLst>
            </a:custGeom>
            <a:ln w="18240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4203860" y="3605414"/>
            <a:ext cx="1572895" cy="2123440"/>
            <a:chOff x="4203860" y="3605414"/>
            <a:chExt cx="1572895" cy="2123440"/>
          </a:xfrm>
        </p:grpSpPr>
        <p:sp>
          <p:nvSpPr>
            <p:cNvPr id="52" name="object 52" descr=""/>
            <p:cNvSpPr/>
            <p:nvPr/>
          </p:nvSpPr>
          <p:spPr>
            <a:xfrm>
              <a:off x="4238121" y="3605414"/>
              <a:ext cx="968375" cy="1167130"/>
            </a:xfrm>
            <a:custGeom>
              <a:avLst/>
              <a:gdLst/>
              <a:ahLst/>
              <a:cxnLst/>
              <a:rect l="l" t="t" r="r" b="b"/>
              <a:pathLst>
                <a:path w="968375" h="1167129">
                  <a:moveTo>
                    <a:pt x="692776" y="22"/>
                  </a:moveTo>
                  <a:lnTo>
                    <a:pt x="653644" y="0"/>
                  </a:lnTo>
                  <a:lnTo>
                    <a:pt x="613387" y="4189"/>
                  </a:lnTo>
                  <a:lnTo>
                    <a:pt x="572273" y="12486"/>
                  </a:lnTo>
                  <a:lnTo>
                    <a:pt x="530572" y="24785"/>
                  </a:lnTo>
                  <a:lnTo>
                    <a:pt x="488552" y="40980"/>
                  </a:lnTo>
                  <a:lnTo>
                    <a:pt x="446481" y="60966"/>
                  </a:lnTo>
                  <a:lnTo>
                    <a:pt x="404630" y="84638"/>
                  </a:lnTo>
                  <a:lnTo>
                    <a:pt x="363267" y="111890"/>
                  </a:lnTo>
                  <a:lnTo>
                    <a:pt x="322660" y="142618"/>
                  </a:lnTo>
                  <a:lnTo>
                    <a:pt x="283078" y="176715"/>
                  </a:lnTo>
                  <a:lnTo>
                    <a:pt x="244791" y="214078"/>
                  </a:lnTo>
                  <a:lnTo>
                    <a:pt x="208067" y="254599"/>
                  </a:lnTo>
                  <a:lnTo>
                    <a:pt x="173175" y="298175"/>
                  </a:lnTo>
                  <a:lnTo>
                    <a:pt x="140383" y="344699"/>
                  </a:lnTo>
                  <a:lnTo>
                    <a:pt x="112074" y="391200"/>
                  </a:lnTo>
                  <a:lnTo>
                    <a:pt x="87083" y="439547"/>
                  </a:lnTo>
                  <a:lnTo>
                    <a:pt x="65355" y="489327"/>
                  </a:lnTo>
                  <a:lnTo>
                    <a:pt x="46835" y="540125"/>
                  </a:lnTo>
                  <a:lnTo>
                    <a:pt x="31467" y="591526"/>
                  </a:lnTo>
                  <a:lnTo>
                    <a:pt x="19198" y="643117"/>
                  </a:lnTo>
                  <a:lnTo>
                    <a:pt x="9971" y="694483"/>
                  </a:lnTo>
                  <a:lnTo>
                    <a:pt x="3733" y="745209"/>
                  </a:lnTo>
                  <a:lnTo>
                    <a:pt x="427" y="794882"/>
                  </a:lnTo>
                  <a:lnTo>
                    <a:pt x="0" y="843087"/>
                  </a:lnTo>
                  <a:lnTo>
                    <a:pt x="2395" y="889410"/>
                  </a:lnTo>
                  <a:lnTo>
                    <a:pt x="7559" y="933436"/>
                  </a:lnTo>
                  <a:lnTo>
                    <a:pt x="15435" y="974751"/>
                  </a:lnTo>
                  <a:lnTo>
                    <a:pt x="25970" y="1012940"/>
                  </a:lnTo>
                  <a:lnTo>
                    <a:pt x="54794" y="1078286"/>
                  </a:lnTo>
                  <a:lnTo>
                    <a:pt x="93592" y="1126159"/>
                  </a:lnTo>
                  <a:lnTo>
                    <a:pt x="144722" y="1155064"/>
                  </a:lnTo>
                  <a:lnTo>
                    <a:pt x="210587" y="1166983"/>
                  </a:lnTo>
                  <a:lnTo>
                    <a:pt x="247565" y="1166584"/>
                  </a:lnTo>
                  <a:lnTo>
                    <a:pt x="286734" y="1162103"/>
                  </a:lnTo>
                  <a:lnTo>
                    <a:pt x="327716" y="1153660"/>
                  </a:lnTo>
                  <a:lnTo>
                    <a:pt x="370130" y="1141373"/>
                  </a:lnTo>
                  <a:lnTo>
                    <a:pt x="413598" y="1125361"/>
                  </a:lnTo>
                  <a:lnTo>
                    <a:pt x="457741" y="1105743"/>
                  </a:lnTo>
                  <a:lnTo>
                    <a:pt x="502179" y="1082637"/>
                  </a:lnTo>
                  <a:lnTo>
                    <a:pt x="546532" y="1056162"/>
                  </a:lnTo>
                  <a:lnTo>
                    <a:pt x="590423" y="1026437"/>
                  </a:lnTo>
                  <a:lnTo>
                    <a:pt x="633471" y="993580"/>
                  </a:lnTo>
                  <a:lnTo>
                    <a:pt x="675297" y="957710"/>
                  </a:lnTo>
                  <a:lnTo>
                    <a:pt x="715523" y="918946"/>
                  </a:lnTo>
                  <a:lnTo>
                    <a:pt x="753768" y="877407"/>
                  </a:lnTo>
                  <a:lnTo>
                    <a:pt x="789654" y="833211"/>
                  </a:lnTo>
                  <a:lnTo>
                    <a:pt x="822802" y="786476"/>
                  </a:lnTo>
                  <a:lnTo>
                    <a:pt x="852736" y="738149"/>
                  </a:lnTo>
                  <a:lnTo>
                    <a:pt x="879233" y="689267"/>
                  </a:lnTo>
                  <a:lnTo>
                    <a:pt x="902289" y="640091"/>
                  </a:lnTo>
                  <a:lnTo>
                    <a:pt x="921900" y="590882"/>
                  </a:lnTo>
                  <a:lnTo>
                    <a:pt x="938062" y="541901"/>
                  </a:lnTo>
                  <a:lnTo>
                    <a:pt x="950773" y="493406"/>
                  </a:lnTo>
                  <a:lnTo>
                    <a:pt x="960027" y="445661"/>
                  </a:lnTo>
                  <a:lnTo>
                    <a:pt x="965822" y="398924"/>
                  </a:lnTo>
                  <a:lnTo>
                    <a:pt x="968153" y="353456"/>
                  </a:lnTo>
                  <a:lnTo>
                    <a:pt x="967018" y="309517"/>
                  </a:lnTo>
                  <a:lnTo>
                    <a:pt x="962412" y="267369"/>
                  </a:lnTo>
                  <a:lnTo>
                    <a:pt x="954331" y="227272"/>
                  </a:lnTo>
                  <a:lnTo>
                    <a:pt x="942772" y="189486"/>
                  </a:lnTo>
                  <a:lnTo>
                    <a:pt x="927731" y="154272"/>
                  </a:lnTo>
                  <a:lnTo>
                    <a:pt x="887190" y="92601"/>
                  </a:lnTo>
                  <a:lnTo>
                    <a:pt x="832676" y="44342"/>
                  </a:lnTo>
                  <a:lnTo>
                    <a:pt x="766590" y="13126"/>
                  </a:lnTo>
                  <a:lnTo>
                    <a:pt x="692776" y="22"/>
                  </a:lnTo>
                  <a:close/>
                </a:path>
              </a:pathLst>
            </a:custGeom>
            <a:solidFill>
              <a:srgbClr val="3772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278613" y="3656939"/>
              <a:ext cx="790575" cy="2060575"/>
            </a:xfrm>
            <a:custGeom>
              <a:avLst/>
              <a:gdLst/>
              <a:ahLst/>
              <a:cxnLst/>
              <a:rect l="l" t="t" r="r" b="b"/>
              <a:pathLst>
                <a:path w="790575" h="2060575">
                  <a:moveTo>
                    <a:pt x="96746" y="2060282"/>
                  </a:moveTo>
                  <a:lnTo>
                    <a:pt x="0" y="1154552"/>
                  </a:lnTo>
                  <a:lnTo>
                    <a:pt x="40005" y="638029"/>
                  </a:lnTo>
                  <a:lnTo>
                    <a:pt x="281792" y="317562"/>
                  </a:lnTo>
                  <a:lnTo>
                    <a:pt x="790390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664488" y="4003539"/>
              <a:ext cx="530225" cy="54610"/>
            </a:xfrm>
            <a:custGeom>
              <a:avLst/>
              <a:gdLst/>
              <a:ahLst/>
              <a:cxnLst/>
              <a:rect l="l" t="t" r="r" b="b"/>
              <a:pathLst>
                <a:path w="530225" h="54610">
                  <a:moveTo>
                    <a:pt x="530224" y="0"/>
                  </a:moveTo>
                  <a:lnTo>
                    <a:pt x="0" y="54322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630813" y="4059660"/>
              <a:ext cx="556260" cy="57150"/>
            </a:xfrm>
            <a:custGeom>
              <a:avLst/>
              <a:gdLst/>
              <a:ahLst/>
              <a:cxnLst/>
              <a:rect l="l" t="t" r="r" b="b"/>
              <a:pathLst>
                <a:path w="556260" h="57150">
                  <a:moveTo>
                    <a:pt x="556265" y="0"/>
                  </a:moveTo>
                  <a:lnTo>
                    <a:pt x="0" y="56574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384339" y="3953256"/>
              <a:ext cx="135255" cy="398780"/>
            </a:xfrm>
            <a:custGeom>
              <a:avLst/>
              <a:gdLst/>
              <a:ahLst/>
              <a:cxnLst/>
              <a:rect l="l" t="t" r="r" b="b"/>
              <a:pathLst>
                <a:path w="135254" h="398779">
                  <a:moveTo>
                    <a:pt x="0" y="0"/>
                  </a:moveTo>
                  <a:lnTo>
                    <a:pt x="134686" y="398228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840660" y="4721473"/>
              <a:ext cx="935990" cy="611505"/>
            </a:xfrm>
            <a:custGeom>
              <a:avLst/>
              <a:gdLst/>
              <a:ahLst/>
              <a:cxnLst/>
              <a:rect l="l" t="t" r="r" b="b"/>
              <a:pathLst>
                <a:path w="935989" h="611504">
                  <a:moveTo>
                    <a:pt x="446211" y="0"/>
                  </a:moveTo>
                  <a:lnTo>
                    <a:pt x="388015" y="4431"/>
                  </a:lnTo>
                  <a:lnTo>
                    <a:pt x="330438" y="13453"/>
                  </a:lnTo>
                  <a:lnTo>
                    <a:pt x="274449" y="26396"/>
                  </a:lnTo>
                  <a:lnTo>
                    <a:pt x="221021" y="42591"/>
                  </a:lnTo>
                  <a:lnTo>
                    <a:pt x="171124" y="61368"/>
                  </a:lnTo>
                  <a:lnTo>
                    <a:pt x="125729" y="82057"/>
                  </a:lnTo>
                  <a:lnTo>
                    <a:pt x="85807" y="103990"/>
                  </a:lnTo>
                  <a:lnTo>
                    <a:pt x="52330" y="126496"/>
                  </a:lnTo>
                  <a:lnTo>
                    <a:pt x="8593" y="170553"/>
                  </a:lnTo>
                  <a:lnTo>
                    <a:pt x="0" y="211894"/>
                  </a:lnTo>
                  <a:lnTo>
                    <a:pt x="5441" y="238591"/>
                  </a:lnTo>
                  <a:lnTo>
                    <a:pt x="34350" y="304495"/>
                  </a:lnTo>
                  <a:lnTo>
                    <a:pt x="58255" y="341610"/>
                  </a:lnTo>
                  <a:lnTo>
                    <a:pt x="88751" y="380105"/>
                  </a:lnTo>
                  <a:lnTo>
                    <a:pt x="126058" y="418935"/>
                  </a:lnTo>
                  <a:lnTo>
                    <a:pt x="170394" y="457052"/>
                  </a:lnTo>
                  <a:lnTo>
                    <a:pt x="221978" y="493411"/>
                  </a:lnTo>
                  <a:lnTo>
                    <a:pt x="281027" y="526965"/>
                  </a:lnTo>
                  <a:lnTo>
                    <a:pt x="347762" y="556669"/>
                  </a:lnTo>
                  <a:lnTo>
                    <a:pt x="403175" y="575968"/>
                  </a:lnTo>
                  <a:lnTo>
                    <a:pt x="458104" y="591006"/>
                  </a:lnTo>
                  <a:lnTo>
                    <a:pt x="512116" y="601850"/>
                  </a:lnTo>
                  <a:lnTo>
                    <a:pt x="564784" y="608568"/>
                  </a:lnTo>
                  <a:lnTo>
                    <a:pt x="615676" y="611228"/>
                  </a:lnTo>
                  <a:lnTo>
                    <a:pt x="664364" y="609898"/>
                  </a:lnTo>
                  <a:lnTo>
                    <a:pt x="710416" y="604645"/>
                  </a:lnTo>
                  <a:lnTo>
                    <a:pt x="753403" y="595537"/>
                  </a:lnTo>
                  <a:lnTo>
                    <a:pt x="792895" y="582642"/>
                  </a:lnTo>
                  <a:lnTo>
                    <a:pt x="828463" y="566027"/>
                  </a:lnTo>
                  <a:lnTo>
                    <a:pt x="886104" y="521910"/>
                  </a:lnTo>
                  <a:lnTo>
                    <a:pt x="922886" y="463729"/>
                  </a:lnTo>
                  <a:lnTo>
                    <a:pt x="935518" y="393250"/>
                  </a:lnTo>
                  <a:lnTo>
                    <a:pt x="932813" y="354945"/>
                  </a:lnTo>
                  <a:lnTo>
                    <a:pt x="924330" y="315499"/>
                  </a:lnTo>
                  <a:lnTo>
                    <a:pt x="910245" y="275592"/>
                  </a:lnTo>
                  <a:lnTo>
                    <a:pt x="890736" y="235901"/>
                  </a:lnTo>
                  <a:lnTo>
                    <a:pt x="865978" y="197106"/>
                  </a:lnTo>
                  <a:lnTo>
                    <a:pt x="836149" y="159885"/>
                  </a:lnTo>
                  <a:lnTo>
                    <a:pt x="801425" y="124915"/>
                  </a:lnTo>
                  <a:lnTo>
                    <a:pt x="761983" y="92875"/>
                  </a:lnTo>
                  <a:lnTo>
                    <a:pt x="718001" y="64444"/>
                  </a:lnTo>
                  <a:lnTo>
                    <a:pt x="669653" y="40300"/>
                  </a:lnTo>
                  <a:lnTo>
                    <a:pt x="617118" y="21121"/>
                  </a:lnTo>
                  <a:lnTo>
                    <a:pt x="560572" y="7586"/>
                  </a:lnTo>
                  <a:lnTo>
                    <a:pt x="504054" y="828"/>
                  </a:lnTo>
                  <a:lnTo>
                    <a:pt x="446211" y="0"/>
                  </a:lnTo>
                  <a:close/>
                </a:path>
              </a:pathLst>
            </a:custGeom>
            <a:solidFill>
              <a:srgbClr val="3772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215084" y="4878189"/>
              <a:ext cx="1539240" cy="839469"/>
            </a:xfrm>
            <a:custGeom>
              <a:avLst/>
              <a:gdLst/>
              <a:ahLst/>
              <a:cxnLst/>
              <a:rect l="l" t="t" r="r" b="b"/>
              <a:pathLst>
                <a:path w="1539239" h="839470">
                  <a:moveTo>
                    <a:pt x="2240" y="839033"/>
                  </a:moveTo>
                  <a:lnTo>
                    <a:pt x="0" y="442581"/>
                  </a:lnTo>
                  <a:lnTo>
                    <a:pt x="71881" y="224801"/>
                  </a:lnTo>
                  <a:lnTo>
                    <a:pt x="283251" y="108624"/>
                  </a:lnTo>
                  <a:lnTo>
                    <a:pt x="699475" y="16985"/>
                  </a:lnTo>
                  <a:lnTo>
                    <a:pt x="760965" y="7105"/>
                  </a:lnTo>
                  <a:lnTo>
                    <a:pt x="820911" y="1533"/>
                  </a:lnTo>
                  <a:lnTo>
                    <a:pt x="879246" y="0"/>
                  </a:lnTo>
                  <a:lnTo>
                    <a:pt x="935903" y="2238"/>
                  </a:lnTo>
                  <a:lnTo>
                    <a:pt x="990815" y="7981"/>
                  </a:lnTo>
                  <a:lnTo>
                    <a:pt x="1043917" y="16961"/>
                  </a:lnTo>
                  <a:lnTo>
                    <a:pt x="1095140" y="28910"/>
                  </a:lnTo>
                  <a:lnTo>
                    <a:pt x="1144418" y="43562"/>
                  </a:lnTo>
                  <a:lnTo>
                    <a:pt x="1191685" y="60648"/>
                  </a:lnTo>
                  <a:lnTo>
                    <a:pt x="1236873" y="79901"/>
                  </a:lnTo>
                  <a:lnTo>
                    <a:pt x="1279917" y="101053"/>
                  </a:lnTo>
                  <a:lnTo>
                    <a:pt x="1320748" y="123838"/>
                  </a:lnTo>
                  <a:lnTo>
                    <a:pt x="1359301" y="147988"/>
                  </a:lnTo>
                  <a:lnTo>
                    <a:pt x="1395509" y="173235"/>
                  </a:lnTo>
                  <a:lnTo>
                    <a:pt x="1429304" y="199312"/>
                  </a:lnTo>
                  <a:lnTo>
                    <a:pt x="1460621" y="225951"/>
                  </a:lnTo>
                  <a:lnTo>
                    <a:pt x="1489392" y="252885"/>
                  </a:lnTo>
                  <a:lnTo>
                    <a:pt x="1515551" y="279846"/>
                  </a:lnTo>
                  <a:lnTo>
                    <a:pt x="1539031" y="306568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307851" y="4793262"/>
              <a:ext cx="246379" cy="113030"/>
            </a:xfrm>
            <a:custGeom>
              <a:avLst/>
              <a:gdLst/>
              <a:ahLst/>
              <a:cxnLst/>
              <a:rect l="l" t="t" r="r" b="b"/>
              <a:pathLst>
                <a:path w="246379" h="113029">
                  <a:moveTo>
                    <a:pt x="0" y="112687"/>
                  </a:moveTo>
                  <a:lnTo>
                    <a:pt x="246034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369357" y="4818399"/>
              <a:ext cx="229235" cy="107314"/>
            </a:xfrm>
            <a:custGeom>
              <a:avLst/>
              <a:gdLst/>
              <a:ahLst/>
              <a:cxnLst/>
              <a:rect l="l" t="t" r="r" b="b"/>
              <a:pathLst>
                <a:path w="229235" h="107314">
                  <a:moveTo>
                    <a:pt x="0" y="106855"/>
                  </a:moveTo>
                  <a:lnTo>
                    <a:pt x="228966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206385" y="4886195"/>
              <a:ext cx="95885" cy="417830"/>
            </a:xfrm>
            <a:custGeom>
              <a:avLst/>
              <a:gdLst/>
              <a:ahLst/>
              <a:cxnLst/>
              <a:rect l="l" t="t" r="r" b="b"/>
              <a:pathLst>
                <a:path w="95885" h="417829">
                  <a:moveTo>
                    <a:pt x="0" y="0"/>
                  </a:moveTo>
                  <a:lnTo>
                    <a:pt x="95630" y="417537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 descr=""/>
          <p:cNvGrpSpPr/>
          <p:nvPr/>
        </p:nvGrpSpPr>
        <p:grpSpPr>
          <a:xfrm>
            <a:off x="3571963" y="4492737"/>
            <a:ext cx="1181735" cy="2150745"/>
            <a:chOff x="3571963" y="4492737"/>
            <a:chExt cx="1181735" cy="2150745"/>
          </a:xfrm>
        </p:grpSpPr>
        <p:sp>
          <p:nvSpPr>
            <p:cNvPr id="63" name="object 63" descr=""/>
            <p:cNvSpPr/>
            <p:nvPr/>
          </p:nvSpPr>
          <p:spPr>
            <a:xfrm>
              <a:off x="3571963" y="4492737"/>
              <a:ext cx="582295" cy="705485"/>
            </a:xfrm>
            <a:custGeom>
              <a:avLst/>
              <a:gdLst/>
              <a:ahLst/>
              <a:cxnLst/>
              <a:rect l="l" t="t" r="r" b="b"/>
              <a:pathLst>
                <a:path w="582295" h="705485">
                  <a:moveTo>
                    <a:pt x="190244" y="0"/>
                  </a:moveTo>
                  <a:lnTo>
                    <a:pt x="116735" y="10955"/>
                  </a:lnTo>
                  <a:lnTo>
                    <a:pt x="56092" y="51268"/>
                  </a:lnTo>
                  <a:lnTo>
                    <a:pt x="16757" y="115959"/>
                  </a:lnTo>
                  <a:lnTo>
                    <a:pt x="5543" y="155380"/>
                  </a:lnTo>
                  <a:lnTo>
                    <a:pt x="0" y="198483"/>
                  </a:lnTo>
                  <a:lnTo>
                    <a:pt x="153" y="244489"/>
                  </a:lnTo>
                  <a:lnTo>
                    <a:pt x="6031" y="292623"/>
                  </a:lnTo>
                  <a:lnTo>
                    <a:pt x="17658" y="342105"/>
                  </a:lnTo>
                  <a:lnTo>
                    <a:pt x="35061" y="392161"/>
                  </a:lnTo>
                  <a:lnTo>
                    <a:pt x="58267" y="442011"/>
                  </a:lnTo>
                  <a:lnTo>
                    <a:pt x="87302" y="490880"/>
                  </a:lnTo>
                  <a:lnTo>
                    <a:pt x="125904" y="540446"/>
                  </a:lnTo>
                  <a:lnTo>
                    <a:pt x="170160" y="583332"/>
                  </a:lnTo>
                  <a:lnTo>
                    <a:pt x="218209" y="619618"/>
                  </a:lnTo>
                  <a:lnTo>
                    <a:pt x="268189" y="649384"/>
                  </a:lnTo>
                  <a:lnTo>
                    <a:pt x="318239" y="672713"/>
                  </a:lnTo>
                  <a:lnTo>
                    <a:pt x="366498" y="689684"/>
                  </a:lnTo>
                  <a:lnTo>
                    <a:pt x="411104" y="700378"/>
                  </a:lnTo>
                  <a:lnTo>
                    <a:pt x="450195" y="704876"/>
                  </a:lnTo>
                  <a:lnTo>
                    <a:pt x="481911" y="703258"/>
                  </a:lnTo>
                  <a:lnTo>
                    <a:pt x="528390" y="675247"/>
                  </a:lnTo>
                  <a:lnTo>
                    <a:pt x="563867" y="610736"/>
                  </a:lnTo>
                  <a:lnTo>
                    <a:pt x="574825" y="568981"/>
                  </a:lnTo>
                  <a:lnTo>
                    <a:pt x="580918" y="522490"/>
                  </a:lnTo>
                  <a:lnTo>
                    <a:pt x="581887" y="472461"/>
                  </a:lnTo>
                  <a:lnTo>
                    <a:pt x="577472" y="420092"/>
                  </a:lnTo>
                  <a:lnTo>
                    <a:pt x="567415" y="366582"/>
                  </a:lnTo>
                  <a:lnTo>
                    <a:pt x="551456" y="313128"/>
                  </a:lnTo>
                  <a:lnTo>
                    <a:pt x="529337" y="260928"/>
                  </a:lnTo>
                  <a:lnTo>
                    <a:pt x="500798" y="211181"/>
                  </a:lnTo>
                  <a:lnTo>
                    <a:pt x="467334" y="165445"/>
                  </a:lnTo>
                  <a:lnTo>
                    <a:pt x="431044" y="124667"/>
                  </a:lnTo>
                  <a:lnTo>
                    <a:pt x="392577" y="89132"/>
                  </a:lnTo>
                  <a:lnTo>
                    <a:pt x="352580" y="59122"/>
                  </a:lnTo>
                  <a:lnTo>
                    <a:pt x="311701" y="34920"/>
                  </a:lnTo>
                  <a:lnTo>
                    <a:pt x="270587" y="16810"/>
                  </a:lnTo>
                  <a:lnTo>
                    <a:pt x="229885" y="5076"/>
                  </a:lnTo>
                  <a:lnTo>
                    <a:pt x="190244" y="0"/>
                  </a:lnTo>
                  <a:close/>
                </a:path>
              </a:pathLst>
            </a:custGeom>
            <a:solidFill>
              <a:srgbClr val="3772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3659716" y="4529269"/>
              <a:ext cx="501015" cy="1188085"/>
            </a:xfrm>
            <a:custGeom>
              <a:avLst/>
              <a:gdLst/>
              <a:ahLst/>
              <a:cxnLst/>
              <a:rect l="l" t="t" r="r" b="b"/>
              <a:pathLst>
                <a:path w="501014" h="1188085">
                  <a:moveTo>
                    <a:pt x="471409" y="1187953"/>
                  </a:moveTo>
                  <a:lnTo>
                    <a:pt x="500914" y="673152"/>
                  </a:lnTo>
                  <a:lnTo>
                    <a:pt x="461644" y="377806"/>
                  </a:lnTo>
                  <a:lnTo>
                    <a:pt x="309404" y="190546"/>
                  </a:lnTo>
                  <a:lnTo>
                    <a:pt x="0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3584740" y="4786976"/>
              <a:ext cx="339090" cy="0"/>
            </a:xfrm>
            <a:custGeom>
              <a:avLst/>
              <a:gdLst/>
              <a:ahLst/>
              <a:cxnLst/>
              <a:rect l="l" t="t" r="r" b="b"/>
              <a:pathLst>
                <a:path w="339089" h="0">
                  <a:moveTo>
                    <a:pt x="0" y="0"/>
                  </a:moveTo>
                  <a:lnTo>
                    <a:pt x="338963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601802" y="4845340"/>
              <a:ext cx="355600" cy="0"/>
            </a:xfrm>
            <a:custGeom>
              <a:avLst/>
              <a:gdLst/>
              <a:ahLst/>
              <a:cxnLst/>
              <a:rect l="l" t="t" r="r" b="b"/>
              <a:pathLst>
                <a:path w="355600" h="0">
                  <a:moveTo>
                    <a:pt x="0" y="0"/>
                  </a:moveTo>
                  <a:lnTo>
                    <a:pt x="355570" y="0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4020236" y="4728163"/>
              <a:ext cx="60960" cy="243204"/>
            </a:xfrm>
            <a:custGeom>
              <a:avLst/>
              <a:gdLst/>
              <a:ahLst/>
              <a:cxnLst/>
              <a:rect l="l" t="t" r="r" b="b"/>
              <a:pathLst>
                <a:path w="60960" h="243204">
                  <a:moveTo>
                    <a:pt x="60605" y="0"/>
                  </a:moveTo>
                  <a:lnTo>
                    <a:pt x="0" y="242882"/>
                  </a:lnTo>
                </a:path>
              </a:pathLst>
            </a:custGeom>
            <a:ln w="22449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827623" y="5717669"/>
              <a:ext cx="915035" cy="914400"/>
            </a:xfrm>
            <a:custGeom>
              <a:avLst/>
              <a:gdLst/>
              <a:ahLst/>
              <a:cxnLst/>
              <a:rect l="l" t="t" r="r" b="b"/>
              <a:pathLst>
                <a:path w="915035" h="914400">
                  <a:moveTo>
                    <a:pt x="914537" y="150403"/>
                  </a:moveTo>
                  <a:lnTo>
                    <a:pt x="914537" y="763683"/>
                  </a:lnTo>
                  <a:lnTo>
                    <a:pt x="913962" y="776717"/>
                  </a:lnTo>
                  <a:lnTo>
                    <a:pt x="884343" y="854231"/>
                  </a:lnTo>
                  <a:lnTo>
                    <a:pt x="851905" y="885912"/>
                  </a:lnTo>
                  <a:lnTo>
                    <a:pt x="811050" y="906650"/>
                  </a:lnTo>
                  <a:lnTo>
                    <a:pt x="764133" y="914087"/>
                  </a:lnTo>
                  <a:lnTo>
                    <a:pt x="150854" y="914087"/>
                  </a:lnTo>
                  <a:lnTo>
                    <a:pt x="104190" y="906657"/>
                  </a:lnTo>
                  <a:lnTo>
                    <a:pt x="63419" y="885969"/>
                  </a:lnTo>
                  <a:lnTo>
                    <a:pt x="30897" y="854421"/>
                  </a:lnTo>
                  <a:lnTo>
                    <a:pt x="8984" y="814414"/>
                  </a:lnTo>
                  <a:lnTo>
                    <a:pt x="583" y="776787"/>
                  </a:lnTo>
                  <a:lnTo>
                    <a:pt x="0" y="763683"/>
                  </a:lnTo>
                  <a:lnTo>
                    <a:pt x="0" y="150403"/>
                  </a:lnTo>
                  <a:lnTo>
                    <a:pt x="9206" y="98716"/>
                  </a:lnTo>
                  <a:lnTo>
                    <a:pt x="34574" y="54773"/>
                  </a:lnTo>
                  <a:lnTo>
                    <a:pt x="85477" y="14758"/>
                  </a:lnTo>
                  <a:lnTo>
                    <a:pt x="150854" y="0"/>
                  </a:lnTo>
                  <a:lnTo>
                    <a:pt x="764133" y="0"/>
                  </a:lnTo>
                  <a:lnTo>
                    <a:pt x="828337" y="14369"/>
                  </a:lnTo>
                  <a:lnTo>
                    <a:pt x="879072" y="52982"/>
                  </a:lnTo>
                  <a:lnTo>
                    <a:pt x="905054" y="97483"/>
                  </a:lnTo>
                  <a:lnTo>
                    <a:pt x="914537" y="150403"/>
                  </a:lnTo>
                  <a:close/>
                </a:path>
              </a:pathLst>
            </a:custGeom>
            <a:ln w="22449">
              <a:solidFill>
                <a:srgbClr val="046A3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81742" y="5831258"/>
              <a:ext cx="92478" cy="92489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6918" y="5830809"/>
              <a:ext cx="92478" cy="92489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92092" y="5830809"/>
              <a:ext cx="92478" cy="92489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4684695" y="5830806"/>
              <a:ext cx="46990" cy="92075"/>
            </a:xfrm>
            <a:custGeom>
              <a:avLst/>
              <a:gdLst/>
              <a:ahLst/>
              <a:cxnLst/>
              <a:rect l="l" t="t" r="r" b="b"/>
              <a:pathLst>
                <a:path w="46989" h="92075">
                  <a:moveTo>
                    <a:pt x="41747" y="0"/>
                  </a:moveTo>
                  <a:lnTo>
                    <a:pt x="25377" y="4759"/>
                  </a:lnTo>
                  <a:lnTo>
                    <a:pt x="12121" y="14818"/>
                  </a:lnTo>
                  <a:lnTo>
                    <a:pt x="3240" y="28919"/>
                  </a:lnTo>
                  <a:lnTo>
                    <a:pt x="0" y="45799"/>
                  </a:lnTo>
                  <a:lnTo>
                    <a:pt x="3626" y="63820"/>
                  </a:lnTo>
                  <a:lnTo>
                    <a:pt x="13523" y="78515"/>
                  </a:lnTo>
                  <a:lnTo>
                    <a:pt x="28218" y="88412"/>
                  </a:lnTo>
                  <a:lnTo>
                    <a:pt x="46689" y="92039"/>
                  </a:lnTo>
                  <a:lnTo>
                    <a:pt x="46689" y="37265"/>
                  </a:lnTo>
                  <a:lnTo>
                    <a:pt x="46360" y="27657"/>
                  </a:lnTo>
                  <a:lnTo>
                    <a:pt x="45400" y="18299"/>
                  </a:lnTo>
                  <a:lnTo>
                    <a:pt x="43849" y="9107"/>
                  </a:lnTo>
                  <a:lnTo>
                    <a:pt x="41747" y="0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6569" y="5831258"/>
              <a:ext cx="92478" cy="92489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3980713" y="5727553"/>
              <a:ext cx="702310" cy="58419"/>
            </a:xfrm>
            <a:custGeom>
              <a:avLst/>
              <a:gdLst/>
              <a:ahLst/>
              <a:cxnLst/>
              <a:rect l="l" t="t" r="r" b="b"/>
              <a:pathLst>
                <a:path w="702310" h="58420">
                  <a:moveTo>
                    <a:pt x="91795" y="21475"/>
                  </a:moveTo>
                  <a:lnTo>
                    <a:pt x="91592" y="2692"/>
                  </a:lnTo>
                  <a:lnTo>
                    <a:pt x="91135" y="1790"/>
                  </a:lnTo>
                  <a:lnTo>
                    <a:pt x="91135" y="889"/>
                  </a:lnTo>
                  <a:lnTo>
                    <a:pt x="1803" y="889"/>
                  </a:lnTo>
                  <a:lnTo>
                    <a:pt x="0" y="7188"/>
                  </a:lnTo>
                  <a:lnTo>
                    <a:pt x="0" y="14363"/>
                  </a:lnTo>
                  <a:lnTo>
                    <a:pt x="1358" y="21551"/>
                  </a:lnTo>
                  <a:lnTo>
                    <a:pt x="8394" y="38277"/>
                  </a:lnTo>
                  <a:lnTo>
                    <a:pt x="20942" y="50622"/>
                  </a:lnTo>
                  <a:lnTo>
                    <a:pt x="37274" y="57416"/>
                  </a:lnTo>
                  <a:lnTo>
                    <a:pt x="55676" y="57467"/>
                  </a:lnTo>
                  <a:lnTo>
                    <a:pt x="72656" y="50190"/>
                  </a:lnTo>
                  <a:lnTo>
                    <a:pt x="85077" y="37604"/>
                  </a:lnTo>
                  <a:lnTo>
                    <a:pt x="91795" y="21475"/>
                  </a:lnTo>
                  <a:close/>
                </a:path>
                <a:path w="702310" h="58420">
                  <a:moveTo>
                    <a:pt x="297662" y="8077"/>
                  </a:moveTo>
                  <a:lnTo>
                    <a:pt x="297218" y="4038"/>
                  </a:lnTo>
                  <a:lnTo>
                    <a:pt x="295871" y="0"/>
                  </a:lnTo>
                  <a:lnTo>
                    <a:pt x="206527" y="0"/>
                  </a:lnTo>
                  <a:lnTo>
                    <a:pt x="205625" y="4038"/>
                  </a:lnTo>
                  <a:lnTo>
                    <a:pt x="205181" y="7632"/>
                  </a:lnTo>
                  <a:lnTo>
                    <a:pt x="205181" y="11671"/>
                  </a:lnTo>
                  <a:lnTo>
                    <a:pt x="208813" y="29692"/>
                  </a:lnTo>
                  <a:lnTo>
                    <a:pt x="218706" y="44386"/>
                  </a:lnTo>
                  <a:lnTo>
                    <a:pt x="233400" y="54292"/>
                  </a:lnTo>
                  <a:lnTo>
                    <a:pt x="251421" y="57912"/>
                  </a:lnTo>
                  <a:lnTo>
                    <a:pt x="269443" y="54292"/>
                  </a:lnTo>
                  <a:lnTo>
                    <a:pt x="284137" y="44386"/>
                  </a:lnTo>
                  <a:lnTo>
                    <a:pt x="294043" y="29692"/>
                  </a:lnTo>
                  <a:lnTo>
                    <a:pt x="297662" y="11671"/>
                  </a:lnTo>
                  <a:lnTo>
                    <a:pt x="297662" y="8077"/>
                  </a:lnTo>
                  <a:close/>
                </a:path>
                <a:path w="702310" h="58420">
                  <a:moveTo>
                    <a:pt x="502843" y="7632"/>
                  </a:moveTo>
                  <a:lnTo>
                    <a:pt x="502386" y="4038"/>
                  </a:lnTo>
                  <a:lnTo>
                    <a:pt x="501053" y="444"/>
                  </a:lnTo>
                  <a:lnTo>
                    <a:pt x="411695" y="444"/>
                  </a:lnTo>
                  <a:lnTo>
                    <a:pt x="410806" y="4038"/>
                  </a:lnTo>
                  <a:lnTo>
                    <a:pt x="410362" y="7632"/>
                  </a:lnTo>
                  <a:lnTo>
                    <a:pt x="410362" y="11671"/>
                  </a:lnTo>
                  <a:lnTo>
                    <a:pt x="413981" y="29692"/>
                  </a:lnTo>
                  <a:lnTo>
                    <a:pt x="423887" y="44386"/>
                  </a:lnTo>
                  <a:lnTo>
                    <a:pt x="438581" y="54292"/>
                  </a:lnTo>
                  <a:lnTo>
                    <a:pt x="456603" y="57912"/>
                  </a:lnTo>
                  <a:lnTo>
                    <a:pt x="474624" y="54292"/>
                  </a:lnTo>
                  <a:lnTo>
                    <a:pt x="489318" y="44386"/>
                  </a:lnTo>
                  <a:lnTo>
                    <a:pt x="499211" y="29692"/>
                  </a:lnTo>
                  <a:lnTo>
                    <a:pt x="502843" y="11671"/>
                  </a:lnTo>
                  <a:lnTo>
                    <a:pt x="502843" y="7632"/>
                  </a:lnTo>
                  <a:close/>
                </a:path>
                <a:path w="702310" h="58420">
                  <a:moveTo>
                    <a:pt x="702183" y="34569"/>
                  </a:moveTo>
                  <a:lnTo>
                    <a:pt x="683298" y="20777"/>
                  </a:lnTo>
                  <a:lnTo>
                    <a:pt x="662622" y="10439"/>
                  </a:lnTo>
                  <a:lnTo>
                    <a:pt x="640499" y="3632"/>
                  </a:lnTo>
                  <a:lnTo>
                    <a:pt x="617321" y="444"/>
                  </a:lnTo>
                  <a:lnTo>
                    <a:pt x="616432" y="4038"/>
                  </a:lnTo>
                  <a:lnTo>
                    <a:pt x="615988" y="7632"/>
                  </a:lnTo>
                  <a:lnTo>
                    <a:pt x="615988" y="11226"/>
                  </a:lnTo>
                  <a:lnTo>
                    <a:pt x="619607" y="29248"/>
                  </a:lnTo>
                  <a:lnTo>
                    <a:pt x="629500" y="43942"/>
                  </a:lnTo>
                  <a:lnTo>
                    <a:pt x="644194" y="53848"/>
                  </a:lnTo>
                  <a:lnTo>
                    <a:pt x="662216" y="57467"/>
                  </a:lnTo>
                  <a:lnTo>
                    <a:pt x="674522" y="55854"/>
                  </a:lnTo>
                  <a:lnTo>
                    <a:pt x="685571" y="51244"/>
                  </a:lnTo>
                  <a:lnTo>
                    <a:pt x="694918" y="44018"/>
                  </a:lnTo>
                  <a:lnTo>
                    <a:pt x="702183" y="34569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13194" y="6119490"/>
              <a:ext cx="92478" cy="92489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4701301" y="6122184"/>
              <a:ext cx="30480" cy="86360"/>
            </a:xfrm>
            <a:custGeom>
              <a:avLst/>
              <a:gdLst/>
              <a:ahLst/>
              <a:cxnLst/>
              <a:rect l="l" t="t" r="r" b="b"/>
              <a:pathLst>
                <a:path w="30479" h="86360">
                  <a:moveTo>
                    <a:pt x="30082" y="0"/>
                  </a:moveTo>
                  <a:lnTo>
                    <a:pt x="18059" y="6797"/>
                  </a:lnTo>
                  <a:lnTo>
                    <a:pt x="8645" y="16668"/>
                  </a:lnTo>
                  <a:lnTo>
                    <a:pt x="2428" y="28979"/>
                  </a:lnTo>
                  <a:lnTo>
                    <a:pt x="0" y="43098"/>
                  </a:lnTo>
                  <a:lnTo>
                    <a:pt x="2428" y="57221"/>
                  </a:lnTo>
                  <a:lnTo>
                    <a:pt x="8645" y="69531"/>
                  </a:lnTo>
                  <a:lnTo>
                    <a:pt x="18059" y="79400"/>
                  </a:lnTo>
                  <a:lnTo>
                    <a:pt x="30082" y="86196"/>
                  </a:lnTo>
                  <a:lnTo>
                    <a:pt x="30082" y="0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08018" y="6119490"/>
              <a:ext cx="92478" cy="92489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2845" y="6119939"/>
              <a:ext cx="92478" cy="92489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16976" y="6128019"/>
              <a:ext cx="92478" cy="92489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17801" y="5981210"/>
              <a:ext cx="92478" cy="92489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12627" y="5981659"/>
              <a:ext cx="92478" cy="92489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07452" y="5982108"/>
              <a:ext cx="92478" cy="92489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3837952" y="5983904"/>
              <a:ext cx="48260" cy="92075"/>
            </a:xfrm>
            <a:custGeom>
              <a:avLst/>
              <a:gdLst/>
              <a:ahLst/>
              <a:cxnLst/>
              <a:rect l="l" t="t" r="r" b="b"/>
              <a:pathLst>
                <a:path w="48260" h="92075">
                  <a:moveTo>
                    <a:pt x="0" y="0"/>
                  </a:moveTo>
                  <a:lnTo>
                    <a:pt x="0" y="92039"/>
                  </a:lnTo>
                  <a:lnTo>
                    <a:pt x="7633" y="92039"/>
                  </a:lnTo>
                  <a:lnTo>
                    <a:pt x="11675" y="91138"/>
                  </a:lnTo>
                  <a:lnTo>
                    <a:pt x="28651" y="83852"/>
                  </a:lnTo>
                  <a:lnTo>
                    <a:pt x="41082" y="71217"/>
                  </a:lnTo>
                  <a:lnTo>
                    <a:pt x="47788" y="54962"/>
                  </a:lnTo>
                  <a:lnTo>
                    <a:pt x="47590" y="36815"/>
                  </a:lnTo>
                  <a:lnTo>
                    <a:pt x="41416" y="21402"/>
                  </a:lnTo>
                  <a:lnTo>
                    <a:pt x="30529" y="9482"/>
                  </a:lnTo>
                  <a:lnTo>
                    <a:pt x="16275" y="2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99584" y="5983455"/>
              <a:ext cx="92478" cy="92489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46417" y="6412662"/>
              <a:ext cx="92478" cy="92489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41243" y="6412662"/>
              <a:ext cx="92478" cy="92489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36067" y="6413109"/>
              <a:ext cx="92478" cy="92489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50199" y="6421192"/>
              <a:ext cx="92478" cy="92489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50570" y="6274378"/>
              <a:ext cx="80814" cy="92489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45400" y="6274831"/>
              <a:ext cx="92478" cy="92489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40228" y="6274831"/>
              <a:ext cx="92478" cy="92489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37951" y="6277976"/>
              <a:ext cx="80822" cy="91065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32807" y="6276177"/>
              <a:ext cx="92478" cy="92489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3867124" y="6563074"/>
              <a:ext cx="837565" cy="58419"/>
            </a:xfrm>
            <a:custGeom>
              <a:avLst/>
              <a:gdLst/>
              <a:ahLst/>
              <a:cxnLst/>
              <a:rect l="l" t="t" r="r" b="b"/>
              <a:pathLst>
                <a:path w="837564" h="58420">
                  <a:moveTo>
                    <a:pt x="56578" y="44450"/>
                  </a:moveTo>
                  <a:lnTo>
                    <a:pt x="56121" y="42189"/>
                  </a:lnTo>
                  <a:lnTo>
                    <a:pt x="55676" y="39052"/>
                  </a:lnTo>
                  <a:lnTo>
                    <a:pt x="48641" y="22326"/>
                  </a:lnTo>
                  <a:lnTo>
                    <a:pt x="36093" y="9982"/>
                  </a:lnTo>
                  <a:lnTo>
                    <a:pt x="19748" y="3187"/>
                  </a:lnTo>
                  <a:lnTo>
                    <a:pt x="1346" y="3136"/>
                  </a:lnTo>
                  <a:lnTo>
                    <a:pt x="901" y="3581"/>
                  </a:lnTo>
                  <a:lnTo>
                    <a:pt x="0" y="3581"/>
                  </a:lnTo>
                  <a:lnTo>
                    <a:pt x="12001" y="17208"/>
                  </a:lnTo>
                  <a:lnTo>
                    <a:pt x="25603" y="29070"/>
                  </a:lnTo>
                  <a:lnTo>
                    <a:pt x="40538" y="39065"/>
                  </a:lnTo>
                  <a:lnTo>
                    <a:pt x="56578" y="47142"/>
                  </a:lnTo>
                  <a:lnTo>
                    <a:pt x="56578" y="44450"/>
                  </a:lnTo>
                  <a:close/>
                </a:path>
                <a:path w="837564" h="58420">
                  <a:moveTo>
                    <a:pt x="264452" y="44894"/>
                  </a:moveTo>
                  <a:lnTo>
                    <a:pt x="243954" y="9093"/>
                  </a:lnTo>
                  <a:lnTo>
                    <a:pt x="209219" y="2235"/>
                  </a:lnTo>
                  <a:lnTo>
                    <a:pt x="192506" y="9271"/>
                  </a:lnTo>
                  <a:lnTo>
                    <a:pt x="180149" y="21831"/>
                  </a:lnTo>
                  <a:lnTo>
                    <a:pt x="173367" y="38163"/>
                  </a:lnTo>
                  <a:lnTo>
                    <a:pt x="173304" y="57010"/>
                  </a:lnTo>
                  <a:lnTo>
                    <a:pt x="173761" y="57912"/>
                  </a:lnTo>
                  <a:lnTo>
                    <a:pt x="173761" y="58356"/>
                  </a:lnTo>
                  <a:lnTo>
                    <a:pt x="263093" y="58356"/>
                  </a:lnTo>
                  <a:lnTo>
                    <a:pt x="264452" y="52082"/>
                  </a:lnTo>
                  <a:lnTo>
                    <a:pt x="264452" y="44894"/>
                  </a:lnTo>
                  <a:close/>
                </a:path>
                <a:path w="837564" h="58420">
                  <a:moveTo>
                    <a:pt x="470065" y="44894"/>
                  </a:moveTo>
                  <a:lnTo>
                    <a:pt x="449135" y="9093"/>
                  </a:lnTo>
                  <a:lnTo>
                    <a:pt x="414401" y="2235"/>
                  </a:lnTo>
                  <a:lnTo>
                    <a:pt x="397675" y="9271"/>
                  </a:lnTo>
                  <a:lnTo>
                    <a:pt x="385330" y="21831"/>
                  </a:lnTo>
                  <a:lnTo>
                    <a:pt x="378536" y="38163"/>
                  </a:lnTo>
                  <a:lnTo>
                    <a:pt x="378485" y="57010"/>
                  </a:lnTo>
                  <a:lnTo>
                    <a:pt x="378929" y="57912"/>
                  </a:lnTo>
                  <a:lnTo>
                    <a:pt x="378929" y="58356"/>
                  </a:lnTo>
                  <a:lnTo>
                    <a:pt x="468274" y="58356"/>
                  </a:lnTo>
                  <a:lnTo>
                    <a:pt x="469620" y="51625"/>
                  </a:lnTo>
                  <a:lnTo>
                    <a:pt x="470065" y="44894"/>
                  </a:lnTo>
                  <a:close/>
                </a:path>
                <a:path w="837564" h="58420">
                  <a:moveTo>
                    <a:pt x="674789" y="46685"/>
                  </a:moveTo>
                  <a:lnTo>
                    <a:pt x="671169" y="28930"/>
                  </a:lnTo>
                  <a:lnTo>
                    <a:pt x="661327" y="14363"/>
                  </a:lnTo>
                  <a:lnTo>
                    <a:pt x="646760" y="4521"/>
                  </a:lnTo>
                  <a:lnTo>
                    <a:pt x="629005" y="901"/>
                  </a:lnTo>
                  <a:lnTo>
                    <a:pt x="610984" y="4521"/>
                  </a:lnTo>
                  <a:lnTo>
                    <a:pt x="596277" y="14427"/>
                  </a:lnTo>
                  <a:lnTo>
                    <a:pt x="586384" y="29121"/>
                  </a:lnTo>
                  <a:lnTo>
                    <a:pt x="582752" y="47142"/>
                  </a:lnTo>
                  <a:lnTo>
                    <a:pt x="582752" y="50723"/>
                  </a:lnTo>
                  <a:lnTo>
                    <a:pt x="583209" y="54775"/>
                  </a:lnTo>
                  <a:lnTo>
                    <a:pt x="584111" y="58356"/>
                  </a:lnTo>
                  <a:lnTo>
                    <a:pt x="673442" y="58356"/>
                  </a:lnTo>
                  <a:lnTo>
                    <a:pt x="674344" y="54317"/>
                  </a:lnTo>
                  <a:lnTo>
                    <a:pt x="674789" y="50723"/>
                  </a:lnTo>
                  <a:lnTo>
                    <a:pt x="674789" y="46685"/>
                  </a:lnTo>
                  <a:close/>
                </a:path>
                <a:path w="837564" h="58420">
                  <a:moveTo>
                    <a:pt x="837311" y="444"/>
                  </a:moveTo>
                  <a:lnTo>
                    <a:pt x="835075" y="444"/>
                  </a:lnTo>
                  <a:lnTo>
                    <a:pt x="833272" y="0"/>
                  </a:lnTo>
                  <a:lnTo>
                    <a:pt x="816140" y="3314"/>
                  </a:lnTo>
                  <a:lnTo>
                    <a:pt x="801966" y="12395"/>
                  </a:lnTo>
                  <a:lnTo>
                    <a:pt x="791984" y="25946"/>
                  </a:lnTo>
                  <a:lnTo>
                    <a:pt x="787488" y="42646"/>
                  </a:lnTo>
                  <a:lnTo>
                    <a:pt x="801776" y="34404"/>
                  </a:lnTo>
                  <a:lnTo>
                    <a:pt x="814920" y="24574"/>
                  </a:lnTo>
                  <a:lnTo>
                    <a:pt x="826820" y="13220"/>
                  </a:lnTo>
                  <a:lnTo>
                    <a:pt x="837311" y="444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5" name="object 95" descr=""/>
          <p:cNvGrpSpPr/>
          <p:nvPr/>
        </p:nvGrpSpPr>
        <p:grpSpPr>
          <a:xfrm>
            <a:off x="9912456" y="3254720"/>
            <a:ext cx="3604260" cy="6219190"/>
            <a:chOff x="9912456" y="3254720"/>
            <a:chExt cx="3604260" cy="6219190"/>
          </a:xfrm>
        </p:grpSpPr>
        <p:pic>
          <p:nvPicPr>
            <p:cNvPr id="96" name="object 9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322944" y="3254720"/>
              <a:ext cx="3193345" cy="6218769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11522398" y="5384507"/>
              <a:ext cx="588010" cy="2156460"/>
            </a:xfrm>
            <a:custGeom>
              <a:avLst/>
              <a:gdLst/>
              <a:ahLst/>
              <a:cxnLst/>
              <a:rect l="l" t="t" r="r" b="b"/>
              <a:pathLst>
                <a:path w="588009" h="2156459">
                  <a:moveTo>
                    <a:pt x="498592" y="0"/>
                  </a:moveTo>
                  <a:lnTo>
                    <a:pt x="241584" y="25768"/>
                  </a:lnTo>
                  <a:lnTo>
                    <a:pt x="0" y="305299"/>
                  </a:lnTo>
                  <a:lnTo>
                    <a:pt x="99860" y="2109087"/>
                  </a:lnTo>
                  <a:lnTo>
                    <a:pt x="587552" y="2156133"/>
                  </a:lnTo>
                  <a:lnTo>
                    <a:pt x="498592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1272526" y="7540637"/>
              <a:ext cx="52069" cy="140970"/>
            </a:xfrm>
            <a:custGeom>
              <a:avLst/>
              <a:gdLst/>
              <a:ahLst/>
              <a:cxnLst/>
              <a:rect l="l" t="t" r="r" b="b"/>
              <a:pathLst>
                <a:path w="52070" h="140970">
                  <a:moveTo>
                    <a:pt x="15831" y="0"/>
                  </a:moveTo>
                  <a:lnTo>
                    <a:pt x="7990" y="73667"/>
                  </a:lnTo>
                  <a:lnTo>
                    <a:pt x="4012" y="108088"/>
                  </a:lnTo>
                  <a:lnTo>
                    <a:pt x="0" y="140644"/>
                  </a:lnTo>
                  <a:lnTo>
                    <a:pt x="19972" y="114499"/>
                  </a:lnTo>
                  <a:lnTo>
                    <a:pt x="36439" y="95201"/>
                  </a:lnTo>
                  <a:lnTo>
                    <a:pt x="47624" y="83254"/>
                  </a:lnTo>
                  <a:lnTo>
                    <a:pt x="51747" y="79159"/>
                  </a:lnTo>
                  <a:lnTo>
                    <a:pt x="15831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322607" y="4600550"/>
              <a:ext cx="1770617" cy="3589266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724704" y="4600547"/>
              <a:ext cx="1368523" cy="1332412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10359130" y="4743385"/>
              <a:ext cx="1117600" cy="2981325"/>
            </a:xfrm>
            <a:custGeom>
              <a:avLst/>
              <a:gdLst/>
              <a:ahLst/>
              <a:cxnLst/>
              <a:rect l="l" t="t" r="r" b="b"/>
              <a:pathLst>
                <a:path w="1117600" h="2981325">
                  <a:moveTo>
                    <a:pt x="544433" y="0"/>
                  </a:moveTo>
                  <a:lnTo>
                    <a:pt x="475727" y="19108"/>
                  </a:lnTo>
                  <a:lnTo>
                    <a:pt x="407975" y="40388"/>
                  </a:lnTo>
                  <a:lnTo>
                    <a:pt x="334073" y="67170"/>
                  </a:lnTo>
                  <a:lnTo>
                    <a:pt x="310890" y="99043"/>
                  </a:lnTo>
                  <a:lnTo>
                    <a:pt x="298249" y="166240"/>
                  </a:lnTo>
                  <a:lnTo>
                    <a:pt x="295198" y="210620"/>
                  </a:lnTo>
                  <a:lnTo>
                    <a:pt x="293962" y="260873"/>
                  </a:lnTo>
                  <a:lnTo>
                    <a:pt x="294268" y="316013"/>
                  </a:lnTo>
                  <a:lnTo>
                    <a:pt x="295842" y="375054"/>
                  </a:lnTo>
                  <a:lnTo>
                    <a:pt x="298411" y="437009"/>
                  </a:lnTo>
                  <a:lnTo>
                    <a:pt x="301702" y="500894"/>
                  </a:lnTo>
                  <a:lnTo>
                    <a:pt x="305441" y="565721"/>
                  </a:lnTo>
                  <a:lnTo>
                    <a:pt x="309355" y="630506"/>
                  </a:lnTo>
                  <a:lnTo>
                    <a:pt x="313171" y="694261"/>
                  </a:lnTo>
                  <a:lnTo>
                    <a:pt x="316615" y="756002"/>
                  </a:lnTo>
                  <a:lnTo>
                    <a:pt x="319413" y="814741"/>
                  </a:lnTo>
                  <a:lnTo>
                    <a:pt x="321293" y="869493"/>
                  </a:lnTo>
                  <a:lnTo>
                    <a:pt x="321980" y="919272"/>
                  </a:lnTo>
                  <a:lnTo>
                    <a:pt x="321203" y="963092"/>
                  </a:lnTo>
                  <a:lnTo>
                    <a:pt x="314157" y="1028911"/>
                  </a:lnTo>
                  <a:lnTo>
                    <a:pt x="291285" y="1086233"/>
                  </a:lnTo>
                  <a:lnTo>
                    <a:pt x="254092" y="1138411"/>
                  </a:lnTo>
                  <a:lnTo>
                    <a:pt x="182240" y="1218404"/>
                  </a:lnTo>
                  <a:lnTo>
                    <a:pt x="156471" y="1248128"/>
                  </a:lnTo>
                  <a:lnTo>
                    <a:pt x="130820" y="1280465"/>
                  </a:lnTo>
                  <a:lnTo>
                    <a:pt x="105905" y="1316065"/>
                  </a:lnTo>
                  <a:lnTo>
                    <a:pt x="82340" y="1355578"/>
                  </a:lnTo>
                  <a:lnTo>
                    <a:pt x="60742" y="1399653"/>
                  </a:lnTo>
                  <a:lnTo>
                    <a:pt x="41729" y="1448941"/>
                  </a:lnTo>
                  <a:lnTo>
                    <a:pt x="25916" y="1504091"/>
                  </a:lnTo>
                  <a:lnTo>
                    <a:pt x="13919" y="1565754"/>
                  </a:lnTo>
                  <a:lnTo>
                    <a:pt x="6355" y="1634578"/>
                  </a:lnTo>
                  <a:lnTo>
                    <a:pt x="0" y="1735629"/>
                  </a:lnTo>
                  <a:lnTo>
                    <a:pt x="0" y="2180000"/>
                  </a:lnTo>
                  <a:lnTo>
                    <a:pt x="8967" y="2302918"/>
                  </a:lnTo>
                  <a:lnTo>
                    <a:pt x="49097" y="2702367"/>
                  </a:lnTo>
                  <a:lnTo>
                    <a:pt x="103311" y="2802217"/>
                  </a:lnTo>
                  <a:lnTo>
                    <a:pt x="202331" y="2864548"/>
                  </a:lnTo>
                  <a:lnTo>
                    <a:pt x="419011" y="2915504"/>
                  </a:lnTo>
                  <a:lnTo>
                    <a:pt x="826205" y="2981227"/>
                  </a:lnTo>
                  <a:lnTo>
                    <a:pt x="876971" y="2641216"/>
                  </a:lnTo>
                  <a:lnTo>
                    <a:pt x="985862" y="1874263"/>
                  </a:lnTo>
                  <a:lnTo>
                    <a:pt x="1087768" y="1059997"/>
                  </a:lnTo>
                  <a:lnTo>
                    <a:pt x="1117578" y="578045"/>
                  </a:lnTo>
                  <a:lnTo>
                    <a:pt x="1107890" y="536385"/>
                  </a:lnTo>
                  <a:lnTo>
                    <a:pt x="1091727" y="495558"/>
                  </a:lnTo>
                  <a:lnTo>
                    <a:pt x="1069814" y="455619"/>
                  </a:lnTo>
                  <a:lnTo>
                    <a:pt x="1042875" y="416621"/>
                  </a:lnTo>
                  <a:lnTo>
                    <a:pt x="1011638" y="378619"/>
                  </a:lnTo>
                  <a:lnTo>
                    <a:pt x="976826" y="341668"/>
                  </a:lnTo>
                  <a:lnTo>
                    <a:pt x="939166" y="305822"/>
                  </a:lnTo>
                  <a:lnTo>
                    <a:pt x="899384" y="271135"/>
                  </a:lnTo>
                  <a:lnTo>
                    <a:pt x="858205" y="237662"/>
                  </a:lnTo>
                  <a:lnTo>
                    <a:pt x="816354" y="205458"/>
                  </a:lnTo>
                  <a:lnTo>
                    <a:pt x="774557" y="174575"/>
                  </a:lnTo>
                  <a:lnTo>
                    <a:pt x="656744" y="90407"/>
                  </a:lnTo>
                  <a:lnTo>
                    <a:pt x="622419" y="65359"/>
                  </a:lnTo>
                  <a:lnTo>
                    <a:pt x="591774" y="41906"/>
                  </a:lnTo>
                  <a:lnTo>
                    <a:pt x="565537" y="20101"/>
                  </a:lnTo>
                  <a:lnTo>
                    <a:pt x="544433" y="0"/>
                  </a:lnTo>
                  <a:close/>
                </a:path>
              </a:pathLst>
            </a:custGeom>
            <a:solidFill>
              <a:srgbClr val="034651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0235989" y="4616939"/>
              <a:ext cx="1234440" cy="2994025"/>
            </a:xfrm>
            <a:custGeom>
              <a:avLst/>
              <a:gdLst/>
              <a:ahLst/>
              <a:cxnLst/>
              <a:rect l="l" t="t" r="r" b="b"/>
              <a:pathLst>
                <a:path w="1234440" h="2994025">
                  <a:moveTo>
                    <a:pt x="702759" y="0"/>
                  </a:moveTo>
                  <a:lnTo>
                    <a:pt x="632895" y="14122"/>
                  </a:lnTo>
                  <a:lnTo>
                    <a:pt x="563832" y="30480"/>
                  </a:lnTo>
                  <a:lnTo>
                    <a:pt x="488253" y="51883"/>
                  </a:lnTo>
                  <a:lnTo>
                    <a:pt x="462912" y="82010"/>
                  </a:lnTo>
                  <a:lnTo>
                    <a:pt x="445632" y="148130"/>
                  </a:lnTo>
                  <a:lnTo>
                    <a:pt x="439503" y="192179"/>
                  </a:lnTo>
                  <a:lnTo>
                    <a:pt x="434777" y="242217"/>
                  </a:lnTo>
                  <a:lnTo>
                    <a:pt x="431249" y="297241"/>
                  </a:lnTo>
                  <a:lnTo>
                    <a:pt x="428715" y="356247"/>
                  </a:lnTo>
                  <a:lnTo>
                    <a:pt x="426971" y="418233"/>
                  </a:lnTo>
                  <a:lnTo>
                    <a:pt x="425812" y="482194"/>
                  </a:lnTo>
                  <a:lnTo>
                    <a:pt x="425035" y="547129"/>
                  </a:lnTo>
                  <a:lnTo>
                    <a:pt x="423809" y="675903"/>
                  </a:lnTo>
                  <a:lnTo>
                    <a:pt x="422951" y="737737"/>
                  </a:lnTo>
                  <a:lnTo>
                    <a:pt x="421659" y="796531"/>
                  </a:lnTo>
                  <a:lnTo>
                    <a:pt x="419727" y="851281"/>
                  </a:lnTo>
                  <a:lnTo>
                    <a:pt x="416951" y="900986"/>
                  </a:lnTo>
                  <a:lnTo>
                    <a:pt x="413128" y="944641"/>
                  </a:lnTo>
                  <a:lnTo>
                    <a:pt x="401522" y="1009791"/>
                  </a:lnTo>
                  <a:lnTo>
                    <a:pt x="374722" y="1065325"/>
                  </a:lnTo>
                  <a:lnTo>
                    <a:pt x="333995" y="1114698"/>
                  </a:lnTo>
                  <a:lnTo>
                    <a:pt x="256761" y="1189326"/>
                  </a:lnTo>
                  <a:lnTo>
                    <a:pt x="228990" y="1217123"/>
                  </a:lnTo>
                  <a:lnTo>
                    <a:pt x="201155" y="1247536"/>
                  </a:lnTo>
                  <a:lnTo>
                    <a:pt x="173826" y="1281256"/>
                  </a:lnTo>
                  <a:lnTo>
                    <a:pt x="147573" y="1318976"/>
                  </a:lnTo>
                  <a:lnTo>
                    <a:pt x="122965" y="1361388"/>
                  </a:lnTo>
                  <a:lnTo>
                    <a:pt x="100572" y="1409186"/>
                  </a:lnTo>
                  <a:lnTo>
                    <a:pt x="80964" y="1463061"/>
                  </a:lnTo>
                  <a:lnTo>
                    <a:pt x="64711" y="1523707"/>
                  </a:lnTo>
                  <a:lnTo>
                    <a:pt x="52381" y="1591815"/>
                  </a:lnTo>
                  <a:lnTo>
                    <a:pt x="21039" y="1826760"/>
                  </a:lnTo>
                  <a:lnTo>
                    <a:pt x="5197" y="2029930"/>
                  </a:lnTo>
                  <a:lnTo>
                    <a:pt x="0" y="2313692"/>
                  </a:lnTo>
                  <a:lnTo>
                    <a:pt x="592" y="2790417"/>
                  </a:lnTo>
                  <a:lnTo>
                    <a:pt x="48044" y="2891871"/>
                  </a:lnTo>
                  <a:lnTo>
                    <a:pt x="144690" y="2946898"/>
                  </a:lnTo>
                  <a:lnTo>
                    <a:pt x="363276" y="2974586"/>
                  </a:lnTo>
                  <a:lnTo>
                    <a:pt x="776548" y="2994024"/>
                  </a:lnTo>
                  <a:lnTo>
                    <a:pt x="850827" y="2658509"/>
                  </a:lnTo>
                  <a:lnTo>
                    <a:pt x="1012769" y="1901299"/>
                  </a:lnTo>
                  <a:lnTo>
                    <a:pt x="1171035" y="1096390"/>
                  </a:lnTo>
                  <a:lnTo>
                    <a:pt x="1234282" y="617782"/>
                  </a:lnTo>
                  <a:lnTo>
                    <a:pt x="1227515" y="575531"/>
                  </a:lnTo>
                  <a:lnTo>
                    <a:pt x="1214230" y="533645"/>
                  </a:lnTo>
                  <a:lnTo>
                    <a:pt x="1195147" y="492231"/>
                  </a:lnTo>
                  <a:lnTo>
                    <a:pt x="1170987" y="451396"/>
                  </a:lnTo>
                  <a:lnTo>
                    <a:pt x="1142469" y="411245"/>
                  </a:lnTo>
                  <a:lnTo>
                    <a:pt x="1110313" y="371885"/>
                  </a:lnTo>
                  <a:lnTo>
                    <a:pt x="1075240" y="333423"/>
                  </a:lnTo>
                  <a:lnTo>
                    <a:pt x="1037968" y="295964"/>
                  </a:lnTo>
                  <a:lnTo>
                    <a:pt x="999219" y="259616"/>
                  </a:lnTo>
                  <a:lnTo>
                    <a:pt x="959711" y="224484"/>
                  </a:lnTo>
                  <a:lnTo>
                    <a:pt x="920166" y="190676"/>
                  </a:lnTo>
                  <a:lnTo>
                    <a:pt x="881303" y="158297"/>
                  </a:lnTo>
                  <a:lnTo>
                    <a:pt x="808501" y="98253"/>
                  </a:lnTo>
                  <a:lnTo>
                    <a:pt x="776003" y="70800"/>
                  </a:lnTo>
                  <a:lnTo>
                    <a:pt x="747067" y="45203"/>
                  </a:lnTo>
                  <a:lnTo>
                    <a:pt x="722412" y="21567"/>
                  </a:lnTo>
                  <a:lnTo>
                    <a:pt x="702759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0938753" y="4293621"/>
              <a:ext cx="553085" cy="555625"/>
            </a:xfrm>
            <a:custGeom>
              <a:avLst/>
              <a:gdLst/>
              <a:ahLst/>
              <a:cxnLst/>
              <a:rect l="l" t="t" r="r" b="b"/>
              <a:pathLst>
                <a:path w="553084" h="555625">
                  <a:moveTo>
                    <a:pt x="355538" y="0"/>
                  </a:moveTo>
                  <a:lnTo>
                    <a:pt x="101033" y="36375"/>
                  </a:lnTo>
                  <a:lnTo>
                    <a:pt x="102111" y="75063"/>
                  </a:lnTo>
                  <a:lnTo>
                    <a:pt x="101977" y="161975"/>
                  </a:lnTo>
                  <a:lnTo>
                    <a:pt x="95578" y="253380"/>
                  </a:lnTo>
                  <a:lnTo>
                    <a:pt x="77861" y="305550"/>
                  </a:lnTo>
                  <a:lnTo>
                    <a:pt x="43092" y="325732"/>
                  </a:lnTo>
                  <a:lnTo>
                    <a:pt x="26236" y="326517"/>
                  </a:lnTo>
                  <a:lnTo>
                    <a:pt x="0" y="323319"/>
                  </a:lnTo>
                  <a:lnTo>
                    <a:pt x="8974" y="336603"/>
                  </a:lnTo>
                  <a:lnTo>
                    <a:pt x="32387" y="368991"/>
                  </a:lnTo>
                  <a:lnTo>
                    <a:pt x="64975" y="409291"/>
                  </a:lnTo>
                  <a:lnTo>
                    <a:pt x="101473" y="446311"/>
                  </a:lnTo>
                  <a:lnTo>
                    <a:pt x="137506" y="474317"/>
                  </a:lnTo>
                  <a:lnTo>
                    <a:pt x="176625" y="498674"/>
                  </a:lnTo>
                  <a:lnTo>
                    <a:pt x="218659" y="519011"/>
                  </a:lnTo>
                  <a:lnTo>
                    <a:pt x="263437" y="534955"/>
                  </a:lnTo>
                  <a:lnTo>
                    <a:pt x="310789" y="546132"/>
                  </a:lnTo>
                  <a:lnTo>
                    <a:pt x="360543" y="552171"/>
                  </a:lnTo>
                  <a:lnTo>
                    <a:pt x="443121" y="555257"/>
                  </a:lnTo>
                  <a:lnTo>
                    <a:pt x="501126" y="551981"/>
                  </a:lnTo>
                  <a:lnTo>
                    <a:pt x="536966" y="542267"/>
                  </a:lnTo>
                  <a:lnTo>
                    <a:pt x="553050" y="526037"/>
                  </a:lnTo>
                  <a:lnTo>
                    <a:pt x="551787" y="503215"/>
                  </a:lnTo>
                  <a:lnTo>
                    <a:pt x="535585" y="473723"/>
                  </a:lnTo>
                  <a:lnTo>
                    <a:pt x="501538" y="429479"/>
                  </a:lnTo>
                  <a:lnTo>
                    <a:pt x="466650" y="388832"/>
                  </a:lnTo>
                  <a:lnTo>
                    <a:pt x="433419" y="348570"/>
                  </a:lnTo>
                  <a:lnTo>
                    <a:pt x="404342" y="305482"/>
                  </a:lnTo>
                  <a:lnTo>
                    <a:pt x="381915" y="256358"/>
                  </a:lnTo>
                  <a:lnTo>
                    <a:pt x="364404" y="202507"/>
                  </a:lnTo>
                  <a:lnTo>
                    <a:pt x="355820" y="157852"/>
                  </a:lnTo>
                  <a:lnTo>
                    <a:pt x="353689" y="98361"/>
                  </a:lnTo>
                  <a:lnTo>
                    <a:pt x="355538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0650834" y="5157504"/>
              <a:ext cx="119380" cy="417830"/>
            </a:xfrm>
            <a:custGeom>
              <a:avLst/>
              <a:gdLst/>
              <a:ahLst/>
              <a:cxnLst/>
              <a:rect l="l" t="t" r="r" b="b"/>
              <a:pathLst>
                <a:path w="119379" h="417829">
                  <a:moveTo>
                    <a:pt x="119137" y="0"/>
                  </a:moveTo>
                  <a:lnTo>
                    <a:pt x="9716" y="105389"/>
                  </a:lnTo>
                  <a:lnTo>
                    <a:pt x="6114" y="279583"/>
                  </a:lnTo>
                  <a:lnTo>
                    <a:pt x="0" y="387171"/>
                  </a:lnTo>
                  <a:lnTo>
                    <a:pt x="21590" y="417537"/>
                  </a:lnTo>
                  <a:lnTo>
                    <a:pt x="119137" y="0"/>
                  </a:lnTo>
                  <a:close/>
                </a:path>
              </a:pathLst>
            </a:custGeom>
            <a:solidFill>
              <a:srgbClr val="034651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0803025" y="3708019"/>
              <a:ext cx="675640" cy="884555"/>
            </a:xfrm>
            <a:custGeom>
              <a:avLst/>
              <a:gdLst/>
              <a:ahLst/>
              <a:cxnLst/>
              <a:rect l="l" t="t" r="r" b="b"/>
              <a:pathLst>
                <a:path w="675640" h="884554">
                  <a:moveTo>
                    <a:pt x="316034" y="0"/>
                  </a:moveTo>
                  <a:lnTo>
                    <a:pt x="264211" y="6630"/>
                  </a:lnTo>
                  <a:lnTo>
                    <a:pt x="210729" y="20046"/>
                  </a:lnTo>
                  <a:lnTo>
                    <a:pt x="164466" y="38230"/>
                  </a:lnTo>
                  <a:lnTo>
                    <a:pt x="124979" y="60778"/>
                  </a:lnTo>
                  <a:lnTo>
                    <a:pt x="91827" y="87288"/>
                  </a:lnTo>
                  <a:lnTo>
                    <a:pt x="64566" y="117357"/>
                  </a:lnTo>
                  <a:lnTo>
                    <a:pt x="42757" y="150582"/>
                  </a:lnTo>
                  <a:lnTo>
                    <a:pt x="25956" y="186562"/>
                  </a:lnTo>
                  <a:lnTo>
                    <a:pt x="13722" y="224892"/>
                  </a:lnTo>
                  <a:lnTo>
                    <a:pt x="5612" y="265170"/>
                  </a:lnTo>
                  <a:lnTo>
                    <a:pt x="1185" y="306994"/>
                  </a:lnTo>
                  <a:lnTo>
                    <a:pt x="0" y="349961"/>
                  </a:lnTo>
                  <a:lnTo>
                    <a:pt x="1613" y="393668"/>
                  </a:lnTo>
                  <a:lnTo>
                    <a:pt x="5583" y="437712"/>
                  </a:lnTo>
                  <a:lnTo>
                    <a:pt x="11468" y="481690"/>
                  </a:lnTo>
                  <a:lnTo>
                    <a:pt x="18826" y="525201"/>
                  </a:lnTo>
                  <a:lnTo>
                    <a:pt x="30474" y="574161"/>
                  </a:lnTo>
                  <a:lnTo>
                    <a:pt x="46820" y="621176"/>
                  </a:lnTo>
                  <a:lnTo>
                    <a:pt x="67473" y="665790"/>
                  </a:lnTo>
                  <a:lnTo>
                    <a:pt x="92043" y="707547"/>
                  </a:lnTo>
                  <a:lnTo>
                    <a:pt x="120139" y="745993"/>
                  </a:lnTo>
                  <a:lnTo>
                    <a:pt x="151372" y="780672"/>
                  </a:lnTo>
                  <a:lnTo>
                    <a:pt x="185351" y="811130"/>
                  </a:lnTo>
                  <a:lnTo>
                    <a:pt x="221686" y="836910"/>
                  </a:lnTo>
                  <a:lnTo>
                    <a:pt x="259986" y="857558"/>
                  </a:lnTo>
                  <a:lnTo>
                    <a:pt x="299863" y="872619"/>
                  </a:lnTo>
                  <a:lnTo>
                    <a:pt x="340925" y="881637"/>
                  </a:lnTo>
                  <a:lnTo>
                    <a:pt x="382782" y="884157"/>
                  </a:lnTo>
                  <a:lnTo>
                    <a:pt x="425044" y="879724"/>
                  </a:lnTo>
                  <a:lnTo>
                    <a:pt x="465834" y="868346"/>
                  </a:lnTo>
                  <a:lnTo>
                    <a:pt x="503442" y="850704"/>
                  </a:lnTo>
                  <a:lnTo>
                    <a:pt x="537726" y="827354"/>
                  </a:lnTo>
                  <a:lnTo>
                    <a:pt x="568544" y="798850"/>
                  </a:lnTo>
                  <a:lnTo>
                    <a:pt x="595754" y="765749"/>
                  </a:lnTo>
                  <a:lnTo>
                    <a:pt x="619214" y="728605"/>
                  </a:lnTo>
                  <a:lnTo>
                    <a:pt x="638784" y="687975"/>
                  </a:lnTo>
                  <a:lnTo>
                    <a:pt x="654321" y="644413"/>
                  </a:lnTo>
                  <a:lnTo>
                    <a:pt x="665683" y="598476"/>
                  </a:lnTo>
                  <a:lnTo>
                    <a:pt x="672730" y="550718"/>
                  </a:lnTo>
                  <a:lnTo>
                    <a:pt x="675318" y="501694"/>
                  </a:lnTo>
                  <a:lnTo>
                    <a:pt x="673307" y="451961"/>
                  </a:lnTo>
                  <a:lnTo>
                    <a:pt x="666555" y="402074"/>
                  </a:lnTo>
                  <a:lnTo>
                    <a:pt x="657876" y="358810"/>
                  </a:lnTo>
                  <a:lnTo>
                    <a:pt x="647585" y="315662"/>
                  </a:lnTo>
                  <a:lnTo>
                    <a:pt x="635456" y="273160"/>
                  </a:lnTo>
                  <a:lnTo>
                    <a:pt x="621261" y="231834"/>
                  </a:lnTo>
                  <a:lnTo>
                    <a:pt x="604776" y="192215"/>
                  </a:lnTo>
                  <a:lnTo>
                    <a:pt x="585774" y="154834"/>
                  </a:lnTo>
                  <a:lnTo>
                    <a:pt x="564030" y="120221"/>
                  </a:lnTo>
                  <a:lnTo>
                    <a:pt x="539316" y="88906"/>
                  </a:lnTo>
                  <a:lnTo>
                    <a:pt x="511408" y="61421"/>
                  </a:lnTo>
                  <a:lnTo>
                    <a:pt x="480079" y="38295"/>
                  </a:lnTo>
                  <a:lnTo>
                    <a:pt x="445103" y="20059"/>
                  </a:lnTo>
                  <a:lnTo>
                    <a:pt x="406255" y="7245"/>
                  </a:lnTo>
                  <a:lnTo>
                    <a:pt x="363307" y="381"/>
                  </a:lnTo>
                  <a:lnTo>
                    <a:pt x="316034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0288608" y="5996759"/>
              <a:ext cx="349250" cy="454025"/>
            </a:xfrm>
            <a:custGeom>
              <a:avLst/>
              <a:gdLst/>
              <a:ahLst/>
              <a:cxnLst/>
              <a:rect l="l" t="t" r="r" b="b"/>
              <a:pathLst>
                <a:path w="349250" h="454025">
                  <a:moveTo>
                    <a:pt x="130896" y="0"/>
                  </a:moveTo>
                  <a:lnTo>
                    <a:pt x="66384" y="48796"/>
                  </a:lnTo>
                  <a:lnTo>
                    <a:pt x="11922" y="153608"/>
                  </a:lnTo>
                  <a:lnTo>
                    <a:pt x="0" y="191661"/>
                  </a:lnTo>
                  <a:lnTo>
                    <a:pt x="0" y="394585"/>
                  </a:lnTo>
                  <a:lnTo>
                    <a:pt x="8805" y="453399"/>
                  </a:lnTo>
                  <a:lnTo>
                    <a:pt x="35787" y="285191"/>
                  </a:lnTo>
                  <a:lnTo>
                    <a:pt x="55423" y="196164"/>
                  </a:lnTo>
                  <a:lnTo>
                    <a:pt x="77291" y="156662"/>
                  </a:lnTo>
                  <a:lnTo>
                    <a:pt x="110969" y="137023"/>
                  </a:lnTo>
                  <a:lnTo>
                    <a:pt x="152215" y="125760"/>
                  </a:lnTo>
                  <a:lnTo>
                    <a:pt x="317163" y="125760"/>
                  </a:lnTo>
                  <a:lnTo>
                    <a:pt x="349078" y="100442"/>
                  </a:lnTo>
                  <a:lnTo>
                    <a:pt x="246379" y="30775"/>
                  </a:lnTo>
                  <a:lnTo>
                    <a:pt x="130896" y="0"/>
                  </a:lnTo>
                  <a:close/>
                </a:path>
                <a:path w="349250" h="454025">
                  <a:moveTo>
                    <a:pt x="317163" y="125760"/>
                  </a:moveTo>
                  <a:lnTo>
                    <a:pt x="152215" y="125760"/>
                  </a:lnTo>
                  <a:lnTo>
                    <a:pt x="187345" y="126452"/>
                  </a:lnTo>
                  <a:lnTo>
                    <a:pt x="211782" y="132042"/>
                  </a:lnTo>
                  <a:lnTo>
                    <a:pt x="220945" y="135474"/>
                  </a:lnTo>
                  <a:lnTo>
                    <a:pt x="295257" y="143138"/>
                  </a:lnTo>
                  <a:lnTo>
                    <a:pt x="317163" y="125760"/>
                  </a:lnTo>
                  <a:close/>
                </a:path>
              </a:pathLst>
            </a:custGeom>
            <a:solidFill>
              <a:srgbClr val="034651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1354302" y="4616939"/>
              <a:ext cx="791845" cy="2924175"/>
            </a:xfrm>
            <a:custGeom>
              <a:avLst/>
              <a:gdLst/>
              <a:ahLst/>
              <a:cxnLst/>
              <a:rect l="l" t="t" r="r" b="b"/>
              <a:pathLst>
                <a:path w="791845" h="2924175">
                  <a:moveTo>
                    <a:pt x="0" y="0"/>
                  </a:moveTo>
                  <a:lnTo>
                    <a:pt x="44309" y="40289"/>
                  </a:lnTo>
                  <a:lnTo>
                    <a:pt x="90465" y="79189"/>
                  </a:lnTo>
                  <a:lnTo>
                    <a:pt x="137872" y="116755"/>
                  </a:lnTo>
                  <a:lnTo>
                    <a:pt x="185936" y="153039"/>
                  </a:lnTo>
                  <a:lnTo>
                    <a:pt x="234063" y="188093"/>
                  </a:lnTo>
                  <a:lnTo>
                    <a:pt x="281657" y="221971"/>
                  </a:lnTo>
                  <a:lnTo>
                    <a:pt x="372872" y="286412"/>
                  </a:lnTo>
                  <a:lnTo>
                    <a:pt x="415303" y="317080"/>
                  </a:lnTo>
                  <a:lnTo>
                    <a:pt x="454824" y="346785"/>
                  </a:lnTo>
                  <a:lnTo>
                    <a:pt x="490841" y="375578"/>
                  </a:lnTo>
                  <a:lnTo>
                    <a:pt x="522759" y="403514"/>
                  </a:lnTo>
                  <a:lnTo>
                    <a:pt x="549983" y="430645"/>
                  </a:lnTo>
                  <a:lnTo>
                    <a:pt x="587973" y="482705"/>
                  </a:lnTo>
                  <a:lnTo>
                    <a:pt x="600055" y="532182"/>
                  </a:lnTo>
                  <a:lnTo>
                    <a:pt x="621425" y="963632"/>
                  </a:lnTo>
                  <a:lnTo>
                    <a:pt x="675238" y="1779297"/>
                  </a:lnTo>
                  <a:lnTo>
                    <a:pt x="730359" y="2569285"/>
                  </a:lnTo>
                  <a:lnTo>
                    <a:pt x="755652" y="2923701"/>
                  </a:lnTo>
                  <a:lnTo>
                    <a:pt x="782138" y="1638748"/>
                  </a:lnTo>
                  <a:lnTo>
                    <a:pt x="791592" y="961282"/>
                  </a:lnTo>
                  <a:lnTo>
                    <a:pt x="784576" y="667070"/>
                  </a:lnTo>
                  <a:lnTo>
                    <a:pt x="761652" y="531879"/>
                  </a:lnTo>
                  <a:lnTo>
                    <a:pt x="740722" y="480425"/>
                  </a:lnTo>
                  <a:lnTo>
                    <a:pt x="703467" y="430545"/>
                  </a:lnTo>
                  <a:lnTo>
                    <a:pt x="651038" y="381030"/>
                  </a:lnTo>
                  <a:lnTo>
                    <a:pt x="619493" y="356032"/>
                  </a:lnTo>
                  <a:lnTo>
                    <a:pt x="584586" y="330671"/>
                  </a:lnTo>
                  <a:lnTo>
                    <a:pt x="546461" y="304797"/>
                  </a:lnTo>
                  <a:lnTo>
                    <a:pt x="505262" y="278257"/>
                  </a:lnTo>
                  <a:lnTo>
                    <a:pt x="461132" y="250902"/>
                  </a:lnTo>
                  <a:lnTo>
                    <a:pt x="414217" y="222580"/>
                  </a:lnTo>
                  <a:lnTo>
                    <a:pt x="258191" y="130300"/>
                  </a:lnTo>
                  <a:lnTo>
                    <a:pt x="201570" y="96598"/>
                  </a:lnTo>
                  <a:lnTo>
                    <a:pt x="142881" y="61172"/>
                  </a:lnTo>
                  <a:lnTo>
                    <a:pt x="82269" y="23873"/>
                  </a:lnTo>
                  <a:lnTo>
                    <a:pt x="61719" y="15350"/>
                  </a:lnTo>
                  <a:lnTo>
                    <a:pt x="34294" y="7676"/>
                  </a:lnTo>
                  <a:lnTo>
                    <a:pt x="10289" y="2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0850715" y="4616951"/>
              <a:ext cx="1282065" cy="2994025"/>
            </a:xfrm>
            <a:custGeom>
              <a:avLst/>
              <a:gdLst/>
              <a:ahLst/>
              <a:cxnLst/>
              <a:rect l="l" t="t" r="r" b="b"/>
              <a:pathLst>
                <a:path w="1282065" h="2994025">
                  <a:moveTo>
                    <a:pt x="619556" y="583869"/>
                  </a:moveTo>
                  <a:lnTo>
                    <a:pt x="609612" y="544601"/>
                  </a:lnTo>
                  <a:lnTo>
                    <a:pt x="595210" y="505688"/>
                  </a:lnTo>
                  <a:lnTo>
                    <a:pt x="576618" y="467118"/>
                  </a:lnTo>
                  <a:lnTo>
                    <a:pt x="554126" y="428917"/>
                  </a:lnTo>
                  <a:lnTo>
                    <a:pt x="528053" y="391083"/>
                  </a:lnTo>
                  <a:lnTo>
                    <a:pt x="498678" y="353618"/>
                  </a:lnTo>
                  <a:lnTo>
                    <a:pt x="466293" y="316522"/>
                  </a:lnTo>
                  <a:lnTo>
                    <a:pt x="431190" y="279806"/>
                  </a:lnTo>
                  <a:lnTo>
                    <a:pt x="393674" y="243459"/>
                  </a:lnTo>
                  <a:lnTo>
                    <a:pt x="354025" y="207505"/>
                  </a:lnTo>
                  <a:lnTo>
                    <a:pt x="312559" y="171932"/>
                  </a:lnTo>
                  <a:lnTo>
                    <a:pt x="269544" y="136753"/>
                  </a:lnTo>
                  <a:lnTo>
                    <a:pt x="225298" y="101955"/>
                  </a:lnTo>
                  <a:lnTo>
                    <a:pt x="180098" y="67564"/>
                  </a:lnTo>
                  <a:lnTo>
                    <a:pt x="134239" y="33578"/>
                  </a:lnTo>
                  <a:lnTo>
                    <a:pt x="88023" y="0"/>
                  </a:lnTo>
                  <a:lnTo>
                    <a:pt x="77508" y="1092"/>
                  </a:lnTo>
                  <a:lnTo>
                    <a:pt x="52628" y="4051"/>
                  </a:lnTo>
                  <a:lnTo>
                    <a:pt x="23444" y="8382"/>
                  </a:lnTo>
                  <a:lnTo>
                    <a:pt x="0" y="13601"/>
                  </a:lnTo>
                  <a:lnTo>
                    <a:pt x="246697" y="484708"/>
                  </a:lnTo>
                  <a:lnTo>
                    <a:pt x="285978" y="480542"/>
                  </a:lnTo>
                  <a:lnTo>
                    <a:pt x="372859" y="490143"/>
                  </a:lnTo>
                  <a:lnTo>
                    <a:pt x="460883" y="546684"/>
                  </a:lnTo>
                  <a:lnTo>
                    <a:pt x="503580" y="683298"/>
                  </a:lnTo>
                  <a:lnTo>
                    <a:pt x="499973" y="860069"/>
                  </a:lnTo>
                  <a:lnTo>
                    <a:pt x="451891" y="1158963"/>
                  </a:lnTo>
                  <a:lnTo>
                    <a:pt x="317169" y="1795983"/>
                  </a:lnTo>
                  <a:lnTo>
                    <a:pt x="53619" y="2987103"/>
                  </a:lnTo>
                  <a:lnTo>
                    <a:pt x="161810" y="2994025"/>
                  </a:lnTo>
                  <a:lnTo>
                    <a:pt x="239039" y="2647023"/>
                  </a:lnTo>
                  <a:lnTo>
                    <a:pt x="405879" y="1867839"/>
                  </a:lnTo>
                  <a:lnTo>
                    <a:pt x="565124" y="1049210"/>
                  </a:lnTo>
                  <a:lnTo>
                    <a:pt x="619556" y="583869"/>
                  </a:lnTo>
                  <a:close/>
                </a:path>
                <a:path w="1282065" h="2994025">
                  <a:moveTo>
                    <a:pt x="1281988" y="1677200"/>
                  </a:moveTo>
                  <a:lnTo>
                    <a:pt x="1264945" y="1509585"/>
                  </a:lnTo>
                  <a:lnTo>
                    <a:pt x="1228890" y="1130858"/>
                  </a:lnTo>
                  <a:lnTo>
                    <a:pt x="1196340" y="727176"/>
                  </a:lnTo>
                  <a:lnTo>
                    <a:pt x="1189888" y="484708"/>
                  </a:lnTo>
                  <a:lnTo>
                    <a:pt x="1196238" y="444119"/>
                  </a:lnTo>
                  <a:lnTo>
                    <a:pt x="1203845" y="421144"/>
                  </a:lnTo>
                  <a:lnTo>
                    <a:pt x="1217625" y="407250"/>
                  </a:lnTo>
                  <a:lnTo>
                    <a:pt x="1242517" y="393954"/>
                  </a:lnTo>
                  <a:lnTo>
                    <a:pt x="1228699" y="384149"/>
                  </a:lnTo>
                  <a:lnTo>
                    <a:pt x="1113828" y="307809"/>
                  </a:lnTo>
                  <a:lnTo>
                    <a:pt x="1002449" y="234950"/>
                  </a:lnTo>
                  <a:lnTo>
                    <a:pt x="836002" y="126961"/>
                  </a:lnTo>
                  <a:lnTo>
                    <a:pt x="756285" y="75819"/>
                  </a:lnTo>
                  <a:lnTo>
                    <a:pt x="695299" y="39268"/>
                  </a:lnTo>
                  <a:lnTo>
                    <a:pt x="658520" y="25374"/>
                  </a:lnTo>
                  <a:lnTo>
                    <a:pt x="601802" y="14211"/>
                  </a:lnTo>
                  <a:lnTo>
                    <a:pt x="503580" y="0"/>
                  </a:lnTo>
                  <a:lnTo>
                    <a:pt x="544969" y="42405"/>
                  </a:lnTo>
                  <a:lnTo>
                    <a:pt x="588899" y="82753"/>
                  </a:lnTo>
                  <a:lnTo>
                    <a:pt x="634669" y="121196"/>
                  </a:lnTo>
                  <a:lnTo>
                    <a:pt x="681596" y="157861"/>
                  </a:lnTo>
                  <a:lnTo>
                    <a:pt x="729005" y="192925"/>
                  </a:lnTo>
                  <a:lnTo>
                    <a:pt x="776185" y="226504"/>
                  </a:lnTo>
                  <a:lnTo>
                    <a:pt x="867168" y="289852"/>
                  </a:lnTo>
                  <a:lnTo>
                    <a:pt x="909586" y="319913"/>
                  </a:lnTo>
                  <a:lnTo>
                    <a:pt x="949045" y="349084"/>
                  </a:lnTo>
                  <a:lnTo>
                    <a:pt x="984846" y="377532"/>
                  </a:lnTo>
                  <a:lnTo>
                    <a:pt x="1016317" y="405384"/>
                  </a:lnTo>
                  <a:lnTo>
                    <a:pt x="1063485" y="459917"/>
                  </a:lnTo>
                  <a:lnTo>
                    <a:pt x="1085049" y="513880"/>
                  </a:lnTo>
                  <a:lnTo>
                    <a:pt x="1105408" y="688987"/>
                  </a:lnTo>
                  <a:lnTo>
                    <a:pt x="1130338" y="998385"/>
                  </a:lnTo>
                  <a:lnTo>
                    <a:pt x="1176172" y="1667979"/>
                  </a:lnTo>
                  <a:lnTo>
                    <a:pt x="1259230" y="2923692"/>
                  </a:lnTo>
                  <a:lnTo>
                    <a:pt x="1281988" y="167720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0118182" y="4642092"/>
              <a:ext cx="755650" cy="688340"/>
            </a:xfrm>
            <a:custGeom>
              <a:avLst/>
              <a:gdLst/>
              <a:ahLst/>
              <a:cxnLst/>
              <a:rect l="l" t="t" r="r" b="b"/>
              <a:pathLst>
                <a:path w="755650" h="688339">
                  <a:moveTo>
                    <a:pt x="707182" y="0"/>
                  </a:moveTo>
                  <a:lnTo>
                    <a:pt x="646624" y="13943"/>
                  </a:lnTo>
                  <a:lnTo>
                    <a:pt x="588763" y="32633"/>
                  </a:lnTo>
                  <a:lnTo>
                    <a:pt x="533599" y="55567"/>
                  </a:lnTo>
                  <a:lnTo>
                    <a:pt x="481127" y="82246"/>
                  </a:lnTo>
                  <a:lnTo>
                    <a:pt x="431348" y="112170"/>
                  </a:lnTo>
                  <a:lnTo>
                    <a:pt x="384257" y="144837"/>
                  </a:lnTo>
                  <a:lnTo>
                    <a:pt x="339854" y="179747"/>
                  </a:lnTo>
                  <a:lnTo>
                    <a:pt x="298136" y="216401"/>
                  </a:lnTo>
                  <a:lnTo>
                    <a:pt x="259100" y="254296"/>
                  </a:lnTo>
                  <a:lnTo>
                    <a:pt x="222745" y="292934"/>
                  </a:lnTo>
                  <a:lnTo>
                    <a:pt x="189069" y="331814"/>
                  </a:lnTo>
                  <a:lnTo>
                    <a:pt x="158069" y="370435"/>
                  </a:lnTo>
                  <a:lnTo>
                    <a:pt x="129743" y="408296"/>
                  </a:lnTo>
                  <a:lnTo>
                    <a:pt x="104089" y="444898"/>
                  </a:lnTo>
                  <a:lnTo>
                    <a:pt x="81105" y="479740"/>
                  </a:lnTo>
                  <a:lnTo>
                    <a:pt x="60788" y="512321"/>
                  </a:lnTo>
                  <a:lnTo>
                    <a:pt x="28150" y="568701"/>
                  </a:lnTo>
                  <a:lnTo>
                    <a:pt x="6156" y="610033"/>
                  </a:lnTo>
                  <a:lnTo>
                    <a:pt x="0" y="626172"/>
                  </a:lnTo>
                  <a:lnTo>
                    <a:pt x="1368" y="631714"/>
                  </a:lnTo>
                  <a:lnTo>
                    <a:pt x="7853" y="634095"/>
                  </a:lnTo>
                  <a:lnTo>
                    <a:pt x="47658" y="636152"/>
                  </a:lnTo>
                  <a:lnTo>
                    <a:pt x="99191" y="639608"/>
                  </a:lnTo>
                  <a:lnTo>
                    <a:pt x="157383" y="644725"/>
                  </a:lnTo>
                  <a:lnTo>
                    <a:pt x="217167" y="651767"/>
                  </a:lnTo>
                  <a:lnTo>
                    <a:pt x="273473" y="660996"/>
                  </a:lnTo>
                  <a:lnTo>
                    <a:pt x="321234" y="672675"/>
                  </a:lnTo>
                  <a:lnTo>
                    <a:pt x="355381" y="687068"/>
                  </a:lnTo>
                  <a:lnTo>
                    <a:pt x="377341" y="688239"/>
                  </a:lnTo>
                  <a:lnTo>
                    <a:pt x="416466" y="678719"/>
                  </a:lnTo>
                  <a:lnTo>
                    <a:pt x="467132" y="660239"/>
                  </a:lnTo>
                  <a:lnTo>
                    <a:pt x="523712" y="634533"/>
                  </a:lnTo>
                  <a:lnTo>
                    <a:pt x="580580" y="603332"/>
                  </a:lnTo>
                  <a:lnTo>
                    <a:pt x="632112" y="568369"/>
                  </a:lnTo>
                  <a:lnTo>
                    <a:pt x="672681" y="531376"/>
                  </a:lnTo>
                  <a:lnTo>
                    <a:pt x="705287" y="485288"/>
                  </a:lnTo>
                  <a:lnTo>
                    <a:pt x="728752" y="432982"/>
                  </a:lnTo>
                  <a:lnTo>
                    <a:pt x="744196" y="376420"/>
                  </a:lnTo>
                  <a:lnTo>
                    <a:pt x="752739" y="317567"/>
                  </a:lnTo>
                  <a:lnTo>
                    <a:pt x="755503" y="258389"/>
                  </a:lnTo>
                  <a:lnTo>
                    <a:pt x="753609" y="200848"/>
                  </a:lnTo>
                  <a:lnTo>
                    <a:pt x="748177" y="146910"/>
                  </a:lnTo>
                  <a:lnTo>
                    <a:pt x="740328" y="98538"/>
                  </a:lnTo>
                  <a:lnTo>
                    <a:pt x="731183" y="57696"/>
                  </a:lnTo>
                  <a:lnTo>
                    <a:pt x="713489" y="6463"/>
                  </a:lnTo>
                  <a:lnTo>
                    <a:pt x="707182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1741645" y="5543470"/>
              <a:ext cx="209550" cy="2393315"/>
            </a:xfrm>
            <a:custGeom>
              <a:avLst/>
              <a:gdLst/>
              <a:ahLst/>
              <a:cxnLst/>
              <a:rect l="l" t="t" r="r" b="b"/>
              <a:pathLst>
                <a:path w="209550" h="2393315">
                  <a:moveTo>
                    <a:pt x="49899" y="0"/>
                  </a:moveTo>
                  <a:lnTo>
                    <a:pt x="21774" y="42139"/>
                  </a:lnTo>
                  <a:lnTo>
                    <a:pt x="5748" y="102612"/>
                  </a:lnTo>
                  <a:lnTo>
                    <a:pt x="0" y="178939"/>
                  </a:lnTo>
                  <a:lnTo>
                    <a:pt x="410" y="222273"/>
                  </a:lnTo>
                  <a:lnTo>
                    <a:pt x="2707" y="268640"/>
                  </a:lnTo>
                  <a:lnTo>
                    <a:pt x="6662" y="317732"/>
                  </a:lnTo>
                  <a:lnTo>
                    <a:pt x="12049" y="369237"/>
                  </a:lnTo>
                  <a:lnTo>
                    <a:pt x="18639" y="422846"/>
                  </a:lnTo>
                  <a:lnTo>
                    <a:pt x="26204" y="478248"/>
                  </a:lnTo>
                  <a:lnTo>
                    <a:pt x="34517" y="535135"/>
                  </a:lnTo>
                  <a:lnTo>
                    <a:pt x="70697" y="771320"/>
                  </a:lnTo>
                  <a:lnTo>
                    <a:pt x="79335" y="830977"/>
                  </a:lnTo>
                  <a:lnTo>
                    <a:pt x="87355" y="890257"/>
                  </a:lnTo>
                  <a:lnTo>
                    <a:pt x="94530" y="948852"/>
                  </a:lnTo>
                  <a:lnTo>
                    <a:pt x="100630" y="1006451"/>
                  </a:lnTo>
                  <a:lnTo>
                    <a:pt x="107212" y="1080818"/>
                  </a:lnTo>
                  <a:lnTo>
                    <a:pt x="112251" y="1150615"/>
                  </a:lnTo>
                  <a:lnTo>
                    <a:pt x="115861" y="1216134"/>
                  </a:lnTo>
                  <a:lnTo>
                    <a:pt x="118155" y="1277667"/>
                  </a:lnTo>
                  <a:lnTo>
                    <a:pt x="119248" y="1335508"/>
                  </a:lnTo>
                  <a:lnTo>
                    <a:pt x="119253" y="1389947"/>
                  </a:lnTo>
                  <a:lnTo>
                    <a:pt x="118284" y="1441279"/>
                  </a:lnTo>
                  <a:lnTo>
                    <a:pt x="116454" y="1489796"/>
                  </a:lnTo>
                  <a:lnTo>
                    <a:pt x="113877" y="1535790"/>
                  </a:lnTo>
                  <a:lnTo>
                    <a:pt x="110666" y="1579554"/>
                  </a:lnTo>
                  <a:lnTo>
                    <a:pt x="106936" y="1621381"/>
                  </a:lnTo>
                  <a:lnTo>
                    <a:pt x="102800" y="1661563"/>
                  </a:lnTo>
                  <a:lnTo>
                    <a:pt x="98371" y="1700393"/>
                  </a:lnTo>
                  <a:lnTo>
                    <a:pt x="80004" y="1848044"/>
                  </a:lnTo>
                  <a:lnTo>
                    <a:pt x="75818" y="1884503"/>
                  </a:lnTo>
                  <a:lnTo>
                    <a:pt x="68727" y="1958923"/>
                  </a:lnTo>
                  <a:lnTo>
                    <a:pt x="66050" y="1997470"/>
                  </a:lnTo>
                  <a:lnTo>
                    <a:pt x="64103" y="2037299"/>
                  </a:lnTo>
                  <a:lnTo>
                    <a:pt x="63001" y="2078701"/>
                  </a:lnTo>
                  <a:lnTo>
                    <a:pt x="62856" y="2121970"/>
                  </a:lnTo>
                  <a:lnTo>
                    <a:pt x="63782" y="2167398"/>
                  </a:lnTo>
                  <a:lnTo>
                    <a:pt x="65893" y="2215278"/>
                  </a:lnTo>
                  <a:lnTo>
                    <a:pt x="69303" y="2265903"/>
                  </a:lnTo>
                  <a:lnTo>
                    <a:pt x="74126" y="2319564"/>
                  </a:lnTo>
                  <a:lnTo>
                    <a:pt x="80474" y="2376555"/>
                  </a:lnTo>
                  <a:lnTo>
                    <a:pt x="85209" y="2392770"/>
                  </a:lnTo>
                  <a:lnTo>
                    <a:pt x="91938" y="2383906"/>
                  </a:lnTo>
                  <a:lnTo>
                    <a:pt x="111750" y="2317939"/>
                  </a:lnTo>
                  <a:lnTo>
                    <a:pt x="127732" y="2222138"/>
                  </a:lnTo>
                  <a:lnTo>
                    <a:pt x="142092" y="2129414"/>
                  </a:lnTo>
                  <a:lnTo>
                    <a:pt x="154888" y="2039703"/>
                  </a:lnTo>
                  <a:lnTo>
                    <a:pt x="166176" y="1952942"/>
                  </a:lnTo>
                  <a:lnTo>
                    <a:pt x="176014" y="1869066"/>
                  </a:lnTo>
                  <a:lnTo>
                    <a:pt x="184458" y="1788011"/>
                  </a:lnTo>
                  <a:lnTo>
                    <a:pt x="191565" y="1709713"/>
                  </a:lnTo>
                  <a:lnTo>
                    <a:pt x="197392" y="1634108"/>
                  </a:lnTo>
                  <a:lnTo>
                    <a:pt x="201995" y="1561131"/>
                  </a:lnTo>
                  <a:lnTo>
                    <a:pt x="205433" y="1490719"/>
                  </a:lnTo>
                  <a:lnTo>
                    <a:pt x="207761" y="1422808"/>
                  </a:lnTo>
                  <a:lnTo>
                    <a:pt x="209036" y="1357333"/>
                  </a:lnTo>
                  <a:lnTo>
                    <a:pt x="209316" y="1294230"/>
                  </a:lnTo>
                  <a:lnTo>
                    <a:pt x="208657" y="1233435"/>
                  </a:lnTo>
                  <a:lnTo>
                    <a:pt x="207116" y="1174884"/>
                  </a:lnTo>
                  <a:lnTo>
                    <a:pt x="204750" y="1118513"/>
                  </a:lnTo>
                  <a:lnTo>
                    <a:pt x="201615" y="1064258"/>
                  </a:lnTo>
                  <a:lnTo>
                    <a:pt x="197770" y="1012054"/>
                  </a:lnTo>
                  <a:lnTo>
                    <a:pt x="193270" y="961838"/>
                  </a:lnTo>
                  <a:lnTo>
                    <a:pt x="188172" y="913545"/>
                  </a:lnTo>
                  <a:lnTo>
                    <a:pt x="182534" y="867112"/>
                  </a:lnTo>
                  <a:lnTo>
                    <a:pt x="176412" y="822473"/>
                  </a:lnTo>
                  <a:lnTo>
                    <a:pt x="169864" y="779566"/>
                  </a:lnTo>
                  <a:lnTo>
                    <a:pt x="162945" y="738325"/>
                  </a:lnTo>
                  <a:lnTo>
                    <a:pt x="155713" y="698687"/>
                  </a:lnTo>
                  <a:lnTo>
                    <a:pt x="148224" y="660588"/>
                  </a:lnTo>
                  <a:lnTo>
                    <a:pt x="132707" y="588749"/>
                  </a:lnTo>
                  <a:lnTo>
                    <a:pt x="116846" y="522295"/>
                  </a:lnTo>
                  <a:lnTo>
                    <a:pt x="101098" y="460713"/>
                  </a:lnTo>
                  <a:lnTo>
                    <a:pt x="65205" y="324706"/>
                  </a:lnTo>
                  <a:lnTo>
                    <a:pt x="59078" y="300069"/>
                  </a:lnTo>
                  <a:lnTo>
                    <a:pt x="48329" y="252846"/>
                  </a:lnTo>
                  <a:lnTo>
                    <a:pt x="39968" y="207929"/>
                  </a:lnTo>
                  <a:lnTo>
                    <a:pt x="34449" y="164807"/>
                  </a:lnTo>
                  <a:lnTo>
                    <a:pt x="32228" y="122966"/>
                  </a:lnTo>
                  <a:lnTo>
                    <a:pt x="32496" y="102365"/>
                  </a:lnTo>
                  <a:lnTo>
                    <a:pt x="33759" y="81893"/>
                  </a:lnTo>
                  <a:lnTo>
                    <a:pt x="36074" y="61484"/>
                  </a:lnTo>
                  <a:lnTo>
                    <a:pt x="39498" y="41075"/>
                  </a:lnTo>
                  <a:lnTo>
                    <a:pt x="44087" y="20601"/>
                  </a:lnTo>
                  <a:lnTo>
                    <a:pt x="49899" y="0"/>
                  </a:lnTo>
                  <a:close/>
                </a:path>
              </a:pathLst>
            </a:custGeom>
            <a:solidFill>
              <a:srgbClr val="034651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0771290" y="5838698"/>
              <a:ext cx="316230" cy="332105"/>
            </a:xfrm>
            <a:custGeom>
              <a:avLst/>
              <a:gdLst/>
              <a:ahLst/>
              <a:cxnLst/>
              <a:rect l="l" t="t" r="r" b="b"/>
              <a:pathLst>
                <a:path w="316229" h="332104">
                  <a:moveTo>
                    <a:pt x="159136" y="0"/>
                  </a:moveTo>
                  <a:lnTo>
                    <a:pt x="9643" y="156717"/>
                  </a:lnTo>
                  <a:lnTo>
                    <a:pt x="0" y="224234"/>
                  </a:lnTo>
                  <a:lnTo>
                    <a:pt x="15885" y="241072"/>
                  </a:lnTo>
                  <a:lnTo>
                    <a:pt x="43780" y="278117"/>
                  </a:lnTo>
                  <a:lnTo>
                    <a:pt x="70317" y="315161"/>
                  </a:lnTo>
                  <a:lnTo>
                    <a:pt x="82133" y="332000"/>
                  </a:lnTo>
                  <a:lnTo>
                    <a:pt x="315854" y="81976"/>
                  </a:lnTo>
                  <a:lnTo>
                    <a:pt x="262808" y="2408"/>
                  </a:lnTo>
                  <a:lnTo>
                    <a:pt x="159136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0711189" y="5742021"/>
              <a:ext cx="288925" cy="277495"/>
            </a:xfrm>
            <a:custGeom>
              <a:avLst/>
              <a:gdLst/>
              <a:ahLst/>
              <a:cxnLst/>
              <a:rect l="l" t="t" r="r" b="b"/>
              <a:pathLst>
                <a:path w="288925" h="277495">
                  <a:moveTo>
                    <a:pt x="214181" y="0"/>
                  </a:moveTo>
                  <a:lnTo>
                    <a:pt x="162491" y="127563"/>
                  </a:lnTo>
                  <a:lnTo>
                    <a:pt x="122950" y="190386"/>
                  </a:lnTo>
                  <a:lnTo>
                    <a:pt x="75479" y="206743"/>
                  </a:lnTo>
                  <a:lnTo>
                    <a:pt x="0" y="194905"/>
                  </a:lnTo>
                  <a:lnTo>
                    <a:pt x="56040" y="276913"/>
                  </a:lnTo>
                  <a:lnTo>
                    <a:pt x="144052" y="266099"/>
                  </a:lnTo>
                  <a:lnTo>
                    <a:pt x="197619" y="236657"/>
                  </a:lnTo>
                  <a:lnTo>
                    <a:pt x="238546" y="165335"/>
                  </a:lnTo>
                  <a:lnTo>
                    <a:pt x="288640" y="28878"/>
                  </a:lnTo>
                  <a:lnTo>
                    <a:pt x="214181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0501814" y="5929990"/>
              <a:ext cx="323850" cy="354965"/>
            </a:xfrm>
            <a:custGeom>
              <a:avLst/>
              <a:gdLst/>
              <a:ahLst/>
              <a:cxnLst/>
              <a:rect l="l" t="t" r="r" b="b"/>
              <a:pathLst>
                <a:path w="323850" h="354964">
                  <a:moveTo>
                    <a:pt x="106331" y="0"/>
                  </a:moveTo>
                  <a:lnTo>
                    <a:pt x="66309" y="26372"/>
                  </a:lnTo>
                  <a:lnTo>
                    <a:pt x="41892" y="49046"/>
                  </a:lnTo>
                  <a:lnTo>
                    <a:pt x="23112" y="80518"/>
                  </a:lnTo>
                  <a:lnTo>
                    <a:pt x="0" y="133283"/>
                  </a:lnTo>
                  <a:lnTo>
                    <a:pt x="28800" y="178454"/>
                  </a:lnTo>
                  <a:lnTo>
                    <a:pt x="70665" y="204362"/>
                  </a:lnTo>
                  <a:lnTo>
                    <a:pt x="111842" y="222335"/>
                  </a:lnTo>
                  <a:lnTo>
                    <a:pt x="138582" y="243699"/>
                  </a:lnTo>
                  <a:lnTo>
                    <a:pt x="171858" y="296436"/>
                  </a:lnTo>
                  <a:lnTo>
                    <a:pt x="210663" y="336701"/>
                  </a:lnTo>
                  <a:lnTo>
                    <a:pt x="255892" y="353476"/>
                  </a:lnTo>
                  <a:lnTo>
                    <a:pt x="278529" y="354876"/>
                  </a:lnTo>
                  <a:lnTo>
                    <a:pt x="298587" y="344413"/>
                  </a:lnTo>
                  <a:lnTo>
                    <a:pt x="314118" y="316682"/>
                  </a:lnTo>
                  <a:lnTo>
                    <a:pt x="323175" y="266281"/>
                  </a:lnTo>
                  <a:lnTo>
                    <a:pt x="323812" y="187805"/>
                  </a:lnTo>
                  <a:lnTo>
                    <a:pt x="321386" y="168233"/>
                  </a:lnTo>
                  <a:lnTo>
                    <a:pt x="299749" y="93171"/>
                  </a:lnTo>
                  <a:lnTo>
                    <a:pt x="277604" y="59045"/>
                  </a:lnTo>
                  <a:lnTo>
                    <a:pt x="236758" y="31497"/>
                  </a:lnTo>
                  <a:lnTo>
                    <a:pt x="190771" y="19010"/>
                  </a:lnTo>
                  <a:lnTo>
                    <a:pt x="106331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9912456" y="4642941"/>
              <a:ext cx="949325" cy="1407795"/>
            </a:xfrm>
            <a:custGeom>
              <a:avLst/>
              <a:gdLst/>
              <a:ahLst/>
              <a:cxnLst/>
              <a:rect l="l" t="t" r="r" b="b"/>
              <a:pathLst>
                <a:path w="949325" h="1407795">
                  <a:moveTo>
                    <a:pt x="935252" y="0"/>
                  </a:moveTo>
                  <a:lnTo>
                    <a:pt x="877728" y="1084"/>
                  </a:lnTo>
                  <a:lnTo>
                    <a:pt x="822216" y="6676"/>
                  </a:lnTo>
                  <a:lnTo>
                    <a:pt x="768699" y="16491"/>
                  </a:lnTo>
                  <a:lnTo>
                    <a:pt x="717161" y="30246"/>
                  </a:lnTo>
                  <a:lnTo>
                    <a:pt x="667585" y="47655"/>
                  </a:lnTo>
                  <a:lnTo>
                    <a:pt x="619955" y="68433"/>
                  </a:lnTo>
                  <a:lnTo>
                    <a:pt x="574253" y="92296"/>
                  </a:lnTo>
                  <a:lnTo>
                    <a:pt x="530465" y="118960"/>
                  </a:lnTo>
                  <a:lnTo>
                    <a:pt x="488572" y="148139"/>
                  </a:lnTo>
                  <a:lnTo>
                    <a:pt x="448558" y="179550"/>
                  </a:lnTo>
                  <a:lnTo>
                    <a:pt x="410408" y="212907"/>
                  </a:lnTo>
                  <a:lnTo>
                    <a:pt x="374104" y="247926"/>
                  </a:lnTo>
                  <a:lnTo>
                    <a:pt x="339629" y="284322"/>
                  </a:lnTo>
                  <a:lnTo>
                    <a:pt x="306968" y="321811"/>
                  </a:lnTo>
                  <a:lnTo>
                    <a:pt x="276104" y="360108"/>
                  </a:lnTo>
                  <a:lnTo>
                    <a:pt x="247019" y="398928"/>
                  </a:lnTo>
                  <a:lnTo>
                    <a:pt x="219699" y="437987"/>
                  </a:lnTo>
                  <a:lnTo>
                    <a:pt x="194125" y="477000"/>
                  </a:lnTo>
                  <a:lnTo>
                    <a:pt x="170282" y="515682"/>
                  </a:lnTo>
                  <a:lnTo>
                    <a:pt x="148153" y="553750"/>
                  </a:lnTo>
                  <a:lnTo>
                    <a:pt x="127721" y="590917"/>
                  </a:lnTo>
                  <a:lnTo>
                    <a:pt x="108970" y="626900"/>
                  </a:lnTo>
                  <a:lnTo>
                    <a:pt x="91884" y="661415"/>
                  </a:lnTo>
                  <a:lnTo>
                    <a:pt x="62638" y="724898"/>
                  </a:lnTo>
                  <a:lnTo>
                    <a:pt x="39850" y="779089"/>
                  </a:lnTo>
                  <a:lnTo>
                    <a:pt x="23389" y="821712"/>
                  </a:lnTo>
                  <a:lnTo>
                    <a:pt x="8778" y="863544"/>
                  </a:lnTo>
                  <a:lnTo>
                    <a:pt x="0" y="906738"/>
                  </a:lnTo>
                  <a:lnTo>
                    <a:pt x="433" y="919784"/>
                  </a:lnTo>
                  <a:lnTo>
                    <a:pt x="3302" y="927071"/>
                  </a:lnTo>
                  <a:lnTo>
                    <a:pt x="15464" y="945071"/>
                  </a:lnTo>
                  <a:lnTo>
                    <a:pt x="33294" y="975716"/>
                  </a:lnTo>
                  <a:lnTo>
                    <a:pt x="56973" y="1015660"/>
                  </a:lnTo>
                  <a:lnTo>
                    <a:pt x="86682" y="1061559"/>
                  </a:lnTo>
                  <a:lnTo>
                    <a:pt x="122603" y="1110069"/>
                  </a:lnTo>
                  <a:lnTo>
                    <a:pt x="164914" y="1157846"/>
                  </a:lnTo>
                  <a:lnTo>
                    <a:pt x="213798" y="1201544"/>
                  </a:lnTo>
                  <a:lnTo>
                    <a:pt x="302883" y="1269346"/>
                  </a:lnTo>
                  <a:lnTo>
                    <a:pt x="371768" y="1313368"/>
                  </a:lnTo>
                  <a:lnTo>
                    <a:pt x="455726" y="1352890"/>
                  </a:lnTo>
                  <a:lnTo>
                    <a:pt x="590027" y="1407192"/>
                  </a:lnTo>
                  <a:lnTo>
                    <a:pt x="686129" y="1286714"/>
                  </a:lnTo>
                  <a:lnTo>
                    <a:pt x="632466" y="1186382"/>
                  </a:lnTo>
                  <a:lnTo>
                    <a:pt x="579917" y="1098436"/>
                  </a:lnTo>
                  <a:lnTo>
                    <a:pt x="523139" y="1018607"/>
                  </a:lnTo>
                  <a:lnTo>
                    <a:pt x="495646" y="989443"/>
                  </a:lnTo>
                  <a:lnTo>
                    <a:pt x="462983" y="960856"/>
                  </a:lnTo>
                  <a:lnTo>
                    <a:pt x="427757" y="933803"/>
                  </a:lnTo>
                  <a:lnTo>
                    <a:pt x="392578" y="909239"/>
                  </a:lnTo>
                  <a:lnTo>
                    <a:pt x="406967" y="909415"/>
                  </a:lnTo>
                  <a:lnTo>
                    <a:pt x="468309" y="884719"/>
                  </a:lnTo>
                  <a:lnTo>
                    <a:pt x="511183" y="861930"/>
                  </a:lnTo>
                  <a:lnTo>
                    <a:pt x="559475" y="833568"/>
                  </a:lnTo>
                  <a:lnTo>
                    <a:pt x="611145" y="800675"/>
                  </a:lnTo>
                  <a:lnTo>
                    <a:pt x="664153" y="764293"/>
                  </a:lnTo>
                  <a:lnTo>
                    <a:pt x="716462" y="725462"/>
                  </a:lnTo>
                  <a:lnTo>
                    <a:pt x="766031" y="685225"/>
                  </a:lnTo>
                  <a:lnTo>
                    <a:pt x="810822" y="644622"/>
                  </a:lnTo>
                  <a:lnTo>
                    <a:pt x="848796" y="604695"/>
                  </a:lnTo>
                  <a:lnTo>
                    <a:pt x="877914" y="566485"/>
                  </a:lnTo>
                  <a:lnTo>
                    <a:pt x="896399" y="529296"/>
                  </a:lnTo>
                  <a:lnTo>
                    <a:pt x="911749" y="481497"/>
                  </a:lnTo>
                  <a:lnTo>
                    <a:pt x="924157" y="425724"/>
                  </a:lnTo>
                  <a:lnTo>
                    <a:pt x="933816" y="364614"/>
                  </a:lnTo>
                  <a:lnTo>
                    <a:pt x="940918" y="300803"/>
                  </a:lnTo>
                  <a:lnTo>
                    <a:pt x="945657" y="236928"/>
                  </a:lnTo>
                  <a:lnTo>
                    <a:pt x="948224" y="175627"/>
                  </a:lnTo>
                  <a:lnTo>
                    <a:pt x="948814" y="119535"/>
                  </a:lnTo>
                  <a:lnTo>
                    <a:pt x="947619" y="71289"/>
                  </a:lnTo>
                  <a:lnTo>
                    <a:pt x="944832" y="33527"/>
                  </a:lnTo>
                  <a:lnTo>
                    <a:pt x="940645" y="8885"/>
                  </a:lnTo>
                  <a:lnTo>
                    <a:pt x="935252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0306889" y="5805127"/>
              <a:ext cx="304800" cy="279400"/>
            </a:xfrm>
            <a:custGeom>
              <a:avLst/>
              <a:gdLst/>
              <a:ahLst/>
              <a:cxnLst/>
              <a:rect l="l" t="t" r="r" b="b"/>
              <a:pathLst>
                <a:path w="304800" h="279400">
                  <a:moveTo>
                    <a:pt x="229790" y="40"/>
                  </a:moveTo>
                  <a:lnTo>
                    <a:pt x="175288" y="32794"/>
                  </a:lnTo>
                  <a:lnTo>
                    <a:pt x="128789" y="70287"/>
                  </a:lnTo>
                  <a:lnTo>
                    <a:pt x="80259" y="111299"/>
                  </a:lnTo>
                  <a:lnTo>
                    <a:pt x="37449" y="150576"/>
                  </a:lnTo>
                  <a:lnTo>
                    <a:pt x="8112" y="182865"/>
                  </a:lnTo>
                  <a:lnTo>
                    <a:pt x="0" y="202914"/>
                  </a:lnTo>
                  <a:lnTo>
                    <a:pt x="31687" y="227209"/>
                  </a:lnTo>
                  <a:lnTo>
                    <a:pt x="90338" y="251810"/>
                  </a:lnTo>
                  <a:lnTo>
                    <a:pt x="149141" y="270942"/>
                  </a:lnTo>
                  <a:lnTo>
                    <a:pt x="181282" y="278828"/>
                  </a:lnTo>
                  <a:lnTo>
                    <a:pt x="208925" y="255478"/>
                  </a:lnTo>
                  <a:lnTo>
                    <a:pt x="250433" y="203447"/>
                  </a:lnTo>
                  <a:lnTo>
                    <a:pt x="288229" y="151287"/>
                  </a:lnTo>
                  <a:lnTo>
                    <a:pt x="304734" y="127555"/>
                  </a:lnTo>
                  <a:lnTo>
                    <a:pt x="244160" y="11181"/>
                  </a:lnTo>
                  <a:lnTo>
                    <a:pt x="238029" y="3874"/>
                  </a:lnTo>
                  <a:lnTo>
                    <a:pt x="229790" y="4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6" name="object 116" descr=""/>
          <p:cNvGrpSpPr/>
          <p:nvPr/>
        </p:nvGrpSpPr>
        <p:grpSpPr>
          <a:xfrm>
            <a:off x="7667087" y="7403618"/>
            <a:ext cx="1456690" cy="2486660"/>
            <a:chOff x="7667087" y="7403618"/>
            <a:chExt cx="1456690" cy="2486660"/>
          </a:xfrm>
        </p:grpSpPr>
        <p:sp>
          <p:nvSpPr>
            <p:cNvPr id="117" name="object 117" descr=""/>
            <p:cNvSpPr/>
            <p:nvPr/>
          </p:nvSpPr>
          <p:spPr>
            <a:xfrm>
              <a:off x="7809998" y="7694704"/>
              <a:ext cx="532130" cy="1950085"/>
            </a:xfrm>
            <a:custGeom>
              <a:avLst/>
              <a:gdLst/>
              <a:ahLst/>
              <a:cxnLst/>
              <a:rect l="l" t="t" r="r" b="b"/>
              <a:pathLst>
                <a:path w="532129" h="1950084">
                  <a:moveTo>
                    <a:pt x="44124" y="0"/>
                  </a:moveTo>
                  <a:lnTo>
                    <a:pt x="244442" y="0"/>
                  </a:lnTo>
                  <a:lnTo>
                    <a:pt x="291053" y="3759"/>
                  </a:lnTo>
                  <a:lnTo>
                    <a:pt x="335267" y="14645"/>
                  </a:lnTo>
                  <a:lnTo>
                    <a:pt x="376494" y="32065"/>
                  </a:lnTo>
                  <a:lnTo>
                    <a:pt x="414141" y="55429"/>
                  </a:lnTo>
                  <a:lnTo>
                    <a:pt x="447618" y="84145"/>
                  </a:lnTo>
                  <a:lnTo>
                    <a:pt x="476334" y="117622"/>
                  </a:lnTo>
                  <a:lnTo>
                    <a:pt x="499698" y="155269"/>
                  </a:lnTo>
                  <a:lnTo>
                    <a:pt x="517118" y="196496"/>
                  </a:lnTo>
                  <a:lnTo>
                    <a:pt x="528004" y="240710"/>
                  </a:lnTo>
                  <a:lnTo>
                    <a:pt x="531763" y="287321"/>
                  </a:lnTo>
                  <a:lnTo>
                    <a:pt x="531763" y="1497022"/>
                  </a:lnTo>
                  <a:lnTo>
                    <a:pt x="528004" y="1543633"/>
                  </a:lnTo>
                  <a:lnTo>
                    <a:pt x="517118" y="1587847"/>
                  </a:lnTo>
                  <a:lnTo>
                    <a:pt x="499698" y="1629073"/>
                  </a:lnTo>
                  <a:lnTo>
                    <a:pt x="476334" y="1666721"/>
                  </a:lnTo>
                  <a:lnTo>
                    <a:pt x="447618" y="1700198"/>
                  </a:lnTo>
                  <a:lnTo>
                    <a:pt x="414141" y="1728914"/>
                  </a:lnTo>
                  <a:lnTo>
                    <a:pt x="376494" y="1752277"/>
                  </a:lnTo>
                  <a:lnTo>
                    <a:pt x="335267" y="1769698"/>
                  </a:lnTo>
                  <a:lnTo>
                    <a:pt x="291053" y="1780583"/>
                  </a:lnTo>
                  <a:lnTo>
                    <a:pt x="244442" y="1784343"/>
                  </a:lnTo>
                  <a:lnTo>
                    <a:pt x="165722" y="1784343"/>
                  </a:lnTo>
                  <a:lnTo>
                    <a:pt x="121670" y="1790264"/>
                  </a:lnTo>
                  <a:lnTo>
                    <a:pt x="82083" y="1806974"/>
                  </a:lnTo>
                  <a:lnTo>
                    <a:pt x="48543" y="1832890"/>
                  </a:lnTo>
                  <a:lnTo>
                    <a:pt x="22628" y="1866432"/>
                  </a:lnTo>
                  <a:lnTo>
                    <a:pt x="5920" y="1906017"/>
                  </a:lnTo>
                  <a:lnTo>
                    <a:pt x="0" y="1950066"/>
                  </a:lnTo>
                </a:path>
              </a:pathLst>
            </a:custGeom>
            <a:ln w="15046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7674611" y="9596385"/>
              <a:ext cx="286385" cy="286385"/>
            </a:xfrm>
            <a:custGeom>
              <a:avLst/>
              <a:gdLst/>
              <a:ahLst/>
              <a:cxnLst/>
              <a:rect l="l" t="t" r="r" b="b"/>
              <a:pathLst>
                <a:path w="286384" h="286384">
                  <a:moveTo>
                    <a:pt x="142906" y="0"/>
                  </a:moveTo>
                  <a:lnTo>
                    <a:pt x="97735" y="7285"/>
                  </a:lnTo>
                  <a:lnTo>
                    <a:pt x="58505" y="27571"/>
                  </a:lnTo>
                  <a:lnTo>
                    <a:pt x="27571" y="58505"/>
                  </a:lnTo>
                  <a:lnTo>
                    <a:pt x="7285" y="97735"/>
                  </a:lnTo>
                  <a:lnTo>
                    <a:pt x="0" y="142906"/>
                  </a:lnTo>
                  <a:lnTo>
                    <a:pt x="7285" y="188077"/>
                  </a:lnTo>
                  <a:lnTo>
                    <a:pt x="27571" y="227307"/>
                  </a:lnTo>
                  <a:lnTo>
                    <a:pt x="58505" y="258241"/>
                  </a:lnTo>
                  <a:lnTo>
                    <a:pt x="97735" y="278528"/>
                  </a:lnTo>
                  <a:lnTo>
                    <a:pt x="142906" y="285813"/>
                  </a:lnTo>
                  <a:lnTo>
                    <a:pt x="188077" y="278528"/>
                  </a:lnTo>
                  <a:lnTo>
                    <a:pt x="227307" y="258241"/>
                  </a:lnTo>
                  <a:lnTo>
                    <a:pt x="258241" y="227307"/>
                  </a:lnTo>
                  <a:lnTo>
                    <a:pt x="278528" y="188077"/>
                  </a:lnTo>
                  <a:lnTo>
                    <a:pt x="285813" y="142906"/>
                  </a:lnTo>
                  <a:lnTo>
                    <a:pt x="278528" y="97735"/>
                  </a:lnTo>
                  <a:lnTo>
                    <a:pt x="258241" y="58505"/>
                  </a:lnTo>
                  <a:lnTo>
                    <a:pt x="227307" y="27571"/>
                  </a:lnTo>
                  <a:lnTo>
                    <a:pt x="188077" y="7285"/>
                  </a:lnTo>
                  <a:lnTo>
                    <a:pt x="1429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7674611" y="9596385"/>
              <a:ext cx="286385" cy="286385"/>
            </a:xfrm>
            <a:custGeom>
              <a:avLst/>
              <a:gdLst/>
              <a:ahLst/>
              <a:cxnLst/>
              <a:rect l="l" t="t" r="r" b="b"/>
              <a:pathLst>
                <a:path w="286384" h="286384">
                  <a:moveTo>
                    <a:pt x="142906" y="0"/>
                  </a:moveTo>
                  <a:lnTo>
                    <a:pt x="188077" y="7285"/>
                  </a:lnTo>
                  <a:lnTo>
                    <a:pt x="227307" y="27571"/>
                  </a:lnTo>
                  <a:lnTo>
                    <a:pt x="258241" y="58505"/>
                  </a:lnTo>
                  <a:lnTo>
                    <a:pt x="278528" y="97735"/>
                  </a:lnTo>
                  <a:lnTo>
                    <a:pt x="285813" y="142906"/>
                  </a:lnTo>
                  <a:lnTo>
                    <a:pt x="278528" y="188077"/>
                  </a:lnTo>
                  <a:lnTo>
                    <a:pt x="258241" y="227307"/>
                  </a:lnTo>
                  <a:lnTo>
                    <a:pt x="227307" y="258241"/>
                  </a:lnTo>
                  <a:lnTo>
                    <a:pt x="188077" y="278528"/>
                  </a:lnTo>
                  <a:lnTo>
                    <a:pt x="142906" y="285813"/>
                  </a:lnTo>
                  <a:lnTo>
                    <a:pt x="97735" y="278528"/>
                  </a:lnTo>
                  <a:lnTo>
                    <a:pt x="58505" y="258241"/>
                  </a:lnTo>
                  <a:lnTo>
                    <a:pt x="27571" y="227307"/>
                  </a:lnTo>
                  <a:lnTo>
                    <a:pt x="7285" y="188077"/>
                  </a:lnTo>
                  <a:lnTo>
                    <a:pt x="0" y="142906"/>
                  </a:lnTo>
                  <a:lnTo>
                    <a:pt x="7285" y="97735"/>
                  </a:lnTo>
                  <a:lnTo>
                    <a:pt x="27571" y="58505"/>
                  </a:lnTo>
                  <a:lnTo>
                    <a:pt x="58505" y="27571"/>
                  </a:lnTo>
                  <a:lnTo>
                    <a:pt x="97735" y="7285"/>
                  </a:lnTo>
                  <a:lnTo>
                    <a:pt x="142906" y="0"/>
                  </a:lnTo>
                  <a:close/>
                </a:path>
              </a:pathLst>
            </a:custGeom>
            <a:ln w="15046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7674614" y="7411141"/>
              <a:ext cx="1440815" cy="283845"/>
            </a:xfrm>
            <a:custGeom>
              <a:avLst/>
              <a:gdLst/>
              <a:ahLst/>
              <a:cxnLst/>
              <a:rect l="l" t="t" r="r" b="b"/>
              <a:pathLst>
                <a:path w="1440815" h="283845">
                  <a:moveTo>
                    <a:pt x="1340576" y="0"/>
                  </a:moveTo>
                  <a:lnTo>
                    <a:pt x="114823" y="0"/>
                  </a:lnTo>
                  <a:lnTo>
                    <a:pt x="70121" y="9022"/>
                  </a:lnTo>
                  <a:lnTo>
                    <a:pt x="33624" y="33629"/>
                  </a:lnTo>
                  <a:lnTo>
                    <a:pt x="9020" y="70130"/>
                  </a:lnTo>
                  <a:lnTo>
                    <a:pt x="0" y="114834"/>
                  </a:lnTo>
                  <a:lnTo>
                    <a:pt x="0" y="168487"/>
                  </a:lnTo>
                  <a:lnTo>
                    <a:pt x="9020" y="213329"/>
                  </a:lnTo>
                  <a:lnTo>
                    <a:pt x="33624" y="249902"/>
                  </a:lnTo>
                  <a:lnTo>
                    <a:pt x="70121" y="274535"/>
                  </a:lnTo>
                  <a:lnTo>
                    <a:pt x="114823" y="283562"/>
                  </a:lnTo>
                  <a:lnTo>
                    <a:pt x="1340576" y="283562"/>
                  </a:lnTo>
                  <a:lnTo>
                    <a:pt x="1379435" y="275727"/>
                  </a:lnTo>
                  <a:lnTo>
                    <a:pt x="1411152" y="254353"/>
                  </a:lnTo>
                  <a:lnTo>
                    <a:pt x="1432528" y="222637"/>
                  </a:lnTo>
                  <a:lnTo>
                    <a:pt x="1440364" y="183774"/>
                  </a:lnTo>
                  <a:lnTo>
                    <a:pt x="1440364" y="99787"/>
                  </a:lnTo>
                  <a:lnTo>
                    <a:pt x="1432528" y="60924"/>
                  </a:lnTo>
                  <a:lnTo>
                    <a:pt x="1411152" y="29208"/>
                  </a:lnTo>
                  <a:lnTo>
                    <a:pt x="1379435" y="7834"/>
                  </a:lnTo>
                  <a:lnTo>
                    <a:pt x="1340576" y="0"/>
                  </a:lnTo>
                  <a:close/>
                </a:path>
              </a:pathLst>
            </a:custGeom>
            <a:solidFill>
              <a:srgbClr val="D0EF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7674614" y="7411141"/>
              <a:ext cx="1440815" cy="283845"/>
            </a:xfrm>
            <a:custGeom>
              <a:avLst/>
              <a:gdLst/>
              <a:ahLst/>
              <a:cxnLst/>
              <a:rect l="l" t="t" r="r" b="b"/>
              <a:pathLst>
                <a:path w="1440815" h="283845">
                  <a:moveTo>
                    <a:pt x="114823" y="283562"/>
                  </a:moveTo>
                  <a:lnTo>
                    <a:pt x="1340576" y="283562"/>
                  </a:lnTo>
                  <a:lnTo>
                    <a:pt x="1379435" y="275727"/>
                  </a:lnTo>
                  <a:lnTo>
                    <a:pt x="1411152" y="254353"/>
                  </a:lnTo>
                  <a:lnTo>
                    <a:pt x="1432528" y="222637"/>
                  </a:lnTo>
                  <a:lnTo>
                    <a:pt x="1440364" y="183774"/>
                  </a:lnTo>
                  <a:lnTo>
                    <a:pt x="1440364" y="99787"/>
                  </a:lnTo>
                  <a:lnTo>
                    <a:pt x="1432528" y="60924"/>
                  </a:lnTo>
                  <a:lnTo>
                    <a:pt x="1411152" y="29208"/>
                  </a:lnTo>
                  <a:lnTo>
                    <a:pt x="1379435" y="7834"/>
                  </a:lnTo>
                  <a:lnTo>
                    <a:pt x="1340576" y="0"/>
                  </a:lnTo>
                  <a:lnTo>
                    <a:pt x="114823" y="0"/>
                  </a:lnTo>
                  <a:lnTo>
                    <a:pt x="70121" y="9022"/>
                  </a:lnTo>
                  <a:lnTo>
                    <a:pt x="33624" y="33629"/>
                  </a:lnTo>
                  <a:lnTo>
                    <a:pt x="9020" y="70130"/>
                  </a:lnTo>
                  <a:lnTo>
                    <a:pt x="0" y="114834"/>
                  </a:lnTo>
                  <a:lnTo>
                    <a:pt x="0" y="168487"/>
                  </a:lnTo>
                  <a:lnTo>
                    <a:pt x="9020" y="213329"/>
                  </a:lnTo>
                  <a:lnTo>
                    <a:pt x="33624" y="249902"/>
                  </a:lnTo>
                  <a:lnTo>
                    <a:pt x="70121" y="274535"/>
                  </a:lnTo>
                  <a:lnTo>
                    <a:pt x="114823" y="283562"/>
                  </a:lnTo>
                  <a:close/>
                </a:path>
              </a:pathLst>
            </a:custGeom>
            <a:ln w="15046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8448572" y="7694704"/>
              <a:ext cx="532130" cy="1950085"/>
            </a:xfrm>
            <a:custGeom>
              <a:avLst/>
              <a:gdLst/>
              <a:ahLst/>
              <a:cxnLst/>
              <a:rect l="l" t="t" r="r" b="b"/>
              <a:pathLst>
                <a:path w="532129" h="1950084">
                  <a:moveTo>
                    <a:pt x="487639" y="0"/>
                  </a:moveTo>
                  <a:lnTo>
                    <a:pt x="287321" y="0"/>
                  </a:lnTo>
                  <a:lnTo>
                    <a:pt x="240710" y="3759"/>
                  </a:lnTo>
                  <a:lnTo>
                    <a:pt x="196496" y="14645"/>
                  </a:lnTo>
                  <a:lnTo>
                    <a:pt x="155269" y="32065"/>
                  </a:lnTo>
                  <a:lnTo>
                    <a:pt x="117622" y="55429"/>
                  </a:lnTo>
                  <a:lnTo>
                    <a:pt x="84145" y="84145"/>
                  </a:lnTo>
                  <a:lnTo>
                    <a:pt x="55429" y="117622"/>
                  </a:lnTo>
                  <a:lnTo>
                    <a:pt x="32065" y="155269"/>
                  </a:lnTo>
                  <a:lnTo>
                    <a:pt x="14645" y="196496"/>
                  </a:lnTo>
                  <a:lnTo>
                    <a:pt x="3759" y="240710"/>
                  </a:lnTo>
                  <a:lnTo>
                    <a:pt x="0" y="287321"/>
                  </a:lnTo>
                  <a:lnTo>
                    <a:pt x="0" y="1497022"/>
                  </a:lnTo>
                  <a:lnTo>
                    <a:pt x="3759" y="1543633"/>
                  </a:lnTo>
                  <a:lnTo>
                    <a:pt x="14645" y="1587847"/>
                  </a:lnTo>
                  <a:lnTo>
                    <a:pt x="32065" y="1629073"/>
                  </a:lnTo>
                  <a:lnTo>
                    <a:pt x="55429" y="1666721"/>
                  </a:lnTo>
                  <a:lnTo>
                    <a:pt x="84145" y="1700198"/>
                  </a:lnTo>
                  <a:lnTo>
                    <a:pt x="117622" y="1728914"/>
                  </a:lnTo>
                  <a:lnTo>
                    <a:pt x="155269" y="1752277"/>
                  </a:lnTo>
                  <a:lnTo>
                    <a:pt x="196496" y="1769698"/>
                  </a:lnTo>
                  <a:lnTo>
                    <a:pt x="240710" y="1780583"/>
                  </a:lnTo>
                  <a:lnTo>
                    <a:pt x="287321" y="1784343"/>
                  </a:lnTo>
                  <a:lnTo>
                    <a:pt x="366041" y="1784343"/>
                  </a:lnTo>
                  <a:lnTo>
                    <a:pt x="410093" y="1790264"/>
                  </a:lnTo>
                  <a:lnTo>
                    <a:pt x="449679" y="1806974"/>
                  </a:lnTo>
                  <a:lnTo>
                    <a:pt x="483220" y="1832890"/>
                  </a:lnTo>
                  <a:lnTo>
                    <a:pt x="509135" y="1866432"/>
                  </a:lnTo>
                  <a:lnTo>
                    <a:pt x="525843" y="1906017"/>
                  </a:lnTo>
                  <a:lnTo>
                    <a:pt x="531763" y="1950066"/>
                  </a:lnTo>
                </a:path>
              </a:pathLst>
            </a:custGeom>
            <a:ln w="15046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8830162" y="9596385"/>
              <a:ext cx="286385" cy="286385"/>
            </a:xfrm>
            <a:custGeom>
              <a:avLst/>
              <a:gdLst/>
              <a:ahLst/>
              <a:cxnLst/>
              <a:rect l="l" t="t" r="r" b="b"/>
              <a:pathLst>
                <a:path w="286384" h="286384">
                  <a:moveTo>
                    <a:pt x="142906" y="0"/>
                  </a:moveTo>
                  <a:lnTo>
                    <a:pt x="97735" y="7285"/>
                  </a:lnTo>
                  <a:lnTo>
                    <a:pt x="58505" y="27571"/>
                  </a:lnTo>
                  <a:lnTo>
                    <a:pt x="27571" y="58505"/>
                  </a:lnTo>
                  <a:lnTo>
                    <a:pt x="7285" y="97735"/>
                  </a:lnTo>
                  <a:lnTo>
                    <a:pt x="0" y="142906"/>
                  </a:lnTo>
                  <a:lnTo>
                    <a:pt x="7285" y="188077"/>
                  </a:lnTo>
                  <a:lnTo>
                    <a:pt x="27571" y="227307"/>
                  </a:lnTo>
                  <a:lnTo>
                    <a:pt x="58505" y="258241"/>
                  </a:lnTo>
                  <a:lnTo>
                    <a:pt x="97735" y="278528"/>
                  </a:lnTo>
                  <a:lnTo>
                    <a:pt x="142906" y="285813"/>
                  </a:lnTo>
                  <a:lnTo>
                    <a:pt x="188077" y="278528"/>
                  </a:lnTo>
                  <a:lnTo>
                    <a:pt x="227307" y="258241"/>
                  </a:lnTo>
                  <a:lnTo>
                    <a:pt x="258241" y="227307"/>
                  </a:lnTo>
                  <a:lnTo>
                    <a:pt x="278528" y="188077"/>
                  </a:lnTo>
                  <a:lnTo>
                    <a:pt x="285813" y="142906"/>
                  </a:lnTo>
                  <a:lnTo>
                    <a:pt x="278528" y="97735"/>
                  </a:lnTo>
                  <a:lnTo>
                    <a:pt x="258241" y="58505"/>
                  </a:lnTo>
                  <a:lnTo>
                    <a:pt x="227307" y="27571"/>
                  </a:lnTo>
                  <a:lnTo>
                    <a:pt x="188077" y="7285"/>
                  </a:lnTo>
                  <a:lnTo>
                    <a:pt x="1429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8830162" y="9596385"/>
              <a:ext cx="286385" cy="286385"/>
            </a:xfrm>
            <a:custGeom>
              <a:avLst/>
              <a:gdLst/>
              <a:ahLst/>
              <a:cxnLst/>
              <a:rect l="l" t="t" r="r" b="b"/>
              <a:pathLst>
                <a:path w="286384" h="286384">
                  <a:moveTo>
                    <a:pt x="142906" y="0"/>
                  </a:moveTo>
                  <a:lnTo>
                    <a:pt x="188077" y="7285"/>
                  </a:lnTo>
                  <a:lnTo>
                    <a:pt x="227307" y="27571"/>
                  </a:lnTo>
                  <a:lnTo>
                    <a:pt x="258241" y="58505"/>
                  </a:lnTo>
                  <a:lnTo>
                    <a:pt x="278528" y="97735"/>
                  </a:lnTo>
                  <a:lnTo>
                    <a:pt x="285813" y="142906"/>
                  </a:lnTo>
                  <a:lnTo>
                    <a:pt x="278528" y="188077"/>
                  </a:lnTo>
                  <a:lnTo>
                    <a:pt x="258241" y="227307"/>
                  </a:lnTo>
                  <a:lnTo>
                    <a:pt x="227307" y="258241"/>
                  </a:lnTo>
                  <a:lnTo>
                    <a:pt x="188077" y="278528"/>
                  </a:lnTo>
                  <a:lnTo>
                    <a:pt x="142906" y="285813"/>
                  </a:lnTo>
                  <a:lnTo>
                    <a:pt x="97735" y="278528"/>
                  </a:lnTo>
                  <a:lnTo>
                    <a:pt x="58505" y="258241"/>
                  </a:lnTo>
                  <a:lnTo>
                    <a:pt x="27571" y="227307"/>
                  </a:lnTo>
                  <a:lnTo>
                    <a:pt x="7285" y="188077"/>
                  </a:lnTo>
                  <a:lnTo>
                    <a:pt x="0" y="142906"/>
                  </a:lnTo>
                  <a:lnTo>
                    <a:pt x="7285" y="97735"/>
                  </a:lnTo>
                  <a:lnTo>
                    <a:pt x="27571" y="58505"/>
                  </a:lnTo>
                  <a:lnTo>
                    <a:pt x="58505" y="27571"/>
                  </a:lnTo>
                  <a:lnTo>
                    <a:pt x="97735" y="7285"/>
                  </a:lnTo>
                  <a:lnTo>
                    <a:pt x="142906" y="0"/>
                  </a:lnTo>
                  <a:close/>
                </a:path>
              </a:pathLst>
            </a:custGeom>
            <a:ln w="15046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5" name="object 125" descr=""/>
          <p:cNvGrpSpPr/>
          <p:nvPr/>
        </p:nvGrpSpPr>
        <p:grpSpPr>
          <a:xfrm>
            <a:off x="6003243" y="6253971"/>
            <a:ext cx="7977505" cy="3677285"/>
            <a:chOff x="6003243" y="6253971"/>
            <a:chExt cx="7977505" cy="3677285"/>
          </a:xfrm>
        </p:grpSpPr>
        <p:sp>
          <p:nvSpPr>
            <p:cNvPr id="126" name="object 126" descr=""/>
            <p:cNvSpPr/>
            <p:nvPr/>
          </p:nvSpPr>
          <p:spPr>
            <a:xfrm>
              <a:off x="6087767" y="6261495"/>
              <a:ext cx="7824470" cy="725170"/>
            </a:xfrm>
            <a:custGeom>
              <a:avLst/>
              <a:gdLst/>
              <a:ahLst/>
              <a:cxnLst/>
              <a:rect l="l" t="t" r="r" b="b"/>
              <a:pathLst>
                <a:path w="7824469" h="725170">
                  <a:moveTo>
                    <a:pt x="6504044" y="0"/>
                  </a:moveTo>
                  <a:lnTo>
                    <a:pt x="1386922" y="0"/>
                  </a:lnTo>
                  <a:lnTo>
                    <a:pt x="13006" y="668408"/>
                  </a:lnTo>
                  <a:lnTo>
                    <a:pt x="357" y="684095"/>
                  </a:lnTo>
                  <a:lnTo>
                    <a:pt x="0" y="702722"/>
                  </a:lnTo>
                  <a:lnTo>
                    <a:pt x="10218" y="718293"/>
                  </a:lnTo>
                  <a:lnTo>
                    <a:pt x="29298" y="724815"/>
                  </a:lnTo>
                  <a:lnTo>
                    <a:pt x="7799742" y="724815"/>
                  </a:lnTo>
                  <a:lnTo>
                    <a:pt x="7815755" y="719420"/>
                  </a:lnTo>
                  <a:lnTo>
                    <a:pt x="7824437" y="706481"/>
                  </a:lnTo>
                  <a:lnTo>
                    <a:pt x="7824281" y="690863"/>
                  </a:lnTo>
                  <a:lnTo>
                    <a:pt x="7813784" y="677434"/>
                  </a:lnTo>
                  <a:lnTo>
                    <a:pt x="6504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6087767" y="6261495"/>
              <a:ext cx="7824470" cy="725170"/>
            </a:xfrm>
            <a:custGeom>
              <a:avLst/>
              <a:gdLst/>
              <a:ahLst/>
              <a:cxnLst/>
              <a:rect l="l" t="t" r="r" b="b"/>
              <a:pathLst>
                <a:path w="7824469" h="725170">
                  <a:moveTo>
                    <a:pt x="7799742" y="724815"/>
                  </a:moveTo>
                  <a:lnTo>
                    <a:pt x="29298" y="724815"/>
                  </a:lnTo>
                  <a:lnTo>
                    <a:pt x="10218" y="718293"/>
                  </a:lnTo>
                  <a:lnTo>
                    <a:pt x="0" y="702722"/>
                  </a:lnTo>
                  <a:lnTo>
                    <a:pt x="357" y="684095"/>
                  </a:lnTo>
                  <a:lnTo>
                    <a:pt x="13006" y="668408"/>
                  </a:lnTo>
                  <a:lnTo>
                    <a:pt x="1386922" y="0"/>
                  </a:lnTo>
                  <a:lnTo>
                    <a:pt x="6504044" y="0"/>
                  </a:lnTo>
                  <a:lnTo>
                    <a:pt x="7813784" y="677434"/>
                  </a:lnTo>
                  <a:lnTo>
                    <a:pt x="7824281" y="690863"/>
                  </a:lnTo>
                  <a:lnTo>
                    <a:pt x="7824437" y="706481"/>
                  </a:lnTo>
                  <a:lnTo>
                    <a:pt x="7815755" y="719420"/>
                  </a:lnTo>
                  <a:lnTo>
                    <a:pt x="7799742" y="724815"/>
                  </a:lnTo>
                  <a:close/>
                </a:path>
              </a:pathLst>
            </a:custGeom>
            <a:ln w="15046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6281909" y="6269008"/>
              <a:ext cx="7431405" cy="643255"/>
            </a:xfrm>
            <a:custGeom>
              <a:avLst/>
              <a:gdLst/>
              <a:ahLst/>
              <a:cxnLst/>
              <a:rect l="l" t="t" r="r" b="b"/>
              <a:pathLst>
                <a:path w="7431405" h="643254">
                  <a:moveTo>
                    <a:pt x="6298113" y="0"/>
                  </a:moveTo>
                  <a:lnTo>
                    <a:pt x="1200310" y="0"/>
                  </a:lnTo>
                  <a:lnTo>
                    <a:pt x="14671" y="579657"/>
                  </a:lnTo>
                  <a:lnTo>
                    <a:pt x="424" y="597251"/>
                  </a:lnTo>
                  <a:lnTo>
                    <a:pt x="0" y="618112"/>
                  </a:lnTo>
                  <a:lnTo>
                    <a:pt x="11424" y="635540"/>
                  </a:lnTo>
                  <a:lnTo>
                    <a:pt x="32722" y="642839"/>
                  </a:lnTo>
                  <a:lnTo>
                    <a:pt x="7398257" y="642839"/>
                  </a:lnTo>
                  <a:lnTo>
                    <a:pt x="7419426" y="635654"/>
                  </a:lnTo>
                  <a:lnTo>
                    <a:pt x="7430886" y="618457"/>
                  </a:lnTo>
                  <a:lnTo>
                    <a:pt x="7430733" y="597781"/>
                  </a:lnTo>
                  <a:lnTo>
                    <a:pt x="7417063" y="580160"/>
                  </a:lnTo>
                  <a:lnTo>
                    <a:pt x="6298113" y="0"/>
                  </a:lnTo>
                  <a:close/>
                </a:path>
              </a:pathLst>
            </a:custGeom>
            <a:solidFill>
              <a:srgbClr val="D0EF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6010766" y="6986310"/>
              <a:ext cx="510540" cy="2937510"/>
            </a:xfrm>
            <a:custGeom>
              <a:avLst/>
              <a:gdLst/>
              <a:ahLst/>
              <a:cxnLst/>
              <a:rect l="l" t="t" r="r" b="b"/>
              <a:pathLst>
                <a:path w="510540" h="2937509">
                  <a:moveTo>
                    <a:pt x="510204" y="0"/>
                  </a:moveTo>
                  <a:lnTo>
                    <a:pt x="0" y="2937387"/>
                  </a:lnTo>
                </a:path>
              </a:pathLst>
            </a:custGeom>
            <a:ln w="15046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6786980" y="6986310"/>
              <a:ext cx="510540" cy="2937510"/>
            </a:xfrm>
            <a:custGeom>
              <a:avLst/>
              <a:gdLst/>
              <a:ahLst/>
              <a:cxnLst/>
              <a:rect l="l" t="t" r="r" b="b"/>
              <a:pathLst>
                <a:path w="510540" h="2937509">
                  <a:moveTo>
                    <a:pt x="0" y="0"/>
                  </a:moveTo>
                  <a:lnTo>
                    <a:pt x="510204" y="2937387"/>
                  </a:lnTo>
                </a:path>
              </a:pathLst>
            </a:custGeom>
            <a:ln w="15046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2686584" y="6986310"/>
              <a:ext cx="510540" cy="2937510"/>
            </a:xfrm>
            <a:custGeom>
              <a:avLst/>
              <a:gdLst/>
              <a:ahLst/>
              <a:cxnLst/>
              <a:rect l="l" t="t" r="r" b="b"/>
              <a:pathLst>
                <a:path w="510540" h="2937509">
                  <a:moveTo>
                    <a:pt x="510204" y="0"/>
                  </a:moveTo>
                  <a:lnTo>
                    <a:pt x="0" y="2937387"/>
                  </a:lnTo>
                </a:path>
              </a:pathLst>
            </a:custGeom>
            <a:ln w="15046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3462797" y="6986310"/>
              <a:ext cx="510540" cy="2937510"/>
            </a:xfrm>
            <a:custGeom>
              <a:avLst/>
              <a:gdLst/>
              <a:ahLst/>
              <a:cxnLst/>
              <a:rect l="l" t="t" r="r" b="b"/>
              <a:pathLst>
                <a:path w="510540" h="2937509">
                  <a:moveTo>
                    <a:pt x="0" y="0"/>
                  </a:moveTo>
                  <a:lnTo>
                    <a:pt x="510204" y="2937387"/>
                  </a:lnTo>
                </a:path>
              </a:pathLst>
            </a:custGeom>
            <a:ln w="15046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3" name="object 133" descr=""/>
          <p:cNvGrpSpPr/>
          <p:nvPr/>
        </p:nvGrpSpPr>
        <p:grpSpPr>
          <a:xfrm>
            <a:off x="4504361" y="8417501"/>
            <a:ext cx="1510665" cy="1088390"/>
            <a:chOff x="4504361" y="8417501"/>
            <a:chExt cx="1510665" cy="1088390"/>
          </a:xfrm>
        </p:grpSpPr>
        <p:sp>
          <p:nvSpPr>
            <p:cNvPr id="134" name="object 134" descr=""/>
            <p:cNvSpPr/>
            <p:nvPr/>
          </p:nvSpPr>
          <p:spPr>
            <a:xfrm>
              <a:off x="4628263" y="8417501"/>
              <a:ext cx="624205" cy="96520"/>
            </a:xfrm>
            <a:custGeom>
              <a:avLst/>
              <a:gdLst/>
              <a:ahLst/>
              <a:cxnLst/>
              <a:rect l="l" t="t" r="r" b="b"/>
              <a:pathLst>
                <a:path w="624204" h="96520">
                  <a:moveTo>
                    <a:pt x="624033" y="0"/>
                  </a:moveTo>
                  <a:lnTo>
                    <a:pt x="127116" y="0"/>
                  </a:lnTo>
                  <a:lnTo>
                    <a:pt x="83840" y="7253"/>
                  </a:lnTo>
                  <a:lnTo>
                    <a:pt x="46630" y="27386"/>
                  </a:lnTo>
                  <a:lnTo>
                    <a:pt x="17884" y="57956"/>
                  </a:lnTo>
                  <a:lnTo>
                    <a:pt x="0" y="96520"/>
                  </a:lnTo>
                  <a:lnTo>
                    <a:pt x="496916" y="96520"/>
                  </a:lnTo>
                  <a:lnTo>
                    <a:pt x="514805" y="57956"/>
                  </a:lnTo>
                  <a:lnTo>
                    <a:pt x="543551" y="27386"/>
                  </a:lnTo>
                  <a:lnTo>
                    <a:pt x="580759" y="7253"/>
                  </a:lnTo>
                  <a:lnTo>
                    <a:pt x="624033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4759638" y="8425519"/>
              <a:ext cx="629285" cy="264160"/>
            </a:xfrm>
            <a:custGeom>
              <a:avLst/>
              <a:gdLst/>
              <a:ahLst/>
              <a:cxnLst/>
              <a:rect l="l" t="t" r="r" b="b"/>
              <a:pathLst>
                <a:path w="629285" h="264159">
                  <a:moveTo>
                    <a:pt x="496916" y="0"/>
                  </a:moveTo>
                  <a:lnTo>
                    <a:pt x="0" y="0"/>
                  </a:lnTo>
                  <a:lnTo>
                    <a:pt x="41636" y="6735"/>
                  </a:lnTo>
                  <a:lnTo>
                    <a:pt x="77832" y="25481"/>
                  </a:lnTo>
                  <a:lnTo>
                    <a:pt x="106399" y="54048"/>
                  </a:lnTo>
                  <a:lnTo>
                    <a:pt x="125145" y="90244"/>
                  </a:lnTo>
                  <a:lnTo>
                    <a:pt x="131880" y="131880"/>
                  </a:lnTo>
                  <a:lnTo>
                    <a:pt x="131880" y="263751"/>
                  </a:lnTo>
                  <a:lnTo>
                    <a:pt x="628797" y="263751"/>
                  </a:lnTo>
                  <a:lnTo>
                    <a:pt x="628797" y="131880"/>
                  </a:lnTo>
                  <a:lnTo>
                    <a:pt x="622062" y="90148"/>
                  </a:lnTo>
                  <a:lnTo>
                    <a:pt x="603315" y="53939"/>
                  </a:lnTo>
                  <a:lnTo>
                    <a:pt x="574749" y="25409"/>
                  </a:lnTo>
                  <a:lnTo>
                    <a:pt x="538552" y="6711"/>
                  </a:lnTo>
                  <a:lnTo>
                    <a:pt x="4969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4759638" y="8425519"/>
              <a:ext cx="629285" cy="264160"/>
            </a:xfrm>
            <a:custGeom>
              <a:avLst/>
              <a:gdLst/>
              <a:ahLst/>
              <a:cxnLst/>
              <a:rect l="l" t="t" r="r" b="b"/>
              <a:pathLst>
                <a:path w="629285" h="264159">
                  <a:moveTo>
                    <a:pt x="0" y="0"/>
                  </a:moveTo>
                  <a:lnTo>
                    <a:pt x="41636" y="6735"/>
                  </a:lnTo>
                  <a:lnTo>
                    <a:pt x="77832" y="25481"/>
                  </a:lnTo>
                  <a:lnTo>
                    <a:pt x="106399" y="54048"/>
                  </a:lnTo>
                  <a:lnTo>
                    <a:pt x="125145" y="90244"/>
                  </a:lnTo>
                  <a:lnTo>
                    <a:pt x="131880" y="131880"/>
                  </a:lnTo>
                  <a:lnTo>
                    <a:pt x="131880" y="263751"/>
                  </a:lnTo>
                  <a:lnTo>
                    <a:pt x="628797" y="263751"/>
                  </a:lnTo>
                  <a:lnTo>
                    <a:pt x="628797" y="131880"/>
                  </a:lnTo>
                  <a:lnTo>
                    <a:pt x="622062" y="90148"/>
                  </a:lnTo>
                  <a:lnTo>
                    <a:pt x="603315" y="53939"/>
                  </a:lnTo>
                  <a:lnTo>
                    <a:pt x="574749" y="25409"/>
                  </a:lnTo>
                  <a:lnTo>
                    <a:pt x="538552" y="6711"/>
                  </a:lnTo>
                  <a:lnTo>
                    <a:pt x="496916" y="0"/>
                  </a:lnTo>
                  <a:lnTo>
                    <a:pt x="0" y="0"/>
                  </a:lnTo>
                  <a:close/>
                </a:path>
              </a:pathLst>
            </a:custGeom>
            <a:ln w="15046">
              <a:solidFill>
                <a:srgbClr val="0A13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5189115" y="8503743"/>
              <a:ext cx="481330" cy="126364"/>
            </a:xfrm>
            <a:custGeom>
              <a:avLst/>
              <a:gdLst/>
              <a:ahLst/>
              <a:cxnLst/>
              <a:rect l="l" t="t" r="r" b="b"/>
              <a:pathLst>
                <a:path w="481329" h="126365">
                  <a:moveTo>
                    <a:pt x="453546" y="0"/>
                  </a:moveTo>
                  <a:lnTo>
                    <a:pt x="0" y="0"/>
                  </a:lnTo>
                  <a:lnTo>
                    <a:pt x="27580" y="125860"/>
                  </a:lnTo>
                  <a:lnTo>
                    <a:pt x="481126" y="125860"/>
                  </a:lnTo>
                  <a:lnTo>
                    <a:pt x="4535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5189115" y="8503743"/>
              <a:ext cx="481330" cy="126364"/>
            </a:xfrm>
            <a:custGeom>
              <a:avLst/>
              <a:gdLst/>
              <a:ahLst/>
              <a:cxnLst/>
              <a:rect l="l" t="t" r="r" b="b"/>
              <a:pathLst>
                <a:path w="481329" h="126365">
                  <a:moveTo>
                    <a:pt x="453546" y="0"/>
                  </a:moveTo>
                  <a:lnTo>
                    <a:pt x="0" y="0"/>
                  </a:lnTo>
                  <a:lnTo>
                    <a:pt x="27580" y="125860"/>
                  </a:lnTo>
                  <a:lnTo>
                    <a:pt x="481126" y="125860"/>
                  </a:lnTo>
                  <a:lnTo>
                    <a:pt x="453546" y="0"/>
                  </a:lnTo>
                  <a:close/>
                </a:path>
              </a:pathLst>
            </a:custGeom>
            <a:ln w="15046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4733820" y="8629356"/>
              <a:ext cx="1273175" cy="869315"/>
            </a:xfrm>
            <a:custGeom>
              <a:avLst/>
              <a:gdLst/>
              <a:ahLst/>
              <a:cxnLst/>
              <a:rect l="l" t="t" r="r" b="b"/>
              <a:pathLst>
                <a:path w="1273175" h="869315">
                  <a:moveTo>
                    <a:pt x="1057768" y="0"/>
                  </a:moveTo>
                  <a:lnTo>
                    <a:pt x="0" y="0"/>
                  </a:lnTo>
                  <a:lnTo>
                    <a:pt x="23559" y="4066"/>
                  </a:lnTo>
                  <a:lnTo>
                    <a:pt x="43901" y="15418"/>
                  </a:lnTo>
                  <a:lnTo>
                    <a:pt x="59402" y="32785"/>
                  </a:lnTo>
                  <a:lnTo>
                    <a:pt x="68437" y="54898"/>
                  </a:lnTo>
                  <a:lnTo>
                    <a:pt x="213606" y="707015"/>
                  </a:lnTo>
                  <a:lnTo>
                    <a:pt x="215409" y="755702"/>
                  </a:lnTo>
                  <a:lnTo>
                    <a:pt x="200473" y="799790"/>
                  </a:lnTo>
                  <a:lnTo>
                    <a:pt x="171673" y="835706"/>
                  </a:lnTo>
                  <a:lnTo>
                    <a:pt x="131885" y="859876"/>
                  </a:lnTo>
                  <a:lnTo>
                    <a:pt x="83986" y="868727"/>
                  </a:lnTo>
                  <a:lnTo>
                    <a:pt x="1141755" y="868727"/>
                  </a:lnTo>
                  <a:lnTo>
                    <a:pt x="1189654" y="859876"/>
                  </a:lnTo>
                  <a:lnTo>
                    <a:pt x="1229442" y="835706"/>
                  </a:lnTo>
                  <a:lnTo>
                    <a:pt x="1258242" y="799790"/>
                  </a:lnTo>
                  <a:lnTo>
                    <a:pt x="1273178" y="755702"/>
                  </a:lnTo>
                  <a:lnTo>
                    <a:pt x="1271374" y="707015"/>
                  </a:lnTo>
                  <a:lnTo>
                    <a:pt x="1126206" y="54898"/>
                  </a:lnTo>
                  <a:lnTo>
                    <a:pt x="1117065" y="32785"/>
                  </a:lnTo>
                  <a:lnTo>
                    <a:pt x="1101576" y="15418"/>
                  </a:lnTo>
                  <a:lnTo>
                    <a:pt x="1081293" y="4066"/>
                  </a:lnTo>
                  <a:lnTo>
                    <a:pt x="10577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4733820" y="8629356"/>
              <a:ext cx="1273175" cy="869315"/>
            </a:xfrm>
            <a:custGeom>
              <a:avLst/>
              <a:gdLst/>
              <a:ahLst/>
              <a:cxnLst/>
              <a:rect l="l" t="t" r="r" b="b"/>
              <a:pathLst>
                <a:path w="1273175" h="869315">
                  <a:moveTo>
                    <a:pt x="1141755" y="868727"/>
                  </a:moveTo>
                  <a:lnTo>
                    <a:pt x="83986" y="868727"/>
                  </a:lnTo>
                  <a:lnTo>
                    <a:pt x="131885" y="859876"/>
                  </a:lnTo>
                  <a:lnTo>
                    <a:pt x="171673" y="835706"/>
                  </a:lnTo>
                  <a:lnTo>
                    <a:pt x="200473" y="799790"/>
                  </a:lnTo>
                  <a:lnTo>
                    <a:pt x="215409" y="755702"/>
                  </a:lnTo>
                  <a:lnTo>
                    <a:pt x="213606" y="707015"/>
                  </a:lnTo>
                  <a:lnTo>
                    <a:pt x="68437" y="54898"/>
                  </a:lnTo>
                  <a:lnTo>
                    <a:pt x="43901" y="15418"/>
                  </a:lnTo>
                  <a:lnTo>
                    <a:pt x="0" y="0"/>
                  </a:lnTo>
                  <a:lnTo>
                    <a:pt x="1057768" y="0"/>
                  </a:lnTo>
                  <a:lnTo>
                    <a:pt x="1101576" y="15418"/>
                  </a:lnTo>
                  <a:lnTo>
                    <a:pt x="1126206" y="54898"/>
                  </a:lnTo>
                  <a:lnTo>
                    <a:pt x="1271374" y="707015"/>
                  </a:lnTo>
                  <a:lnTo>
                    <a:pt x="1273178" y="755702"/>
                  </a:lnTo>
                  <a:lnTo>
                    <a:pt x="1258242" y="799790"/>
                  </a:lnTo>
                  <a:lnTo>
                    <a:pt x="1229442" y="835706"/>
                  </a:lnTo>
                  <a:lnTo>
                    <a:pt x="1189654" y="859876"/>
                  </a:lnTo>
                  <a:lnTo>
                    <a:pt x="1141755" y="868727"/>
                  </a:lnTo>
                  <a:close/>
                </a:path>
              </a:pathLst>
            </a:custGeom>
            <a:ln w="15046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4992050" y="8639631"/>
              <a:ext cx="659765" cy="501015"/>
            </a:xfrm>
            <a:custGeom>
              <a:avLst/>
              <a:gdLst/>
              <a:ahLst/>
              <a:cxnLst/>
              <a:rect l="l" t="t" r="r" b="b"/>
              <a:pathLst>
                <a:path w="659764" h="501015">
                  <a:moveTo>
                    <a:pt x="601468" y="0"/>
                  </a:moveTo>
                  <a:lnTo>
                    <a:pt x="653864" y="235427"/>
                  </a:lnTo>
                  <a:lnTo>
                    <a:pt x="659155" y="280302"/>
                  </a:lnTo>
                  <a:lnTo>
                    <a:pt x="655337" y="323669"/>
                  </a:lnTo>
                  <a:lnTo>
                    <a:pt x="643219" y="364521"/>
                  </a:lnTo>
                  <a:lnTo>
                    <a:pt x="623610" y="401851"/>
                  </a:lnTo>
                  <a:lnTo>
                    <a:pt x="597319" y="434652"/>
                  </a:lnTo>
                  <a:lnTo>
                    <a:pt x="565155" y="461917"/>
                  </a:lnTo>
                  <a:lnTo>
                    <a:pt x="527927" y="482638"/>
                  </a:lnTo>
                  <a:lnTo>
                    <a:pt x="486444" y="495810"/>
                  </a:lnTo>
                  <a:lnTo>
                    <a:pt x="441515" y="500424"/>
                  </a:lnTo>
                  <a:lnTo>
                    <a:pt x="397139" y="500424"/>
                  </a:lnTo>
                  <a:lnTo>
                    <a:pt x="347808" y="497018"/>
                  </a:lnTo>
                  <a:lnTo>
                    <a:pt x="300343" y="487074"/>
                  </a:lnTo>
                  <a:lnTo>
                    <a:pt x="255259" y="471005"/>
                  </a:lnTo>
                  <a:lnTo>
                    <a:pt x="213067" y="449223"/>
                  </a:lnTo>
                  <a:lnTo>
                    <a:pt x="174281" y="422140"/>
                  </a:lnTo>
                  <a:lnTo>
                    <a:pt x="139413" y="390168"/>
                  </a:lnTo>
                  <a:lnTo>
                    <a:pt x="108978" y="353719"/>
                  </a:lnTo>
                  <a:lnTo>
                    <a:pt x="83487" y="313207"/>
                  </a:lnTo>
                  <a:lnTo>
                    <a:pt x="63453" y="269042"/>
                  </a:lnTo>
                  <a:lnTo>
                    <a:pt x="49391" y="221637"/>
                  </a:lnTo>
                  <a:lnTo>
                    <a:pt x="0" y="0"/>
                  </a:lnTo>
                </a:path>
              </a:pathLst>
            </a:custGeom>
            <a:ln w="25067">
              <a:solidFill>
                <a:srgbClr val="D0EF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5044701" y="8637124"/>
              <a:ext cx="659765" cy="501015"/>
            </a:xfrm>
            <a:custGeom>
              <a:avLst/>
              <a:gdLst/>
              <a:ahLst/>
              <a:cxnLst/>
              <a:rect l="l" t="t" r="r" b="b"/>
              <a:pathLst>
                <a:path w="659764" h="501015">
                  <a:moveTo>
                    <a:pt x="601468" y="0"/>
                  </a:moveTo>
                  <a:lnTo>
                    <a:pt x="653864" y="235427"/>
                  </a:lnTo>
                  <a:lnTo>
                    <a:pt x="659155" y="280302"/>
                  </a:lnTo>
                  <a:lnTo>
                    <a:pt x="655337" y="323669"/>
                  </a:lnTo>
                  <a:lnTo>
                    <a:pt x="643219" y="364521"/>
                  </a:lnTo>
                  <a:lnTo>
                    <a:pt x="623610" y="401851"/>
                  </a:lnTo>
                  <a:lnTo>
                    <a:pt x="597319" y="434652"/>
                  </a:lnTo>
                  <a:lnTo>
                    <a:pt x="565155" y="461917"/>
                  </a:lnTo>
                  <a:lnTo>
                    <a:pt x="527927" y="482638"/>
                  </a:lnTo>
                  <a:lnTo>
                    <a:pt x="486444" y="495810"/>
                  </a:lnTo>
                  <a:lnTo>
                    <a:pt x="441515" y="500424"/>
                  </a:lnTo>
                  <a:lnTo>
                    <a:pt x="397139" y="500424"/>
                  </a:lnTo>
                  <a:lnTo>
                    <a:pt x="347808" y="497018"/>
                  </a:lnTo>
                  <a:lnTo>
                    <a:pt x="300343" y="487074"/>
                  </a:lnTo>
                  <a:lnTo>
                    <a:pt x="255259" y="471005"/>
                  </a:lnTo>
                  <a:lnTo>
                    <a:pt x="213067" y="449223"/>
                  </a:lnTo>
                  <a:lnTo>
                    <a:pt x="174281" y="422140"/>
                  </a:lnTo>
                  <a:lnTo>
                    <a:pt x="139413" y="390168"/>
                  </a:lnTo>
                  <a:lnTo>
                    <a:pt x="108978" y="353719"/>
                  </a:lnTo>
                  <a:lnTo>
                    <a:pt x="83487" y="313207"/>
                  </a:lnTo>
                  <a:lnTo>
                    <a:pt x="63453" y="269042"/>
                  </a:lnTo>
                  <a:lnTo>
                    <a:pt x="49391" y="221637"/>
                  </a:lnTo>
                  <a:lnTo>
                    <a:pt x="0" y="0"/>
                  </a:lnTo>
                </a:path>
              </a:pathLst>
            </a:custGeom>
            <a:ln w="25067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4511884" y="8629356"/>
              <a:ext cx="438150" cy="869315"/>
            </a:xfrm>
            <a:custGeom>
              <a:avLst/>
              <a:gdLst/>
              <a:ahLst/>
              <a:cxnLst/>
              <a:rect l="l" t="t" r="r" b="b"/>
              <a:pathLst>
                <a:path w="438150" h="869315">
                  <a:moveTo>
                    <a:pt x="222435" y="0"/>
                  </a:moveTo>
                  <a:lnTo>
                    <a:pt x="215409" y="0"/>
                  </a:lnTo>
                  <a:lnTo>
                    <a:pt x="191845" y="4066"/>
                  </a:lnTo>
                  <a:lnTo>
                    <a:pt x="156001" y="32785"/>
                  </a:lnTo>
                  <a:lnTo>
                    <a:pt x="1803" y="707015"/>
                  </a:lnTo>
                  <a:lnTo>
                    <a:pt x="0" y="755702"/>
                  </a:lnTo>
                  <a:lnTo>
                    <a:pt x="14936" y="799790"/>
                  </a:lnTo>
                  <a:lnTo>
                    <a:pt x="43736" y="835706"/>
                  </a:lnTo>
                  <a:lnTo>
                    <a:pt x="83524" y="859876"/>
                  </a:lnTo>
                  <a:lnTo>
                    <a:pt x="131422" y="868727"/>
                  </a:lnTo>
                  <a:lnTo>
                    <a:pt x="305920" y="868727"/>
                  </a:lnTo>
                  <a:lnTo>
                    <a:pt x="353822" y="859876"/>
                  </a:lnTo>
                  <a:lnTo>
                    <a:pt x="393638" y="835706"/>
                  </a:lnTo>
                  <a:lnTo>
                    <a:pt x="422515" y="799790"/>
                  </a:lnTo>
                  <a:lnTo>
                    <a:pt x="437600" y="755702"/>
                  </a:lnTo>
                  <a:lnTo>
                    <a:pt x="436041" y="707015"/>
                  </a:lnTo>
                  <a:lnTo>
                    <a:pt x="290873" y="54898"/>
                  </a:lnTo>
                  <a:lnTo>
                    <a:pt x="266243" y="15418"/>
                  </a:lnTo>
                  <a:lnTo>
                    <a:pt x="222435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4511884" y="8629356"/>
              <a:ext cx="438150" cy="869315"/>
            </a:xfrm>
            <a:custGeom>
              <a:avLst/>
              <a:gdLst/>
              <a:ahLst/>
              <a:cxnLst/>
              <a:rect l="l" t="t" r="r" b="b"/>
              <a:pathLst>
                <a:path w="438150" h="869315">
                  <a:moveTo>
                    <a:pt x="305920" y="868727"/>
                  </a:moveTo>
                  <a:lnTo>
                    <a:pt x="131422" y="868727"/>
                  </a:lnTo>
                  <a:lnTo>
                    <a:pt x="83524" y="859876"/>
                  </a:lnTo>
                  <a:lnTo>
                    <a:pt x="43736" y="835706"/>
                  </a:lnTo>
                  <a:lnTo>
                    <a:pt x="14936" y="799790"/>
                  </a:lnTo>
                  <a:lnTo>
                    <a:pt x="0" y="755702"/>
                  </a:lnTo>
                  <a:lnTo>
                    <a:pt x="1803" y="707015"/>
                  </a:lnTo>
                  <a:lnTo>
                    <a:pt x="146961" y="54898"/>
                  </a:lnTo>
                  <a:lnTo>
                    <a:pt x="171502" y="15418"/>
                  </a:lnTo>
                  <a:lnTo>
                    <a:pt x="215409" y="0"/>
                  </a:lnTo>
                  <a:lnTo>
                    <a:pt x="222435" y="0"/>
                  </a:lnTo>
                  <a:lnTo>
                    <a:pt x="266243" y="15418"/>
                  </a:lnTo>
                  <a:lnTo>
                    <a:pt x="290873" y="54898"/>
                  </a:lnTo>
                  <a:lnTo>
                    <a:pt x="436041" y="707015"/>
                  </a:lnTo>
                  <a:lnTo>
                    <a:pt x="437600" y="755702"/>
                  </a:lnTo>
                  <a:lnTo>
                    <a:pt x="422515" y="799790"/>
                  </a:lnTo>
                  <a:lnTo>
                    <a:pt x="393638" y="835706"/>
                  </a:lnTo>
                  <a:lnTo>
                    <a:pt x="353822" y="859876"/>
                  </a:lnTo>
                  <a:lnTo>
                    <a:pt x="305920" y="868727"/>
                  </a:lnTo>
                  <a:close/>
                </a:path>
              </a:pathLst>
            </a:custGeom>
            <a:ln w="15046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4733814" y="8629603"/>
              <a:ext cx="0" cy="717550"/>
            </a:xfrm>
            <a:custGeom>
              <a:avLst/>
              <a:gdLst/>
              <a:ahLst/>
              <a:cxnLst/>
              <a:rect l="l" t="t" r="r" b="b"/>
              <a:pathLst>
                <a:path w="0" h="717550">
                  <a:moveTo>
                    <a:pt x="0" y="0"/>
                  </a:moveTo>
                  <a:lnTo>
                    <a:pt x="0" y="717548"/>
                  </a:lnTo>
                </a:path>
              </a:pathLst>
            </a:custGeom>
            <a:ln w="150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4567590" y="9345147"/>
              <a:ext cx="331470" cy="130810"/>
            </a:xfrm>
            <a:custGeom>
              <a:avLst/>
              <a:gdLst/>
              <a:ahLst/>
              <a:cxnLst/>
              <a:rect l="l" t="t" r="r" b="b"/>
              <a:pathLst>
                <a:path w="331470" h="130809">
                  <a:moveTo>
                    <a:pt x="0" y="129367"/>
                  </a:moveTo>
                  <a:lnTo>
                    <a:pt x="165974" y="0"/>
                  </a:lnTo>
                  <a:lnTo>
                    <a:pt x="330942" y="130372"/>
                  </a:lnTo>
                </a:path>
              </a:pathLst>
            </a:custGeom>
            <a:ln w="150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7" name="object 147" descr=""/>
          <p:cNvGrpSpPr/>
          <p:nvPr/>
        </p:nvGrpSpPr>
        <p:grpSpPr>
          <a:xfrm>
            <a:off x="9157106" y="6334831"/>
            <a:ext cx="1690370" cy="468630"/>
            <a:chOff x="9157106" y="6334831"/>
            <a:chExt cx="1690370" cy="468630"/>
          </a:xfrm>
        </p:grpSpPr>
        <p:sp>
          <p:nvSpPr>
            <p:cNvPr id="148" name="object 148" descr=""/>
            <p:cNvSpPr/>
            <p:nvPr/>
          </p:nvSpPr>
          <p:spPr>
            <a:xfrm>
              <a:off x="9164633" y="6342354"/>
              <a:ext cx="1675130" cy="454025"/>
            </a:xfrm>
            <a:custGeom>
              <a:avLst/>
              <a:gdLst/>
              <a:ahLst/>
              <a:cxnLst/>
              <a:rect l="l" t="t" r="r" b="b"/>
              <a:pathLst>
                <a:path w="1675129" h="454025">
                  <a:moveTo>
                    <a:pt x="0" y="453535"/>
                  </a:moveTo>
                  <a:lnTo>
                    <a:pt x="1675017" y="453535"/>
                  </a:lnTo>
                  <a:lnTo>
                    <a:pt x="1348943" y="0"/>
                  </a:lnTo>
                  <a:lnTo>
                    <a:pt x="352104" y="0"/>
                  </a:lnTo>
                  <a:lnTo>
                    <a:pt x="0" y="453535"/>
                  </a:lnTo>
                  <a:close/>
                </a:path>
              </a:pathLst>
            </a:custGeom>
            <a:ln w="7518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9164630" y="6342354"/>
              <a:ext cx="1675130" cy="454025"/>
            </a:xfrm>
            <a:custGeom>
              <a:avLst/>
              <a:gdLst/>
              <a:ahLst/>
              <a:cxnLst/>
              <a:rect l="l" t="t" r="r" b="b"/>
              <a:pathLst>
                <a:path w="1675129" h="454025">
                  <a:moveTo>
                    <a:pt x="1348943" y="0"/>
                  </a:moveTo>
                  <a:lnTo>
                    <a:pt x="352104" y="0"/>
                  </a:lnTo>
                  <a:lnTo>
                    <a:pt x="0" y="453535"/>
                  </a:lnTo>
                  <a:lnTo>
                    <a:pt x="1675017" y="453535"/>
                  </a:lnTo>
                  <a:lnTo>
                    <a:pt x="13489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9164630" y="6342354"/>
              <a:ext cx="1675130" cy="454025"/>
            </a:xfrm>
            <a:custGeom>
              <a:avLst/>
              <a:gdLst/>
              <a:ahLst/>
              <a:cxnLst/>
              <a:rect l="l" t="t" r="r" b="b"/>
              <a:pathLst>
                <a:path w="1675129" h="454025">
                  <a:moveTo>
                    <a:pt x="1675017" y="453535"/>
                  </a:moveTo>
                  <a:lnTo>
                    <a:pt x="0" y="453535"/>
                  </a:lnTo>
                  <a:lnTo>
                    <a:pt x="352104" y="0"/>
                  </a:lnTo>
                  <a:lnTo>
                    <a:pt x="1348943" y="0"/>
                  </a:lnTo>
                  <a:lnTo>
                    <a:pt x="1675017" y="453535"/>
                  </a:lnTo>
                  <a:close/>
                </a:path>
              </a:pathLst>
            </a:custGeom>
            <a:ln w="15046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9164625" y="6668280"/>
              <a:ext cx="1675130" cy="127635"/>
            </a:xfrm>
            <a:custGeom>
              <a:avLst/>
              <a:gdLst/>
              <a:ahLst/>
              <a:cxnLst/>
              <a:rect l="l" t="t" r="r" b="b"/>
              <a:pathLst>
                <a:path w="1675129" h="127634">
                  <a:moveTo>
                    <a:pt x="837514" y="127609"/>
                  </a:moveTo>
                  <a:lnTo>
                    <a:pt x="776643" y="85077"/>
                  </a:lnTo>
                  <a:lnTo>
                    <a:pt x="605409" y="14173"/>
                  </a:lnTo>
                  <a:lnTo>
                    <a:pt x="340855" y="0"/>
                  </a:lnTo>
                  <a:lnTo>
                    <a:pt x="0" y="127609"/>
                  </a:lnTo>
                  <a:lnTo>
                    <a:pt x="837514" y="127609"/>
                  </a:lnTo>
                  <a:close/>
                </a:path>
                <a:path w="1675129" h="127634">
                  <a:moveTo>
                    <a:pt x="1675015" y="127609"/>
                  </a:moveTo>
                  <a:lnTo>
                    <a:pt x="1334173" y="0"/>
                  </a:lnTo>
                  <a:lnTo>
                    <a:pt x="1069606" y="14173"/>
                  </a:lnTo>
                  <a:lnTo>
                    <a:pt x="898372" y="85077"/>
                  </a:lnTo>
                  <a:lnTo>
                    <a:pt x="837514" y="127609"/>
                  </a:lnTo>
                  <a:lnTo>
                    <a:pt x="1675015" y="127609"/>
                  </a:lnTo>
                  <a:close/>
                </a:path>
              </a:pathLst>
            </a:custGeom>
            <a:solidFill>
              <a:srgbClr val="B0E2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0002140" y="6342354"/>
              <a:ext cx="0" cy="454025"/>
            </a:xfrm>
            <a:custGeom>
              <a:avLst/>
              <a:gdLst/>
              <a:ahLst/>
              <a:cxnLst/>
              <a:rect l="l" t="t" r="r" b="b"/>
              <a:pathLst>
                <a:path w="0" h="454025">
                  <a:moveTo>
                    <a:pt x="0" y="453535"/>
                  </a:moveTo>
                  <a:lnTo>
                    <a:pt x="0" y="0"/>
                  </a:lnTo>
                </a:path>
              </a:pathLst>
            </a:custGeom>
            <a:ln w="15046">
              <a:solidFill>
                <a:srgbClr val="B0E2F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3" name="object 153" descr=""/>
          <p:cNvGrpSpPr/>
          <p:nvPr/>
        </p:nvGrpSpPr>
        <p:grpSpPr>
          <a:xfrm>
            <a:off x="6778899" y="5799019"/>
            <a:ext cx="2100580" cy="1001394"/>
            <a:chOff x="6778899" y="5799019"/>
            <a:chExt cx="2100580" cy="1001394"/>
          </a:xfrm>
        </p:grpSpPr>
        <p:sp>
          <p:nvSpPr>
            <p:cNvPr id="154" name="object 154" descr=""/>
            <p:cNvSpPr/>
            <p:nvPr/>
          </p:nvSpPr>
          <p:spPr>
            <a:xfrm>
              <a:off x="7162819" y="6329636"/>
              <a:ext cx="1706245" cy="460375"/>
            </a:xfrm>
            <a:custGeom>
              <a:avLst/>
              <a:gdLst/>
              <a:ahLst/>
              <a:cxnLst/>
              <a:rect l="l" t="t" r="r" b="b"/>
              <a:pathLst>
                <a:path w="1706245" h="460375">
                  <a:moveTo>
                    <a:pt x="599091" y="0"/>
                  </a:moveTo>
                  <a:lnTo>
                    <a:pt x="596997" y="670"/>
                  </a:lnTo>
                  <a:lnTo>
                    <a:pt x="1549" y="426730"/>
                  </a:lnTo>
                  <a:lnTo>
                    <a:pt x="0" y="431337"/>
                  </a:lnTo>
                  <a:lnTo>
                    <a:pt x="2659" y="439798"/>
                  </a:lnTo>
                  <a:lnTo>
                    <a:pt x="6554" y="442709"/>
                  </a:lnTo>
                  <a:lnTo>
                    <a:pt x="10994" y="442761"/>
                  </a:lnTo>
                  <a:lnTo>
                    <a:pt x="1351267" y="460038"/>
                  </a:lnTo>
                  <a:lnTo>
                    <a:pt x="1354189" y="458656"/>
                  </a:lnTo>
                  <a:lnTo>
                    <a:pt x="1705152" y="27831"/>
                  </a:lnTo>
                  <a:lnTo>
                    <a:pt x="1705675" y="23622"/>
                  </a:lnTo>
                  <a:lnTo>
                    <a:pt x="1702335" y="16491"/>
                  </a:lnTo>
                  <a:lnTo>
                    <a:pt x="1698765" y="14188"/>
                  </a:lnTo>
                  <a:lnTo>
                    <a:pt x="5990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7153407" y="6319372"/>
              <a:ext cx="1726564" cy="480695"/>
            </a:xfrm>
            <a:custGeom>
              <a:avLst/>
              <a:gdLst/>
              <a:ahLst/>
              <a:cxnLst/>
              <a:rect l="l" t="t" r="r" b="b"/>
              <a:pathLst>
                <a:path w="1726565" h="480695">
                  <a:moveTo>
                    <a:pt x="610904" y="0"/>
                  </a:moveTo>
                  <a:lnTo>
                    <a:pt x="606359" y="0"/>
                  </a:lnTo>
                  <a:lnTo>
                    <a:pt x="602181" y="1340"/>
                  </a:lnTo>
                  <a:lnTo>
                    <a:pt x="8587" y="426060"/>
                  </a:lnTo>
                  <a:lnTo>
                    <a:pt x="3971" y="430616"/>
                  </a:lnTo>
                  <a:lnTo>
                    <a:pt x="1058" y="436243"/>
                  </a:lnTo>
                  <a:lnTo>
                    <a:pt x="0" y="442490"/>
                  </a:lnTo>
                  <a:lnTo>
                    <a:pt x="943" y="448907"/>
                  </a:lnTo>
                  <a:lnTo>
                    <a:pt x="3603" y="457378"/>
                  </a:lnTo>
                  <a:lnTo>
                    <a:pt x="11404" y="463179"/>
                  </a:lnTo>
                  <a:lnTo>
                    <a:pt x="1357331" y="480571"/>
                  </a:lnTo>
                  <a:lnTo>
                    <a:pt x="1363760" y="480571"/>
                  </a:lnTo>
                  <a:lnTo>
                    <a:pt x="1369614" y="477796"/>
                  </a:lnTo>
                  <a:lnTo>
                    <a:pt x="1384080" y="460038"/>
                  </a:lnTo>
                  <a:lnTo>
                    <a:pt x="1357593" y="460038"/>
                  </a:lnTo>
                  <a:lnTo>
                    <a:pt x="20534" y="442761"/>
                  </a:lnTo>
                  <a:lnTo>
                    <a:pt x="610642" y="20533"/>
                  </a:lnTo>
                  <a:lnTo>
                    <a:pt x="1720165" y="20533"/>
                  </a:lnTo>
                  <a:lnTo>
                    <a:pt x="1719373" y="18837"/>
                  </a:lnTo>
                  <a:lnTo>
                    <a:pt x="1712252" y="14229"/>
                  </a:lnTo>
                  <a:lnTo>
                    <a:pt x="610904" y="0"/>
                  </a:lnTo>
                  <a:close/>
                </a:path>
                <a:path w="1726565" h="480695">
                  <a:moveTo>
                    <a:pt x="1720165" y="20533"/>
                  </a:moveTo>
                  <a:lnTo>
                    <a:pt x="610642" y="20533"/>
                  </a:lnTo>
                  <a:lnTo>
                    <a:pt x="1704106" y="34669"/>
                  </a:lnTo>
                  <a:lnTo>
                    <a:pt x="1357593" y="460038"/>
                  </a:lnTo>
                  <a:lnTo>
                    <a:pt x="1384080" y="460038"/>
                  </a:lnTo>
                  <a:lnTo>
                    <a:pt x="1725006" y="41527"/>
                  </a:lnTo>
                  <a:lnTo>
                    <a:pt x="1726042" y="33108"/>
                  </a:lnTo>
                  <a:lnTo>
                    <a:pt x="1720165" y="20533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6789166" y="5809285"/>
              <a:ext cx="1750060" cy="977265"/>
            </a:xfrm>
            <a:custGeom>
              <a:avLst/>
              <a:gdLst/>
              <a:ahLst/>
              <a:cxnLst/>
              <a:rect l="l" t="t" r="r" b="b"/>
              <a:pathLst>
                <a:path w="1750059" h="977265">
                  <a:moveTo>
                    <a:pt x="62693" y="0"/>
                  </a:moveTo>
                  <a:lnTo>
                    <a:pt x="32595" y="6959"/>
                  </a:lnTo>
                  <a:lnTo>
                    <a:pt x="10654" y="25801"/>
                  </a:lnTo>
                  <a:lnTo>
                    <a:pt x="0" y="52176"/>
                  </a:lnTo>
                  <a:lnTo>
                    <a:pt x="3763" y="81735"/>
                  </a:lnTo>
                  <a:lnTo>
                    <a:pt x="340569" y="909616"/>
                  </a:lnTo>
                  <a:lnTo>
                    <a:pt x="370676" y="946363"/>
                  </a:lnTo>
                  <a:lnTo>
                    <a:pt x="417164" y="960651"/>
                  </a:lnTo>
                  <a:lnTo>
                    <a:pt x="1686832" y="977059"/>
                  </a:lnTo>
                  <a:lnTo>
                    <a:pt x="1717072" y="970099"/>
                  </a:lnTo>
                  <a:lnTo>
                    <a:pt x="1739063" y="951257"/>
                  </a:lnTo>
                  <a:lnTo>
                    <a:pt x="1749671" y="924882"/>
                  </a:lnTo>
                  <a:lnTo>
                    <a:pt x="1745762" y="895323"/>
                  </a:lnTo>
                  <a:lnTo>
                    <a:pt x="1408955" y="67442"/>
                  </a:lnTo>
                  <a:lnTo>
                    <a:pt x="1378845" y="30695"/>
                  </a:lnTo>
                  <a:lnTo>
                    <a:pt x="1332361" y="16407"/>
                  </a:lnTo>
                  <a:lnTo>
                    <a:pt x="626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6789166" y="5809285"/>
              <a:ext cx="1750060" cy="977265"/>
            </a:xfrm>
            <a:custGeom>
              <a:avLst/>
              <a:gdLst/>
              <a:ahLst/>
              <a:cxnLst/>
              <a:rect l="l" t="t" r="r" b="b"/>
              <a:pathLst>
                <a:path w="1750059" h="977265">
                  <a:moveTo>
                    <a:pt x="1686832" y="977059"/>
                  </a:moveTo>
                  <a:lnTo>
                    <a:pt x="417164" y="960651"/>
                  </a:lnTo>
                  <a:lnTo>
                    <a:pt x="370676" y="946363"/>
                  </a:lnTo>
                  <a:lnTo>
                    <a:pt x="340569" y="909616"/>
                  </a:lnTo>
                  <a:lnTo>
                    <a:pt x="3763" y="81735"/>
                  </a:lnTo>
                  <a:lnTo>
                    <a:pt x="0" y="52176"/>
                  </a:lnTo>
                  <a:lnTo>
                    <a:pt x="10654" y="25801"/>
                  </a:lnTo>
                  <a:lnTo>
                    <a:pt x="32595" y="6959"/>
                  </a:lnTo>
                  <a:lnTo>
                    <a:pt x="62693" y="0"/>
                  </a:lnTo>
                  <a:lnTo>
                    <a:pt x="1332361" y="16407"/>
                  </a:lnTo>
                  <a:lnTo>
                    <a:pt x="1378845" y="30695"/>
                  </a:lnTo>
                  <a:lnTo>
                    <a:pt x="1408955" y="67442"/>
                  </a:lnTo>
                  <a:lnTo>
                    <a:pt x="1745762" y="895323"/>
                  </a:lnTo>
                  <a:lnTo>
                    <a:pt x="1749671" y="924882"/>
                  </a:lnTo>
                  <a:lnTo>
                    <a:pt x="1739063" y="951257"/>
                  </a:lnTo>
                  <a:lnTo>
                    <a:pt x="1717072" y="970099"/>
                  </a:lnTo>
                  <a:lnTo>
                    <a:pt x="1686832" y="977059"/>
                  </a:lnTo>
                  <a:close/>
                </a:path>
              </a:pathLst>
            </a:custGeom>
            <a:ln w="20533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6807842" y="5859787"/>
              <a:ext cx="1669414" cy="932180"/>
            </a:xfrm>
            <a:custGeom>
              <a:avLst/>
              <a:gdLst/>
              <a:ahLst/>
              <a:cxnLst/>
              <a:rect l="l" t="t" r="r" b="b"/>
              <a:pathLst>
                <a:path w="1669415" h="932179">
                  <a:moveTo>
                    <a:pt x="59898" y="0"/>
                  </a:moveTo>
                  <a:lnTo>
                    <a:pt x="31081" y="6599"/>
                  </a:lnTo>
                  <a:lnTo>
                    <a:pt x="10136" y="24497"/>
                  </a:lnTo>
                  <a:lnTo>
                    <a:pt x="0" y="49600"/>
                  </a:lnTo>
                  <a:lnTo>
                    <a:pt x="3607" y="77809"/>
                  </a:lnTo>
                  <a:lnTo>
                    <a:pt x="324885" y="867575"/>
                  </a:lnTo>
                  <a:lnTo>
                    <a:pt x="353694" y="902507"/>
                  </a:lnTo>
                  <a:lnTo>
                    <a:pt x="397888" y="916087"/>
                  </a:lnTo>
                  <a:lnTo>
                    <a:pt x="1609181" y="931741"/>
                  </a:lnTo>
                  <a:lnTo>
                    <a:pt x="1637887" y="925136"/>
                  </a:lnTo>
                  <a:lnTo>
                    <a:pt x="1658845" y="907235"/>
                  </a:lnTo>
                  <a:lnTo>
                    <a:pt x="1669047" y="882135"/>
                  </a:lnTo>
                  <a:lnTo>
                    <a:pt x="1665483" y="853932"/>
                  </a:lnTo>
                  <a:lnTo>
                    <a:pt x="1344194" y="64165"/>
                  </a:lnTo>
                  <a:lnTo>
                    <a:pt x="1315389" y="29229"/>
                  </a:lnTo>
                  <a:lnTo>
                    <a:pt x="1271191" y="15653"/>
                  </a:lnTo>
                  <a:lnTo>
                    <a:pt x="59898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9" name="object 15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544990" y="6268663"/>
              <a:ext cx="106059" cy="99693"/>
            </a:xfrm>
            <a:prstGeom prst="rect">
              <a:avLst/>
            </a:prstGeom>
          </p:spPr>
        </p:pic>
      </p:grpSp>
      <p:grpSp>
        <p:nvGrpSpPr>
          <p:cNvPr id="160" name="object 160" descr=""/>
          <p:cNvGrpSpPr/>
          <p:nvPr/>
        </p:nvGrpSpPr>
        <p:grpSpPr>
          <a:xfrm>
            <a:off x="14334804" y="3029195"/>
            <a:ext cx="2594610" cy="7212330"/>
            <a:chOff x="14334804" y="3029195"/>
            <a:chExt cx="2594610" cy="7212330"/>
          </a:xfrm>
        </p:grpSpPr>
        <p:pic>
          <p:nvPicPr>
            <p:cNvPr id="161" name="object 16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334804" y="3029195"/>
              <a:ext cx="2594304" cy="7211974"/>
            </a:xfrm>
            <a:prstGeom prst="rect">
              <a:avLst/>
            </a:prstGeom>
          </p:spPr>
        </p:pic>
        <p:pic>
          <p:nvPicPr>
            <p:cNvPr id="162" name="object 16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044358" y="5598097"/>
              <a:ext cx="1431132" cy="2404370"/>
            </a:xfrm>
            <a:prstGeom prst="rect">
              <a:avLst/>
            </a:prstGeom>
          </p:spPr>
        </p:pic>
        <p:sp>
          <p:nvSpPr>
            <p:cNvPr id="163" name="object 163" descr=""/>
            <p:cNvSpPr/>
            <p:nvPr/>
          </p:nvSpPr>
          <p:spPr>
            <a:xfrm>
              <a:off x="15198113" y="5522506"/>
              <a:ext cx="866140" cy="205104"/>
            </a:xfrm>
            <a:custGeom>
              <a:avLst/>
              <a:gdLst/>
              <a:ahLst/>
              <a:cxnLst/>
              <a:rect l="l" t="t" r="r" b="b"/>
              <a:pathLst>
                <a:path w="866140" h="205104">
                  <a:moveTo>
                    <a:pt x="0" y="0"/>
                  </a:moveTo>
                  <a:lnTo>
                    <a:pt x="16345" y="124310"/>
                  </a:lnTo>
                  <a:lnTo>
                    <a:pt x="67202" y="152424"/>
                  </a:lnTo>
                  <a:lnTo>
                    <a:pt x="104779" y="166760"/>
                  </a:lnTo>
                  <a:lnTo>
                    <a:pt x="153836" y="180806"/>
                  </a:lnTo>
                  <a:lnTo>
                    <a:pt x="215075" y="192899"/>
                  </a:lnTo>
                  <a:lnTo>
                    <a:pt x="289195" y="201374"/>
                  </a:lnTo>
                  <a:lnTo>
                    <a:pt x="376899" y="204569"/>
                  </a:lnTo>
                  <a:lnTo>
                    <a:pt x="416722" y="203897"/>
                  </a:lnTo>
                  <a:lnTo>
                    <a:pt x="457630" y="201738"/>
                  </a:lnTo>
                  <a:lnTo>
                    <a:pt x="499881" y="197877"/>
                  </a:lnTo>
                  <a:lnTo>
                    <a:pt x="543733" y="192096"/>
                  </a:lnTo>
                  <a:lnTo>
                    <a:pt x="589442" y="184181"/>
                  </a:lnTo>
                  <a:lnTo>
                    <a:pt x="637268" y="173916"/>
                  </a:lnTo>
                  <a:lnTo>
                    <a:pt x="687467" y="161086"/>
                  </a:lnTo>
                  <a:lnTo>
                    <a:pt x="740298" y="145474"/>
                  </a:lnTo>
                  <a:lnTo>
                    <a:pt x="796018" y="126865"/>
                  </a:lnTo>
                  <a:lnTo>
                    <a:pt x="854884" y="105043"/>
                  </a:lnTo>
                  <a:lnTo>
                    <a:pt x="865994" y="10868"/>
                  </a:lnTo>
                  <a:lnTo>
                    <a:pt x="784728" y="39660"/>
                  </a:lnTo>
                  <a:lnTo>
                    <a:pt x="706679" y="62080"/>
                  </a:lnTo>
                  <a:lnTo>
                    <a:pt x="631980" y="78677"/>
                  </a:lnTo>
                  <a:lnTo>
                    <a:pt x="560761" y="90000"/>
                  </a:lnTo>
                  <a:lnTo>
                    <a:pt x="493155" y="96597"/>
                  </a:lnTo>
                  <a:lnTo>
                    <a:pt x="429295" y="99018"/>
                  </a:lnTo>
                  <a:lnTo>
                    <a:pt x="369311" y="97810"/>
                  </a:lnTo>
                  <a:lnTo>
                    <a:pt x="313337" y="93522"/>
                  </a:lnTo>
                  <a:lnTo>
                    <a:pt x="261504" y="86704"/>
                  </a:lnTo>
                  <a:lnTo>
                    <a:pt x="213945" y="77902"/>
                  </a:lnTo>
                  <a:lnTo>
                    <a:pt x="170791" y="67667"/>
                  </a:lnTo>
                  <a:lnTo>
                    <a:pt x="132174" y="56547"/>
                  </a:lnTo>
                  <a:lnTo>
                    <a:pt x="69082" y="33845"/>
                  </a:lnTo>
                  <a:lnTo>
                    <a:pt x="25723" y="14185"/>
                  </a:lnTo>
                  <a:lnTo>
                    <a:pt x="11775" y="68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5196427" y="3129324"/>
              <a:ext cx="896619" cy="855344"/>
            </a:xfrm>
            <a:custGeom>
              <a:avLst/>
              <a:gdLst/>
              <a:ahLst/>
              <a:cxnLst/>
              <a:rect l="l" t="t" r="r" b="b"/>
              <a:pathLst>
                <a:path w="896619" h="855345">
                  <a:moveTo>
                    <a:pt x="896035" y="854760"/>
                  </a:moveTo>
                  <a:lnTo>
                    <a:pt x="709790" y="103987"/>
                  </a:lnTo>
                  <a:lnTo>
                    <a:pt x="513346" y="21628"/>
                  </a:lnTo>
                  <a:lnTo>
                    <a:pt x="405358" y="66687"/>
                  </a:lnTo>
                  <a:lnTo>
                    <a:pt x="402501" y="69519"/>
                  </a:lnTo>
                  <a:lnTo>
                    <a:pt x="397573" y="57124"/>
                  </a:lnTo>
                  <a:lnTo>
                    <a:pt x="364337" y="0"/>
                  </a:lnTo>
                  <a:lnTo>
                    <a:pt x="215544" y="48679"/>
                  </a:lnTo>
                  <a:lnTo>
                    <a:pt x="39573" y="218084"/>
                  </a:lnTo>
                  <a:lnTo>
                    <a:pt x="21577" y="258965"/>
                  </a:lnTo>
                  <a:lnTo>
                    <a:pt x="0" y="342531"/>
                  </a:lnTo>
                  <a:lnTo>
                    <a:pt x="23444" y="410184"/>
                  </a:lnTo>
                  <a:lnTo>
                    <a:pt x="140512" y="403326"/>
                  </a:lnTo>
                  <a:lnTo>
                    <a:pt x="152107" y="389267"/>
                  </a:lnTo>
                  <a:lnTo>
                    <a:pt x="155752" y="364540"/>
                  </a:lnTo>
                  <a:lnTo>
                    <a:pt x="169024" y="332574"/>
                  </a:lnTo>
                  <a:lnTo>
                    <a:pt x="209461" y="296824"/>
                  </a:lnTo>
                  <a:lnTo>
                    <a:pt x="248526" y="265353"/>
                  </a:lnTo>
                  <a:lnTo>
                    <a:pt x="263105" y="236626"/>
                  </a:lnTo>
                  <a:lnTo>
                    <a:pt x="264718" y="208229"/>
                  </a:lnTo>
                  <a:lnTo>
                    <a:pt x="264947" y="177723"/>
                  </a:lnTo>
                  <a:lnTo>
                    <a:pt x="274243" y="158140"/>
                  </a:lnTo>
                  <a:lnTo>
                    <a:pt x="295084" y="156032"/>
                  </a:lnTo>
                  <a:lnTo>
                    <a:pt x="327025" y="159372"/>
                  </a:lnTo>
                  <a:lnTo>
                    <a:pt x="369608" y="156108"/>
                  </a:lnTo>
                  <a:lnTo>
                    <a:pt x="405866" y="146621"/>
                  </a:lnTo>
                  <a:lnTo>
                    <a:pt x="407339" y="145300"/>
                  </a:lnTo>
                  <a:lnTo>
                    <a:pt x="419633" y="152476"/>
                  </a:lnTo>
                  <a:lnTo>
                    <a:pt x="465061" y="171081"/>
                  </a:lnTo>
                  <a:lnTo>
                    <a:pt x="499872" y="179451"/>
                  </a:lnTo>
                  <a:lnTo>
                    <a:pt x="521398" y="189014"/>
                  </a:lnTo>
                  <a:lnTo>
                    <a:pt x="527037" y="211213"/>
                  </a:lnTo>
                  <a:lnTo>
                    <a:pt x="525513" y="244792"/>
                  </a:lnTo>
                  <a:lnTo>
                    <a:pt x="532409" y="277863"/>
                  </a:lnTo>
                  <a:lnTo>
                    <a:pt x="555332" y="305879"/>
                  </a:lnTo>
                  <a:lnTo>
                    <a:pt x="601941" y="324319"/>
                  </a:lnTo>
                  <a:lnTo>
                    <a:pt x="632866" y="337439"/>
                  </a:lnTo>
                  <a:lnTo>
                    <a:pt x="638314" y="357124"/>
                  </a:lnTo>
                  <a:lnTo>
                    <a:pt x="633679" y="383070"/>
                  </a:lnTo>
                  <a:lnTo>
                    <a:pt x="634314" y="414947"/>
                  </a:lnTo>
                  <a:lnTo>
                    <a:pt x="655599" y="452399"/>
                  </a:lnTo>
                  <a:lnTo>
                    <a:pt x="683437" y="487514"/>
                  </a:lnTo>
                  <a:lnTo>
                    <a:pt x="687705" y="506310"/>
                  </a:lnTo>
                  <a:lnTo>
                    <a:pt x="678688" y="520077"/>
                  </a:lnTo>
                  <a:lnTo>
                    <a:pt x="666610" y="540067"/>
                  </a:lnTo>
                  <a:lnTo>
                    <a:pt x="661746" y="577570"/>
                  </a:lnTo>
                  <a:lnTo>
                    <a:pt x="669036" y="624217"/>
                  </a:lnTo>
                  <a:lnTo>
                    <a:pt x="682142" y="652411"/>
                  </a:lnTo>
                  <a:lnTo>
                    <a:pt x="695515" y="669569"/>
                  </a:lnTo>
                  <a:lnTo>
                    <a:pt x="703605" y="683094"/>
                  </a:lnTo>
                  <a:lnTo>
                    <a:pt x="716788" y="753694"/>
                  </a:lnTo>
                  <a:lnTo>
                    <a:pt x="714959" y="787222"/>
                  </a:lnTo>
                  <a:lnTo>
                    <a:pt x="707199" y="797318"/>
                  </a:lnTo>
                  <a:lnTo>
                    <a:pt x="702602" y="797648"/>
                  </a:lnTo>
                  <a:lnTo>
                    <a:pt x="896035" y="85476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5056943" y="3215391"/>
              <a:ext cx="1002665" cy="867410"/>
            </a:xfrm>
            <a:custGeom>
              <a:avLst/>
              <a:gdLst/>
              <a:ahLst/>
              <a:cxnLst/>
              <a:rect l="l" t="t" r="r" b="b"/>
              <a:pathLst>
                <a:path w="1002665" h="867410">
                  <a:moveTo>
                    <a:pt x="436346" y="24434"/>
                  </a:moveTo>
                  <a:lnTo>
                    <a:pt x="435559" y="19799"/>
                  </a:lnTo>
                  <a:lnTo>
                    <a:pt x="431673" y="17056"/>
                  </a:lnTo>
                  <a:lnTo>
                    <a:pt x="406615" y="4762"/>
                  </a:lnTo>
                  <a:lnTo>
                    <a:pt x="379006" y="0"/>
                  </a:lnTo>
                  <a:lnTo>
                    <a:pt x="351129" y="2832"/>
                  </a:lnTo>
                  <a:lnTo>
                    <a:pt x="305003" y="29159"/>
                  </a:lnTo>
                  <a:lnTo>
                    <a:pt x="275336" y="68821"/>
                  </a:lnTo>
                  <a:lnTo>
                    <a:pt x="258495" y="99301"/>
                  </a:lnTo>
                  <a:lnTo>
                    <a:pt x="253009" y="108635"/>
                  </a:lnTo>
                  <a:lnTo>
                    <a:pt x="199986" y="130022"/>
                  </a:lnTo>
                  <a:lnTo>
                    <a:pt x="185293" y="132880"/>
                  </a:lnTo>
                  <a:lnTo>
                    <a:pt x="140563" y="156756"/>
                  </a:lnTo>
                  <a:lnTo>
                    <a:pt x="121564" y="200799"/>
                  </a:lnTo>
                  <a:lnTo>
                    <a:pt x="122224" y="208330"/>
                  </a:lnTo>
                  <a:lnTo>
                    <a:pt x="123685" y="215607"/>
                  </a:lnTo>
                  <a:lnTo>
                    <a:pt x="125691" y="222681"/>
                  </a:lnTo>
                  <a:lnTo>
                    <a:pt x="133413" y="246062"/>
                  </a:lnTo>
                  <a:lnTo>
                    <a:pt x="133540" y="254114"/>
                  </a:lnTo>
                  <a:lnTo>
                    <a:pt x="130365" y="270662"/>
                  </a:lnTo>
                  <a:lnTo>
                    <a:pt x="121462" y="285584"/>
                  </a:lnTo>
                  <a:lnTo>
                    <a:pt x="108610" y="299567"/>
                  </a:lnTo>
                  <a:lnTo>
                    <a:pt x="76111" y="329234"/>
                  </a:lnTo>
                  <a:lnTo>
                    <a:pt x="61137" y="346481"/>
                  </a:lnTo>
                  <a:lnTo>
                    <a:pt x="51358" y="365950"/>
                  </a:lnTo>
                  <a:lnTo>
                    <a:pt x="49530" y="388670"/>
                  </a:lnTo>
                  <a:lnTo>
                    <a:pt x="52438" y="400621"/>
                  </a:lnTo>
                  <a:lnTo>
                    <a:pt x="57518" y="411607"/>
                  </a:lnTo>
                  <a:lnTo>
                    <a:pt x="64008" y="421868"/>
                  </a:lnTo>
                  <a:lnTo>
                    <a:pt x="78054" y="441198"/>
                  </a:lnTo>
                  <a:lnTo>
                    <a:pt x="83972" y="450659"/>
                  </a:lnTo>
                  <a:lnTo>
                    <a:pt x="88150" y="460311"/>
                  </a:lnTo>
                  <a:lnTo>
                    <a:pt x="89814" y="470395"/>
                  </a:lnTo>
                  <a:lnTo>
                    <a:pt x="87934" y="482079"/>
                  </a:lnTo>
                  <a:lnTo>
                    <a:pt x="82626" y="493014"/>
                  </a:lnTo>
                  <a:lnTo>
                    <a:pt x="74955" y="503542"/>
                  </a:lnTo>
                  <a:lnTo>
                    <a:pt x="60337" y="520509"/>
                  </a:lnTo>
                  <a:lnTo>
                    <a:pt x="54813" y="527189"/>
                  </a:lnTo>
                  <a:lnTo>
                    <a:pt x="49657" y="534162"/>
                  </a:lnTo>
                  <a:lnTo>
                    <a:pt x="45085" y="541489"/>
                  </a:lnTo>
                  <a:lnTo>
                    <a:pt x="36715" y="565835"/>
                  </a:lnTo>
                  <a:lnTo>
                    <a:pt x="36741" y="591464"/>
                  </a:lnTo>
                  <a:lnTo>
                    <a:pt x="44754" y="615797"/>
                  </a:lnTo>
                  <a:lnTo>
                    <a:pt x="60337" y="636282"/>
                  </a:lnTo>
                  <a:lnTo>
                    <a:pt x="62941" y="638683"/>
                  </a:lnTo>
                  <a:lnTo>
                    <a:pt x="81826" y="653923"/>
                  </a:lnTo>
                  <a:lnTo>
                    <a:pt x="84150" y="660869"/>
                  </a:lnTo>
                  <a:lnTo>
                    <a:pt x="64795" y="695134"/>
                  </a:lnTo>
                  <a:lnTo>
                    <a:pt x="41021" y="707517"/>
                  </a:lnTo>
                  <a:lnTo>
                    <a:pt x="33172" y="711873"/>
                  </a:lnTo>
                  <a:lnTo>
                    <a:pt x="6489" y="740333"/>
                  </a:lnTo>
                  <a:lnTo>
                    <a:pt x="0" y="779602"/>
                  </a:lnTo>
                  <a:lnTo>
                    <a:pt x="3187" y="797826"/>
                  </a:lnTo>
                  <a:lnTo>
                    <a:pt x="28194" y="846912"/>
                  </a:lnTo>
                  <a:lnTo>
                    <a:pt x="46888" y="866800"/>
                  </a:lnTo>
                  <a:lnTo>
                    <a:pt x="53454" y="861898"/>
                  </a:lnTo>
                  <a:lnTo>
                    <a:pt x="54127" y="857237"/>
                  </a:lnTo>
                  <a:lnTo>
                    <a:pt x="40767" y="838949"/>
                  </a:lnTo>
                  <a:lnTo>
                    <a:pt x="31115" y="824191"/>
                  </a:lnTo>
                  <a:lnTo>
                    <a:pt x="23202" y="809294"/>
                  </a:lnTo>
                  <a:lnTo>
                    <a:pt x="17487" y="793813"/>
                  </a:lnTo>
                  <a:lnTo>
                    <a:pt x="14681" y="776541"/>
                  </a:lnTo>
                  <a:lnTo>
                    <a:pt x="15811" y="760044"/>
                  </a:lnTo>
                  <a:lnTo>
                    <a:pt x="41287" y="724331"/>
                  </a:lnTo>
                  <a:lnTo>
                    <a:pt x="67043" y="711212"/>
                  </a:lnTo>
                  <a:lnTo>
                    <a:pt x="72605" y="707783"/>
                  </a:lnTo>
                  <a:lnTo>
                    <a:pt x="85026" y="697979"/>
                  </a:lnTo>
                  <a:lnTo>
                    <a:pt x="94615" y="685558"/>
                  </a:lnTo>
                  <a:lnTo>
                    <a:pt x="99606" y="671334"/>
                  </a:lnTo>
                  <a:lnTo>
                    <a:pt x="98247" y="656158"/>
                  </a:lnTo>
                  <a:lnTo>
                    <a:pt x="94589" y="648538"/>
                  </a:lnTo>
                  <a:lnTo>
                    <a:pt x="89547" y="642073"/>
                  </a:lnTo>
                  <a:lnTo>
                    <a:pt x="83731" y="636485"/>
                  </a:lnTo>
                  <a:lnTo>
                    <a:pt x="72644" y="627430"/>
                  </a:lnTo>
                  <a:lnTo>
                    <a:pt x="70396" y="625348"/>
                  </a:lnTo>
                  <a:lnTo>
                    <a:pt x="57975" y="608863"/>
                  </a:lnTo>
                  <a:lnTo>
                    <a:pt x="51536" y="589076"/>
                  </a:lnTo>
                  <a:lnTo>
                    <a:pt x="51447" y="568274"/>
                  </a:lnTo>
                  <a:lnTo>
                    <a:pt x="58064" y="548716"/>
                  </a:lnTo>
                  <a:lnTo>
                    <a:pt x="62103" y="542290"/>
                  </a:lnTo>
                  <a:lnTo>
                    <a:pt x="66789" y="536016"/>
                  </a:lnTo>
                  <a:lnTo>
                    <a:pt x="87261" y="511962"/>
                  </a:lnTo>
                  <a:lnTo>
                    <a:pt x="96164" y="499402"/>
                  </a:lnTo>
                  <a:lnTo>
                    <a:pt x="102425" y="485635"/>
                  </a:lnTo>
                  <a:lnTo>
                    <a:pt x="104673" y="470179"/>
                  </a:lnTo>
                  <a:lnTo>
                    <a:pt x="102654" y="456920"/>
                  </a:lnTo>
                  <a:lnTo>
                    <a:pt x="97701" y="444830"/>
                  </a:lnTo>
                  <a:lnTo>
                    <a:pt x="90843" y="433590"/>
                  </a:lnTo>
                  <a:lnTo>
                    <a:pt x="76631" y="413994"/>
                  </a:lnTo>
                  <a:lnTo>
                    <a:pt x="70967" y="405180"/>
                  </a:lnTo>
                  <a:lnTo>
                    <a:pt x="66649" y="396201"/>
                  </a:lnTo>
                  <a:lnTo>
                    <a:pt x="64274" y="386842"/>
                  </a:lnTo>
                  <a:lnTo>
                    <a:pt x="66014" y="369189"/>
                  </a:lnTo>
                  <a:lnTo>
                    <a:pt x="74523" y="353402"/>
                  </a:lnTo>
                  <a:lnTo>
                    <a:pt x="87680" y="338709"/>
                  </a:lnTo>
                  <a:lnTo>
                    <a:pt x="119926" y="309283"/>
                  </a:lnTo>
                  <a:lnTo>
                    <a:pt x="134454" y="293065"/>
                  </a:lnTo>
                  <a:lnTo>
                    <a:pt x="144716" y="274878"/>
                  </a:lnTo>
                  <a:lnTo>
                    <a:pt x="148399" y="253873"/>
                  </a:lnTo>
                  <a:lnTo>
                    <a:pt x="147764" y="246278"/>
                  </a:lnTo>
                  <a:lnTo>
                    <a:pt x="146304" y="238950"/>
                  </a:lnTo>
                  <a:lnTo>
                    <a:pt x="144297" y="231825"/>
                  </a:lnTo>
                  <a:lnTo>
                    <a:pt x="136588" y="208495"/>
                  </a:lnTo>
                  <a:lnTo>
                    <a:pt x="136423" y="200507"/>
                  </a:lnTo>
                  <a:lnTo>
                    <a:pt x="162407" y="158203"/>
                  </a:lnTo>
                  <a:lnTo>
                    <a:pt x="202552" y="144665"/>
                  </a:lnTo>
                  <a:lnTo>
                    <a:pt x="225602" y="141757"/>
                  </a:lnTo>
                  <a:lnTo>
                    <a:pt x="235089" y="140042"/>
                  </a:lnTo>
                  <a:lnTo>
                    <a:pt x="270598" y="108115"/>
                  </a:lnTo>
                  <a:lnTo>
                    <a:pt x="287680" y="77152"/>
                  </a:lnTo>
                  <a:lnTo>
                    <a:pt x="299986" y="57988"/>
                  </a:lnTo>
                  <a:lnTo>
                    <a:pt x="314845" y="40347"/>
                  </a:lnTo>
                  <a:lnTo>
                    <a:pt x="332930" y="26098"/>
                  </a:lnTo>
                  <a:lnTo>
                    <a:pt x="354850" y="17170"/>
                  </a:lnTo>
                  <a:lnTo>
                    <a:pt x="378498" y="14770"/>
                  </a:lnTo>
                  <a:lnTo>
                    <a:pt x="401916" y="18821"/>
                  </a:lnTo>
                  <a:lnTo>
                    <a:pt x="423164" y="29248"/>
                  </a:lnTo>
                  <a:lnTo>
                    <a:pt x="427012" y="31927"/>
                  </a:lnTo>
                  <a:lnTo>
                    <a:pt x="431622" y="31115"/>
                  </a:lnTo>
                  <a:lnTo>
                    <a:pt x="436346" y="24434"/>
                  </a:lnTo>
                  <a:close/>
                </a:path>
                <a:path w="1002665" h="867410">
                  <a:moveTo>
                    <a:pt x="1002347" y="388861"/>
                  </a:moveTo>
                  <a:lnTo>
                    <a:pt x="995210" y="346570"/>
                  </a:lnTo>
                  <a:lnTo>
                    <a:pt x="982878" y="309245"/>
                  </a:lnTo>
                  <a:lnTo>
                    <a:pt x="943178" y="264045"/>
                  </a:lnTo>
                  <a:lnTo>
                    <a:pt x="902589" y="252780"/>
                  </a:lnTo>
                  <a:lnTo>
                    <a:pt x="891159" y="250977"/>
                  </a:lnTo>
                  <a:lnTo>
                    <a:pt x="882408" y="248526"/>
                  </a:lnTo>
                  <a:lnTo>
                    <a:pt x="876033" y="244551"/>
                  </a:lnTo>
                  <a:lnTo>
                    <a:pt x="871715" y="238150"/>
                  </a:lnTo>
                  <a:lnTo>
                    <a:pt x="870356" y="232473"/>
                  </a:lnTo>
                  <a:lnTo>
                    <a:pt x="870572" y="226237"/>
                  </a:lnTo>
                  <a:lnTo>
                    <a:pt x="871867" y="219570"/>
                  </a:lnTo>
                  <a:lnTo>
                    <a:pt x="874585" y="209372"/>
                  </a:lnTo>
                  <a:lnTo>
                    <a:pt x="878827" y="184848"/>
                  </a:lnTo>
                  <a:lnTo>
                    <a:pt x="872705" y="141630"/>
                  </a:lnTo>
                  <a:lnTo>
                    <a:pt x="842149" y="108127"/>
                  </a:lnTo>
                  <a:lnTo>
                    <a:pt x="816025" y="102895"/>
                  </a:lnTo>
                  <a:lnTo>
                    <a:pt x="811923" y="103111"/>
                  </a:lnTo>
                  <a:lnTo>
                    <a:pt x="808786" y="106616"/>
                  </a:lnTo>
                  <a:lnTo>
                    <a:pt x="809244" y="114808"/>
                  </a:lnTo>
                  <a:lnTo>
                    <a:pt x="812749" y="117944"/>
                  </a:lnTo>
                  <a:lnTo>
                    <a:pt x="816838" y="117729"/>
                  </a:lnTo>
                  <a:lnTo>
                    <a:pt x="826350" y="118402"/>
                  </a:lnTo>
                  <a:lnTo>
                    <a:pt x="859269" y="148005"/>
                  </a:lnTo>
                  <a:lnTo>
                    <a:pt x="863968" y="184492"/>
                  </a:lnTo>
                  <a:lnTo>
                    <a:pt x="860234" y="205511"/>
                  </a:lnTo>
                  <a:lnTo>
                    <a:pt x="857173" y="217119"/>
                  </a:lnTo>
                  <a:lnTo>
                    <a:pt x="855662" y="225983"/>
                  </a:lnTo>
                  <a:lnTo>
                    <a:pt x="875982" y="261912"/>
                  </a:lnTo>
                  <a:lnTo>
                    <a:pt x="918337" y="270548"/>
                  </a:lnTo>
                  <a:lnTo>
                    <a:pt x="936345" y="277253"/>
                  </a:lnTo>
                  <a:lnTo>
                    <a:pt x="969441" y="315607"/>
                  </a:lnTo>
                  <a:lnTo>
                    <a:pt x="984288" y="368681"/>
                  </a:lnTo>
                  <a:lnTo>
                    <a:pt x="987640" y="390982"/>
                  </a:lnTo>
                  <a:lnTo>
                    <a:pt x="991400" y="393801"/>
                  </a:lnTo>
                  <a:lnTo>
                    <a:pt x="999528" y="392633"/>
                  </a:lnTo>
                  <a:lnTo>
                    <a:pt x="1002347" y="388861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6" name="object 16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388886" y="5576592"/>
              <a:ext cx="172476" cy="177481"/>
            </a:xfrm>
            <a:prstGeom prst="rect">
              <a:avLst/>
            </a:prstGeom>
          </p:spPr>
        </p:pic>
        <p:sp>
          <p:nvSpPr>
            <p:cNvPr id="167" name="object 167" descr=""/>
            <p:cNvSpPr/>
            <p:nvPr/>
          </p:nvSpPr>
          <p:spPr>
            <a:xfrm>
              <a:off x="15802550" y="5533367"/>
              <a:ext cx="670560" cy="2401570"/>
            </a:xfrm>
            <a:custGeom>
              <a:avLst/>
              <a:gdLst/>
              <a:ahLst/>
              <a:cxnLst/>
              <a:rect l="l" t="t" r="r" b="b"/>
              <a:pathLst>
                <a:path w="670559" h="2401570">
                  <a:moveTo>
                    <a:pt x="261562" y="0"/>
                  </a:moveTo>
                  <a:lnTo>
                    <a:pt x="169316" y="32512"/>
                  </a:lnTo>
                  <a:lnTo>
                    <a:pt x="96094" y="53168"/>
                  </a:lnTo>
                  <a:lnTo>
                    <a:pt x="42838" y="64820"/>
                  </a:lnTo>
                  <a:lnTo>
                    <a:pt x="10492" y="70320"/>
                  </a:lnTo>
                  <a:lnTo>
                    <a:pt x="0" y="72521"/>
                  </a:lnTo>
                  <a:lnTo>
                    <a:pt x="36353" y="146783"/>
                  </a:lnTo>
                  <a:lnTo>
                    <a:pt x="70829" y="220310"/>
                  </a:lnTo>
                  <a:lnTo>
                    <a:pt x="103479" y="293075"/>
                  </a:lnTo>
                  <a:lnTo>
                    <a:pt x="134356" y="365054"/>
                  </a:lnTo>
                  <a:lnTo>
                    <a:pt x="163514" y="436222"/>
                  </a:lnTo>
                  <a:lnTo>
                    <a:pt x="191006" y="506552"/>
                  </a:lnTo>
                  <a:lnTo>
                    <a:pt x="216883" y="576020"/>
                  </a:lnTo>
                  <a:lnTo>
                    <a:pt x="241200" y="644600"/>
                  </a:lnTo>
                  <a:lnTo>
                    <a:pt x="264008" y="712268"/>
                  </a:lnTo>
                  <a:lnTo>
                    <a:pt x="285362" y="778997"/>
                  </a:lnTo>
                  <a:lnTo>
                    <a:pt x="305314" y="844762"/>
                  </a:lnTo>
                  <a:lnTo>
                    <a:pt x="323917" y="909538"/>
                  </a:lnTo>
                  <a:lnTo>
                    <a:pt x="341224" y="973299"/>
                  </a:lnTo>
                  <a:lnTo>
                    <a:pt x="357287" y="1036021"/>
                  </a:lnTo>
                  <a:lnTo>
                    <a:pt x="372161" y="1097678"/>
                  </a:lnTo>
                  <a:lnTo>
                    <a:pt x="385897" y="1158245"/>
                  </a:lnTo>
                  <a:lnTo>
                    <a:pt x="398548" y="1217695"/>
                  </a:lnTo>
                  <a:lnTo>
                    <a:pt x="410169" y="1276005"/>
                  </a:lnTo>
                  <a:lnTo>
                    <a:pt x="420810" y="1333148"/>
                  </a:lnTo>
                  <a:lnTo>
                    <a:pt x="430527" y="1389100"/>
                  </a:lnTo>
                  <a:lnTo>
                    <a:pt x="439370" y="1443834"/>
                  </a:lnTo>
                  <a:lnTo>
                    <a:pt x="447394" y="1497326"/>
                  </a:lnTo>
                  <a:lnTo>
                    <a:pt x="454652" y="1549550"/>
                  </a:lnTo>
                  <a:lnTo>
                    <a:pt x="461195" y="1600481"/>
                  </a:lnTo>
                  <a:lnTo>
                    <a:pt x="467078" y="1650094"/>
                  </a:lnTo>
                  <a:lnTo>
                    <a:pt x="472352" y="1698362"/>
                  </a:lnTo>
                  <a:lnTo>
                    <a:pt x="477072" y="1745262"/>
                  </a:lnTo>
                  <a:lnTo>
                    <a:pt x="481290" y="1790767"/>
                  </a:lnTo>
                  <a:lnTo>
                    <a:pt x="485058" y="1834852"/>
                  </a:lnTo>
                  <a:lnTo>
                    <a:pt x="488430" y="1877493"/>
                  </a:lnTo>
                  <a:lnTo>
                    <a:pt x="494198" y="1958336"/>
                  </a:lnTo>
                  <a:lnTo>
                    <a:pt x="505391" y="2133382"/>
                  </a:lnTo>
                  <a:lnTo>
                    <a:pt x="509689" y="2192043"/>
                  </a:lnTo>
                  <a:lnTo>
                    <a:pt x="514520" y="2243910"/>
                  </a:lnTo>
                  <a:lnTo>
                    <a:pt x="520307" y="2288780"/>
                  </a:lnTo>
                  <a:lnTo>
                    <a:pt x="527474" y="2326450"/>
                  </a:lnTo>
                  <a:lnTo>
                    <a:pt x="541738" y="2369014"/>
                  </a:lnTo>
                  <a:lnTo>
                    <a:pt x="569539" y="2398675"/>
                  </a:lnTo>
                  <a:lnTo>
                    <a:pt x="588156" y="2401440"/>
                  </a:lnTo>
                  <a:lnTo>
                    <a:pt x="598829" y="2399717"/>
                  </a:lnTo>
                  <a:lnTo>
                    <a:pt x="642123" y="2388768"/>
                  </a:lnTo>
                  <a:lnTo>
                    <a:pt x="654735" y="2385173"/>
                  </a:lnTo>
                  <a:lnTo>
                    <a:pt x="670251" y="2380419"/>
                  </a:lnTo>
                  <a:lnTo>
                    <a:pt x="654504" y="2154679"/>
                  </a:lnTo>
                  <a:lnTo>
                    <a:pt x="615451" y="1642817"/>
                  </a:lnTo>
                  <a:lnTo>
                    <a:pt x="565378" y="1092874"/>
                  </a:lnTo>
                  <a:lnTo>
                    <a:pt x="516570" y="752888"/>
                  </a:lnTo>
                  <a:lnTo>
                    <a:pt x="479390" y="628093"/>
                  </a:lnTo>
                  <a:lnTo>
                    <a:pt x="439485" y="516209"/>
                  </a:lnTo>
                  <a:lnTo>
                    <a:pt x="372096" y="353978"/>
                  </a:lnTo>
                  <a:lnTo>
                    <a:pt x="252463" y="78144"/>
                  </a:lnTo>
                  <a:lnTo>
                    <a:pt x="261562" y="0"/>
                  </a:lnTo>
                  <a:close/>
                </a:path>
              </a:pathLst>
            </a:custGeom>
            <a:solidFill>
              <a:srgbClr val="036F79">
                <a:alpha val="16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8" name="object 168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301231" y="2203079"/>
            <a:ext cx="10666095" cy="7778750"/>
            <a:chOff x="3301231" y="2203079"/>
            <a:chExt cx="10666095" cy="7778750"/>
          </a:xfrm>
        </p:grpSpPr>
        <p:sp>
          <p:nvSpPr>
            <p:cNvPr id="3" name="object 3" descr=""/>
            <p:cNvSpPr/>
            <p:nvPr/>
          </p:nvSpPr>
          <p:spPr>
            <a:xfrm>
              <a:off x="3541144" y="9618358"/>
              <a:ext cx="5289550" cy="363855"/>
            </a:xfrm>
            <a:custGeom>
              <a:avLst/>
              <a:gdLst/>
              <a:ahLst/>
              <a:cxnLst/>
              <a:rect l="l" t="t" r="r" b="b"/>
              <a:pathLst>
                <a:path w="5289550" h="363854">
                  <a:moveTo>
                    <a:pt x="2644484" y="0"/>
                  </a:moveTo>
                  <a:lnTo>
                    <a:pt x="2483391" y="331"/>
                  </a:lnTo>
                  <a:lnTo>
                    <a:pt x="2324849" y="1313"/>
                  </a:lnTo>
                  <a:lnTo>
                    <a:pt x="2169137" y="2925"/>
                  </a:lnTo>
                  <a:lnTo>
                    <a:pt x="2016531" y="5150"/>
                  </a:lnTo>
                  <a:lnTo>
                    <a:pt x="1867307" y="7969"/>
                  </a:lnTo>
                  <a:lnTo>
                    <a:pt x="1721741" y="11361"/>
                  </a:lnTo>
                  <a:lnTo>
                    <a:pt x="1580112" y="15309"/>
                  </a:lnTo>
                  <a:lnTo>
                    <a:pt x="1442695" y="19793"/>
                  </a:lnTo>
                  <a:lnTo>
                    <a:pt x="1309766" y="24794"/>
                  </a:lnTo>
                  <a:lnTo>
                    <a:pt x="1181603" y="30294"/>
                  </a:lnTo>
                  <a:lnTo>
                    <a:pt x="1058482" y="36272"/>
                  </a:lnTo>
                  <a:lnTo>
                    <a:pt x="940680" y="42712"/>
                  </a:lnTo>
                  <a:lnTo>
                    <a:pt x="828473" y="49592"/>
                  </a:lnTo>
                  <a:lnTo>
                    <a:pt x="722138" y="56895"/>
                  </a:lnTo>
                  <a:lnTo>
                    <a:pt x="671259" y="60698"/>
                  </a:lnTo>
                  <a:lnTo>
                    <a:pt x="621952" y="64600"/>
                  </a:lnTo>
                  <a:lnTo>
                    <a:pt x="574251" y="68599"/>
                  </a:lnTo>
                  <a:lnTo>
                    <a:pt x="528191" y="72691"/>
                  </a:lnTo>
                  <a:lnTo>
                    <a:pt x="483806" y="76874"/>
                  </a:lnTo>
                  <a:lnTo>
                    <a:pt x="441132" y="81146"/>
                  </a:lnTo>
                  <a:lnTo>
                    <a:pt x="400202" y="85505"/>
                  </a:lnTo>
                  <a:lnTo>
                    <a:pt x="361051" y="89948"/>
                  </a:lnTo>
                  <a:lnTo>
                    <a:pt x="288226" y="99078"/>
                  </a:lnTo>
                  <a:lnTo>
                    <a:pt x="222932" y="108515"/>
                  </a:lnTo>
                  <a:lnTo>
                    <a:pt x="165446" y="118242"/>
                  </a:lnTo>
                  <a:lnTo>
                    <a:pt x="116046" y="128239"/>
                  </a:lnTo>
                  <a:lnTo>
                    <a:pt x="75007" y="138488"/>
                  </a:lnTo>
                  <a:lnTo>
                    <a:pt x="29731" y="154291"/>
                  </a:lnTo>
                  <a:lnTo>
                    <a:pt x="0" y="181617"/>
                  </a:lnTo>
                  <a:lnTo>
                    <a:pt x="1212" y="187170"/>
                  </a:lnTo>
                  <a:lnTo>
                    <a:pt x="42606" y="214265"/>
                  </a:lnTo>
                  <a:lnTo>
                    <a:pt x="94464" y="229900"/>
                  </a:lnTo>
                  <a:lnTo>
                    <a:pt x="139718" y="240026"/>
                  </a:lnTo>
                  <a:lnTo>
                    <a:pt x="193196" y="249890"/>
                  </a:lnTo>
                  <a:lnTo>
                    <a:pt x="254620" y="259475"/>
                  </a:lnTo>
                  <a:lnTo>
                    <a:pt x="323714" y="268761"/>
                  </a:lnTo>
                  <a:lnTo>
                    <a:pt x="400202" y="277729"/>
                  </a:lnTo>
                  <a:lnTo>
                    <a:pt x="441132" y="282088"/>
                  </a:lnTo>
                  <a:lnTo>
                    <a:pt x="483806" y="286360"/>
                  </a:lnTo>
                  <a:lnTo>
                    <a:pt x="528191" y="290543"/>
                  </a:lnTo>
                  <a:lnTo>
                    <a:pt x="574251" y="294635"/>
                  </a:lnTo>
                  <a:lnTo>
                    <a:pt x="621952" y="298634"/>
                  </a:lnTo>
                  <a:lnTo>
                    <a:pt x="671259" y="302536"/>
                  </a:lnTo>
                  <a:lnTo>
                    <a:pt x="722138" y="306339"/>
                  </a:lnTo>
                  <a:lnTo>
                    <a:pt x="828473" y="313642"/>
                  </a:lnTo>
                  <a:lnTo>
                    <a:pt x="940680" y="320522"/>
                  </a:lnTo>
                  <a:lnTo>
                    <a:pt x="1058482" y="326962"/>
                  </a:lnTo>
                  <a:lnTo>
                    <a:pt x="1181603" y="332940"/>
                  </a:lnTo>
                  <a:lnTo>
                    <a:pt x="1309766" y="338440"/>
                  </a:lnTo>
                  <a:lnTo>
                    <a:pt x="1442695" y="343441"/>
                  </a:lnTo>
                  <a:lnTo>
                    <a:pt x="1580112" y="347925"/>
                  </a:lnTo>
                  <a:lnTo>
                    <a:pt x="1721741" y="351873"/>
                  </a:lnTo>
                  <a:lnTo>
                    <a:pt x="1867307" y="355265"/>
                  </a:lnTo>
                  <a:lnTo>
                    <a:pt x="2016531" y="358084"/>
                  </a:lnTo>
                  <a:lnTo>
                    <a:pt x="2169137" y="360309"/>
                  </a:lnTo>
                  <a:lnTo>
                    <a:pt x="2324849" y="361921"/>
                  </a:lnTo>
                  <a:lnTo>
                    <a:pt x="2483391" y="362903"/>
                  </a:lnTo>
                  <a:lnTo>
                    <a:pt x="2644484" y="363235"/>
                  </a:lnTo>
                  <a:lnTo>
                    <a:pt x="2805580" y="362903"/>
                  </a:lnTo>
                  <a:lnTo>
                    <a:pt x="2964124" y="361921"/>
                  </a:lnTo>
                  <a:lnTo>
                    <a:pt x="3119838" y="360309"/>
                  </a:lnTo>
                  <a:lnTo>
                    <a:pt x="3272445" y="358084"/>
                  </a:lnTo>
                  <a:lnTo>
                    <a:pt x="3421671" y="355265"/>
                  </a:lnTo>
                  <a:lnTo>
                    <a:pt x="3567237" y="351873"/>
                  </a:lnTo>
                  <a:lnTo>
                    <a:pt x="3708868" y="347925"/>
                  </a:lnTo>
                  <a:lnTo>
                    <a:pt x="3846286" y="343441"/>
                  </a:lnTo>
                  <a:lnTo>
                    <a:pt x="3979215" y="338440"/>
                  </a:lnTo>
                  <a:lnTo>
                    <a:pt x="4107378" y="332940"/>
                  </a:lnTo>
                  <a:lnTo>
                    <a:pt x="4230499" y="326962"/>
                  </a:lnTo>
                  <a:lnTo>
                    <a:pt x="4348302" y="320522"/>
                  </a:lnTo>
                  <a:lnTo>
                    <a:pt x="4460509" y="313642"/>
                  </a:lnTo>
                  <a:lnTo>
                    <a:pt x="4566844" y="306339"/>
                  </a:lnTo>
                  <a:lnTo>
                    <a:pt x="4617723" y="302536"/>
                  </a:lnTo>
                  <a:lnTo>
                    <a:pt x="4667030" y="298634"/>
                  </a:lnTo>
                  <a:lnTo>
                    <a:pt x="4714731" y="294635"/>
                  </a:lnTo>
                  <a:lnTo>
                    <a:pt x="4760791" y="290543"/>
                  </a:lnTo>
                  <a:lnTo>
                    <a:pt x="4805175" y="286360"/>
                  </a:lnTo>
                  <a:lnTo>
                    <a:pt x="4847850" y="282088"/>
                  </a:lnTo>
                  <a:lnTo>
                    <a:pt x="4888779" y="277729"/>
                  </a:lnTo>
                  <a:lnTo>
                    <a:pt x="4927930" y="273286"/>
                  </a:lnTo>
                  <a:lnTo>
                    <a:pt x="5000755" y="264156"/>
                  </a:lnTo>
                  <a:lnTo>
                    <a:pt x="5066049" y="254719"/>
                  </a:lnTo>
                  <a:lnTo>
                    <a:pt x="5123534" y="244992"/>
                  </a:lnTo>
                  <a:lnTo>
                    <a:pt x="5172935" y="234995"/>
                  </a:lnTo>
                  <a:lnTo>
                    <a:pt x="5213973" y="224746"/>
                  </a:lnTo>
                  <a:lnTo>
                    <a:pt x="5259248" y="208943"/>
                  </a:lnTo>
                  <a:lnTo>
                    <a:pt x="5288980" y="181617"/>
                  </a:lnTo>
                  <a:lnTo>
                    <a:pt x="5287768" y="176064"/>
                  </a:lnTo>
                  <a:lnTo>
                    <a:pt x="5246374" y="148969"/>
                  </a:lnTo>
                  <a:lnTo>
                    <a:pt x="5194516" y="133334"/>
                  </a:lnTo>
                  <a:lnTo>
                    <a:pt x="5149262" y="123208"/>
                  </a:lnTo>
                  <a:lnTo>
                    <a:pt x="5095785" y="113344"/>
                  </a:lnTo>
                  <a:lnTo>
                    <a:pt x="5034361" y="103759"/>
                  </a:lnTo>
                  <a:lnTo>
                    <a:pt x="4965267" y="94473"/>
                  </a:lnTo>
                  <a:lnTo>
                    <a:pt x="4888779" y="85505"/>
                  </a:lnTo>
                  <a:lnTo>
                    <a:pt x="4847850" y="81146"/>
                  </a:lnTo>
                  <a:lnTo>
                    <a:pt x="4805175" y="76874"/>
                  </a:lnTo>
                  <a:lnTo>
                    <a:pt x="4760791" y="72691"/>
                  </a:lnTo>
                  <a:lnTo>
                    <a:pt x="4714731" y="68599"/>
                  </a:lnTo>
                  <a:lnTo>
                    <a:pt x="4667030" y="64600"/>
                  </a:lnTo>
                  <a:lnTo>
                    <a:pt x="4617723" y="60698"/>
                  </a:lnTo>
                  <a:lnTo>
                    <a:pt x="4566844" y="56895"/>
                  </a:lnTo>
                  <a:lnTo>
                    <a:pt x="4460509" y="49592"/>
                  </a:lnTo>
                  <a:lnTo>
                    <a:pt x="4348302" y="42712"/>
                  </a:lnTo>
                  <a:lnTo>
                    <a:pt x="4230499" y="36272"/>
                  </a:lnTo>
                  <a:lnTo>
                    <a:pt x="4107378" y="30294"/>
                  </a:lnTo>
                  <a:lnTo>
                    <a:pt x="3979215" y="24794"/>
                  </a:lnTo>
                  <a:lnTo>
                    <a:pt x="3846286" y="19793"/>
                  </a:lnTo>
                  <a:lnTo>
                    <a:pt x="3708868" y="15309"/>
                  </a:lnTo>
                  <a:lnTo>
                    <a:pt x="3567237" y="11361"/>
                  </a:lnTo>
                  <a:lnTo>
                    <a:pt x="3421671" y="7969"/>
                  </a:lnTo>
                  <a:lnTo>
                    <a:pt x="3272445" y="5150"/>
                  </a:lnTo>
                  <a:lnTo>
                    <a:pt x="3119838" y="2925"/>
                  </a:lnTo>
                  <a:lnTo>
                    <a:pt x="2964124" y="1313"/>
                  </a:lnTo>
                  <a:lnTo>
                    <a:pt x="2805580" y="331"/>
                  </a:lnTo>
                  <a:lnTo>
                    <a:pt x="2644484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149098" y="9606089"/>
              <a:ext cx="9069705" cy="0"/>
            </a:xfrm>
            <a:custGeom>
              <a:avLst/>
              <a:gdLst/>
              <a:ahLst/>
              <a:cxnLst/>
              <a:rect l="l" t="t" r="r" b="b"/>
              <a:pathLst>
                <a:path w="9069705" h="0">
                  <a:moveTo>
                    <a:pt x="9069577" y="0"/>
                  </a:moveTo>
                  <a:lnTo>
                    <a:pt x="0" y="0"/>
                  </a:lnTo>
                </a:path>
              </a:pathLst>
            </a:custGeom>
            <a:ln w="18386">
              <a:solidFill>
                <a:srgbClr val="96999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773077" y="9770355"/>
              <a:ext cx="5194300" cy="0"/>
            </a:xfrm>
            <a:custGeom>
              <a:avLst/>
              <a:gdLst/>
              <a:ahLst/>
              <a:cxnLst/>
              <a:rect l="l" t="t" r="r" b="b"/>
              <a:pathLst>
                <a:path w="5194300" h="0">
                  <a:moveTo>
                    <a:pt x="0" y="0"/>
                  </a:moveTo>
                  <a:lnTo>
                    <a:pt x="5193695" y="0"/>
                  </a:lnTo>
                </a:path>
              </a:pathLst>
            </a:custGeom>
            <a:ln w="18386">
              <a:solidFill>
                <a:srgbClr val="96999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176377" y="7567779"/>
              <a:ext cx="1699260" cy="2038350"/>
            </a:xfrm>
            <a:custGeom>
              <a:avLst/>
              <a:gdLst/>
              <a:ahLst/>
              <a:cxnLst/>
              <a:rect l="l" t="t" r="r" b="b"/>
              <a:pathLst>
                <a:path w="1699259" h="2038350">
                  <a:moveTo>
                    <a:pt x="1574936" y="0"/>
                  </a:moveTo>
                  <a:lnTo>
                    <a:pt x="124425" y="0"/>
                  </a:lnTo>
                  <a:lnTo>
                    <a:pt x="76023" y="9787"/>
                  </a:lnTo>
                  <a:lnTo>
                    <a:pt x="36470" y="36470"/>
                  </a:lnTo>
                  <a:lnTo>
                    <a:pt x="9787" y="76023"/>
                  </a:lnTo>
                  <a:lnTo>
                    <a:pt x="0" y="124425"/>
                  </a:lnTo>
                  <a:lnTo>
                    <a:pt x="0" y="2038314"/>
                  </a:lnTo>
                  <a:lnTo>
                    <a:pt x="1699058" y="2038314"/>
                  </a:lnTo>
                  <a:lnTo>
                    <a:pt x="1699058" y="124425"/>
                  </a:lnTo>
                  <a:lnTo>
                    <a:pt x="1689445" y="76023"/>
                  </a:lnTo>
                  <a:lnTo>
                    <a:pt x="1662853" y="36470"/>
                  </a:lnTo>
                  <a:lnTo>
                    <a:pt x="1623333" y="9787"/>
                  </a:lnTo>
                  <a:lnTo>
                    <a:pt x="1574936" y="0"/>
                  </a:lnTo>
                  <a:close/>
                </a:path>
              </a:pathLst>
            </a:custGeom>
            <a:ln w="10470">
              <a:solidFill>
                <a:srgbClr val="96999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176377" y="7567779"/>
              <a:ext cx="1699260" cy="2038350"/>
            </a:xfrm>
            <a:custGeom>
              <a:avLst/>
              <a:gdLst/>
              <a:ahLst/>
              <a:cxnLst/>
              <a:rect l="l" t="t" r="r" b="b"/>
              <a:pathLst>
                <a:path w="1699259" h="2038350">
                  <a:moveTo>
                    <a:pt x="1574936" y="0"/>
                  </a:moveTo>
                  <a:lnTo>
                    <a:pt x="124425" y="0"/>
                  </a:lnTo>
                  <a:lnTo>
                    <a:pt x="76023" y="9787"/>
                  </a:lnTo>
                  <a:lnTo>
                    <a:pt x="36470" y="36470"/>
                  </a:lnTo>
                  <a:lnTo>
                    <a:pt x="9787" y="76023"/>
                  </a:lnTo>
                  <a:lnTo>
                    <a:pt x="0" y="124425"/>
                  </a:lnTo>
                  <a:lnTo>
                    <a:pt x="0" y="2038314"/>
                  </a:lnTo>
                  <a:lnTo>
                    <a:pt x="1699058" y="2038314"/>
                  </a:lnTo>
                  <a:lnTo>
                    <a:pt x="1699058" y="124425"/>
                  </a:lnTo>
                  <a:lnTo>
                    <a:pt x="1689445" y="76023"/>
                  </a:lnTo>
                  <a:lnTo>
                    <a:pt x="1662853" y="36470"/>
                  </a:lnTo>
                  <a:lnTo>
                    <a:pt x="1623333" y="9787"/>
                  </a:lnTo>
                  <a:lnTo>
                    <a:pt x="1574936" y="0"/>
                  </a:lnTo>
                  <a:close/>
                </a:path>
              </a:pathLst>
            </a:custGeom>
            <a:ln w="18386">
              <a:solidFill>
                <a:srgbClr val="96999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980859" y="5417604"/>
              <a:ext cx="2093595" cy="4188460"/>
            </a:xfrm>
            <a:custGeom>
              <a:avLst/>
              <a:gdLst/>
              <a:ahLst/>
              <a:cxnLst/>
              <a:rect l="l" t="t" r="r" b="b"/>
              <a:pathLst>
                <a:path w="2093594" h="4188459">
                  <a:moveTo>
                    <a:pt x="0" y="0"/>
                  </a:moveTo>
                  <a:lnTo>
                    <a:pt x="2093171" y="0"/>
                  </a:lnTo>
                  <a:lnTo>
                    <a:pt x="2093171" y="4188176"/>
                  </a:lnTo>
                  <a:lnTo>
                    <a:pt x="0" y="4188176"/>
                  </a:lnTo>
                  <a:lnTo>
                    <a:pt x="0" y="0"/>
                  </a:lnTo>
                  <a:close/>
                </a:path>
              </a:pathLst>
            </a:custGeom>
            <a:ln w="18386">
              <a:solidFill>
                <a:srgbClr val="96999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950508" y="4893248"/>
              <a:ext cx="7582534" cy="524510"/>
            </a:xfrm>
            <a:custGeom>
              <a:avLst/>
              <a:gdLst/>
              <a:ahLst/>
              <a:cxnLst/>
              <a:rect l="l" t="t" r="r" b="b"/>
              <a:pathLst>
                <a:path w="7582534" h="524510">
                  <a:moveTo>
                    <a:pt x="7581989" y="524360"/>
                  </a:moveTo>
                  <a:lnTo>
                    <a:pt x="0" y="524360"/>
                  </a:lnTo>
                  <a:lnTo>
                    <a:pt x="0" y="0"/>
                  </a:lnTo>
                  <a:lnTo>
                    <a:pt x="7178367" y="0"/>
                  </a:lnTo>
                  <a:lnTo>
                    <a:pt x="7581989" y="524360"/>
                  </a:lnTo>
                  <a:close/>
                </a:path>
              </a:pathLst>
            </a:custGeom>
            <a:ln w="18386">
              <a:solidFill>
                <a:srgbClr val="96999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1179142" y="5641940"/>
              <a:ext cx="1696720" cy="760095"/>
            </a:xfrm>
            <a:custGeom>
              <a:avLst/>
              <a:gdLst/>
              <a:ahLst/>
              <a:cxnLst/>
              <a:rect l="l" t="t" r="r" b="b"/>
              <a:pathLst>
                <a:path w="1696720" h="760095">
                  <a:moveTo>
                    <a:pt x="1572172" y="760039"/>
                  </a:moveTo>
                  <a:lnTo>
                    <a:pt x="124425" y="760039"/>
                  </a:lnTo>
                  <a:lnTo>
                    <a:pt x="76023" y="750251"/>
                  </a:lnTo>
                  <a:lnTo>
                    <a:pt x="36470" y="723569"/>
                  </a:lnTo>
                  <a:lnTo>
                    <a:pt x="9787" y="684016"/>
                  </a:lnTo>
                  <a:lnTo>
                    <a:pt x="0" y="635614"/>
                  </a:lnTo>
                  <a:lnTo>
                    <a:pt x="0" y="124425"/>
                  </a:lnTo>
                  <a:lnTo>
                    <a:pt x="9787" y="76023"/>
                  </a:lnTo>
                  <a:lnTo>
                    <a:pt x="36470" y="36470"/>
                  </a:lnTo>
                  <a:lnTo>
                    <a:pt x="76023" y="9787"/>
                  </a:lnTo>
                  <a:lnTo>
                    <a:pt x="124425" y="0"/>
                  </a:lnTo>
                  <a:lnTo>
                    <a:pt x="1572172" y="0"/>
                  </a:lnTo>
                  <a:lnTo>
                    <a:pt x="1620574" y="9787"/>
                  </a:lnTo>
                  <a:lnTo>
                    <a:pt x="1660127" y="36470"/>
                  </a:lnTo>
                  <a:lnTo>
                    <a:pt x="1686809" y="76023"/>
                  </a:lnTo>
                  <a:lnTo>
                    <a:pt x="1696597" y="124425"/>
                  </a:lnTo>
                  <a:lnTo>
                    <a:pt x="1696597" y="635917"/>
                  </a:lnTo>
                  <a:lnTo>
                    <a:pt x="1686809" y="684272"/>
                  </a:lnTo>
                  <a:lnTo>
                    <a:pt x="1660127" y="723721"/>
                  </a:lnTo>
                  <a:lnTo>
                    <a:pt x="1620574" y="750299"/>
                  </a:lnTo>
                  <a:lnTo>
                    <a:pt x="1572172" y="760039"/>
                  </a:lnTo>
                  <a:close/>
                </a:path>
              </a:pathLst>
            </a:custGeom>
            <a:ln w="18386">
              <a:solidFill>
                <a:srgbClr val="96999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179142" y="6567470"/>
              <a:ext cx="1696720" cy="760095"/>
            </a:xfrm>
            <a:custGeom>
              <a:avLst/>
              <a:gdLst/>
              <a:ahLst/>
              <a:cxnLst/>
              <a:rect l="l" t="t" r="r" b="b"/>
              <a:pathLst>
                <a:path w="1696720" h="760095">
                  <a:moveTo>
                    <a:pt x="1572172" y="760039"/>
                  </a:moveTo>
                  <a:lnTo>
                    <a:pt x="124425" y="760039"/>
                  </a:lnTo>
                  <a:lnTo>
                    <a:pt x="76023" y="750251"/>
                  </a:lnTo>
                  <a:lnTo>
                    <a:pt x="36470" y="723569"/>
                  </a:lnTo>
                  <a:lnTo>
                    <a:pt x="9787" y="684016"/>
                  </a:lnTo>
                  <a:lnTo>
                    <a:pt x="0" y="635614"/>
                  </a:lnTo>
                  <a:lnTo>
                    <a:pt x="0" y="124425"/>
                  </a:lnTo>
                  <a:lnTo>
                    <a:pt x="9787" y="76023"/>
                  </a:lnTo>
                  <a:lnTo>
                    <a:pt x="36470" y="36470"/>
                  </a:lnTo>
                  <a:lnTo>
                    <a:pt x="76023" y="9787"/>
                  </a:lnTo>
                  <a:lnTo>
                    <a:pt x="124425" y="0"/>
                  </a:lnTo>
                  <a:lnTo>
                    <a:pt x="1572172" y="0"/>
                  </a:lnTo>
                  <a:lnTo>
                    <a:pt x="1620574" y="9787"/>
                  </a:lnTo>
                  <a:lnTo>
                    <a:pt x="1660127" y="36470"/>
                  </a:lnTo>
                  <a:lnTo>
                    <a:pt x="1686809" y="76023"/>
                  </a:lnTo>
                  <a:lnTo>
                    <a:pt x="1696597" y="124425"/>
                  </a:lnTo>
                  <a:lnTo>
                    <a:pt x="1696597" y="635614"/>
                  </a:lnTo>
                  <a:lnTo>
                    <a:pt x="1686809" y="684016"/>
                  </a:lnTo>
                  <a:lnTo>
                    <a:pt x="1660127" y="723569"/>
                  </a:lnTo>
                  <a:lnTo>
                    <a:pt x="1620574" y="750251"/>
                  </a:lnTo>
                  <a:lnTo>
                    <a:pt x="1572172" y="760039"/>
                  </a:lnTo>
                  <a:close/>
                </a:path>
              </a:pathLst>
            </a:custGeom>
            <a:ln w="18386">
              <a:solidFill>
                <a:srgbClr val="96999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23550" y="5906730"/>
              <a:ext cx="217584" cy="21758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23550" y="6835018"/>
              <a:ext cx="217584" cy="21759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12607" y="2203079"/>
              <a:ext cx="6046703" cy="315786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7759383" y="6188621"/>
              <a:ext cx="157480" cy="3126105"/>
            </a:xfrm>
            <a:custGeom>
              <a:avLst/>
              <a:gdLst/>
              <a:ahLst/>
              <a:cxnLst/>
              <a:rect l="l" t="t" r="r" b="b"/>
              <a:pathLst>
                <a:path w="157479" h="3126104">
                  <a:moveTo>
                    <a:pt x="147053" y="0"/>
                  </a:moveTo>
                  <a:lnTo>
                    <a:pt x="0" y="471"/>
                  </a:lnTo>
                  <a:lnTo>
                    <a:pt x="9884" y="3125758"/>
                  </a:lnTo>
                  <a:lnTo>
                    <a:pt x="156937" y="3125276"/>
                  </a:lnTo>
                  <a:lnTo>
                    <a:pt x="147053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2348" y="7311983"/>
              <a:ext cx="3431626" cy="251460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020332" y="4114270"/>
              <a:ext cx="3081020" cy="3054350"/>
            </a:xfrm>
            <a:custGeom>
              <a:avLst/>
              <a:gdLst/>
              <a:ahLst/>
              <a:cxnLst/>
              <a:rect l="l" t="t" r="r" b="b"/>
              <a:pathLst>
                <a:path w="3081020" h="3054350">
                  <a:moveTo>
                    <a:pt x="1959207" y="0"/>
                  </a:moveTo>
                  <a:lnTo>
                    <a:pt x="0" y="28554"/>
                  </a:lnTo>
                  <a:lnTo>
                    <a:pt x="962567" y="3053823"/>
                  </a:lnTo>
                  <a:lnTo>
                    <a:pt x="3080743" y="3024745"/>
                  </a:lnTo>
                  <a:lnTo>
                    <a:pt x="195920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24571" y="5842450"/>
              <a:ext cx="2948474" cy="1095518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7357129" y="6469394"/>
              <a:ext cx="835025" cy="2209165"/>
            </a:xfrm>
            <a:custGeom>
              <a:avLst/>
              <a:gdLst/>
              <a:ahLst/>
              <a:cxnLst/>
              <a:rect l="l" t="t" r="r" b="b"/>
              <a:pathLst>
                <a:path w="835025" h="2209165">
                  <a:moveTo>
                    <a:pt x="561924" y="0"/>
                  </a:moveTo>
                  <a:lnTo>
                    <a:pt x="514543" y="6755"/>
                  </a:lnTo>
                  <a:lnTo>
                    <a:pt x="469200" y="21932"/>
                  </a:lnTo>
                  <a:lnTo>
                    <a:pt x="425044" y="39886"/>
                  </a:lnTo>
                  <a:lnTo>
                    <a:pt x="379925" y="55567"/>
                  </a:lnTo>
                  <a:lnTo>
                    <a:pt x="334510" y="69859"/>
                  </a:lnTo>
                  <a:lnTo>
                    <a:pt x="289469" y="83643"/>
                  </a:lnTo>
                  <a:lnTo>
                    <a:pt x="245470" y="97802"/>
                  </a:lnTo>
                  <a:lnTo>
                    <a:pt x="203182" y="113217"/>
                  </a:lnTo>
                  <a:lnTo>
                    <a:pt x="163273" y="130772"/>
                  </a:lnTo>
                  <a:lnTo>
                    <a:pt x="126412" y="151347"/>
                  </a:lnTo>
                  <a:lnTo>
                    <a:pt x="93267" y="175825"/>
                  </a:lnTo>
                  <a:lnTo>
                    <a:pt x="64507" y="205089"/>
                  </a:lnTo>
                  <a:lnTo>
                    <a:pt x="40801" y="240020"/>
                  </a:lnTo>
                  <a:lnTo>
                    <a:pt x="22817" y="281501"/>
                  </a:lnTo>
                  <a:lnTo>
                    <a:pt x="11224" y="330414"/>
                  </a:lnTo>
                  <a:lnTo>
                    <a:pt x="2893" y="407798"/>
                  </a:lnTo>
                  <a:lnTo>
                    <a:pt x="790" y="450025"/>
                  </a:lnTo>
                  <a:lnTo>
                    <a:pt x="0" y="494399"/>
                  </a:lnTo>
                  <a:lnTo>
                    <a:pt x="476" y="540763"/>
                  </a:lnTo>
                  <a:lnTo>
                    <a:pt x="2172" y="588961"/>
                  </a:lnTo>
                  <a:lnTo>
                    <a:pt x="5042" y="638835"/>
                  </a:lnTo>
                  <a:lnTo>
                    <a:pt x="9039" y="690228"/>
                  </a:lnTo>
                  <a:lnTo>
                    <a:pt x="14116" y="742982"/>
                  </a:lnTo>
                  <a:lnTo>
                    <a:pt x="20227" y="796942"/>
                  </a:lnTo>
                  <a:lnTo>
                    <a:pt x="27325" y="851949"/>
                  </a:lnTo>
                  <a:lnTo>
                    <a:pt x="35365" y="907847"/>
                  </a:lnTo>
                  <a:lnTo>
                    <a:pt x="44298" y="964478"/>
                  </a:lnTo>
                  <a:lnTo>
                    <a:pt x="54079" y="1021686"/>
                  </a:lnTo>
                  <a:lnTo>
                    <a:pt x="64662" y="1079313"/>
                  </a:lnTo>
                  <a:lnTo>
                    <a:pt x="75999" y="1137202"/>
                  </a:lnTo>
                  <a:lnTo>
                    <a:pt x="88045" y="1195196"/>
                  </a:lnTo>
                  <a:lnTo>
                    <a:pt x="100752" y="1253138"/>
                  </a:lnTo>
                  <a:lnTo>
                    <a:pt x="114074" y="1310871"/>
                  </a:lnTo>
                  <a:lnTo>
                    <a:pt x="127965" y="1368238"/>
                  </a:lnTo>
                  <a:lnTo>
                    <a:pt x="142378" y="1425081"/>
                  </a:lnTo>
                  <a:lnTo>
                    <a:pt x="157267" y="1481245"/>
                  </a:lnTo>
                  <a:lnTo>
                    <a:pt x="172584" y="1536570"/>
                  </a:lnTo>
                  <a:lnTo>
                    <a:pt x="188284" y="1590901"/>
                  </a:lnTo>
                  <a:lnTo>
                    <a:pt x="204321" y="1644081"/>
                  </a:lnTo>
                  <a:lnTo>
                    <a:pt x="220646" y="1695951"/>
                  </a:lnTo>
                  <a:lnTo>
                    <a:pt x="237215" y="1746356"/>
                  </a:lnTo>
                  <a:lnTo>
                    <a:pt x="253979" y="1795138"/>
                  </a:lnTo>
                  <a:lnTo>
                    <a:pt x="270894" y="1842139"/>
                  </a:lnTo>
                  <a:lnTo>
                    <a:pt x="287912" y="1887203"/>
                  </a:lnTo>
                  <a:lnTo>
                    <a:pt x="304987" y="1930174"/>
                  </a:lnTo>
                  <a:lnTo>
                    <a:pt x="322072" y="1970892"/>
                  </a:lnTo>
                  <a:lnTo>
                    <a:pt x="339122" y="2009202"/>
                  </a:lnTo>
                  <a:lnTo>
                    <a:pt x="356088" y="2044947"/>
                  </a:lnTo>
                  <a:lnTo>
                    <a:pt x="389586" y="2108111"/>
                  </a:lnTo>
                  <a:lnTo>
                    <a:pt x="422195" y="2159128"/>
                  </a:lnTo>
                  <a:lnTo>
                    <a:pt x="469381" y="2199357"/>
                  </a:lnTo>
                  <a:lnTo>
                    <a:pt x="513424" y="2207849"/>
                  </a:lnTo>
                  <a:lnTo>
                    <a:pt x="561259" y="2208693"/>
                  </a:lnTo>
                  <a:lnTo>
                    <a:pt x="603971" y="2205415"/>
                  </a:lnTo>
                  <a:lnTo>
                    <a:pt x="613430" y="2204947"/>
                  </a:lnTo>
                  <a:lnTo>
                    <a:pt x="671738" y="2197473"/>
                  </a:lnTo>
                  <a:lnTo>
                    <a:pt x="711464" y="2187687"/>
                  </a:lnTo>
                  <a:lnTo>
                    <a:pt x="752157" y="2172014"/>
                  </a:lnTo>
                  <a:lnTo>
                    <a:pt x="789257" y="2149065"/>
                  </a:lnTo>
                  <a:lnTo>
                    <a:pt x="818203" y="2117449"/>
                  </a:lnTo>
                  <a:lnTo>
                    <a:pt x="834434" y="2075776"/>
                  </a:lnTo>
                  <a:lnTo>
                    <a:pt x="833388" y="2022656"/>
                  </a:lnTo>
                  <a:lnTo>
                    <a:pt x="823018" y="1965428"/>
                  </a:lnTo>
                  <a:lnTo>
                    <a:pt x="813386" y="1907536"/>
                  </a:lnTo>
                  <a:lnTo>
                    <a:pt x="804466" y="1849066"/>
                  </a:lnTo>
                  <a:lnTo>
                    <a:pt x="796234" y="1790105"/>
                  </a:lnTo>
                  <a:lnTo>
                    <a:pt x="788664" y="1730739"/>
                  </a:lnTo>
                  <a:lnTo>
                    <a:pt x="781732" y="1671054"/>
                  </a:lnTo>
                  <a:lnTo>
                    <a:pt x="775413" y="1611136"/>
                  </a:lnTo>
                  <a:lnTo>
                    <a:pt x="769683" y="1551072"/>
                  </a:lnTo>
                  <a:lnTo>
                    <a:pt x="764515" y="1490949"/>
                  </a:lnTo>
                  <a:lnTo>
                    <a:pt x="759886" y="1430853"/>
                  </a:lnTo>
                  <a:lnTo>
                    <a:pt x="755771" y="1370869"/>
                  </a:lnTo>
                  <a:lnTo>
                    <a:pt x="752144" y="1311085"/>
                  </a:lnTo>
                  <a:lnTo>
                    <a:pt x="748982" y="1251586"/>
                  </a:lnTo>
                  <a:lnTo>
                    <a:pt x="746258" y="1192459"/>
                  </a:lnTo>
                  <a:lnTo>
                    <a:pt x="743948" y="1133791"/>
                  </a:lnTo>
                  <a:lnTo>
                    <a:pt x="742028" y="1075668"/>
                  </a:lnTo>
                  <a:lnTo>
                    <a:pt x="740472" y="1018175"/>
                  </a:lnTo>
                  <a:lnTo>
                    <a:pt x="739256" y="961400"/>
                  </a:lnTo>
                  <a:lnTo>
                    <a:pt x="738355" y="905428"/>
                  </a:lnTo>
                  <a:lnTo>
                    <a:pt x="737743" y="850347"/>
                  </a:lnTo>
                  <a:lnTo>
                    <a:pt x="737397" y="796242"/>
                  </a:lnTo>
                  <a:lnTo>
                    <a:pt x="737291" y="743200"/>
                  </a:lnTo>
                  <a:lnTo>
                    <a:pt x="737400" y="691307"/>
                  </a:lnTo>
                  <a:lnTo>
                    <a:pt x="738165" y="591314"/>
                  </a:lnTo>
                  <a:lnTo>
                    <a:pt x="739493" y="496953"/>
                  </a:lnTo>
                  <a:lnTo>
                    <a:pt x="741185" y="408915"/>
                  </a:lnTo>
                  <a:lnTo>
                    <a:pt x="747621" y="133813"/>
                  </a:lnTo>
                  <a:lnTo>
                    <a:pt x="741030" y="90976"/>
                  </a:lnTo>
                  <a:lnTo>
                    <a:pt x="721329" y="56295"/>
                  </a:lnTo>
                  <a:lnTo>
                    <a:pt x="691044" y="29812"/>
                  </a:lnTo>
                  <a:lnTo>
                    <a:pt x="652698" y="11572"/>
                  </a:lnTo>
                  <a:lnTo>
                    <a:pt x="608817" y="1620"/>
                  </a:lnTo>
                  <a:lnTo>
                    <a:pt x="56192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545431" y="8317678"/>
              <a:ext cx="809625" cy="689610"/>
            </a:xfrm>
            <a:custGeom>
              <a:avLst/>
              <a:gdLst/>
              <a:ahLst/>
              <a:cxnLst/>
              <a:rect l="l" t="t" r="r" b="b"/>
              <a:pathLst>
                <a:path w="809625" h="689609">
                  <a:moveTo>
                    <a:pt x="12008" y="0"/>
                  </a:moveTo>
                  <a:lnTo>
                    <a:pt x="1609" y="134039"/>
                  </a:lnTo>
                  <a:lnTo>
                    <a:pt x="0" y="212432"/>
                  </a:lnTo>
                  <a:lnTo>
                    <a:pt x="8853" y="265519"/>
                  </a:lnTo>
                  <a:lnTo>
                    <a:pt x="29840" y="323644"/>
                  </a:lnTo>
                  <a:lnTo>
                    <a:pt x="40252" y="366976"/>
                  </a:lnTo>
                  <a:lnTo>
                    <a:pt x="41158" y="412041"/>
                  </a:lnTo>
                  <a:lnTo>
                    <a:pt x="35764" y="456306"/>
                  </a:lnTo>
                  <a:lnTo>
                    <a:pt x="27275" y="497241"/>
                  </a:lnTo>
                  <a:lnTo>
                    <a:pt x="22580" y="518265"/>
                  </a:lnTo>
                  <a:lnTo>
                    <a:pt x="18598" y="539526"/>
                  </a:lnTo>
                  <a:lnTo>
                    <a:pt x="16044" y="561021"/>
                  </a:lnTo>
                  <a:lnTo>
                    <a:pt x="15631" y="582746"/>
                  </a:lnTo>
                  <a:lnTo>
                    <a:pt x="23675" y="613589"/>
                  </a:lnTo>
                  <a:lnTo>
                    <a:pt x="43869" y="635987"/>
                  </a:lnTo>
                  <a:lnTo>
                    <a:pt x="74518" y="651026"/>
                  </a:lnTo>
                  <a:lnTo>
                    <a:pt x="113930" y="659795"/>
                  </a:lnTo>
                  <a:lnTo>
                    <a:pt x="160410" y="663382"/>
                  </a:lnTo>
                  <a:lnTo>
                    <a:pt x="212265" y="662875"/>
                  </a:lnTo>
                  <a:lnTo>
                    <a:pt x="267802" y="659362"/>
                  </a:lnTo>
                  <a:lnTo>
                    <a:pt x="315416" y="657145"/>
                  </a:lnTo>
                  <a:lnTo>
                    <a:pt x="349181" y="659044"/>
                  </a:lnTo>
                  <a:lnTo>
                    <a:pt x="375916" y="663894"/>
                  </a:lnTo>
                  <a:lnTo>
                    <a:pt x="402440" y="670531"/>
                  </a:lnTo>
                  <a:lnTo>
                    <a:pt x="435572" y="677790"/>
                  </a:lnTo>
                  <a:lnTo>
                    <a:pt x="482130" y="684507"/>
                  </a:lnTo>
                  <a:lnTo>
                    <a:pt x="548934" y="689518"/>
                  </a:lnTo>
                  <a:lnTo>
                    <a:pt x="631705" y="688739"/>
                  </a:lnTo>
                  <a:lnTo>
                    <a:pt x="696393" y="679461"/>
                  </a:lnTo>
                  <a:lnTo>
                    <a:pt x="744750" y="664478"/>
                  </a:lnTo>
                  <a:lnTo>
                    <a:pt x="778529" y="646585"/>
                  </a:lnTo>
                  <a:lnTo>
                    <a:pt x="809356" y="613248"/>
                  </a:lnTo>
                  <a:lnTo>
                    <a:pt x="799136" y="595887"/>
                  </a:lnTo>
                  <a:lnTo>
                    <a:pt x="761022" y="578305"/>
                  </a:lnTo>
                  <a:lnTo>
                    <a:pt x="703550" y="560117"/>
                  </a:lnTo>
                  <a:lnTo>
                    <a:pt x="599530" y="530790"/>
                  </a:lnTo>
                  <a:lnTo>
                    <a:pt x="556046" y="514538"/>
                  </a:lnTo>
                  <a:lnTo>
                    <a:pt x="516190" y="493010"/>
                  </a:lnTo>
                  <a:lnTo>
                    <a:pt x="478926" y="467278"/>
                  </a:lnTo>
                  <a:lnTo>
                    <a:pt x="443218" y="438417"/>
                  </a:lnTo>
                  <a:lnTo>
                    <a:pt x="408031" y="407498"/>
                  </a:lnTo>
                  <a:lnTo>
                    <a:pt x="372329" y="375594"/>
                  </a:lnTo>
                  <a:lnTo>
                    <a:pt x="335077" y="343780"/>
                  </a:lnTo>
                  <a:lnTo>
                    <a:pt x="288220" y="263888"/>
                  </a:lnTo>
                  <a:lnTo>
                    <a:pt x="267828" y="155814"/>
                  </a:lnTo>
                  <a:lnTo>
                    <a:pt x="263338" y="60756"/>
                  </a:lnTo>
                  <a:lnTo>
                    <a:pt x="264189" y="19915"/>
                  </a:lnTo>
                  <a:lnTo>
                    <a:pt x="12008" y="0"/>
                  </a:lnTo>
                  <a:close/>
                </a:path>
              </a:pathLst>
            </a:custGeom>
            <a:solidFill>
              <a:srgbClr val="F4D4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561062" y="8814927"/>
              <a:ext cx="793750" cy="192405"/>
            </a:xfrm>
            <a:custGeom>
              <a:avLst/>
              <a:gdLst/>
              <a:ahLst/>
              <a:cxnLst/>
              <a:rect l="l" t="t" r="r" b="b"/>
              <a:pathLst>
                <a:path w="793750" h="192404">
                  <a:moveTo>
                    <a:pt x="11643" y="0"/>
                  </a:moveTo>
                  <a:lnTo>
                    <a:pt x="6948" y="21022"/>
                  </a:lnTo>
                  <a:lnTo>
                    <a:pt x="2967" y="42280"/>
                  </a:lnTo>
                  <a:lnTo>
                    <a:pt x="413" y="63771"/>
                  </a:lnTo>
                  <a:lnTo>
                    <a:pt x="0" y="85494"/>
                  </a:lnTo>
                  <a:lnTo>
                    <a:pt x="8043" y="116338"/>
                  </a:lnTo>
                  <a:lnTo>
                    <a:pt x="28237" y="138737"/>
                  </a:lnTo>
                  <a:lnTo>
                    <a:pt x="58887" y="153777"/>
                  </a:lnTo>
                  <a:lnTo>
                    <a:pt x="98298" y="162547"/>
                  </a:lnTo>
                  <a:lnTo>
                    <a:pt x="144779" y="166135"/>
                  </a:lnTo>
                  <a:lnTo>
                    <a:pt x="196634" y="165626"/>
                  </a:lnTo>
                  <a:lnTo>
                    <a:pt x="252170" y="162110"/>
                  </a:lnTo>
                  <a:lnTo>
                    <a:pt x="299784" y="159893"/>
                  </a:lnTo>
                  <a:lnTo>
                    <a:pt x="333549" y="161792"/>
                  </a:lnTo>
                  <a:lnTo>
                    <a:pt x="360284" y="166643"/>
                  </a:lnTo>
                  <a:lnTo>
                    <a:pt x="386808" y="173281"/>
                  </a:lnTo>
                  <a:lnTo>
                    <a:pt x="419940" y="180542"/>
                  </a:lnTo>
                  <a:lnTo>
                    <a:pt x="466498" y="187262"/>
                  </a:lnTo>
                  <a:lnTo>
                    <a:pt x="533303" y="192276"/>
                  </a:lnTo>
                  <a:lnTo>
                    <a:pt x="616073" y="191494"/>
                  </a:lnTo>
                  <a:lnTo>
                    <a:pt x="680761" y="182215"/>
                  </a:lnTo>
                  <a:lnTo>
                    <a:pt x="729119" y="167231"/>
                  </a:lnTo>
                  <a:lnTo>
                    <a:pt x="762897" y="149338"/>
                  </a:lnTo>
                  <a:lnTo>
                    <a:pt x="793724" y="115996"/>
                  </a:lnTo>
                  <a:lnTo>
                    <a:pt x="783504" y="98641"/>
                  </a:lnTo>
                  <a:lnTo>
                    <a:pt x="745390" y="81062"/>
                  </a:lnTo>
                  <a:lnTo>
                    <a:pt x="687918" y="62875"/>
                  </a:lnTo>
                  <a:lnTo>
                    <a:pt x="619625" y="43695"/>
                  </a:lnTo>
                  <a:lnTo>
                    <a:pt x="618431" y="45401"/>
                  </a:lnTo>
                  <a:lnTo>
                    <a:pt x="545997" y="79702"/>
                  </a:lnTo>
                  <a:lnTo>
                    <a:pt x="493422" y="95244"/>
                  </a:lnTo>
                  <a:lnTo>
                    <a:pt x="435117" y="95726"/>
                  </a:lnTo>
                  <a:lnTo>
                    <a:pt x="345497" y="84845"/>
                  </a:lnTo>
                  <a:lnTo>
                    <a:pt x="292539" y="75551"/>
                  </a:lnTo>
                  <a:lnTo>
                    <a:pt x="240147" y="62886"/>
                  </a:lnTo>
                  <a:lnTo>
                    <a:pt x="189033" y="48306"/>
                  </a:lnTo>
                  <a:lnTo>
                    <a:pt x="93498" y="19234"/>
                  </a:lnTo>
                  <a:lnTo>
                    <a:pt x="50503" y="7658"/>
                  </a:lnTo>
                  <a:lnTo>
                    <a:pt x="11643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958969" y="8959232"/>
              <a:ext cx="1778635" cy="152400"/>
            </a:xfrm>
            <a:custGeom>
              <a:avLst/>
              <a:gdLst/>
              <a:ahLst/>
              <a:cxnLst/>
              <a:rect l="l" t="t" r="r" b="b"/>
              <a:pathLst>
                <a:path w="1778634" h="152400">
                  <a:moveTo>
                    <a:pt x="1777914" y="0"/>
                  </a:moveTo>
                  <a:lnTo>
                    <a:pt x="0" y="5811"/>
                  </a:lnTo>
                  <a:lnTo>
                    <a:pt x="460" y="152351"/>
                  </a:lnTo>
                  <a:lnTo>
                    <a:pt x="1778375" y="146529"/>
                  </a:lnTo>
                  <a:lnTo>
                    <a:pt x="1777914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06763" y="5843162"/>
              <a:ext cx="2953501" cy="2928799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4758702" y="6963454"/>
              <a:ext cx="2377440" cy="2148205"/>
            </a:xfrm>
            <a:custGeom>
              <a:avLst/>
              <a:gdLst/>
              <a:ahLst/>
              <a:cxnLst/>
              <a:rect l="l" t="t" r="r" b="b"/>
              <a:pathLst>
                <a:path w="2377440" h="2148204">
                  <a:moveTo>
                    <a:pt x="2377084" y="190207"/>
                  </a:moveTo>
                  <a:lnTo>
                    <a:pt x="2376487" y="0"/>
                  </a:lnTo>
                  <a:lnTo>
                    <a:pt x="1200988" y="3848"/>
                  </a:lnTo>
                  <a:lnTo>
                    <a:pt x="0" y="7772"/>
                  </a:lnTo>
                  <a:lnTo>
                    <a:pt x="596" y="197967"/>
                  </a:lnTo>
                  <a:lnTo>
                    <a:pt x="1082967" y="194437"/>
                  </a:lnTo>
                  <a:lnTo>
                    <a:pt x="2200719" y="2148128"/>
                  </a:lnTo>
                  <a:lnTo>
                    <a:pt x="2370378" y="2047811"/>
                  </a:lnTo>
                  <a:lnTo>
                    <a:pt x="1309598" y="193700"/>
                  </a:lnTo>
                  <a:lnTo>
                    <a:pt x="2377084" y="190207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0086" y="6689237"/>
              <a:ext cx="4173608" cy="3143042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6750339" y="9283451"/>
              <a:ext cx="522605" cy="530860"/>
            </a:xfrm>
            <a:custGeom>
              <a:avLst/>
              <a:gdLst/>
              <a:ahLst/>
              <a:cxnLst/>
              <a:rect l="l" t="t" r="r" b="b"/>
              <a:pathLst>
                <a:path w="522604" h="530859">
                  <a:moveTo>
                    <a:pt x="260191" y="0"/>
                  </a:moveTo>
                  <a:lnTo>
                    <a:pt x="213284" y="4429"/>
                  </a:lnTo>
                  <a:lnTo>
                    <a:pt x="169161" y="16902"/>
                  </a:lnTo>
                  <a:lnTo>
                    <a:pt x="128559" y="36666"/>
                  </a:lnTo>
                  <a:lnTo>
                    <a:pt x="92210" y="62969"/>
                  </a:lnTo>
                  <a:lnTo>
                    <a:pt x="60851" y="95059"/>
                  </a:lnTo>
                  <a:lnTo>
                    <a:pt x="35215" y="132183"/>
                  </a:lnTo>
                  <a:lnTo>
                    <a:pt x="16038" y="173590"/>
                  </a:lnTo>
                  <a:lnTo>
                    <a:pt x="4055" y="218527"/>
                  </a:lnTo>
                  <a:lnTo>
                    <a:pt x="0" y="266243"/>
                  </a:lnTo>
                  <a:lnTo>
                    <a:pt x="4355" y="313933"/>
                  </a:lnTo>
                  <a:lnTo>
                    <a:pt x="16622" y="358793"/>
                  </a:lnTo>
                  <a:lnTo>
                    <a:pt x="36059" y="400073"/>
                  </a:lnTo>
                  <a:lnTo>
                    <a:pt x="61929" y="437029"/>
                  </a:lnTo>
                  <a:lnTo>
                    <a:pt x="93490" y="468911"/>
                  </a:lnTo>
                  <a:lnTo>
                    <a:pt x="130004" y="494973"/>
                  </a:lnTo>
                  <a:lnTo>
                    <a:pt x="170731" y="514469"/>
                  </a:lnTo>
                  <a:lnTo>
                    <a:pt x="214932" y="526649"/>
                  </a:lnTo>
                  <a:lnTo>
                    <a:pt x="261866" y="530769"/>
                  </a:lnTo>
                  <a:lnTo>
                    <a:pt x="308776" y="526340"/>
                  </a:lnTo>
                  <a:lnTo>
                    <a:pt x="352901" y="513869"/>
                  </a:lnTo>
                  <a:lnTo>
                    <a:pt x="393505" y="494107"/>
                  </a:lnTo>
                  <a:lnTo>
                    <a:pt x="429855" y="467807"/>
                  </a:lnTo>
                  <a:lnTo>
                    <a:pt x="461215" y="435720"/>
                  </a:lnTo>
                  <a:lnTo>
                    <a:pt x="486851" y="398597"/>
                  </a:lnTo>
                  <a:lnTo>
                    <a:pt x="506028" y="357191"/>
                  </a:lnTo>
                  <a:lnTo>
                    <a:pt x="518012" y="312254"/>
                  </a:lnTo>
                  <a:lnTo>
                    <a:pt x="522067" y="264536"/>
                  </a:lnTo>
                  <a:lnTo>
                    <a:pt x="517712" y="216848"/>
                  </a:lnTo>
                  <a:lnTo>
                    <a:pt x="505445" y="171990"/>
                  </a:lnTo>
                  <a:lnTo>
                    <a:pt x="486007" y="130710"/>
                  </a:lnTo>
                  <a:lnTo>
                    <a:pt x="460137" y="93753"/>
                  </a:lnTo>
                  <a:lnTo>
                    <a:pt x="428575" y="61869"/>
                  </a:lnTo>
                  <a:lnTo>
                    <a:pt x="392059" y="35804"/>
                  </a:lnTo>
                  <a:lnTo>
                    <a:pt x="351330" y="16306"/>
                  </a:lnTo>
                  <a:lnTo>
                    <a:pt x="307128" y="4122"/>
                  </a:lnTo>
                  <a:lnTo>
                    <a:pt x="260191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21747" y="9457723"/>
              <a:ext cx="179251" cy="182224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4459662" y="3797686"/>
              <a:ext cx="819785" cy="467359"/>
            </a:xfrm>
            <a:custGeom>
              <a:avLst/>
              <a:gdLst/>
              <a:ahLst/>
              <a:cxnLst/>
              <a:rect l="l" t="t" r="r" b="b"/>
              <a:pathLst>
                <a:path w="819785" h="467360">
                  <a:moveTo>
                    <a:pt x="600620" y="0"/>
                  </a:moveTo>
                  <a:lnTo>
                    <a:pt x="46783" y="1811"/>
                  </a:lnTo>
                  <a:lnTo>
                    <a:pt x="3630" y="31092"/>
                  </a:lnTo>
                  <a:lnTo>
                    <a:pt x="0" y="49684"/>
                  </a:lnTo>
                  <a:lnTo>
                    <a:pt x="3748" y="68242"/>
                  </a:lnTo>
                  <a:lnTo>
                    <a:pt x="13856" y="83378"/>
                  </a:lnTo>
                  <a:lnTo>
                    <a:pt x="28808" y="93556"/>
                  </a:lnTo>
                  <a:lnTo>
                    <a:pt x="47087" y="97243"/>
                  </a:lnTo>
                  <a:lnTo>
                    <a:pt x="571008" y="95536"/>
                  </a:lnTo>
                  <a:lnTo>
                    <a:pt x="730061" y="439703"/>
                  </a:lnTo>
                  <a:lnTo>
                    <a:pt x="737620" y="451314"/>
                  </a:lnTo>
                  <a:lnTo>
                    <a:pt x="747766" y="459946"/>
                  </a:lnTo>
                  <a:lnTo>
                    <a:pt x="759724" y="465316"/>
                  </a:lnTo>
                  <a:lnTo>
                    <a:pt x="772719" y="467137"/>
                  </a:lnTo>
                  <a:lnTo>
                    <a:pt x="779358" y="467116"/>
                  </a:lnTo>
                  <a:lnTo>
                    <a:pt x="816691" y="435599"/>
                  </a:lnTo>
                  <a:lnTo>
                    <a:pt x="819450" y="417523"/>
                  </a:lnTo>
                  <a:lnTo>
                    <a:pt x="815022" y="399118"/>
                  </a:lnTo>
                  <a:lnTo>
                    <a:pt x="643247" y="27423"/>
                  </a:lnTo>
                  <a:lnTo>
                    <a:pt x="635884" y="16048"/>
                  </a:lnTo>
                  <a:lnTo>
                    <a:pt x="625872" y="7393"/>
                  </a:lnTo>
                  <a:lnTo>
                    <a:pt x="613890" y="1898"/>
                  </a:lnTo>
                  <a:lnTo>
                    <a:pt x="600620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421404" y="3773630"/>
              <a:ext cx="544830" cy="146050"/>
            </a:xfrm>
            <a:custGeom>
              <a:avLst/>
              <a:gdLst/>
              <a:ahLst/>
              <a:cxnLst/>
              <a:rect l="l" t="t" r="r" b="b"/>
              <a:pathLst>
                <a:path w="544829" h="146050">
                  <a:moveTo>
                    <a:pt x="473252" y="0"/>
                  </a:moveTo>
                  <a:lnTo>
                    <a:pt x="70730" y="1319"/>
                  </a:lnTo>
                  <a:lnTo>
                    <a:pt x="20683" y="22676"/>
                  </a:lnTo>
                  <a:lnTo>
                    <a:pt x="0" y="73694"/>
                  </a:lnTo>
                  <a:lnTo>
                    <a:pt x="5687" y="101690"/>
                  </a:lnTo>
                  <a:lnTo>
                    <a:pt x="21004" y="124579"/>
                  </a:lnTo>
                  <a:lnTo>
                    <a:pt x="43617" y="140005"/>
                  </a:lnTo>
                  <a:lnTo>
                    <a:pt x="71191" y="145608"/>
                  </a:lnTo>
                  <a:lnTo>
                    <a:pt x="473713" y="144288"/>
                  </a:lnTo>
                  <a:lnTo>
                    <a:pt x="501247" y="138507"/>
                  </a:lnTo>
                  <a:lnTo>
                    <a:pt x="523765" y="122936"/>
                  </a:lnTo>
                  <a:lnTo>
                    <a:pt x="538942" y="99946"/>
                  </a:lnTo>
                  <a:lnTo>
                    <a:pt x="544454" y="71914"/>
                  </a:lnTo>
                  <a:lnTo>
                    <a:pt x="538765" y="43922"/>
                  </a:lnTo>
                  <a:lnTo>
                    <a:pt x="523444" y="21032"/>
                  </a:lnTo>
                  <a:lnTo>
                    <a:pt x="500828" y="5604"/>
                  </a:lnTo>
                  <a:lnTo>
                    <a:pt x="473252" y="0"/>
                  </a:lnTo>
                  <a:close/>
                </a:path>
              </a:pathLst>
            </a:custGeom>
            <a:solidFill>
              <a:srgbClr val="85BC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339487" y="3801349"/>
              <a:ext cx="819785" cy="467359"/>
            </a:xfrm>
            <a:custGeom>
              <a:avLst/>
              <a:gdLst/>
              <a:ahLst/>
              <a:cxnLst/>
              <a:rect l="l" t="t" r="r" b="b"/>
              <a:pathLst>
                <a:path w="819785" h="467360">
                  <a:moveTo>
                    <a:pt x="600609" y="0"/>
                  </a:moveTo>
                  <a:lnTo>
                    <a:pt x="46783" y="1811"/>
                  </a:lnTo>
                  <a:lnTo>
                    <a:pt x="3630" y="31092"/>
                  </a:lnTo>
                  <a:lnTo>
                    <a:pt x="0" y="49684"/>
                  </a:lnTo>
                  <a:lnTo>
                    <a:pt x="3748" y="68241"/>
                  </a:lnTo>
                  <a:lnTo>
                    <a:pt x="13856" y="83374"/>
                  </a:lnTo>
                  <a:lnTo>
                    <a:pt x="28808" y="93552"/>
                  </a:lnTo>
                  <a:lnTo>
                    <a:pt x="47087" y="97243"/>
                  </a:lnTo>
                  <a:lnTo>
                    <a:pt x="571008" y="95536"/>
                  </a:lnTo>
                  <a:lnTo>
                    <a:pt x="730051" y="439703"/>
                  </a:lnTo>
                  <a:lnTo>
                    <a:pt x="737614" y="451314"/>
                  </a:lnTo>
                  <a:lnTo>
                    <a:pt x="747761" y="459946"/>
                  </a:lnTo>
                  <a:lnTo>
                    <a:pt x="759719" y="465316"/>
                  </a:lnTo>
                  <a:lnTo>
                    <a:pt x="772719" y="467137"/>
                  </a:lnTo>
                  <a:lnTo>
                    <a:pt x="779358" y="467116"/>
                  </a:lnTo>
                  <a:lnTo>
                    <a:pt x="816687" y="435599"/>
                  </a:lnTo>
                  <a:lnTo>
                    <a:pt x="819448" y="417523"/>
                  </a:lnTo>
                  <a:lnTo>
                    <a:pt x="815022" y="399118"/>
                  </a:lnTo>
                  <a:lnTo>
                    <a:pt x="643247" y="27423"/>
                  </a:lnTo>
                  <a:lnTo>
                    <a:pt x="635878" y="16048"/>
                  </a:lnTo>
                  <a:lnTo>
                    <a:pt x="625863" y="7393"/>
                  </a:lnTo>
                  <a:lnTo>
                    <a:pt x="613880" y="1898"/>
                  </a:lnTo>
                  <a:lnTo>
                    <a:pt x="600609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301225" y="3777303"/>
              <a:ext cx="3834765" cy="3194050"/>
            </a:xfrm>
            <a:custGeom>
              <a:avLst/>
              <a:gdLst/>
              <a:ahLst/>
              <a:cxnLst/>
              <a:rect l="l" t="t" r="r" b="b"/>
              <a:pathLst>
                <a:path w="3834765" h="3194050">
                  <a:moveTo>
                    <a:pt x="544449" y="71920"/>
                  </a:moveTo>
                  <a:lnTo>
                    <a:pt x="538759" y="43916"/>
                  </a:lnTo>
                  <a:lnTo>
                    <a:pt x="523443" y="21031"/>
                  </a:lnTo>
                  <a:lnTo>
                    <a:pt x="500824" y="5600"/>
                  </a:lnTo>
                  <a:lnTo>
                    <a:pt x="473252" y="0"/>
                  </a:lnTo>
                  <a:lnTo>
                    <a:pt x="70726" y="1320"/>
                  </a:lnTo>
                  <a:lnTo>
                    <a:pt x="43192" y="7099"/>
                  </a:lnTo>
                  <a:lnTo>
                    <a:pt x="20688" y="22669"/>
                  </a:lnTo>
                  <a:lnTo>
                    <a:pt x="5511" y="45656"/>
                  </a:lnTo>
                  <a:lnTo>
                    <a:pt x="0" y="73685"/>
                  </a:lnTo>
                  <a:lnTo>
                    <a:pt x="5689" y="101688"/>
                  </a:lnTo>
                  <a:lnTo>
                    <a:pt x="21005" y="124574"/>
                  </a:lnTo>
                  <a:lnTo>
                    <a:pt x="43611" y="140004"/>
                  </a:lnTo>
                  <a:lnTo>
                    <a:pt x="71196" y="145605"/>
                  </a:lnTo>
                  <a:lnTo>
                    <a:pt x="473710" y="144284"/>
                  </a:lnTo>
                  <a:lnTo>
                    <a:pt x="501243" y="138506"/>
                  </a:lnTo>
                  <a:lnTo>
                    <a:pt x="523760" y="122936"/>
                  </a:lnTo>
                  <a:lnTo>
                    <a:pt x="538937" y="99949"/>
                  </a:lnTo>
                  <a:lnTo>
                    <a:pt x="544449" y="71920"/>
                  </a:lnTo>
                  <a:close/>
                </a:path>
                <a:path w="3834765" h="3194050">
                  <a:moveTo>
                    <a:pt x="3834650" y="3186150"/>
                  </a:moveTo>
                  <a:lnTo>
                    <a:pt x="3821201" y="3088182"/>
                  </a:lnTo>
                  <a:lnTo>
                    <a:pt x="3795191" y="3039973"/>
                  </a:lnTo>
                  <a:lnTo>
                    <a:pt x="3737241" y="3027527"/>
                  </a:lnTo>
                  <a:lnTo>
                    <a:pt x="3627958" y="3036849"/>
                  </a:lnTo>
                  <a:lnTo>
                    <a:pt x="3398189" y="3038856"/>
                  </a:lnTo>
                  <a:lnTo>
                    <a:pt x="2873260" y="3042691"/>
                  </a:lnTo>
                  <a:lnTo>
                    <a:pt x="2299779" y="3045079"/>
                  </a:lnTo>
                  <a:lnTo>
                    <a:pt x="1924342" y="3042767"/>
                  </a:lnTo>
                  <a:lnTo>
                    <a:pt x="1849526" y="3045129"/>
                  </a:lnTo>
                  <a:lnTo>
                    <a:pt x="1780527" y="3055518"/>
                  </a:lnTo>
                  <a:lnTo>
                    <a:pt x="1717509" y="3072003"/>
                  </a:lnTo>
                  <a:lnTo>
                    <a:pt x="1660639" y="3092615"/>
                  </a:lnTo>
                  <a:lnTo>
                    <a:pt x="1610080" y="3115399"/>
                  </a:lnTo>
                  <a:lnTo>
                    <a:pt x="1565973" y="3138436"/>
                  </a:lnTo>
                  <a:lnTo>
                    <a:pt x="1497825" y="3177400"/>
                  </a:lnTo>
                  <a:lnTo>
                    <a:pt x="1474101" y="3189440"/>
                  </a:lnTo>
                  <a:lnTo>
                    <a:pt x="1457477" y="3193910"/>
                  </a:lnTo>
                  <a:lnTo>
                    <a:pt x="3834650" y="3186150"/>
                  </a:lnTo>
                  <a:close/>
                </a:path>
              </a:pathLst>
            </a:custGeom>
            <a:solidFill>
              <a:srgbClr val="85BC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965474" y="4152482"/>
              <a:ext cx="217804" cy="2517775"/>
            </a:xfrm>
            <a:custGeom>
              <a:avLst/>
              <a:gdLst/>
              <a:ahLst/>
              <a:cxnLst/>
              <a:rect l="l" t="t" r="r" b="b"/>
              <a:pathLst>
                <a:path w="217804" h="2517775">
                  <a:moveTo>
                    <a:pt x="160593" y="0"/>
                  </a:moveTo>
                  <a:lnTo>
                    <a:pt x="126432" y="66335"/>
                  </a:lnTo>
                  <a:lnTo>
                    <a:pt x="111987" y="105293"/>
                  </a:lnTo>
                  <a:lnTo>
                    <a:pt x="99173" y="147695"/>
                  </a:lnTo>
                  <a:lnTo>
                    <a:pt x="87893" y="193227"/>
                  </a:lnTo>
                  <a:lnTo>
                    <a:pt x="78053" y="241576"/>
                  </a:lnTo>
                  <a:lnTo>
                    <a:pt x="69558" y="292429"/>
                  </a:lnTo>
                  <a:lnTo>
                    <a:pt x="62312" y="345474"/>
                  </a:lnTo>
                  <a:lnTo>
                    <a:pt x="56219" y="400397"/>
                  </a:lnTo>
                  <a:lnTo>
                    <a:pt x="51185" y="456885"/>
                  </a:lnTo>
                  <a:lnTo>
                    <a:pt x="47114" y="514626"/>
                  </a:lnTo>
                  <a:lnTo>
                    <a:pt x="43911" y="573305"/>
                  </a:lnTo>
                  <a:lnTo>
                    <a:pt x="41480" y="632611"/>
                  </a:lnTo>
                  <a:lnTo>
                    <a:pt x="39727" y="692230"/>
                  </a:lnTo>
                  <a:lnTo>
                    <a:pt x="38555" y="751849"/>
                  </a:lnTo>
                  <a:lnTo>
                    <a:pt x="37870" y="811155"/>
                  </a:lnTo>
                  <a:lnTo>
                    <a:pt x="37577" y="869835"/>
                  </a:lnTo>
                  <a:lnTo>
                    <a:pt x="37580" y="927576"/>
                  </a:lnTo>
                  <a:lnTo>
                    <a:pt x="38411" y="1092037"/>
                  </a:lnTo>
                  <a:lnTo>
                    <a:pt x="38699" y="1191245"/>
                  </a:lnTo>
                  <a:lnTo>
                    <a:pt x="38477" y="1236780"/>
                  </a:lnTo>
                  <a:lnTo>
                    <a:pt x="37884" y="1279185"/>
                  </a:lnTo>
                  <a:lnTo>
                    <a:pt x="36824" y="1318147"/>
                  </a:lnTo>
                  <a:lnTo>
                    <a:pt x="32925" y="1384490"/>
                  </a:lnTo>
                  <a:lnTo>
                    <a:pt x="22402" y="1466907"/>
                  </a:lnTo>
                  <a:lnTo>
                    <a:pt x="16092" y="1518974"/>
                  </a:lnTo>
                  <a:lnTo>
                    <a:pt x="10910" y="1568010"/>
                  </a:lnTo>
                  <a:lnTo>
                    <a:pt x="6801" y="1614581"/>
                  </a:lnTo>
                  <a:lnTo>
                    <a:pt x="3711" y="1659249"/>
                  </a:lnTo>
                  <a:lnTo>
                    <a:pt x="1584" y="1702580"/>
                  </a:lnTo>
                  <a:lnTo>
                    <a:pt x="365" y="1745138"/>
                  </a:lnTo>
                  <a:lnTo>
                    <a:pt x="0" y="1787486"/>
                  </a:lnTo>
                  <a:lnTo>
                    <a:pt x="433" y="1830190"/>
                  </a:lnTo>
                  <a:lnTo>
                    <a:pt x="1610" y="1873814"/>
                  </a:lnTo>
                  <a:lnTo>
                    <a:pt x="3476" y="1918922"/>
                  </a:lnTo>
                  <a:lnTo>
                    <a:pt x="5976" y="1966079"/>
                  </a:lnTo>
                  <a:lnTo>
                    <a:pt x="9055" y="2015848"/>
                  </a:lnTo>
                  <a:lnTo>
                    <a:pt x="12658" y="2068794"/>
                  </a:lnTo>
                  <a:lnTo>
                    <a:pt x="26063" y="2252339"/>
                  </a:lnTo>
                  <a:lnTo>
                    <a:pt x="31279" y="2346017"/>
                  </a:lnTo>
                  <a:lnTo>
                    <a:pt x="35484" y="2391934"/>
                  </a:lnTo>
                  <a:lnTo>
                    <a:pt x="43100" y="2434072"/>
                  </a:lnTo>
                  <a:lnTo>
                    <a:pt x="55886" y="2470059"/>
                  </a:lnTo>
                  <a:lnTo>
                    <a:pt x="104004" y="2514090"/>
                  </a:lnTo>
                  <a:lnTo>
                    <a:pt x="142855" y="2517389"/>
                  </a:lnTo>
                  <a:lnTo>
                    <a:pt x="163183" y="2427250"/>
                  </a:lnTo>
                  <a:lnTo>
                    <a:pt x="200132" y="2185409"/>
                  </a:lnTo>
                  <a:lnTo>
                    <a:pt x="217646" y="1834732"/>
                  </a:lnTo>
                  <a:lnTo>
                    <a:pt x="179671" y="1418082"/>
                  </a:lnTo>
                  <a:lnTo>
                    <a:pt x="168393" y="1350010"/>
                  </a:lnTo>
                  <a:lnTo>
                    <a:pt x="158658" y="1281227"/>
                  </a:lnTo>
                  <a:lnTo>
                    <a:pt x="150380" y="1211965"/>
                  </a:lnTo>
                  <a:lnTo>
                    <a:pt x="143470" y="1142454"/>
                  </a:lnTo>
                  <a:lnTo>
                    <a:pt x="137842" y="1072927"/>
                  </a:lnTo>
                  <a:lnTo>
                    <a:pt x="133409" y="1003613"/>
                  </a:lnTo>
                  <a:lnTo>
                    <a:pt x="130083" y="934745"/>
                  </a:lnTo>
                  <a:lnTo>
                    <a:pt x="127778" y="866552"/>
                  </a:lnTo>
                  <a:lnTo>
                    <a:pt x="126405" y="799267"/>
                  </a:lnTo>
                  <a:lnTo>
                    <a:pt x="125878" y="733121"/>
                  </a:lnTo>
                  <a:lnTo>
                    <a:pt x="126110" y="668343"/>
                  </a:lnTo>
                  <a:lnTo>
                    <a:pt x="127013" y="605167"/>
                  </a:lnTo>
                  <a:lnTo>
                    <a:pt x="128500" y="543822"/>
                  </a:lnTo>
                  <a:lnTo>
                    <a:pt x="130484" y="484540"/>
                  </a:lnTo>
                  <a:lnTo>
                    <a:pt x="132878" y="427552"/>
                  </a:lnTo>
                  <a:lnTo>
                    <a:pt x="135595" y="373089"/>
                  </a:lnTo>
                  <a:lnTo>
                    <a:pt x="138547" y="321382"/>
                  </a:lnTo>
                  <a:lnTo>
                    <a:pt x="141647" y="272662"/>
                  </a:lnTo>
                  <a:lnTo>
                    <a:pt x="144808" y="227161"/>
                  </a:lnTo>
                  <a:lnTo>
                    <a:pt x="150965" y="146738"/>
                  </a:lnTo>
                  <a:lnTo>
                    <a:pt x="158478" y="56018"/>
                  </a:lnTo>
                  <a:lnTo>
                    <a:pt x="161321" y="18178"/>
                  </a:lnTo>
                  <a:lnTo>
                    <a:pt x="161831" y="6743"/>
                  </a:lnTo>
                  <a:lnTo>
                    <a:pt x="161617" y="607"/>
                  </a:lnTo>
                  <a:lnTo>
                    <a:pt x="160593" y="0"/>
                  </a:lnTo>
                  <a:close/>
                </a:path>
              </a:pathLst>
            </a:custGeom>
            <a:solidFill>
              <a:srgbClr val="71C1B4">
                <a:alpha val="46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608969" y="6129203"/>
              <a:ext cx="2475230" cy="3188335"/>
            </a:xfrm>
            <a:custGeom>
              <a:avLst/>
              <a:gdLst/>
              <a:ahLst/>
              <a:cxnLst/>
              <a:rect l="l" t="t" r="r" b="b"/>
              <a:pathLst>
                <a:path w="2475229" h="3188334">
                  <a:moveTo>
                    <a:pt x="154965" y="2494216"/>
                  </a:moveTo>
                  <a:lnTo>
                    <a:pt x="147066" y="0"/>
                  </a:lnTo>
                  <a:lnTo>
                    <a:pt x="0" y="482"/>
                  </a:lnTo>
                  <a:lnTo>
                    <a:pt x="7899" y="2494699"/>
                  </a:lnTo>
                  <a:lnTo>
                    <a:pt x="154965" y="2494216"/>
                  </a:lnTo>
                  <a:close/>
                </a:path>
                <a:path w="2475229" h="3188334">
                  <a:moveTo>
                    <a:pt x="2475192" y="3187420"/>
                  </a:moveTo>
                  <a:lnTo>
                    <a:pt x="2465311" y="62141"/>
                  </a:lnTo>
                  <a:lnTo>
                    <a:pt x="2318245" y="62611"/>
                  </a:lnTo>
                  <a:lnTo>
                    <a:pt x="2328126" y="3187903"/>
                  </a:lnTo>
                  <a:lnTo>
                    <a:pt x="2475192" y="318742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533874" y="8437815"/>
              <a:ext cx="313055" cy="318135"/>
            </a:xfrm>
            <a:custGeom>
              <a:avLst/>
              <a:gdLst/>
              <a:ahLst/>
              <a:cxnLst/>
              <a:rect l="l" t="t" r="r" b="b"/>
              <a:pathLst>
                <a:path w="313054" h="318134">
                  <a:moveTo>
                    <a:pt x="155942" y="0"/>
                  </a:moveTo>
                  <a:lnTo>
                    <a:pt x="106517" y="8270"/>
                  </a:lnTo>
                  <a:lnTo>
                    <a:pt x="63642" y="30991"/>
                  </a:lnTo>
                  <a:lnTo>
                    <a:pt x="29884" y="65533"/>
                  </a:lnTo>
                  <a:lnTo>
                    <a:pt x="7814" y="109267"/>
                  </a:lnTo>
                  <a:lnTo>
                    <a:pt x="0" y="159565"/>
                  </a:lnTo>
                  <a:lnTo>
                    <a:pt x="8137" y="209811"/>
                  </a:lnTo>
                  <a:lnTo>
                    <a:pt x="30486" y="253400"/>
                  </a:lnTo>
                  <a:lnTo>
                    <a:pt x="64461" y="287719"/>
                  </a:lnTo>
                  <a:lnTo>
                    <a:pt x="107476" y="310158"/>
                  </a:lnTo>
                  <a:lnTo>
                    <a:pt x="156948" y="318105"/>
                  </a:lnTo>
                  <a:lnTo>
                    <a:pt x="206373" y="309834"/>
                  </a:lnTo>
                  <a:lnTo>
                    <a:pt x="249249" y="287114"/>
                  </a:lnTo>
                  <a:lnTo>
                    <a:pt x="283008" y="252572"/>
                  </a:lnTo>
                  <a:lnTo>
                    <a:pt x="305081" y="208838"/>
                  </a:lnTo>
                  <a:lnTo>
                    <a:pt x="312901" y="158539"/>
                  </a:lnTo>
                  <a:lnTo>
                    <a:pt x="304764" y="108293"/>
                  </a:lnTo>
                  <a:lnTo>
                    <a:pt x="282414" y="64705"/>
                  </a:lnTo>
                  <a:lnTo>
                    <a:pt x="248438" y="30385"/>
                  </a:lnTo>
                  <a:lnTo>
                    <a:pt x="205419" y="7946"/>
                  </a:lnTo>
                  <a:lnTo>
                    <a:pt x="155942" y="0"/>
                  </a:lnTo>
                  <a:close/>
                </a:path>
              </a:pathLst>
            </a:custGeom>
            <a:solidFill>
              <a:srgbClr val="8FC1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96906" y="2391845"/>
              <a:ext cx="3109370" cy="4716811"/>
            </a:xfrm>
            <a:prstGeom prst="rect">
              <a:avLst/>
            </a:prstGeom>
          </p:spPr>
        </p:pic>
      </p:grpSp>
      <p:sp>
        <p:nvSpPr>
          <p:cNvPr id="36" name="object 36" descr=""/>
          <p:cNvSpPr/>
          <p:nvPr/>
        </p:nvSpPr>
        <p:spPr>
          <a:xfrm>
            <a:off x="14146032" y="9593342"/>
            <a:ext cx="2361565" cy="332740"/>
          </a:xfrm>
          <a:custGeom>
            <a:avLst/>
            <a:gdLst/>
            <a:ahLst/>
            <a:cxnLst/>
            <a:rect l="l" t="t" r="r" b="b"/>
            <a:pathLst>
              <a:path w="2361565" h="332740">
                <a:moveTo>
                  <a:pt x="1180550" y="0"/>
                </a:moveTo>
                <a:lnTo>
                  <a:pt x="1102928" y="353"/>
                </a:lnTo>
                <a:lnTo>
                  <a:pt x="1026647" y="1398"/>
                </a:lnTo>
                <a:lnTo>
                  <a:pt x="951863" y="3114"/>
                </a:lnTo>
                <a:lnTo>
                  <a:pt x="878730" y="5478"/>
                </a:lnTo>
                <a:lnTo>
                  <a:pt x="807404" y="8468"/>
                </a:lnTo>
                <a:lnTo>
                  <a:pt x="738042" y="12063"/>
                </a:lnTo>
                <a:lnTo>
                  <a:pt x="670798" y="16241"/>
                </a:lnTo>
                <a:lnTo>
                  <a:pt x="605828" y="20980"/>
                </a:lnTo>
                <a:lnTo>
                  <a:pt x="543287" y="26257"/>
                </a:lnTo>
                <a:lnTo>
                  <a:pt x="483332" y="32051"/>
                </a:lnTo>
                <a:lnTo>
                  <a:pt x="426117" y="38341"/>
                </a:lnTo>
                <a:lnTo>
                  <a:pt x="371799" y="45103"/>
                </a:lnTo>
                <a:lnTo>
                  <a:pt x="320532" y="52317"/>
                </a:lnTo>
                <a:lnTo>
                  <a:pt x="272473" y="59960"/>
                </a:lnTo>
                <a:lnTo>
                  <a:pt x="227777" y="68011"/>
                </a:lnTo>
                <a:lnTo>
                  <a:pt x="186599" y="76448"/>
                </a:lnTo>
                <a:lnTo>
                  <a:pt x="149096" y="85248"/>
                </a:lnTo>
                <a:lnTo>
                  <a:pt x="85733" y="103853"/>
                </a:lnTo>
                <a:lnTo>
                  <a:pt x="38933" y="123650"/>
                </a:lnTo>
                <a:lnTo>
                  <a:pt x="2511" y="155198"/>
                </a:lnTo>
                <a:lnTo>
                  <a:pt x="0" y="166120"/>
                </a:lnTo>
                <a:lnTo>
                  <a:pt x="2511" y="177043"/>
                </a:lnTo>
                <a:lnTo>
                  <a:pt x="38933" y="208591"/>
                </a:lnTo>
                <a:lnTo>
                  <a:pt x="85733" y="228387"/>
                </a:lnTo>
                <a:lnTo>
                  <a:pt x="149096" y="246992"/>
                </a:lnTo>
                <a:lnTo>
                  <a:pt x="186599" y="255792"/>
                </a:lnTo>
                <a:lnTo>
                  <a:pt x="227777" y="264229"/>
                </a:lnTo>
                <a:lnTo>
                  <a:pt x="272473" y="272280"/>
                </a:lnTo>
                <a:lnTo>
                  <a:pt x="320532" y="279923"/>
                </a:lnTo>
                <a:lnTo>
                  <a:pt x="371799" y="287137"/>
                </a:lnTo>
                <a:lnTo>
                  <a:pt x="426117" y="293900"/>
                </a:lnTo>
                <a:lnTo>
                  <a:pt x="483332" y="300189"/>
                </a:lnTo>
                <a:lnTo>
                  <a:pt x="543287" y="305983"/>
                </a:lnTo>
                <a:lnTo>
                  <a:pt x="605828" y="311261"/>
                </a:lnTo>
                <a:lnTo>
                  <a:pt x="670798" y="315999"/>
                </a:lnTo>
                <a:lnTo>
                  <a:pt x="738042" y="320177"/>
                </a:lnTo>
                <a:lnTo>
                  <a:pt x="807404" y="323772"/>
                </a:lnTo>
                <a:lnTo>
                  <a:pt x="878730" y="326762"/>
                </a:lnTo>
                <a:lnTo>
                  <a:pt x="951863" y="329126"/>
                </a:lnTo>
                <a:lnTo>
                  <a:pt x="1026647" y="330842"/>
                </a:lnTo>
                <a:lnTo>
                  <a:pt x="1102928" y="331887"/>
                </a:lnTo>
                <a:lnTo>
                  <a:pt x="1180550" y="332241"/>
                </a:lnTo>
                <a:lnTo>
                  <a:pt x="1258173" y="331887"/>
                </a:lnTo>
                <a:lnTo>
                  <a:pt x="1334455" y="330842"/>
                </a:lnTo>
                <a:lnTo>
                  <a:pt x="1409241" y="329126"/>
                </a:lnTo>
                <a:lnTo>
                  <a:pt x="1482374" y="326762"/>
                </a:lnTo>
                <a:lnTo>
                  <a:pt x="1553701" y="323772"/>
                </a:lnTo>
                <a:lnTo>
                  <a:pt x="1623064" y="320177"/>
                </a:lnTo>
                <a:lnTo>
                  <a:pt x="1690309" y="315999"/>
                </a:lnTo>
                <a:lnTo>
                  <a:pt x="1755280" y="311261"/>
                </a:lnTo>
                <a:lnTo>
                  <a:pt x="1817821" y="305983"/>
                </a:lnTo>
                <a:lnTo>
                  <a:pt x="1877776" y="300189"/>
                </a:lnTo>
                <a:lnTo>
                  <a:pt x="1934991" y="293900"/>
                </a:lnTo>
                <a:lnTo>
                  <a:pt x="1989310" y="287137"/>
                </a:lnTo>
                <a:lnTo>
                  <a:pt x="2040577" y="279923"/>
                </a:lnTo>
                <a:lnTo>
                  <a:pt x="2088636" y="272280"/>
                </a:lnTo>
                <a:lnTo>
                  <a:pt x="2133333" y="264229"/>
                </a:lnTo>
                <a:lnTo>
                  <a:pt x="2174511" y="255792"/>
                </a:lnTo>
                <a:lnTo>
                  <a:pt x="2212014" y="246992"/>
                </a:lnTo>
                <a:lnTo>
                  <a:pt x="2275377" y="228387"/>
                </a:lnTo>
                <a:lnTo>
                  <a:pt x="2322178" y="208591"/>
                </a:lnTo>
                <a:lnTo>
                  <a:pt x="2358600" y="177043"/>
                </a:lnTo>
                <a:lnTo>
                  <a:pt x="2361111" y="166120"/>
                </a:lnTo>
                <a:lnTo>
                  <a:pt x="2358600" y="155198"/>
                </a:lnTo>
                <a:lnTo>
                  <a:pt x="2322178" y="123650"/>
                </a:lnTo>
                <a:lnTo>
                  <a:pt x="2275377" y="103853"/>
                </a:lnTo>
                <a:lnTo>
                  <a:pt x="2212014" y="85248"/>
                </a:lnTo>
                <a:lnTo>
                  <a:pt x="2174511" y="76448"/>
                </a:lnTo>
                <a:lnTo>
                  <a:pt x="2133333" y="68011"/>
                </a:lnTo>
                <a:lnTo>
                  <a:pt x="2088636" y="59960"/>
                </a:lnTo>
                <a:lnTo>
                  <a:pt x="2040577" y="52317"/>
                </a:lnTo>
                <a:lnTo>
                  <a:pt x="1989310" y="45103"/>
                </a:lnTo>
                <a:lnTo>
                  <a:pt x="1934991" y="38341"/>
                </a:lnTo>
                <a:lnTo>
                  <a:pt x="1877776" y="32051"/>
                </a:lnTo>
                <a:lnTo>
                  <a:pt x="1817821" y="26257"/>
                </a:lnTo>
                <a:lnTo>
                  <a:pt x="1755280" y="20980"/>
                </a:lnTo>
                <a:lnTo>
                  <a:pt x="1690309" y="16241"/>
                </a:lnTo>
                <a:lnTo>
                  <a:pt x="1623064" y="12063"/>
                </a:lnTo>
                <a:lnTo>
                  <a:pt x="1553701" y="8468"/>
                </a:lnTo>
                <a:lnTo>
                  <a:pt x="1482374" y="5478"/>
                </a:lnTo>
                <a:lnTo>
                  <a:pt x="1409241" y="3114"/>
                </a:lnTo>
                <a:lnTo>
                  <a:pt x="1334455" y="1398"/>
                </a:lnTo>
                <a:lnTo>
                  <a:pt x="1258173" y="353"/>
                </a:lnTo>
                <a:lnTo>
                  <a:pt x="1180550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14781001" y="7123819"/>
            <a:ext cx="1073785" cy="78740"/>
          </a:xfrm>
          <a:custGeom>
            <a:avLst/>
            <a:gdLst/>
            <a:ahLst/>
            <a:cxnLst/>
            <a:rect l="l" t="t" r="r" b="b"/>
            <a:pathLst>
              <a:path w="1073784" h="78740">
                <a:moveTo>
                  <a:pt x="1073663" y="39182"/>
                </a:moveTo>
                <a:lnTo>
                  <a:pt x="1023768" y="55701"/>
                </a:lnTo>
                <a:lnTo>
                  <a:pt x="941987" y="64889"/>
                </a:lnTo>
                <a:lnTo>
                  <a:pt x="889032" y="68754"/>
                </a:lnTo>
                <a:lnTo>
                  <a:pt x="829141" y="72052"/>
                </a:lnTo>
                <a:lnTo>
                  <a:pt x="763146" y="74723"/>
                </a:lnTo>
                <a:lnTo>
                  <a:pt x="691875" y="76705"/>
                </a:lnTo>
                <a:lnTo>
                  <a:pt x="616160" y="77939"/>
                </a:lnTo>
                <a:lnTo>
                  <a:pt x="536831" y="78364"/>
                </a:lnTo>
                <a:lnTo>
                  <a:pt x="457500" y="77939"/>
                </a:lnTo>
                <a:lnTo>
                  <a:pt x="381784" y="76705"/>
                </a:lnTo>
                <a:lnTo>
                  <a:pt x="310512" y="74723"/>
                </a:lnTo>
                <a:lnTo>
                  <a:pt x="244517" y="72052"/>
                </a:lnTo>
                <a:lnTo>
                  <a:pt x="184626" y="68754"/>
                </a:lnTo>
                <a:lnTo>
                  <a:pt x="131672" y="64889"/>
                </a:lnTo>
                <a:lnTo>
                  <a:pt x="86484" y="60518"/>
                </a:lnTo>
                <a:lnTo>
                  <a:pt x="22728" y="50499"/>
                </a:lnTo>
                <a:lnTo>
                  <a:pt x="0" y="39182"/>
                </a:lnTo>
                <a:lnTo>
                  <a:pt x="5820" y="33391"/>
                </a:lnTo>
                <a:lnTo>
                  <a:pt x="49892" y="22662"/>
                </a:lnTo>
                <a:lnTo>
                  <a:pt x="131672" y="13474"/>
                </a:lnTo>
                <a:lnTo>
                  <a:pt x="184626" y="9609"/>
                </a:lnTo>
                <a:lnTo>
                  <a:pt x="244517" y="6311"/>
                </a:lnTo>
                <a:lnTo>
                  <a:pt x="310512" y="3641"/>
                </a:lnTo>
                <a:lnTo>
                  <a:pt x="381784" y="1658"/>
                </a:lnTo>
                <a:lnTo>
                  <a:pt x="457500" y="424"/>
                </a:lnTo>
                <a:lnTo>
                  <a:pt x="536831" y="0"/>
                </a:lnTo>
                <a:lnTo>
                  <a:pt x="616160" y="424"/>
                </a:lnTo>
                <a:lnTo>
                  <a:pt x="691875" y="1658"/>
                </a:lnTo>
                <a:lnTo>
                  <a:pt x="763146" y="3641"/>
                </a:lnTo>
                <a:lnTo>
                  <a:pt x="829141" y="6311"/>
                </a:lnTo>
                <a:lnTo>
                  <a:pt x="889032" y="9609"/>
                </a:lnTo>
                <a:lnTo>
                  <a:pt x="941987" y="13474"/>
                </a:lnTo>
                <a:lnTo>
                  <a:pt x="987176" y="17845"/>
                </a:lnTo>
                <a:lnTo>
                  <a:pt x="1050934" y="27864"/>
                </a:lnTo>
                <a:lnTo>
                  <a:pt x="1073663" y="39182"/>
                </a:lnTo>
                <a:close/>
              </a:path>
            </a:pathLst>
          </a:custGeom>
          <a:ln w="10470">
            <a:solidFill>
              <a:srgbClr val="13A2D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8" name="object 38" descr=""/>
          <p:cNvGrpSpPr/>
          <p:nvPr/>
        </p:nvGrpSpPr>
        <p:grpSpPr>
          <a:xfrm>
            <a:off x="13800655" y="3701152"/>
            <a:ext cx="3007360" cy="6109335"/>
            <a:chOff x="13800655" y="3701152"/>
            <a:chExt cx="3007360" cy="6109335"/>
          </a:xfrm>
        </p:grpSpPr>
        <p:sp>
          <p:nvSpPr>
            <p:cNvPr id="39" name="object 39" descr=""/>
            <p:cNvSpPr/>
            <p:nvPr/>
          </p:nvSpPr>
          <p:spPr>
            <a:xfrm>
              <a:off x="14738041" y="7645536"/>
              <a:ext cx="1160145" cy="53975"/>
            </a:xfrm>
            <a:custGeom>
              <a:avLst/>
              <a:gdLst/>
              <a:ahLst/>
              <a:cxnLst/>
              <a:rect l="l" t="t" r="r" b="b"/>
              <a:pathLst>
                <a:path w="1160144" h="53975">
                  <a:moveTo>
                    <a:pt x="1119044" y="0"/>
                  </a:moveTo>
                  <a:lnTo>
                    <a:pt x="1136412" y="3419"/>
                  </a:lnTo>
                  <a:lnTo>
                    <a:pt x="1149119" y="6973"/>
                  </a:lnTo>
                  <a:lnTo>
                    <a:pt x="1156922" y="10645"/>
                  </a:lnTo>
                  <a:lnTo>
                    <a:pt x="1159577" y="14418"/>
                  </a:lnTo>
                  <a:lnTo>
                    <a:pt x="1154284" y="19735"/>
                  </a:lnTo>
                  <a:lnTo>
                    <a:pt x="1114015" y="29671"/>
                  </a:lnTo>
                  <a:lnTo>
                    <a:pt x="1038773" y="38362"/>
                  </a:lnTo>
                  <a:lnTo>
                    <a:pt x="989764" y="42125"/>
                  </a:lnTo>
                  <a:lnTo>
                    <a:pt x="934084" y="45437"/>
                  </a:lnTo>
                  <a:lnTo>
                    <a:pt x="872423" y="48251"/>
                  </a:lnTo>
                  <a:lnTo>
                    <a:pt x="805473" y="50521"/>
                  </a:lnTo>
                  <a:lnTo>
                    <a:pt x="733924" y="52201"/>
                  </a:lnTo>
                  <a:lnTo>
                    <a:pt x="658468" y="53242"/>
                  </a:lnTo>
                  <a:lnTo>
                    <a:pt x="579793" y="53600"/>
                  </a:lnTo>
                  <a:lnTo>
                    <a:pt x="501119" y="53242"/>
                  </a:lnTo>
                  <a:lnTo>
                    <a:pt x="425662" y="52201"/>
                  </a:lnTo>
                  <a:lnTo>
                    <a:pt x="354112" y="50521"/>
                  </a:lnTo>
                  <a:lnTo>
                    <a:pt x="287161" y="48251"/>
                  </a:lnTo>
                  <a:lnTo>
                    <a:pt x="225499" y="45437"/>
                  </a:lnTo>
                  <a:lnTo>
                    <a:pt x="169818" y="42125"/>
                  </a:lnTo>
                  <a:lnTo>
                    <a:pt x="120807" y="38362"/>
                  </a:lnTo>
                  <a:lnTo>
                    <a:pt x="79159" y="34195"/>
                  </a:lnTo>
                  <a:lnTo>
                    <a:pt x="20710" y="24835"/>
                  </a:lnTo>
                  <a:lnTo>
                    <a:pt x="0" y="14418"/>
                  </a:lnTo>
                  <a:lnTo>
                    <a:pt x="2541" y="10724"/>
                  </a:lnTo>
                  <a:lnTo>
                    <a:pt x="10014" y="7128"/>
                  </a:lnTo>
                  <a:lnTo>
                    <a:pt x="22188" y="3645"/>
                  </a:lnTo>
                  <a:lnTo>
                    <a:pt x="38836" y="293"/>
                  </a:lnTo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4781002" y="7163001"/>
              <a:ext cx="1073785" cy="1022985"/>
            </a:xfrm>
            <a:custGeom>
              <a:avLst/>
              <a:gdLst/>
              <a:ahLst/>
              <a:cxnLst/>
              <a:rect l="l" t="t" r="r" b="b"/>
              <a:pathLst>
                <a:path w="1073784" h="1022984">
                  <a:moveTo>
                    <a:pt x="1073663" y="0"/>
                  </a:moveTo>
                  <a:lnTo>
                    <a:pt x="1073663" y="768028"/>
                  </a:lnTo>
                  <a:lnTo>
                    <a:pt x="1072484" y="786957"/>
                  </a:lnTo>
                  <a:lnTo>
                    <a:pt x="1060613" y="832958"/>
                  </a:lnTo>
                  <a:lnTo>
                    <a:pt x="1030636" y="884610"/>
                  </a:lnTo>
                  <a:lnTo>
                    <a:pt x="976046" y="935664"/>
                  </a:lnTo>
                  <a:lnTo>
                    <a:pt x="937488" y="959013"/>
                  </a:lnTo>
                  <a:lnTo>
                    <a:pt x="890336" y="979869"/>
                  </a:lnTo>
                  <a:lnTo>
                    <a:pt x="833778" y="997450"/>
                  </a:lnTo>
                  <a:lnTo>
                    <a:pt x="767000" y="1010975"/>
                  </a:lnTo>
                  <a:lnTo>
                    <a:pt x="689189" y="1019663"/>
                  </a:lnTo>
                  <a:lnTo>
                    <a:pt x="599531" y="1022733"/>
                  </a:lnTo>
                  <a:lnTo>
                    <a:pt x="474132" y="1022733"/>
                  </a:lnTo>
                  <a:lnTo>
                    <a:pt x="384474" y="1019663"/>
                  </a:lnTo>
                  <a:lnTo>
                    <a:pt x="306663" y="1010975"/>
                  </a:lnTo>
                  <a:lnTo>
                    <a:pt x="239885" y="997450"/>
                  </a:lnTo>
                  <a:lnTo>
                    <a:pt x="183327" y="979869"/>
                  </a:lnTo>
                  <a:lnTo>
                    <a:pt x="136175" y="959013"/>
                  </a:lnTo>
                  <a:lnTo>
                    <a:pt x="97617" y="935664"/>
                  </a:lnTo>
                  <a:lnTo>
                    <a:pt x="66838" y="910603"/>
                  </a:lnTo>
                  <a:lnTo>
                    <a:pt x="25368" y="858469"/>
                  </a:lnTo>
                  <a:lnTo>
                    <a:pt x="5257" y="808860"/>
                  </a:lnTo>
                  <a:lnTo>
                    <a:pt x="0" y="768028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4412206" y="7659957"/>
              <a:ext cx="326390" cy="2118995"/>
            </a:xfrm>
            <a:custGeom>
              <a:avLst/>
              <a:gdLst/>
              <a:ahLst/>
              <a:cxnLst/>
              <a:rect l="l" t="t" r="r" b="b"/>
              <a:pathLst>
                <a:path w="326390" h="2118995">
                  <a:moveTo>
                    <a:pt x="325833" y="0"/>
                  </a:moveTo>
                  <a:lnTo>
                    <a:pt x="0" y="2118647"/>
                  </a:lnTo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5897837" y="7659957"/>
              <a:ext cx="326390" cy="2118995"/>
            </a:xfrm>
            <a:custGeom>
              <a:avLst/>
              <a:gdLst/>
              <a:ahLst/>
              <a:cxnLst/>
              <a:rect l="l" t="t" r="r" b="b"/>
              <a:pathLst>
                <a:path w="326390" h="2118995">
                  <a:moveTo>
                    <a:pt x="0" y="0"/>
                  </a:moveTo>
                  <a:lnTo>
                    <a:pt x="325833" y="2118647"/>
                  </a:lnTo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5317834" y="7699142"/>
              <a:ext cx="0" cy="2111375"/>
            </a:xfrm>
            <a:custGeom>
              <a:avLst/>
              <a:gdLst/>
              <a:ahLst/>
              <a:cxnLst/>
              <a:rect l="l" t="t" r="r" b="b"/>
              <a:pathLst>
                <a:path w="0" h="2111375">
                  <a:moveTo>
                    <a:pt x="0" y="0"/>
                  </a:moveTo>
                  <a:lnTo>
                    <a:pt x="0" y="2110846"/>
                  </a:lnTo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5443064" y="5184074"/>
              <a:ext cx="539750" cy="2021839"/>
            </a:xfrm>
            <a:custGeom>
              <a:avLst/>
              <a:gdLst/>
              <a:ahLst/>
              <a:cxnLst/>
              <a:rect l="l" t="t" r="r" b="b"/>
              <a:pathLst>
                <a:path w="539750" h="2021840">
                  <a:moveTo>
                    <a:pt x="1334" y="2021760"/>
                  </a:moveTo>
                  <a:lnTo>
                    <a:pt x="1334" y="1117787"/>
                  </a:lnTo>
                  <a:lnTo>
                    <a:pt x="1209" y="1090077"/>
                  </a:lnTo>
                  <a:lnTo>
                    <a:pt x="906" y="1059874"/>
                  </a:lnTo>
                  <a:lnTo>
                    <a:pt x="532" y="1027384"/>
                  </a:lnTo>
                  <a:lnTo>
                    <a:pt x="194" y="992810"/>
                  </a:lnTo>
                  <a:lnTo>
                    <a:pt x="0" y="956357"/>
                  </a:lnTo>
                  <a:lnTo>
                    <a:pt x="56" y="918229"/>
                  </a:lnTo>
                  <a:lnTo>
                    <a:pt x="471" y="878631"/>
                  </a:lnTo>
                  <a:lnTo>
                    <a:pt x="1352" y="837767"/>
                  </a:lnTo>
                  <a:lnTo>
                    <a:pt x="2806" y="795840"/>
                  </a:lnTo>
                  <a:lnTo>
                    <a:pt x="4941" y="753056"/>
                  </a:lnTo>
                  <a:lnTo>
                    <a:pt x="7863" y="709618"/>
                  </a:lnTo>
                  <a:lnTo>
                    <a:pt x="11681" y="665731"/>
                  </a:lnTo>
                  <a:lnTo>
                    <a:pt x="16500" y="621599"/>
                  </a:lnTo>
                  <a:lnTo>
                    <a:pt x="22430" y="577427"/>
                  </a:lnTo>
                  <a:lnTo>
                    <a:pt x="29577" y="533417"/>
                  </a:lnTo>
                  <a:lnTo>
                    <a:pt x="38049" y="489776"/>
                  </a:lnTo>
                  <a:lnTo>
                    <a:pt x="47952" y="446707"/>
                  </a:lnTo>
                  <a:lnTo>
                    <a:pt x="59395" y="404414"/>
                  </a:lnTo>
                  <a:lnTo>
                    <a:pt x="72484" y="363102"/>
                  </a:lnTo>
                  <a:lnTo>
                    <a:pt x="87327" y="322975"/>
                  </a:lnTo>
                  <a:lnTo>
                    <a:pt x="104032" y="284237"/>
                  </a:lnTo>
                  <a:lnTo>
                    <a:pt x="122705" y="247092"/>
                  </a:lnTo>
                  <a:lnTo>
                    <a:pt x="143454" y="211746"/>
                  </a:lnTo>
                  <a:lnTo>
                    <a:pt x="166386" y="178401"/>
                  </a:lnTo>
                  <a:lnTo>
                    <a:pt x="191609" y="147262"/>
                  </a:lnTo>
                  <a:lnTo>
                    <a:pt x="219231" y="118534"/>
                  </a:lnTo>
                  <a:lnTo>
                    <a:pt x="249357" y="92421"/>
                  </a:lnTo>
                  <a:lnTo>
                    <a:pt x="282097" y="69126"/>
                  </a:lnTo>
                  <a:lnTo>
                    <a:pt x="317556" y="48855"/>
                  </a:lnTo>
                  <a:lnTo>
                    <a:pt x="355843" y="31812"/>
                  </a:lnTo>
                  <a:lnTo>
                    <a:pt x="397065" y="18200"/>
                  </a:lnTo>
                  <a:lnTo>
                    <a:pt x="441329" y="8225"/>
                  </a:lnTo>
                  <a:lnTo>
                    <a:pt x="488742" y="2090"/>
                  </a:lnTo>
                  <a:lnTo>
                    <a:pt x="539412" y="0"/>
                  </a:lnTo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5341119" y="4210423"/>
              <a:ext cx="0" cy="2985135"/>
            </a:xfrm>
            <a:custGeom>
              <a:avLst/>
              <a:gdLst/>
              <a:ahLst/>
              <a:cxnLst/>
              <a:rect l="l" t="t" r="r" b="b"/>
              <a:pathLst>
                <a:path w="0" h="2985134">
                  <a:moveTo>
                    <a:pt x="0" y="2984715"/>
                  </a:moveTo>
                  <a:lnTo>
                    <a:pt x="0" y="1369330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4989890" y="4929857"/>
              <a:ext cx="222885" cy="2265680"/>
            </a:xfrm>
            <a:custGeom>
              <a:avLst/>
              <a:gdLst/>
              <a:ahLst/>
              <a:cxnLst/>
              <a:rect l="l" t="t" r="r" b="b"/>
              <a:pathLst>
                <a:path w="222884" h="2265679">
                  <a:moveTo>
                    <a:pt x="222851" y="2265281"/>
                  </a:moveTo>
                  <a:lnTo>
                    <a:pt x="222851" y="542915"/>
                  </a:lnTo>
                  <a:lnTo>
                    <a:pt x="220685" y="476639"/>
                  </a:lnTo>
                  <a:lnTo>
                    <a:pt x="214411" y="414914"/>
                  </a:lnTo>
                  <a:lnTo>
                    <a:pt x="204368" y="357522"/>
                  </a:lnTo>
                  <a:lnTo>
                    <a:pt x="190891" y="304245"/>
                  </a:lnTo>
                  <a:lnTo>
                    <a:pt x="174320" y="254864"/>
                  </a:lnTo>
                  <a:lnTo>
                    <a:pt x="154991" y="209162"/>
                  </a:lnTo>
                  <a:lnTo>
                    <a:pt x="133241" y="166921"/>
                  </a:lnTo>
                  <a:lnTo>
                    <a:pt x="109409" y="127923"/>
                  </a:lnTo>
                  <a:lnTo>
                    <a:pt x="83831" y="91949"/>
                  </a:lnTo>
                  <a:lnTo>
                    <a:pt x="56845" y="58783"/>
                  </a:lnTo>
                  <a:lnTo>
                    <a:pt x="28789" y="28206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3805890" y="4504037"/>
              <a:ext cx="1207135" cy="1560830"/>
            </a:xfrm>
            <a:custGeom>
              <a:avLst/>
              <a:gdLst/>
              <a:ahLst/>
              <a:cxnLst/>
              <a:rect l="l" t="t" r="r" b="b"/>
              <a:pathLst>
                <a:path w="1207134" h="1560829">
                  <a:moveTo>
                    <a:pt x="803030" y="157355"/>
                  </a:moveTo>
                  <a:lnTo>
                    <a:pt x="626832" y="31766"/>
                  </a:lnTo>
                  <a:lnTo>
                    <a:pt x="508242" y="0"/>
                  </a:lnTo>
                  <a:lnTo>
                    <a:pt x="393388" y="71143"/>
                  </a:lnTo>
                  <a:lnTo>
                    <a:pt x="228399" y="254284"/>
                  </a:lnTo>
                  <a:lnTo>
                    <a:pt x="273063" y="230187"/>
                  </a:lnTo>
                  <a:lnTo>
                    <a:pt x="324832" y="214904"/>
                  </a:lnTo>
                  <a:lnTo>
                    <a:pt x="379240" y="207167"/>
                  </a:lnTo>
                  <a:lnTo>
                    <a:pt x="431823" y="205706"/>
                  </a:lnTo>
                  <a:lnTo>
                    <a:pt x="478119" y="209253"/>
                  </a:lnTo>
                  <a:lnTo>
                    <a:pt x="513663" y="216539"/>
                  </a:lnTo>
                  <a:lnTo>
                    <a:pt x="533991" y="226295"/>
                  </a:lnTo>
                  <a:lnTo>
                    <a:pt x="539920" y="245278"/>
                  </a:lnTo>
                  <a:lnTo>
                    <a:pt x="521814" y="262472"/>
                  </a:lnTo>
                  <a:lnTo>
                    <a:pt x="484782" y="273729"/>
                  </a:lnTo>
                  <a:lnTo>
                    <a:pt x="433932" y="274901"/>
                  </a:lnTo>
                  <a:lnTo>
                    <a:pt x="389392" y="273886"/>
                  </a:lnTo>
                  <a:lnTo>
                    <a:pt x="335081" y="277857"/>
                  </a:lnTo>
                  <a:lnTo>
                    <a:pt x="277837" y="286817"/>
                  </a:lnTo>
                  <a:lnTo>
                    <a:pt x="224495" y="300768"/>
                  </a:lnTo>
                  <a:lnTo>
                    <a:pt x="181891" y="319712"/>
                  </a:lnTo>
                  <a:lnTo>
                    <a:pt x="138137" y="396324"/>
                  </a:lnTo>
                  <a:lnTo>
                    <a:pt x="124170" y="460635"/>
                  </a:lnTo>
                  <a:lnTo>
                    <a:pt x="115440" y="515029"/>
                  </a:lnTo>
                  <a:lnTo>
                    <a:pt x="112423" y="537950"/>
                  </a:lnTo>
                  <a:lnTo>
                    <a:pt x="132420" y="508774"/>
                  </a:lnTo>
                  <a:lnTo>
                    <a:pt x="160111" y="480187"/>
                  </a:lnTo>
                  <a:lnTo>
                    <a:pt x="194456" y="453376"/>
                  </a:lnTo>
                  <a:lnTo>
                    <a:pt x="234416" y="429530"/>
                  </a:lnTo>
                  <a:lnTo>
                    <a:pt x="278951" y="409837"/>
                  </a:lnTo>
                  <a:lnTo>
                    <a:pt x="327024" y="395484"/>
                  </a:lnTo>
                  <a:lnTo>
                    <a:pt x="377593" y="387661"/>
                  </a:lnTo>
                  <a:lnTo>
                    <a:pt x="429620" y="387554"/>
                  </a:lnTo>
                  <a:lnTo>
                    <a:pt x="482066" y="396353"/>
                  </a:lnTo>
                  <a:lnTo>
                    <a:pt x="506522" y="413068"/>
                  </a:lnTo>
                  <a:lnTo>
                    <a:pt x="501293" y="433891"/>
                  </a:lnTo>
                  <a:lnTo>
                    <a:pt x="468001" y="453590"/>
                  </a:lnTo>
                  <a:lnTo>
                    <a:pt x="408268" y="466937"/>
                  </a:lnTo>
                  <a:lnTo>
                    <a:pt x="375111" y="472534"/>
                  </a:lnTo>
                  <a:lnTo>
                    <a:pt x="334986" y="482583"/>
                  </a:lnTo>
                  <a:lnTo>
                    <a:pt x="290011" y="497082"/>
                  </a:lnTo>
                  <a:lnTo>
                    <a:pt x="242305" y="516032"/>
                  </a:lnTo>
                  <a:lnTo>
                    <a:pt x="193986" y="539429"/>
                  </a:lnTo>
                  <a:lnTo>
                    <a:pt x="147174" y="567275"/>
                  </a:lnTo>
                  <a:lnTo>
                    <a:pt x="103987" y="599566"/>
                  </a:lnTo>
                  <a:lnTo>
                    <a:pt x="66545" y="636303"/>
                  </a:lnTo>
                  <a:lnTo>
                    <a:pt x="36966" y="677484"/>
                  </a:lnTo>
                  <a:lnTo>
                    <a:pt x="17368" y="723107"/>
                  </a:lnTo>
                  <a:lnTo>
                    <a:pt x="0" y="823876"/>
                  </a:lnTo>
                  <a:lnTo>
                    <a:pt x="6973" y="890072"/>
                  </a:lnTo>
                  <a:lnTo>
                    <a:pt x="22637" y="926365"/>
                  </a:lnTo>
                  <a:lnTo>
                    <a:pt x="31337" y="937425"/>
                  </a:lnTo>
                  <a:lnTo>
                    <a:pt x="52397" y="900555"/>
                  </a:lnTo>
                  <a:lnTo>
                    <a:pt x="77294" y="861406"/>
                  </a:lnTo>
                  <a:lnTo>
                    <a:pt x="105676" y="821189"/>
                  </a:lnTo>
                  <a:lnTo>
                    <a:pt x="137189" y="781113"/>
                  </a:lnTo>
                  <a:lnTo>
                    <a:pt x="171482" y="742390"/>
                  </a:lnTo>
                  <a:lnTo>
                    <a:pt x="208202" y="706229"/>
                  </a:lnTo>
                  <a:lnTo>
                    <a:pt x="246997" y="673840"/>
                  </a:lnTo>
                  <a:lnTo>
                    <a:pt x="287515" y="646433"/>
                  </a:lnTo>
                  <a:lnTo>
                    <a:pt x="329403" y="625219"/>
                  </a:lnTo>
                  <a:lnTo>
                    <a:pt x="372309" y="611408"/>
                  </a:lnTo>
                  <a:lnTo>
                    <a:pt x="415880" y="606210"/>
                  </a:lnTo>
                  <a:lnTo>
                    <a:pt x="470668" y="610876"/>
                  </a:lnTo>
                  <a:lnTo>
                    <a:pt x="500173" y="624525"/>
                  </a:lnTo>
                  <a:lnTo>
                    <a:pt x="508530" y="644350"/>
                  </a:lnTo>
                  <a:lnTo>
                    <a:pt x="499872" y="667540"/>
                  </a:lnTo>
                  <a:lnTo>
                    <a:pt x="478333" y="691286"/>
                  </a:lnTo>
                  <a:lnTo>
                    <a:pt x="448047" y="712780"/>
                  </a:lnTo>
                  <a:lnTo>
                    <a:pt x="413147" y="729212"/>
                  </a:lnTo>
                  <a:lnTo>
                    <a:pt x="386832" y="739444"/>
                  </a:lnTo>
                  <a:lnTo>
                    <a:pt x="354724" y="753683"/>
                  </a:lnTo>
                  <a:lnTo>
                    <a:pt x="318679" y="771995"/>
                  </a:lnTo>
                  <a:lnTo>
                    <a:pt x="280553" y="794445"/>
                  </a:lnTo>
                  <a:lnTo>
                    <a:pt x="242200" y="821099"/>
                  </a:lnTo>
                  <a:lnTo>
                    <a:pt x="205478" y="852022"/>
                  </a:lnTo>
                  <a:lnTo>
                    <a:pt x="172241" y="887279"/>
                  </a:lnTo>
                  <a:lnTo>
                    <a:pt x="144345" y="926936"/>
                  </a:lnTo>
                  <a:lnTo>
                    <a:pt x="123646" y="971058"/>
                  </a:lnTo>
                  <a:lnTo>
                    <a:pt x="111999" y="1019711"/>
                  </a:lnTo>
                  <a:lnTo>
                    <a:pt x="111261" y="1072960"/>
                  </a:lnTo>
                  <a:lnTo>
                    <a:pt x="122127" y="1108689"/>
                  </a:lnTo>
                  <a:lnTo>
                    <a:pt x="128818" y="1140563"/>
                  </a:lnTo>
                  <a:lnTo>
                    <a:pt x="132167" y="1164839"/>
                  </a:lnTo>
                  <a:lnTo>
                    <a:pt x="133009" y="1177774"/>
                  </a:lnTo>
                  <a:lnTo>
                    <a:pt x="140181" y="1167037"/>
                  </a:lnTo>
                  <a:lnTo>
                    <a:pt x="159965" y="1134118"/>
                  </a:lnTo>
                  <a:lnTo>
                    <a:pt x="189536" y="1088266"/>
                  </a:lnTo>
                  <a:lnTo>
                    <a:pt x="226068" y="1038731"/>
                  </a:lnTo>
                  <a:lnTo>
                    <a:pt x="266735" y="994763"/>
                  </a:lnTo>
                  <a:lnTo>
                    <a:pt x="308711" y="965610"/>
                  </a:lnTo>
                  <a:lnTo>
                    <a:pt x="349170" y="960524"/>
                  </a:lnTo>
                  <a:lnTo>
                    <a:pt x="365021" y="977163"/>
                  </a:lnTo>
                  <a:lnTo>
                    <a:pt x="354603" y="1008757"/>
                  </a:lnTo>
                  <a:lnTo>
                    <a:pt x="326783" y="1049209"/>
                  </a:lnTo>
                  <a:lnTo>
                    <a:pt x="290426" y="1092425"/>
                  </a:lnTo>
                  <a:lnTo>
                    <a:pt x="254398" y="1132309"/>
                  </a:lnTo>
                  <a:lnTo>
                    <a:pt x="232046" y="1160827"/>
                  </a:lnTo>
                  <a:lnTo>
                    <a:pt x="212895" y="1194797"/>
                  </a:lnTo>
                  <a:lnTo>
                    <a:pt x="198299" y="1234390"/>
                  </a:lnTo>
                  <a:lnTo>
                    <a:pt x="189610" y="1279776"/>
                  </a:lnTo>
                  <a:lnTo>
                    <a:pt x="188183" y="1331126"/>
                  </a:lnTo>
                  <a:lnTo>
                    <a:pt x="195370" y="1388608"/>
                  </a:lnTo>
                  <a:lnTo>
                    <a:pt x="212525" y="1452394"/>
                  </a:lnTo>
                  <a:lnTo>
                    <a:pt x="232408" y="1514992"/>
                  </a:lnTo>
                  <a:lnTo>
                    <a:pt x="246156" y="1549113"/>
                  </a:lnTo>
                  <a:lnTo>
                    <a:pt x="257899" y="1560617"/>
                  </a:lnTo>
                  <a:lnTo>
                    <a:pt x="271769" y="1555364"/>
                  </a:lnTo>
                  <a:lnTo>
                    <a:pt x="284715" y="1529318"/>
                  </a:lnTo>
                  <a:lnTo>
                    <a:pt x="293954" y="1489648"/>
                  </a:lnTo>
                  <a:lnTo>
                    <a:pt x="303998" y="1459022"/>
                  </a:lnTo>
                  <a:lnTo>
                    <a:pt x="319359" y="1460111"/>
                  </a:lnTo>
                  <a:lnTo>
                    <a:pt x="330820" y="1484108"/>
                  </a:lnTo>
                  <a:lnTo>
                    <a:pt x="332050" y="1505874"/>
                  </a:lnTo>
                  <a:lnTo>
                    <a:pt x="331866" y="1523595"/>
                  </a:lnTo>
                  <a:lnTo>
                    <a:pt x="339086" y="1535459"/>
                  </a:lnTo>
                  <a:lnTo>
                    <a:pt x="359727" y="1541760"/>
                  </a:lnTo>
                  <a:lnTo>
                    <a:pt x="392793" y="1543585"/>
                  </a:lnTo>
                  <a:lnTo>
                    <a:pt x="428266" y="1535321"/>
                  </a:lnTo>
                  <a:lnTo>
                    <a:pt x="456128" y="1511350"/>
                  </a:lnTo>
                  <a:lnTo>
                    <a:pt x="466360" y="1466058"/>
                  </a:lnTo>
                  <a:lnTo>
                    <a:pt x="464342" y="1417394"/>
                  </a:lnTo>
                  <a:lnTo>
                    <a:pt x="461673" y="1358044"/>
                  </a:lnTo>
                  <a:lnTo>
                    <a:pt x="459293" y="1294068"/>
                  </a:lnTo>
                  <a:lnTo>
                    <a:pt x="458146" y="1231524"/>
                  </a:lnTo>
                  <a:lnTo>
                    <a:pt x="459172" y="1176468"/>
                  </a:lnTo>
                  <a:lnTo>
                    <a:pt x="463313" y="1134958"/>
                  </a:lnTo>
                  <a:lnTo>
                    <a:pt x="471512" y="1113053"/>
                  </a:lnTo>
                  <a:lnTo>
                    <a:pt x="492335" y="1103275"/>
                  </a:lnTo>
                  <a:lnTo>
                    <a:pt x="513996" y="1112324"/>
                  </a:lnTo>
                  <a:lnTo>
                    <a:pt x="530621" y="1144837"/>
                  </a:lnTo>
                  <a:lnTo>
                    <a:pt x="536337" y="1205448"/>
                  </a:lnTo>
                  <a:lnTo>
                    <a:pt x="535748" y="1269700"/>
                  </a:lnTo>
                  <a:lnTo>
                    <a:pt x="536277" y="1335648"/>
                  </a:lnTo>
                  <a:lnTo>
                    <a:pt x="537317" y="1395958"/>
                  </a:lnTo>
                  <a:lnTo>
                    <a:pt x="538259" y="1443296"/>
                  </a:lnTo>
                  <a:lnTo>
                    <a:pt x="538494" y="1470330"/>
                  </a:lnTo>
                  <a:lnTo>
                    <a:pt x="580063" y="1458865"/>
                  </a:lnTo>
                  <a:lnTo>
                    <a:pt x="617605" y="1431286"/>
                  </a:lnTo>
                  <a:lnTo>
                    <a:pt x="653147" y="1393407"/>
                  </a:lnTo>
                  <a:lnTo>
                    <a:pt x="676808" y="1348429"/>
                  </a:lnTo>
                  <a:lnTo>
                    <a:pt x="678710" y="1299550"/>
                  </a:lnTo>
                  <a:lnTo>
                    <a:pt x="666139" y="1255185"/>
                  </a:lnTo>
                  <a:lnTo>
                    <a:pt x="650264" y="1207937"/>
                  </a:lnTo>
                  <a:lnTo>
                    <a:pt x="632282" y="1158629"/>
                  </a:lnTo>
                  <a:lnTo>
                    <a:pt x="613391" y="1108084"/>
                  </a:lnTo>
                  <a:lnTo>
                    <a:pt x="594789" y="1057123"/>
                  </a:lnTo>
                  <a:lnTo>
                    <a:pt x="577675" y="1006570"/>
                  </a:lnTo>
                  <a:lnTo>
                    <a:pt x="563247" y="957247"/>
                  </a:lnTo>
                  <a:lnTo>
                    <a:pt x="553727" y="900759"/>
                  </a:lnTo>
                  <a:lnTo>
                    <a:pt x="553498" y="847451"/>
                  </a:lnTo>
                  <a:lnTo>
                    <a:pt x="560673" y="802035"/>
                  </a:lnTo>
                  <a:lnTo>
                    <a:pt x="573363" y="769226"/>
                  </a:lnTo>
                  <a:lnTo>
                    <a:pt x="589680" y="753736"/>
                  </a:lnTo>
                  <a:lnTo>
                    <a:pt x="607738" y="760279"/>
                  </a:lnTo>
                  <a:lnTo>
                    <a:pt x="620550" y="787957"/>
                  </a:lnTo>
                  <a:lnTo>
                    <a:pt x="625315" y="830023"/>
                  </a:lnTo>
                  <a:lnTo>
                    <a:pt x="626432" y="882412"/>
                  </a:lnTo>
                  <a:lnTo>
                    <a:pt x="628303" y="941060"/>
                  </a:lnTo>
                  <a:lnTo>
                    <a:pt x="635326" y="1001903"/>
                  </a:lnTo>
                  <a:lnTo>
                    <a:pt x="651904" y="1060877"/>
                  </a:lnTo>
                  <a:lnTo>
                    <a:pt x="675411" y="1119991"/>
                  </a:lnTo>
                  <a:lnTo>
                    <a:pt x="699785" y="1180240"/>
                  </a:lnTo>
                  <a:lnTo>
                    <a:pt x="724260" y="1236031"/>
                  </a:lnTo>
                  <a:lnTo>
                    <a:pt x="748067" y="1281776"/>
                  </a:lnTo>
                  <a:lnTo>
                    <a:pt x="790601" y="1320764"/>
                  </a:lnTo>
                  <a:lnTo>
                    <a:pt x="818196" y="1306845"/>
                  </a:lnTo>
                  <a:lnTo>
                    <a:pt x="850665" y="1275828"/>
                  </a:lnTo>
                  <a:lnTo>
                    <a:pt x="880232" y="1230879"/>
                  </a:lnTo>
                  <a:lnTo>
                    <a:pt x="899122" y="1175165"/>
                  </a:lnTo>
                  <a:lnTo>
                    <a:pt x="899561" y="1111849"/>
                  </a:lnTo>
                  <a:lnTo>
                    <a:pt x="890496" y="1073676"/>
                  </a:lnTo>
                  <a:lnTo>
                    <a:pt x="876710" y="1032888"/>
                  </a:lnTo>
                  <a:lnTo>
                    <a:pt x="859362" y="989975"/>
                  </a:lnTo>
                  <a:lnTo>
                    <a:pt x="839606" y="945424"/>
                  </a:lnTo>
                  <a:lnTo>
                    <a:pt x="818599" y="899722"/>
                  </a:lnTo>
                  <a:lnTo>
                    <a:pt x="797497" y="853358"/>
                  </a:lnTo>
                  <a:lnTo>
                    <a:pt x="777455" y="806819"/>
                  </a:lnTo>
                  <a:lnTo>
                    <a:pt x="759631" y="760594"/>
                  </a:lnTo>
                  <a:lnTo>
                    <a:pt x="745179" y="715170"/>
                  </a:lnTo>
                  <a:lnTo>
                    <a:pt x="726136" y="645562"/>
                  </a:lnTo>
                  <a:lnTo>
                    <a:pt x="714702" y="597564"/>
                  </a:lnTo>
                  <a:lnTo>
                    <a:pt x="712569" y="570188"/>
                  </a:lnTo>
                  <a:lnTo>
                    <a:pt x="721427" y="562443"/>
                  </a:lnTo>
                  <a:lnTo>
                    <a:pt x="760734" y="592146"/>
                  </a:lnTo>
                  <a:lnTo>
                    <a:pt x="784516" y="626203"/>
                  </a:lnTo>
                  <a:lnTo>
                    <a:pt x="812729" y="671820"/>
                  </a:lnTo>
                  <a:lnTo>
                    <a:pt x="843785" y="725300"/>
                  </a:lnTo>
                  <a:lnTo>
                    <a:pt x="876096" y="782949"/>
                  </a:lnTo>
                  <a:lnTo>
                    <a:pt x="908076" y="841073"/>
                  </a:lnTo>
                  <a:lnTo>
                    <a:pt x="938136" y="895975"/>
                  </a:lnTo>
                  <a:lnTo>
                    <a:pt x="964690" y="943962"/>
                  </a:lnTo>
                  <a:lnTo>
                    <a:pt x="986151" y="981337"/>
                  </a:lnTo>
                  <a:lnTo>
                    <a:pt x="1000930" y="1004407"/>
                  </a:lnTo>
                  <a:lnTo>
                    <a:pt x="1017641" y="1011948"/>
                  </a:lnTo>
                  <a:lnTo>
                    <a:pt x="1038758" y="1000400"/>
                  </a:lnTo>
                  <a:lnTo>
                    <a:pt x="1083713" y="935356"/>
                  </a:lnTo>
                  <a:lnTo>
                    <a:pt x="1102302" y="889519"/>
                  </a:lnTo>
                  <a:lnTo>
                    <a:pt x="1114799" y="839911"/>
                  </a:lnTo>
                  <a:lnTo>
                    <a:pt x="1118580" y="790361"/>
                  </a:lnTo>
                  <a:lnTo>
                    <a:pt x="1111021" y="744698"/>
                  </a:lnTo>
                  <a:lnTo>
                    <a:pt x="1088934" y="701079"/>
                  </a:lnTo>
                  <a:lnTo>
                    <a:pt x="1053960" y="656234"/>
                  </a:lnTo>
                  <a:lnTo>
                    <a:pt x="1010699" y="611833"/>
                  </a:lnTo>
                  <a:lnTo>
                    <a:pt x="963756" y="569545"/>
                  </a:lnTo>
                  <a:lnTo>
                    <a:pt x="917732" y="531040"/>
                  </a:lnTo>
                  <a:lnTo>
                    <a:pt x="877231" y="497987"/>
                  </a:lnTo>
                  <a:lnTo>
                    <a:pt x="846855" y="472056"/>
                  </a:lnTo>
                  <a:lnTo>
                    <a:pt x="831208" y="454916"/>
                  </a:lnTo>
                  <a:lnTo>
                    <a:pt x="824645" y="434081"/>
                  </a:lnTo>
                  <a:lnTo>
                    <a:pt x="831939" y="421830"/>
                  </a:lnTo>
                  <a:lnTo>
                    <a:pt x="853037" y="420418"/>
                  </a:lnTo>
                  <a:lnTo>
                    <a:pt x="887886" y="432100"/>
                  </a:lnTo>
                  <a:lnTo>
                    <a:pt x="956562" y="478812"/>
                  </a:lnTo>
                  <a:lnTo>
                    <a:pt x="1000810" y="515257"/>
                  </a:lnTo>
                  <a:lnTo>
                    <a:pt x="1046473" y="555384"/>
                  </a:lnTo>
                  <a:lnTo>
                    <a:pt x="1089658" y="595409"/>
                  </a:lnTo>
                  <a:lnTo>
                    <a:pt x="1126472" y="631549"/>
                  </a:lnTo>
                  <a:lnTo>
                    <a:pt x="1153020" y="660020"/>
                  </a:lnTo>
                  <a:lnTo>
                    <a:pt x="1169810" y="666693"/>
                  </a:lnTo>
                  <a:lnTo>
                    <a:pt x="1184425" y="649932"/>
                  </a:lnTo>
                  <a:lnTo>
                    <a:pt x="1196037" y="615926"/>
                  </a:lnTo>
                  <a:lnTo>
                    <a:pt x="1203819" y="570862"/>
                  </a:lnTo>
                  <a:lnTo>
                    <a:pt x="1206944" y="520929"/>
                  </a:lnTo>
                  <a:lnTo>
                    <a:pt x="1204586" y="472317"/>
                  </a:lnTo>
                  <a:lnTo>
                    <a:pt x="1195916" y="431214"/>
                  </a:lnTo>
                  <a:lnTo>
                    <a:pt x="1138885" y="376055"/>
                  </a:lnTo>
                  <a:lnTo>
                    <a:pt x="1085395" y="351370"/>
                  </a:lnTo>
                  <a:lnTo>
                    <a:pt x="1030572" y="328839"/>
                  </a:lnTo>
                  <a:lnTo>
                    <a:pt x="985352" y="307549"/>
                  </a:lnTo>
                  <a:lnTo>
                    <a:pt x="960670" y="286586"/>
                  </a:lnTo>
                  <a:lnTo>
                    <a:pt x="954432" y="264332"/>
                  </a:lnTo>
                  <a:lnTo>
                    <a:pt x="965777" y="252252"/>
                  </a:lnTo>
                  <a:lnTo>
                    <a:pt x="1060017" y="270063"/>
                  </a:lnTo>
                  <a:lnTo>
                    <a:pt x="1112391" y="295020"/>
                  </a:lnTo>
                  <a:lnTo>
                    <a:pt x="1149685" y="322468"/>
                  </a:lnTo>
                  <a:lnTo>
                    <a:pt x="1173775" y="343076"/>
                  </a:lnTo>
                  <a:lnTo>
                    <a:pt x="1186536" y="347510"/>
                  </a:lnTo>
                  <a:lnTo>
                    <a:pt x="1189846" y="326439"/>
                  </a:lnTo>
                  <a:lnTo>
                    <a:pt x="1188550" y="309681"/>
                  </a:lnTo>
                  <a:lnTo>
                    <a:pt x="1184842" y="288699"/>
                  </a:lnTo>
                  <a:lnTo>
                    <a:pt x="1167646" y="239349"/>
                  </a:lnTo>
                  <a:lnTo>
                    <a:pt x="1133174" y="188972"/>
                  </a:lnTo>
                  <a:lnTo>
                    <a:pt x="1076338" y="148151"/>
                  </a:lnTo>
                  <a:lnTo>
                    <a:pt x="1037944" y="134631"/>
                  </a:lnTo>
                  <a:lnTo>
                    <a:pt x="992053" y="127468"/>
                  </a:lnTo>
                  <a:lnTo>
                    <a:pt x="938027" y="127986"/>
                  </a:lnTo>
                  <a:lnTo>
                    <a:pt x="875231" y="137507"/>
                  </a:lnTo>
                  <a:lnTo>
                    <a:pt x="803030" y="157355"/>
                  </a:lnTo>
                  <a:close/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5714714" y="4985206"/>
              <a:ext cx="1088390" cy="929640"/>
            </a:xfrm>
            <a:custGeom>
              <a:avLst/>
              <a:gdLst/>
              <a:ahLst/>
              <a:cxnLst/>
              <a:rect l="l" t="t" r="r" b="b"/>
              <a:pathLst>
                <a:path w="1088390" h="929639">
                  <a:moveTo>
                    <a:pt x="267759" y="198869"/>
                  </a:moveTo>
                  <a:lnTo>
                    <a:pt x="373933" y="60424"/>
                  </a:lnTo>
                  <a:lnTo>
                    <a:pt x="459213" y="0"/>
                  </a:lnTo>
                  <a:lnTo>
                    <a:pt x="568498" y="4746"/>
                  </a:lnTo>
                  <a:lnTo>
                    <a:pt x="746687" y="61816"/>
                  </a:lnTo>
                  <a:lnTo>
                    <a:pt x="697791" y="63076"/>
                  </a:lnTo>
                  <a:lnTo>
                    <a:pt x="645129" y="74578"/>
                  </a:lnTo>
                  <a:lnTo>
                    <a:pt x="593768" y="92638"/>
                  </a:lnTo>
                  <a:lnTo>
                    <a:pt x="548774" y="113571"/>
                  </a:lnTo>
                  <a:lnTo>
                    <a:pt x="515216" y="133694"/>
                  </a:lnTo>
                  <a:lnTo>
                    <a:pt x="498161" y="149321"/>
                  </a:lnTo>
                  <a:lnTo>
                    <a:pt x="498452" y="163143"/>
                  </a:lnTo>
                  <a:lnTo>
                    <a:pt x="517245" y="167604"/>
                  </a:lnTo>
                  <a:lnTo>
                    <a:pt x="549422" y="161882"/>
                  </a:lnTo>
                  <a:lnTo>
                    <a:pt x="589865" y="145153"/>
                  </a:lnTo>
                  <a:lnTo>
                    <a:pt x="632985" y="125947"/>
                  </a:lnTo>
                  <a:lnTo>
                    <a:pt x="687537" y="107044"/>
                  </a:lnTo>
                  <a:lnTo>
                    <a:pt x="744199" y="92505"/>
                  </a:lnTo>
                  <a:lnTo>
                    <a:pt x="793647" y="86386"/>
                  </a:lnTo>
                  <a:lnTo>
                    <a:pt x="826559" y="92747"/>
                  </a:lnTo>
                  <a:lnTo>
                    <a:pt x="855130" y="119013"/>
                  </a:lnTo>
                  <a:lnTo>
                    <a:pt x="882998" y="154144"/>
                  </a:lnTo>
                  <a:lnTo>
                    <a:pt x="904139" y="184919"/>
                  </a:lnTo>
                  <a:lnTo>
                    <a:pt x="912525" y="198115"/>
                  </a:lnTo>
                  <a:lnTo>
                    <a:pt x="881269" y="184185"/>
                  </a:lnTo>
                  <a:lnTo>
                    <a:pt x="840766" y="175405"/>
                  </a:lnTo>
                  <a:lnTo>
                    <a:pt x="793419" y="172584"/>
                  </a:lnTo>
                  <a:lnTo>
                    <a:pt x="741634" y="176532"/>
                  </a:lnTo>
                  <a:lnTo>
                    <a:pt x="687814" y="188058"/>
                  </a:lnTo>
                  <a:lnTo>
                    <a:pt x="634363" y="207970"/>
                  </a:lnTo>
                  <a:lnTo>
                    <a:pt x="583687" y="237077"/>
                  </a:lnTo>
                  <a:lnTo>
                    <a:pt x="568762" y="255852"/>
                  </a:lnTo>
                  <a:lnTo>
                    <a:pt x="578341" y="266985"/>
                  </a:lnTo>
                  <a:lnTo>
                    <a:pt x="609776" y="267787"/>
                  </a:lnTo>
                  <a:lnTo>
                    <a:pt x="660418" y="255569"/>
                  </a:lnTo>
                  <a:lnTo>
                    <a:pt x="696069" y="245716"/>
                  </a:lnTo>
                  <a:lnTo>
                    <a:pt x="741483" y="236728"/>
                  </a:lnTo>
                  <a:lnTo>
                    <a:pt x="793392" y="230025"/>
                  </a:lnTo>
                  <a:lnTo>
                    <a:pt x="848531" y="227024"/>
                  </a:lnTo>
                  <a:lnTo>
                    <a:pt x="903632" y="229145"/>
                  </a:lnTo>
                  <a:lnTo>
                    <a:pt x="955428" y="237807"/>
                  </a:lnTo>
                  <a:lnTo>
                    <a:pt x="1000653" y="254428"/>
                  </a:lnTo>
                  <a:lnTo>
                    <a:pt x="1036040" y="280427"/>
                  </a:lnTo>
                  <a:lnTo>
                    <a:pt x="1076139" y="337028"/>
                  </a:lnTo>
                  <a:lnTo>
                    <a:pt x="1087973" y="380522"/>
                  </a:lnTo>
                  <a:lnTo>
                    <a:pt x="1085117" y="408433"/>
                  </a:lnTo>
                  <a:lnTo>
                    <a:pt x="1081148" y="418287"/>
                  </a:lnTo>
                  <a:lnTo>
                    <a:pt x="1044048" y="396692"/>
                  </a:lnTo>
                  <a:lnTo>
                    <a:pt x="1000517" y="375359"/>
                  </a:lnTo>
                  <a:lnTo>
                    <a:pt x="952101" y="355928"/>
                  </a:lnTo>
                  <a:lnTo>
                    <a:pt x="900347" y="340036"/>
                  </a:lnTo>
                  <a:lnTo>
                    <a:pt x="846803" y="329324"/>
                  </a:lnTo>
                  <a:lnTo>
                    <a:pt x="793016" y="325428"/>
                  </a:lnTo>
                  <a:lnTo>
                    <a:pt x="740532" y="329989"/>
                  </a:lnTo>
                  <a:lnTo>
                    <a:pt x="690898" y="344645"/>
                  </a:lnTo>
                  <a:lnTo>
                    <a:pt x="644148" y="369670"/>
                  </a:lnTo>
                  <a:lnTo>
                    <a:pt x="626854" y="390401"/>
                  </a:lnTo>
                  <a:lnTo>
                    <a:pt x="632667" y="406324"/>
                  </a:lnTo>
                  <a:lnTo>
                    <a:pt x="655239" y="416919"/>
                  </a:lnTo>
                  <a:lnTo>
                    <a:pt x="688221" y="421673"/>
                  </a:lnTo>
                  <a:lnTo>
                    <a:pt x="725264" y="420067"/>
                  </a:lnTo>
                  <a:lnTo>
                    <a:pt x="759033" y="416474"/>
                  </a:lnTo>
                  <a:lnTo>
                    <a:pt x="802406" y="414306"/>
                  </a:lnTo>
                  <a:lnTo>
                    <a:pt x="851618" y="415325"/>
                  </a:lnTo>
                  <a:lnTo>
                    <a:pt x="902908" y="421292"/>
                  </a:lnTo>
                  <a:lnTo>
                    <a:pt x="952510" y="433967"/>
                  </a:lnTo>
                  <a:lnTo>
                    <a:pt x="996663" y="455111"/>
                  </a:lnTo>
                  <a:lnTo>
                    <a:pt x="1031603" y="486487"/>
                  </a:lnTo>
                  <a:lnTo>
                    <a:pt x="1053568" y="529854"/>
                  </a:lnTo>
                  <a:lnTo>
                    <a:pt x="1054347" y="555767"/>
                  </a:lnTo>
                  <a:lnTo>
                    <a:pt x="1057413" y="577852"/>
                  </a:lnTo>
                  <a:lnTo>
                    <a:pt x="1061127" y="594071"/>
                  </a:lnTo>
                  <a:lnTo>
                    <a:pt x="1063850" y="602386"/>
                  </a:lnTo>
                  <a:lnTo>
                    <a:pt x="1052307" y="596435"/>
                  </a:lnTo>
                  <a:lnTo>
                    <a:pt x="1020363" y="578715"/>
                  </a:lnTo>
                  <a:lnTo>
                    <a:pt x="975407" y="556805"/>
                  </a:lnTo>
                  <a:lnTo>
                    <a:pt x="924826" y="538282"/>
                  </a:lnTo>
                  <a:lnTo>
                    <a:pt x="876011" y="530727"/>
                  </a:lnTo>
                  <a:lnTo>
                    <a:pt x="836349" y="541717"/>
                  </a:lnTo>
                  <a:lnTo>
                    <a:pt x="830343" y="561498"/>
                  </a:lnTo>
                  <a:lnTo>
                    <a:pt x="859498" y="581408"/>
                  </a:lnTo>
                  <a:lnTo>
                    <a:pt x="907025" y="600002"/>
                  </a:lnTo>
                  <a:lnTo>
                    <a:pt x="956136" y="615830"/>
                  </a:lnTo>
                  <a:lnTo>
                    <a:pt x="991045" y="631101"/>
                  </a:lnTo>
                  <a:lnTo>
                    <a:pt x="1022997" y="655605"/>
                  </a:lnTo>
                  <a:lnTo>
                    <a:pt x="1049183" y="690908"/>
                  </a:lnTo>
                  <a:lnTo>
                    <a:pt x="1066798" y="738574"/>
                  </a:lnTo>
                  <a:lnTo>
                    <a:pt x="1073033" y="800170"/>
                  </a:lnTo>
                  <a:lnTo>
                    <a:pt x="1073731" y="845863"/>
                  </a:lnTo>
                  <a:lnTo>
                    <a:pt x="1071816" y="871766"/>
                  </a:lnTo>
                  <a:lnTo>
                    <a:pt x="1065562" y="882939"/>
                  </a:lnTo>
                  <a:lnTo>
                    <a:pt x="1053243" y="884440"/>
                  </a:lnTo>
                  <a:lnTo>
                    <a:pt x="1036197" y="872716"/>
                  </a:lnTo>
                  <a:lnTo>
                    <a:pt x="1018513" y="851258"/>
                  </a:lnTo>
                  <a:lnTo>
                    <a:pt x="1002565" y="835689"/>
                  </a:lnTo>
                  <a:lnTo>
                    <a:pt x="990732" y="841635"/>
                  </a:lnTo>
                  <a:lnTo>
                    <a:pt x="987965" y="860470"/>
                  </a:lnTo>
                  <a:lnTo>
                    <a:pt x="992693" y="874405"/>
                  </a:lnTo>
                  <a:lnTo>
                    <a:pt x="997479" y="885342"/>
                  </a:lnTo>
                  <a:lnTo>
                    <a:pt x="994889" y="895183"/>
                  </a:lnTo>
                  <a:lnTo>
                    <a:pt x="974621" y="909434"/>
                  </a:lnTo>
                  <a:lnTo>
                    <a:pt x="939710" y="923301"/>
                  </a:lnTo>
                  <a:lnTo>
                    <a:pt x="902730" y="923259"/>
                  </a:lnTo>
                  <a:lnTo>
                    <a:pt x="876254" y="895780"/>
                  </a:lnTo>
                  <a:lnTo>
                    <a:pt x="859954" y="850363"/>
                  </a:lnTo>
                  <a:lnTo>
                    <a:pt x="839839" y="794710"/>
                  </a:lnTo>
                  <a:lnTo>
                    <a:pt x="818221" y="740027"/>
                  </a:lnTo>
                  <a:lnTo>
                    <a:pt x="797415" y="697520"/>
                  </a:lnTo>
                  <a:lnTo>
                    <a:pt x="779733" y="678394"/>
                  </a:lnTo>
                  <a:lnTo>
                    <a:pt x="760735" y="679474"/>
                  </a:lnTo>
                  <a:lnTo>
                    <a:pt x="746009" y="692528"/>
                  </a:lnTo>
                  <a:lnTo>
                    <a:pt x="741402" y="718420"/>
                  </a:lnTo>
                  <a:lnTo>
                    <a:pt x="752760" y="758014"/>
                  </a:lnTo>
                  <a:lnTo>
                    <a:pt x="774371" y="808032"/>
                  </a:lnTo>
                  <a:lnTo>
                    <a:pt x="794730" y="858434"/>
                  </a:lnTo>
                  <a:lnTo>
                    <a:pt x="811026" y="899921"/>
                  </a:lnTo>
                  <a:lnTo>
                    <a:pt x="820444" y="923193"/>
                  </a:lnTo>
                  <a:lnTo>
                    <a:pt x="807511" y="929578"/>
                  </a:lnTo>
                  <a:lnTo>
                    <a:pt x="724580" y="920261"/>
                  </a:lnTo>
                  <a:lnTo>
                    <a:pt x="684427" y="899700"/>
                  </a:lnTo>
                  <a:lnTo>
                    <a:pt x="665046" y="865299"/>
                  </a:lnTo>
                  <a:lnTo>
                    <a:pt x="663225" y="819828"/>
                  </a:lnTo>
                  <a:lnTo>
                    <a:pt x="664468" y="769349"/>
                  </a:lnTo>
                  <a:lnTo>
                    <a:pt x="666768" y="716393"/>
                  </a:lnTo>
                  <a:lnTo>
                    <a:pt x="668122" y="663486"/>
                  </a:lnTo>
                  <a:lnTo>
                    <a:pt x="666522" y="613160"/>
                  </a:lnTo>
                  <a:lnTo>
                    <a:pt x="652994" y="557451"/>
                  </a:lnTo>
                  <a:lnTo>
                    <a:pt x="627903" y="515920"/>
                  </a:lnTo>
                  <a:lnTo>
                    <a:pt x="600444" y="496255"/>
                  </a:lnTo>
                  <a:lnTo>
                    <a:pt x="579813" y="506148"/>
                  </a:lnTo>
                  <a:lnTo>
                    <a:pt x="577737" y="532820"/>
                  </a:lnTo>
                  <a:lnTo>
                    <a:pt x="588926" y="568082"/>
                  </a:lnTo>
                  <a:lnTo>
                    <a:pt x="605540" y="610185"/>
                  </a:lnTo>
                  <a:lnTo>
                    <a:pt x="619740" y="657381"/>
                  </a:lnTo>
                  <a:lnTo>
                    <a:pt x="623686" y="707922"/>
                  </a:lnTo>
                  <a:lnTo>
                    <a:pt x="619983" y="761885"/>
                  </a:lnTo>
                  <a:lnTo>
                    <a:pt x="615476" y="816214"/>
                  </a:lnTo>
                  <a:lnTo>
                    <a:pt x="608681" y="864458"/>
                  </a:lnTo>
                  <a:lnTo>
                    <a:pt x="598115" y="900163"/>
                  </a:lnTo>
                  <a:lnTo>
                    <a:pt x="582294" y="916879"/>
                  </a:lnTo>
                  <a:lnTo>
                    <a:pt x="548938" y="916544"/>
                  </a:lnTo>
                  <a:lnTo>
                    <a:pt x="505294" y="901963"/>
                  </a:lnTo>
                  <a:lnTo>
                    <a:pt x="464968" y="871762"/>
                  </a:lnTo>
                  <a:lnTo>
                    <a:pt x="441566" y="824567"/>
                  </a:lnTo>
                  <a:lnTo>
                    <a:pt x="438491" y="783097"/>
                  </a:lnTo>
                  <a:lnTo>
                    <a:pt x="441374" y="735115"/>
                  </a:lnTo>
                  <a:lnTo>
                    <a:pt x="447568" y="682985"/>
                  </a:lnTo>
                  <a:lnTo>
                    <a:pt x="454423" y="629068"/>
                  </a:lnTo>
                  <a:lnTo>
                    <a:pt x="459291" y="575726"/>
                  </a:lnTo>
                  <a:lnTo>
                    <a:pt x="459523" y="525320"/>
                  </a:lnTo>
                  <a:lnTo>
                    <a:pt x="455527" y="465634"/>
                  </a:lnTo>
                  <a:lnTo>
                    <a:pt x="450369" y="430984"/>
                  </a:lnTo>
                  <a:lnTo>
                    <a:pt x="440935" y="421300"/>
                  </a:lnTo>
                  <a:lnTo>
                    <a:pt x="424111" y="436516"/>
                  </a:lnTo>
                  <a:lnTo>
                    <a:pt x="396345" y="515742"/>
                  </a:lnTo>
                  <a:lnTo>
                    <a:pt x="381356" y="578666"/>
                  </a:lnTo>
                  <a:lnTo>
                    <a:pt x="366738" y="646097"/>
                  </a:lnTo>
                  <a:lnTo>
                    <a:pt x="353322" y="709757"/>
                  </a:lnTo>
                  <a:lnTo>
                    <a:pt x="341939" y="761371"/>
                  </a:lnTo>
                  <a:lnTo>
                    <a:pt x="333422" y="792663"/>
                  </a:lnTo>
                  <a:lnTo>
                    <a:pt x="316432" y="804187"/>
                  </a:lnTo>
                  <a:lnTo>
                    <a:pt x="286194" y="798205"/>
                  </a:lnTo>
                  <a:lnTo>
                    <a:pt x="249995" y="778217"/>
                  </a:lnTo>
                  <a:lnTo>
                    <a:pt x="215123" y="747721"/>
                  </a:lnTo>
                  <a:lnTo>
                    <a:pt x="188864" y="710220"/>
                  </a:lnTo>
                  <a:lnTo>
                    <a:pt x="178505" y="669211"/>
                  </a:lnTo>
                  <a:lnTo>
                    <a:pt x="188865" y="621720"/>
                  </a:lnTo>
                  <a:lnTo>
                    <a:pt x="214843" y="566561"/>
                  </a:lnTo>
                  <a:lnTo>
                    <a:pt x="248865" y="509937"/>
                  </a:lnTo>
                  <a:lnTo>
                    <a:pt x="283358" y="458048"/>
                  </a:lnTo>
                  <a:lnTo>
                    <a:pt x="310749" y="417096"/>
                  </a:lnTo>
                  <a:lnTo>
                    <a:pt x="323464" y="393282"/>
                  </a:lnTo>
                  <a:lnTo>
                    <a:pt x="323183" y="378091"/>
                  </a:lnTo>
                  <a:lnTo>
                    <a:pt x="314215" y="372987"/>
                  </a:lnTo>
                  <a:lnTo>
                    <a:pt x="297191" y="379352"/>
                  </a:lnTo>
                  <a:lnTo>
                    <a:pt x="245064" y="431317"/>
                  </a:lnTo>
                  <a:lnTo>
                    <a:pt x="210553" y="481051"/>
                  </a:lnTo>
                  <a:lnTo>
                    <a:pt x="174926" y="537661"/>
                  </a:lnTo>
                  <a:lnTo>
                    <a:pt x="143896" y="591036"/>
                  </a:lnTo>
                  <a:lnTo>
                    <a:pt x="123177" y="631065"/>
                  </a:lnTo>
                  <a:lnTo>
                    <a:pt x="106744" y="640700"/>
                  </a:lnTo>
                  <a:lnTo>
                    <a:pt x="83799" y="625251"/>
                  </a:lnTo>
                  <a:lnTo>
                    <a:pt x="59732" y="593152"/>
                  </a:lnTo>
                  <a:lnTo>
                    <a:pt x="39931" y="552837"/>
                  </a:lnTo>
                  <a:lnTo>
                    <a:pt x="29787" y="512742"/>
                  </a:lnTo>
                  <a:lnTo>
                    <a:pt x="34688" y="481300"/>
                  </a:lnTo>
                  <a:lnTo>
                    <a:pt x="68259" y="441592"/>
                  </a:lnTo>
                  <a:lnTo>
                    <a:pt x="114748" y="399524"/>
                  </a:lnTo>
                  <a:lnTo>
                    <a:pt x="156832" y="361322"/>
                  </a:lnTo>
                  <a:lnTo>
                    <a:pt x="177186" y="333211"/>
                  </a:lnTo>
                  <a:lnTo>
                    <a:pt x="176281" y="317255"/>
                  </a:lnTo>
                  <a:lnTo>
                    <a:pt x="164162" y="313648"/>
                  </a:lnTo>
                  <a:lnTo>
                    <a:pt x="137870" y="325783"/>
                  </a:lnTo>
                  <a:lnTo>
                    <a:pt x="94445" y="357053"/>
                  </a:lnTo>
                  <a:lnTo>
                    <a:pt x="53063" y="398524"/>
                  </a:lnTo>
                  <a:lnTo>
                    <a:pt x="29763" y="432314"/>
                  </a:lnTo>
                  <a:lnTo>
                    <a:pt x="16877" y="448365"/>
                  </a:lnTo>
                  <a:lnTo>
                    <a:pt x="6741" y="436621"/>
                  </a:lnTo>
                  <a:lnTo>
                    <a:pt x="2482" y="421816"/>
                  </a:lnTo>
                  <a:lnTo>
                    <a:pt x="0" y="401484"/>
                  </a:lnTo>
                  <a:lnTo>
                    <a:pt x="1158" y="376951"/>
                  </a:lnTo>
                  <a:lnTo>
                    <a:pt x="21852" y="320580"/>
                  </a:lnTo>
                  <a:lnTo>
                    <a:pt x="79473" y="263302"/>
                  </a:lnTo>
                  <a:lnTo>
                    <a:pt x="126791" y="237635"/>
                  </a:lnTo>
                  <a:lnTo>
                    <a:pt x="188932" y="215716"/>
                  </a:lnTo>
                  <a:lnTo>
                    <a:pt x="267759" y="198869"/>
                  </a:lnTo>
                  <a:close/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4975782" y="3706388"/>
              <a:ext cx="1389380" cy="1036319"/>
            </a:xfrm>
            <a:custGeom>
              <a:avLst/>
              <a:gdLst/>
              <a:ahLst/>
              <a:cxnLst/>
              <a:rect l="l" t="t" r="r" b="b"/>
              <a:pathLst>
                <a:path w="1389380" h="1036320">
                  <a:moveTo>
                    <a:pt x="312763" y="252116"/>
                  </a:moveTo>
                  <a:lnTo>
                    <a:pt x="326040" y="201911"/>
                  </a:lnTo>
                  <a:lnTo>
                    <a:pt x="341576" y="155941"/>
                  </a:lnTo>
                  <a:lnTo>
                    <a:pt x="360418" y="114976"/>
                  </a:lnTo>
                  <a:lnTo>
                    <a:pt x="383613" y="79785"/>
                  </a:lnTo>
                  <a:lnTo>
                    <a:pt x="412209" y="51140"/>
                  </a:lnTo>
                  <a:lnTo>
                    <a:pt x="447250" y="29811"/>
                  </a:lnTo>
                  <a:lnTo>
                    <a:pt x="489784" y="16568"/>
                  </a:lnTo>
                  <a:lnTo>
                    <a:pt x="540859" y="12181"/>
                  </a:lnTo>
                  <a:lnTo>
                    <a:pt x="601519" y="17421"/>
                  </a:lnTo>
                  <a:lnTo>
                    <a:pt x="593940" y="23614"/>
                  </a:lnTo>
                  <a:lnTo>
                    <a:pt x="575079" y="44991"/>
                  </a:lnTo>
                  <a:lnTo>
                    <a:pt x="553813" y="69988"/>
                  </a:lnTo>
                  <a:lnTo>
                    <a:pt x="539018" y="87042"/>
                  </a:lnTo>
                  <a:lnTo>
                    <a:pt x="547051" y="84137"/>
                  </a:lnTo>
                  <a:lnTo>
                    <a:pt x="625364" y="40858"/>
                  </a:lnTo>
                  <a:lnTo>
                    <a:pt x="677520" y="16678"/>
                  </a:lnTo>
                  <a:lnTo>
                    <a:pt x="726259" y="1600"/>
                  </a:lnTo>
                  <a:lnTo>
                    <a:pt x="776328" y="0"/>
                  </a:lnTo>
                  <a:lnTo>
                    <a:pt x="830687" y="7771"/>
                  </a:lnTo>
                  <a:lnTo>
                    <a:pt x="877590" y="20288"/>
                  </a:lnTo>
                  <a:lnTo>
                    <a:pt x="905291" y="32924"/>
                  </a:lnTo>
                  <a:lnTo>
                    <a:pt x="902044" y="41054"/>
                  </a:lnTo>
                  <a:lnTo>
                    <a:pt x="873921" y="45674"/>
                  </a:lnTo>
                  <a:lnTo>
                    <a:pt x="827276" y="53255"/>
                  </a:lnTo>
                  <a:lnTo>
                    <a:pt x="770201" y="63678"/>
                  </a:lnTo>
                  <a:lnTo>
                    <a:pt x="710788" y="76825"/>
                  </a:lnTo>
                  <a:lnTo>
                    <a:pt x="657129" y="92578"/>
                  </a:lnTo>
                  <a:lnTo>
                    <a:pt x="617318" y="110818"/>
                  </a:lnTo>
                  <a:lnTo>
                    <a:pt x="599446" y="131428"/>
                  </a:lnTo>
                  <a:lnTo>
                    <a:pt x="604689" y="159003"/>
                  </a:lnTo>
                  <a:lnTo>
                    <a:pt x="630830" y="167465"/>
                  </a:lnTo>
                  <a:lnTo>
                    <a:pt x="671361" y="159642"/>
                  </a:lnTo>
                  <a:lnTo>
                    <a:pt x="719777" y="138360"/>
                  </a:lnTo>
                  <a:lnTo>
                    <a:pt x="760594" y="119204"/>
                  </a:lnTo>
                  <a:lnTo>
                    <a:pt x="812288" y="99628"/>
                  </a:lnTo>
                  <a:lnTo>
                    <a:pt x="869086" y="82351"/>
                  </a:lnTo>
                  <a:lnTo>
                    <a:pt x="925216" y="70090"/>
                  </a:lnTo>
                  <a:lnTo>
                    <a:pt x="974907" y="65561"/>
                  </a:lnTo>
                  <a:lnTo>
                    <a:pt x="1012386" y="71482"/>
                  </a:lnTo>
                  <a:lnTo>
                    <a:pt x="1055055" y="91916"/>
                  </a:lnTo>
                  <a:lnTo>
                    <a:pt x="1104435" y="120012"/>
                  </a:lnTo>
                  <a:lnTo>
                    <a:pt x="1148602" y="149364"/>
                  </a:lnTo>
                  <a:lnTo>
                    <a:pt x="1175634" y="173569"/>
                  </a:lnTo>
                  <a:lnTo>
                    <a:pt x="1173606" y="186222"/>
                  </a:lnTo>
                  <a:lnTo>
                    <a:pt x="1151035" y="186710"/>
                  </a:lnTo>
                  <a:lnTo>
                    <a:pt x="1111795" y="183484"/>
                  </a:lnTo>
                  <a:lnTo>
                    <a:pt x="1060102" y="178402"/>
                  </a:lnTo>
                  <a:lnTo>
                    <a:pt x="1000173" y="173322"/>
                  </a:lnTo>
                  <a:lnTo>
                    <a:pt x="936224" y="170104"/>
                  </a:lnTo>
                  <a:lnTo>
                    <a:pt x="872470" y="170605"/>
                  </a:lnTo>
                  <a:lnTo>
                    <a:pt x="813129" y="176685"/>
                  </a:lnTo>
                  <a:lnTo>
                    <a:pt x="762415" y="190201"/>
                  </a:lnTo>
                  <a:lnTo>
                    <a:pt x="692496" y="222160"/>
                  </a:lnTo>
                  <a:lnTo>
                    <a:pt x="658427" y="246582"/>
                  </a:lnTo>
                  <a:lnTo>
                    <a:pt x="653751" y="263410"/>
                  </a:lnTo>
                  <a:lnTo>
                    <a:pt x="672009" y="272586"/>
                  </a:lnTo>
                  <a:lnTo>
                    <a:pt x="695533" y="269354"/>
                  </a:lnTo>
                  <a:lnTo>
                    <a:pt x="725554" y="255521"/>
                  </a:lnTo>
                  <a:lnTo>
                    <a:pt x="767416" y="237701"/>
                  </a:lnTo>
                  <a:lnTo>
                    <a:pt x="826464" y="222508"/>
                  </a:lnTo>
                  <a:lnTo>
                    <a:pt x="908044" y="216557"/>
                  </a:lnTo>
                  <a:lnTo>
                    <a:pt x="971825" y="216982"/>
                  </a:lnTo>
                  <a:lnTo>
                    <a:pt x="1028510" y="217462"/>
                  </a:lnTo>
                  <a:lnTo>
                    <a:pt x="1078888" y="218691"/>
                  </a:lnTo>
                  <a:lnTo>
                    <a:pt x="1123746" y="221361"/>
                  </a:lnTo>
                  <a:lnTo>
                    <a:pt x="1163871" y="226164"/>
                  </a:lnTo>
                  <a:lnTo>
                    <a:pt x="1233071" y="244943"/>
                  </a:lnTo>
                  <a:lnTo>
                    <a:pt x="1271005" y="268199"/>
                  </a:lnTo>
                  <a:lnTo>
                    <a:pt x="1307634" y="303157"/>
                  </a:lnTo>
                  <a:lnTo>
                    <a:pt x="1338158" y="343593"/>
                  </a:lnTo>
                  <a:lnTo>
                    <a:pt x="1357779" y="383281"/>
                  </a:lnTo>
                  <a:lnTo>
                    <a:pt x="1361699" y="415996"/>
                  </a:lnTo>
                  <a:lnTo>
                    <a:pt x="1345119" y="435513"/>
                  </a:lnTo>
                  <a:lnTo>
                    <a:pt x="1322371" y="437591"/>
                  </a:lnTo>
                  <a:lnTo>
                    <a:pt x="1292490" y="430875"/>
                  </a:lnTo>
                  <a:lnTo>
                    <a:pt x="1256159" y="417633"/>
                  </a:lnTo>
                  <a:lnTo>
                    <a:pt x="1214061" y="400136"/>
                  </a:lnTo>
                  <a:lnTo>
                    <a:pt x="1166876" y="380652"/>
                  </a:lnTo>
                  <a:lnTo>
                    <a:pt x="1115287" y="361452"/>
                  </a:lnTo>
                  <a:lnTo>
                    <a:pt x="1059975" y="344806"/>
                  </a:lnTo>
                  <a:lnTo>
                    <a:pt x="1001623" y="332981"/>
                  </a:lnTo>
                  <a:lnTo>
                    <a:pt x="940912" y="328250"/>
                  </a:lnTo>
                  <a:lnTo>
                    <a:pt x="867402" y="329423"/>
                  </a:lnTo>
                  <a:lnTo>
                    <a:pt x="805865" y="333898"/>
                  </a:lnTo>
                  <a:lnTo>
                    <a:pt x="756949" y="341451"/>
                  </a:lnTo>
                  <a:lnTo>
                    <a:pt x="699566" y="364889"/>
                  </a:lnTo>
                  <a:lnTo>
                    <a:pt x="692392" y="380327"/>
                  </a:lnTo>
                  <a:lnTo>
                    <a:pt x="700427" y="397944"/>
                  </a:lnTo>
                  <a:lnTo>
                    <a:pt x="727429" y="412639"/>
                  </a:lnTo>
                  <a:lnTo>
                    <a:pt x="768038" y="415941"/>
                  </a:lnTo>
                  <a:lnTo>
                    <a:pt x="817129" y="411904"/>
                  </a:lnTo>
                  <a:lnTo>
                    <a:pt x="869581" y="404581"/>
                  </a:lnTo>
                  <a:lnTo>
                    <a:pt x="920270" y="398025"/>
                  </a:lnTo>
                  <a:lnTo>
                    <a:pt x="964073" y="396289"/>
                  </a:lnTo>
                  <a:lnTo>
                    <a:pt x="1037770" y="406405"/>
                  </a:lnTo>
                  <a:lnTo>
                    <a:pt x="1086924" y="416967"/>
                  </a:lnTo>
                  <a:lnTo>
                    <a:pt x="1140445" y="431155"/>
                  </a:lnTo>
                  <a:lnTo>
                    <a:pt x="1195453" y="448933"/>
                  </a:lnTo>
                  <a:lnTo>
                    <a:pt x="1249071" y="470268"/>
                  </a:lnTo>
                  <a:lnTo>
                    <a:pt x="1298419" y="495127"/>
                  </a:lnTo>
                  <a:lnTo>
                    <a:pt x="1340620" y="523475"/>
                  </a:lnTo>
                  <a:lnTo>
                    <a:pt x="1372794" y="555279"/>
                  </a:lnTo>
                  <a:lnTo>
                    <a:pt x="1389106" y="601056"/>
                  </a:lnTo>
                  <a:lnTo>
                    <a:pt x="1386936" y="642917"/>
                  </a:lnTo>
                  <a:lnTo>
                    <a:pt x="1370696" y="667754"/>
                  </a:lnTo>
                  <a:lnTo>
                    <a:pt x="1344795" y="662459"/>
                  </a:lnTo>
                  <a:lnTo>
                    <a:pt x="1328660" y="648753"/>
                  </a:lnTo>
                  <a:lnTo>
                    <a:pt x="1305962" y="630802"/>
                  </a:lnTo>
                  <a:lnTo>
                    <a:pt x="1239025" y="589282"/>
                  </a:lnTo>
                  <a:lnTo>
                    <a:pt x="1193858" y="569270"/>
                  </a:lnTo>
                  <a:lnTo>
                    <a:pt x="1140274" y="552129"/>
                  </a:lnTo>
                  <a:lnTo>
                    <a:pt x="1077808" y="539638"/>
                  </a:lnTo>
                  <a:lnTo>
                    <a:pt x="1005997" y="533575"/>
                  </a:lnTo>
                  <a:lnTo>
                    <a:pt x="924378" y="535720"/>
                  </a:lnTo>
                  <a:lnTo>
                    <a:pt x="907172" y="547924"/>
                  </a:lnTo>
                  <a:lnTo>
                    <a:pt x="918797" y="563894"/>
                  </a:lnTo>
                  <a:lnTo>
                    <a:pt x="993371" y="599107"/>
                  </a:lnTo>
                  <a:lnTo>
                    <a:pt x="1038734" y="614340"/>
                  </a:lnTo>
                  <a:lnTo>
                    <a:pt x="1077756" y="625319"/>
                  </a:lnTo>
                  <a:lnTo>
                    <a:pt x="1113021" y="634606"/>
                  </a:lnTo>
                  <a:lnTo>
                    <a:pt x="1158571" y="648202"/>
                  </a:lnTo>
                  <a:lnTo>
                    <a:pt x="1208690" y="665762"/>
                  </a:lnTo>
                  <a:lnTo>
                    <a:pt x="1257665" y="686945"/>
                  </a:lnTo>
                  <a:lnTo>
                    <a:pt x="1299778" y="711406"/>
                  </a:lnTo>
                  <a:lnTo>
                    <a:pt x="1329317" y="738802"/>
                  </a:lnTo>
                  <a:lnTo>
                    <a:pt x="1340565" y="768791"/>
                  </a:lnTo>
                  <a:lnTo>
                    <a:pt x="1334708" y="824411"/>
                  </a:lnTo>
                  <a:lnTo>
                    <a:pt x="1318366" y="875277"/>
                  </a:lnTo>
                  <a:lnTo>
                    <a:pt x="1294391" y="911046"/>
                  </a:lnTo>
                  <a:lnTo>
                    <a:pt x="1265635" y="921373"/>
                  </a:lnTo>
                  <a:lnTo>
                    <a:pt x="1234189" y="909385"/>
                  </a:lnTo>
                  <a:lnTo>
                    <a:pt x="1204087" y="892209"/>
                  </a:lnTo>
                  <a:lnTo>
                    <a:pt x="1181101" y="880494"/>
                  </a:lnTo>
                  <a:lnTo>
                    <a:pt x="1170999" y="884892"/>
                  </a:lnTo>
                  <a:lnTo>
                    <a:pt x="1179210" y="902289"/>
                  </a:lnTo>
                  <a:lnTo>
                    <a:pt x="1198019" y="921225"/>
                  </a:lnTo>
                  <a:lnTo>
                    <a:pt x="1213483" y="939852"/>
                  </a:lnTo>
                  <a:lnTo>
                    <a:pt x="1211658" y="956325"/>
                  </a:lnTo>
                  <a:lnTo>
                    <a:pt x="1192653" y="974803"/>
                  </a:lnTo>
                  <a:lnTo>
                    <a:pt x="1162516" y="998102"/>
                  </a:lnTo>
                  <a:lnTo>
                    <a:pt x="1125279" y="1013490"/>
                  </a:lnTo>
                  <a:lnTo>
                    <a:pt x="1084977" y="1008234"/>
                  </a:lnTo>
                  <a:lnTo>
                    <a:pt x="1045642" y="969602"/>
                  </a:lnTo>
                  <a:lnTo>
                    <a:pt x="1018268" y="917198"/>
                  </a:lnTo>
                  <a:lnTo>
                    <a:pt x="996911" y="862377"/>
                  </a:lnTo>
                  <a:lnTo>
                    <a:pt x="978947" y="809826"/>
                  </a:lnTo>
                  <a:lnTo>
                    <a:pt x="961755" y="764236"/>
                  </a:lnTo>
                  <a:lnTo>
                    <a:pt x="942712" y="730294"/>
                  </a:lnTo>
                  <a:lnTo>
                    <a:pt x="919195" y="712688"/>
                  </a:lnTo>
                  <a:lnTo>
                    <a:pt x="889893" y="709387"/>
                  </a:lnTo>
                  <a:lnTo>
                    <a:pt x="868765" y="719695"/>
                  </a:lnTo>
                  <a:lnTo>
                    <a:pt x="860137" y="745584"/>
                  </a:lnTo>
                  <a:lnTo>
                    <a:pt x="868336" y="789026"/>
                  </a:lnTo>
                  <a:lnTo>
                    <a:pt x="897688" y="851993"/>
                  </a:lnTo>
                  <a:lnTo>
                    <a:pt x="944740" y="927805"/>
                  </a:lnTo>
                  <a:lnTo>
                    <a:pt x="979162" y="976490"/>
                  </a:lnTo>
                  <a:lnTo>
                    <a:pt x="996017" y="1005093"/>
                  </a:lnTo>
                  <a:lnTo>
                    <a:pt x="990366" y="1020658"/>
                  </a:lnTo>
                  <a:lnTo>
                    <a:pt x="966859" y="1028780"/>
                  </a:lnTo>
                  <a:lnTo>
                    <a:pt x="926478" y="1035200"/>
                  </a:lnTo>
                  <a:lnTo>
                    <a:pt x="877338" y="1035788"/>
                  </a:lnTo>
                  <a:lnTo>
                    <a:pt x="827552" y="1026415"/>
                  </a:lnTo>
                  <a:lnTo>
                    <a:pt x="785234" y="1002951"/>
                  </a:lnTo>
                  <a:lnTo>
                    <a:pt x="758499" y="961267"/>
                  </a:lnTo>
                  <a:lnTo>
                    <a:pt x="743470" y="910544"/>
                  </a:lnTo>
                  <a:lnTo>
                    <a:pt x="730864" y="862157"/>
                  </a:lnTo>
                  <a:lnTo>
                    <a:pt x="720695" y="815252"/>
                  </a:lnTo>
                  <a:lnTo>
                    <a:pt x="712977" y="768972"/>
                  </a:lnTo>
                  <a:lnTo>
                    <a:pt x="707724" y="722462"/>
                  </a:lnTo>
                  <a:lnTo>
                    <a:pt x="704950" y="674867"/>
                  </a:lnTo>
                  <a:lnTo>
                    <a:pt x="697652" y="606429"/>
                  </a:lnTo>
                  <a:lnTo>
                    <a:pt x="681710" y="550963"/>
                  </a:lnTo>
                  <a:lnTo>
                    <a:pt x="659204" y="515337"/>
                  </a:lnTo>
                  <a:lnTo>
                    <a:pt x="632209" y="506422"/>
                  </a:lnTo>
                  <a:lnTo>
                    <a:pt x="605384" y="515734"/>
                  </a:lnTo>
                  <a:lnTo>
                    <a:pt x="585927" y="534474"/>
                  </a:lnTo>
                  <a:lnTo>
                    <a:pt x="579747" y="569061"/>
                  </a:lnTo>
                  <a:lnTo>
                    <a:pt x="592755" y="625916"/>
                  </a:lnTo>
                  <a:lnTo>
                    <a:pt x="606235" y="672537"/>
                  </a:lnTo>
                  <a:lnTo>
                    <a:pt x="618499" y="729057"/>
                  </a:lnTo>
                  <a:lnTo>
                    <a:pt x="629395" y="790681"/>
                  </a:lnTo>
                  <a:lnTo>
                    <a:pt x="638770" y="852614"/>
                  </a:lnTo>
                  <a:lnTo>
                    <a:pt x="646471" y="910062"/>
                  </a:lnTo>
                  <a:lnTo>
                    <a:pt x="652345" y="958230"/>
                  </a:lnTo>
                  <a:lnTo>
                    <a:pt x="656240" y="992324"/>
                  </a:lnTo>
                  <a:lnTo>
                    <a:pt x="647713" y="1008217"/>
                  </a:lnTo>
                  <a:lnTo>
                    <a:pt x="582069" y="993940"/>
                  </a:lnTo>
                  <a:lnTo>
                    <a:pt x="538102" y="971334"/>
                  </a:lnTo>
                  <a:lnTo>
                    <a:pt x="495474" y="943458"/>
                  </a:lnTo>
                  <a:lnTo>
                    <a:pt x="460757" y="914096"/>
                  </a:lnTo>
                  <a:lnTo>
                    <a:pt x="426190" y="853773"/>
                  </a:lnTo>
                  <a:lnTo>
                    <a:pt x="408952" y="773175"/>
                  </a:lnTo>
                  <a:lnTo>
                    <a:pt x="410596" y="711368"/>
                  </a:lnTo>
                  <a:lnTo>
                    <a:pt x="422111" y="625581"/>
                  </a:lnTo>
                  <a:lnTo>
                    <a:pt x="438213" y="540019"/>
                  </a:lnTo>
                  <a:lnTo>
                    <a:pt x="449853" y="481572"/>
                  </a:lnTo>
                  <a:lnTo>
                    <a:pt x="453638" y="447059"/>
                  </a:lnTo>
                  <a:lnTo>
                    <a:pt x="446175" y="433294"/>
                  </a:lnTo>
                  <a:lnTo>
                    <a:pt x="424069" y="437094"/>
                  </a:lnTo>
                  <a:lnTo>
                    <a:pt x="392856" y="457178"/>
                  </a:lnTo>
                  <a:lnTo>
                    <a:pt x="362188" y="492012"/>
                  </a:lnTo>
                  <a:lnTo>
                    <a:pt x="334846" y="538038"/>
                  </a:lnTo>
                  <a:lnTo>
                    <a:pt x="313612" y="591694"/>
                  </a:lnTo>
                  <a:lnTo>
                    <a:pt x="301266" y="649423"/>
                  </a:lnTo>
                  <a:lnTo>
                    <a:pt x="299801" y="699719"/>
                  </a:lnTo>
                  <a:lnTo>
                    <a:pt x="303725" y="750049"/>
                  </a:lnTo>
                  <a:lnTo>
                    <a:pt x="308087" y="796026"/>
                  </a:lnTo>
                  <a:lnTo>
                    <a:pt x="307935" y="833259"/>
                  </a:lnTo>
                  <a:lnTo>
                    <a:pt x="298318" y="857360"/>
                  </a:lnTo>
                  <a:lnTo>
                    <a:pt x="274283" y="863940"/>
                  </a:lnTo>
                  <a:lnTo>
                    <a:pt x="242487" y="859695"/>
                  </a:lnTo>
                  <a:lnTo>
                    <a:pt x="169544" y="839102"/>
                  </a:lnTo>
                  <a:lnTo>
                    <a:pt x="136583" y="819192"/>
                  </a:lnTo>
                  <a:lnTo>
                    <a:pt x="111420" y="790497"/>
                  </a:lnTo>
                  <a:lnTo>
                    <a:pt x="98150" y="751237"/>
                  </a:lnTo>
                  <a:lnTo>
                    <a:pt x="100864" y="699631"/>
                  </a:lnTo>
                  <a:lnTo>
                    <a:pt x="119670" y="636415"/>
                  </a:lnTo>
                  <a:lnTo>
                    <a:pt x="145821" y="582690"/>
                  </a:lnTo>
                  <a:lnTo>
                    <a:pt x="176168" y="538048"/>
                  </a:lnTo>
                  <a:lnTo>
                    <a:pt x="207560" y="502083"/>
                  </a:lnTo>
                  <a:lnTo>
                    <a:pt x="236848" y="474385"/>
                  </a:lnTo>
                  <a:lnTo>
                    <a:pt x="286478" y="433568"/>
                  </a:lnTo>
                  <a:lnTo>
                    <a:pt x="298382" y="419130"/>
                  </a:lnTo>
                  <a:lnTo>
                    <a:pt x="290857" y="411829"/>
                  </a:lnTo>
                  <a:lnTo>
                    <a:pt x="258168" y="412257"/>
                  </a:lnTo>
                  <a:lnTo>
                    <a:pt x="225014" y="422892"/>
                  </a:lnTo>
                  <a:lnTo>
                    <a:pt x="182823" y="446899"/>
                  </a:lnTo>
                  <a:lnTo>
                    <a:pt x="136623" y="480138"/>
                  </a:lnTo>
                  <a:lnTo>
                    <a:pt x="91440" y="518466"/>
                  </a:lnTo>
                  <a:lnTo>
                    <a:pt x="52301" y="557742"/>
                  </a:lnTo>
                  <a:lnTo>
                    <a:pt x="24232" y="593822"/>
                  </a:lnTo>
                  <a:lnTo>
                    <a:pt x="12260" y="622565"/>
                  </a:lnTo>
                  <a:lnTo>
                    <a:pt x="3963" y="610318"/>
                  </a:lnTo>
                  <a:lnTo>
                    <a:pt x="0" y="588831"/>
                  </a:lnTo>
                  <a:lnTo>
                    <a:pt x="635" y="559876"/>
                  </a:lnTo>
                  <a:lnTo>
                    <a:pt x="6137" y="525227"/>
                  </a:lnTo>
                  <a:lnTo>
                    <a:pt x="16772" y="486657"/>
                  </a:lnTo>
                  <a:lnTo>
                    <a:pt x="32808" y="445937"/>
                  </a:lnTo>
                  <a:lnTo>
                    <a:pt x="54510" y="404841"/>
                  </a:lnTo>
                  <a:lnTo>
                    <a:pt x="82147" y="365141"/>
                  </a:lnTo>
                  <a:lnTo>
                    <a:pt x="115986" y="328611"/>
                  </a:lnTo>
                  <a:lnTo>
                    <a:pt x="156292" y="297022"/>
                  </a:lnTo>
                  <a:lnTo>
                    <a:pt x="203334" y="272148"/>
                  </a:lnTo>
                  <a:lnTo>
                    <a:pt x="257377" y="255761"/>
                  </a:lnTo>
                  <a:lnTo>
                    <a:pt x="318690" y="249634"/>
                  </a:lnTo>
                </a:path>
              </a:pathLst>
            </a:custGeom>
            <a:ln w="10470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" name="object 50" descr=""/>
          <p:cNvGrpSpPr/>
          <p:nvPr/>
        </p:nvGrpSpPr>
        <p:grpSpPr>
          <a:xfrm>
            <a:off x="9036322" y="3186228"/>
            <a:ext cx="1066800" cy="620395"/>
            <a:chOff x="9036322" y="3186228"/>
            <a:chExt cx="1066800" cy="620395"/>
          </a:xfrm>
        </p:grpSpPr>
        <p:sp>
          <p:nvSpPr>
            <p:cNvPr id="51" name="object 51" descr=""/>
            <p:cNvSpPr/>
            <p:nvPr/>
          </p:nvSpPr>
          <p:spPr>
            <a:xfrm>
              <a:off x="9036322" y="3186228"/>
              <a:ext cx="1066800" cy="620395"/>
            </a:xfrm>
            <a:custGeom>
              <a:avLst/>
              <a:gdLst/>
              <a:ahLst/>
              <a:cxnLst/>
              <a:rect l="l" t="t" r="r" b="b"/>
              <a:pathLst>
                <a:path w="1066800" h="620395">
                  <a:moveTo>
                    <a:pt x="1013487" y="0"/>
                  </a:moveTo>
                  <a:lnTo>
                    <a:pt x="53024" y="0"/>
                  </a:lnTo>
                  <a:lnTo>
                    <a:pt x="32454" y="4145"/>
                  </a:lnTo>
                  <a:lnTo>
                    <a:pt x="15592" y="15473"/>
                  </a:lnTo>
                  <a:lnTo>
                    <a:pt x="4190" y="32317"/>
                  </a:lnTo>
                  <a:lnTo>
                    <a:pt x="0" y="53014"/>
                  </a:lnTo>
                  <a:lnTo>
                    <a:pt x="0" y="567270"/>
                  </a:lnTo>
                  <a:lnTo>
                    <a:pt x="4147" y="587834"/>
                  </a:lnTo>
                  <a:lnTo>
                    <a:pt x="15478" y="604693"/>
                  </a:lnTo>
                  <a:lnTo>
                    <a:pt x="32326" y="616094"/>
                  </a:lnTo>
                  <a:lnTo>
                    <a:pt x="53024" y="620284"/>
                  </a:lnTo>
                  <a:lnTo>
                    <a:pt x="1013487" y="620284"/>
                  </a:lnTo>
                  <a:lnTo>
                    <a:pt x="1034183" y="616094"/>
                  </a:lnTo>
                  <a:lnTo>
                    <a:pt x="1051028" y="604693"/>
                  </a:lnTo>
                  <a:lnTo>
                    <a:pt x="1062355" y="587834"/>
                  </a:lnTo>
                  <a:lnTo>
                    <a:pt x="1066501" y="567270"/>
                  </a:lnTo>
                  <a:lnTo>
                    <a:pt x="1066501" y="53014"/>
                  </a:lnTo>
                  <a:lnTo>
                    <a:pt x="1062355" y="32450"/>
                  </a:lnTo>
                  <a:lnTo>
                    <a:pt x="1051028" y="15591"/>
                  </a:lnTo>
                  <a:lnTo>
                    <a:pt x="1034183" y="4189"/>
                  </a:lnTo>
                  <a:lnTo>
                    <a:pt x="1013487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9036322" y="3186228"/>
              <a:ext cx="1066800" cy="620395"/>
            </a:xfrm>
            <a:custGeom>
              <a:avLst/>
              <a:gdLst/>
              <a:ahLst/>
              <a:cxnLst/>
              <a:rect l="l" t="t" r="r" b="b"/>
              <a:pathLst>
                <a:path w="1066800" h="620395">
                  <a:moveTo>
                    <a:pt x="1013487" y="0"/>
                  </a:moveTo>
                  <a:lnTo>
                    <a:pt x="53024" y="0"/>
                  </a:lnTo>
                  <a:lnTo>
                    <a:pt x="32454" y="4145"/>
                  </a:lnTo>
                  <a:lnTo>
                    <a:pt x="15592" y="15473"/>
                  </a:lnTo>
                  <a:lnTo>
                    <a:pt x="4190" y="32317"/>
                  </a:lnTo>
                  <a:lnTo>
                    <a:pt x="0" y="53014"/>
                  </a:lnTo>
                  <a:lnTo>
                    <a:pt x="0" y="567270"/>
                  </a:lnTo>
                  <a:lnTo>
                    <a:pt x="4147" y="587834"/>
                  </a:lnTo>
                  <a:lnTo>
                    <a:pt x="15478" y="604693"/>
                  </a:lnTo>
                  <a:lnTo>
                    <a:pt x="32326" y="616094"/>
                  </a:lnTo>
                  <a:lnTo>
                    <a:pt x="53024" y="620284"/>
                  </a:lnTo>
                  <a:lnTo>
                    <a:pt x="1013487" y="620284"/>
                  </a:lnTo>
                  <a:lnTo>
                    <a:pt x="1034183" y="616094"/>
                  </a:lnTo>
                  <a:lnTo>
                    <a:pt x="1051028" y="604693"/>
                  </a:lnTo>
                  <a:lnTo>
                    <a:pt x="1062355" y="587834"/>
                  </a:lnTo>
                  <a:lnTo>
                    <a:pt x="1066501" y="567270"/>
                  </a:lnTo>
                  <a:lnTo>
                    <a:pt x="1066501" y="53014"/>
                  </a:lnTo>
                  <a:lnTo>
                    <a:pt x="1062355" y="32450"/>
                  </a:lnTo>
                  <a:lnTo>
                    <a:pt x="1051028" y="15591"/>
                  </a:lnTo>
                  <a:lnTo>
                    <a:pt x="1034183" y="4189"/>
                  </a:lnTo>
                  <a:lnTo>
                    <a:pt x="101348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418437" y="3457186"/>
              <a:ext cx="344170" cy="349885"/>
            </a:xfrm>
            <a:custGeom>
              <a:avLst/>
              <a:gdLst/>
              <a:ahLst/>
              <a:cxnLst/>
              <a:rect l="l" t="t" r="r" b="b"/>
              <a:pathLst>
                <a:path w="344170" h="349885">
                  <a:moveTo>
                    <a:pt x="108687" y="0"/>
                  </a:moveTo>
                  <a:lnTo>
                    <a:pt x="110655" y="25565"/>
                  </a:lnTo>
                  <a:lnTo>
                    <a:pt x="111058" y="77443"/>
                  </a:lnTo>
                  <a:lnTo>
                    <a:pt x="103102" y="126654"/>
                  </a:lnTo>
                  <a:lnTo>
                    <a:pt x="79997" y="144215"/>
                  </a:lnTo>
                  <a:lnTo>
                    <a:pt x="54746" y="149616"/>
                  </a:lnTo>
                  <a:lnTo>
                    <a:pt x="37996" y="154364"/>
                  </a:lnTo>
                  <a:lnTo>
                    <a:pt x="22247" y="161110"/>
                  </a:lnTo>
                  <a:lnTo>
                    <a:pt x="0" y="172507"/>
                  </a:lnTo>
                  <a:lnTo>
                    <a:pt x="37309" y="349325"/>
                  </a:lnTo>
                  <a:lnTo>
                    <a:pt x="296337" y="349325"/>
                  </a:lnTo>
                  <a:lnTo>
                    <a:pt x="344062" y="175492"/>
                  </a:lnTo>
                  <a:lnTo>
                    <a:pt x="339007" y="173254"/>
                  </a:lnTo>
                  <a:lnTo>
                    <a:pt x="325957" y="167670"/>
                  </a:lnTo>
                  <a:lnTo>
                    <a:pt x="308083" y="160428"/>
                  </a:lnTo>
                  <a:lnTo>
                    <a:pt x="288556" y="153220"/>
                  </a:lnTo>
                  <a:lnTo>
                    <a:pt x="270178" y="144323"/>
                  </a:lnTo>
                  <a:lnTo>
                    <a:pt x="261574" y="128638"/>
                  </a:lnTo>
                  <a:lnTo>
                    <a:pt x="258234" y="110376"/>
                  </a:lnTo>
                  <a:lnTo>
                    <a:pt x="255646" y="93745"/>
                  </a:lnTo>
                  <a:lnTo>
                    <a:pt x="252979" y="81562"/>
                  </a:lnTo>
                  <a:lnTo>
                    <a:pt x="252726" y="68173"/>
                  </a:lnTo>
                  <a:lnTo>
                    <a:pt x="255459" y="45183"/>
                  </a:lnTo>
                  <a:lnTo>
                    <a:pt x="261751" y="4198"/>
                  </a:lnTo>
                  <a:lnTo>
                    <a:pt x="108687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9484881" y="3363257"/>
              <a:ext cx="255270" cy="67945"/>
            </a:xfrm>
            <a:custGeom>
              <a:avLst/>
              <a:gdLst/>
              <a:ahLst/>
              <a:cxnLst/>
              <a:rect l="l" t="t" r="r" b="b"/>
              <a:pathLst>
                <a:path w="255270" h="67945">
                  <a:moveTo>
                    <a:pt x="36258" y="55702"/>
                  </a:moveTo>
                  <a:lnTo>
                    <a:pt x="35636" y="9639"/>
                  </a:lnTo>
                  <a:lnTo>
                    <a:pt x="33502" y="7429"/>
                  </a:lnTo>
                  <a:lnTo>
                    <a:pt x="27787" y="3073"/>
                  </a:lnTo>
                  <a:lnTo>
                    <a:pt x="19519" y="0"/>
                  </a:lnTo>
                  <a:lnTo>
                    <a:pt x="9728" y="1612"/>
                  </a:lnTo>
                  <a:lnTo>
                    <a:pt x="2692" y="5613"/>
                  </a:lnTo>
                  <a:lnTo>
                    <a:pt x="0" y="10350"/>
                  </a:lnTo>
                  <a:lnTo>
                    <a:pt x="1346" y="18859"/>
                  </a:lnTo>
                  <a:lnTo>
                    <a:pt x="19138" y="55079"/>
                  </a:lnTo>
                  <a:lnTo>
                    <a:pt x="33197" y="59804"/>
                  </a:lnTo>
                  <a:lnTo>
                    <a:pt x="36258" y="55702"/>
                  </a:lnTo>
                  <a:close/>
                </a:path>
                <a:path w="255270" h="67945">
                  <a:moveTo>
                    <a:pt x="255117" y="22910"/>
                  </a:moveTo>
                  <a:lnTo>
                    <a:pt x="253276" y="17843"/>
                  </a:lnTo>
                  <a:lnTo>
                    <a:pt x="247015" y="12839"/>
                  </a:lnTo>
                  <a:lnTo>
                    <a:pt x="237617" y="9779"/>
                  </a:lnTo>
                  <a:lnTo>
                    <a:pt x="228942" y="11582"/>
                  </a:lnTo>
                  <a:lnTo>
                    <a:pt x="222554" y="15024"/>
                  </a:lnTo>
                  <a:lnTo>
                    <a:pt x="220078" y="16891"/>
                  </a:lnTo>
                  <a:lnTo>
                    <a:pt x="211569" y="62293"/>
                  </a:lnTo>
                  <a:lnTo>
                    <a:pt x="213918" y="66789"/>
                  </a:lnTo>
                  <a:lnTo>
                    <a:pt x="221691" y="67360"/>
                  </a:lnTo>
                  <a:lnTo>
                    <a:pt x="228587" y="64198"/>
                  </a:lnTo>
                  <a:lnTo>
                    <a:pt x="252349" y="31115"/>
                  </a:lnTo>
                  <a:lnTo>
                    <a:pt x="255117" y="22910"/>
                  </a:lnTo>
                  <a:close/>
                </a:path>
              </a:pathLst>
            </a:custGeom>
            <a:solidFill>
              <a:srgbClr val="E2AB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9484881" y="3231863"/>
              <a:ext cx="255270" cy="290830"/>
            </a:xfrm>
            <a:custGeom>
              <a:avLst/>
              <a:gdLst/>
              <a:ahLst/>
              <a:cxnLst/>
              <a:rect l="l" t="t" r="r" b="b"/>
              <a:pathLst>
                <a:path w="255270" h="290829">
                  <a:moveTo>
                    <a:pt x="255117" y="154305"/>
                  </a:moveTo>
                  <a:lnTo>
                    <a:pt x="253276" y="149237"/>
                  </a:lnTo>
                  <a:lnTo>
                    <a:pt x="247015" y="144233"/>
                  </a:lnTo>
                  <a:lnTo>
                    <a:pt x="237617" y="141173"/>
                  </a:lnTo>
                  <a:lnTo>
                    <a:pt x="232498" y="142240"/>
                  </a:lnTo>
                  <a:lnTo>
                    <a:pt x="238404" y="83362"/>
                  </a:lnTo>
                  <a:lnTo>
                    <a:pt x="219887" y="45618"/>
                  </a:lnTo>
                  <a:lnTo>
                    <a:pt x="188468" y="18313"/>
                  </a:lnTo>
                  <a:lnTo>
                    <a:pt x="134912" y="3086"/>
                  </a:lnTo>
                  <a:lnTo>
                    <a:pt x="76276" y="0"/>
                  </a:lnTo>
                  <a:lnTo>
                    <a:pt x="44538" y="5816"/>
                  </a:lnTo>
                  <a:lnTo>
                    <a:pt x="28752" y="26670"/>
                  </a:lnTo>
                  <a:lnTo>
                    <a:pt x="17945" y="68707"/>
                  </a:lnTo>
                  <a:lnTo>
                    <a:pt x="18745" y="131521"/>
                  </a:lnTo>
                  <a:lnTo>
                    <a:pt x="9728" y="133007"/>
                  </a:lnTo>
                  <a:lnTo>
                    <a:pt x="2692" y="137007"/>
                  </a:lnTo>
                  <a:lnTo>
                    <a:pt x="0" y="141744"/>
                  </a:lnTo>
                  <a:lnTo>
                    <a:pt x="1346" y="150253"/>
                  </a:lnTo>
                  <a:lnTo>
                    <a:pt x="19138" y="186474"/>
                  </a:lnTo>
                  <a:lnTo>
                    <a:pt x="21805" y="188252"/>
                  </a:lnTo>
                  <a:lnTo>
                    <a:pt x="22085" y="192887"/>
                  </a:lnTo>
                  <a:lnTo>
                    <a:pt x="41719" y="241173"/>
                  </a:lnTo>
                  <a:lnTo>
                    <a:pt x="74345" y="275196"/>
                  </a:lnTo>
                  <a:lnTo>
                    <a:pt x="115735" y="290664"/>
                  </a:lnTo>
                  <a:lnTo>
                    <a:pt x="128651" y="289788"/>
                  </a:lnTo>
                  <a:lnTo>
                    <a:pt x="177101" y="262178"/>
                  </a:lnTo>
                  <a:lnTo>
                    <a:pt x="211315" y="230555"/>
                  </a:lnTo>
                  <a:lnTo>
                    <a:pt x="225882" y="196837"/>
                  </a:lnTo>
                  <a:lnTo>
                    <a:pt x="228587" y="195592"/>
                  </a:lnTo>
                  <a:lnTo>
                    <a:pt x="236131" y="188061"/>
                  </a:lnTo>
                  <a:lnTo>
                    <a:pt x="242214" y="180416"/>
                  </a:lnTo>
                  <a:lnTo>
                    <a:pt x="244716" y="176911"/>
                  </a:lnTo>
                  <a:lnTo>
                    <a:pt x="252349" y="162509"/>
                  </a:lnTo>
                  <a:lnTo>
                    <a:pt x="255117" y="154305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504748" y="3353532"/>
              <a:ext cx="213867" cy="201313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9820629" y="3661749"/>
              <a:ext cx="57150" cy="144780"/>
            </a:xfrm>
            <a:custGeom>
              <a:avLst/>
              <a:gdLst/>
              <a:ahLst/>
              <a:cxnLst/>
              <a:rect l="l" t="t" r="r" b="b"/>
              <a:pathLst>
                <a:path w="57150" h="144779">
                  <a:moveTo>
                    <a:pt x="24355" y="0"/>
                  </a:moveTo>
                  <a:lnTo>
                    <a:pt x="18402" y="29573"/>
                  </a:lnTo>
                  <a:lnTo>
                    <a:pt x="4927" y="107340"/>
                  </a:lnTo>
                  <a:lnTo>
                    <a:pt x="0" y="144763"/>
                  </a:lnTo>
                  <a:lnTo>
                    <a:pt x="56824" y="144763"/>
                  </a:lnTo>
                  <a:lnTo>
                    <a:pt x="55351" y="130510"/>
                  </a:lnTo>
                  <a:lnTo>
                    <a:pt x="47725" y="81089"/>
                  </a:lnTo>
                  <a:lnTo>
                    <a:pt x="37531" y="36983"/>
                  </a:lnTo>
                  <a:lnTo>
                    <a:pt x="2435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9820632" y="3661742"/>
              <a:ext cx="38735" cy="144780"/>
            </a:xfrm>
            <a:custGeom>
              <a:avLst/>
              <a:gdLst/>
              <a:ahLst/>
              <a:cxnLst/>
              <a:rect l="l" t="t" r="r" b="b"/>
              <a:pathLst>
                <a:path w="38734" h="144779">
                  <a:moveTo>
                    <a:pt x="24355" y="0"/>
                  </a:moveTo>
                  <a:lnTo>
                    <a:pt x="18402" y="29575"/>
                  </a:lnTo>
                  <a:lnTo>
                    <a:pt x="4927" y="107346"/>
                  </a:lnTo>
                  <a:lnTo>
                    <a:pt x="0" y="144769"/>
                  </a:lnTo>
                  <a:lnTo>
                    <a:pt x="38335" y="144769"/>
                  </a:lnTo>
                  <a:lnTo>
                    <a:pt x="37189" y="111278"/>
                  </a:lnTo>
                  <a:lnTo>
                    <a:pt x="32480" y="55530"/>
                  </a:lnTo>
                  <a:lnTo>
                    <a:pt x="24355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9310660" y="3570418"/>
              <a:ext cx="542290" cy="236220"/>
            </a:xfrm>
            <a:custGeom>
              <a:avLst/>
              <a:gdLst/>
              <a:ahLst/>
              <a:cxnLst/>
              <a:rect l="l" t="t" r="r" b="b"/>
              <a:pathLst>
                <a:path w="542290" h="236220">
                  <a:moveTo>
                    <a:pt x="213281" y="0"/>
                  </a:moveTo>
                  <a:lnTo>
                    <a:pt x="162993" y="15531"/>
                  </a:lnTo>
                  <a:lnTo>
                    <a:pt x="97256" y="29105"/>
                  </a:lnTo>
                  <a:lnTo>
                    <a:pt x="36211" y="42688"/>
                  </a:lnTo>
                  <a:lnTo>
                    <a:pt x="0" y="58249"/>
                  </a:lnTo>
                  <a:lnTo>
                    <a:pt x="1301" y="87074"/>
                  </a:lnTo>
                  <a:lnTo>
                    <a:pt x="4107" y="152429"/>
                  </a:lnTo>
                  <a:lnTo>
                    <a:pt x="6767" y="222638"/>
                  </a:lnTo>
                  <a:lnTo>
                    <a:pt x="7035" y="236093"/>
                  </a:lnTo>
                  <a:lnTo>
                    <a:pt x="541651" y="236093"/>
                  </a:lnTo>
                  <a:lnTo>
                    <a:pt x="541370" y="159851"/>
                  </a:lnTo>
                  <a:lnTo>
                    <a:pt x="538888" y="119808"/>
                  </a:lnTo>
                  <a:lnTo>
                    <a:pt x="504835" y="70095"/>
                  </a:lnTo>
                  <a:lnTo>
                    <a:pt x="406008" y="25476"/>
                  </a:lnTo>
                  <a:lnTo>
                    <a:pt x="371589" y="2922"/>
                  </a:lnTo>
                  <a:lnTo>
                    <a:pt x="306605" y="2922"/>
                  </a:lnTo>
                  <a:lnTo>
                    <a:pt x="254128" y="2211"/>
                  </a:lnTo>
                  <a:lnTo>
                    <a:pt x="213281" y="0"/>
                  </a:lnTo>
                  <a:close/>
                </a:path>
                <a:path w="542290" h="236220">
                  <a:moveTo>
                    <a:pt x="371171" y="2649"/>
                  </a:moveTo>
                  <a:lnTo>
                    <a:pt x="306605" y="2922"/>
                  </a:lnTo>
                  <a:lnTo>
                    <a:pt x="371589" y="2922"/>
                  </a:lnTo>
                  <a:lnTo>
                    <a:pt x="371171" y="2649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9308825" y="3655878"/>
              <a:ext cx="50165" cy="151130"/>
            </a:xfrm>
            <a:custGeom>
              <a:avLst/>
              <a:gdLst/>
              <a:ahLst/>
              <a:cxnLst/>
              <a:rect l="l" t="t" r="r" b="b"/>
              <a:pathLst>
                <a:path w="50165" h="151129">
                  <a:moveTo>
                    <a:pt x="0" y="0"/>
                  </a:moveTo>
                  <a:lnTo>
                    <a:pt x="442" y="42264"/>
                  </a:lnTo>
                  <a:lnTo>
                    <a:pt x="3947" y="98186"/>
                  </a:lnTo>
                  <a:lnTo>
                    <a:pt x="7870" y="150634"/>
                  </a:lnTo>
                  <a:lnTo>
                    <a:pt x="50118" y="150634"/>
                  </a:lnTo>
                  <a:lnTo>
                    <a:pt x="45605" y="84474"/>
                  </a:lnTo>
                  <a:lnTo>
                    <a:pt x="32920" y="195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9523309" y="3539102"/>
              <a:ext cx="158750" cy="64769"/>
            </a:xfrm>
            <a:custGeom>
              <a:avLst/>
              <a:gdLst/>
              <a:ahLst/>
              <a:cxnLst/>
              <a:rect l="l" t="t" r="r" b="b"/>
              <a:pathLst>
                <a:path w="158750" h="64770">
                  <a:moveTo>
                    <a:pt x="636" y="0"/>
                  </a:moveTo>
                  <a:lnTo>
                    <a:pt x="70" y="8544"/>
                  </a:lnTo>
                  <a:lnTo>
                    <a:pt x="0" y="18420"/>
                  </a:lnTo>
                  <a:lnTo>
                    <a:pt x="636" y="31318"/>
                  </a:lnTo>
                  <a:lnTo>
                    <a:pt x="22654" y="44616"/>
                  </a:lnTo>
                  <a:lnTo>
                    <a:pt x="53464" y="55307"/>
                  </a:lnTo>
                  <a:lnTo>
                    <a:pt x="83100" y="62275"/>
                  </a:lnTo>
                  <a:lnTo>
                    <a:pt x="101596" y="64406"/>
                  </a:lnTo>
                  <a:lnTo>
                    <a:pt x="114826" y="61636"/>
                  </a:lnTo>
                  <a:lnTo>
                    <a:pt x="132016" y="55143"/>
                  </a:lnTo>
                  <a:lnTo>
                    <a:pt x="148229" y="45672"/>
                  </a:lnTo>
                  <a:lnTo>
                    <a:pt x="158526" y="33967"/>
                  </a:lnTo>
                  <a:lnTo>
                    <a:pt x="158463" y="16114"/>
                  </a:lnTo>
                  <a:lnTo>
                    <a:pt x="157102" y="11465"/>
                  </a:lnTo>
                  <a:lnTo>
                    <a:pt x="136057" y="19074"/>
                  </a:lnTo>
                  <a:lnTo>
                    <a:pt x="120772" y="24121"/>
                  </a:lnTo>
                  <a:lnTo>
                    <a:pt x="106884" y="27349"/>
                  </a:lnTo>
                  <a:lnTo>
                    <a:pt x="105602" y="38377"/>
                  </a:lnTo>
                  <a:lnTo>
                    <a:pt x="103822" y="49308"/>
                  </a:lnTo>
                  <a:lnTo>
                    <a:pt x="101125" y="61317"/>
                  </a:lnTo>
                  <a:lnTo>
                    <a:pt x="96744" y="52822"/>
                  </a:lnTo>
                  <a:lnTo>
                    <a:pt x="92347" y="42702"/>
                  </a:lnTo>
                  <a:lnTo>
                    <a:pt x="87439" y="29109"/>
                  </a:lnTo>
                  <a:lnTo>
                    <a:pt x="53945" y="21458"/>
                  </a:lnTo>
                  <a:lnTo>
                    <a:pt x="27475" y="11574"/>
                  </a:lnTo>
                  <a:lnTo>
                    <a:pt x="9287" y="3180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9214275" y="3628663"/>
              <a:ext cx="151765" cy="178435"/>
            </a:xfrm>
            <a:custGeom>
              <a:avLst/>
              <a:gdLst/>
              <a:ahLst/>
              <a:cxnLst/>
              <a:rect l="l" t="t" r="r" b="b"/>
              <a:pathLst>
                <a:path w="151765" h="178435">
                  <a:moveTo>
                    <a:pt x="96386" y="0"/>
                  </a:moveTo>
                  <a:lnTo>
                    <a:pt x="55247" y="60213"/>
                  </a:lnTo>
                  <a:lnTo>
                    <a:pt x="29290" y="112436"/>
                  </a:lnTo>
                  <a:lnTo>
                    <a:pt x="2861" y="171015"/>
                  </a:lnTo>
                  <a:lnTo>
                    <a:pt x="0" y="177849"/>
                  </a:lnTo>
                  <a:lnTo>
                    <a:pt x="151468" y="177849"/>
                  </a:lnTo>
                  <a:lnTo>
                    <a:pt x="139919" y="86558"/>
                  </a:lnTo>
                  <a:lnTo>
                    <a:pt x="124627" y="41086"/>
                  </a:lnTo>
                  <a:lnTo>
                    <a:pt x="9638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9618802" y="3599566"/>
              <a:ext cx="55244" cy="207010"/>
            </a:xfrm>
            <a:custGeom>
              <a:avLst/>
              <a:gdLst/>
              <a:ahLst/>
              <a:cxnLst/>
              <a:rect l="l" t="t" r="r" b="b"/>
              <a:pathLst>
                <a:path w="55245" h="207010">
                  <a:moveTo>
                    <a:pt x="27584" y="206946"/>
                  </a:moveTo>
                  <a:lnTo>
                    <a:pt x="26466" y="176822"/>
                  </a:lnTo>
                  <a:lnTo>
                    <a:pt x="23101" y="114300"/>
                  </a:lnTo>
                  <a:lnTo>
                    <a:pt x="18122" y="52616"/>
                  </a:lnTo>
                  <a:lnTo>
                    <a:pt x="11239" y="0"/>
                  </a:lnTo>
                  <a:lnTo>
                    <a:pt x="0" y="1714"/>
                  </a:lnTo>
                  <a:lnTo>
                    <a:pt x="6832" y="53936"/>
                  </a:lnTo>
                  <a:lnTo>
                    <a:pt x="11760" y="115252"/>
                  </a:lnTo>
                  <a:lnTo>
                    <a:pt x="15113" y="177444"/>
                  </a:lnTo>
                  <a:lnTo>
                    <a:pt x="16205" y="206946"/>
                  </a:lnTo>
                  <a:lnTo>
                    <a:pt x="27584" y="206946"/>
                  </a:lnTo>
                  <a:close/>
                </a:path>
                <a:path w="55245" h="207010">
                  <a:moveTo>
                    <a:pt x="46901" y="47371"/>
                  </a:moveTo>
                  <a:lnTo>
                    <a:pt x="43218" y="43942"/>
                  </a:lnTo>
                  <a:lnTo>
                    <a:pt x="34137" y="43942"/>
                  </a:lnTo>
                  <a:lnTo>
                    <a:pt x="30454" y="47371"/>
                  </a:lnTo>
                  <a:lnTo>
                    <a:pt x="30454" y="51587"/>
                  </a:lnTo>
                  <a:lnTo>
                    <a:pt x="30454" y="55816"/>
                  </a:lnTo>
                  <a:lnTo>
                    <a:pt x="34137" y="59232"/>
                  </a:lnTo>
                  <a:lnTo>
                    <a:pt x="43218" y="59232"/>
                  </a:lnTo>
                  <a:lnTo>
                    <a:pt x="46901" y="55816"/>
                  </a:lnTo>
                  <a:lnTo>
                    <a:pt x="46901" y="47371"/>
                  </a:lnTo>
                  <a:close/>
                </a:path>
                <a:path w="55245" h="207010">
                  <a:moveTo>
                    <a:pt x="55118" y="131749"/>
                  </a:moveTo>
                  <a:lnTo>
                    <a:pt x="51435" y="128333"/>
                  </a:lnTo>
                  <a:lnTo>
                    <a:pt x="42354" y="128333"/>
                  </a:lnTo>
                  <a:lnTo>
                    <a:pt x="38671" y="131749"/>
                  </a:lnTo>
                  <a:lnTo>
                    <a:pt x="38671" y="135978"/>
                  </a:lnTo>
                  <a:lnTo>
                    <a:pt x="38671" y="140195"/>
                  </a:lnTo>
                  <a:lnTo>
                    <a:pt x="42354" y="143611"/>
                  </a:lnTo>
                  <a:lnTo>
                    <a:pt x="51435" y="143611"/>
                  </a:lnTo>
                  <a:lnTo>
                    <a:pt x="55118" y="140195"/>
                  </a:lnTo>
                  <a:lnTo>
                    <a:pt x="55118" y="13174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278965" y="7328572"/>
            <a:ext cx="6924675" cy="409575"/>
          </a:xfrm>
          <a:custGeom>
            <a:avLst/>
            <a:gdLst/>
            <a:ahLst/>
            <a:cxnLst/>
            <a:rect l="l" t="t" r="r" b="b"/>
            <a:pathLst>
              <a:path w="6924675" h="409575">
                <a:moveTo>
                  <a:pt x="6924480" y="0"/>
                </a:moveTo>
                <a:lnTo>
                  <a:pt x="1011173" y="0"/>
                </a:lnTo>
                <a:lnTo>
                  <a:pt x="0" y="409296"/>
                </a:lnTo>
                <a:lnTo>
                  <a:pt x="5913317" y="409296"/>
                </a:lnTo>
                <a:lnTo>
                  <a:pt x="6924480" y="0"/>
                </a:lnTo>
                <a:close/>
              </a:path>
            </a:pathLst>
          </a:custGeom>
          <a:solidFill>
            <a:srgbClr val="FFECAC">
              <a:alpha val="30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255549" y="2733223"/>
            <a:ext cx="2073275" cy="4232275"/>
          </a:xfrm>
          <a:custGeom>
            <a:avLst/>
            <a:gdLst/>
            <a:ahLst/>
            <a:cxnLst/>
            <a:rect l="l" t="t" r="r" b="b"/>
            <a:pathLst>
              <a:path w="2073275" h="4232275">
                <a:moveTo>
                  <a:pt x="982980" y="942174"/>
                </a:moveTo>
                <a:lnTo>
                  <a:pt x="978573" y="933818"/>
                </a:lnTo>
                <a:lnTo>
                  <a:pt x="360883" y="316115"/>
                </a:lnTo>
                <a:lnTo>
                  <a:pt x="343890" y="304888"/>
                </a:lnTo>
                <a:lnTo>
                  <a:pt x="324612" y="301294"/>
                </a:lnTo>
                <a:lnTo>
                  <a:pt x="305409" y="305308"/>
                </a:lnTo>
                <a:lnTo>
                  <a:pt x="254838" y="353860"/>
                </a:lnTo>
                <a:lnTo>
                  <a:pt x="222821" y="392430"/>
                </a:lnTo>
                <a:lnTo>
                  <a:pt x="192671" y="432536"/>
                </a:lnTo>
                <a:lnTo>
                  <a:pt x="164452" y="474103"/>
                </a:lnTo>
                <a:lnTo>
                  <a:pt x="138226" y="517093"/>
                </a:lnTo>
                <a:lnTo>
                  <a:pt x="114058" y="561416"/>
                </a:lnTo>
                <a:lnTo>
                  <a:pt x="92024" y="607009"/>
                </a:lnTo>
                <a:lnTo>
                  <a:pt x="72186" y="653808"/>
                </a:lnTo>
                <a:lnTo>
                  <a:pt x="54597" y="701751"/>
                </a:lnTo>
                <a:lnTo>
                  <a:pt x="39344" y="750760"/>
                </a:lnTo>
                <a:lnTo>
                  <a:pt x="26479" y="800785"/>
                </a:lnTo>
                <a:lnTo>
                  <a:pt x="16078" y="851750"/>
                </a:lnTo>
                <a:lnTo>
                  <a:pt x="8204" y="903592"/>
                </a:lnTo>
                <a:lnTo>
                  <a:pt x="10134" y="925258"/>
                </a:lnTo>
                <a:lnTo>
                  <a:pt x="20396" y="943444"/>
                </a:lnTo>
                <a:lnTo>
                  <a:pt x="37084" y="955954"/>
                </a:lnTo>
                <a:lnTo>
                  <a:pt x="58305" y="960615"/>
                </a:lnTo>
                <a:lnTo>
                  <a:pt x="967473" y="960615"/>
                </a:lnTo>
                <a:lnTo>
                  <a:pt x="976490" y="957821"/>
                </a:lnTo>
                <a:lnTo>
                  <a:pt x="981976" y="950925"/>
                </a:lnTo>
                <a:lnTo>
                  <a:pt x="982980" y="942174"/>
                </a:lnTo>
                <a:close/>
              </a:path>
              <a:path w="2073275" h="4232275">
                <a:moveTo>
                  <a:pt x="1025029" y="1032192"/>
                </a:moveTo>
                <a:lnTo>
                  <a:pt x="1021232" y="1013358"/>
                </a:lnTo>
                <a:lnTo>
                  <a:pt x="1010869" y="997991"/>
                </a:lnTo>
                <a:lnTo>
                  <a:pt x="995489" y="987628"/>
                </a:lnTo>
                <a:lnTo>
                  <a:pt x="976668" y="983818"/>
                </a:lnTo>
                <a:lnTo>
                  <a:pt x="50292" y="983818"/>
                </a:lnTo>
                <a:lnTo>
                  <a:pt x="14744" y="998550"/>
                </a:lnTo>
                <a:lnTo>
                  <a:pt x="12" y="1034097"/>
                </a:lnTo>
                <a:lnTo>
                  <a:pt x="0" y="4175861"/>
                </a:lnTo>
                <a:lnTo>
                  <a:pt x="4419" y="4197718"/>
                </a:lnTo>
                <a:lnTo>
                  <a:pt x="16459" y="4215574"/>
                </a:lnTo>
                <a:lnTo>
                  <a:pt x="34315" y="4227614"/>
                </a:lnTo>
                <a:lnTo>
                  <a:pt x="56172" y="4232021"/>
                </a:lnTo>
                <a:lnTo>
                  <a:pt x="968870" y="4232021"/>
                </a:lnTo>
                <a:lnTo>
                  <a:pt x="990727" y="4227614"/>
                </a:lnTo>
                <a:lnTo>
                  <a:pt x="1008583" y="4215574"/>
                </a:lnTo>
                <a:lnTo>
                  <a:pt x="1020622" y="4197718"/>
                </a:lnTo>
                <a:lnTo>
                  <a:pt x="1025029" y="4175861"/>
                </a:lnTo>
                <a:lnTo>
                  <a:pt x="1025029" y="1032192"/>
                </a:lnTo>
                <a:close/>
              </a:path>
              <a:path w="2073275" h="4232275">
                <a:moveTo>
                  <a:pt x="1025029" y="50431"/>
                </a:moveTo>
                <a:lnTo>
                  <a:pt x="1020762" y="30048"/>
                </a:lnTo>
                <a:lnTo>
                  <a:pt x="1009192" y="13652"/>
                </a:lnTo>
                <a:lnTo>
                  <a:pt x="992187" y="3035"/>
                </a:lnTo>
                <a:lnTo>
                  <a:pt x="971613" y="0"/>
                </a:lnTo>
                <a:lnTo>
                  <a:pt x="920788" y="4394"/>
                </a:lnTo>
                <a:lnTo>
                  <a:pt x="870712" y="11201"/>
                </a:lnTo>
                <a:lnTo>
                  <a:pt x="821410" y="20358"/>
                </a:lnTo>
                <a:lnTo>
                  <a:pt x="772960" y="31826"/>
                </a:lnTo>
                <a:lnTo>
                  <a:pt x="725411" y="45516"/>
                </a:lnTo>
                <a:lnTo>
                  <a:pt x="678827" y="61391"/>
                </a:lnTo>
                <a:lnTo>
                  <a:pt x="633272" y="79387"/>
                </a:lnTo>
                <a:lnTo>
                  <a:pt x="588810" y="99441"/>
                </a:lnTo>
                <a:lnTo>
                  <a:pt x="545477" y="121500"/>
                </a:lnTo>
                <a:lnTo>
                  <a:pt x="503339" y="145503"/>
                </a:lnTo>
                <a:lnTo>
                  <a:pt x="462470" y="171386"/>
                </a:lnTo>
                <a:lnTo>
                  <a:pt x="422922" y="199085"/>
                </a:lnTo>
                <a:lnTo>
                  <a:pt x="384759" y="228561"/>
                </a:lnTo>
                <a:lnTo>
                  <a:pt x="366229" y="265112"/>
                </a:lnTo>
                <a:lnTo>
                  <a:pt x="369392" y="285445"/>
                </a:lnTo>
                <a:lnTo>
                  <a:pt x="381000" y="303428"/>
                </a:lnTo>
                <a:lnTo>
                  <a:pt x="998232" y="920635"/>
                </a:lnTo>
                <a:lnTo>
                  <a:pt x="1006589" y="925042"/>
                </a:lnTo>
                <a:lnTo>
                  <a:pt x="1015339" y="924039"/>
                </a:lnTo>
                <a:lnTo>
                  <a:pt x="1022235" y="918552"/>
                </a:lnTo>
                <a:lnTo>
                  <a:pt x="1025029" y="909535"/>
                </a:lnTo>
                <a:lnTo>
                  <a:pt x="1025029" y="50431"/>
                </a:lnTo>
                <a:close/>
              </a:path>
              <a:path w="2073275" h="4232275">
                <a:moveTo>
                  <a:pt x="1705419" y="263715"/>
                </a:moveTo>
                <a:lnTo>
                  <a:pt x="1686610" y="227050"/>
                </a:lnTo>
                <a:lnTo>
                  <a:pt x="1648714" y="197916"/>
                </a:lnTo>
                <a:lnTo>
                  <a:pt x="1609471" y="170522"/>
                </a:lnTo>
                <a:lnTo>
                  <a:pt x="1568932" y="144919"/>
                </a:lnTo>
                <a:lnTo>
                  <a:pt x="1527162" y="121170"/>
                </a:lnTo>
                <a:lnTo>
                  <a:pt x="1484210" y="99326"/>
                </a:lnTo>
                <a:lnTo>
                  <a:pt x="1440129" y="79451"/>
                </a:lnTo>
                <a:lnTo>
                  <a:pt x="1394574" y="61442"/>
                </a:lnTo>
                <a:lnTo>
                  <a:pt x="1347990" y="45567"/>
                </a:lnTo>
                <a:lnTo>
                  <a:pt x="1300454" y="31851"/>
                </a:lnTo>
                <a:lnTo>
                  <a:pt x="1252004" y="20383"/>
                </a:lnTo>
                <a:lnTo>
                  <a:pt x="1202702" y="11214"/>
                </a:lnTo>
                <a:lnTo>
                  <a:pt x="1152613" y="4406"/>
                </a:lnTo>
                <a:lnTo>
                  <a:pt x="1101801" y="12"/>
                </a:lnTo>
                <a:lnTo>
                  <a:pt x="1081189" y="3035"/>
                </a:lnTo>
                <a:lnTo>
                  <a:pt x="1064133" y="13639"/>
                </a:lnTo>
                <a:lnTo>
                  <a:pt x="1052537" y="30035"/>
                </a:lnTo>
                <a:lnTo>
                  <a:pt x="1048245" y="50444"/>
                </a:lnTo>
                <a:lnTo>
                  <a:pt x="1048245" y="906741"/>
                </a:lnTo>
                <a:lnTo>
                  <a:pt x="1051039" y="915771"/>
                </a:lnTo>
                <a:lnTo>
                  <a:pt x="1057935" y="921258"/>
                </a:lnTo>
                <a:lnTo>
                  <a:pt x="1066685" y="922248"/>
                </a:lnTo>
                <a:lnTo>
                  <a:pt x="1075042" y="917841"/>
                </a:lnTo>
                <a:lnTo>
                  <a:pt x="1690725" y="302183"/>
                </a:lnTo>
                <a:lnTo>
                  <a:pt x="1702346" y="284124"/>
                </a:lnTo>
                <a:lnTo>
                  <a:pt x="1705419" y="263715"/>
                </a:lnTo>
                <a:close/>
              </a:path>
              <a:path w="2073275" h="4232275">
                <a:moveTo>
                  <a:pt x="2065045" y="903579"/>
                </a:moveTo>
                <a:lnTo>
                  <a:pt x="2057146" y="851573"/>
                </a:lnTo>
                <a:lnTo>
                  <a:pt x="2046693" y="800455"/>
                </a:lnTo>
                <a:lnTo>
                  <a:pt x="2033778" y="750290"/>
                </a:lnTo>
                <a:lnTo>
                  <a:pt x="2018436" y="701128"/>
                </a:lnTo>
                <a:lnTo>
                  <a:pt x="2000770" y="653059"/>
                </a:lnTo>
                <a:lnTo>
                  <a:pt x="1980831" y="606132"/>
                </a:lnTo>
                <a:lnTo>
                  <a:pt x="1958670" y="560425"/>
                </a:lnTo>
                <a:lnTo>
                  <a:pt x="1934387" y="515988"/>
                </a:lnTo>
                <a:lnTo>
                  <a:pt x="1908022" y="472909"/>
                </a:lnTo>
                <a:lnTo>
                  <a:pt x="1879650" y="431253"/>
                </a:lnTo>
                <a:lnTo>
                  <a:pt x="1849348" y="391071"/>
                </a:lnTo>
                <a:lnTo>
                  <a:pt x="1817166" y="352437"/>
                </a:lnTo>
                <a:lnTo>
                  <a:pt x="1783181" y="315429"/>
                </a:lnTo>
                <a:lnTo>
                  <a:pt x="1747240" y="299897"/>
                </a:lnTo>
                <a:lnTo>
                  <a:pt x="1727987" y="303491"/>
                </a:lnTo>
                <a:lnTo>
                  <a:pt x="1711020" y="314718"/>
                </a:lnTo>
                <a:lnTo>
                  <a:pt x="1091920" y="933818"/>
                </a:lnTo>
                <a:lnTo>
                  <a:pt x="1087513" y="942174"/>
                </a:lnTo>
                <a:lnTo>
                  <a:pt x="1088517" y="950925"/>
                </a:lnTo>
                <a:lnTo>
                  <a:pt x="1093990" y="957821"/>
                </a:lnTo>
                <a:lnTo>
                  <a:pt x="1103020" y="960615"/>
                </a:lnTo>
                <a:lnTo>
                  <a:pt x="2014943" y="960615"/>
                </a:lnTo>
                <a:lnTo>
                  <a:pt x="2036178" y="955954"/>
                </a:lnTo>
                <a:lnTo>
                  <a:pt x="2052866" y="943444"/>
                </a:lnTo>
                <a:lnTo>
                  <a:pt x="2063127" y="925245"/>
                </a:lnTo>
                <a:lnTo>
                  <a:pt x="2065045" y="903579"/>
                </a:lnTo>
                <a:close/>
              </a:path>
              <a:path w="2073275" h="4232275">
                <a:moveTo>
                  <a:pt x="2073249" y="1034605"/>
                </a:moveTo>
                <a:lnTo>
                  <a:pt x="2069287" y="1014526"/>
                </a:lnTo>
                <a:lnTo>
                  <a:pt x="2058504" y="998550"/>
                </a:lnTo>
                <a:lnTo>
                  <a:pt x="2042528" y="987780"/>
                </a:lnTo>
                <a:lnTo>
                  <a:pt x="2022970" y="983830"/>
                </a:lnTo>
                <a:lnTo>
                  <a:pt x="1096606" y="983830"/>
                </a:lnTo>
                <a:lnTo>
                  <a:pt x="1077785" y="987628"/>
                </a:lnTo>
                <a:lnTo>
                  <a:pt x="1062405" y="997991"/>
                </a:lnTo>
                <a:lnTo>
                  <a:pt x="1052042" y="1013358"/>
                </a:lnTo>
                <a:lnTo>
                  <a:pt x="1048245" y="1032179"/>
                </a:lnTo>
                <a:lnTo>
                  <a:pt x="1048245" y="4175861"/>
                </a:lnTo>
                <a:lnTo>
                  <a:pt x="1052652" y="4197731"/>
                </a:lnTo>
                <a:lnTo>
                  <a:pt x="1064691" y="4215574"/>
                </a:lnTo>
                <a:lnTo>
                  <a:pt x="1082548" y="4227614"/>
                </a:lnTo>
                <a:lnTo>
                  <a:pt x="1104404" y="4232021"/>
                </a:lnTo>
                <a:lnTo>
                  <a:pt x="2017077" y="4232021"/>
                </a:lnTo>
                <a:lnTo>
                  <a:pt x="2038946" y="4227614"/>
                </a:lnTo>
                <a:lnTo>
                  <a:pt x="2056803" y="4215574"/>
                </a:lnTo>
                <a:lnTo>
                  <a:pt x="2068830" y="4197731"/>
                </a:lnTo>
                <a:lnTo>
                  <a:pt x="2073249" y="4175861"/>
                </a:lnTo>
                <a:lnTo>
                  <a:pt x="2073249" y="1034605"/>
                </a:lnTo>
                <a:close/>
              </a:path>
            </a:pathLst>
          </a:custGeom>
          <a:solidFill>
            <a:srgbClr val="CDEB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7053142" y="3423125"/>
            <a:ext cx="1000760" cy="1548130"/>
          </a:xfrm>
          <a:custGeom>
            <a:avLst/>
            <a:gdLst/>
            <a:ahLst/>
            <a:cxnLst/>
            <a:rect l="l" t="t" r="r" b="b"/>
            <a:pathLst>
              <a:path w="1000759" h="1548129">
                <a:moveTo>
                  <a:pt x="1000315" y="34645"/>
                </a:moveTo>
                <a:lnTo>
                  <a:pt x="966038" y="34645"/>
                </a:lnTo>
                <a:lnTo>
                  <a:pt x="966038" y="1513560"/>
                </a:lnTo>
                <a:lnTo>
                  <a:pt x="1000315" y="1513560"/>
                </a:lnTo>
                <a:lnTo>
                  <a:pt x="1000315" y="34645"/>
                </a:lnTo>
                <a:close/>
              </a:path>
              <a:path w="1000759" h="1548129">
                <a:moveTo>
                  <a:pt x="1000315" y="0"/>
                </a:moveTo>
                <a:lnTo>
                  <a:pt x="0" y="0"/>
                </a:lnTo>
                <a:lnTo>
                  <a:pt x="0" y="34290"/>
                </a:lnTo>
                <a:lnTo>
                  <a:pt x="0" y="1513840"/>
                </a:lnTo>
                <a:lnTo>
                  <a:pt x="0" y="1548130"/>
                </a:lnTo>
                <a:lnTo>
                  <a:pt x="1000315" y="1548130"/>
                </a:lnTo>
                <a:lnTo>
                  <a:pt x="1000315" y="1513840"/>
                </a:lnTo>
                <a:lnTo>
                  <a:pt x="34264" y="1513840"/>
                </a:lnTo>
                <a:lnTo>
                  <a:pt x="34264" y="34290"/>
                </a:lnTo>
                <a:lnTo>
                  <a:pt x="1000315" y="34290"/>
                </a:lnTo>
                <a:lnTo>
                  <a:pt x="1000315" y="0"/>
                </a:lnTo>
                <a:close/>
              </a:path>
            </a:pathLst>
          </a:custGeom>
          <a:solidFill>
            <a:srgbClr val="81D3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6048494" y="3415505"/>
            <a:ext cx="774700" cy="731520"/>
          </a:xfrm>
          <a:custGeom>
            <a:avLst/>
            <a:gdLst/>
            <a:ahLst/>
            <a:cxnLst/>
            <a:rect l="l" t="t" r="r" b="b"/>
            <a:pathLst>
              <a:path w="774700" h="731520">
                <a:moveTo>
                  <a:pt x="774077" y="0"/>
                </a:moveTo>
                <a:lnTo>
                  <a:pt x="749300" y="0"/>
                </a:lnTo>
                <a:lnTo>
                  <a:pt x="749300" y="25400"/>
                </a:lnTo>
                <a:lnTo>
                  <a:pt x="749300" y="706120"/>
                </a:lnTo>
                <a:lnTo>
                  <a:pt x="24765" y="706120"/>
                </a:lnTo>
                <a:lnTo>
                  <a:pt x="24765" y="25400"/>
                </a:lnTo>
                <a:lnTo>
                  <a:pt x="749300" y="25400"/>
                </a:lnTo>
                <a:lnTo>
                  <a:pt x="749300" y="0"/>
                </a:lnTo>
                <a:lnTo>
                  <a:pt x="0" y="0"/>
                </a:lnTo>
                <a:lnTo>
                  <a:pt x="0" y="25400"/>
                </a:lnTo>
                <a:lnTo>
                  <a:pt x="0" y="706120"/>
                </a:lnTo>
                <a:lnTo>
                  <a:pt x="0" y="731520"/>
                </a:lnTo>
                <a:lnTo>
                  <a:pt x="774077" y="731520"/>
                </a:lnTo>
                <a:lnTo>
                  <a:pt x="774077" y="706526"/>
                </a:lnTo>
                <a:lnTo>
                  <a:pt x="774077" y="706120"/>
                </a:lnTo>
                <a:lnTo>
                  <a:pt x="774077" y="25400"/>
                </a:lnTo>
                <a:lnTo>
                  <a:pt x="774077" y="25146"/>
                </a:lnTo>
                <a:lnTo>
                  <a:pt x="774077" y="0"/>
                </a:lnTo>
                <a:close/>
              </a:path>
            </a:pathLst>
          </a:custGeom>
          <a:solidFill>
            <a:srgbClr val="81D3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6048494" y="4246085"/>
            <a:ext cx="774700" cy="730250"/>
          </a:xfrm>
          <a:custGeom>
            <a:avLst/>
            <a:gdLst/>
            <a:ahLst/>
            <a:cxnLst/>
            <a:rect l="l" t="t" r="r" b="b"/>
            <a:pathLst>
              <a:path w="774700" h="730250">
                <a:moveTo>
                  <a:pt x="774077" y="24371"/>
                </a:moveTo>
                <a:lnTo>
                  <a:pt x="749300" y="24371"/>
                </a:lnTo>
                <a:lnTo>
                  <a:pt x="749300" y="705764"/>
                </a:lnTo>
                <a:lnTo>
                  <a:pt x="774077" y="705764"/>
                </a:lnTo>
                <a:lnTo>
                  <a:pt x="774077" y="24371"/>
                </a:lnTo>
                <a:close/>
              </a:path>
              <a:path w="774700" h="730250">
                <a:moveTo>
                  <a:pt x="774077" y="0"/>
                </a:moveTo>
                <a:lnTo>
                  <a:pt x="0" y="0"/>
                </a:lnTo>
                <a:lnTo>
                  <a:pt x="0" y="24130"/>
                </a:lnTo>
                <a:lnTo>
                  <a:pt x="0" y="706120"/>
                </a:lnTo>
                <a:lnTo>
                  <a:pt x="0" y="730250"/>
                </a:lnTo>
                <a:lnTo>
                  <a:pt x="774077" y="730250"/>
                </a:lnTo>
                <a:lnTo>
                  <a:pt x="774077" y="706120"/>
                </a:lnTo>
                <a:lnTo>
                  <a:pt x="24765" y="706120"/>
                </a:lnTo>
                <a:lnTo>
                  <a:pt x="24765" y="24130"/>
                </a:lnTo>
                <a:lnTo>
                  <a:pt x="774077" y="24130"/>
                </a:lnTo>
                <a:lnTo>
                  <a:pt x="774077" y="0"/>
                </a:lnTo>
                <a:close/>
              </a:path>
            </a:pathLst>
          </a:custGeom>
          <a:solidFill>
            <a:srgbClr val="81D3F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7163801" y="3541633"/>
            <a:ext cx="802640" cy="1266190"/>
            <a:chOff x="17163801" y="3541633"/>
            <a:chExt cx="802640" cy="1266190"/>
          </a:xfrm>
        </p:grpSpPr>
        <p:sp>
          <p:nvSpPr>
            <p:cNvPr id="8" name="object 8" descr=""/>
            <p:cNvSpPr/>
            <p:nvPr/>
          </p:nvSpPr>
          <p:spPr>
            <a:xfrm>
              <a:off x="17163801" y="4026985"/>
              <a:ext cx="802640" cy="780415"/>
            </a:xfrm>
            <a:custGeom>
              <a:avLst/>
              <a:gdLst/>
              <a:ahLst/>
              <a:cxnLst/>
              <a:rect l="l" t="t" r="r" b="b"/>
              <a:pathLst>
                <a:path w="802640" h="780414">
                  <a:moveTo>
                    <a:pt x="696230" y="0"/>
                  </a:moveTo>
                  <a:lnTo>
                    <a:pt x="653723" y="1278"/>
                  </a:lnTo>
                  <a:lnTo>
                    <a:pt x="614663" y="19537"/>
                  </a:lnTo>
                  <a:lnTo>
                    <a:pt x="581432" y="49879"/>
                  </a:lnTo>
                  <a:lnTo>
                    <a:pt x="556412" y="87410"/>
                  </a:lnTo>
                  <a:lnTo>
                    <a:pt x="539126" y="128105"/>
                  </a:lnTo>
                  <a:lnTo>
                    <a:pt x="525354" y="170282"/>
                  </a:lnTo>
                  <a:lnTo>
                    <a:pt x="511839" y="212585"/>
                  </a:lnTo>
                  <a:lnTo>
                    <a:pt x="495325" y="253657"/>
                  </a:lnTo>
                  <a:lnTo>
                    <a:pt x="471128" y="294869"/>
                  </a:lnTo>
                  <a:lnTo>
                    <a:pt x="440449" y="331522"/>
                  </a:lnTo>
                  <a:lnTo>
                    <a:pt x="404260" y="362779"/>
                  </a:lnTo>
                  <a:lnTo>
                    <a:pt x="363532" y="387800"/>
                  </a:lnTo>
                  <a:lnTo>
                    <a:pt x="319236" y="405746"/>
                  </a:lnTo>
                  <a:lnTo>
                    <a:pt x="273234" y="416695"/>
                  </a:lnTo>
                  <a:lnTo>
                    <a:pt x="226405" y="424485"/>
                  </a:lnTo>
                  <a:lnTo>
                    <a:pt x="179974" y="433377"/>
                  </a:lnTo>
                  <a:lnTo>
                    <a:pt x="135168" y="447630"/>
                  </a:lnTo>
                  <a:lnTo>
                    <a:pt x="94544" y="470487"/>
                  </a:lnTo>
                  <a:lnTo>
                    <a:pt x="59786" y="501527"/>
                  </a:lnTo>
                  <a:lnTo>
                    <a:pt x="31923" y="539033"/>
                  </a:lnTo>
                  <a:lnTo>
                    <a:pt x="11984" y="581287"/>
                  </a:lnTo>
                  <a:lnTo>
                    <a:pt x="1000" y="626573"/>
                  </a:lnTo>
                  <a:lnTo>
                    <a:pt x="0" y="673173"/>
                  </a:lnTo>
                  <a:lnTo>
                    <a:pt x="4637" y="700262"/>
                  </a:lnTo>
                  <a:lnTo>
                    <a:pt x="13859" y="726103"/>
                  </a:lnTo>
                  <a:lnTo>
                    <a:pt x="28172" y="748858"/>
                  </a:lnTo>
                  <a:lnTo>
                    <a:pt x="48082" y="766688"/>
                  </a:lnTo>
                  <a:lnTo>
                    <a:pt x="85776" y="780371"/>
                  </a:lnTo>
                  <a:lnTo>
                    <a:pt x="126832" y="779910"/>
                  </a:lnTo>
                  <a:lnTo>
                    <a:pt x="169323" y="771483"/>
                  </a:lnTo>
                  <a:lnTo>
                    <a:pt x="211323" y="761264"/>
                  </a:lnTo>
                  <a:lnTo>
                    <a:pt x="258634" y="753855"/>
                  </a:lnTo>
                  <a:lnTo>
                    <a:pt x="306379" y="751435"/>
                  </a:lnTo>
                  <a:lnTo>
                    <a:pt x="354447" y="752638"/>
                  </a:lnTo>
                  <a:lnTo>
                    <a:pt x="402724" y="756097"/>
                  </a:lnTo>
                  <a:lnTo>
                    <a:pt x="451099" y="760447"/>
                  </a:lnTo>
                  <a:lnTo>
                    <a:pt x="499460" y="764320"/>
                  </a:lnTo>
                  <a:lnTo>
                    <a:pt x="547694" y="766351"/>
                  </a:lnTo>
                  <a:lnTo>
                    <a:pt x="595688" y="765174"/>
                  </a:lnTo>
                  <a:lnTo>
                    <a:pt x="643331" y="759421"/>
                  </a:lnTo>
                  <a:lnTo>
                    <a:pt x="713212" y="735315"/>
                  </a:lnTo>
                  <a:lnTo>
                    <a:pt x="761568" y="684083"/>
                  </a:lnTo>
                  <a:lnTo>
                    <a:pt x="769723" y="649530"/>
                  </a:lnTo>
                  <a:lnTo>
                    <a:pt x="768587" y="613477"/>
                  </a:lnTo>
                  <a:lnTo>
                    <a:pt x="763060" y="576715"/>
                  </a:lnTo>
                  <a:lnTo>
                    <a:pt x="758039" y="540035"/>
                  </a:lnTo>
                  <a:lnTo>
                    <a:pt x="758956" y="484799"/>
                  </a:lnTo>
                  <a:lnTo>
                    <a:pt x="768199" y="430023"/>
                  </a:lnTo>
                  <a:lnTo>
                    <a:pt x="781160" y="375428"/>
                  </a:lnTo>
                  <a:lnTo>
                    <a:pt x="793232" y="320733"/>
                  </a:lnTo>
                  <a:lnTo>
                    <a:pt x="799295" y="279021"/>
                  </a:lnTo>
                  <a:lnTo>
                    <a:pt x="802212" y="236974"/>
                  </a:lnTo>
                  <a:lnTo>
                    <a:pt x="801974" y="194828"/>
                  </a:lnTo>
                  <a:lnTo>
                    <a:pt x="798572" y="152822"/>
                  </a:lnTo>
                  <a:lnTo>
                    <a:pt x="788353" y="103286"/>
                  </a:lnTo>
                  <a:lnTo>
                    <a:pt x="768612" y="56876"/>
                  </a:lnTo>
                  <a:lnTo>
                    <a:pt x="738266" y="20234"/>
                  </a:lnTo>
                  <a:lnTo>
                    <a:pt x="696230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7186053" y="3560124"/>
              <a:ext cx="476250" cy="772795"/>
            </a:xfrm>
            <a:custGeom>
              <a:avLst/>
              <a:gdLst/>
              <a:ahLst/>
              <a:cxnLst/>
              <a:rect l="l" t="t" r="r" b="b"/>
              <a:pathLst>
                <a:path w="476250" h="772795">
                  <a:moveTo>
                    <a:pt x="97514" y="0"/>
                  </a:moveTo>
                  <a:lnTo>
                    <a:pt x="38141" y="30645"/>
                  </a:lnTo>
                  <a:lnTo>
                    <a:pt x="13026" y="86238"/>
                  </a:lnTo>
                  <a:lnTo>
                    <a:pt x="12423" y="114839"/>
                  </a:lnTo>
                  <a:lnTo>
                    <a:pt x="15309" y="143921"/>
                  </a:lnTo>
                  <a:lnTo>
                    <a:pt x="18977" y="172889"/>
                  </a:lnTo>
                  <a:lnTo>
                    <a:pt x="21692" y="227809"/>
                  </a:lnTo>
                  <a:lnTo>
                    <a:pt x="19191" y="282824"/>
                  </a:lnTo>
                  <a:lnTo>
                    <a:pt x="13620" y="337833"/>
                  </a:lnTo>
                  <a:lnTo>
                    <a:pt x="7124" y="392735"/>
                  </a:lnTo>
                  <a:lnTo>
                    <a:pt x="1873" y="447869"/>
                  </a:lnTo>
                  <a:lnTo>
                    <a:pt x="0" y="503194"/>
                  </a:lnTo>
                  <a:lnTo>
                    <a:pt x="3594" y="558042"/>
                  </a:lnTo>
                  <a:lnTo>
                    <a:pt x="14746" y="611744"/>
                  </a:lnTo>
                  <a:lnTo>
                    <a:pt x="30823" y="653144"/>
                  </a:lnTo>
                  <a:lnTo>
                    <a:pt x="53714" y="691347"/>
                  </a:lnTo>
                  <a:lnTo>
                    <a:pt x="82899" y="724351"/>
                  </a:lnTo>
                  <a:lnTo>
                    <a:pt x="117855" y="750154"/>
                  </a:lnTo>
                  <a:lnTo>
                    <a:pt x="158061" y="766755"/>
                  </a:lnTo>
                  <a:lnTo>
                    <a:pt x="206028" y="772383"/>
                  </a:lnTo>
                  <a:lnTo>
                    <a:pt x="253281" y="765222"/>
                  </a:lnTo>
                  <a:lnTo>
                    <a:pt x="298894" y="747481"/>
                  </a:lnTo>
                  <a:lnTo>
                    <a:pt x="341940" y="721368"/>
                  </a:lnTo>
                  <a:lnTo>
                    <a:pt x="381494" y="689093"/>
                  </a:lnTo>
                  <a:lnTo>
                    <a:pt x="416629" y="652864"/>
                  </a:lnTo>
                  <a:lnTo>
                    <a:pt x="449572" y="609563"/>
                  </a:lnTo>
                  <a:lnTo>
                    <a:pt x="471371" y="560427"/>
                  </a:lnTo>
                  <a:lnTo>
                    <a:pt x="475677" y="525670"/>
                  </a:lnTo>
                  <a:lnTo>
                    <a:pt x="471988" y="490755"/>
                  </a:lnTo>
                  <a:lnTo>
                    <a:pt x="445110" y="425426"/>
                  </a:lnTo>
                  <a:lnTo>
                    <a:pt x="400137" y="371355"/>
                  </a:lnTo>
                  <a:lnTo>
                    <a:pt x="345229" y="326654"/>
                  </a:lnTo>
                  <a:lnTo>
                    <a:pt x="317327" y="306901"/>
                  </a:lnTo>
                  <a:lnTo>
                    <a:pt x="290330" y="285917"/>
                  </a:lnTo>
                  <a:lnTo>
                    <a:pt x="249001" y="234028"/>
                  </a:lnTo>
                  <a:lnTo>
                    <a:pt x="235132" y="162232"/>
                  </a:lnTo>
                  <a:lnTo>
                    <a:pt x="232660" y="125001"/>
                  </a:lnTo>
                  <a:lnTo>
                    <a:pt x="226038" y="88661"/>
                  </a:lnTo>
                  <a:lnTo>
                    <a:pt x="212114" y="57564"/>
                  </a:lnTo>
                  <a:lnTo>
                    <a:pt x="190690" y="31061"/>
                  </a:lnTo>
                  <a:lnTo>
                    <a:pt x="163292" y="11233"/>
                  </a:lnTo>
                  <a:lnTo>
                    <a:pt x="131444" y="161"/>
                  </a:lnTo>
                  <a:lnTo>
                    <a:pt x="9751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7461258" y="3541633"/>
              <a:ext cx="463550" cy="373380"/>
            </a:xfrm>
            <a:custGeom>
              <a:avLst/>
              <a:gdLst/>
              <a:ahLst/>
              <a:cxnLst/>
              <a:rect l="l" t="t" r="r" b="b"/>
              <a:pathLst>
                <a:path w="463550" h="373379">
                  <a:moveTo>
                    <a:pt x="165768" y="0"/>
                  </a:moveTo>
                  <a:lnTo>
                    <a:pt x="110492" y="2494"/>
                  </a:lnTo>
                  <a:lnTo>
                    <a:pt x="70311" y="9013"/>
                  </a:lnTo>
                  <a:lnTo>
                    <a:pt x="34254" y="26085"/>
                  </a:lnTo>
                  <a:lnTo>
                    <a:pt x="5434" y="67271"/>
                  </a:lnTo>
                  <a:lnTo>
                    <a:pt x="0" y="92451"/>
                  </a:lnTo>
                  <a:lnTo>
                    <a:pt x="590" y="118219"/>
                  </a:lnTo>
                  <a:lnTo>
                    <a:pt x="17299" y="166292"/>
                  </a:lnTo>
                  <a:lnTo>
                    <a:pt x="48253" y="207399"/>
                  </a:lnTo>
                  <a:lnTo>
                    <a:pt x="92014" y="244685"/>
                  </a:lnTo>
                  <a:lnTo>
                    <a:pt x="139999" y="276811"/>
                  </a:lnTo>
                  <a:lnTo>
                    <a:pt x="258791" y="352963"/>
                  </a:lnTo>
                  <a:lnTo>
                    <a:pt x="335961" y="373028"/>
                  </a:lnTo>
                  <a:lnTo>
                    <a:pt x="380333" y="357565"/>
                  </a:lnTo>
                  <a:lnTo>
                    <a:pt x="418197" y="327083"/>
                  </a:lnTo>
                  <a:lnTo>
                    <a:pt x="444869" y="286423"/>
                  </a:lnTo>
                  <a:lnTo>
                    <a:pt x="458788" y="240836"/>
                  </a:lnTo>
                  <a:lnTo>
                    <a:pt x="463229" y="193161"/>
                  </a:lnTo>
                  <a:lnTo>
                    <a:pt x="460765" y="144627"/>
                  </a:lnTo>
                  <a:lnTo>
                    <a:pt x="453968" y="96460"/>
                  </a:lnTo>
                  <a:lnTo>
                    <a:pt x="437656" y="47947"/>
                  </a:lnTo>
                  <a:lnTo>
                    <a:pt x="396734" y="24603"/>
                  </a:lnTo>
                  <a:lnTo>
                    <a:pt x="331384" y="14016"/>
                  </a:lnTo>
                  <a:lnTo>
                    <a:pt x="276300" y="6700"/>
                  </a:lnTo>
                  <a:lnTo>
                    <a:pt x="221066" y="1714"/>
                  </a:lnTo>
                  <a:lnTo>
                    <a:pt x="165768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/>
          <p:nvPr/>
        </p:nvSpPr>
        <p:spPr>
          <a:xfrm>
            <a:off x="16110419" y="3473779"/>
            <a:ext cx="646430" cy="611505"/>
          </a:xfrm>
          <a:custGeom>
            <a:avLst/>
            <a:gdLst/>
            <a:ahLst/>
            <a:cxnLst/>
            <a:rect l="l" t="t" r="r" b="b"/>
            <a:pathLst>
              <a:path w="646430" h="611504">
                <a:moveTo>
                  <a:pt x="646095" y="0"/>
                </a:moveTo>
                <a:lnTo>
                  <a:pt x="0" y="0"/>
                </a:lnTo>
                <a:lnTo>
                  <a:pt x="0" y="611007"/>
                </a:lnTo>
                <a:lnTo>
                  <a:pt x="646095" y="611007"/>
                </a:lnTo>
                <a:lnTo>
                  <a:pt x="646095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6110419" y="4309784"/>
            <a:ext cx="646430" cy="611505"/>
          </a:xfrm>
          <a:custGeom>
            <a:avLst/>
            <a:gdLst/>
            <a:ahLst/>
            <a:cxnLst/>
            <a:rect l="l" t="t" r="r" b="b"/>
            <a:pathLst>
              <a:path w="646430" h="611504">
                <a:moveTo>
                  <a:pt x="646095" y="0"/>
                </a:moveTo>
                <a:lnTo>
                  <a:pt x="0" y="0"/>
                </a:lnTo>
                <a:lnTo>
                  <a:pt x="0" y="611007"/>
                </a:lnTo>
                <a:lnTo>
                  <a:pt x="646095" y="611007"/>
                </a:lnTo>
                <a:lnTo>
                  <a:pt x="646095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15681486" y="5546207"/>
            <a:ext cx="274320" cy="255270"/>
            <a:chOff x="15681486" y="5546207"/>
            <a:chExt cx="274320" cy="255270"/>
          </a:xfrm>
        </p:grpSpPr>
        <p:sp>
          <p:nvSpPr>
            <p:cNvPr id="14" name="object 14" descr=""/>
            <p:cNvSpPr/>
            <p:nvPr/>
          </p:nvSpPr>
          <p:spPr>
            <a:xfrm>
              <a:off x="15681486" y="5546207"/>
              <a:ext cx="208279" cy="255270"/>
            </a:xfrm>
            <a:custGeom>
              <a:avLst/>
              <a:gdLst/>
              <a:ahLst/>
              <a:cxnLst/>
              <a:rect l="l" t="t" r="r" b="b"/>
              <a:pathLst>
                <a:path w="208280" h="255270">
                  <a:moveTo>
                    <a:pt x="103913" y="0"/>
                  </a:moveTo>
                  <a:lnTo>
                    <a:pt x="63464" y="827"/>
                  </a:lnTo>
                  <a:lnTo>
                    <a:pt x="30434" y="3083"/>
                  </a:lnTo>
                  <a:lnTo>
                    <a:pt x="8165" y="6431"/>
                  </a:lnTo>
                  <a:lnTo>
                    <a:pt x="0" y="10533"/>
                  </a:lnTo>
                  <a:lnTo>
                    <a:pt x="5012" y="49958"/>
                  </a:lnTo>
                  <a:lnTo>
                    <a:pt x="32082" y="254767"/>
                  </a:lnTo>
                  <a:lnTo>
                    <a:pt x="175753" y="254767"/>
                  </a:lnTo>
                  <a:lnTo>
                    <a:pt x="207335" y="16034"/>
                  </a:lnTo>
                  <a:lnTo>
                    <a:pt x="207836" y="10533"/>
                  </a:lnTo>
                  <a:lnTo>
                    <a:pt x="199670" y="6431"/>
                  </a:lnTo>
                  <a:lnTo>
                    <a:pt x="177400" y="3083"/>
                  </a:lnTo>
                  <a:lnTo>
                    <a:pt x="144367" y="827"/>
                  </a:lnTo>
                  <a:lnTo>
                    <a:pt x="10391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5685708" y="5553862"/>
              <a:ext cx="198755" cy="13970"/>
            </a:xfrm>
            <a:custGeom>
              <a:avLst/>
              <a:gdLst/>
              <a:ahLst/>
              <a:cxnLst/>
              <a:rect l="l" t="t" r="r" b="b"/>
              <a:pathLst>
                <a:path w="198755" h="13970">
                  <a:moveTo>
                    <a:pt x="99138" y="0"/>
                  </a:moveTo>
                  <a:lnTo>
                    <a:pt x="60549" y="540"/>
                  </a:lnTo>
                  <a:lnTo>
                    <a:pt x="29037" y="2013"/>
                  </a:lnTo>
                  <a:lnTo>
                    <a:pt x="7790" y="4196"/>
                  </a:lnTo>
                  <a:lnTo>
                    <a:pt x="0" y="6868"/>
                  </a:lnTo>
                  <a:lnTo>
                    <a:pt x="7790" y="9541"/>
                  </a:lnTo>
                  <a:lnTo>
                    <a:pt x="29037" y="11724"/>
                  </a:lnTo>
                  <a:lnTo>
                    <a:pt x="60549" y="13197"/>
                  </a:lnTo>
                  <a:lnTo>
                    <a:pt x="99138" y="13737"/>
                  </a:lnTo>
                  <a:lnTo>
                    <a:pt x="137721" y="13197"/>
                  </a:lnTo>
                  <a:lnTo>
                    <a:pt x="169230" y="11724"/>
                  </a:lnTo>
                  <a:lnTo>
                    <a:pt x="190475" y="9541"/>
                  </a:lnTo>
                  <a:lnTo>
                    <a:pt x="198266" y="6868"/>
                  </a:lnTo>
                  <a:lnTo>
                    <a:pt x="190475" y="4196"/>
                  </a:lnTo>
                  <a:lnTo>
                    <a:pt x="169230" y="2013"/>
                  </a:lnTo>
                  <a:lnTo>
                    <a:pt x="137721" y="540"/>
                  </a:lnTo>
                  <a:lnTo>
                    <a:pt x="99138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839997" y="5575137"/>
              <a:ext cx="115570" cy="189230"/>
            </a:xfrm>
            <a:custGeom>
              <a:avLst/>
              <a:gdLst/>
              <a:ahLst/>
              <a:cxnLst/>
              <a:rect l="l" t="t" r="r" b="b"/>
              <a:pathLst>
                <a:path w="115569" h="189229">
                  <a:moveTo>
                    <a:pt x="47631" y="0"/>
                  </a:moveTo>
                  <a:lnTo>
                    <a:pt x="35569" y="892"/>
                  </a:lnTo>
                  <a:lnTo>
                    <a:pt x="39611" y="31278"/>
                  </a:lnTo>
                  <a:lnTo>
                    <a:pt x="51253" y="30636"/>
                  </a:lnTo>
                  <a:lnTo>
                    <a:pt x="64678" y="31679"/>
                  </a:lnTo>
                  <a:lnTo>
                    <a:pt x="76658" y="35018"/>
                  </a:lnTo>
                  <a:lnTo>
                    <a:pt x="83966" y="41267"/>
                  </a:lnTo>
                  <a:lnTo>
                    <a:pt x="84965" y="49953"/>
                  </a:lnTo>
                  <a:lnTo>
                    <a:pt x="77868" y="71315"/>
                  </a:lnTo>
                  <a:lnTo>
                    <a:pt x="52827" y="109100"/>
                  </a:lnTo>
                  <a:lnTo>
                    <a:pt x="0" y="167054"/>
                  </a:lnTo>
                  <a:lnTo>
                    <a:pt x="21549" y="188844"/>
                  </a:lnTo>
                  <a:lnTo>
                    <a:pt x="70628" y="135927"/>
                  </a:lnTo>
                  <a:lnTo>
                    <a:pt x="101712" y="91912"/>
                  </a:lnTo>
                  <a:lnTo>
                    <a:pt x="115196" y="56092"/>
                  </a:lnTo>
                  <a:lnTo>
                    <a:pt x="111473" y="27760"/>
                  </a:lnTo>
                  <a:lnTo>
                    <a:pt x="93468" y="9210"/>
                  </a:lnTo>
                  <a:lnTo>
                    <a:pt x="69559" y="1364"/>
                  </a:lnTo>
                  <a:lnTo>
                    <a:pt x="4763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/>
          <p:nvPr/>
        </p:nvSpPr>
        <p:spPr>
          <a:xfrm>
            <a:off x="14037950" y="5883512"/>
            <a:ext cx="850265" cy="1647825"/>
          </a:xfrm>
          <a:custGeom>
            <a:avLst/>
            <a:gdLst/>
            <a:ahLst/>
            <a:cxnLst/>
            <a:rect l="l" t="t" r="r" b="b"/>
            <a:pathLst>
              <a:path w="850265" h="1647825">
                <a:moveTo>
                  <a:pt x="743924" y="0"/>
                </a:moveTo>
                <a:lnTo>
                  <a:pt x="53935" y="0"/>
                </a:lnTo>
                <a:lnTo>
                  <a:pt x="47673" y="6481"/>
                </a:lnTo>
                <a:lnTo>
                  <a:pt x="47422" y="14638"/>
                </a:lnTo>
                <a:lnTo>
                  <a:pt x="0" y="1640149"/>
                </a:lnTo>
                <a:lnTo>
                  <a:pt x="6135" y="1647133"/>
                </a:lnTo>
                <a:lnTo>
                  <a:pt x="13947" y="1647384"/>
                </a:lnTo>
                <a:lnTo>
                  <a:pt x="21381" y="1647761"/>
                </a:lnTo>
                <a:lnTo>
                  <a:pt x="28302" y="1641091"/>
                </a:lnTo>
                <a:lnTo>
                  <a:pt x="28533" y="1632756"/>
                </a:lnTo>
                <a:lnTo>
                  <a:pt x="55014" y="725705"/>
                </a:lnTo>
                <a:lnTo>
                  <a:pt x="794194" y="725705"/>
                </a:lnTo>
                <a:lnTo>
                  <a:pt x="791018" y="673885"/>
                </a:lnTo>
                <a:lnTo>
                  <a:pt x="56521" y="673885"/>
                </a:lnTo>
                <a:lnTo>
                  <a:pt x="75306" y="30229"/>
                </a:lnTo>
                <a:lnTo>
                  <a:pt x="751571" y="30229"/>
                </a:lnTo>
                <a:lnTo>
                  <a:pt x="750102" y="6188"/>
                </a:lnTo>
                <a:lnTo>
                  <a:pt x="743924" y="0"/>
                </a:lnTo>
                <a:close/>
              </a:path>
              <a:path w="850265" h="1647825">
                <a:moveTo>
                  <a:pt x="794194" y="725705"/>
                </a:moveTo>
                <a:lnTo>
                  <a:pt x="765809" y="725705"/>
                </a:lnTo>
                <a:lnTo>
                  <a:pt x="821922" y="1641258"/>
                </a:lnTo>
                <a:lnTo>
                  <a:pt x="828152" y="1647394"/>
                </a:lnTo>
                <a:lnTo>
                  <a:pt x="836163" y="1647384"/>
                </a:lnTo>
                <a:lnTo>
                  <a:pt x="844288" y="1646818"/>
                </a:lnTo>
                <a:lnTo>
                  <a:pt x="850204" y="1639614"/>
                </a:lnTo>
                <a:lnTo>
                  <a:pt x="794194" y="725705"/>
                </a:lnTo>
                <a:close/>
              </a:path>
              <a:path w="850265" h="1647825">
                <a:moveTo>
                  <a:pt x="751571" y="30229"/>
                </a:moveTo>
                <a:lnTo>
                  <a:pt x="723192" y="30229"/>
                </a:lnTo>
                <a:lnTo>
                  <a:pt x="762636" y="673885"/>
                </a:lnTo>
                <a:lnTo>
                  <a:pt x="791018" y="673885"/>
                </a:lnTo>
                <a:lnTo>
                  <a:pt x="751571" y="30229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14011354" y="4652336"/>
            <a:ext cx="2588895" cy="2879090"/>
            <a:chOff x="14011354" y="4652336"/>
            <a:chExt cx="2588895" cy="2879090"/>
          </a:xfrm>
        </p:grpSpPr>
        <p:sp>
          <p:nvSpPr>
            <p:cNvPr id="19" name="object 19" descr=""/>
            <p:cNvSpPr/>
            <p:nvPr/>
          </p:nvSpPr>
          <p:spPr>
            <a:xfrm>
              <a:off x="15749684" y="5883513"/>
              <a:ext cx="850265" cy="1647825"/>
            </a:xfrm>
            <a:custGeom>
              <a:avLst/>
              <a:gdLst/>
              <a:ahLst/>
              <a:cxnLst/>
              <a:rect l="l" t="t" r="r" b="b"/>
              <a:pathLst>
                <a:path w="850265" h="1647825">
                  <a:moveTo>
                    <a:pt x="743924" y="0"/>
                  </a:moveTo>
                  <a:lnTo>
                    <a:pt x="53935" y="0"/>
                  </a:lnTo>
                  <a:lnTo>
                    <a:pt x="47673" y="6481"/>
                  </a:lnTo>
                  <a:lnTo>
                    <a:pt x="47422" y="14638"/>
                  </a:lnTo>
                  <a:lnTo>
                    <a:pt x="0" y="1640149"/>
                  </a:lnTo>
                  <a:lnTo>
                    <a:pt x="6135" y="1647133"/>
                  </a:lnTo>
                  <a:lnTo>
                    <a:pt x="13947" y="1647384"/>
                  </a:lnTo>
                  <a:lnTo>
                    <a:pt x="21392" y="1647761"/>
                  </a:lnTo>
                  <a:lnTo>
                    <a:pt x="28302" y="1641091"/>
                  </a:lnTo>
                  <a:lnTo>
                    <a:pt x="55014" y="725705"/>
                  </a:lnTo>
                  <a:lnTo>
                    <a:pt x="794194" y="725705"/>
                  </a:lnTo>
                  <a:lnTo>
                    <a:pt x="791018" y="673885"/>
                  </a:lnTo>
                  <a:lnTo>
                    <a:pt x="56521" y="673885"/>
                  </a:lnTo>
                  <a:lnTo>
                    <a:pt x="75306" y="30229"/>
                  </a:lnTo>
                  <a:lnTo>
                    <a:pt x="751571" y="30229"/>
                  </a:lnTo>
                  <a:lnTo>
                    <a:pt x="750102" y="6188"/>
                  </a:lnTo>
                  <a:lnTo>
                    <a:pt x="743924" y="0"/>
                  </a:lnTo>
                  <a:close/>
                </a:path>
                <a:path w="850265" h="1647825">
                  <a:moveTo>
                    <a:pt x="794194" y="725705"/>
                  </a:moveTo>
                  <a:lnTo>
                    <a:pt x="765819" y="725705"/>
                  </a:lnTo>
                  <a:lnTo>
                    <a:pt x="821933" y="1641258"/>
                  </a:lnTo>
                  <a:lnTo>
                    <a:pt x="828152" y="1647394"/>
                  </a:lnTo>
                  <a:lnTo>
                    <a:pt x="836173" y="1647384"/>
                  </a:lnTo>
                  <a:lnTo>
                    <a:pt x="844288" y="1646818"/>
                  </a:lnTo>
                  <a:lnTo>
                    <a:pt x="850204" y="1639614"/>
                  </a:lnTo>
                  <a:lnTo>
                    <a:pt x="794194" y="725705"/>
                  </a:lnTo>
                  <a:close/>
                </a:path>
                <a:path w="850265" h="1647825">
                  <a:moveTo>
                    <a:pt x="751571" y="30229"/>
                  </a:moveTo>
                  <a:lnTo>
                    <a:pt x="723192" y="30229"/>
                  </a:lnTo>
                  <a:lnTo>
                    <a:pt x="762636" y="673885"/>
                  </a:lnTo>
                  <a:lnTo>
                    <a:pt x="791018" y="673885"/>
                  </a:lnTo>
                  <a:lnTo>
                    <a:pt x="751571" y="30229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4011354" y="5785394"/>
              <a:ext cx="2535555" cy="115570"/>
            </a:xfrm>
            <a:custGeom>
              <a:avLst/>
              <a:gdLst/>
              <a:ahLst/>
              <a:cxnLst/>
              <a:rect l="l" t="t" r="r" b="b"/>
              <a:pathLst>
                <a:path w="2535555" h="115570">
                  <a:moveTo>
                    <a:pt x="2535137" y="0"/>
                  </a:moveTo>
                  <a:lnTo>
                    <a:pt x="0" y="0"/>
                  </a:lnTo>
                  <a:lnTo>
                    <a:pt x="0" y="115441"/>
                  </a:lnTo>
                  <a:lnTo>
                    <a:pt x="2535137" y="115441"/>
                  </a:lnTo>
                  <a:lnTo>
                    <a:pt x="2535137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4629654" y="5407860"/>
              <a:ext cx="526415" cy="378460"/>
            </a:xfrm>
            <a:custGeom>
              <a:avLst/>
              <a:gdLst/>
              <a:ahLst/>
              <a:cxnLst/>
              <a:rect l="l" t="t" r="r" b="b"/>
              <a:pathLst>
                <a:path w="526415" h="378460">
                  <a:moveTo>
                    <a:pt x="506623" y="0"/>
                  </a:moveTo>
                  <a:lnTo>
                    <a:pt x="152770" y="0"/>
                  </a:lnTo>
                  <a:lnTo>
                    <a:pt x="0" y="377831"/>
                  </a:lnTo>
                  <a:lnTo>
                    <a:pt x="525847" y="377831"/>
                  </a:lnTo>
                  <a:lnTo>
                    <a:pt x="525847" y="313843"/>
                  </a:lnTo>
                  <a:lnTo>
                    <a:pt x="378470" y="313843"/>
                  </a:lnTo>
                  <a:lnTo>
                    <a:pt x="50662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720680" y="5407856"/>
              <a:ext cx="415925" cy="151765"/>
            </a:xfrm>
            <a:custGeom>
              <a:avLst/>
              <a:gdLst/>
              <a:ahLst/>
              <a:cxnLst/>
              <a:rect l="l" t="t" r="r" b="b"/>
              <a:pathLst>
                <a:path w="415925" h="151764">
                  <a:moveTo>
                    <a:pt x="415599" y="0"/>
                  </a:moveTo>
                  <a:lnTo>
                    <a:pt x="61746" y="0"/>
                  </a:lnTo>
                  <a:lnTo>
                    <a:pt x="0" y="151210"/>
                  </a:lnTo>
                  <a:lnTo>
                    <a:pt x="353853" y="151210"/>
                  </a:lnTo>
                  <a:lnTo>
                    <a:pt x="4155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4363286" y="4652343"/>
              <a:ext cx="1208405" cy="827405"/>
            </a:xfrm>
            <a:custGeom>
              <a:avLst/>
              <a:gdLst/>
              <a:ahLst/>
              <a:cxnLst/>
              <a:rect l="l" t="t" r="r" b="b"/>
              <a:pathLst>
                <a:path w="1208405" h="827404">
                  <a:moveTo>
                    <a:pt x="1064470" y="0"/>
                  </a:moveTo>
                  <a:lnTo>
                    <a:pt x="52940" y="0"/>
                  </a:lnTo>
                  <a:lnTo>
                    <a:pt x="30639" y="4680"/>
                  </a:lnTo>
                  <a:lnTo>
                    <a:pt x="13041" y="17269"/>
                  </a:lnTo>
                  <a:lnTo>
                    <a:pt x="2158" y="35586"/>
                  </a:lnTo>
                  <a:lnTo>
                    <a:pt x="0" y="57453"/>
                  </a:lnTo>
                  <a:lnTo>
                    <a:pt x="90824" y="782049"/>
                  </a:lnTo>
                  <a:lnTo>
                    <a:pt x="96662" y="799983"/>
                  </a:lnTo>
                  <a:lnTo>
                    <a:pt x="108385" y="814302"/>
                  </a:lnTo>
                  <a:lnTo>
                    <a:pt x="124563" y="823788"/>
                  </a:lnTo>
                  <a:lnTo>
                    <a:pt x="143765" y="827220"/>
                  </a:lnTo>
                  <a:lnTo>
                    <a:pt x="1155294" y="827220"/>
                  </a:lnTo>
                  <a:lnTo>
                    <a:pt x="1177596" y="822540"/>
                  </a:lnTo>
                  <a:lnTo>
                    <a:pt x="1195193" y="809951"/>
                  </a:lnTo>
                  <a:lnTo>
                    <a:pt x="1206077" y="791634"/>
                  </a:lnTo>
                  <a:lnTo>
                    <a:pt x="1208235" y="769767"/>
                  </a:lnTo>
                  <a:lnTo>
                    <a:pt x="1117411" y="45171"/>
                  </a:lnTo>
                  <a:lnTo>
                    <a:pt x="1111572" y="27237"/>
                  </a:lnTo>
                  <a:lnTo>
                    <a:pt x="1099850" y="12918"/>
                  </a:lnTo>
                  <a:lnTo>
                    <a:pt x="1083672" y="3432"/>
                  </a:lnTo>
                  <a:lnTo>
                    <a:pt x="10644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4363286" y="4652336"/>
              <a:ext cx="191135" cy="827405"/>
            </a:xfrm>
            <a:custGeom>
              <a:avLst/>
              <a:gdLst/>
              <a:ahLst/>
              <a:cxnLst/>
              <a:rect l="l" t="t" r="r" b="b"/>
              <a:pathLst>
                <a:path w="191134" h="827404">
                  <a:moveTo>
                    <a:pt x="99703" y="0"/>
                  </a:moveTo>
                  <a:lnTo>
                    <a:pt x="52940" y="0"/>
                  </a:lnTo>
                  <a:lnTo>
                    <a:pt x="30639" y="4682"/>
                  </a:lnTo>
                  <a:lnTo>
                    <a:pt x="13041" y="17274"/>
                  </a:lnTo>
                  <a:lnTo>
                    <a:pt x="2158" y="35595"/>
                  </a:lnTo>
                  <a:lnTo>
                    <a:pt x="0" y="57464"/>
                  </a:lnTo>
                  <a:lnTo>
                    <a:pt x="90824" y="782059"/>
                  </a:lnTo>
                  <a:lnTo>
                    <a:pt x="96662" y="799993"/>
                  </a:lnTo>
                  <a:lnTo>
                    <a:pt x="108385" y="814312"/>
                  </a:lnTo>
                  <a:lnTo>
                    <a:pt x="124563" y="823798"/>
                  </a:lnTo>
                  <a:lnTo>
                    <a:pt x="143765" y="827231"/>
                  </a:lnTo>
                  <a:lnTo>
                    <a:pt x="190528" y="827231"/>
                  </a:lnTo>
                  <a:lnTo>
                    <a:pt x="171326" y="823798"/>
                  </a:lnTo>
                  <a:lnTo>
                    <a:pt x="155148" y="814312"/>
                  </a:lnTo>
                  <a:lnTo>
                    <a:pt x="143425" y="799993"/>
                  </a:lnTo>
                  <a:lnTo>
                    <a:pt x="137587" y="782059"/>
                  </a:lnTo>
                  <a:lnTo>
                    <a:pt x="46762" y="57464"/>
                  </a:lnTo>
                  <a:lnTo>
                    <a:pt x="48921" y="35595"/>
                  </a:lnTo>
                  <a:lnTo>
                    <a:pt x="59804" y="17274"/>
                  </a:lnTo>
                  <a:lnTo>
                    <a:pt x="77402" y="4682"/>
                  </a:lnTo>
                  <a:lnTo>
                    <a:pt x="99703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4446209" y="4681442"/>
              <a:ext cx="1094105" cy="748665"/>
            </a:xfrm>
            <a:custGeom>
              <a:avLst/>
              <a:gdLst/>
              <a:ahLst/>
              <a:cxnLst/>
              <a:rect l="l" t="t" r="r" b="b"/>
              <a:pathLst>
                <a:path w="1094105" h="748664">
                  <a:moveTo>
                    <a:pt x="996681" y="0"/>
                  </a:moveTo>
                  <a:lnTo>
                    <a:pt x="0" y="0"/>
                  </a:lnTo>
                  <a:lnTo>
                    <a:pt x="97400" y="748238"/>
                  </a:lnTo>
                  <a:lnTo>
                    <a:pt x="1094081" y="748238"/>
                  </a:lnTo>
                  <a:lnTo>
                    <a:pt x="996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4755923" y="5719756"/>
              <a:ext cx="252729" cy="0"/>
            </a:xfrm>
            <a:custGeom>
              <a:avLst/>
              <a:gdLst/>
              <a:ahLst/>
              <a:cxnLst/>
              <a:rect l="l" t="t" r="r" b="b"/>
              <a:pathLst>
                <a:path w="252730" h="0">
                  <a:moveTo>
                    <a:pt x="252201" y="0"/>
                  </a:moveTo>
                  <a:lnTo>
                    <a:pt x="0" y="0"/>
                  </a:lnTo>
                </a:path>
              </a:pathLst>
            </a:custGeom>
            <a:ln w="9968">
              <a:solidFill>
                <a:srgbClr val="DFEB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4790230" y="4891013"/>
              <a:ext cx="429259" cy="429259"/>
            </a:xfrm>
            <a:custGeom>
              <a:avLst/>
              <a:gdLst/>
              <a:ahLst/>
              <a:cxnLst/>
              <a:rect l="l" t="t" r="r" b="b"/>
              <a:pathLst>
                <a:path w="429259" h="429260">
                  <a:moveTo>
                    <a:pt x="214537" y="0"/>
                  </a:moveTo>
                  <a:lnTo>
                    <a:pt x="165345" y="5665"/>
                  </a:lnTo>
                  <a:lnTo>
                    <a:pt x="120188" y="21805"/>
                  </a:lnTo>
                  <a:lnTo>
                    <a:pt x="80354" y="47129"/>
                  </a:lnTo>
                  <a:lnTo>
                    <a:pt x="47130" y="80352"/>
                  </a:lnTo>
                  <a:lnTo>
                    <a:pt x="21805" y="120184"/>
                  </a:lnTo>
                  <a:lnTo>
                    <a:pt x="5665" y="165339"/>
                  </a:lnTo>
                  <a:lnTo>
                    <a:pt x="0" y="214527"/>
                  </a:lnTo>
                  <a:lnTo>
                    <a:pt x="5665" y="263719"/>
                  </a:lnTo>
                  <a:lnTo>
                    <a:pt x="21805" y="308874"/>
                  </a:lnTo>
                  <a:lnTo>
                    <a:pt x="47130" y="348706"/>
                  </a:lnTo>
                  <a:lnTo>
                    <a:pt x="80354" y="381928"/>
                  </a:lnTo>
                  <a:lnTo>
                    <a:pt x="120188" y="407251"/>
                  </a:lnTo>
                  <a:lnTo>
                    <a:pt x="165345" y="423389"/>
                  </a:lnTo>
                  <a:lnTo>
                    <a:pt x="214537" y="429054"/>
                  </a:lnTo>
                  <a:lnTo>
                    <a:pt x="263725" y="423389"/>
                  </a:lnTo>
                  <a:lnTo>
                    <a:pt x="308878" y="407251"/>
                  </a:lnTo>
                  <a:lnTo>
                    <a:pt x="348708" y="381928"/>
                  </a:lnTo>
                  <a:lnTo>
                    <a:pt x="381929" y="348706"/>
                  </a:lnTo>
                  <a:lnTo>
                    <a:pt x="407251" y="308874"/>
                  </a:lnTo>
                  <a:lnTo>
                    <a:pt x="423389" y="263719"/>
                  </a:lnTo>
                  <a:lnTo>
                    <a:pt x="429054" y="214527"/>
                  </a:lnTo>
                  <a:lnTo>
                    <a:pt x="423389" y="165339"/>
                  </a:lnTo>
                  <a:lnTo>
                    <a:pt x="407251" y="120184"/>
                  </a:lnTo>
                  <a:lnTo>
                    <a:pt x="381929" y="80352"/>
                  </a:lnTo>
                  <a:lnTo>
                    <a:pt x="348708" y="47129"/>
                  </a:lnTo>
                  <a:lnTo>
                    <a:pt x="308878" y="21805"/>
                  </a:lnTo>
                  <a:lnTo>
                    <a:pt x="263725" y="5665"/>
                  </a:lnTo>
                  <a:lnTo>
                    <a:pt x="214537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4839436" y="4891013"/>
              <a:ext cx="265430" cy="220345"/>
            </a:xfrm>
            <a:custGeom>
              <a:avLst/>
              <a:gdLst/>
              <a:ahLst/>
              <a:cxnLst/>
              <a:rect l="l" t="t" r="r" b="b"/>
              <a:pathLst>
                <a:path w="265430" h="220345">
                  <a:moveTo>
                    <a:pt x="165332" y="0"/>
                  </a:moveTo>
                  <a:lnTo>
                    <a:pt x="116139" y="5665"/>
                  </a:lnTo>
                  <a:lnTo>
                    <a:pt x="70982" y="21805"/>
                  </a:lnTo>
                  <a:lnTo>
                    <a:pt x="31148" y="47129"/>
                  </a:lnTo>
                  <a:lnTo>
                    <a:pt x="0" y="78277"/>
                  </a:lnTo>
                  <a:lnTo>
                    <a:pt x="165476" y="219839"/>
                  </a:lnTo>
                  <a:lnTo>
                    <a:pt x="265138" y="25280"/>
                  </a:lnTo>
                  <a:lnTo>
                    <a:pt x="259672" y="21805"/>
                  </a:lnTo>
                  <a:lnTo>
                    <a:pt x="214519" y="5665"/>
                  </a:lnTo>
                  <a:lnTo>
                    <a:pt x="165332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5004910" y="4908319"/>
              <a:ext cx="214629" cy="404495"/>
            </a:xfrm>
            <a:custGeom>
              <a:avLst/>
              <a:gdLst/>
              <a:ahLst/>
              <a:cxnLst/>
              <a:rect l="l" t="t" r="r" b="b"/>
              <a:pathLst>
                <a:path w="214630" h="404495">
                  <a:moveTo>
                    <a:pt x="81612" y="0"/>
                  </a:moveTo>
                  <a:lnTo>
                    <a:pt x="0" y="202533"/>
                  </a:lnTo>
                  <a:lnTo>
                    <a:pt x="54994" y="403957"/>
                  </a:lnTo>
                  <a:lnTo>
                    <a:pt x="94199" y="389945"/>
                  </a:lnTo>
                  <a:lnTo>
                    <a:pt x="134030" y="364622"/>
                  </a:lnTo>
                  <a:lnTo>
                    <a:pt x="167250" y="331401"/>
                  </a:lnTo>
                  <a:lnTo>
                    <a:pt x="192572" y="291568"/>
                  </a:lnTo>
                  <a:lnTo>
                    <a:pt x="208710" y="246413"/>
                  </a:lnTo>
                  <a:lnTo>
                    <a:pt x="214376" y="197221"/>
                  </a:lnTo>
                  <a:lnTo>
                    <a:pt x="208710" y="148033"/>
                  </a:lnTo>
                  <a:lnTo>
                    <a:pt x="192572" y="102878"/>
                  </a:lnTo>
                  <a:lnTo>
                    <a:pt x="167250" y="63046"/>
                  </a:lnTo>
                  <a:lnTo>
                    <a:pt x="134030" y="29824"/>
                  </a:lnTo>
                  <a:lnTo>
                    <a:pt x="94199" y="4499"/>
                  </a:lnTo>
                  <a:lnTo>
                    <a:pt x="81612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99058" y="4908153"/>
              <a:ext cx="266377" cy="302507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5126711" y="4889769"/>
              <a:ext cx="301625" cy="68580"/>
            </a:xfrm>
            <a:custGeom>
              <a:avLst/>
              <a:gdLst/>
              <a:ahLst/>
              <a:cxnLst/>
              <a:rect l="l" t="t" r="r" b="b"/>
              <a:pathLst>
                <a:path w="301625" h="68579">
                  <a:moveTo>
                    <a:pt x="0" y="68395"/>
                  </a:moveTo>
                  <a:lnTo>
                    <a:pt x="68395" y="0"/>
                  </a:lnTo>
                  <a:lnTo>
                    <a:pt x="301456" y="0"/>
                  </a:lnTo>
                </a:path>
              </a:pathLst>
            </a:custGeom>
            <a:ln w="3549">
              <a:solidFill>
                <a:srgbClr val="CFE2A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5196377" y="4814243"/>
              <a:ext cx="85090" cy="0"/>
            </a:xfrm>
            <a:custGeom>
              <a:avLst/>
              <a:gdLst/>
              <a:ahLst/>
              <a:cxnLst/>
              <a:rect l="l" t="t" r="r" b="b"/>
              <a:pathLst>
                <a:path w="85090" h="0">
                  <a:moveTo>
                    <a:pt x="0" y="0"/>
                  </a:moveTo>
                  <a:lnTo>
                    <a:pt x="85023" y="0"/>
                  </a:lnTo>
                </a:path>
              </a:pathLst>
            </a:custGeom>
            <a:ln w="3549">
              <a:solidFill>
                <a:srgbClr val="CFE2A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5301825" y="4813293"/>
              <a:ext cx="102235" cy="0"/>
            </a:xfrm>
            <a:custGeom>
              <a:avLst/>
              <a:gdLst/>
              <a:ahLst/>
              <a:cxnLst/>
              <a:rect l="l" t="t" r="r" b="b"/>
              <a:pathLst>
                <a:path w="102234" h="0">
                  <a:moveTo>
                    <a:pt x="0" y="0"/>
                  </a:moveTo>
                  <a:lnTo>
                    <a:pt x="102122" y="0"/>
                  </a:lnTo>
                </a:path>
              </a:pathLst>
            </a:custGeom>
            <a:ln w="3549">
              <a:solidFill>
                <a:srgbClr val="CFE2A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5195426" y="4839893"/>
              <a:ext cx="177165" cy="0"/>
            </a:xfrm>
            <a:custGeom>
              <a:avLst/>
              <a:gdLst/>
              <a:ahLst/>
              <a:cxnLst/>
              <a:rect l="l" t="t" r="r" b="b"/>
              <a:pathLst>
                <a:path w="177165" h="0">
                  <a:moveTo>
                    <a:pt x="0" y="0"/>
                  </a:moveTo>
                  <a:lnTo>
                    <a:pt x="176696" y="0"/>
                  </a:lnTo>
                </a:path>
              </a:pathLst>
            </a:custGeom>
            <a:ln w="3549">
              <a:solidFill>
                <a:srgbClr val="CFE2A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5195426" y="4866967"/>
              <a:ext cx="207645" cy="0"/>
            </a:xfrm>
            <a:custGeom>
              <a:avLst/>
              <a:gdLst/>
              <a:ahLst/>
              <a:cxnLst/>
              <a:rect l="l" t="t" r="r" b="b"/>
              <a:pathLst>
                <a:path w="207644" h="0">
                  <a:moveTo>
                    <a:pt x="0" y="0"/>
                  </a:moveTo>
                  <a:lnTo>
                    <a:pt x="207093" y="0"/>
                  </a:lnTo>
                </a:path>
              </a:pathLst>
            </a:custGeom>
            <a:ln w="3549">
              <a:solidFill>
                <a:srgbClr val="CFE2A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4659638" y="4849868"/>
              <a:ext cx="207645" cy="0"/>
            </a:xfrm>
            <a:custGeom>
              <a:avLst/>
              <a:gdLst/>
              <a:ahLst/>
              <a:cxnLst/>
              <a:rect l="l" t="t" r="r" b="b"/>
              <a:pathLst>
                <a:path w="207644" h="0">
                  <a:moveTo>
                    <a:pt x="0" y="0"/>
                  </a:moveTo>
                  <a:lnTo>
                    <a:pt x="207093" y="0"/>
                  </a:lnTo>
                </a:path>
              </a:pathLst>
            </a:custGeom>
            <a:ln w="3549">
              <a:solidFill>
                <a:srgbClr val="CFE2A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4601687" y="5119662"/>
              <a:ext cx="243204" cy="0"/>
            </a:xfrm>
            <a:custGeom>
              <a:avLst/>
              <a:gdLst/>
              <a:ahLst/>
              <a:cxnLst/>
              <a:rect l="l" t="t" r="r" b="b"/>
              <a:pathLst>
                <a:path w="243205" h="0">
                  <a:moveTo>
                    <a:pt x="243196" y="0"/>
                  </a:moveTo>
                  <a:lnTo>
                    <a:pt x="0" y="0"/>
                  </a:lnTo>
                </a:path>
              </a:pathLst>
            </a:custGeom>
            <a:ln w="3549">
              <a:solidFill>
                <a:srgbClr val="CFE2A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4602322" y="5030997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69" h="0">
                  <a:moveTo>
                    <a:pt x="0" y="0"/>
                  </a:moveTo>
                  <a:lnTo>
                    <a:pt x="77264" y="0"/>
                  </a:lnTo>
                </a:path>
              </a:pathLst>
            </a:custGeom>
            <a:ln w="3549">
              <a:solidFill>
                <a:srgbClr val="CFE2A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4602322" y="5056329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09" h="0">
                  <a:moveTo>
                    <a:pt x="0" y="0"/>
                  </a:moveTo>
                  <a:lnTo>
                    <a:pt x="130467" y="0"/>
                  </a:lnTo>
                </a:path>
              </a:pathLst>
            </a:custGeom>
            <a:ln w="4617">
              <a:solidFill>
                <a:srgbClr val="CFE2A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4602322" y="5087363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09" h="0">
                  <a:moveTo>
                    <a:pt x="0" y="0"/>
                  </a:moveTo>
                  <a:lnTo>
                    <a:pt x="130467" y="0"/>
                  </a:lnTo>
                </a:path>
              </a:pathLst>
            </a:custGeom>
            <a:ln w="4617">
              <a:solidFill>
                <a:srgbClr val="CFE2A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4695420" y="5030997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69" h="0">
                  <a:moveTo>
                    <a:pt x="0" y="0"/>
                  </a:moveTo>
                  <a:lnTo>
                    <a:pt x="77264" y="0"/>
                  </a:lnTo>
                </a:path>
              </a:pathLst>
            </a:custGeom>
            <a:ln w="3549">
              <a:solidFill>
                <a:srgbClr val="CFE2A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4658685" y="4878367"/>
              <a:ext cx="288925" cy="59055"/>
            </a:xfrm>
            <a:custGeom>
              <a:avLst/>
              <a:gdLst/>
              <a:ahLst/>
              <a:cxnLst/>
              <a:rect l="l" t="t" r="r" b="b"/>
              <a:pathLst>
                <a:path w="288925" h="59054">
                  <a:moveTo>
                    <a:pt x="288797" y="58898"/>
                  </a:moveTo>
                  <a:lnTo>
                    <a:pt x="241301" y="0"/>
                  </a:lnTo>
                  <a:lnTo>
                    <a:pt x="0" y="0"/>
                  </a:lnTo>
                </a:path>
              </a:pathLst>
            </a:custGeom>
            <a:ln w="4617">
              <a:solidFill>
                <a:srgbClr val="CFE2A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3" name="object 4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1514" y="5453071"/>
            <a:ext cx="837378" cy="2081603"/>
          </a:xfrm>
          <a:prstGeom prst="rect">
            <a:avLst/>
          </a:prstGeom>
        </p:spPr>
      </p:pic>
      <p:grpSp>
        <p:nvGrpSpPr>
          <p:cNvPr id="44" name="object 44" descr=""/>
          <p:cNvGrpSpPr/>
          <p:nvPr/>
        </p:nvGrpSpPr>
        <p:grpSpPr>
          <a:xfrm>
            <a:off x="13825914" y="5584780"/>
            <a:ext cx="3500754" cy="2054860"/>
            <a:chOff x="13825914" y="5584780"/>
            <a:chExt cx="3500754" cy="2054860"/>
          </a:xfrm>
        </p:grpSpPr>
        <p:sp>
          <p:nvSpPr>
            <p:cNvPr id="45" name="object 45" descr=""/>
            <p:cNvSpPr/>
            <p:nvPr/>
          </p:nvSpPr>
          <p:spPr>
            <a:xfrm>
              <a:off x="13825906" y="7432236"/>
              <a:ext cx="3478529" cy="207645"/>
            </a:xfrm>
            <a:custGeom>
              <a:avLst/>
              <a:gdLst/>
              <a:ahLst/>
              <a:cxnLst/>
              <a:rect l="l" t="t" r="r" b="b"/>
              <a:pathLst>
                <a:path w="3478530" h="207645">
                  <a:moveTo>
                    <a:pt x="3478466" y="111048"/>
                  </a:moveTo>
                  <a:lnTo>
                    <a:pt x="3434308" y="79349"/>
                  </a:lnTo>
                  <a:lnTo>
                    <a:pt x="3361359" y="61290"/>
                  </a:lnTo>
                  <a:lnTo>
                    <a:pt x="3313849" y="53467"/>
                  </a:lnTo>
                  <a:lnTo>
                    <a:pt x="3259874" y="46583"/>
                  </a:lnTo>
                  <a:lnTo>
                    <a:pt x="3200108" y="40728"/>
                  </a:lnTo>
                  <a:lnTo>
                    <a:pt x="3135198" y="36004"/>
                  </a:lnTo>
                  <a:lnTo>
                    <a:pt x="3065843" y="32512"/>
                  </a:lnTo>
                  <a:lnTo>
                    <a:pt x="2992704" y="30353"/>
                  </a:lnTo>
                  <a:lnTo>
                    <a:pt x="2916440" y="29603"/>
                  </a:lnTo>
                  <a:lnTo>
                    <a:pt x="2840164" y="30353"/>
                  </a:lnTo>
                  <a:lnTo>
                    <a:pt x="2767025" y="32512"/>
                  </a:lnTo>
                  <a:lnTo>
                    <a:pt x="2697657" y="36004"/>
                  </a:lnTo>
                  <a:lnTo>
                    <a:pt x="2674150" y="37719"/>
                  </a:lnTo>
                  <a:lnTo>
                    <a:pt x="2653588" y="35991"/>
                  </a:lnTo>
                  <a:lnTo>
                    <a:pt x="2603360" y="32194"/>
                  </a:lnTo>
                  <a:lnTo>
                    <a:pt x="2550490" y="28562"/>
                  </a:lnTo>
                  <a:lnTo>
                    <a:pt x="2495067" y="25107"/>
                  </a:lnTo>
                  <a:lnTo>
                    <a:pt x="2437193" y="21856"/>
                  </a:lnTo>
                  <a:lnTo>
                    <a:pt x="2376982" y="18796"/>
                  </a:lnTo>
                  <a:lnTo>
                    <a:pt x="2314524" y="15938"/>
                  </a:lnTo>
                  <a:lnTo>
                    <a:pt x="2249944" y="13284"/>
                  </a:lnTo>
                  <a:lnTo>
                    <a:pt x="2183333" y="10858"/>
                  </a:lnTo>
                  <a:lnTo>
                    <a:pt x="2114791" y="8661"/>
                  </a:lnTo>
                  <a:lnTo>
                    <a:pt x="2044433" y="6680"/>
                  </a:lnTo>
                  <a:lnTo>
                    <a:pt x="1972360" y="4953"/>
                  </a:lnTo>
                  <a:lnTo>
                    <a:pt x="1898675" y="3467"/>
                  </a:lnTo>
                  <a:lnTo>
                    <a:pt x="1823478" y="2235"/>
                  </a:lnTo>
                  <a:lnTo>
                    <a:pt x="1746885" y="1270"/>
                  </a:lnTo>
                  <a:lnTo>
                    <a:pt x="1668995" y="571"/>
                  </a:lnTo>
                  <a:lnTo>
                    <a:pt x="1589900" y="139"/>
                  </a:lnTo>
                  <a:lnTo>
                    <a:pt x="1509725" y="0"/>
                  </a:lnTo>
                  <a:lnTo>
                    <a:pt x="1429550" y="139"/>
                  </a:lnTo>
                  <a:lnTo>
                    <a:pt x="1350454" y="571"/>
                  </a:lnTo>
                  <a:lnTo>
                    <a:pt x="1272565" y="1270"/>
                  </a:lnTo>
                  <a:lnTo>
                    <a:pt x="1195959" y="2235"/>
                  </a:lnTo>
                  <a:lnTo>
                    <a:pt x="1120775" y="3467"/>
                  </a:lnTo>
                  <a:lnTo>
                    <a:pt x="1047089" y="4953"/>
                  </a:lnTo>
                  <a:lnTo>
                    <a:pt x="975004" y="6680"/>
                  </a:lnTo>
                  <a:lnTo>
                    <a:pt x="904646" y="8661"/>
                  </a:lnTo>
                  <a:lnTo>
                    <a:pt x="836117" y="10858"/>
                  </a:lnTo>
                  <a:lnTo>
                    <a:pt x="769493" y="13284"/>
                  </a:lnTo>
                  <a:lnTo>
                    <a:pt x="704913" y="15938"/>
                  </a:lnTo>
                  <a:lnTo>
                    <a:pt x="642467" y="18796"/>
                  </a:lnTo>
                  <a:lnTo>
                    <a:pt x="582244" y="21856"/>
                  </a:lnTo>
                  <a:lnTo>
                    <a:pt x="524383" y="25107"/>
                  </a:lnTo>
                  <a:lnTo>
                    <a:pt x="468947" y="28562"/>
                  </a:lnTo>
                  <a:lnTo>
                    <a:pt x="416077" y="32194"/>
                  </a:lnTo>
                  <a:lnTo>
                    <a:pt x="365861" y="35991"/>
                  </a:lnTo>
                  <a:lnTo>
                    <a:pt x="318401" y="39966"/>
                  </a:lnTo>
                  <a:lnTo>
                    <a:pt x="273799" y="44107"/>
                  </a:lnTo>
                  <a:lnTo>
                    <a:pt x="232181" y="48387"/>
                  </a:lnTo>
                  <a:lnTo>
                    <a:pt x="193624" y="52832"/>
                  </a:lnTo>
                  <a:lnTo>
                    <a:pt x="126149" y="62103"/>
                  </a:lnTo>
                  <a:lnTo>
                    <a:pt x="72212" y="71882"/>
                  </a:lnTo>
                  <a:lnTo>
                    <a:pt x="32651" y="82105"/>
                  </a:lnTo>
                  <a:lnTo>
                    <a:pt x="0" y="103644"/>
                  </a:lnTo>
                  <a:lnTo>
                    <a:pt x="2095" y="109156"/>
                  </a:lnTo>
                  <a:lnTo>
                    <a:pt x="50584" y="130352"/>
                  </a:lnTo>
                  <a:lnTo>
                    <a:pt x="97434" y="140360"/>
                  </a:lnTo>
                  <a:lnTo>
                    <a:pt x="158242" y="149898"/>
                  </a:lnTo>
                  <a:lnTo>
                    <a:pt x="232181" y="158902"/>
                  </a:lnTo>
                  <a:lnTo>
                    <a:pt x="273799" y="163195"/>
                  </a:lnTo>
                  <a:lnTo>
                    <a:pt x="318401" y="167322"/>
                  </a:lnTo>
                  <a:lnTo>
                    <a:pt x="365861" y="171297"/>
                  </a:lnTo>
                  <a:lnTo>
                    <a:pt x="416077" y="175107"/>
                  </a:lnTo>
                  <a:lnTo>
                    <a:pt x="468947" y="178727"/>
                  </a:lnTo>
                  <a:lnTo>
                    <a:pt x="524383" y="182181"/>
                  </a:lnTo>
                  <a:lnTo>
                    <a:pt x="582244" y="185432"/>
                  </a:lnTo>
                  <a:lnTo>
                    <a:pt x="642467" y="188506"/>
                  </a:lnTo>
                  <a:lnTo>
                    <a:pt x="704913" y="191363"/>
                  </a:lnTo>
                  <a:lnTo>
                    <a:pt x="769493" y="194005"/>
                  </a:lnTo>
                  <a:lnTo>
                    <a:pt x="836117" y="196430"/>
                  </a:lnTo>
                  <a:lnTo>
                    <a:pt x="904646" y="198640"/>
                  </a:lnTo>
                  <a:lnTo>
                    <a:pt x="975004" y="200609"/>
                  </a:lnTo>
                  <a:lnTo>
                    <a:pt x="1047089" y="202336"/>
                  </a:lnTo>
                  <a:lnTo>
                    <a:pt x="1120775" y="203822"/>
                  </a:lnTo>
                  <a:lnTo>
                    <a:pt x="1195959" y="205054"/>
                  </a:lnTo>
                  <a:lnTo>
                    <a:pt x="1272565" y="206032"/>
                  </a:lnTo>
                  <a:lnTo>
                    <a:pt x="1350454" y="206730"/>
                  </a:lnTo>
                  <a:lnTo>
                    <a:pt x="1429550" y="207149"/>
                  </a:lnTo>
                  <a:lnTo>
                    <a:pt x="1509725" y="207302"/>
                  </a:lnTo>
                  <a:lnTo>
                    <a:pt x="1589900" y="207149"/>
                  </a:lnTo>
                  <a:lnTo>
                    <a:pt x="1668995" y="206730"/>
                  </a:lnTo>
                  <a:lnTo>
                    <a:pt x="1746885" y="206032"/>
                  </a:lnTo>
                  <a:lnTo>
                    <a:pt x="1823478" y="205054"/>
                  </a:lnTo>
                  <a:lnTo>
                    <a:pt x="1898675" y="203822"/>
                  </a:lnTo>
                  <a:lnTo>
                    <a:pt x="1972360" y="202336"/>
                  </a:lnTo>
                  <a:lnTo>
                    <a:pt x="2044433" y="200609"/>
                  </a:lnTo>
                  <a:lnTo>
                    <a:pt x="2114791" y="198640"/>
                  </a:lnTo>
                  <a:lnTo>
                    <a:pt x="2183333" y="196430"/>
                  </a:lnTo>
                  <a:lnTo>
                    <a:pt x="2249944" y="194005"/>
                  </a:lnTo>
                  <a:lnTo>
                    <a:pt x="2314524" y="191363"/>
                  </a:lnTo>
                  <a:lnTo>
                    <a:pt x="2376982" y="188506"/>
                  </a:lnTo>
                  <a:lnTo>
                    <a:pt x="2437193" y="185432"/>
                  </a:lnTo>
                  <a:lnTo>
                    <a:pt x="2495067" y="182181"/>
                  </a:lnTo>
                  <a:lnTo>
                    <a:pt x="2550490" y="178727"/>
                  </a:lnTo>
                  <a:lnTo>
                    <a:pt x="2582976" y="176504"/>
                  </a:lnTo>
                  <a:lnTo>
                    <a:pt x="2632760" y="181368"/>
                  </a:lnTo>
                  <a:lnTo>
                    <a:pt x="2697657" y="186093"/>
                  </a:lnTo>
                  <a:lnTo>
                    <a:pt x="2767025" y="189585"/>
                  </a:lnTo>
                  <a:lnTo>
                    <a:pt x="2840164" y="191744"/>
                  </a:lnTo>
                  <a:lnTo>
                    <a:pt x="2916440" y="192493"/>
                  </a:lnTo>
                  <a:lnTo>
                    <a:pt x="2992704" y="191744"/>
                  </a:lnTo>
                  <a:lnTo>
                    <a:pt x="3065843" y="189585"/>
                  </a:lnTo>
                  <a:lnTo>
                    <a:pt x="3135198" y="186093"/>
                  </a:lnTo>
                  <a:lnTo>
                    <a:pt x="3200108" y="181368"/>
                  </a:lnTo>
                  <a:lnTo>
                    <a:pt x="3259874" y="175526"/>
                  </a:lnTo>
                  <a:lnTo>
                    <a:pt x="3313849" y="168643"/>
                  </a:lnTo>
                  <a:lnTo>
                    <a:pt x="3361359" y="160820"/>
                  </a:lnTo>
                  <a:lnTo>
                    <a:pt x="3401733" y="152158"/>
                  </a:lnTo>
                  <a:lnTo>
                    <a:pt x="3458400" y="132702"/>
                  </a:lnTo>
                  <a:lnTo>
                    <a:pt x="3473335" y="122097"/>
                  </a:lnTo>
                  <a:lnTo>
                    <a:pt x="3478466" y="111048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6279648" y="6658832"/>
              <a:ext cx="922655" cy="907415"/>
            </a:xfrm>
            <a:custGeom>
              <a:avLst/>
              <a:gdLst/>
              <a:ahLst/>
              <a:cxnLst/>
              <a:rect l="l" t="t" r="r" b="b"/>
              <a:pathLst>
                <a:path w="922655" h="907415">
                  <a:moveTo>
                    <a:pt x="266611" y="0"/>
                  </a:moveTo>
                  <a:lnTo>
                    <a:pt x="191071" y="0"/>
                  </a:lnTo>
                  <a:lnTo>
                    <a:pt x="0" y="907224"/>
                  </a:lnTo>
                  <a:lnTo>
                    <a:pt x="27940" y="907224"/>
                  </a:lnTo>
                  <a:lnTo>
                    <a:pt x="266611" y="0"/>
                  </a:lnTo>
                  <a:close/>
                </a:path>
                <a:path w="922655" h="907415">
                  <a:moveTo>
                    <a:pt x="922655" y="907224"/>
                  </a:moveTo>
                  <a:lnTo>
                    <a:pt x="738492" y="0"/>
                  </a:lnTo>
                  <a:lnTo>
                    <a:pt x="656196" y="0"/>
                  </a:lnTo>
                  <a:lnTo>
                    <a:pt x="894626" y="907224"/>
                  </a:lnTo>
                  <a:lnTo>
                    <a:pt x="922655" y="907224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6279648" y="6658832"/>
              <a:ext cx="922655" cy="907415"/>
            </a:xfrm>
            <a:custGeom>
              <a:avLst/>
              <a:gdLst/>
              <a:ahLst/>
              <a:cxnLst/>
              <a:rect l="l" t="t" r="r" b="b"/>
              <a:pathLst>
                <a:path w="922655" h="907415">
                  <a:moveTo>
                    <a:pt x="266611" y="0"/>
                  </a:moveTo>
                  <a:lnTo>
                    <a:pt x="191071" y="0"/>
                  </a:lnTo>
                  <a:lnTo>
                    <a:pt x="0" y="907224"/>
                  </a:lnTo>
                  <a:lnTo>
                    <a:pt x="27940" y="907224"/>
                  </a:lnTo>
                  <a:lnTo>
                    <a:pt x="266611" y="0"/>
                  </a:lnTo>
                  <a:close/>
                </a:path>
                <a:path w="922655" h="907415">
                  <a:moveTo>
                    <a:pt x="922655" y="907224"/>
                  </a:moveTo>
                  <a:lnTo>
                    <a:pt x="738492" y="0"/>
                  </a:lnTo>
                  <a:lnTo>
                    <a:pt x="656196" y="0"/>
                  </a:lnTo>
                  <a:lnTo>
                    <a:pt x="894626" y="907224"/>
                  </a:lnTo>
                  <a:lnTo>
                    <a:pt x="922655" y="907224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6302067" y="5584780"/>
              <a:ext cx="1024890" cy="1102995"/>
            </a:xfrm>
            <a:custGeom>
              <a:avLst/>
              <a:gdLst/>
              <a:ahLst/>
              <a:cxnLst/>
              <a:rect l="l" t="t" r="r" b="b"/>
              <a:pathLst>
                <a:path w="1024890" h="1102995">
                  <a:moveTo>
                    <a:pt x="1024523" y="0"/>
                  </a:moveTo>
                  <a:lnTo>
                    <a:pt x="966551" y="251"/>
                  </a:lnTo>
                  <a:lnTo>
                    <a:pt x="913935" y="1783"/>
                  </a:lnTo>
                  <a:lnTo>
                    <a:pt x="866642" y="5759"/>
                  </a:lnTo>
                  <a:lnTo>
                    <a:pt x="824639" y="13343"/>
                  </a:lnTo>
                  <a:lnTo>
                    <a:pt x="787892" y="25700"/>
                  </a:lnTo>
                  <a:lnTo>
                    <a:pt x="730034" y="69390"/>
                  </a:lnTo>
                  <a:lnTo>
                    <a:pt x="708858" y="103050"/>
                  </a:lnTo>
                  <a:lnTo>
                    <a:pt x="692805" y="146141"/>
                  </a:lnTo>
                  <a:lnTo>
                    <a:pt x="681843" y="199826"/>
                  </a:lnTo>
                  <a:lnTo>
                    <a:pt x="674551" y="250153"/>
                  </a:lnTo>
                  <a:lnTo>
                    <a:pt x="666955" y="300362"/>
                  </a:lnTo>
                  <a:lnTo>
                    <a:pt x="659110" y="350425"/>
                  </a:lnTo>
                  <a:lnTo>
                    <a:pt x="642904" y="450009"/>
                  </a:lnTo>
                  <a:lnTo>
                    <a:pt x="602028" y="694570"/>
                  </a:lnTo>
                  <a:lnTo>
                    <a:pt x="586725" y="790080"/>
                  </a:lnTo>
                  <a:lnTo>
                    <a:pt x="571737" y="863366"/>
                  </a:lnTo>
                  <a:lnTo>
                    <a:pt x="552501" y="919387"/>
                  </a:lnTo>
                  <a:lnTo>
                    <a:pt x="529126" y="960326"/>
                  </a:lnTo>
                  <a:lnTo>
                    <a:pt x="501716" y="988366"/>
                  </a:lnTo>
                  <a:lnTo>
                    <a:pt x="435218" y="1014486"/>
                  </a:lnTo>
                  <a:lnTo>
                    <a:pt x="396343" y="1016932"/>
                  </a:lnTo>
                  <a:lnTo>
                    <a:pt x="0" y="1016932"/>
                  </a:lnTo>
                  <a:lnTo>
                    <a:pt x="2842" y="1047356"/>
                  </a:lnTo>
                  <a:lnTo>
                    <a:pt x="14630" y="1074913"/>
                  </a:lnTo>
                  <a:lnTo>
                    <a:pt x="40251" y="1094898"/>
                  </a:lnTo>
                  <a:lnTo>
                    <a:pt x="84594" y="1102605"/>
                  </a:lnTo>
                  <a:lnTo>
                    <a:pt x="698491" y="1102605"/>
                  </a:lnTo>
                  <a:lnTo>
                    <a:pt x="756484" y="1099231"/>
                  </a:lnTo>
                  <a:lnTo>
                    <a:pt x="802831" y="1089397"/>
                  </a:lnTo>
                  <a:lnTo>
                    <a:pt x="838990" y="1073533"/>
                  </a:lnTo>
                  <a:lnTo>
                    <a:pt x="886577" y="1025434"/>
                  </a:lnTo>
                  <a:lnTo>
                    <a:pt x="910912" y="958378"/>
                  </a:lnTo>
                  <a:lnTo>
                    <a:pt x="918005" y="918816"/>
                  </a:lnTo>
                  <a:lnTo>
                    <a:pt x="923659" y="875805"/>
                  </a:lnTo>
                  <a:lnTo>
                    <a:pt x="929332" y="829775"/>
                  </a:lnTo>
                  <a:lnTo>
                    <a:pt x="947747" y="686532"/>
                  </a:lnTo>
                  <a:lnTo>
                    <a:pt x="963801" y="552349"/>
                  </a:lnTo>
                  <a:lnTo>
                    <a:pt x="986419" y="349436"/>
                  </a:lnTo>
                  <a:lnTo>
                    <a:pt x="102452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 descr=""/>
          <p:cNvGrpSpPr/>
          <p:nvPr/>
        </p:nvGrpSpPr>
        <p:grpSpPr>
          <a:xfrm>
            <a:off x="4437305" y="2131207"/>
            <a:ext cx="1076325" cy="1498600"/>
            <a:chOff x="4437305" y="2131207"/>
            <a:chExt cx="1076325" cy="1498600"/>
          </a:xfrm>
        </p:grpSpPr>
        <p:sp>
          <p:nvSpPr>
            <p:cNvPr id="50" name="object 50" descr=""/>
            <p:cNvSpPr/>
            <p:nvPr/>
          </p:nvSpPr>
          <p:spPr>
            <a:xfrm>
              <a:off x="4437305" y="2131207"/>
              <a:ext cx="1076325" cy="1498600"/>
            </a:xfrm>
            <a:custGeom>
              <a:avLst/>
              <a:gdLst/>
              <a:ahLst/>
              <a:cxnLst/>
              <a:rect l="l" t="t" r="r" b="b"/>
              <a:pathLst>
                <a:path w="1076325" h="1498600">
                  <a:moveTo>
                    <a:pt x="1061171" y="0"/>
                  </a:moveTo>
                  <a:lnTo>
                    <a:pt x="0" y="10732"/>
                  </a:lnTo>
                  <a:lnTo>
                    <a:pt x="15046" y="1498027"/>
                  </a:lnTo>
                  <a:lnTo>
                    <a:pt x="1076218" y="1487284"/>
                  </a:lnTo>
                  <a:lnTo>
                    <a:pt x="106117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473840" y="2168595"/>
              <a:ext cx="1002030" cy="1426210"/>
            </a:xfrm>
            <a:custGeom>
              <a:avLst/>
              <a:gdLst/>
              <a:ahLst/>
              <a:cxnLst/>
              <a:rect l="l" t="t" r="r" b="b"/>
              <a:pathLst>
                <a:path w="1002029" h="1426210">
                  <a:moveTo>
                    <a:pt x="987477" y="0"/>
                  </a:moveTo>
                  <a:lnTo>
                    <a:pt x="0" y="9989"/>
                  </a:lnTo>
                  <a:lnTo>
                    <a:pt x="14324" y="1425883"/>
                  </a:lnTo>
                  <a:lnTo>
                    <a:pt x="1001801" y="1415894"/>
                  </a:lnTo>
                  <a:lnTo>
                    <a:pt x="987477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649109" y="2408187"/>
              <a:ext cx="652780" cy="944244"/>
            </a:xfrm>
            <a:custGeom>
              <a:avLst/>
              <a:gdLst/>
              <a:ahLst/>
              <a:cxnLst/>
              <a:rect l="l" t="t" r="r" b="b"/>
              <a:pathLst>
                <a:path w="652779" h="944245">
                  <a:moveTo>
                    <a:pt x="643121" y="0"/>
                  </a:moveTo>
                  <a:lnTo>
                    <a:pt x="0" y="6512"/>
                  </a:lnTo>
                  <a:lnTo>
                    <a:pt x="9486" y="944065"/>
                  </a:lnTo>
                  <a:lnTo>
                    <a:pt x="652608" y="937552"/>
                  </a:lnTo>
                  <a:lnTo>
                    <a:pt x="643121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7619" y="2857383"/>
              <a:ext cx="167167" cy="110069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7613" y="2592127"/>
              <a:ext cx="167178" cy="167178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97610" y="3043868"/>
              <a:ext cx="167178" cy="96593"/>
            </a:xfrm>
            <a:prstGeom prst="rect">
              <a:avLst/>
            </a:prstGeom>
          </p:spPr>
        </p:pic>
      </p:grpSp>
      <p:grpSp>
        <p:nvGrpSpPr>
          <p:cNvPr id="56" name="object 56" descr=""/>
          <p:cNvGrpSpPr/>
          <p:nvPr/>
        </p:nvGrpSpPr>
        <p:grpSpPr>
          <a:xfrm>
            <a:off x="987236" y="2276501"/>
            <a:ext cx="9836785" cy="6042025"/>
            <a:chOff x="987236" y="2276501"/>
            <a:chExt cx="9836785" cy="6042025"/>
          </a:xfrm>
        </p:grpSpPr>
        <p:sp>
          <p:nvSpPr>
            <p:cNvPr id="57" name="object 57" descr=""/>
            <p:cNvSpPr/>
            <p:nvPr/>
          </p:nvSpPr>
          <p:spPr>
            <a:xfrm>
              <a:off x="5712705" y="3382158"/>
              <a:ext cx="657860" cy="1022350"/>
            </a:xfrm>
            <a:custGeom>
              <a:avLst/>
              <a:gdLst/>
              <a:ahLst/>
              <a:cxnLst/>
              <a:rect l="l" t="t" r="r" b="b"/>
              <a:pathLst>
                <a:path w="657860" h="1022350">
                  <a:moveTo>
                    <a:pt x="657864" y="0"/>
                  </a:moveTo>
                  <a:lnTo>
                    <a:pt x="0" y="0"/>
                  </a:lnTo>
                  <a:lnTo>
                    <a:pt x="0" y="1021979"/>
                  </a:lnTo>
                  <a:lnTo>
                    <a:pt x="657864" y="1021979"/>
                  </a:lnTo>
                  <a:lnTo>
                    <a:pt x="657864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5737919" y="3406346"/>
              <a:ext cx="603885" cy="971550"/>
            </a:xfrm>
            <a:custGeom>
              <a:avLst/>
              <a:gdLst/>
              <a:ahLst/>
              <a:cxnLst/>
              <a:rect l="l" t="t" r="r" b="b"/>
              <a:pathLst>
                <a:path w="603885" h="971550">
                  <a:moveTo>
                    <a:pt x="603772" y="0"/>
                  </a:moveTo>
                  <a:lnTo>
                    <a:pt x="0" y="0"/>
                  </a:lnTo>
                  <a:lnTo>
                    <a:pt x="0" y="971404"/>
                  </a:lnTo>
                  <a:lnTo>
                    <a:pt x="603772" y="971404"/>
                  </a:lnTo>
                  <a:lnTo>
                    <a:pt x="603772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842282" y="3571032"/>
              <a:ext cx="398780" cy="644525"/>
            </a:xfrm>
            <a:custGeom>
              <a:avLst/>
              <a:gdLst/>
              <a:ahLst/>
              <a:cxnLst/>
              <a:rect l="l" t="t" r="r" b="b"/>
              <a:pathLst>
                <a:path w="398779" h="644525">
                  <a:moveTo>
                    <a:pt x="398699" y="0"/>
                  </a:moveTo>
                  <a:lnTo>
                    <a:pt x="0" y="0"/>
                  </a:lnTo>
                  <a:lnTo>
                    <a:pt x="0" y="644231"/>
                  </a:lnTo>
                  <a:lnTo>
                    <a:pt x="398699" y="644231"/>
                  </a:lnTo>
                  <a:lnTo>
                    <a:pt x="398699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891136" y="3941171"/>
              <a:ext cx="311785" cy="194945"/>
            </a:xfrm>
            <a:custGeom>
              <a:avLst/>
              <a:gdLst/>
              <a:ahLst/>
              <a:cxnLst/>
              <a:rect l="l" t="t" r="r" b="b"/>
              <a:pathLst>
                <a:path w="311785" h="194945">
                  <a:moveTo>
                    <a:pt x="311543" y="185877"/>
                  </a:moveTo>
                  <a:lnTo>
                    <a:pt x="0" y="185877"/>
                  </a:lnTo>
                  <a:lnTo>
                    <a:pt x="0" y="194665"/>
                  </a:lnTo>
                  <a:lnTo>
                    <a:pt x="311543" y="194665"/>
                  </a:lnTo>
                  <a:lnTo>
                    <a:pt x="311543" y="185877"/>
                  </a:lnTo>
                  <a:close/>
                </a:path>
                <a:path w="311785" h="194945">
                  <a:moveTo>
                    <a:pt x="311543" y="96151"/>
                  </a:moveTo>
                  <a:lnTo>
                    <a:pt x="0" y="96151"/>
                  </a:lnTo>
                  <a:lnTo>
                    <a:pt x="0" y="104952"/>
                  </a:lnTo>
                  <a:lnTo>
                    <a:pt x="311543" y="104952"/>
                  </a:lnTo>
                  <a:lnTo>
                    <a:pt x="311543" y="96151"/>
                  </a:lnTo>
                  <a:close/>
                </a:path>
                <a:path w="311785" h="194945">
                  <a:moveTo>
                    <a:pt x="311543" y="0"/>
                  </a:moveTo>
                  <a:lnTo>
                    <a:pt x="0" y="0"/>
                  </a:lnTo>
                  <a:lnTo>
                    <a:pt x="0" y="8801"/>
                  </a:lnTo>
                  <a:lnTo>
                    <a:pt x="311543" y="8801"/>
                  </a:lnTo>
                  <a:lnTo>
                    <a:pt x="31154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7236" y="2276501"/>
              <a:ext cx="9836519" cy="6041488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5891136" y="3645312"/>
              <a:ext cx="311785" cy="215265"/>
            </a:xfrm>
            <a:custGeom>
              <a:avLst/>
              <a:gdLst/>
              <a:ahLst/>
              <a:cxnLst/>
              <a:rect l="l" t="t" r="r" b="b"/>
              <a:pathLst>
                <a:path w="311785" h="215264">
                  <a:moveTo>
                    <a:pt x="35979" y="119659"/>
                  </a:moveTo>
                  <a:lnTo>
                    <a:pt x="35674" y="711"/>
                  </a:lnTo>
                  <a:lnTo>
                    <a:pt x="26885" y="736"/>
                  </a:lnTo>
                  <a:lnTo>
                    <a:pt x="27190" y="119684"/>
                  </a:lnTo>
                  <a:lnTo>
                    <a:pt x="35979" y="119659"/>
                  </a:lnTo>
                  <a:close/>
                </a:path>
                <a:path w="311785" h="215264">
                  <a:moveTo>
                    <a:pt x="125691" y="119430"/>
                  </a:moveTo>
                  <a:lnTo>
                    <a:pt x="125387" y="482"/>
                  </a:lnTo>
                  <a:lnTo>
                    <a:pt x="116586" y="508"/>
                  </a:lnTo>
                  <a:lnTo>
                    <a:pt x="116890" y="119456"/>
                  </a:lnTo>
                  <a:lnTo>
                    <a:pt x="125691" y="119430"/>
                  </a:lnTo>
                  <a:close/>
                </a:path>
                <a:path w="311785" h="215264">
                  <a:moveTo>
                    <a:pt x="221843" y="119189"/>
                  </a:moveTo>
                  <a:lnTo>
                    <a:pt x="221538" y="241"/>
                  </a:lnTo>
                  <a:lnTo>
                    <a:pt x="212750" y="254"/>
                  </a:lnTo>
                  <a:lnTo>
                    <a:pt x="213055" y="119202"/>
                  </a:lnTo>
                  <a:lnTo>
                    <a:pt x="221843" y="119189"/>
                  </a:lnTo>
                  <a:close/>
                </a:path>
                <a:path w="311785" h="215264">
                  <a:moveTo>
                    <a:pt x="311543" y="206146"/>
                  </a:moveTo>
                  <a:lnTo>
                    <a:pt x="0" y="206146"/>
                  </a:lnTo>
                  <a:lnTo>
                    <a:pt x="0" y="214947"/>
                  </a:lnTo>
                  <a:lnTo>
                    <a:pt x="311543" y="214947"/>
                  </a:lnTo>
                  <a:lnTo>
                    <a:pt x="311543" y="206146"/>
                  </a:lnTo>
                  <a:close/>
                </a:path>
                <a:path w="311785" h="215264">
                  <a:moveTo>
                    <a:pt x="311556" y="118948"/>
                  </a:moveTo>
                  <a:lnTo>
                    <a:pt x="311251" y="0"/>
                  </a:lnTo>
                  <a:lnTo>
                    <a:pt x="302463" y="25"/>
                  </a:lnTo>
                  <a:lnTo>
                    <a:pt x="302755" y="118973"/>
                  </a:lnTo>
                  <a:lnTo>
                    <a:pt x="311556" y="11894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5687219" y="2534876"/>
              <a:ext cx="806450" cy="662305"/>
            </a:xfrm>
            <a:custGeom>
              <a:avLst/>
              <a:gdLst/>
              <a:ahLst/>
              <a:cxnLst/>
              <a:rect l="l" t="t" r="r" b="b"/>
              <a:pathLst>
                <a:path w="806450" h="662305">
                  <a:moveTo>
                    <a:pt x="6617" y="0"/>
                  </a:moveTo>
                  <a:lnTo>
                    <a:pt x="0" y="653990"/>
                  </a:lnTo>
                  <a:lnTo>
                    <a:pt x="799745" y="662084"/>
                  </a:lnTo>
                  <a:lnTo>
                    <a:pt x="806362" y="8093"/>
                  </a:lnTo>
                  <a:lnTo>
                    <a:pt x="661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710058" y="2556156"/>
              <a:ext cx="760730" cy="619760"/>
            </a:xfrm>
            <a:custGeom>
              <a:avLst/>
              <a:gdLst/>
              <a:ahLst/>
              <a:cxnLst/>
              <a:rect l="l" t="t" r="r" b="b"/>
              <a:pathLst>
                <a:path w="760729" h="619760">
                  <a:moveTo>
                    <a:pt x="6188" y="0"/>
                  </a:moveTo>
                  <a:lnTo>
                    <a:pt x="0" y="611887"/>
                  </a:lnTo>
                  <a:lnTo>
                    <a:pt x="754500" y="619520"/>
                  </a:lnTo>
                  <a:lnTo>
                    <a:pt x="760688" y="7633"/>
                  </a:lnTo>
                  <a:lnTo>
                    <a:pt x="618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810554" y="2665431"/>
              <a:ext cx="560070" cy="401320"/>
            </a:xfrm>
            <a:custGeom>
              <a:avLst/>
              <a:gdLst/>
              <a:ahLst/>
              <a:cxnLst/>
              <a:rect l="l" t="t" r="r" b="b"/>
              <a:pathLst>
                <a:path w="560070" h="401319">
                  <a:moveTo>
                    <a:pt x="115443" y="321094"/>
                  </a:moveTo>
                  <a:lnTo>
                    <a:pt x="113334" y="310654"/>
                  </a:lnTo>
                  <a:lnTo>
                    <a:pt x="107594" y="302133"/>
                  </a:lnTo>
                  <a:lnTo>
                    <a:pt x="99085" y="296392"/>
                  </a:lnTo>
                  <a:lnTo>
                    <a:pt x="88646" y="294284"/>
                  </a:lnTo>
                  <a:lnTo>
                    <a:pt x="78219" y="296392"/>
                  </a:lnTo>
                  <a:lnTo>
                    <a:pt x="69697" y="302133"/>
                  </a:lnTo>
                  <a:lnTo>
                    <a:pt x="63957" y="310654"/>
                  </a:lnTo>
                  <a:lnTo>
                    <a:pt x="61849" y="321094"/>
                  </a:lnTo>
                  <a:lnTo>
                    <a:pt x="63957" y="331520"/>
                  </a:lnTo>
                  <a:lnTo>
                    <a:pt x="69697" y="340029"/>
                  </a:lnTo>
                  <a:lnTo>
                    <a:pt x="78219" y="345782"/>
                  </a:lnTo>
                  <a:lnTo>
                    <a:pt x="88646" y="347891"/>
                  </a:lnTo>
                  <a:lnTo>
                    <a:pt x="99085" y="345782"/>
                  </a:lnTo>
                  <a:lnTo>
                    <a:pt x="107594" y="340029"/>
                  </a:lnTo>
                  <a:lnTo>
                    <a:pt x="113334" y="331520"/>
                  </a:lnTo>
                  <a:lnTo>
                    <a:pt x="115443" y="321094"/>
                  </a:lnTo>
                  <a:close/>
                </a:path>
                <a:path w="560070" h="401319">
                  <a:moveTo>
                    <a:pt x="227279" y="321094"/>
                  </a:moveTo>
                  <a:lnTo>
                    <a:pt x="225183" y="310654"/>
                  </a:lnTo>
                  <a:lnTo>
                    <a:pt x="219430" y="302133"/>
                  </a:lnTo>
                  <a:lnTo>
                    <a:pt x="210908" y="296392"/>
                  </a:lnTo>
                  <a:lnTo>
                    <a:pt x="200482" y="294284"/>
                  </a:lnTo>
                  <a:lnTo>
                    <a:pt x="190055" y="296392"/>
                  </a:lnTo>
                  <a:lnTo>
                    <a:pt x="181533" y="302133"/>
                  </a:lnTo>
                  <a:lnTo>
                    <a:pt x="175793" y="310654"/>
                  </a:lnTo>
                  <a:lnTo>
                    <a:pt x="173685" y="321094"/>
                  </a:lnTo>
                  <a:lnTo>
                    <a:pt x="175793" y="331520"/>
                  </a:lnTo>
                  <a:lnTo>
                    <a:pt x="181533" y="340029"/>
                  </a:lnTo>
                  <a:lnTo>
                    <a:pt x="190055" y="345782"/>
                  </a:lnTo>
                  <a:lnTo>
                    <a:pt x="200482" y="347891"/>
                  </a:lnTo>
                  <a:lnTo>
                    <a:pt x="210908" y="345782"/>
                  </a:lnTo>
                  <a:lnTo>
                    <a:pt x="219430" y="340029"/>
                  </a:lnTo>
                  <a:lnTo>
                    <a:pt x="225183" y="331520"/>
                  </a:lnTo>
                  <a:lnTo>
                    <a:pt x="227279" y="321094"/>
                  </a:lnTo>
                  <a:close/>
                </a:path>
                <a:path w="560070" h="401319">
                  <a:moveTo>
                    <a:pt x="343496" y="318706"/>
                  </a:moveTo>
                  <a:lnTo>
                    <a:pt x="341388" y="308267"/>
                  </a:lnTo>
                  <a:lnTo>
                    <a:pt x="335648" y="299745"/>
                  </a:lnTo>
                  <a:lnTo>
                    <a:pt x="327139" y="294005"/>
                  </a:lnTo>
                  <a:lnTo>
                    <a:pt x="316699" y="291896"/>
                  </a:lnTo>
                  <a:lnTo>
                    <a:pt x="306273" y="294005"/>
                  </a:lnTo>
                  <a:lnTo>
                    <a:pt x="297751" y="299745"/>
                  </a:lnTo>
                  <a:lnTo>
                    <a:pt x="292011" y="308267"/>
                  </a:lnTo>
                  <a:lnTo>
                    <a:pt x="289902" y="318706"/>
                  </a:lnTo>
                  <a:lnTo>
                    <a:pt x="292011" y="329133"/>
                  </a:lnTo>
                  <a:lnTo>
                    <a:pt x="297751" y="337642"/>
                  </a:lnTo>
                  <a:lnTo>
                    <a:pt x="306273" y="343395"/>
                  </a:lnTo>
                  <a:lnTo>
                    <a:pt x="316699" y="345490"/>
                  </a:lnTo>
                  <a:lnTo>
                    <a:pt x="327139" y="343395"/>
                  </a:lnTo>
                  <a:lnTo>
                    <a:pt x="335648" y="337642"/>
                  </a:lnTo>
                  <a:lnTo>
                    <a:pt x="341388" y="329133"/>
                  </a:lnTo>
                  <a:lnTo>
                    <a:pt x="343496" y="318706"/>
                  </a:lnTo>
                  <a:close/>
                </a:path>
                <a:path w="560070" h="401319">
                  <a:moveTo>
                    <a:pt x="400964" y="229565"/>
                  </a:moveTo>
                  <a:lnTo>
                    <a:pt x="0" y="229565"/>
                  </a:lnTo>
                  <a:lnTo>
                    <a:pt x="0" y="250177"/>
                  </a:lnTo>
                  <a:lnTo>
                    <a:pt x="400964" y="250177"/>
                  </a:lnTo>
                  <a:lnTo>
                    <a:pt x="400964" y="229565"/>
                  </a:lnTo>
                  <a:close/>
                </a:path>
                <a:path w="560070" h="401319">
                  <a:moveTo>
                    <a:pt x="400964" y="107200"/>
                  </a:moveTo>
                  <a:lnTo>
                    <a:pt x="0" y="107200"/>
                  </a:lnTo>
                  <a:lnTo>
                    <a:pt x="0" y="127825"/>
                  </a:lnTo>
                  <a:lnTo>
                    <a:pt x="400964" y="127825"/>
                  </a:lnTo>
                  <a:lnTo>
                    <a:pt x="400964" y="107200"/>
                  </a:lnTo>
                  <a:close/>
                </a:path>
                <a:path w="560070" h="401319">
                  <a:moveTo>
                    <a:pt x="400964" y="0"/>
                  </a:moveTo>
                  <a:lnTo>
                    <a:pt x="0" y="0"/>
                  </a:lnTo>
                  <a:lnTo>
                    <a:pt x="0" y="20624"/>
                  </a:lnTo>
                  <a:lnTo>
                    <a:pt x="400964" y="20624"/>
                  </a:lnTo>
                  <a:lnTo>
                    <a:pt x="400964" y="0"/>
                  </a:lnTo>
                  <a:close/>
                </a:path>
                <a:path w="560070" h="401319">
                  <a:moveTo>
                    <a:pt x="474433" y="0"/>
                  </a:moveTo>
                  <a:lnTo>
                    <a:pt x="453809" y="0"/>
                  </a:lnTo>
                  <a:lnTo>
                    <a:pt x="453809" y="400977"/>
                  </a:lnTo>
                  <a:lnTo>
                    <a:pt x="474433" y="400977"/>
                  </a:lnTo>
                  <a:lnTo>
                    <a:pt x="474433" y="0"/>
                  </a:lnTo>
                  <a:close/>
                </a:path>
                <a:path w="560070" h="401319">
                  <a:moveTo>
                    <a:pt x="559689" y="0"/>
                  </a:moveTo>
                  <a:lnTo>
                    <a:pt x="539076" y="0"/>
                  </a:lnTo>
                  <a:lnTo>
                    <a:pt x="539076" y="400977"/>
                  </a:lnTo>
                  <a:lnTo>
                    <a:pt x="559689" y="400977"/>
                  </a:lnTo>
                  <a:lnTo>
                    <a:pt x="559689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624158" y="728636"/>
            <a:ext cx="209105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Working</a:t>
            </a:r>
            <a:r>
              <a:rPr dirty="0" sz="1700" spc="5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from</a:t>
            </a:r>
            <a:r>
              <a:rPr dirty="0" sz="1700" spc="55">
                <a:latin typeface="Open Sans"/>
                <a:cs typeface="Open Sans"/>
              </a:rPr>
              <a:t> </a:t>
            </a:r>
            <a:r>
              <a:rPr dirty="0" sz="1700" spc="-20">
                <a:latin typeface="Open Sans"/>
                <a:cs typeface="Open Sans"/>
              </a:rPr>
              <a:t>home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87" y="0"/>
            <a:ext cx="20097750" cy="11304905"/>
          </a:xfrm>
          <a:custGeom>
            <a:avLst/>
            <a:gdLst/>
            <a:ahLst/>
            <a:cxnLst/>
            <a:rect l="l" t="t" r="r" b="b"/>
            <a:pathLst>
              <a:path w="20097750" h="11304905">
                <a:moveTo>
                  <a:pt x="20097702" y="0"/>
                </a:moveTo>
                <a:lnTo>
                  <a:pt x="0" y="0"/>
                </a:lnTo>
                <a:lnTo>
                  <a:pt x="0" y="11304451"/>
                </a:lnTo>
                <a:lnTo>
                  <a:pt x="20097702" y="11304451"/>
                </a:lnTo>
                <a:lnTo>
                  <a:pt x="20097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5206" y="6554710"/>
            <a:ext cx="157188" cy="15716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66571" y="6159679"/>
            <a:ext cx="450850" cy="543560"/>
          </a:xfrm>
          <a:custGeom>
            <a:avLst/>
            <a:gdLst/>
            <a:ahLst/>
            <a:cxnLst/>
            <a:rect l="l" t="t" r="r" b="b"/>
            <a:pathLst>
              <a:path w="450850" h="543559">
                <a:moveTo>
                  <a:pt x="183690" y="0"/>
                </a:moveTo>
                <a:lnTo>
                  <a:pt x="0" y="0"/>
                </a:lnTo>
                <a:lnTo>
                  <a:pt x="0" y="543543"/>
                </a:lnTo>
                <a:lnTo>
                  <a:pt x="171722" y="543543"/>
                </a:lnTo>
                <a:lnTo>
                  <a:pt x="222357" y="540599"/>
                </a:lnTo>
                <a:lnTo>
                  <a:pt x="268239" y="531765"/>
                </a:lnTo>
                <a:lnTo>
                  <a:pt x="309371" y="517038"/>
                </a:lnTo>
                <a:lnTo>
                  <a:pt x="345755" y="496418"/>
                </a:lnTo>
                <a:lnTo>
                  <a:pt x="377391" y="469901"/>
                </a:lnTo>
                <a:lnTo>
                  <a:pt x="403726" y="437968"/>
                </a:lnTo>
                <a:lnTo>
                  <a:pt x="411992" y="423065"/>
                </a:lnTo>
                <a:lnTo>
                  <a:pt x="143398" y="423065"/>
                </a:lnTo>
                <a:lnTo>
                  <a:pt x="143398" y="118593"/>
                </a:lnTo>
                <a:lnTo>
                  <a:pt x="418509" y="118593"/>
                </a:lnTo>
                <a:lnTo>
                  <a:pt x="411450" y="104097"/>
                </a:lnTo>
                <a:lnTo>
                  <a:pt x="381045" y="66919"/>
                </a:lnTo>
                <a:lnTo>
                  <a:pt x="342631" y="37653"/>
                </a:lnTo>
                <a:lnTo>
                  <a:pt x="296935" y="16740"/>
                </a:lnTo>
                <a:lnTo>
                  <a:pt x="243956" y="4186"/>
                </a:lnTo>
                <a:lnTo>
                  <a:pt x="183690" y="0"/>
                </a:lnTo>
                <a:close/>
              </a:path>
              <a:path w="450850" h="543559">
                <a:moveTo>
                  <a:pt x="418509" y="118593"/>
                </a:moveTo>
                <a:lnTo>
                  <a:pt x="185135" y="118593"/>
                </a:lnTo>
                <a:lnTo>
                  <a:pt x="212688" y="120846"/>
                </a:lnTo>
                <a:lnTo>
                  <a:pt x="236483" y="127607"/>
                </a:lnTo>
                <a:lnTo>
                  <a:pt x="272839" y="154644"/>
                </a:lnTo>
                <a:lnTo>
                  <a:pt x="294489" y="200393"/>
                </a:lnTo>
                <a:lnTo>
                  <a:pt x="301697" y="265436"/>
                </a:lnTo>
                <a:lnTo>
                  <a:pt x="299789" y="302836"/>
                </a:lnTo>
                <a:lnTo>
                  <a:pt x="284540" y="362232"/>
                </a:lnTo>
                <a:lnTo>
                  <a:pt x="253773" y="401221"/>
                </a:lnTo>
                <a:lnTo>
                  <a:pt x="205847" y="420640"/>
                </a:lnTo>
                <a:lnTo>
                  <a:pt x="175345" y="423065"/>
                </a:lnTo>
                <a:lnTo>
                  <a:pt x="411992" y="423065"/>
                </a:lnTo>
                <a:lnTo>
                  <a:pt x="424213" y="401035"/>
                </a:lnTo>
                <a:lnTo>
                  <a:pt x="438849" y="359105"/>
                </a:lnTo>
                <a:lnTo>
                  <a:pt x="447633" y="312181"/>
                </a:lnTo>
                <a:lnTo>
                  <a:pt x="450562" y="260264"/>
                </a:lnTo>
                <a:lnTo>
                  <a:pt x="446214" y="200763"/>
                </a:lnTo>
                <a:lnTo>
                  <a:pt x="433175" y="148710"/>
                </a:lnTo>
                <a:lnTo>
                  <a:pt x="418509" y="1185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2741" y="6157404"/>
            <a:ext cx="137160" cy="546100"/>
          </a:xfrm>
          <a:custGeom>
            <a:avLst/>
            <a:gdLst/>
            <a:ahLst/>
            <a:cxnLst/>
            <a:rect l="l" t="t" r="r" b="b"/>
            <a:pathLst>
              <a:path w="137160" h="546100">
                <a:moveTo>
                  <a:pt x="136624" y="0"/>
                </a:moveTo>
                <a:lnTo>
                  <a:pt x="0" y="0"/>
                </a:lnTo>
                <a:lnTo>
                  <a:pt x="0" y="545815"/>
                </a:lnTo>
                <a:lnTo>
                  <a:pt x="136624" y="545815"/>
                </a:lnTo>
                <a:lnTo>
                  <a:pt x="136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982564" y="6290625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70">
                <a:moveTo>
                  <a:pt x="198852" y="0"/>
                </a:moveTo>
                <a:lnTo>
                  <a:pt x="154304" y="3431"/>
                </a:lnTo>
                <a:lnTo>
                  <a:pt x="115022" y="13727"/>
                </a:lnTo>
                <a:lnTo>
                  <a:pt x="81002" y="30886"/>
                </a:lnTo>
                <a:lnTo>
                  <a:pt x="29380" y="85139"/>
                </a:lnTo>
                <a:lnTo>
                  <a:pt x="13055" y="120900"/>
                </a:lnTo>
                <a:lnTo>
                  <a:pt x="3263" y="162188"/>
                </a:lnTo>
                <a:lnTo>
                  <a:pt x="0" y="208998"/>
                </a:lnTo>
                <a:lnTo>
                  <a:pt x="3340" y="255010"/>
                </a:lnTo>
                <a:lnTo>
                  <a:pt x="13326" y="295939"/>
                </a:lnTo>
                <a:lnTo>
                  <a:pt x="29985" y="331895"/>
                </a:lnTo>
                <a:lnTo>
                  <a:pt x="53307" y="362847"/>
                </a:lnTo>
                <a:lnTo>
                  <a:pt x="82248" y="387737"/>
                </a:lnTo>
                <a:lnTo>
                  <a:pt x="153960" y="416189"/>
                </a:lnTo>
                <a:lnTo>
                  <a:pt x="196737" y="419746"/>
                </a:lnTo>
                <a:lnTo>
                  <a:pt x="241118" y="416267"/>
                </a:lnTo>
                <a:lnTo>
                  <a:pt x="280288" y="405833"/>
                </a:lnTo>
                <a:lnTo>
                  <a:pt x="314241" y="388444"/>
                </a:lnTo>
                <a:lnTo>
                  <a:pt x="365840" y="333550"/>
                </a:lnTo>
                <a:lnTo>
                  <a:pt x="373801" y="315969"/>
                </a:lnTo>
                <a:lnTo>
                  <a:pt x="198130" y="315969"/>
                </a:lnTo>
                <a:lnTo>
                  <a:pt x="183214" y="314257"/>
                </a:lnTo>
                <a:lnTo>
                  <a:pt x="152361" y="288598"/>
                </a:lnTo>
                <a:lnTo>
                  <a:pt x="139591" y="233557"/>
                </a:lnTo>
                <a:lnTo>
                  <a:pt x="138739" y="208998"/>
                </a:lnTo>
                <a:lnTo>
                  <a:pt x="139591" y="184494"/>
                </a:lnTo>
                <a:lnTo>
                  <a:pt x="146403" y="145220"/>
                </a:lnTo>
                <a:lnTo>
                  <a:pt x="170442" y="110725"/>
                </a:lnTo>
                <a:lnTo>
                  <a:pt x="197428" y="104143"/>
                </a:lnTo>
                <a:lnTo>
                  <a:pt x="373462" y="104143"/>
                </a:lnTo>
                <a:lnTo>
                  <a:pt x="370920" y="98237"/>
                </a:lnTo>
                <a:lnTo>
                  <a:pt x="341532" y="56325"/>
                </a:lnTo>
                <a:lnTo>
                  <a:pt x="301927" y="25423"/>
                </a:lnTo>
                <a:lnTo>
                  <a:pt x="253786" y="6354"/>
                </a:lnTo>
                <a:lnTo>
                  <a:pt x="227163" y="1588"/>
                </a:lnTo>
                <a:lnTo>
                  <a:pt x="198852" y="0"/>
                </a:lnTo>
                <a:close/>
              </a:path>
              <a:path w="395605" h="420370">
                <a:moveTo>
                  <a:pt x="373462" y="104143"/>
                </a:moveTo>
                <a:lnTo>
                  <a:pt x="197428" y="104143"/>
                </a:lnTo>
                <a:lnTo>
                  <a:pt x="212325" y="105798"/>
                </a:lnTo>
                <a:lnTo>
                  <a:pt x="224863" y="110766"/>
                </a:lnTo>
                <a:lnTo>
                  <a:pt x="248668" y="145457"/>
                </a:lnTo>
                <a:lnTo>
                  <a:pt x="255309" y="184627"/>
                </a:lnTo>
                <a:lnTo>
                  <a:pt x="256138" y="208998"/>
                </a:lnTo>
                <a:lnTo>
                  <a:pt x="255321" y="233557"/>
                </a:lnTo>
                <a:lnTo>
                  <a:pt x="248779" y="273357"/>
                </a:lnTo>
                <a:lnTo>
                  <a:pt x="225270" y="309124"/>
                </a:lnTo>
                <a:lnTo>
                  <a:pt x="198130" y="315969"/>
                </a:lnTo>
                <a:lnTo>
                  <a:pt x="373801" y="315969"/>
                </a:lnTo>
                <a:lnTo>
                  <a:pt x="382159" y="297510"/>
                </a:lnTo>
                <a:lnTo>
                  <a:pt x="391943" y="255991"/>
                </a:lnTo>
                <a:lnTo>
                  <a:pt x="395202" y="208998"/>
                </a:lnTo>
                <a:lnTo>
                  <a:pt x="393686" y="178318"/>
                </a:lnTo>
                <a:lnTo>
                  <a:pt x="389136" y="149625"/>
                </a:lnTo>
                <a:lnTo>
                  <a:pt x="381548" y="122928"/>
                </a:lnTo>
                <a:lnTo>
                  <a:pt x="373462" y="1041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32009" y="6297787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645" y="0"/>
                </a:moveTo>
                <a:lnTo>
                  <a:pt x="0" y="0"/>
                </a:lnTo>
                <a:lnTo>
                  <a:pt x="0" y="405432"/>
                </a:lnTo>
                <a:lnTo>
                  <a:pt x="136645" y="405432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32009" y="6157414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39">
                <a:moveTo>
                  <a:pt x="136645" y="0"/>
                </a:moveTo>
                <a:lnTo>
                  <a:pt x="0" y="0"/>
                </a:lnTo>
                <a:lnTo>
                  <a:pt x="0" y="91348"/>
                </a:lnTo>
                <a:lnTo>
                  <a:pt x="136645" y="91348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622956" y="6170326"/>
            <a:ext cx="1019175" cy="540385"/>
          </a:xfrm>
          <a:custGeom>
            <a:avLst/>
            <a:gdLst/>
            <a:ahLst/>
            <a:cxnLst/>
            <a:rect l="l" t="t" r="r" b="b"/>
            <a:pathLst>
              <a:path w="1019175" h="540384">
                <a:moveTo>
                  <a:pt x="288632" y="415505"/>
                </a:moveTo>
                <a:lnTo>
                  <a:pt x="270078" y="421614"/>
                </a:lnTo>
                <a:lnTo>
                  <a:pt x="252895" y="425983"/>
                </a:lnTo>
                <a:lnTo>
                  <a:pt x="237058" y="428612"/>
                </a:lnTo>
                <a:lnTo>
                  <a:pt x="222554" y="429488"/>
                </a:lnTo>
                <a:lnTo>
                  <a:pt x="206375" y="427024"/>
                </a:lnTo>
                <a:lnTo>
                  <a:pt x="194805" y="419646"/>
                </a:lnTo>
                <a:lnTo>
                  <a:pt x="187858" y="407339"/>
                </a:lnTo>
                <a:lnTo>
                  <a:pt x="185534" y="390105"/>
                </a:lnTo>
                <a:lnTo>
                  <a:pt x="185534" y="232308"/>
                </a:lnTo>
                <a:lnTo>
                  <a:pt x="272719" y="232308"/>
                </a:lnTo>
                <a:lnTo>
                  <a:pt x="272719" y="127482"/>
                </a:lnTo>
                <a:lnTo>
                  <a:pt x="185534" y="127482"/>
                </a:lnTo>
                <a:lnTo>
                  <a:pt x="185534" y="0"/>
                </a:lnTo>
                <a:lnTo>
                  <a:pt x="47866" y="23964"/>
                </a:lnTo>
                <a:lnTo>
                  <a:pt x="47866" y="127482"/>
                </a:lnTo>
                <a:lnTo>
                  <a:pt x="0" y="127482"/>
                </a:lnTo>
                <a:lnTo>
                  <a:pt x="0" y="232308"/>
                </a:lnTo>
                <a:lnTo>
                  <a:pt x="47866" y="232308"/>
                </a:lnTo>
                <a:lnTo>
                  <a:pt x="47866" y="399427"/>
                </a:lnTo>
                <a:lnTo>
                  <a:pt x="49758" y="432892"/>
                </a:lnTo>
                <a:lnTo>
                  <a:pt x="64947" y="485927"/>
                </a:lnTo>
                <a:lnTo>
                  <a:pt x="95846" y="520611"/>
                </a:lnTo>
                <a:lnTo>
                  <a:pt x="145465" y="537883"/>
                </a:lnTo>
                <a:lnTo>
                  <a:pt x="177469" y="540054"/>
                </a:lnTo>
                <a:lnTo>
                  <a:pt x="193725" y="539724"/>
                </a:lnTo>
                <a:lnTo>
                  <a:pt x="236029" y="534847"/>
                </a:lnTo>
                <a:lnTo>
                  <a:pt x="274967" y="523151"/>
                </a:lnTo>
                <a:lnTo>
                  <a:pt x="288632" y="517525"/>
                </a:lnTo>
                <a:lnTo>
                  <a:pt x="288632" y="415505"/>
                </a:lnTo>
                <a:close/>
              </a:path>
              <a:path w="1019175" h="540384">
                <a:moveTo>
                  <a:pt x="604875" y="415505"/>
                </a:moveTo>
                <a:lnTo>
                  <a:pt x="586320" y="421614"/>
                </a:lnTo>
                <a:lnTo>
                  <a:pt x="569137" y="425983"/>
                </a:lnTo>
                <a:lnTo>
                  <a:pt x="553313" y="428612"/>
                </a:lnTo>
                <a:lnTo>
                  <a:pt x="538822" y="429488"/>
                </a:lnTo>
                <a:lnTo>
                  <a:pt x="522630" y="427024"/>
                </a:lnTo>
                <a:lnTo>
                  <a:pt x="511060" y="419646"/>
                </a:lnTo>
                <a:lnTo>
                  <a:pt x="504113" y="407339"/>
                </a:lnTo>
                <a:lnTo>
                  <a:pt x="501802" y="390105"/>
                </a:lnTo>
                <a:lnTo>
                  <a:pt x="501802" y="232308"/>
                </a:lnTo>
                <a:lnTo>
                  <a:pt x="589026" y="232308"/>
                </a:lnTo>
                <a:lnTo>
                  <a:pt x="589026" y="127482"/>
                </a:lnTo>
                <a:lnTo>
                  <a:pt x="501802" y="127482"/>
                </a:lnTo>
                <a:lnTo>
                  <a:pt x="501802" y="0"/>
                </a:lnTo>
                <a:lnTo>
                  <a:pt x="364121" y="22402"/>
                </a:lnTo>
                <a:lnTo>
                  <a:pt x="364121" y="127482"/>
                </a:lnTo>
                <a:lnTo>
                  <a:pt x="316217" y="127482"/>
                </a:lnTo>
                <a:lnTo>
                  <a:pt x="316217" y="232308"/>
                </a:lnTo>
                <a:lnTo>
                  <a:pt x="364121" y="232308"/>
                </a:lnTo>
                <a:lnTo>
                  <a:pt x="364121" y="399427"/>
                </a:lnTo>
                <a:lnTo>
                  <a:pt x="366026" y="432892"/>
                </a:lnTo>
                <a:lnTo>
                  <a:pt x="381228" y="485927"/>
                </a:lnTo>
                <a:lnTo>
                  <a:pt x="412127" y="520611"/>
                </a:lnTo>
                <a:lnTo>
                  <a:pt x="461733" y="537883"/>
                </a:lnTo>
                <a:lnTo>
                  <a:pt x="493737" y="540054"/>
                </a:lnTo>
                <a:lnTo>
                  <a:pt x="509993" y="539724"/>
                </a:lnTo>
                <a:lnTo>
                  <a:pt x="552284" y="534847"/>
                </a:lnTo>
                <a:lnTo>
                  <a:pt x="591235" y="523151"/>
                </a:lnTo>
                <a:lnTo>
                  <a:pt x="604875" y="517525"/>
                </a:lnTo>
                <a:lnTo>
                  <a:pt x="604875" y="415505"/>
                </a:lnTo>
                <a:close/>
              </a:path>
              <a:path w="1019175" h="540384">
                <a:moveTo>
                  <a:pt x="1018743" y="305689"/>
                </a:moveTo>
                <a:lnTo>
                  <a:pt x="1015695" y="263398"/>
                </a:lnTo>
                <a:lnTo>
                  <a:pt x="1006551" y="226364"/>
                </a:lnTo>
                <a:lnTo>
                  <a:pt x="970000" y="168097"/>
                </a:lnTo>
                <a:lnTo>
                  <a:pt x="911085" y="132270"/>
                </a:lnTo>
                <a:lnTo>
                  <a:pt x="894676" y="128308"/>
                </a:lnTo>
                <a:lnTo>
                  <a:pt x="894676" y="279908"/>
                </a:lnTo>
                <a:lnTo>
                  <a:pt x="777303" y="279908"/>
                </a:lnTo>
                <a:lnTo>
                  <a:pt x="789051" y="239953"/>
                </a:lnTo>
                <a:lnTo>
                  <a:pt x="825144" y="216471"/>
                </a:lnTo>
                <a:lnTo>
                  <a:pt x="836688" y="215493"/>
                </a:lnTo>
                <a:lnTo>
                  <a:pt x="849147" y="216585"/>
                </a:lnTo>
                <a:lnTo>
                  <a:pt x="885304" y="242544"/>
                </a:lnTo>
                <a:lnTo>
                  <a:pt x="894676" y="279908"/>
                </a:lnTo>
                <a:lnTo>
                  <a:pt x="894676" y="128308"/>
                </a:lnTo>
                <a:lnTo>
                  <a:pt x="874001" y="123304"/>
                </a:lnTo>
                <a:lnTo>
                  <a:pt x="831824" y="120319"/>
                </a:lnTo>
                <a:lnTo>
                  <a:pt x="787527" y="123748"/>
                </a:lnTo>
                <a:lnTo>
                  <a:pt x="748652" y="134048"/>
                </a:lnTo>
                <a:lnTo>
                  <a:pt x="687120" y="175247"/>
                </a:lnTo>
                <a:lnTo>
                  <a:pt x="649135" y="242100"/>
                </a:lnTo>
                <a:lnTo>
                  <a:pt x="639635" y="284492"/>
                </a:lnTo>
                <a:lnTo>
                  <a:pt x="636460" y="332854"/>
                </a:lnTo>
                <a:lnTo>
                  <a:pt x="639889" y="379742"/>
                </a:lnTo>
                <a:lnTo>
                  <a:pt x="650138" y="420928"/>
                </a:lnTo>
                <a:lnTo>
                  <a:pt x="667232" y="456412"/>
                </a:lnTo>
                <a:lnTo>
                  <a:pt x="691159" y="486194"/>
                </a:lnTo>
                <a:lnTo>
                  <a:pt x="721271" y="509739"/>
                </a:lnTo>
                <a:lnTo>
                  <a:pt x="756907" y="526580"/>
                </a:lnTo>
                <a:lnTo>
                  <a:pt x="798068" y="536676"/>
                </a:lnTo>
                <a:lnTo>
                  <a:pt x="844753" y="540042"/>
                </a:lnTo>
                <a:lnTo>
                  <a:pt x="867676" y="539635"/>
                </a:lnTo>
                <a:lnTo>
                  <a:pt x="908545" y="536409"/>
                </a:lnTo>
                <a:lnTo>
                  <a:pt x="960018" y="524624"/>
                </a:lnTo>
                <a:lnTo>
                  <a:pt x="992492" y="510527"/>
                </a:lnTo>
                <a:lnTo>
                  <a:pt x="976426" y="440588"/>
                </a:lnTo>
                <a:lnTo>
                  <a:pt x="971511" y="419188"/>
                </a:lnTo>
                <a:lnTo>
                  <a:pt x="927354" y="433578"/>
                </a:lnTo>
                <a:lnTo>
                  <a:pt x="878801" y="440143"/>
                </a:lnTo>
                <a:lnTo>
                  <a:pt x="861174" y="440588"/>
                </a:lnTo>
                <a:lnTo>
                  <a:pt x="842454" y="439381"/>
                </a:lnTo>
                <a:lnTo>
                  <a:pt x="798791" y="421259"/>
                </a:lnTo>
                <a:lnTo>
                  <a:pt x="776554" y="384009"/>
                </a:lnTo>
                <a:lnTo>
                  <a:pt x="774509" y="367919"/>
                </a:lnTo>
                <a:lnTo>
                  <a:pt x="1018743" y="367919"/>
                </a:lnTo>
                <a:lnTo>
                  <a:pt x="1018743" y="3056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57625" y="6290645"/>
            <a:ext cx="382905" cy="419734"/>
          </a:xfrm>
          <a:custGeom>
            <a:avLst/>
            <a:gdLst/>
            <a:ahLst/>
            <a:cxnLst/>
            <a:rect l="l" t="t" r="r" b="b"/>
            <a:pathLst>
              <a:path w="382905" h="419734">
                <a:moveTo>
                  <a:pt x="195334" y="0"/>
                </a:moveTo>
                <a:lnTo>
                  <a:pt x="151049" y="3429"/>
                </a:lnTo>
                <a:lnTo>
                  <a:pt x="112181" y="13720"/>
                </a:lnTo>
                <a:lnTo>
                  <a:pt x="50679" y="54919"/>
                </a:lnTo>
                <a:lnTo>
                  <a:pt x="12676" y="121771"/>
                </a:lnTo>
                <a:lnTo>
                  <a:pt x="3169" y="164162"/>
                </a:lnTo>
                <a:lnTo>
                  <a:pt x="0" y="212527"/>
                </a:lnTo>
                <a:lnTo>
                  <a:pt x="3419" y="259418"/>
                </a:lnTo>
                <a:lnTo>
                  <a:pt x="13678" y="300606"/>
                </a:lnTo>
                <a:lnTo>
                  <a:pt x="30776" y="336088"/>
                </a:lnTo>
                <a:lnTo>
                  <a:pt x="54710" y="365863"/>
                </a:lnTo>
                <a:lnTo>
                  <a:pt x="84811" y="389420"/>
                </a:lnTo>
                <a:lnTo>
                  <a:pt x="120441" y="406249"/>
                </a:lnTo>
                <a:lnTo>
                  <a:pt x="161599" y="416348"/>
                </a:lnTo>
                <a:lnTo>
                  <a:pt x="208286" y="419714"/>
                </a:lnTo>
                <a:lnTo>
                  <a:pt x="231212" y="419309"/>
                </a:lnTo>
                <a:lnTo>
                  <a:pt x="272084" y="416079"/>
                </a:lnTo>
                <a:lnTo>
                  <a:pt x="323556" y="404304"/>
                </a:lnTo>
                <a:lnTo>
                  <a:pt x="356051" y="390208"/>
                </a:lnTo>
                <a:lnTo>
                  <a:pt x="339968" y="320262"/>
                </a:lnTo>
                <a:lnTo>
                  <a:pt x="224705" y="320262"/>
                </a:lnTo>
                <a:lnTo>
                  <a:pt x="205996" y="319053"/>
                </a:lnTo>
                <a:lnTo>
                  <a:pt x="162330" y="300933"/>
                </a:lnTo>
                <a:lnTo>
                  <a:pt x="140081" y="263681"/>
                </a:lnTo>
                <a:lnTo>
                  <a:pt x="138037" y="247594"/>
                </a:lnTo>
                <a:lnTo>
                  <a:pt x="382281" y="247594"/>
                </a:lnTo>
                <a:lnTo>
                  <a:pt x="382281" y="185366"/>
                </a:lnTo>
                <a:lnTo>
                  <a:pt x="380425" y="159586"/>
                </a:lnTo>
                <a:lnTo>
                  <a:pt x="140833" y="159586"/>
                </a:lnTo>
                <a:lnTo>
                  <a:pt x="143073" y="144048"/>
                </a:lnTo>
                <a:lnTo>
                  <a:pt x="168495" y="103925"/>
                </a:lnTo>
                <a:lnTo>
                  <a:pt x="200245" y="95169"/>
                </a:lnTo>
                <a:lnTo>
                  <a:pt x="364887" y="95169"/>
                </a:lnTo>
                <a:lnTo>
                  <a:pt x="354867" y="74269"/>
                </a:lnTo>
                <a:lnTo>
                  <a:pt x="333539" y="47768"/>
                </a:lnTo>
                <a:lnTo>
                  <a:pt x="306624" y="26866"/>
                </a:lnTo>
                <a:lnTo>
                  <a:pt x="274618" y="11939"/>
                </a:lnTo>
                <a:lnTo>
                  <a:pt x="237521" y="2984"/>
                </a:lnTo>
                <a:lnTo>
                  <a:pt x="195334" y="0"/>
                </a:lnTo>
                <a:close/>
              </a:path>
              <a:path w="382905" h="419734">
                <a:moveTo>
                  <a:pt x="335047" y="298860"/>
                </a:moveTo>
                <a:lnTo>
                  <a:pt x="290912" y="313257"/>
                </a:lnTo>
                <a:lnTo>
                  <a:pt x="242337" y="319823"/>
                </a:lnTo>
                <a:lnTo>
                  <a:pt x="224705" y="320262"/>
                </a:lnTo>
                <a:lnTo>
                  <a:pt x="339968" y="320262"/>
                </a:lnTo>
                <a:lnTo>
                  <a:pt x="335047" y="298860"/>
                </a:lnTo>
                <a:close/>
              </a:path>
              <a:path w="382905" h="419734">
                <a:moveTo>
                  <a:pt x="364887" y="95169"/>
                </a:moveTo>
                <a:lnTo>
                  <a:pt x="200245" y="95169"/>
                </a:lnTo>
                <a:lnTo>
                  <a:pt x="212680" y="96265"/>
                </a:lnTo>
                <a:lnTo>
                  <a:pt x="223783" y="99555"/>
                </a:lnTo>
                <a:lnTo>
                  <a:pt x="253829" y="133197"/>
                </a:lnTo>
                <a:lnTo>
                  <a:pt x="258232" y="159586"/>
                </a:lnTo>
                <a:lnTo>
                  <a:pt x="380425" y="159586"/>
                </a:lnTo>
                <a:lnTo>
                  <a:pt x="379236" y="143073"/>
                </a:lnTo>
                <a:lnTo>
                  <a:pt x="370098" y="106039"/>
                </a:lnTo>
                <a:lnTo>
                  <a:pt x="364887" y="95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84" y="7901214"/>
            <a:ext cx="6135855" cy="19126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8173" y="8433889"/>
            <a:ext cx="6008696" cy="19126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7248" y="8966545"/>
            <a:ext cx="6222763" cy="191261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53857" y="7577502"/>
            <a:ext cx="6581140" cy="2917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refers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more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</a:t>
            </a:r>
            <a:endParaRPr sz="1500">
              <a:latin typeface="Open Sans"/>
              <a:cs typeface="Open Sans"/>
            </a:endParaRPr>
          </a:p>
          <a:p>
            <a:pPr marL="12700" marR="5080">
              <a:lnSpc>
                <a:spcPct val="233000"/>
              </a:lnSpc>
            </a:pP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(collectively,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the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“Deloitte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organization”).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(also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referred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as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“Deloitte separate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independent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entities,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which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cannot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obligate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bind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each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related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entity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is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liable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only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its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own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acts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omissions,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those</a:t>
            </a:r>
            <a:endParaRPr sz="1500">
              <a:latin typeface="Open Sans"/>
              <a:cs typeface="Open Sans"/>
            </a:endParaRPr>
          </a:p>
          <a:p>
            <a:pPr marL="13335" marR="112395" indent="-635">
              <a:lnSpc>
                <a:spcPct val="116500"/>
              </a:lnSpc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each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other.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does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provide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services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clients.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Please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see</a:t>
            </a:r>
            <a:r>
              <a:rPr dirty="0" sz="1500" spc="-9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  <a:hlinkClick r:id="rId6"/>
              </a:rPr>
              <a:t>www.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</a:rPr>
              <a:t> deloitte.com/about</a:t>
            </a:r>
            <a:r>
              <a:rPr dirty="0" sz="1500" spc="-4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learn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more.</a:t>
            </a:r>
            <a:endParaRPr sz="150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Open Sans"/>
              <a:cs typeface="Open Sans"/>
            </a:endParaRPr>
          </a:p>
          <a:p>
            <a:pPr marL="13335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©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2021.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information,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contact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Limited.</a:t>
            </a:r>
            <a:endParaRPr sz="15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3CD84C58-510C-4B62-93B2-5C4028FF14DB}"/>
</file>

<file path=customXml/itemProps2.xml><?xml version="1.0" encoding="utf-8"?>
<ds:datastoreItem xmlns:ds="http://schemas.openxmlformats.org/officeDocument/2006/customXml" ds:itemID="{C3BDFCED-F0B1-4234-9B16-22517DDF0F1C}"/>
</file>

<file path=customXml/itemProps3.xml><?xml version="1.0" encoding="utf-8"?>
<ds:datastoreItem xmlns:ds="http://schemas.openxmlformats.org/officeDocument/2006/customXml" ds:itemID="{09C6E3A8-5B03-45DF-9B53-B9C17A966EA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GIG_Avatar Backgrounds_OFFICE_WFH</dc:title>
  <dcterms:created xsi:type="dcterms:W3CDTF">2022-09-01T16:07:53Z</dcterms:created>
  <dcterms:modified xsi:type="dcterms:W3CDTF">2022-09-01T16:07:53Z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2021-11-10T00:00:00Z</vt:filetime>
  </property>
  <property fmtid="{D5CDD505-2E9C-101B-9397-08002B2CF9AE}" pid="3" name="Creator">
    <vt:lpwstr>Adobe Illustrator 26.0 (Macintosh)</vt:lpwstr>
  </property>
  <property fmtid="{D5CDD505-2E9C-101B-9397-08002B2CF9AE}" pid="4" name="LastSaved">
    <vt:filetime>2022-09-01T00:00:00Z</vt:filetime>
  </property>
  <property fmtid="{D5CDD505-2E9C-101B-9397-08002B2CF9AE}" pid="5" name="Producer">
    <vt:lpwstr>Adobe PDF library 16.03</vt:lpwstr>
  </property>
  <property fmtid="{D5CDD505-2E9C-101B-9397-08002B2CF9AE}" pid="6" name="ContentTypeId">
    <vt:lpwstr>0x01010046EABACCD3B39C49923CC76F9A3899B0</vt:lpwstr>
  </property>
</Properties>
</file>